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.xml" ContentType="application/vnd.openxmlformats-officedocument.presentationml.notesSlide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7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8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9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256" r:id="rId5"/>
    <p:sldId id="286" r:id="rId6"/>
    <p:sldId id="292" r:id="rId7"/>
    <p:sldId id="288" r:id="rId8"/>
    <p:sldId id="306" r:id="rId9"/>
    <p:sldId id="296" r:id="rId10"/>
    <p:sldId id="294" r:id="rId11"/>
    <p:sldId id="295" r:id="rId12"/>
    <p:sldId id="287" r:id="rId13"/>
    <p:sldId id="297" r:id="rId14"/>
    <p:sldId id="298" r:id="rId15"/>
    <p:sldId id="299" r:id="rId16"/>
    <p:sldId id="289" r:id="rId17"/>
    <p:sldId id="301" r:id="rId18"/>
    <p:sldId id="302" r:id="rId19"/>
    <p:sldId id="303" r:id="rId20"/>
    <p:sldId id="304" r:id="rId21"/>
    <p:sldId id="305" r:id="rId22"/>
    <p:sldId id="311" r:id="rId23"/>
    <p:sldId id="307" r:id="rId24"/>
    <p:sldId id="309" r:id="rId25"/>
    <p:sldId id="310" r:id="rId26"/>
    <p:sldId id="290" r:id="rId27"/>
    <p:sldId id="312" r:id="rId28"/>
    <p:sldId id="313" r:id="rId29"/>
    <p:sldId id="315" r:id="rId30"/>
    <p:sldId id="317" r:id="rId31"/>
    <p:sldId id="316" r:id="rId32"/>
    <p:sldId id="318" r:id="rId33"/>
    <p:sldId id="319" r:id="rId34"/>
    <p:sldId id="291" r:id="rId35"/>
    <p:sldId id="320" r:id="rId36"/>
    <p:sldId id="324" r:id="rId37"/>
    <p:sldId id="325" r:id="rId38"/>
    <p:sldId id="326" r:id="rId39"/>
    <p:sldId id="293" r:id="rId40"/>
    <p:sldId id="321" r:id="rId41"/>
    <p:sldId id="322" r:id="rId42"/>
    <p:sldId id="32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la Vetter" initials="EV" lastIdx="4" clrIdx="0">
    <p:extLst>
      <p:ext uri="{19B8F6BF-5375-455C-9EA6-DF929625EA0E}">
        <p15:presenceInfo xmlns:p15="http://schemas.microsoft.com/office/powerpoint/2012/main" userId="S::ella.vetter@avaloncsc.com::c6918cf5-f6c0-43cc-8499-a1f635017de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8DEAE-739D-469B-904C-2522E9DFB65E}" v="851" dt="2020-08-19T12:39:35.0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900" autoAdjust="0"/>
  </p:normalViewPr>
  <p:slideViewPr>
    <p:cSldViewPr snapToGrid="0">
      <p:cViewPr varScale="1">
        <p:scale>
          <a:sx n="56" d="100"/>
          <a:sy n="56" d="100"/>
        </p:scale>
        <p:origin x="4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a Vetter" userId="c6918cf5-f6c0-43cc-8499-a1f635017de9" providerId="ADAL" clId="{03D8DEAE-739D-469B-904C-2522E9DFB65E}"/>
    <pc:docChg chg="undo custSel mod addSld delSld modSld sldOrd">
      <pc:chgData name="Ella Vetter" userId="c6918cf5-f6c0-43cc-8499-a1f635017de9" providerId="ADAL" clId="{03D8DEAE-739D-469B-904C-2522E9DFB65E}" dt="2020-08-19T20:56:21.320" v="9023" actId="478"/>
      <pc:docMkLst>
        <pc:docMk/>
      </pc:docMkLst>
      <pc:sldChg chg="modSp mod">
        <pc:chgData name="Ella Vetter" userId="c6918cf5-f6c0-43cc-8499-a1f635017de9" providerId="ADAL" clId="{03D8DEAE-739D-469B-904C-2522E9DFB65E}" dt="2020-08-17T19:04:15.442" v="20" actId="20577"/>
        <pc:sldMkLst>
          <pc:docMk/>
          <pc:sldMk cId="4108423597" sldId="256"/>
        </pc:sldMkLst>
        <pc:spChg chg="mod">
          <ac:chgData name="Ella Vetter" userId="c6918cf5-f6c0-43cc-8499-a1f635017de9" providerId="ADAL" clId="{03D8DEAE-739D-469B-904C-2522E9DFB65E}" dt="2020-08-17T19:04:15.442" v="20" actId="20577"/>
          <ac:spMkLst>
            <pc:docMk/>
            <pc:sldMk cId="4108423597" sldId="256"/>
            <ac:spMk id="2" creationId="{00000000-0000-0000-0000-000000000000}"/>
          </ac:spMkLst>
        </pc:spChg>
      </pc:sldChg>
      <pc:sldChg chg="del modNotesTx">
        <pc:chgData name="Ella Vetter" userId="c6918cf5-f6c0-43cc-8499-a1f635017de9" providerId="ADAL" clId="{03D8DEAE-739D-469B-904C-2522E9DFB65E}" dt="2020-08-17T19:40:11.106" v="2096" actId="47"/>
        <pc:sldMkLst>
          <pc:docMk/>
          <pc:sldMk cId="928301404" sldId="284"/>
        </pc:sldMkLst>
      </pc:sldChg>
      <pc:sldChg chg="modSp add del mod ord">
        <pc:chgData name="Ella Vetter" userId="c6918cf5-f6c0-43cc-8499-a1f635017de9" providerId="ADAL" clId="{03D8DEAE-739D-469B-904C-2522E9DFB65E}" dt="2020-08-17T20:04:10.777" v="3622" actId="47"/>
        <pc:sldMkLst>
          <pc:docMk/>
          <pc:sldMk cId="3024534450" sldId="285"/>
        </pc:sldMkLst>
        <pc:spChg chg="mod">
          <ac:chgData name="Ella Vetter" userId="c6918cf5-f6c0-43cc-8499-a1f635017de9" providerId="ADAL" clId="{03D8DEAE-739D-469B-904C-2522E9DFB65E}" dt="2020-08-17T20:03:13.902" v="3527" actId="20577"/>
          <ac:spMkLst>
            <pc:docMk/>
            <pc:sldMk cId="3024534450" sldId="285"/>
            <ac:spMk id="2" creationId="{BD0A18F3-9F12-464B-BC50-F741E79EDDDA}"/>
          </ac:spMkLst>
        </pc:spChg>
      </pc:sldChg>
      <pc:sldChg chg="modSp add mod modNotesTx">
        <pc:chgData name="Ella Vetter" userId="c6918cf5-f6c0-43cc-8499-a1f635017de9" providerId="ADAL" clId="{03D8DEAE-739D-469B-904C-2522E9DFB65E}" dt="2020-08-18T20:07:57.301" v="8697" actId="123"/>
        <pc:sldMkLst>
          <pc:docMk/>
          <pc:sldMk cId="1993397138" sldId="286"/>
        </pc:sldMkLst>
        <pc:spChg chg="mod">
          <ac:chgData name="Ella Vetter" userId="c6918cf5-f6c0-43cc-8499-a1f635017de9" providerId="ADAL" clId="{03D8DEAE-739D-469B-904C-2522E9DFB65E}" dt="2020-08-18T20:07:57.301" v="8697" actId="123"/>
          <ac:spMkLst>
            <pc:docMk/>
            <pc:sldMk cId="1993397138" sldId="286"/>
            <ac:spMk id="3" creationId="{37B56F8A-6BEF-459C-AFA4-6D790D24F1CB}"/>
          </ac:spMkLst>
        </pc:spChg>
      </pc:sldChg>
      <pc:sldChg chg="delSp modSp add mod">
        <pc:chgData name="Ella Vetter" userId="c6918cf5-f6c0-43cc-8499-a1f635017de9" providerId="ADAL" clId="{03D8DEAE-739D-469B-904C-2522E9DFB65E}" dt="2020-08-18T14:34:07.098" v="5418" actId="478"/>
        <pc:sldMkLst>
          <pc:docMk/>
          <pc:sldMk cId="1119100617" sldId="287"/>
        </pc:sldMkLst>
        <pc:spChg chg="mod">
          <ac:chgData name="Ella Vetter" userId="c6918cf5-f6c0-43cc-8499-a1f635017de9" providerId="ADAL" clId="{03D8DEAE-739D-469B-904C-2522E9DFB65E}" dt="2020-08-17T20:03:23.808" v="3541" actId="20577"/>
          <ac:spMkLst>
            <pc:docMk/>
            <pc:sldMk cId="1119100617" sldId="287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4:34:07.098" v="5418" actId="478"/>
          <ac:spMkLst>
            <pc:docMk/>
            <pc:sldMk cId="1119100617" sldId="287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4:34:10.543" v="5419" actId="478"/>
        <pc:sldMkLst>
          <pc:docMk/>
          <pc:sldMk cId="185546831" sldId="288"/>
        </pc:sldMkLst>
        <pc:spChg chg="mod">
          <ac:chgData name="Ella Vetter" userId="c6918cf5-f6c0-43cc-8499-a1f635017de9" providerId="ADAL" clId="{03D8DEAE-739D-469B-904C-2522E9DFB65E}" dt="2020-08-18T14:32:49.627" v="5388" actId="20577"/>
          <ac:spMkLst>
            <pc:docMk/>
            <pc:sldMk cId="185546831" sldId="288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4:34:10.543" v="5419" actId="478"/>
          <ac:spMkLst>
            <pc:docMk/>
            <pc:sldMk cId="185546831" sldId="288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4:34:16.018" v="5421" actId="478"/>
        <pc:sldMkLst>
          <pc:docMk/>
          <pc:sldMk cId="103818715" sldId="289"/>
        </pc:sldMkLst>
        <pc:spChg chg="mod">
          <ac:chgData name="Ella Vetter" userId="c6918cf5-f6c0-43cc-8499-a1f635017de9" providerId="ADAL" clId="{03D8DEAE-739D-469B-904C-2522E9DFB65E}" dt="2020-08-18T14:29:54.892" v="5276" actId="20577"/>
          <ac:spMkLst>
            <pc:docMk/>
            <pc:sldMk cId="103818715" sldId="289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4:34:16.018" v="5421" actId="478"/>
          <ac:spMkLst>
            <pc:docMk/>
            <pc:sldMk cId="103818715" sldId="289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8:08:44.524" v="8253" actId="478"/>
        <pc:sldMkLst>
          <pc:docMk/>
          <pc:sldMk cId="871549301" sldId="290"/>
        </pc:sldMkLst>
        <pc:spChg chg="mod">
          <ac:chgData name="Ella Vetter" userId="c6918cf5-f6c0-43cc-8499-a1f635017de9" providerId="ADAL" clId="{03D8DEAE-739D-469B-904C-2522E9DFB65E}" dt="2020-08-17T20:03:48.846" v="3598" actId="20577"/>
          <ac:spMkLst>
            <pc:docMk/>
            <pc:sldMk cId="871549301" sldId="290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8:08:44.524" v="8253" actId="478"/>
          <ac:spMkLst>
            <pc:docMk/>
            <pc:sldMk cId="871549301" sldId="290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8:09:09.820" v="8254" actId="478"/>
        <pc:sldMkLst>
          <pc:docMk/>
          <pc:sldMk cId="2770565150" sldId="291"/>
        </pc:sldMkLst>
        <pc:spChg chg="mod">
          <ac:chgData name="Ella Vetter" userId="c6918cf5-f6c0-43cc-8499-a1f635017de9" providerId="ADAL" clId="{03D8DEAE-739D-469B-904C-2522E9DFB65E}" dt="2020-08-18T15:57:12.557" v="7533" actId="313"/>
          <ac:spMkLst>
            <pc:docMk/>
            <pc:sldMk cId="2770565150" sldId="291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8:09:09.820" v="8254" actId="478"/>
          <ac:spMkLst>
            <pc:docMk/>
            <pc:sldMk cId="2770565150" sldId="291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9T20:56:21.320" v="9023" actId="478"/>
        <pc:sldMkLst>
          <pc:docMk/>
          <pc:sldMk cId="2581183036" sldId="292"/>
        </pc:sldMkLst>
        <pc:spChg chg="mod">
          <ac:chgData name="Ella Vetter" userId="c6918cf5-f6c0-43cc-8499-a1f635017de9" providerId="ADAL" clId="{03D8DEAE-739D-469B-904C-2522E9DFB65E}" dt="2020-08-17T20:04:14.678" v="3625" actId="403"/>
          <ac:spMkLst>
            <pc:docMk/>
            <pc:sldMk cId="2581183036" sldId="292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9T20:56:21.320" v="9023" actId="478"/>
          <ac:spMkLst>
            <pc:docMk/>
            <pc:sldMk cId="2581183036" sldId="292"/>
            <ac:spMk id="3" creationId="{EEF38455-45AA-47D0-8328-2077E428FA3B}"/>
          </ac:spMkLst>
        </pc:spChg>
      </pc:sldChg>
      <pc:sldChg chg="delSp modSp add mod ord">
        <pc:chgData name="Ella Vetter" userId="c6918cf5-f6c0-43cc-8499-a1f635017de9" providerId="ADAL" clId="{03D8DEAE-739D-469B-904C-2522E9DFB65E}" dt="2020-08-18T18:10:10.698" v="8255" actId="478"/>
        <pc:sldMkLst>
          <pc:docMk/>
          <pc:sldMk cId="363628062" sldId="293"/>
        </pc:sldMkLst>
        <pc:spChg chg="mod">
          <ac:chgData name="Ella Vetter" userId="c6918cf5-f6c0-43cc-8499-a1f635017de9" providerId="ADAL" clId="{03D8DEAE-739D-469B-904C-2522E9DFB65E}" dt="2020-08-17T20:04:23.132" v="3635" actId="20577"/>
          <ac:spMkLst>
            <pc:docMk/>
            <pc:sldMk cId="363628062" sldId="293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8:10:10.698" v="8255" actId="478"/>
          <ac:spMkLst>
            <pc:docMk/>
            <pc:sldMk cId="363628062" sldId="293"/>
            <ac:spMk id="3" creationId="{EEF38455-45AA-47D0-8328-2077E428FA3B}"/>
          </ac:spMkLst>
        </pc:spChg>
      </pc:sldChg>
      <pc:sldChg chg="addSp delSp modSp new mod ord">
        <pc:chgData name="Ella Vetter" userId="c6918cf5-f6c0-43cc-8499-a1f635017de9" providerId="ADAL" clId="{03D8DEAE-739D-469B-904C-2522E9DFB65E}" dt="2020-08-18T17:56:03.781" v="8252" actId="20577"/>
        <pc:sldMkLst>
          <pc:docMk/>
          <pc:sldMk cId="459683926" sldId="294"/>
        </pc:sldMkLst>
        <pc:spChg chg="mod">
          <ac:chgData name="Ella Vetter" userId="c6918cf5-f6c0-43cc-8499-a1f635017de9" providerId="ADAL" clId="{03D8DEAE-739D-469B-904C-2522E9DFB65E}" dt="2020-08-18T13:39:15.755" v="4171" actId="1076"/>
          <ac:spMkLst>
            <pc:docMk/>
            <pc:sldMk cId="459683926" sldId="294"/>
            <ac:spMk id="2" creationId="{67990642-98C9-4E05-8DEA-8CB111834A2B}"/>
          </ac:spMkLst>
        </pc:spChg>
        <pc:spChg chg="del">
          <ac:chgData name="Ella Vetter" userId="c6918cf5-f6c0-43cc-8499-a1f635017de9" providerId="ADAL" clId="{03D8DEAE-739D-469B-904C-2522E9DFB65E}" dt="2020-08-18T13:33:35.579" v="4086" actId="478"/>
          <ac:spMkLst>
            <pc:docMk/>
            <pc:sldMk cId="459683926" sldId="294"/>
            <ac:spMk id="3" creationId="{0C44F08A-E79C-46C7-8576-79BD89EBE46B}"/>
          </ac:spMkLst>
        </pc:spChg>
        <pc:spChg chg="add mod">
          <ac:chgData name="Ella Vetter" userId="c6918cf5-f6c0-43cc-8499-a1f635017de9" providerId="ADAL" clId="{03D8DEAE-739D-469B-904C-2522E9DFB65E}" dt="2020-08-18T17:56:03.781" v="8252" actId="20577"/>
          <ac:spMkLst>
            <pc:docMk/>
            <pc:sldMk cId="459683926" sldId="294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3:37:47.399" v="4092" actId="478"/>
          <ac:picMkLst>
            <pc:docMk/>
            <pc:sldMk cId="459683926" sldId="294"/>
            <ac:picMk id="6" creationId="{5FE5A14B-BEA2-4C4A-98CC-A9FD4E735B04}"/>
          </ac:picMkLst>
        </pc:picChg>
        <pc:picChg chg="add mod">
          <ac:chgData name="Ella Vetter" userId="c6918cf5-f6c0-43cc-8499-a1f635017de9" providerId="ADAL" clId="{03D8DEAE-739D-469B-904C-2522E9DFB65E}" dt="2020-08-18T13:37:51.108" v="4095" actId="1076"/>
          <ac:picMkLst>
            <pc:docMk/>
            <pc:sldMk cId="459683926" sldId="294"/>
            <ac:picMk id="8" creationId="{9AE14368-4327-482C-9E6F-88344B771F4B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20:20.751" v="8789" actId="20577"/>
        <pc:sldMkLst>
          <pc:docMk/>
          <pc:sldMk cId="2937015379" sldId="295"/>
        </pc:sldMkLst>
        <pc:spChg chg="mod">
          <ac:chgData name="Ella Vetter" userId="c6918cf5-f6c0-43cc-8499-a1f635017de9" providerId="ADAL" clId="{03D8DEAE-739D-469B-904C-2522E9DFB65E}" dt="2020-08-18T20:20:20.751" v="8789" actId="20577"/>
          <ac:spMkLst>
            <pc:docMk/>
            <pc:sldMk cId="2937015379" sldId="295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3:58:45.042" v="4671" actId="478"/>
          <ac:picMkLst>
            <pc:docMk/>
            <pc:sldMk cId="2937015379" sldId="295"/>
            <ac:picMk id="5" creationId="{18F13F68-31A4-44C3-A204-1BAF662F94A0}"/>
          </ac:picMkLst>
        </pc:picChg>
        <pc:picChg chg="add del mod">
          <ac:chgData name="Ella Vetter" userId="c6918cf5-f6c0-43cc-8499-a1f635017de9" providerId="ADAL" clId="{03D8DEAE-739D-469B-904C-2522E9DFB65E}" dt="2020-08-18T14:00:35.252" v="4688" actId="478"/>
          <ac:picMkLst>
            <pc:docMk/>
            <pc:sldMk cId="2937015379" sldId="295"/>
            <ac:picMk id="7" creationId="{AB53E41E-8838-4038-91B1-63DDF57E5AAA}"/>
          </ac:picMkLst>
        </pc:picChg>
        <pc:picChg chg="del">
          <ac:chgData name="Ella Vetter" userId="c6918cf5-f6c0-43cc-8499-a1f635017de9" providerId="ADAL" clId="{03D8DEAE-739D-469B-904C-2522E9DFB65E}" dt="2020-08-18T13:40:03.716" v="4224" actId="478"/>
          <ac:picMkLst>
            <pc:docMk/>
            <pc:sldMk cId="2937015379" sldId="295"/>
            <ac:picMk id="8" creationId="{9AE14368-4327-482C-9E6F-88344B771F4B}"/>
          </ac:picMkLst>
        </pc:picChg>
        <pc:picChg chg="add mod">
          <ac:chgData name="Ella Vetter" userId="c6918cf5-f6c0-43cc-8499-a1f635017de9" providerId="ADAL" clId="{03D8DEAE-739D-469B-904C-2522E9DFB65E}" dt="2020-08-18T14:00:40.492" v="4692" actId="1076"/>
          <ac:picMkLst>
            <pc:docMk/>
            <pc:sldMk cId="2937015379" sldId="295"/>
            <ac:picMk id="10" creationId="{C0CDFA4D-9547-46B4-97C7-07DA2A629DD4}"/>
          </ac:picMkLst>
        </pc:picChg>
      </pc:sldChg>
      <pc:sldChg chg="delSp add mod">
        <pc:chgData name="Ella Vetter" userId="c6918cf5-f6c0-43cc-8499-a1f635017de9" providerId="ADAL" clId="{03D8DEAE-739D-469B-904C-2522E9DFB65E}" dt="2020-08-18T14:34:12.433" v="5420" actId="478"/>
        <pc:sldMkLst>
          <pc:docMk/>
          <pc:sldMk cId="4190825100" sldId="296"/>
        </pc:sldMkLst>
        <pc:spChg chg="del">
          <ac:chgData name="Ella Vetter" userId="c6918cf5-f6c0-43cc-8499-a1f635017de9" providerId="ADAL" clId="{03D8DEAE-739D-469B-904C-2522E9DFB65E}" dt="2020-08-18T14:34:12.433" v="5420" actId="478"/>
          <ac:spMkLst>
            <pc:docMk/>
            <pc:sldMk cId="4190825100" sldId="296"/>
            <ac:spMk id="3" creationId="{EEF38455-45AA-47D0-8328-2077E428FA3B}"/>
          </ac:spMkLst>
        </pc:spChg>
      </pc:sldChg>
      <pc:sldChg chg="addSp delSp modSp add mod ord">
        <pc:chgData name="Ella Vetter" userId="c6918cf5-f6c0-43cc-8499-a1f635017de9" providerId="ADAL" clId="{03D8DEAE-739D-469B-904C-2522E9DFB65E}" dt="2020-08-18T14:11:22.502" v="4814" actId="20577"/>
        <pc:sldMkLst>
          <pc:docMk/>
          <pc:sldMk cId="762950747" sldId="297"/>
        </pc:sldMkLst>
        <pc:spChg chg="mod">
          <ac:chgData name="Ella Vetter" userId="c6918cf5-f6c0-43cc-8499-a1f635017de9" providerId="ADAL" clId="{03D8DEAE-739D-469B-904C-2522E9DFB65E}" dt="2020-08-18T13:47:15.163" v="4336" actId="20577"/>
          <ac:spMkLst>
            <pc:docMk/>
            <pc:sldMk cId="762950747" sldId="297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11:22.502" v="4814" actId="20577"/>
          <ac:spMkLst>
            <pc:docMk/>
            <pc:sldMk cId="762950747" sldId="297"/>
            <ac:spMk id="4" creationId="{EB1BD3C0-FF3E-4E6D-9033-B223EF53FA24}"/>
          </ac:spMkLst>
        </pc:spChg>
        <pc:picChg chg="add mod">
          <ac:chgData name="Ella Vetter" userId="c6918cf5-f6c0-43cc-8499-a1f635017de9" providerId="ADAL" clId="{03D8DEAE-739D-469B-904C-2522E9DFB65E}" dt="2020-08-18T13:49:56.736" v="4341" actId="1076"/>
          <ac:picMkLst>
            <pc:docMk/>
            <pc:sldMk cId="762950747" sldId="297"/>
            <ac:picMk id="5" creationId="{22F7D2FB-96DD-4A20-A26C-C3F2E4437829}"/>
          </ac:picMkLst>
        </pc:picChg>
        <pc:picChg chg="del">
          <ac:chgData name="Ella Vetter" userId="c6918cf5-f6c0-43cc-8499-a1f635017de9" providerId="ADAL" clId="{03D8DEAE-739D-469B-904C-2522E9DFB65E}" dt="2020-08-18T13:47:16.861" v="4337" actId="478"/>
          <ac:picMkLst>
            <pc:docMk/>
            <pc:sldMk cId="762950747" sldId="297"/>
            <ac:picMk id="8" creationId="{9AE14368-4327-482C-9E6F-88344B771F4B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14:02:06.951" v="4722" actId="20577"/>
        <pc:sldMkLst>
          <pc:docMk/>
          <pc:sldMk cId="1051219299" sldId="298"/>
        </pc:sldMkLst>
        <pc:spChg chg="mod">
          <ac:chgData name="Ella Vetter" userId="c6918cf5-f6c0-43cc-8499-a1f635017de9" providerId="ADAL" clId="{03D8DEAE-739D-469B-904C-2522E9DFB65E}" dt="2020-08-18T14:01:34.030" v="4697" actId="1076"/>
          <ac:spMkLst>
            <pc:docMk/>
            <pc:sldMk cId="1051219299" sldId="298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02:06.951" v="4722" actId="20577"/>
          <ac:spMkLst>
            <pc:docMk/>
            <pc:sldMk cId="1051219299" sldId="298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3:52:34.878" v="4472" actId="478"/>
          <ac:picMkLst>
            <pc:docMk/>
            <pc:sldMk cId="1051219299" sldId="298"/>
            <ac:picMk id="5" creationId="{18F13F68-31A4-44C3-A204-1BAF662F94A0}"/>
          </ac:picMkLst>
        </pc:picChg>
        <pc:picChg chg="add mod">
          <ac:chgData name="Ella Vetter" userId="c6918cf5-f6c0-43cc-8499-a1f635017de9" providerId="ADAL" clId="{03D8DEAE-739D-469B-904C-2522E9DFB65E}" dt="2020-08-18T14:01:51.220" v="4704" actId="1076"/>
          <ac:picMkLst>
            <pc:docMk/>
            <pc:sldMk cId="1051219299" sldId="298"/>
            <ac:picMk id="6" creationId="{C3D66F7A-74D1-42AF-833B-FDBB476FF694}"/>
          </ac:picMkLst>
        </pc:picChg>
      </pc:sldChg>
      <pc:sldChg chg="delSp modSp add mod">
        <pc:chgData name="Ella Vetter" userId="c6918cf5-f6c0-43cc-8499-a1f635017de9" providerId="ADAL" clId="{03D8DEAE-739D-469B-904C-2522E9DFB65E}" dt="2020-08-18T14:06:03.097" v="4799" actId="1076"/>
        <pc:sldMkLst>
          <pc:docMk/>
          <pc:sldMk cId="1260842860" sldId="299"/>
        </pc:sldMkLst>
        <pc:spChg chg="mod">
          <ac:chgData name="Ella Vetter" userId="c6918cf5-f6c0-43cc-8499-a1f635017de9" providerId="ADAL" clId="{03D8DEAE-739D-469B-904C-2522E9DFB65E}" dt="2020-08-18T14:02:30.514" v="4726" actId="1076"/>
          <ac:spMkLst>
            <pc:docMk/>
            <pc:sldMk cId="1260842860" sldId="299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06:03.097" v="4799" actId="1076"/>
          <ac:spMkLst>
            <pc:docMk/>
            <pc:sldMk cId="1260842860" sldId="299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4:02:29.289" v="4724" actId="478"/>
          <ac:picMkLst>
            <pc:docMk/>
            <pc:sldMk cId="1260842860" sldId="299"/>
            <ac:picMk id="6" creationId="{C3D66F7A-74D1-42AF-833B-FDBB476FF694}"/>
          </ac:picMkLst>
        </pc:picChg>
      </pc:sldChg>
      <pc:sldChg chg="addSp delSp new del mod">
        <pc:chgData name="Ella Vetter" userId="c6918cf5-f6c0-43cc-8499-a1f635017de9" providerId="ADAL" clId="{03D8DEAE-739D-469B-904C-2522E9DFB65E}" dt="2020-08-18T14:12:50.243" v="4880" actId="47"/>
        <pc:sldMkLst>
          <pc:docMk/>
          <pc:sldMk cId="4110648707" sldId="300"/>
        </pc:sldMkLst>
        <pc:spChg chg="del">
          <ac:chgData name="Ella Vetter" userId="c6918cf5-f6c0-43cc-8499-a1f635017de9" providerId="ADAL" clId="{03D8DEAE-739D-469B-904C-2522E9DFB65E}" dt="2020-08-18T14:10:46.017" v="4801" actId="478"/>
          <ac:spMkLst>
            <pc:docMk/>
            <pc:sldMk cId="4110648707" sldId="300"/>
            <ac:spMk id="3" creationId="{3A29EF87-A7F7-49F3-8649-E5CEEA374DA6}"/>
          </ac:spMkLst>
        </pc:spChg>
        <pc:picChg chg="add del">
          <ac:chgData name="Ella Vetter" userId="c6918cf5-f6c0-43cc-8499-a1f635017de9" providerId="ADAL" clId="{03D8DEAE-739D-469B-904C-2522E9DFB65E}" dt="2020-08-18T14:11:03.368" v="4809" actId="21"/>
          <ac:picMkLst>
            <pc:docMk/>
            <pc:sldMk cId="4110648707" sldId="300"/>
            <ac:picMk id="5" creationId="{06E1EC75-37F3-4792-BC34-AF6F50ADF113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14:30:29.765" v="5295" actId="14100"/>
        <pc:sldMkLst>
          <pc:docMk/>
          <pc:sldMk cId="2307844789" sldId="301"/>
        </pc:sldMkLst>
        <pc:spChg chg="mod">
          <ac:chgData name="Ella Vetter" userId="c6918cf5-f6c0-43cc-8499-a1f635017de9" providerId="ADAL" clId="{03D8DEAE-739D-469B-904C-2522E9DFB65E}" dt="2020-08-18T14:30:29.765" v="5295" actId="14100"/>
          <ac:spMkLst>
            <pc:docMk/>
            <pc:sldMk cId="2307844789" sldId="301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30:09.896" v="5289" actId="14100"/>
          <ac:spMkLst>
            <pc:docMk/>
            <pc:sldMk cId="2307844789" sldId="301"/>
            <ac:spMk id="4" creationId="{EB1BD3C0-FF3E-4E6D-9033-B223EF53FA24}"/>
          </ac:spMkLst>
        </pc:spChg>
        <pc:picChg chg="add mod">
          <ac:chgData name="Ella Vetter" userId="c6918cf5-f6c0-43cc-8499-a1f635017de9" providerId="ADAL" clId="{03D8DEAE-739D-469B-904C-2522E9DFB65E}" dt="2020-08-18T14:11:08.309" v="4812" actId="1076"/>
          <ac:picMkLst>
            <pc:docMk/>
            <pc:sldMk cId="2307844789" sldId="301"/>
            <ac:picMk id="3" creationId="{730165D7-2D78-42A7-ADF3-60FF3A41AC03}"/>
          </ac:picMkLst>
        </pc:picChg>
        <pc:picChg chg="del">
          <ac:chgData name="Ella Vetter" userId="c6918cf5-f6c0-43cc-8499-a1f635017de9" providerId="ADAL" clId="{03D8DEAE-739D-469B-904C-2522E9DFB65E}" dt="2020-08-18T14:11:00.907" v="4808" actId="478"/>
          <ac:picMkLst>
            <pc:docMk/>
            <pc:sldMk cId="2307844789" sldId="301"/>
            <ac:picMk id="5" creationId="{22F7D2FB-96DD-4A20-A26C-C3F2E4437829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14:30:25.251" v="5294" actId="14100"/>
        <pc:sldMkLst>
          <pc:docMk/>
          <pc:sldMk cId="3124823203" sldId="302"/>
        </pc:sldMkLst>
        <pc:spChg chg="del">
          <ac:chgData name="Ella Vetter" userId="c6918cf5-f6c0-43cc-8499-a1f635017de9" providerId="ADAL" clId="{03D8DEAE-739D-469B-904C-2522E9DFB65E}" dt="2020-08-18T14:30:15.982" v="5290" actId="478"/>
          <ac:spMkLst>
            <pc:docMk/>
            <pc:sldMk cId="3124823203" sldId="302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30:21.396" v="5293" actId="14100"/>
          <ac:spMkLst>
            <pc:docMk/>
            <pc:sldMk cId="3124823203" sldId="302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0:18.102" v="5292" actId="478"/>
          <ac:spMkLst>
            <pc:docMk/>
            <pc:sldMk cId="3124823203" sldId="302"/>
            <ac:spMk id="8" creationId="{366D18DF-0CB9-4388-9031-9BC2E99B9650}"/>
          </ac:spMkLst>
        </pc:spChg>
        <pc:spChg chg="add mod">
          <ac:chgData name="Ella Vetter" userId="c6918cf5-f6c0-43cc-8499-a1f635017de9" providerId="ADAL" clId="{03D8DEAE-739D-469B-904C-2522E9DFB65E}" dt="2020-08-18T14:30:25.251" v="5294" actId="14100"/>
          <ac:spMkLst>
            <pc:docMk/>
            <pc:sldMk cId="3124823203" sldId="302"/>
            <ac:spMk id="9" creationId="{15F419EE-59D4-4AEC-AC5D-6911E0DE8B82}"/>
          </ac:spMkLst>
        </pc:spChg>
        <pc:picChg chg="del">
          <ac:chgData name="Ella Vetter" userId="c6918cf5-f6c0-43cc-8499-a1f635017de9" providerId="ADAL" clId="{03D8DEAE-739D-469B-904C-2522E9DFB65E}" dt="2020-08-18T14:12:54.604" v="4882" actId="478"/>
          <ac:picMkLst>
            <pc:docMk/>
            <pc:sldMk cId="3124823203" sldId="302"/>
            <ac:picMk id="3" creationId="{730165D7-2D78-42A7-ADF3-60FF3A41AC03}"/>
          </ac:picMkLst>
        </pc:picChg>
        <pc:picChg chg="add mod">
          <ac:chgData name="Ella Vetter" userId="c6918cf5-f6c0-43cc-8499-a1f635017de9" providerId="ADAL" clId="{03D8DEAE-739D-469B-904C-2522E9DFB65E}" dt="2020-08-18T14:15:08.923" v="4969" actId="1076"/>
          <ac:picMkLst>
            <pc:docMk/>
            <pc:sldMk cId="3124823203" sldId="302"/>
            <ac:picMk id="6" creationId="{D746C555-403C-4446-9D53-5D2E54BF683B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1:53.328" v="8652" actId="11"/>
        <pc:sldMkLst>
          <pc:docMk/>
          <pc:sldMk cId="2314639853" sldId="303"/>
        </pc:sldMkLst>
        <pc:spChg chg="del">
          <ac:chgData name="Ella Vetter" userId="c6918cf5-f6c0-43cc-8499-a1f635017de9" providerId="ADAL" clId="{03D8DEAE-739D-469B-904C-2522E9DFB65E}" dt="2020-08-18T14:30:36.918" v="5296" actId="478"/>
          <ac:spMkLst>
            <pc:docMk/>
            <pc:sldMk cId="2314639853" sldId="303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1:53.328" v="8652" actId="11"/>
          <ac:spMkLst>
            <pc:docMk/>
            <pc:sldMk cId="2314639853" sldId="303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0:39.126" v="5298" actId="478"/>
          <ac:spMkLst>
            <pc:docMk/>
            <pc:sldMk cId="2314639853" sldId="303"/>
            <ac:spMk id="8" creationId="{951CF073-C05B-46C8-9A05-760C991F7F2A}"/>
          </ac:spMkLst>
        </pc:spChg>
        <pc:spChg chg="add">
          <ac:chgData name="Ella Vetter" userId="c6918cf5-f6c0-43cc-8499-a1f635017de9" providerId="ADAL" clId="{03D8DEAE-739D-469B-904C-2522E9DFB65E}" dt="2020-08-18T14:30:37.235" v="5297" actId="22"/>
          <ac:spMkLst>
            <pc:docMk/>
            <pc:sldMk cId="2314639853" sldId="303"/>
            <ac:spMk id="10" creationId="{C822AC81-D4A6-475A-97B4-0B1E95B693EE}"/>
          </ac:spMkLst>
        </pc:spChg>
        <pc:picChg chg="add mod">
          <ac:chgData name="Ella Vetter" userId="c6918cf5-f6c0-43cc-8499-a1f635017de9" providerId="ADAL" clId="{03D8DEAE-739D-469B-904C-2522E9DFB65E}" dt="2020-08-18T14:23:07.671" v="5034" actId="14100"/>
          <ac:picMkLst>
            <pc:docMk/>
            <pc:sldMk cId="2314639853" sldId="303"/>
            <ac:picMk id="5" creationId="{91B01B0B-801D-4ED1-83DA-55863D643211}"/>
          </ac:picMkLst>
        </pc:picChg>
        <pc:picChg chg="del">
          <ac:chgData name="Ella Vetter" userId="c6918cf5-f6c0-43cc-8499-a1f635017de9" providerId="ADAL" clId="{03D8DEAE-739D-469B-904C-2522E9DFB65E}" dt="2020-08-18T14:15:22.413" v="4973" actId="478"/>
          <ac:picMkLst>
            <pc:docMk/>
            <pc:sldMk cId="2314639853" sldId="303"/>
            <ac:picMk id="6" creationId="{D746C555-403C-4446-9D53-5D2E54BF683B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1:59.848" v="8653" actId="11"/>
        <pc:sldMkLst>
          <pc:docMk/>
          <pc:sldMk cId="479836661" sldId="304"/>
        </pc:sldMkLst>
        <pc:spChg chg="del">
          <ac:chgData name="Ella Vetter" userId="c6918cf5-f6c0-43cc-8499-a1f635017de9" providerId="ADAL" clId="{03D8DEAE-739D-469B-904C-2522E9DFB65E}" dt="2020-08-18T14:30:46.059" v="5300" actId="478"/>
          <ac:spMkLst>
            <pc:docMk/>
            <pc:sldMk cId="479836661" sldId="304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1:59.848" v="8653" actId="11"/>
          <ac:spMkLst>
            <pc:docMk/>
            <pc:sldMk cId="479836661" sldId="304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0:49.953" v="5302" actId="478"/>
          <ac:spMkLst>
            <pc:docMk/>
            <pc:sldMk cId="479836661" sldId="304"/>
            <ac:spMk id="11" creationId="{EB4100AE-35D4-4979-9CC0-337D916A4DD4}"/>
          </ac:spMkLst>
        </pc:spChg>
        <pc:spChg chg="add mod">
          <ac:chgData name="Ella Vetter" userId="c6918cf5-f6c0-43cc-8499-a1f635017de9" providerId="ADAL" clId="{03D8DEAE-739D-469B-904C-2522E9DFB65E}" dt="2020-08-18T14:30:52.106" v="5303" actId="14100"/>
          <ac:spMkLst>
            <pc:docMk/>
            <pc:sldMk cId="479836661" sldId="304"/>
            <ac:spMk id="13" creationId="{9BD8847A-8F96-4556-A3A8-DBA070EDD55A}"/>
          </ac:spMkLst>
        </pc:spChg>
        <pc:grpChg chg="add mod">
          <ac:chgData name="Ella Vetter" userId="c6918cf5-f6c0-43cc-8499-a1f635017de9" providerId="ADAL" clId="{03D8DEAE-739D-469B-904C-2522E9DFB65E}" dt="2020-08-18T14:39:00.339" v="5667" actId="1076"/>
          <ac:grpSpMkLst>
            <pc:docMk/>
            <pc:sldMk cId="479836661" sldId="304"/>
            <ac:grpSpMk id="9" creationId="{46EEBFB4-F061-4EB9-92D8-1A4DC4055E7F}"/>
          </ac:grpSpMkLst>
        </pc:grpChg>
        <pc:picChg chg="del">
          <ac:chgData name="Ella Vetter" userId="c6918cf5-f6c0-43cc-8499-a1f635017de9" providerId="ADAL" clId="{03D8DEAE-739D-469B-904C-2522E9DFB65E}" dt="2020-08-18T14:24:54.410" v="5104" actId="478"/>
          <ac:picMkLst>
            <pc:docMk/>
            <pc:sldMk cId="479836661" sldId="304"/>
            <ac:picMk id="5" creationId="{91B01B0B-801D-4ED1-83DA-55863D643211}"/>
          </ac:picMkLst>
        </pc:picChg>
        <pc:picChg chg="add mod modCrop">
          <ac:chgData name="Ella Vetter" userId="c6918cf5-f6c0-43cc-8499-a1f635017de9" providerId="ADAL" clId="{03D8DEAE-739D-469B-904C-2522E9DFB65E}" dt="2020-08-18T14:25:50.993" v="5117" actId="164"/>
          <ac:picMkLst>
            <pc:docMk/>
            <pc:sldMk cId="479836661" sldId="304"/>
            <ac:picMk id="6" creationId="{EB155448-AC48-4E62-8DBD-C02F41B61F43}"/>
          </ac:picMkLst>
        </pc:picChg>
        <pc:picChg chg="add mod modCrop">
          <ac:chgData name="Ella Vetter" userId="c6918cf5-f6c0-43cc-8499-a1f635017de9" providerId="ADAL" clId="{03D8DEAE-739D-469B-904C-2522E9DFB65E}" dt="2020-08-18T14:25:50.993" v="5117" actId="164"/>
          <ac:picMkLst>
            <pc:docMk/>
            <pc:sldMk cId="479836661" sldId="304"/>
            <ac:picMk id="8" creationId="{27ACF8F8-C63B-43F6-B183-788B3775F69A}"/>
          </ac:picMkLst>
        </pc:picChg>
      </pc:sldChg>
      <pc:sldChg chg="addSp delSp modSp add mod addCm modCm">
        <pc:chgData name="Ella Vetter" userId="c6918cf5-f6c0-43cc-8499-a1f635017de9" providerId="ADAL" clId="{03D8DEAE-739D-469B-904C-2522E9DFB65E}" dt="2020-08-18T20:02:08.287" v="8654" actId="11"/>
        <pc:sldMkLst>
          <pc:docMk/>
          <pc:sldMk cId="3678233466" sldId="305"/>
        </pc:sldMkLst>
        <pc:spChg chg="del">
          <ac:chgData name="Ella Vetter" userId="c6918cf5-f6c0-43cc-8499-a1f635017de9" providerId="ADAL" clId="{03D8DEAE-739D-469B-904C-2522E9DFB65E}" dt="2020-08-18T14:31:06.996" v="5307" actId="478"/>
          <ac:spMkLst>
            <pc:docMk/>
            <pc:sldMk cId="3678233466" sldId="305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2:08.287" v="8654" actId="11"/>
          <ac:spMkLst>
            <pc:docMk/>
            <pc:sldMk cId="3678233466" sldId="305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1:09.025" v="5309" actId="478"/>
          <ac:spMkLst>
            <pc:docMk/>
            <pc:sldMk cId="3678233466" sldId="305"/>
            <ac:spMk id="5" creationId="{D5579207-FAD2-495F-9F0C-99C6159CDF1C}"/>
          </ac:spMkLst>
        </pc:spChg>
        <pc:spChg chg="add mod">
          <ac:chgData name="Ella Vetter" userId="c6918cf5-f6c0-43cc-8499-a1f635017de9" providerId="ADAL" clId="{03D8DEAE-739D-469B-904C-2522E9DFB65E}" dt="2020-08-18T14:36:30.743" v="5429" actId="14100"/>
          <ac:spMkLst>
            <pc:docMk/>
            <pc:sldMk cId="3678233466" sldId="305"/>
            <ac:spMk id="7" creationId="{733E857A-7829-4616-9B6C-3539713A6D57}"/>
          </ac:spMkLst>
        </pc:spChg>
        <pc:grpChg chg="del">
          <ac:chgData name="Ella Vetter" userId="c6918cf5-f6c0-43cc-8499-a1f635017de9" providerId="ADAL" clId="{03D8DEAE-739D-469B-904C-2522E9DFB65E}" dt="2020-08-18T14:27:39.098" v="5156" actId="478"/>
          <ac:grpSpMkLst>
            <pc:docMk/>
            <pc:sldMk cId="3678233466" sldId="305"/>
            <ac:grpSpMk id="9" creationId="{46EEBFB4-F061-4EB9-92D8-1A4DC4055E7F}"/>
          </ac:grpSpMkLst>
        </pc:grpChg>
        <pc:picChg chg="add del">
          <ac:chgData name="Ella Vetter" userId="c6918cf5-f6c0-43cc-8499-a1f635017de9" providerId="ADAL" clId="{03D8DEAE-739D-469B-904C-2522E9DFB65E}" dt="2020-08-18T14:36:20.659" v="5423" actId="478"/>
          <ac:picMkLst>
            <pc:docMk/>
            <pc:sldMk cId="3678233466" sldId="305"/>
            <ac:picMk id="12" creationId="{ED852CA5-12EF-48E5-98D4-F4E216D9D53B}"/>
          </ac:picMkLst>
        </pc:picChg>
        <pc:picChg chg="add mod">
          <ac:chgData name="Ella Vetter" userId="c6918cf5-f6c0-43cc-8499-a1f635017de9" providerId="ADAL" clId="{03D8DEAE-739D-469B-904C-2522E9DFB65E}" dt="2020-08-18T14:39:07.405" v="5673" actId="1076"/>
          <ac:picMkLst>
            <pc:docMk/>
            <pc:sldMk cId="3678233466" sldId="305"/>
            <ac:picMk id="14" creationId="{0C1F5A63-B4E4-487A-ADAE-F4F2CFFA1A2A}"/>
          </ac:picMkLst>
        </pc:picChg>
      </pc:sldChg>
      <pc:sldChg chg="new del">
        <pc:chgData name="Ella Vetter" userId="c6918cf5-f6c0-43cc-8499-a1f635017de9" providerId="ADAL" clId="{03D8DEAE-739D-469B-904C-2522E9DFB65E}" dt="2020-08-18T14:32:31.720" v="5379" actId="47"/>
        <pc:sldMkLst>
          <pc:docMk/>
          <pc:sldMk cId="2068146712" sldId="306"/>
        </pc:sldMkLst>
      </pc:sldChg>
      <pc:sldChg chg="addSp delSp modSp add mod ord">
        <pc:chgData name="Ella Vetter" userId="c6918cf5-f6c0-43cc-8499-a1f635017de9" providerId="ADAL" clId="{03D8DEAE-739D-469B-904C-2522E9DFB65E}" dt="2020-08-18T20:19:44.810" v="8785" actId="20577"/>
        <pc:sldMkLst>
          <pc:docMk/>
          <pc:sldMk cId="3024852514" sldId="306"/>
        </pc:sldMkLst>
        <pc:spChg chg="mod">
          <ac:chgData name="Ella Vetter" userId="c6918cf5-f6c0-43cc-8499-a1f635017de9" providerId="ADAL" clId="{03D8DEAE-739D-469B-904C-2522E9DFB65E}" dt="2020-08-18T20:18:56.527" v="8783" actId="13926"/>
          <ac:spMkLst>
            <pc:docMk/>
            <pc:sldMk cId="3024852514" sldId="306"/>
            <ac:spMk id="2" creationId="{67990642-98C9-4E05-8DEA-8CB111834A2B}"/>
          </ac:spMkLst>
        </pc:spChg>
        <pc:spChg chg="del mod">
          <ac:chgData name="Ella Vetter" userId="c6918cf5-f6c0-43cc-8499-a1f635017de9" providerId="ADAL" clId="{03D8DEAE-739D-469B-904C-2522E9DFB65E}" dt="2020-08-18T20:15:18.943" v="8703" actId="22"/>
          <ac:spMkLst>
            <pc:docMk/>
            <pc:sldMk cId="3024852514" sldId="306"/>
            <ac:spMk id="4" creationId="{EB1BD3C0-FF3E-4E6D-9033-B223EF53FA24}"/>
          </ac:spMkLst>
        </pc:spChg>
        <pc:spChg chg="add mod">
          <ac:chgData name="Ella Vetter" userId="c6918cf5-f6c0-43cc-8499-a1f635017de9" providerId="ADAL" clId="{03D8DEAE-739D-469B-904C-2522E9DFB65E}" dt="2020-08-18T20:19:44.810" v="8785" actId="20577"/>
          <ac:spMkLst>
            <pc:docMk/>
            <pc:sldMk cId="3024852514" sldId="306"/>
            <ac:spMk id="7" creationId="{12D004DF-5DD8-41D5-86AA-AACBE4E3EAC1}"/>
          </ac:spMkLst>
        </pc:spChg>
        <pc:picChg chg="add mod ord">
          <ac:chgData name="Ella Vetter" userId="c6918cf5-f6c0-43cc-8499-a1f635017de9" providerId="ADAL" clId="{03D8DEAE-739D-469B-904C-2522E9DFB65E}" dt="2020-08-18T20:19:42.336" v="8784" actId="1076"/>
          <ac:picMkLst>
            <pc:docMk/>
            <pc:sldMk cId="3024852514" sldId="306"/>
            <ac:picMk id="5" creationId="{864BC9CB-F1A3-425B-B847-299A03CE5075}"/>
          </ac:picMkLst>
        </pc:picChg>
        <pc:picChg chg="del">
          <ac:chgData name="Ella Vetter" userId="c6918cf5-f6c0-43cc-8499-a1f635017de9" providerId="ADAL" clId="{03D8DEAE-739D-469B-904C-2522E9DFB65E}" dt="2020-08-18T14:33:17.228" v="5398" actId="478"/>
          <ac:picMkLst>
            <pc:docMk/>
            <pc:sldMk cId="3024852514" sldId="306"/>
            <ac:picMk id="8" creationId="{9AE14368-4327-482C-9E6F-88344B771F4B}"/>
          </ac:picMkLst>
        </pc:picChg>
      </pc:sldChg>
      <pc:sldChg chg="delSp modSp add mod ord">
        <pc:chgData name="Ella Vetter" userId="c6918cf5-f6c0-43cc-8499-a1f635017de9" providerId="ADAL" clId="{03D8DEAE-739D-469B-904C-2522E9DFB65E}" dt="2020-08-19T20:46:30.241" v="9022" actId="1036"/>
        <pc:sldMkLst>
          <pc:docMk/>
          <pc:sldMk cId="863958273" sldId="307"/>
        </pc:sldMkLst>
        <pc:spChg chg="mod">
          <ac:chgData name="Ella Vetter" userId="c6918cf5-f6c0-43cc-8499-a1f635017de9" providerId="ADAL" clId="{03D8DEAE-739D-469B-904C-2522E9DFB65E}" dt="2020-08-19T20:46:30.241" v="9022" actId="1036"/>
          <ac:spMkLst>
            <pc:docMk/>
            <pc:sldMk cId="863958273" sldId="307"/>
            <ac:spMk id="4" creationId="{EB1BD3C0-FF3E-4E6D-9033-B223EF53FA24}"/>
          </ac:spMkLst>
        </pc:spChg>
        <pc:spChg chg="mod">
          <ac:chgData name="Ella Vetter" userId="c6918cf5-f6c0-43cc-8499-a1f635017de9" providerId="ADAL" clId="{03D8DEAE-739D-469B-904C-2522E9DFB65E}" dt="2020-08-18T14:49:12.070" v="5891" actId="14100"/>
          <ac:spMkLst>
            <pc:docMk/>
            <pc:sldMk cId="863958273" sldId="307"/>
            <ac:spMk id="7" creationId="{733E857A-7829-4616-9B6C-3539713A6D57}"/>
          </ac:spMkLst>
        </pc:spChg>
        <pc:picChg chg="del">
          <ac:chgData name="Ella Vetter" userId="c6918cf5-f6c0-43cc-8499-a1f635017de9" providerId="ADAL" clId="{03D8DEAE-739D-469B-904C-2522E9DFB65E}" dt="2020-08-18T14:38:16.428" v="5636" actId="478"/>
          <ac:picMkLst>
            <pc:docMk/>
            <pc:sldMk cId="863958273" sldId="307"/>
            <ac:picMk id="14" creationId="{0C1F5A63-B4E4-487A-ADAE-F4F2CFFA1A2A}"/>
          </ac:picMkLst>
        </pc:picChg>
      </pc:sldChg>
      <pc:sldChg chg="modSp add del mod">
        <pc:chgData name="Ella Vetter" userId="c6918cf5-f6c0-43cc-8499-a1f635017de9" providerId="ADAL" clId="{03D8DEAE-739D-469B-904C-2522E9DFB65E}" dt="2020-08-18T14:49:26.840" v="5910" actId="47"/>
        <pc:sldMkLst>
          <pc:docMk/>
          <pc:sldMk cId="3414845168" sldId="308"/>
        </pc:sldMkLst>
        <pc:spChg chg="mod">
          <ac:chgData name="Ella Vetter" userId="c6918cf5-f6c0-43cc-8499-a1f635017de9" providerId="ADAL" clId="{03D8DEAE-739D-469B-904C-2522E9DFB65E}" dt="2020-08-18T14:49:08.062" v="5890" actId="20577"/>
          <ac:spMkLst>
            <pc:docMk/>
            <pc:sldMk cId="3414845168" sldId="308"/>
            <ac:spMk id="4" creationId="{EB1BD3C0-FF3E-4E6D-9033-B223EF53FA24}"/>
          </ac:spMkLst>
        </pc:spChg>
      </pc:sldChg>
      <pc:sldChg chg="modSp add mod">
        <pc:chgData name="Ella Vetter" userId="c6918cf5-f6c0-43cc-8499-a1f635017de9" providerId="ADAL" clId="{03D8DEAE-739D-469B-904C-2522E9DFB65E}" dt="2020-08-18T14:59:44.495" v="6111" actId="20577"/>
        <pc:sldMkLst>
          <pc:docMk/>
          <pc:sldMk cId="967811762" sldId="309"/>
        </pc:sldMkLst>
        <pc:spChg chg="mod">
          <ac:chgData name="Ella Vetter" userId="c6918cf5-f6c0-43cc-8499-a1f635017de9" providerId="ADAL" clId="{03D8DEAE-739D-469B-904C-2522E9DFB65E}" dt="2020-08-18T14:59:44.495" v="6111" actId="20577"/>
          <ac:spMkLst>
            <pc:docMk/>
            <pc:sldMk cId="967811762" sldId="309"/>
            <ac:spMk id="4" creationId="{EB1BD3C0-FF3E-4E6D-9033-B223EF53FA24}"/>
          </ac:spMkLst>
        </pc:spChg>
      </pc:sldChg>
      <pc:sldChg chg="addSp delSp modSp add mod setBg setClrOvrMap">
        <pc:chgData name="Ella Vetter" userId="c6918cf5-f6c0-43cc-8499-a1f635017de9" providerId="ADAL" clId="{03D8DEAE-739D-469B-904C-2522E9DFB65E}" dt="2020-08-18T14:58:10.675" v="6026" actId="20577"/>
        <pc:sldMkLst>
          <pc:docMk/>
          <pc:sldMk cId="2087496391" sldId="310"/>
        </pc:sldMkLst>
        <pc:spChg chg="mod ord">
          <ac:chgData name="Ella Vetter" userId="c6918cf5-f6c0-43cc-8499-a1f635017de9" providerId="ADAL" clId="{03D8DEAE-739D-469B-904C-2522E9DFB65E}" dt="2020-08-18T14:58:10.675" v="6026" actId="20577"/>
          <ac:spMkLst>
            <pc:docMk/>
            <pc:sldMk cId="2087496391" sldId="310"/>
            <ac:spMk id="4" creationId="{EB1BD3C0-FF3E-4E6D-9033-B223EF53FA24}"/>
          </ac:spMkLst>
        </pc:spChg>
        <pc:spChg chg="mod">
          <ac:chgData name="Ella Vetter" userId="c6918cf5-f6c0-43cc-8499-a1f635017de9" providerId="ADAL" clId="{03D8DEAE-739D-469B-904C-2522E9DFB65E}" dt="2020-08-18T14:55:02.916" v="5980" actId="26606"/>
          <ac:spMkLst>
            <pc:docMk/>
            <pc:sldMk cId="2087496391" sldId="310"/>
            <ac:spMk id="7" creationId="{733E857A-7829-4616-9B6C-3539713A6D57}"/>
          </ac:spMkLst>
        </pc:spChg>
        <pc:spChg chg="add del">
          <ac:chgData name="Ella Vetter" userId="c6918cf5-f6c0-43cc-8499-a1f635017de9" providerId="ADAL" clId="{03D8DEAE-739D-469B-904C-2522E9DFB65E}" dt="2020-08-18T14:55:02.916" v="5980" actId="26606"/>
          <ac:spMkLst>
            <pc:docMk/>
            <pc:sldMk cId="2087496391" sldId="310"/>
            <ac:spMk id="12" creationId="{A3BAF07C-C39E-42EB-BB22-8D46691D9735}"/>
          </ac:spMkLst>
        </pc:spChg>
        <pc:spChg chg="add del">
          <ac:chgData name="Ella Vetter" userId="c6918cf5-f6c0-43cc-8499-a1f635017de9" providerId="ADAL" clId="{03D8DEAE-739D-469B-904C-2522E9DFB65E}" dt="2020-08-18T14:55:02.916" v="5980" actId="26606"/>
          <ac:spMkLst>
            <pc:docMk/>
            <pc:sldMk cId="2087496391" sldId="310"/>
            <ac:spMk id="35" creationId="{44C110BA-81E8-4247-853A-5F2B93E92E46}"/>
          </ac:spMkLst>
        </pc:spChg>
        <pc:grpChg chg="add del">
          <ac:chgData name="Ella Vetter" userId="c6918cf5-f6c0-43cc-8499-a1f635017de9" providerId="ADAL" clId="{03D8DEAE-739D-469B-904C-2522E9DFB65E}" dt="2020-08-18T14:55:02.916" v="5980" actId="26606"/>
          <ac:grpSpMkLst>
            <pc:docMk/>
            <pc:sldMk cId="2087496391" sldId="310"/>
            <ac:grpSpMk id="14" creationId="{D8E9CF54-0466-4261-9E62-0249E60E1886}"/>
          </ac:grpSpMkLst>
        </pc:grpChg>
        <pc:picChg chg="add mod">
          <ac:chgData name="Ella Vetter" userId="c6918cf5-f6c0-43cc-8499-a1f635017de9" providerId="ADAL" clId="{03D8DEAE-739D-469B-904C-2522E9DFB65E}" dt="2020-08-18T14:55:31.262" v="5983" actId="1076"/>
          <ac:picMkLst>
            <pc:docMk/>
            <pc:sldMk cId="2087496391" sldId="310"/>
            <ac:picMk id="3" creationId="{654791F9-0F9D-43BE-9F31-06C8AF764A4C}"/>
          </ac:picMkLst>
        </pc:picChg>
      </pc:sldChg>
      <pc:sldChg chg="delSp modSp add mod">
        <pc:chgData name="Ella Vetter" userId="c6918cf5-f6c0-43cc-8499-a1f635017de9" providerId="ADAL" clId="{03D8DEAE-739D-469B-904C-2522E9DFB65E}" dt="2020-08-18T20:02:17.388" v="8655" actId="11"/>
        <pc:sldMkLst>
          <pc:docMk/>
          <pc:sldMk cId="2405233228" sldId="311"/>
        </pc:sldMkLst>
        <pc:spChg chg="mod">
          <ac:chgData name="Ella Vetter" userId="c6918cf5-f6c0-43cc-8499-a1f635017de9" providerId="ADAL" clId="{03D8DEAE-739D-469B-904C-2522E9DFB65E}" dt="2020-08-18T20:02:17.388" v="8655" actId="11"/>
          <ac:spMkLst>
            <pc:docMk/>
            <pc:sldMk cId="2405233228" sldId="311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4:56:43.066" v="5985" actId="478"/>
          <ac:picMkLst>
            <pc:docMk/>
            <pc:sldMk cId="2405233228" sldId="311"/>
            <ac:picMk id="14" creationId="{0C1F5A63-B4E4-487A-ADAE-F4F2CFFA1A2A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20:02:36.531" v="8656" actId="11"/>
        <pc:sldMkLst>
          <pc:docMk/>
          <pc:sldMk cId="417122223" sldId="312"/>
        </pc:sldMkLst>
        <pc:spChg chg="mod">
          <ac:chgData name="Ella Vetter" userId="c6918cf5-f6c0-43cc-8499-a1f635017de9" providerId="ADAL" clId="{03D8DEAE-739D-469B-904C-2522E9DFB65E}" dt="2020-08-18T15:05:56.624" v="6285" actId="20577"/>
          <ac:spMkLst>
            <pc:docMk/>
            <pc:sldMk cId="417122223" sldId="312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2:36.531" v="8656" actId="11"/>
          <ac:spMkLst>
            <pc:docMk/>
            <pc:sldMk cId="417122223" sldId="312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5:05:58.349" v="6286" actId="478"/>
          <ac:picMkLst>
            <pc:docMk/>
            <pc:sldMk cId="417122223" sldId="312"/>
            <ac:picMk id="3" creationId="{730165D7-2D78-42A7-ADF3-60FF3A41AC03}"/>
          </ac:picMkLst>
        </pc:picChg>
        <pc:picChg chg="add mod">
          <ac:chgData name="Ella Vetter" userId="c6918cf5-f6c0-43cc-8499-a1f635017de9" providerId="ADAL" clId="{03D8DEAE-739D-469B-904C-2522E9DFB65E}" dt="2020-08-18T15:09:34.584" v="6420" actId="1076"/>
          <ac:picMkLst>
            <pc:docMk/>
            <pc:sldMk cId="417122223" sldId="312"/>
            <ac:picMk id="6" creationId="{528B8F39-9A90-4725-9E4F-D5EC0F2BD06C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2:51.816" v="8657" actId="11"/>
        <pc:sldMkLst>
          <pc:docMk/>
          <pc:sldMk cId="7312146" sldId="313"/>
        </pc:sldMkLst>
        <pc:spChg chg="mod">
          <ac:chgData name="Ella Vetter" userId="c6918cf5-f6c0-43cc-8499-a1f635017de9" providerId="ADAL" clId="{03D8DEAE-739D-469B-904C-2522E9DFB65E}" dt="2020-08-18T20:02:51.816" v="8657" actId="11"/>
          <ac:spMkLst>
            <pc:docMk/>
            <pc:sldMk cId="7312146" sldId="313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5:13:04.019" v="6564" actId="478"/>
          <ac:picMkLst>
            <pc:docMk/>
            <pc:sldMk cId="7312146" sldId="313"/>
            <ac:picMk id="5" creationId="{5AEFE114-24D3-438A-881B-102BD14B3CF3}"/>
          </ac:picMkLst>
        </pc:picChg>
        <pc:picChg chg="del">
          <ac:chgData name="Ella Vetter" userId="c6918cf5-f6c0-43cc-8499-a1f635017de9" providerId="ADAL" clId="{03D8DEAE-739D-469B-904C-2522E9DFB65E}" dt="2020-08-18T15:09:40.662" v="6422" actId="478"/>
          <ac:picMkLst>
            <pc:docMk/>
            <pc:sldMk cId="7312146" sldId="313"/>
            <ac:picMk id="6" creationId="{528B8F39-9A90-4725-9E4F-D5EC0F2BD06C}"/>
          </ac:picMkLst>
        </pc:picChg>
        <pc:picChg chg="add del mod">
          <ac:chgData name="Ella Vetter" userId="c6918cf5-f6c0-43cc-8499-a1f635017de9" providerId="ADAL" clId="{03D8DEAE-739D-469B-904C-2522E9DFB65E}" dt="2020-08-18T15:18:41.523" v="6585" actId="478"/>
          <ac:picMkLst>
            <pc:docMk/>
            <pc:sldMk cId="7312146" sldId="313"/>
            <ac:picMk id="8" creationId="{52BEA557-77C1-458B-88B3-5683DBCD5E12}"/>
          </ac:picMkLst>
        </pc:picChg>
        <pc:picChg chg="add mod">
          <ac:chgData name="Ella Vetter" userId="c6918cf5-f6c0-43cc-8499-a1f635017de9" providerId="ADAL" clId="{03D8DEAE-739D-469B-904C-2522E9DFB65E}" dt="2020-08-18T15:18:58.097" v="6589" actId="1076"/>
          <ac:picMkLst>
            <pc:docMk/>
            <pc:sldMk cId="7312146" sldId="313"/>
            <ac:picMk id="10" creationId="{151E41D6-7933-4840-A5B7-E3236DDBE34C}"/>
          </ac:picMkLst>
        </pc:picChg>
      </pc:sldChg>
      <pc:sldChg chg="addSp delSp modSp add del mod">
        <pc:chgData name="Ella Vetter" userId="c6918cf5-f6c0-43cc-8499-a1f635017de9" providerId="ADAL" clId="{03D8DEAE-739D-469B-904C-2522E9DFB65E}" dt="2020-08-18T15:25:50.918" v="6760" actId="47"/>
        <pc:sldMkLst>
          <pc:docMk/>
          <pc:sldMk cId="1335106964" sldId="314"/>
        </pc:sldMkLst>
        <pc:spChg chg="mod">
          <ac:chgData name="Ella Vetter" userId="c6918cf5-f6c0-43cc-8499-a1f635017de9" providerId="ADAL" clId="{03D8DEAE-739D-469B-904C-2522E9DFB65E}" dt="2020-08-18T15:19:31.689" v="6607" actId="20577"/>
          <ac:spMkLst>
            <pc:docMk/>
            <pc:sldMk cId="1335106964" sldId="314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5:25:41.296" v="6759" actId="478"/>
          <ac:picMkLst>
            <pc:docMk/>
            <pc:sldMk cId="1335106964" sldId="314"/>
            <ac:picMk id="5" creationId="{B6C628A1-C829-4669-82D2-6988AFDB2D93}"/>
          </ac:picMkLst>
        </pc:picChg>
        <pc:picChg chg="mod">
          <ac:chgData name="Ella Vetter" userId="c6918cf5-f6c0-43cc-8499-a1f635017de9" providerId="ADAL" clId="{03D8DEAE-739D-469B-904C-2522E9DFB65E}" dt="2020-08-18T15:25:40.781" v="6758" actId="1076"/>
          <ac:picMkLst>
            <pc:docMk/>
            <pc:sldMk cId="1335106964" sldId="314"/>
            <ac:picMk id="8" creationId="{52BEA557-77C1-458B-88B3-5683DBCD5E12}"/>
          </ac:picMkLst>
        </pc:picChg>
      </pc:sldChg>
      <pc:sldChg chg="modSp add mod addCm delCm modCm">
        <pc:chgData name="Ella Vetter" userId="c6918cf5-f6c0-43cc-8499-a1f635017de9" providerId="ADAL" clId="{03D8DEAE-739D-469B-904C-2522E9DFB65E}" dt="2020-08-19T20:37:06.056" v="8906" actId="20577"/>
        <pc:sldMkLst>
          <pc:docMk/>
          <pc:sldMk cId="18722152" sldId="315"/>
        </pc:sldMkLst>
        <pc:spChg chg="mod">
          <ac:chgData name="Ella Vetter" userId="c6918cf5-f6c0-43cc-8499-a1f635017de9" providerId="ADAL" clId="{03D8DEAE-739D-469B-904C-2522E9DFB65E}" dt="2020-08-19T20:31:58.682" v="8814" actId="1035"/>
          <ac:spMkLst>
            <pc:docMk/>
            <pc:sldMk cId="18722152" sldId="315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9T20:37:06.056" v="8906" actId="20577"/>
          <ac:spMkLst>
            <pc:docMk/>
            <pc:sldMk cId="18722152" sldId="315"/>
            <ac:spMk id="4" creationId="{EB1BD3C0-FF3E-4E6D-9033-B223EF53FA24}"/>
          </ac:spMkLst>
        </pc:spChg>
        <pc:picChg chg="mod">
          <ac:chgData name="Ella Vetter" userId="c6918cf5-f6c0-43cc-8499-a1f635017de9" providerId="ADAL" clId="{03D8DEAE-739D-469B-904C-2522E9DFB65E}" dt="2020-08-19T20:31:58.682" v="8814" actId="1035"/>
          <ac:picMkLst>
            <pc:docMk/>
            <pc:sldMk cId="18722152" sldId="315"/>
            <ac:picMk id="5" creationId="{B6C628A1-C829-4669-82D2-6988AFDB2D93}"/>
          </ac:picMkLst>
        </pc:picChg>
        <pc:picChg chg="mod">
          <ac:chgData name="Ella Vetter" userId="c6918cf5-f6c0-43cc-8499-a1f635017de9" providerId="ADAL" clId="{03D8DEAE-739D-469B-904C-2522E9DFB65E}" dt="2020-08-19T20:31:58.682" v="8814" actId="1035"/>
          <ac:picMkLst>
            <pc:docMk/>
            <pc:sldMk cId="18722152" sldId="315"/>
            <ac:picMk id="8" creationId="{52BEA557-77C1-458B-88B3-5683DBCD5E12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20:03:33.799" v="8660" actId="11"/>
        <pc:sldMkLst>
          <pc:docMk/>
          <pc:sldMk cId="3475848830" sldId="316"/>
        </pc:sldMkLst>
        <pc:spChg chg="add del mod">
          <ac:chgData name="Ella Vetter" userId="c6918cf5-f6c0-43cc-8499-a1f635017de9" providerId="ADAL" clId="{03D8DEAE-739D-469B-904C-2522E9DFB65E}" dt="2020-08-18T15:40:14.043" v="6940" actId="478"/>
          <ac:spMkLst>
            <pc:docMk/>
            <pc:sldMk cId="3475848830" sldId="316"/>
            <ac:spMk id="3" creationId="{9FC304E6-BCD5-44B4-BCF6-9F75DDFD8462}"/>
          </ac:spMkLst>
        </pc:spChg>
        <pc:spChg chg="del mod">
          <ac:chgData name="Ella Vetter" userId="c6918cf5-f6c0-43cc-8499-a1f635017de9" providerId="ADAL" clId="{03D8DEAE-739D-469B-904C-2522E9DFB65E}" dt="2020-08-18T15:40:12.313" v="6939" actId="478"/>
          <ac:spMkLst>
            <pc:docMk/>
            <pc:sldMk cId="3475848830" sldId="316"/>
            <ac:spMk id="4" creationId="{EB1BD3C0-FF3E-4E6D-9033-B223EF53FA24}"/>
          </ac:spMkLst>
        </pc:spChg>
        <pc:spChg chg="add mod">
          <ac:chgData name="Ella Vetter" userId="c6918cf5-f6c0-43cc-8499-a1f635017de9" providerId="ADAL" clId="{03D8DEAE-739D-469B-904C-2522E9DFB65E}" dt="2020-08-18T20:03:33.799" v="8660" actId="11"/>
          <ac:spMkLst>
            <pc:docMk/>
            <pc:sldMk cId="3475848830" sldId="316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8T15:43:28.715" v="7055" actId="20577"/>
          <ac:spMkLst>
            <pc:docMk/>
            <pc:sldMk cId="3475848830" sldId="316"/>
            <ac:spMk id="7" creationId="{733E857A-7829-4616-9B6C-3539713A6D57}"/>
          </ac:spMkLst>
        </pc:spChg>
        <pc:picChg chg="add mod">
          <ac:chgData name="Ella Vetter" userId="c6918cf5-f6c0-43cc-8499-a1f635017de9" providerId="ADAL" clId="{03D8DEAE-739D-469B-904C-2522E9DFB65E}" dt="2020-08-18T15:42:51.441" v="6959" actId="14100"/>
          <ac:picMkLst>
            <pc:docMk/>
            <pc:sldMk cId="3475848830" sldId="316"/>
            <ac:picMk id="8" creationId="{A27B549F-3486-446F-8B1C-8A85CBDE71A4}"/>
          </ac:picMkLst>
        </pc:picChg>
      </pc:sldChg>
      <pc:sldChg chg="delSp modSp add mod ord">
        <pc:chgData name="Ella Vetter" userId="c6918cf5-f6c0-43cc-8499-a1f635017de9" providerId="ADAL" clId="{03D8DEAE-739D-469B-904C-2522E9DFB65E}" dt="2020-08-18T15:57:05.916" v="7531" actId="478"/>
        <pc:sldMkLst>
          <pc:docMk/>
          <pc:sldMk cId="4013056772" sldId="317"/>
        </pc:sldMkLst>
        <pc:spChg chg="mod">
          <ac:chgData name="Ella Vetter" userId="c6918cf5-f6c0-43cc-8499-a1f635017de9" providerId="ADAL" clId="{03D8DEAE-739D-469B-904C-2522E9DFB65E}" dt="2020-08-18T15:38:56.645" v="6861" actId="20577"/>
          <ac:spMkLst>
            <pc:docMk/>
            <pc:sldMk cId="4013056772" sldId="317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5:57:05.916" v="7531" actId="478"/>
          <ac:spMkLst>
            <pc:docMk/>
            <pc:sldMk cId="4013056772" sldId="317"/>
            <ac:spMk id="3" creationId="{EEF38455-45AA-47D0-8328-2077E428FA3B}"/>
          </ac:spMkLst>
        </pc:spChg>
      </pc:sldChg>
      <pc:sldChg chg="addSp delSp modSp add mod addCm delCm modCm">
        <pc:chgData name="Ella Vetter" userId="c6918cf5-f6c0-43cc-8499-a1f635017de9" providerId="ADAL" clId="{03D8DEAE-739D-469B-904C-2522E9DFB65E}" dt="2020-08-19T20:37:11.163" v="8907" actId="20577"/>
        <pc:sldMkLst>
          <pc:docMk/>
          <pc:sldMk cId="292048381" sldId="318"/>
        </pc:sldMkLst>
        <pc:spChg chg="mod">
          <ac:chgData name="Ella Vetter" userId="c6918cf5-f6c0-43cc-8499-a1f635017de9" providerId="ADAL" clId="{03D8DEAE-739D-469B-904C-2522E9DFB65E}" dt="2020-08-19T20:37:11.163" v="8907" actId="20577"/>
          <ac:spMkLst>
            <pc:docMk/>
            <pc:sldMk cId="292048381" sldId="318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9T20:32:57.922" v="8892" actId="1035"/>
          <ac:spMkLst>
            <pc:docMk/>
            <pc:sldMk cId="292048381" sldId="318"/>
            <ac:spMk id="7" creationId="{733E857A-7829-4616-9B6C-3539713A6D57}"/>
          </ac:spMkLst>
        </pc:spChg>
        <pc:picChg chg="add mod">
          <ac:chgData name="Ella Vetter" userId="c6918cf5-f6c0-43cc-8499-a1f635017de9" providerId="ADAL" clId="{03D8DEAE-739D-469B-904C-2522E9DFB65E}" dt="2020-08-19T20:33:36.873" v="8904" actId="14100"/>
          <ac:picMkLst>
            <pc:docMk/>
            <pc:sldMk cId="292048381" sldId="318"/>
            <ac:picMk id="2" creationId="{9D7D9CBB-796D-46CE-94EA-E95204893861}"/>
          </ac:picMkLst>
        </pc:picChg>
        <pc:picChg chg="add del mod">
          <ac:chgData name="Ella Vetter" userId="c6918cf5-f6c0-43cc-8499-a1f635017de9" providerId="ADAL" clId="{03D8DEAE-739D-469B-904C-2522E9DFB65E}" dt="2020-08-18T15:50:53.491" v="7242" actId="478"/>
          <ac:picMkLst>
            <pc:docMk/>
            <pc:sldMk cId="292048381" sldId="318"/>
            <ac:picMk id="3" creationId="{AAB16AE3-1288-4A2D-8F56-0E3896B016AC}"/>
          </ac:picMkLst>
        </pc:picChg>
        <pc:picChg chg="add del mod">
          <ac:chgData name="Ella Vetter" userId="c6918cf5-f6c0-43cc-8499-a1f635017de9" providerId="ADAL" clId="{03D8DEAE-739D-469B-904C-2522E9DFB65E}" dt="2020-08-19T20:32:41.095" v="8870" actId="21"/>
          <ac:picMkLst>
            <pc:docMk/>
            <pc:sldMk cId="292048381" sldId="318"/>
            <ac:picMk id="5" creationId="{4150E863-E079-4558-BDEA-30EDA5D783E8}"/>
          </ac:picMkLst>
        </pc:picChg>
        <pc:picChg chg="del">
          <ac:chgData name="Ella Vetter" userId="c6918cf5-f6c0-43cc-8499-a1f635017de9" providerId="ADAL" clId="{03D8DEAE-739D-469B-904C-2522E9DFB65E}" dt="2020-08-18T15:43:20.459" v="7031" actId="478"/>
          <ac:picMkLst>
            <pc:docMk/>
            <pc:sldMk cId="292048381" sldId="318"/>
            <ac:picMk id="8" creationId="{A27B549F-3486-446F-8B1C-8A85CBDE71A4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4:14.743" v="8665" actId="11"/>
        <pc:sldMkLst>
          <pc:docMk/>
          <pc:sldMk cId="1681374144" sldId="319"/>
        </pc:sldMkLst>
        <pc:spChg chg="mod">
          <ac:chgData name="Ella Vetter" userId="c6918cf5-f6c0-43cc-8499-a1f635017de9" providerId="ADAL" clId="{03D8DEAE-739D-469B-904C-2522E9DFB65E}" dt="2020-08-18T20:04:14.743" v="8665" actId="11"/>
          <ac:spMkLst>
            <pc:docMk/>
            <pc:sldMk cId="1681374144" sldId="319"/>
            <ac:spMk id="6" creationId="{EFA01FA0-64D5-4D2C-BCC5-C1ACEBA4711B}"/>
          </ac:spMkLst>
        </pc:spChg>
        <pc:grpChg chg="add mod">
          <ac:chgData name="Ella Vetter" userId="c6918cf5-f6c0-43cc-8499-a1f635017de9" providerId="ADAL" clId="{03D8DEAE-739D-469B-904C-2522E9DFB65E}" dt="2020-08-18T15:53:30.505" v="7281" actId="1076"/>
          <ac:grpSpMkLst>
            <pc:docMk/>
            <pc:sldMk cId="1681374144" sldId="319"/>
            <ac:grpSpMk id="9" creationId="{A8BB2D83-0055-4063-9497-006CCCE86699}"/>
          </ac:grpSpMkLst>
        </pc:grpChg>
        <pc:picChg chg="del">
          <ac:chgData name="Ella Vetter" userId="c6918cf5-f6c0-43cc-8499-a1f635017de9" providerId="ADAL" clId="{03D8DEAE-739D-469B-904C-2522E9DFB65E}" dt="2020-08-18T15:49:33.050" v="7239" actId="478"/>
          <ac:picMkLst>
            <pc:docMk/>
            <pc:sldMk cId="1681374144" sldId="319"/>
            <ac:picMk id="3" creationId="{AAB16AE3-1288-4A2D-8F56-0E3896B016AC}"/>
          </ac:picMkLst>
        </pc:picChg>
        <pc:picChg chg="add del mod modCrop">
          <ac:chgData name="Ella Vetter" userId="c6918cf5-f6c0-43cc-8499-a1f635017de9" providerId="ADAL" clId="{03D8DEAE-739D-469B-904C-2522E9DFB65E}" dt="2020-08-18T15:53:27.447" v="7280" actId="164"/>
          <ac:picMkLst>
            <pc:docMk/>
            <pc:sldMk cId="1681374144" sldId="319"/>
            <ac:picMk id="4" creationId="{0D190938-B6D5-4D4E-B64E-222D40DF7DFE}"/>
          </ac:picMkLst>
        </pc:picChg>
        <pc:picChg chg="add mod modCrop">
          <ac:chgData name="Ella Vetter" userId="c6918cf5-f6c0-43cc-8499-a1f635017de9" providerId="ADAL" clId="{03D8DEAE-739D-469B-904C-2522E9DFB65E}" dt="2020-08-18T15:53:27.447" v="7280" actId="164"/>
          <ac:picMkLst>
            <pc:docMk/>
            <pc:sldMk cId="1681374144" sldId="319"/>
            <ac:picMk id="5" creationId="{77F539B9-40BB-4A94-8A6D-07E4D6A2B9FB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20:04:25.727" v="8666" actId="11"/>
        <pc:sldMkLst>
          <pc:docMk/>
          <pc:sldMk cId="3533470311" sldId="320"/>
        </pc:sldMkLst>
        <pc:spChg chg="del mod">
          <ac:chgData name="Ella Vetter" userId="c6918cf5-f6c0-43cc-8499-a1f635017de9" providerId="ADAL" clId="{03D8DEAE-739D-469B-904C-2522E9DFB65E}" dt="2020-08-18T19:51:31.973" v="8276" actId="478"/>
          <ac:spMkLst>
            <pc:docMk/>
            <pc:sldMk cId="3533470311" sldId="320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8T15:56:40.107" v="7528" actId="20577"/>
          <ac:spMkLst>
            <pc:docMk/>
            <pc:sldMk cId="3533470311" sldId="320"/>
            <ac:spMk id="7" creationId="{733E857A-7829-4616-9B6C-3539713A6D57}"/>
          </ac:spMkLst>
        </pc:spChg>
        <pc:spChg chg="add del">
          <ac:chgData name="Ella Vetter" userId="c6918cf5-f6c0-43cc-8499-a1f635017de9" providerId="ADAL" clId="{03D8DEAE-739D-469B-904C-2522E9DFB65E}" dt="2020-08-18T19:51:34.102" v="8278" actId="22"/>
          <ac:spMkLst>
            <pc:docMk/>
            <pc:sldMk cId="3533470311" sldId="320"/>
            <ac:spMk id="9" creationId="{0A1ACA91-1285-4A3B-8F94-93256E090EAA}"/>
          </ac:spMkLst>
        </pc:spChg>
        <pc:spChg chg="add mod">
          <ac:chgData name="Ella Vetter" userId="c6918cf5-f6c0-43cc-8499-a1f635017de9" providerId="ADAL" clId="{03D8DEAE-739D-469B-904C-2522E9DFB65E}" dt="2020-08-18T20:04:25.727" v="8666" actId="11"/>
          <ac:spMkLst>
            <pc:docMk/>
            <pc:sldMk cId="3533470311" sldId="320"/>
            <ac:spMk id="10" creationId="{B1F8AFE3-3156-4B93-924A-D25DBF128A57}"/>
          </ac:spMkLst>
        </pc:spChg>
        <pc:picChg chg="add mod">
          <ac:chgData name="Ella Vetter" userId="c6918cf5-f6c0-43cc-8499-a1f635017de9" providerId="ADAL" clId="{03D8DEAE-739D-469B-904C-2522E9DFB65E}" dt="2020-08-18T19:53:08.052" v="8283" actId="14100"/>
          <ac:picMkLst>
            <pc:docMk/>
            <pc:sldMk cId="3533470311" sldId="320"/>
            <ac:picMk id="4" creationId="{F3E897A5-BCC9-43FF-BAE2-49E95EACF18B}"/>
          </ac:picMkLst>
        </pc:picChg>
        <pc:picChg chg="del">
          <ac:chgData name="Ella Vetter" userId="c6918cf5-f6c0-43cc-8499-a1f635017de9" providerId="ADAL" clId="{03D8DEAE-739D-469B-904C-2522E9DFB65E}" dt="2020-08-18T15:56:41.777" v="7529" actId="478"/>
          <ac:picMkLst>
            <pc:docMk/>
            <pc:sldMk cId="3533470311" sldId="320"/>
            <ac:picMk id="8" creationId="{A27B549F-3486-446F-8B1C-8A85CBDE71A4}"/>
          </ac:picMkLst>
        </pc:picChg>
      </pc:sldChg>
      <pc:sldChg chg="addSp modSp add mod ord">
        <pc:chgData name="Ella Vetter" userId="c6918cf5-f6c0-43cc-8499-a1f635017de9" providerId="ADAL" clId="{03D8DEAE-739D-469B-904C-2522E9DFB65E}" dt="2020-08-18T16:04:59.937" v="7682" actId="20577"/>
        <pc:sldMkLst>
          <pc:docMk/>
          <pc:sldMk cId="4105528555" sldId="321"/>
        </pc:sldMkLst>
        <pc:spChg chg="mod">
          <ac:chgData name="Ella Vetter" userId="c6918cf5-f6c0-43cc-8499-a1f635017de9" providerId="ADAL" clId="{03D8DEAE-739D-469B-904C-2522E9DFB65E}" dt="2020-08-18T16:04:59.937" v="7682" actId="20577"/>
          <ac:spMkLst>
            <pc:docMk/>
            <pc:sldMk cId="4105528555" sldId="321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8T15:59:26.061" v="7556" actId="20577"/>
          <ac:spMkLst>
            <pc:docMk/>
            <pc:sldMk cId="4105528555" sldId="321"/>
            <ac:spMk id="7" creationId="{733E857A-7829-4616-9B6C-3539713A6D57}"/>
          </ac:spMkLst>
        </pc:spChg>
        <pc:picChg chg="add mod">
          <ac:chgData name="Ella Vetter" userId="c6918cf5-f6c0-43cc-8499-a1f635017de9" providerId="ADAL" clId="{03D8DEAE-739D-469B-904C-2522E9DFB65E}" dt="2020-08-18T16:04:29.873" v="7657" actId="14100"/>
          <ac:picMkLst>
            <pc:docMk/>
            <pc:sldMk cId="4105528555" sldId="321"/>
            <ac:picMk id="3" creationId="{FA1E427A-0EAA-40E5-9F01-9DB024A24671}"/>
          </ac:picMkLst>
        </pc:picChg>
      </pc:sldChg>
      <pc:sldChg chg="addSp delSp modSp new mod">
        <pc:chgData name="Ella Vetter" userId="c6918cf5-f6c0-43cc-8499-a1f635017de9" providerId="ADAL" clId="{03D8DEAE-739D-469B-904C-2522E9DFB65E}" dt="2020-08-18T17:28:12.667" v="7934" actId="1076"/>
        <pc:sldMkLst>
          <pc:docMk/>
          <pc:sldMk cId="462169597" sldId="322"/>
        </pc:sldMkLst>
        <pc:spChg chg="mod">
          <ac:chgData name="Ella Vetter" userId="c6918cf5-f6c0-43cc-8499-a1f635017de9" providerId="ADAL" clId="{03D8DEAE-739D-469B-904C-2522E9DFB65E}" dt="2020-08-18T16:04:39.160" v="7674" actId="20577"/>
          <ac:spMkLst>
            <pc:docMk/>
            <pc:sldMk cId="462169597" sldId="322"/>
            <ac:spMk id="2" creationId="{B17A42E8-0DE2-4963-A509-39B1AB49EE99}"/>
          </ac:spMkLst>
        </pc:spChg>
        <pc:spChg chg="del">
          <ac:chgData name="Ella Vetter" userId="c6918cf5-f6c0-43cc-8499-a1f635017de9" providerId="ADAL" clId="{03D8DEAE-739D-469B-904C-2522E9DFB65E}" dt="2020-08-18T17:22:03.199" v="7684" actId="478"/>
          <ac:spMkLst>
            <pc:docMk/>
            <pc:sldMk cId="462169597" sldId="322"/>
            <ac:spMk id="3" creationId="{16736300-AA14-45A8-AD02-266B972764DC}"/>
          </ac:spMkLst>
        </pc:spChg>
        <pc:spChg chg="add mod">
          <ac:chgData name="Ella Vetter" userId="c6918cf5-f6c0-43cc-8499-a1f635017de9" providerId="ADAL" clId="{03D8DEAE-739D-469B-904C-2522E9DFB65E}" dt="2020-08-18T17:25:01.022" v="7880" actId="1076"/>
          <ac:spMkLst>
            <pc:docMk/>
            <pc:sldMk cId="462169597" sldId="322"/>
            <ac:spMk id="4" creationId="{7DADA6BB-EA43-41A3-B382-88DA041AB1C5}"/>
          </ac:spMkLst>
        </pc:spChg>
        <pc:grpChg chg="add del mod">
          <ac:chgData name="Ella Vetter" userId="c6918cf5-f6c0-43cc-8499-a1f635017de9" providerId="ADAL" clId="{03D8DEAE-739D-469B-904C-2522E9DFB65E}" dt="2020-08-18T17:27:50.973" v="7924" actId="478"/>
          <ac:grpSpMkLst>
            <pc:docMk/>
            <pc:sldMk cId="462169597" sldId="322"/>
            <ac:grpSpMk id="9" creationId="{D3BE300B-6233-4850-83B6-0BCE1F77467B}"/>
          </ac:grpSpMkLst>
        </pc:grpChg>
        <pc:grpChg chg="add mod">
          <ac:chgData name="Ella Vetter" userId="c6918cf5-f6c0-43cc-8499-a1f635017de9" providerId="ADAL" clId="{03D8DEAE-739D-469B-904C-2522E9DFB65E}" dt="2020-08-18T17:28:12.667" v="7934" actId="1076"/>
          <ac:grpSpMkLst>
            <pc:docMk/>
            <pc:sldMk cId="462169597" sldId="322"/>
            <ac:grpSpMk id="14" creationId="{1B9A7860-F033-4D63-871A-13FBC9AC268B}"/>
          </ac:grpSpMkLst>
        </pc:grpChg>
        <pc:picChg chg="add mod modCrop">
          <ac:chgData name="Ella Vetter" userId="c6918cf5-f6c0-43cc-8499-a1f635017de9" providerId="ADAL" clId="{03D8DEAE-739D-469B-904C-2522E9DFB65E}" dt="2020-08-18T17:23:43.295" v="7740" actId="164"/>
          <ac:picMkLst>
            <pc:docMk/>
            <pc:sldMk cId="462169597" sldId="322"/>
            <ac:picMk id="6" creationId="{660C2896-6AAF-4023-8462-BEC421FA2F3D}"/>
          </ac:picMkLst>
        </pc:picChg>
        <pc:picChg chg="add mod modCrop">
          <ac:chgData name="Ella Vetter" userId="c6918cf5-f6c0-43cc-8499-a1f635017de9" providerId="ADAL" clId="{03D8DEAE-739D-469B-904C-2522E9DFB65E}" dt="2020-08-18T17:23:43.295" v="7740" actId="164"/>
          <ac:picMkLst>
            <pc:docMk/>
            <pc:sldMk cId="462169597" sldId="322"/>
            <ac:picMk id="8" creationId="{904EABCF-DFA6-4AF9-950B-A742D23A9D70}"/>
          </ac:picMkLst>
        </pc:picChg>
        <pc:picChg chg="add mod modCrop">
          <ac:chgData name="Ella Vetter" userId="c6918cf5-f6c0-43cc-8499-a1f635017de9" providerId="ADAL" clId="{03D8DEAE-739D-469B-904C-2522E9DFB65E}" dt="2020-08-18T17:28:07.807" v="7933" actId="164"/>
          <ac:picMkLst>
            <pc:docMk/>
            <pc:sldMk cId="462169597" sldId="322"/>
            <ac:picMk id="11" creationId="{0C998CE7-03C4-4A8F-8016-C8E5E23D1344}"/>
          </ac:picMkLst>
        </pc:picChg>
        <pc:picChg chg="add mod modCrop">
          <ac:chgData name="Ella Vetter" userId="c6918cf5-f6c0-43cc-8499-a1f635017de9" providerId="ADAL" clId="{03D8DEAE-739D-469B-904C-2522E9DFB65E}" dt="2020-08-18T17:28:07.807" v="7933" actId="164"/>
          <ac:picMkLst>
            <pc:docMk/>
            <pc:sldMk cId="462169597" sldId="322"/>
            <ac:picMk id="13" creationId="{84DC5716-ECAD-4E44-B897-CB36C814585C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5:10.259" v="8670" actId="11"/>
        <pc:sldMkLst>
          <pc:docMk/>
          <pc:sldMk cId="1572152252" sldId="323"/>
        </pc:sldMkLst>
        <pc:spChg chg="mod">
          <ac:chgData name="Ella Vetter" userId="c6918cf5-f6c0-43cc-8499-a1f635017de9" providerId="ADAL" clId="{03D8DEAE-739D-469B-904C-2522E9DFB65E}" dt="2020-08-18T20:05:10.259" v="8670" actId="11"/>
          <ac:spMkLst>
            <pc:docMk/>
            <pc:sldMk cId="1572152252" sldId="323"/>
            <ac:spMk id="4" creationId="{7DADA6BB-EA43-41A3-B382-88DA041AB1C5}"/>
          </ac:spMkLst>
        </pc:spChg>
        <pc:spChg chg="add mod">
          <ac:chgData name="Ella Vetter" userId="c6918cf5-f6c0-43cc-8499-a1f635017de9" providerId="ADAL" clId="{03D8DEAE-739D-469B-904C-2522E9DFB65E}" dt="2020-08-18T17:38:38.828" v="8239" actId="12"/>
          <ac:spMkLst>
            <pc:docMk/>
            <pc:sldMk cId="1572152252" sldId="323"/>
            <ac:spMk id="14" creationId="{A4C4E5FB-C3D4-48A8-8FB0-C7FA1E1147D7}"/>
          </ac:spMkLst>
        </pc:spChg>
        <pc:grpChg chg="del">
          <ac:chgData name="Ella Vetter" userId="c6918cf5-f6c0-43cc-8499-a1f635017de9" providerId="ADAL" clId="{03D8DEAE-739D-469B-904C-2522E9DFB65E}" dt="2020-08-18T17:25:55.753" v="7901" actId="478"/>
          <ac:grpSpMkLst>
            <pc:docMk/>
            <pc:sldMk cId="1572152252" sldId="323"/>
            <ac:grpSpMk id="9" creationId="{D3BE300B-6233-4850-83B6-0BCE1F77467B}"/>
          </ac:grpSpMkLst>
        </pc:grpChg>
        <pc:picChg chg="add del mod">
          <ac:chgData name="Ella Vetter" userId="c6918cf5-f6c0-43cc-8499-a1f635017de9" providerId="ADAL" clId="{03D8DEAE-739D-469B-904C-2522E9DFB65E}" dt="2020-08-18T17:31:50.214" v="7981" actId="478"/>
          <ac:picMkLst>
            <pc:docMk/>
            <pc:sldMk cId="1572152252" sldId="323"/>
            <ac:picMk id="5" creationId="{13E156AF-C0BA-4286-9090-968AA6E6B668}"/>
          </ac:picMkLst>
        </pc:picChg>
        <pc:picChg chg="add del mod">
          <ac:chgData name="Ella Vetter" userId="c6918cf5-f6c0-43cc-8499-a1f635017de9" providerId="ADAL" clId="{03D8DEAE-739D-469B-904C-2522E9DFB65E}" dt="2020-08-18T17:35:45.994" v="8137" actId="478"/>
          <ac:picMkLst>
            <pc:docMk/>
            <pc:sldMk cId="1572152252" sldId="323"/>
            <ac:picMk id="10" creationId="{13E05071-8274-4F0A-A652-A884C1AD612F}"/>
          </ac:picMkLst>
        </pc:picChg>
        <pc:picChg chg="add mod">
          <ac:chgData name="Ella Vetter" userId="c6918cf5-f6c0-43cc-8499-a1f635017de9" providerId="ADAL" clId="{03D8DEAE-739D-469B-904C-2522E9DFB65E}" dt="2020-08-18T17:38:19.119" v="8236" actId="1076"/>
          <ac:picMkLst>
            <pc:docMk/>
            <pc:sldMk cId="1572152252" sldId="323"/>
            <ac:picMk id="12" creationId="{7B13E586-8D4C-47F8-A38E-BC5A1DD56E9C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4:36.692" v="8667" actId="11"/>
        <pc:sldMkLst>
          <pc:docMk/>
          <pc:sldMk cId="801660138" sldId="324"/>
        </pc:sldMkLst>
        <pc:spChg chg="mod">
          <ac:chgData name="Ella Vetter" userId="c6918cf5-f6c0-43cc-8499-a1f635017de9" providerId="ADAL" clId="{03D8DEAE-739D-469B-904C-2522E9DFB65E}" dt="2020-08-18T20:04:36.692" v="8667" actId="11"/>
          <ac:spMkLst>
            <pc:docMk/>
            <pc:sldMk cId="801660138" sldId="324"/>
            <ac:spMk id="10" creationId="{B1F8AFE3-3156-4B93-924A-D25DBF128A57}"/>
          </ac:spMkLst>
        </pc:spChg>
        <pc:grpChg chg="add mod">
          <ac:chgData name="Ella Vetter" userId="c6918cf5-f6c0-43cc-8499-a1f635017de9" providerId="ADAL" clId="{03D8DEAE-739D-469B-904C-2522E9DFB65E}" dt="2020-08-18T19:56:49.241" v="8425" actId="1076"/>
          <ac:grpSpMkLst>
            <pc:docMk/>
            <pc:sldMk cId="801660138" sldId="324"/>
            <ac:grpSpMk id="6" creationId="{E5999FFC-65E7-4A26-ADFF-DD455F6543D4}"/>
          </ac:grpSpMkLst>
        </pc:grpChg>
        <pc:picChg chg="add mod modCrop">
          <ac:chgData name="Ella Vetter" userId="c6918cf5-f6c0-43cc-8499-a1f635017de9" providerId="ADAL" clId="{03D8DEAE-739D-469B-904C-2522E9DFB65E}" dt="2020-08-18T19:56:45.313" v="8423" actId="164"/>
          <ac:picMkLst>
            <pc:docMk/>
            <pc:sldMk cId="801660138" sldId="324"/>
            <ac:picMk id="3" creationId="{5FAE41CD-BEFE-42E3-A8AB-042A1F26462F}"/>
          </ac:picMkLst>
        </pc:picChg>
        <pc:picChg chg="del">
          <ac:chgData name="Ella Vetter" userId="c6918cf5-f6c0-43cc-8499-a1f635017de9" providerId="ADAL" clId="{03D8DEAE-739D-469B-904C-2522E9DFB65E}" dt="2020-08-18T19:53:53.496" v="8330" actId="478"/>
          <ac:picMkLst>
            <pc:docMk/>
            <pc:sldMk cId="801660138" sldId="324"/>
            <ac:picMk id="4" creationId="{F3E897A5-BCC9-43FF-BAE2-49E95EACF18B}"/>
          </ac:picMkLst>
        </pc:picChg>
        <pc:picChg chg="add mod modCrop">
          <ac:chgData name="Ella Vetter" userId="c6918cf5-f6c0-43cc-8499-a1f635017de9" providerId="ADAL" clId="{03D8DEAE-739D-469B-904C-2522E9DFB65E}" dt="2020-08-18T19:56:45.313" v="8423" actId="164"/>
          <ac:picMkLst>
            <pc:docMk/>
            <pc:sldMk cId="801660138" sldId="324"/>
            <ac:picMk id="5" creationId="{C239BAE8-55AC-4A0B-AE2B-ACF104C29779}"/>
          </ac:picMkLst>
        </pc:picChg>
      </pc:sldChg>
      <pc:sldChg chg="modSp add mod">
        <pc:chgData name="Ella Vetter" userId="c6918cf5-f6c0-43cc-8499-a1f635017de9" providerId="ADAL" clId="{03D8DEAE-739D-469B-904C-2522E9DFB65E}" dt="2020-08-18T20:04:46.433" v="8668" actId="11"/>
        <pc:sldMkLst>
          <pc:docMk/>
          <pc:sldMk cId="4095391555" sldId="325"/>
        </pc:sldMkLst>
        <pc:spChg chg="mod">
          <ac:chgData name="Ella Vetter" userId="c6918cf5-f6c0-43cc-8499-a1f635017de9" providerId="ADAL" clId="{03D8DEAE-739D-469B-904C-2522E9DFB65E}" dt="2020-08-18T20:04:46.433" v="8668" actId="11"/>
          <ac:spMkLst>
            <pc:docMk/>
            <pc:sldMk cId="4095391555" sldId="325"/>
            <ac:spMk id="10" creationId="{B1F8AFE3-3156-4B93-924A-D25DBF128A57}"/>
          </ac:spMkLst>
        </pc:spChg>
      </pc:sldChg>
      <pc:sldChg chg="addSp delSp modSp new mod">
        <pc:chgData name="Ella Vetter" userId="c6918cf5-f6c0-43cc-8499-a1f635017de9" providerId="ADAL" clId="{03D8DEAE-739D-469B-904C-2522E9DFB65E}" dt="2020-08-18T20:08:35.704" v="8701" actId="20577"/>
        <pc:sldMkLst>
          <pc:docMk/>
          <pc:sldMk cId="1661658181" sldId="326"/>
        </pc:sldMkLst>
        <pc:spChg chg="del">
          <ac:chgData name="Ella Vetter" userId="c6918cf5-f6c0-43cc-8499-a1f635017de9" providerId="ADAL" clId="{03D8DEAE-739D-469B-904C-2522E9DFB65E}" dt="2020-08-18T19:59:03.127" v="8429" actId="478"/>
          <ac:spMkLst>
            <pc:docMk/>
            <pc:sldMk cId="1661658181" sldId="326"/>
            <ac:spMk id="2" creationId="{2B2F4B10-DBCC-4874-9FFB-A6B0994043CA}"/>
          </ac:spMkLst>
        </pc:spChg>
        <pc:spChg chg="del">
          <ac:chgData name="Ella Vetter" userId="c6918cf5-f6c0-43cc-8499-a1f635017de9" providerId="ADAL" clId="{03D8DEAE-739D-469B-904C-2522E9DFB65E}" dt="2020-08-18T19:59:04.013" v="8430" actId="478"/>
          <ac:spMkLst>
            <pc:docMk/>
            <pc:sldMk cId="1661658181" sldId="326"/>
            <ac:spMk id="3" creationId="{91268AC6-1988-4C9E-A564-654FDE8D7859}"/>
          </ac:spMkLst>
        </pc:spChg>
        <pc:spChg chg="add mod">
          <ac:chgData name="Ella Vetter" userId="c6918cf5-f6c0-43cc-8499-a1f635017de9" providerId="ADAL" clId="{03D8DEAE-739D-469B-904C-2522E9DFB65E}" dt="2020-08-18T19:59:16.222" v="8434"/>
          <ac:spMkLst>
            <pc:docMk/>
            <pc:sldMk cId="1661658181" sldId="326"/>
            <ac:spMk id="6" creationId="{30A76EB6-03BC-475D-AF8F-3753B4B61224}"/>
          </ac:spMkLst>
        </pc:spChg>
        <pc:spChg chg="add mod">
          <ac:chgData name="Ella Vetter" userId="c6918cf5-f6c0-43cc-8499-a1f635017de9" providerId="ADAL" clId="{03D8DEAE-739D-469B-904C-2522E9DFB65E}" dt="2020-08-18T20:08:35.704" v="8701" actId="20577"/>
          <ac:spMkLst>
            <pc:docMk/>
            <pc:sldMk cId="1661658181" sldId="326"/>
            <ac:spMk id="7" creationId="{2102EDB5-1B3E-4A96-978B-6BE637F6A99D}"/>
          </ac:spMkLst>
        </pc:spChg>
        <pc:picChg chg="add mod">
          <ac:chgData name="Ella Vetter" userId="c6918cf5-f6c0-43cc-8499-a1f635017de9" providerId="ADAL" clId="{03D8DEAE-739D-469B-904C-2522E9DFB65E}" dt="2020-08-18T19:59:10.027" v="8433" actId="1076"/>
          <ac:picMkLst>
            <pc:docMk/>
            <pc:sldMk cId="1661658181" sldId="326"/>
            <ac:picMk id="5" creationId="{1DB63345-037A-4CB5-A11F-92197C6EEECF}"/>
          </ac:picMkLst>
        </pc:picChg>
      </pc:sldChg>
    </pc:docChg>
  </pc:docChgLst>
  <pc:docChgLst>
    <pc:chgData name="Han-Li Tremblay" userId="852346c9-b2bc-4eee-843e-ad7d28b9aba1" providerId="ADAL" clId="{2E0B1CA8-B862-41C6-A286-E72890825192}"/>
    <pc:docChg chg="undo custSel modSld">
      <pc:chgData name="Han-Li Tremblay" userId="852346c9-b2bc-4eee-843e-ad7d28b9aba1" providerId="ADAL" clId="{2E0B1CA8-B862-41C6-A286-E72890825192}" dt="2020-05-14T14:46:37.556" v="90" actId="20577"/>
      <pc:docMkLst>
        <pc:docMk/>
      </pc:docMkLst>
      <pc:sldChg chg="addSp delSp modSp mod">
        <pc:chgData name="Han-Li Tremblay" userId="852346c9-b2bc-4eee-843e-ad7d28b9aba1" providerId="ADAL" clId="{2E0B1CA8-B862-41C6-A286-E72890825192}" dt="2020-05-14T14:45:58.346" v="88" actId="113"/>
        <pc:sldMkLst>
          <pc:docMk/>
          <pc:sldMk cId="2140319755" sldId="315"/>
        </pc:sldMkLst>
        <pc:spChg chg="mod">
          <ac:chgData name="Han-Li Tremblay" userId="852346c9-b2bc-4eee-843e-ad7d28b9aba1" providerId="ADAL" clId="{2E0B1CA8-B862-41C6-A286-E72890825192}" dt="2020-05-14T14:45:58.346" v="88" actId="113"/>
          <ac:spMkLst>
            <pc:docMk/>
            <pc:sldMk cId="2140319755" sldId="315"/>
            <ac:spMk id="3" creationId="{34399A5B-564D-407B-B894-488105A59A5E}"/>
          </ac:spMkLst>
        </pc:spChg>
        <pc:spChg chg="del">
          <ac:chgData name="Han-Li Tremblay" userId="852346c9-b2bc-4eee-843e-ad7d28b9aba1" providerId="ADAL" clId="{2E0B1CA8-B862-41C6-A286-E72890825192}" dt="2020-05-14T14:45:31.732" v="80" actId="478"/>
          <ac:spMkLst>
            <pc:docMk/>
            <pc:sldMk cId="2140319755" sldId="315"/>
            <ac:spMk id="14" creationId="{18BF6FC1-2CB5-4628-AC03-9E0D2FB44A1E}"/>
          </ac:spMkLst>
        </pc:spChg>
        <pc:spChg chg="add mod">
          <ac:chgData name="Han-Li Tremblay" userId="852346c9-b2bc-4eee-843e-ad7d28b9aba1" providerId="ADAL" clId="{2E0B1CA8-B862-41C6-A286-E72890825192}" dt="2020-05-14T14:45:56.491" v="87" actId="14100"/>
          <ac:spMkLst>
            <pc:docMk/>
            <pc:sldMk cId="2140319755" sldId="315"/>
            <ac:spMk id="17" creationId="{5CC25E5A-B57D-4752-861D-C9465A41E282}"/>
          </ac:spMkLst>
        </pc:spChg>
        <pc:picChg chg="add mod">
          <ac:chgData name="Han-Li Tremblay" userId="852346c9-b2bc-4eee-843e-ad7d28b9aba1" providerId="ADAL" clId="{2E0B1CA8-B862-41C6-A286-E72890825192}" dt="2020-05-14T14:45:49.167" v="84" actId="1076"/>
          <ac:picMkLst>
            <pc:docMk/>
            <pc:sldMk cId="2140319755" sldId="315"/>
            <ac:picMk id="5" creationId="{7D13D716-04AA-4C86-989C-411E72197BED}"/>
          </ac:picMkLst>
        </pc:picChg>
        <pc:picChg chg="del mod">
          <ac:chgData name="Han-Li Tremblay" userId="852346c9-b2bc-4eee-843e-ad7d28b9aba1" providerId="ADAL" clId="{2E0B1CA8-B862-41C6-A286-E72890825192}" dt="2020-05-14T14:45:32.966" v="82" actId="478"/>
          <ac:picMkLst>
            <pc:docMk/>
            <pc:sldMk cId="2140319755" sldId="315"/>
            <ac:picMk id="13" creationId="{0CAB4657-CBED-42D1-808F-E43B862737DB}"/>
          </ac:picMkLst>
        </pc:picChg>
        <pc:cxnChg chg="del mod">
          <ac:chgData name="Han-Li Tremblay" userId="852346c9-b2bc-4eee-843e-ad7d28b9aba1" providerId="ADAL" clId="{2E0B1CA8-B862-41C6-A286-E72890825192}" dt="2020-05-14T14:45:30.026" v="79" actId="478"/>
          <ac:cxnSpMkLst>
            <pc:docMk/>
            <pc:sldMk cId="2140319755" sldId="315"/>
            <ac:cxnSpMk id="15" creationId="{74AD9F0F-447A-4FAF-A247-E5ED33128D24}"/>
          </ac:cxnSpMkLst>
        </pc:cxnChg>
      </pc:sldChg>
      <pc:sldChg chg="addSp delSp modSp mod">
        <pc:chgData name="Han-Li Tremblay" userId="852346c9-b2bc-4eee-843e-ad7d28b9aba1" providerId="ADAL" clId="{2E0B1CA8-B862-41C6-A286-E72890825192}" dt="2020-05-14T14:45:09.129" v="21" actId="1076"/>
        <pc:sldMkLst>
          <pc:docMk/>
          <pc:sldMk cId="187358022" sldId="316"/>
        </pc:sldMkLst>
        <pc:spChg chg="mod">
          <ac:chgData name="Han-Li Tremblay" userId="852346c9-b2bc-4eee-843e-ad7d28b9aba1" providerId="ADAL" clId="{2E0B1CA8-B862-41C6-A286-E72890825192}" dt="2020-05-14T14:44:56.899" v="18" actId="1076"/>
          <ac:spMkLst>
            <pc:docMk/>
            <pc:sldMk cId="187358022" sldId="316"/>
            <ac:spMk id="3" creationId="{8427A7F2-67C7-46B3-9AAB-94E0870A6A76}"/>
          </ac:spMkLst>
        </pc:spChg>
        <pc:spChg chg="mod topLvl">
          <ac:chgData name="Han-Li Tremblay" userId="852346c9-b2bc-4eee-843e-ad7d28b9aba1" providerId="ADAL" clId="{2E0B1CA8-B862-41C6-A286-E72890825192}" dt="2020-05-14T14:44:43.376" v="14" actId="1076"/>
          <ac:spMkLst>
            <pc:docMk/>
            <pc:sldMk cId="187358022" sldId="316"/>
            <ac:spMk id="7" creationId="{6D9E9911-87FA-4EDB-B6E7-EB4D99C285BD}"/>
          </ac:spMkLst>
        </pc:spChg>
        <pc:spChg chg="mod topLvl">
          <ac:chgData name="Han-Li Tremblay" userId="852346c9-b2bc-4eee-843e-ad7d28b9aba1" providerId="ADAL" clId="{2E0B1CA8-B862-41C6-A286-E72890825192}" dt="2020-05-14T14:44:37.663" v="13" actId="165"/>
          <ac:spMkLst>
            <pc:docMk/>
            <pc:sldMk cId="187358022" sldId="316"/>
            <ac:spMk id="8" creationId="{DD9C9291-4085-49DC-883B-9C7BC67E4FFE}"/>
          </ac:spMkLst>
        </pc:spChg>
        <pc:spChg chg="add mod">
          <ac:chgData name="Han-Li Tremblay" userId="852346c9-b2bc-4eee-843e-ad7d28b9aba1" providerId="ADAL" clId="{2E0B1CA8-B862-41C6-A286-E72890825192}" dt="2020-05-14T14:45:09.129" v="21" actId="1076"/>
          <ac:spMkLst>
            <pc:docMk/>
            <pc:sldMk cId="187358022" sldId="316"/>
            <ac:spMk id="10" creationId="{E285F634-81EA-4757-A7C8-D0E60277D5D3}"/>
          </ac:spMkLst>
        </pc:spChg>
        <pc:grpChg chg="add del mod">
          <ac:chgData name="Han-Li Tremblay" userId="852346c9-b2bc-4eee-843e-ad7d28b9aba1" providerId="ADAL" clId="{2E0B1CA8-B862-41C6-A286-E72890825192}" dt="2020-05-14T14:44:37.663" v="13" actId="165"/>
          <ac:grpSpMkLst>
            <pc:docMk/>
            <pc:sldMk cId="187358022" sldId="316"/>
            <ac:grpSpMk id="11" creationId="{3C463478-CC73-4530-AF00-29EF861B0AB3}"/>
          </ac:grpSpMkLst>
        </pc:grpChg>
        <pc:picChg chg="mod">
          <ac:chgData name="Han-Li Tremblay" userId="852346c9-b2bc-4eee-843e-ad7d28b9aba1" providerId="ADAL" clId="{2E0B1CA8-B862-41C6-A286-E72890825192}" dt="2020-05-14T14:44:00.385" v="3" actId="1076"/>
          <ac:picMkLst>
            <pc:docMk/>
            <pc:sldMk cId="187358022" sldId="316"/>
            <ac:picMk id="4" creationId="{A9A5C039-1945-497F-9A4A-8B7EACD979D2}"/>
          </ac:picMkLst>
        </pc:picChg>
        <pc:picChg chg="mod topLvl">
          <ac:chgData name="Han-Li Tremblay" userId="852346c9-b2bc-4eee-843e-ad7d28b9aba1" providerId="ADAL" clId="{2E0B1CA8-B862-41C6-A286-E72890825192}" dt="2020-05-14T14:44:37.663" v="13" actId="165"/>
          <ac:picMkLst>
            <pc:docMk/>
            <pc:sldMk cId="187358022" sldId="316"/>
            <ac:picMk id="5" creationId="{25CACD92-79ED-4402-ADB2-6918EF4848A8}"/>
          </ac:picMkLst>
        </pc:picChg>
        <pc:picChg chg="mod topLvl modCrop">
          <ac:chgData name="Han-Li Tremblay" userId="852346c9-b2bc-4eee-843e-ad7d28b9aba1" providerId="ADAL" clId="{2E0B1CA8-B862-41C6-A286-E72890825192}" dt="2020-05-14T14:44:43.376" v="14" actId="1076"/>
          <ac:picMkLst>
            <pc:docMk/>
            <pc:sldMk cId="187358022" sldId="316"/>
            <ac:picMk id="6" creationId="{744430D0-0A87-481A-9A68-F95D628C1298}"/>
          </ac:picMkLst>
        </pc:picChg>
        <pc:picChg chg="add mod">
          <ac:chgData name="Han-Li Tremblay" userId="852346c9-b2bc-4eee-843e-ad7d28b9aba1" providerId="ADAL" clId="{2E0B1CA8-B862-41C6-A286-E72890825192}" dt="2020-05-14T14:45:09.129" v="21" actId="1076"/>
          <ac:picMkLst>
            <pc:docMk/>
            <pc:sldMk cId="187358022" sldId="316"/>
            <ac:picMk id="9" creationId="{61C6FC44-3B77-4AA0-A08F-FA0FA9E50CDC}"/>
          </ac:picMkLst>
        </pc:picChg>
      </pc:sldChg>
      <pc:sldChg chg="modSp mod">
        <pc:chgData name="Han-Li Tremblay" userId="852346c9-b2bc-4eee-843e-ad7d28b9aba1" providerId="ADAL" clId="{2E0B1CA8-B862-41C6-A286-E72890825192}" dt="2020-05-14T14:46:13.854" v="89" actId="11"/>
        <pc:sldMkLst>
          <pc:docMk/>
          <pc:sldMk cId="1918947853" sldId="317"/>
        </pc:sldMkLst>
        <pc:spChg chg="mod">
          <ac:chgData name="Han-Li Tremblay" userId="852346c9-b2bc-4eee-843e-ad7d28b9aba1" providerId="ADAL" clId="{2E0B1CA8-B862-41C6-A286-E72890825192}" dt="2020-05-14T14:46:13.854" v="89" actId="11"/>
          <ac:spMkLst>
            <pc:docMk/>
            <pc:sldMk cId="1918947853" sldId="317"/>
            <ac:spMk id="3" creationId="{6BDE973B-A277-4E32-AA4E-54274E5E6098}"/>
          </ac:spMkLst>
        </pc:spChg>
      </pc:sldChg>
      <pc:sldChg chg="modSp mod">
        <pc:chgData name="Han-Li Tremblay" userId="852346c9-b2bc-4eee-843e-ad7d28b9aba1" providerId="ADAL" clId="{2E0B1CA8-B862-41C6-A286-E72890825192}" dt="2020-05-14T14:46:37.556" v="90" actId="20577"/>
        <pc:sldMkLst>
          <pc:docMk/>
          <pc:sldMk cId="3983940405" sldId="334"/>
        </pc:sldMkLst>
        <pc:spChg chg="mod">
          <ac:chgData name="Han-Li Tremblay" userId="852346c9-b2bc-4eee-843e-ad7d28b9aba1" providerId="ADAL" clId="{2E0B1CA8-B862-41C6-A286-E72890825192}" dt="2020-05-14T14:46:37.556" v="90" actId="20577"/>
          <ac:spMkLst>
            <pc:docMk/>
            <pc:sldMk cId="3983940405" sldId="334"/>
            <ac:spMk id="3" creationId="{87142D55-EE1F-412A-8985-B2D3C4BB339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F3CFA-5706-43F2-850B-24929E026241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0D562-E0E0-4FB4-B4A2-60D50CC5D5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66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76AA1-4AE4-4C0B-B9F0-94A9DA2C749D}" type="datetimeFigureOut">
              <a:rPr lang="en-CA" smtClean="0"/>
              <a:t>2020-10-02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A5FA9-7139-4C72-AA69-017BCD15C1C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25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856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609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5154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9591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1961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9854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0190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7657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2599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3414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5222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F58220"/>
              </a:buCl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Clr>
                <a:srgbClr val="F58220"/>
              </a:buCl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0574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432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45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70"/>
          <p:cNvGrpSpPr/>
          <p:nvPr userDrawn="1"/>
        </p:nvGrpSpPr>
        <p:grpSpPr>
          <a:xfrm>
            <a:off x="10456514" y="6455664"/>
            <a:ext cx="1389888" cy="319914"/>
            <a:chOff x="7334318" y="6455664"/>
            <a:chExt cx="1389888" cy="319914"/>
          </a:xfrm>
        </p:grpSpPr>
        <p:sp>
          <p:nvSpPr>
            <p:cNvPr id="8" name="Freeform 5"/>
            <p:cNvSpPr>
              <a:spLocks/>
            </p:cNvSpPr>
            <p:nvPr userDrawn="1"/>
          </p:nvSpPr>
          <p:spPr bwMode="auto">
            <a:xfrm>
              <a:off x="7618573" y="6510958"/>
              <a:ext cx="237176" cy="124231"/>
            </a:xfrm>
            <a:custGeom>
              <a:avLst/>
              <a:gdLst>
                <a:gd name="T0" fmla="*/ 393 w 414"/>
                <a:gd name="T1" fmla="*/ 0 h 214"/>
                <a:gd name="T2" fmla="*/ 344 w 414"/>
                <a:gd name="T3" fmla="*/ 0 h 214"/>
                <a:gd name="T4" fmla="*/ 324 w 414"/>
                <a:gd name="T5" fmla="*/ 13 h 214"/>
                <a:gd name="T6" fmla="*/ 281 w 414"/>
                <a:gd name="T7" fmla="*/ 109 h 214"/>
                <a:gd name="T8" fmla="*/ 251 w 414"/>
                <a:gd name="T9" fmla="*/ 16 h 214"/>
                <a:gd name="T10" fmla="*/ 233 w 414"/>
                <a:gd name="T11" fmla="*/ 0 h 214"/>
                <a:gd name="T12" fmla="*/ 188 w 414"/>
                <a:gd name="T13" fmla="*/ 0 h 214"/>
                <a:gd name="T14" fmla="*/ 171 w 414"/>
                <a:gd name="T15" fmla="*/ 16 h 214"/>
                <a:gd name="T16" fmla="*/ 142 w 414"/>
                <a:gd name="T17" fmla="*/ 109 h 214"/>
                <a:gd name="T18" fmla="*/ 99 w 414"/>
                <a:gd name="T19" fmla="*/ 13 h 214"/>
                <a:gd name="T20" fmla="*/ 72 w 414"/>
                <a:gd name="T21" fmla="*/ 0 h 214"/>
                <a:gd name="T22" fmla="*/ 19 w 414"/>
                <a:gd name="T23" fmla="*/ 0 h 214"/>
                <a:gd name="T24" fmla="*/ 5 w 414"/>
                <a:gd name="T25" fmla="*/ 28 h 214"/>
                <a:gd name="T26" fmla="*/ 82 w 414"/>
                <a:gd name="T27" fmla="*/ 203 h 214"/>
                <a:gd name="T28" fmla="*/ 102 w 414"/>
                <a:gd name="T29" fmla="*/ 214 h 214"/>
                <a:gd name="T30" fmla="*/ 158 w 414"/>
                <a:gd name="T31" fmla="*/ 214 h 214"/>
                <a:gd name="T32" fmla="*/ 177 w 414"/>
                <a:gd name="T33" fmla="*/ 202 h 214"/>
                <a:gd name="T34" fmla="*/ 210 w 414"/>
                <a:gd name="T35" fmla="*/ 92 h 214"/>
                <a:gd name="T36" fmla="*/ 213 w 414"/>
                <a:gd name="T37" fmla="*/ 93 h 214"/>
                <a:gd name="T38" fmla="*/ 245 w 414"/>
                <a:gd name="T39" fmla="*/ 202 h 214"/>
                <a:gd name="T40" fmla="*/ 266 w 414"/>
                <a:gd name="T41" fmla="*/ 214 h 214"/>
                <a:gd name="T42" fmla="*/ 311 w 414"/>
                <a:gd name="T43" fmla="*/ 214 h 214"/>
                <a:gd name="T44" fmla="*/ 333 w 414"/>
                <a:gd name="T45" fmla="*/ 202 h 214"/>
                <a:gd name="T46" fmla="*/ 410 w 414"/>
                <a:gd name="T47" fmla="*/ 23 h 214"/>
                <a:gd name="T48" fmla="*/ 393 w 414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4" h="214">
                  <a:moveTo>
                    <a:pt x="393" y="0"/>
                  </a:moveTo>
                  <a:cubicBezTo>
                    <a:pt x="344" y="0"/>
                    <a:pt x="344" y="0"/>
                    <a:pt x="344" y="0"/>
                  </a:cubicBezTo>
                  <a:cubicBezTo>
                    <a:pt x="333" y="0"/>
                    <a:pt x="327" y="6"/>
                    <a:pt x="324" y="13"/>
                  </a:cubicBezTo>
                  <a:cubicBezTo>
                    <a:pt x="281" y="109"/>
                    <a:pt x="281" y="109"/>
                    <a:pt x="281" y="109"/>
                  </a:cubicBezTo>
                  <a:cubicBezTo>
                    <a:pt x="251" y="16"/>
                    <a:pt x="251" y="16"/>
                    <a:pt x="251" y="16"/>
                  </a:cubicBezTo>
                  <a:cubicBezTo>
                    <a:pt x="247" y="4"/>
                    <a:pt x="239" y="0"/>
                    <a:pt x="233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79" y="0"/>
                    <a:pt x="172" y="8"/>
                    <a:pt x="171" y="16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4" y="0"/>
                    <a:pt x="80" y="0"/>
                    <a:pt x="7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0" y="3"/>
                    <a:pt x="1" y="16"/>
                    <a:pt x="5" y="28"/>
                  </a:cubicBezTo>
                  <a:cubicBezTo>
                    <a:pt x="82" y="203"/>
                    <a:pt x="82" y="203"/>
                    <a:pt x="82" y="203"/>
                  </a:cubicBezTo>
                  <a:cubicBezTo>
                    <a:pt x="85" y="207"/>
                    <a:pt x="89" y="214"/>
                    <a:pt x="102" y="214"/>
                  </a:cubicBezTo>
                  <a:cubicBezTo>
                    <a:pt x="158" y="214"/>
                    <a:pt x="158" y="214"/>
                    <a:pt x="158" y="214"/>
                  </a:cubicBezTo>
                  <a:cubicBezTo>
                    <a:pt x="171" y="214"/>
                    <a:pt x="176" y="207"/>
                    <a:pt x="177" y="202"/>
                  </a:cubicBezTo>
                  <a:cubicBezTo>
                    <a:pt x="210" y="92"/>
                    <a:pt x="210" y="92"/>
                    <a:pt x="210" y="92"/>
                  </a:cubicBezTo>
                  <a:cubicBezTo>
                    <a:pt x="210" y="90"/>
                    <a:pt x="212" y="89"/>
                    <a:pt x="213" y="93"/>
                  </a:cubicBezTo>
                  <a:cubicBezTo>
                    <a:pt x="245" y="202"/>
                    <a:pt x="245" y="202"/>
                    <a:pt x="245" y="202"/>
                  </a:cubicBezTo>
                  <a:cubicBezTo>
                    <a:pt x="248" y="208"/>
                    <a:pt x="257" y="214"/>
                    <a:pt x="266" y="214"/>
                  </a:cubicBezTo>
                  <a:cubicBezTo>
                    <a:pt x="311" y="214"/>
                    <a:pt x="311" y="214"/>
                    <a:pt x="311" y="214"/>
                  </a:cubicBezTo>
                  <a:cubicBezTo>
                    <a:pt x="325" y="214"/>
                    <a:pt x="330" y="207"/>
                    <a:pt x="333" y="202"/>
                  </a:cubicBezTo>
                  <a:cubicBezTo>
                    <a:pt x="410" y="23"/>
                    <a:pt x="410" y="23"/>
                    <a:pt x="410" y="23"/>
                  </a:cubicBezTo>
                  <a:cubicBezTo>
                    <a:pt x="414" y="12"/>
                    <a:pt x="408" y="1"/>
                    <a:pt x="393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7361780" y="6455664"/>
              <a:ext cx="200084" cy="101611"/>
            </a:xfrm>
            <a:custGeom>
              <a:avLst/>
              <a:gdLst>
                <a:gd name="T0" fmla="*/ 151 w 350"/>
                <a:gd name="T1" fmla="*/ 0 h 176"/>
                <a:gd name="T2" fmla="*/ 0 w 350"/>
                <a:gd name="T3" fmla="*/ 76 h 176"/>
                <a:gd name="T4" fmla="*/ 30 w 350"/>
                <a:gd name="T5" fmla="*/ 76 h 176"/>
                <a:gd name="T6" fmla="*/ 151 w 350"/>
                <a:gd name="T7" fmla="*/ 23 h 176"/>
                <a:gd name="T8" fmla="*/ 286 w 350"/>
                <a:gd name="T9" fmla="*/ 96 h 176"/>
                <a:gd name="T10" fmla="*/ 248 w 350"/>
                <a:gd name="T11" fmla="*/ 96 h 176"/>
                <a:gd name="T12" fmla="*/ 298 w 350"/>
                <a:gd name="T13" fmla="*/ 176 h 176"/>
                <a:gd name="T14" fmla="*/ 350 w 350"/>
                <a:gd name="T15" fmla="*/ 96 h 176"/>
                <a:gd name="T16" fmla="*/ 313 w 350"/>
                <a:gd name="T17" fmla="*/ 96 h 176"/>
                <a:gd name="T18" fmla="*/ 151 w 350"/>
                <a:gd name="T1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0" h="176">
                  <a:moveTo>
                    <a:pt x="151" y="0"/>
                  </a:moveTo>
                  <a:cubicBezTo>
                    <a:pt x="91" y="0"/>
                    <a:pt x="36" y="29"/>
                    <a:pt x="0" y="76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60" y="43"/>
                    <a:pt x="105" y="23"/>
                    <a:pt x="151" y="23"/>
                  </a:cubicBezTo>
                  <a:cubicBezTo>
                    <a:pt x="205" y="23"/>
                    <a:pt x="257" y="51"/>
                    <a:pt x="286" y="96"/>
                  </a:cubicBezTo>
                  <a:cubicBezTo>
                    <a:pt x="248" y="96"/>
                    <a:pt x="248" y="96"/>
                    <a:pt x="248" y="96"/>
                  </a:cubicBezTo>
                  <a:cubicBezTo>
                    <a:pt x="298" y="176"/>
                    <a:pt x="298" y="176"/>
                    <a:pt x="298" y="176"/>
                  </a:cubicBezTo>
                  <a:cubicBezTo>
                    <a:pt x="350" y="96"/>
                    <a:pt x="350" y="96"/>
                    <a:pt x="350" y="96"/>
                  </a:cubicBezTo>
                  <a:cubicBezTo>
                    <a:pt x="313" y="96"/>
                    <a:pt x="313" y="96"/>
                    <a:pt x="313" y="96"/>
                  </a:cubicBezTo>
                  <a:cubicBezTo>
                    <a:pt x="282" y="37"/>
                    <a:pt x="218" y="0"/>
                    <a:pt x="151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7334318" y="6510958"/>
              <a:ext cx="190097" cy="123513"/>
            </a:xfrm>
            <a:custGeom>
              <a:avLst/>
              <a:gdLst>
                <a:gd name="T0" fmla="*/ 0 w 533"/>
                <a:gd name="T1" fmla="*/ 0 h 344"/>
                <a:gd name="T2" fmla="*/ 219 w 533"/>
                <a:gd name="T3" fmla="*/ 344 h 344"/>
                <a:gd name="T4" fmla="*/ 321 w 533"/>
                <a:gd name="T5" fmla="*/ 178 h 344"/>
                <a:gd name="T6" fmla="*/ 417 w 533"/>
                <a:gd name="T7" fmla="*/ 344 h 344"/>
                <a:gd name="T8" fmla="*/ 533 w 533"/>
                <a:gd name="T9" fmla="*/ 163 h 344"/>
                <a:gd name="T10" fmla="*/ 431 w 533"/>
                <a:gd name="T11" fmla="*/ 0 h 344"/>
                <a:gd name="T12" fmla="*/ 0 w 533"/>
                <a:gd name="T13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3" h="344">
                  <a:moveTo>
                    <a:pt x="0" y="0"/>
                  </a:moveTo>
                  <a:lnTo>
                    <a:pt x="219" y="344"/>
                  </a:lnTo>
                  <a:lnTo>
                    <a:pt x="321" y="178"/>
                  </a:lnTo>
                  <a:lnTo>
                    <a:pt x="417" y="344"/>
                  </a:lnTo>
                  <a:lnTo>
                    <a:pt x="533" y="163"/>
                  </a:lnTo>
                  <a:lnTo>
                    <a:pt x="4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7340024" y="6544708"/>
              <a:ext cx="46365" cy="90840"/>
            </a:xfrm>
            <a:custGeom>
              <a:avLst/>
              <a:gdLst>
                <a:gd name="T0" fmla="*/ 24 w 81"/>
                <a:gd name="T1" fmla="*/ 32 h 157"/>
                <a:gd name="T2" fmla="*/ 3 w 81"/>
                <a:gd name="T3" fmla="*/ 0 h 157"/>
                <a:gd name="T4" fmla="*/ 0 w 81"/>
                <a:gd name="T5" fmla="*/ 32 h 157"/>
                <a:gd name="T6" fmla="*/ 47 w 81"/>
                <a:gd name="T7" fmla="*/ 156 h 157"/>
                <a:gd name="T8" fmla="*/ 81 w 81"/>
                <a:gd name="T9" fmla="*/ 156 h 157"/>
                <a:gd name="T10" fmla="*/ 24 w 81"/>
                <a:gd name="T11" fmla="*/ 3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157">
                  <a:moveTo>
                    <a:pt x="24" y="32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0" y="24"/>
                    <a:pt x="0" y="32"/>
                  </a:cubicBezTo>
                  <a:cubicBezTo>
                    <a:pt x="1" y="65"/>
                    <a:pt x="4" y="102"/>
                    <a:pt x="47" y="156"/>
                  </a:cubicBezTo>
                  <a:cubicBezTo>
                    <a:pt x="48" y="157"/>
                    <a:pt x="80" y="156"/>
                    <a:pt x="81" y="156"/>
                  </a:cubicBezTo>
                  <a:cubicBezTo>
                    <a:pt x="46" y="126"/>
                    <a:pt x="23" y="80"/>
                    <a:pt x="24" y="3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8472407" y="6510958"/>
              <a:ext cx="170125" cy="124591"/>
            </a:xfrm>
            <a:custGeom>
              <a:avLst/>
              <a:gdLst>
                <a:gd name="T0" fmla="*/ 293 w 297"/>
                <a:gd name="T1" fmla="*/ 197 h 215"/>
                <a:gd name="T2" fmla="*/ 252 w 297"/>
                <a:gd name="T3" fmla="*/ 132 h 215"/>
                <a:gd name="T4" fmla="*/ 291 w 297"/>
                <a:gd name="T5" fmla="*/ 88 h 215"/>
                <a:gd name="T6" fmla="*/ 291 w 297"/>
                <a:gd name="T7" fmla="*/ 56 h 215"/>
                <a:gd name="T8" fmla="*/ 219 w 297"/>
                <a:gd name="T9" fmla="*/ 0 h 215"/>
                <a:gd name="T10" fmla="*/ 27 w 297"/>
                <a:gd name="T11" fmla="*/ 0 h 215"/>
                <a:gd name="T12" fmla="*/ 0 w 297"/>
                <a:gd name="T13" fmla="*/ 27 h 215"/>
                <a:gd name="T14" fmla="*/ 0 w 297"/>
                <a:gd name="T15" fmla="*/ 198 h 215"/>
                <a:gd name="T16" fmla="*/ 14 w 297"/>
                <a:gd name="T17" fmla="*/ 214 h 215"/>
                <a:gd name="T18" fmla="*/ 77 w 297"/>
                <a:gd name="T19" fmla="*/ 214 h 215"/>
                <a:gd name="T20" fmla="*/ 93 w 297"/>
                <a:gd name="T21" fmla="*/ 196 h 215"/>
                <a:gd name="T22" fmla="*/ 93 w 297"/>
                <a:gd name="T23" fmla="*/ 135 h 215"/>
                <a:gd name="T24" fmla="*/ 96 w 297"/>
                <a:gd name="T25" fmla="*/ 132 h 215"/>
                <a:gd name="T26" fmla="*/ 152 w 297"/>
                <a:gd name="T27" fmla="*/ 132 h 215"/>
                <a:gd name="T28" fmla="*/ 162 w 297"/>
                <a:gd name="T29" fmla="*/ 139 h 215"/>
                <a:gd name="T30" fmla="*/ 196 w 297"/>
                <a:gd name="T31" fmla="*/ 203 h 215"/>
                <a:gd name="T32" fmla="*/ 215 w 297"/>
                <a:gd name="T33" fmla="*/ 214 h 215"/>
                <a:gd name="T34" fmla="*/ 283 w 297"/>
                <a:gd name="T35" fmla="*/ 214 h 215"/>
                <a:gd name="T36" fmla="*/ 293 w 297"/>
                <a:gd name="T37" fmla="*/ 197 h 215"/>
                <a:gd name="T38" fmla="*/ 181 w 297"/>
                <a:gd name="T39" fmla="*/ 82 h 215"/>
                <a:gd name="T40" fmla="*/ 95 w 297"/>
                <a:gd name="T41" fmla="*/ 82 h 215"/>
                <a:gd name="T42" fmla="*/ 92 w 297"/>
                <a:gd name="T43" fmla="*/ 78 h 215"/>
                <a:gd name="T44" fmla="*/ 92 w 297"/>
                <a:gd name="T45" fmla="*/ 54 h 215"/>
                <a:gd name="T46" fmla="*/ 95 w 297"/>
                <a:gd name="T47" fmla="*/ 51 h 215"/>
                <a:gd name="T48" fmla="*/ 179 w 297"/>
                <a:gd name="T49" fmla="*/ 51 h 215"/>
                <a:gd name="T50" fmla="*/ 203 w 297"/>
                <a:gd name="T51" fmla="*/ 66 h 215"/>
                <a:gd name="T52" fmla="*/ 181 w 297"/>
                <a:gd name="T53" fmla="*/ 82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7" h="215">
                  <a:moveTo>
                    <a:pt x="293" y="197"/>
                  </a:moveTo>
                  <a:cubicBezTo>
                    <a:pt x="252" y="132"/>
                    <a:pt x="252" y="132"/>
                    <a:pt x="252" y="132"/>
                  </a:cubicBezTo>
                  <a:cubicBezTo>
                    <a:pt x="276" y="122"/>
                    <a:pt x="291" y="109"/>
                    <a:pt x="291" y="88"/>
                  </a:cubicBezTo>
                  <a:cubicBezTo>
                    <a:pt x="291" y="56"/>
                    <a:pt x="291" y="56"/>
                    <a:pt x="291" y="56"/>
                  </a:cubicBezTo>
                  <a:cubicBezTo>
                    <a:pt x="291" y="26"/>
                    <a:pt x="258" y="2"/>
                    <a:pt x="21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3" y="0"/>
                    <a:pt x="0" y="6"/>
                    <a:pt x="0" y="27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5"/>
                    <a:pt x="3" y="213"/>
                    <a:pt x="14" y="214"/>
                  </a:cubicBezTo>
                  <a:cubicBezTo>
                    <a:pt x="77" y="214"/>
                    <a:pt x="77" y="214"/>
                    <a:pt x="77" y="214"/>
                  </a:cubicBezTo>
                  <a:cubicBezTo>
                    <a:pt x="91" y="214"/>
                    <a:pt x="93" y="205"/>
                    <a:pt x="93" y="196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4"/>
                    <a:pt x="95" y="132"/>
                    <a:pt x="96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7" y="132"/>
                    <a:pt x="158" y="134"/>
                    <a:pt x="162" y="139"/>
                  </a:cubicBezTo>
                  <a:cubicBezTo>
                    <a:pt x="196" y="203"/>
                    <a:pt x="196" y="203"/>
                    <a:pt x="196" y="203"/>
                  </a:cubicBezTo>
                  <a:cubicBezTo>
                    <a:pt x="198" y="205"/>
                    <a:pt x="205" y="215"/>
                    <a:pt x="215" y="214"/>
                  </a:cubicBezTo>
                  <a:cubicBezTo>
                    <a:pt x="283" y="214"/>
                    <a:pt x="283" y="214"/>
                    <a:pt x="283" y="214"/>
                  </a:cubicBezTo>
                  <a:cubicBezTo>
                    <a:pt x="293" y="214"/>
                    <a:pt x="297" y="204"/>
                    <a:pt x="293" y="197"/>
                  </a:cubicBezTo>
                  <a:moveTo>
                    <a:pt x="181" y="82"/>
                  </a:moveTo>
                  <a:cubicBezTo>
                    <a:pt x="95" y="82"/>
                    <a:pt x="95" y="82"/>
                    <a:pt x="95" y="82"/>
                  </a:cubicBezTo>
                  <a:cubicBezTo>
                    <a:pt x="93" y="82"/>
                    <a:pt x="92" y="80"/>
                    <a:pt x="92" y="78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2" y="52"/>
                    <a:pt x="95" y="51"/>
                    <a:pt x="95" y="51"/>
                  </a:cubicBezTo>
                  <a:cubicBezTo>
                    <a:pt x="179" y="51"/>
                    <a:pt x="179" y="51"/>
                    <a:pt x="179" y="51"/>
                  </a:cubicBezTo>
                  <a:cubicBezTo>
                    <a:pt x="194" y="51"/>
                    <a:pt x="203" y="51"/>
                    <a:pt x="203" y="66"/>
                  </a:cubicBezTo>
                  <a:cubicBezTo>
                    <a:pt x="203" y="82"/>
                    <a:pt x="194" y="82"/>
                    <a:pt x="181" y="8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8312625" y="6510958"/>
              <a:ext cx="137312" cy="124231"/>
            </a:xfrm>
            <a:custGeom>
              <a:avLst/>
              <a:gdLst>
                <a:gd name="T0" fmla="*/ 222 w 240"/>
                <a:gd name="T1" fmla="*/ 0 h 214"/>
                <a:gd name="T2" fmla="*/ 24 w 240"/>
                <a:gd name="T3" fmla="*/ 0 h 214"/>
                <a:gd name="T4" fmla="*/ 0 w 240"/>
                <a:gd name="T5" fmla="*/ 24 h 214"/>
                <a:gd name="T6" fmla="*/ 0 w 240"/>
                <a:gd name="T7" fmla="*/ 195 h 214"/>
                <a:gd name="T8" fmla="*/ 24 w 240"/>
                <a:gd name="T9" fmla="*/ 214 h 214"/>
                <a:gd name="T10" fmla="*/ 222 w 240"/>
                <a:gd name="T11" fmla="*/ 214 h 214"/>
                <a:gd name="T12" fmla="*/ 240 w 240"/>
                <a:gd name="T13" fmla="*/ 206 h 214"/>
                <a:gd name="T14" fmla="*/ 240 w 240"/>
                <a:gd name="T15" fmla="*/ 177 h 214"/>
                <a:gd name="T16" fmla="*/ 222 w 240"/>
                <a:gd name="T17" fmla="*/ 164 h 214"/>
                <a:gd name="T18" fmla="*/ 93 w 240"/>
                <a:gd name="T19" fmla="*/ 164 h 214"/>
                <a:gd name="T20" fmla="*/ 88 w 240"/>
                <a:gd name="T21" fmla="*/ 160 h 214"/>
                <a:gd name="T22" fmla="*/ 88 w 240"/>
                <a:gd name="T23" fmla="*/ 134 h 214"/>
                <a:gd name="T24" fmla="*/ 93 w 240"/>
                <a:gd name="T25" fmla="*/ 129 h 214"/>
                <a:gd name="T26" fmla="*/ 222 w 240"/>
                <a:gd name="T27" fmla="*/ 129 h 214"/>
                <a:gd name="T28" fmla="*/ 240 w 240"/>
                <a:gd name="T29" fmla="*/ 114 h 214"/>
                <a:gd name="T30" fmla="*/ 240 w 240"/>
                <a:gd name="T31" fmla="*/ 101 h 214"/>
                <a:gd name="T32" fmla="*/ 222 w 240"/>
                <a:gd name="T33" fmla="*/ 85 h 214"/>
                <a:gd name="T34" fmla="*/ 91 w 240"/>
                <a:gd name="T35" fmla="*/ 85 h 214"/>
                <a:gd name="T36" fmla="*/ 88 w 240"/>
                <a:gd name="T37" fmla="*/ 81 h 214"/>
                <a:gd name="T38" fmla="*/ 88 w 240"/>
                <a:gd name="T39" fmla="*/ 54 h 214"/>
                <a:gd name="T40" fmla="*/ 91 w 240"/>
                <a:gd name="T41" fmla="*/ 51 h 214"/>
                <a:gd name="T42" fmla="*/ 222 w 240"/>
                <a:gd name="T43" fmla="*/ 51 h 214"/>
                <a:gd name="T44" fmla="*/ 240 w 240"/>
                <a:gd name="T45" fmla="*/ 35 h 214"/>
                <a:gd name="T46" fmla="*/ 240 w 240"/>
                <a:gd name="T47" fmla="*/ 17 h 214"/>
                <a:gd name="T48" fmla="*/ 222 w 240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0" h="214">
                  <a:moveTo>
                    <a:pt x="222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9" y="0"/>
                    <a:pt x="0" y="9"/>
                    <a:pt x="0" y="24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208"/>
                    <a:pt x="10" y="214"/>
                    <a:pt x="24" y="214"/>
                  </a:cubicBezTo>
                  <a:cubicBezTo>
                    <a:pt x="222" y="214"/>
                    <a:pt x="222" y="214"/>
                    <a:pt x="222" y="214"/>
                  </a:cubicBezTo>
                  <a:cubicBezTo>
                    <a:pt x="230" y="214"/>
                    <a:pt x="240" y="214"/>
                    <a:pt x="240" y="206"/>
                  </a:cubicBezTo>
                  <a:cubicBezTo>
                    <a:pt x="240" y="177"/>
                    <a:pt x="240" y="177"/>
                    <a:pt x="240" y="177"/>
                  </a:cubicBezTo>
                  <a:cubicBezTo>
                    <a:pt x="240" y="165"/>
                    <a:pt x="230" y="164"/>
                    <a:pt x="222" y="164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0" y="164"/>
                    <a:pt x="89" y="162"/>
                    <a:pt x="88" y="160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2"/>
                    <a:pt x="90" y="129"/>
                    <a:pt x="93" y="129"/>
                  </a:cubicBezTo>
                  <a:cubicBezTo>
                    <a:pt x="222" y="129"/>
                    <a:pt x="222" y="129"/>
                    <a:pt x="222" y="129"/>
                  </a:cubicBezTo>
                  <a:cubicBezTo>
                    <a:pt x="235" y="129"/>
                    <a:pt x="240" y="125"/>
                    <a:pt x="240" y="114"/>
                  </a:cubicBezTo>
                  <a:cubicBezTo>
                    <a:pt x="240" y="101"/>
                    <a:pt x="240" y="101"/>
                    <a:pt x="240" y="101"/>
                  </a:cubicBezTo>
                  <a:cubicBezTo>
                    <a:pt x="240" y="87"/>
                    <a:pt x="234" y="85"/>
                    <a:pt x="222" y="85"/>
                  </a:cubicBezTo>
                  <a:cubicBezTo>
                    <a:pt x="91" y="85"/>
                    <a:pt x="91" y="85"/>
                    <a:pt x="91" y="85"/>
                  </a:cubicBezTo>
                  <a:cubicBezTo>
                    <a:pt x="90" y="85"/>
                    <a:pt x="88" y="85"/>
                    <a:pt x="88" y="81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8" y="52"/>
                    <a:pt x="88" y="51"/>
                    <a:pt x="91" y="51"/>
                  </a:cubicBezTo>
                  <a:cubicBezTo>
                    <a:pt x="222" y="51"/>
                    <a:pt x="222" y="51"/>
                    <a:pt x="222" y="51"/>
                  </a:cubicBezTo>
                  <a:cubicBezTo>
                    <a:pt x="234" y="51"/>
                    <a:pt x="240" y="46"/>
                    <a:pt x="240" y="35"/>
                  </a:cubicBezTo>
                  <a:cubicBezTo>
                    <a:pt x="240" y="17"/>
                    <a:pt x="240" y="17"/>
                    <a:pt x="240" y="17"/>
                  </a:cubicBezTo>
                  <a:cubicBezTo>
                    <a:pt x="240" y="4"/>
                    <a:pt x="234" y="0"/>
                    <a:pt x="222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4" name="Freeform 11"/>
            <p:cNvSpPr>
              <a:spLocks noEditPoints="1"/>
            </p:cNvSpPr>
            <p:nvPr userDrawn="1"/>
          </p:nvSpPr>
          <p:spPr bwMode="auto">
            <a:xfrm>
              <a:off x="7836846" y="6510599"/>
              <a:ext cx="184391" cy="124591"/>
            </a:xfrm>
            <a:custGeom>
              <a:avLst/>
              <a:gdLst>
                <a:gd name="T0" fmla="*/ 237 w 322"/>
                <a:gd name="T1" fmla="*/ 21 h 215"/>
                <a:gd name="T2" fmla="*/ 204 w 322"/>
                <a:gd name="T3" fmla="*/ 1 h 215"/>
                <a:gd name="T4" fmla="*/ 121 w 322"/>
                <a:gd name="T5" fmla="*/ 1 h 215"/>
                <a:gd name="T6" fmla="*/ 86 w 322"/>
                <a:gd name="T7" fmla="*/ 23 h 215"/>
                <a:gd name="T8" fmla="*/ 5 w 322"/>
                <a:gd name="T9" fmla="*/ 194 h 215"/>
                <a:gd name="T10" fmla="*/ 13 w 322"/>
                <a:gd name="T11" fmla="*/ 215 h 215"/>
                <a:gd name="T12" fmla="*/ 62 w 322"/>
                <a:gd name="T13" fmla="*/ 215 h 215"/>
                <a:gd name="T14" fmla="*/ 77 w 322"/>
                <a:gd name="T15" fmla="*/ 207 h 215"/>
                <a:gd name="T16" fmla="*/ 91 w 322"/>
                <a:gd name="T17" fmla="*/ 174 h 215"/>
                <a:gd name="T18" fmla="*/ 203 w 322"/>
                <a:gd name="T19" fmla="*/ 175 h 215"/>
                <a:gd name="T20" fmla="*/ 221 w 322"/>
                <a:gd name="T21" fmla="*/ 207 h 215"/>
                <a:gd name="T22" fmla="*/ 240 w 322"/>
                <a:gd name="T23" fmla="*/ 215 h 215"/>
                <a:gd name="T24" fmla="*/ 307 w 322"/>
                <a:gd name="T25" fmla="*/ 215 h 215"/>
                <a:gd name="T26" fmla="*/ 317 w 322"/>
                <a:gd name="T27" fmla="*/ 194 h 215"/>
                <a:gd name="T28" fmla="*/ 237 w 322"/>
                <a:gd name="T29" fmla="*/ 21 h 215"/>
                <a:gd name="T30" fmla="*/ 180 w 322"/>
                <a:gd name="T31" fmla="*/ 127 h 215"/>
                <a:gd name="T32" fmla="*/ 114 w 322"/>
                <a:gd name="T33" fmla="*/ 127 h 215"/>
                <a:gd name="T34" fmla="*/ 113 w 322"/>
                <a:gd name="T35" fmla="*/ 124 h 215"/>
                <a:gd name="T36" fmla="*/ 146 w 322"/>
                <a:gd name="T37" fmla="*/ 52 h 215"/>
                <a:gd name="T38" fmla="*/ 150 w 322"/>
                <a:gd name="T39" fmla="*/ 52 h 215"/>
                <a:gd name="T40" fmla="*/ 182 w 322"/>
                <a:gd name="T41" fmla="*/ 124 h 215"/>
                <a:gd name="T42" fmla="*/ 180 w 322"/>
                <a:gd name="T43" fmla="*/ 12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2" h="215">
                  <a:moveTo>
                    <a:pt x="237" y="21"/>
                  </a:moveTo>
                  <a:cubicBezTo>
                    <a:pt x="227" y="2"/>
                    <a:pt x="214" y="1"/>
                    <a:pt x="204" y="1"/>
                  </a:cubicBezTo>
                  <a:cubicBezTo>
                    <a:pt x="121" y="1"/>
                    <a:pt x="121" y="1"/>
                    <a:pt x="121" y="1"/>
                  </a:cubicBezTo>
                  <a:cubicBezTo>
                    <a:pt x="108" y="0"/>
                    <a:pt x="91" y="12"/>
                    <a:pt x="86" y="23"/>
                  </a:cubicBezTo>
                  <a:cubicBezTo>
                    <a:pt x="5" y="194"/>
                    <a:pt x="5" y="194"/>
                    <a:pt x="5" y="194"/>
                  </a:cubicBezTo>
                  <a:cubicBezTo>
                    <a:pt x="0" y="202"/>
                    <a:pt x="3" y="215"/>
                    <a:pt x="13" y="215"/>
                  </a:cubicBezTo>
                  <a:cubicBezTo>
                    <a:pt x="62" y="215"/>
                    <a:pt x="62" y="215"/>
                    <a:pt x="62" y="215"/>
                  </a:cubicBezTo>
                  <a:cubicBezTo>
                    <a:pt x="71" y="215"/>
                    <a:pt x="75" y="210"/>
                    <a:pt x="77" y="207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203" y="175"/>
                    <a:pt x="203" y="175"/>
                    <a:pt x="203" y="17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24" y="212"/>
                    <a:pt x="232" y="215"/>
                    <a:pt x="240" y="215"/>
                  </a:cubicBezTo>
                  <a:cubicBezTo>
                    <a:pt x="307" y="215"/>
                    <a:pt x="307" y="215"/>
                    <a:pt x="307" y="215"/>
                  </a:cubicBezTo>
                  <a:cubicBezTo>
                    <a:pt x="322" y="215"/>
                    <a:pt x="322" y="202"/>
                    <a:pt x="317" y="194"/>
                  </a:cubicBezTo>
                  <a:lnTo>
                    <a:pt x="237" y="21"/>
                  </a:lnTo>
                  <a:close/>
                  <a:moveTo>
                    <a:pt x="180" y="127"/>
                  </a:moveTo>
                  <a:cubicBezTo>
                    <a:pt x="114" y="127"/>
                    <a:pt x="114" y="127"/>
                    <a:pt x="114" y="127"/>
                  </a:cubicBezTo>
                  <a:cubicBezTo>
                    <a:pt x="111" y="127"/>
                    <a:pt x="111" y="125"/>
                    <a:pt x="113" y="124"/>
                  </a:cubicBezTo>
                  <a:cubicBezTo>
                    <a:pt x="146" y="52"/>
                    <a:pt x="146" y="52"/>
                    <a:pt x="146" y="52"/>
                  </a:cubicBezTo>
                  <a:cubicBezTo>
                    <a:pt x="147" y="50"/>
                    <a:pt x="149" y="48"/>
                    <a:pt x="150" y="52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4" y="126"/>
                    <a:pt x="182" y="127"/>
                    <a:pt x="180" y="127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auto">
            <a:xfrm>
              <a:off x="8132870" y="6510958"/>
              <a:ext cx="161922" cy="124591"/>
            </a:xfrm>
            <a:custGeom>
              <a:avLst/>
              <a:gdLst>
                <a:gd name="T0" fmla="*/ 264 w 283"/>
                <a:gd name="T1" fmla="*/ 0 h 215"/>
                <a:gd name="T2" fmla="*/ 21 w 283"/>
                <a:gd name="T3" fmla="*/ 0 h 215"/>
                <a:gd name="T4" fmla="*/ 0 w 283"/>
                <a:gd name="T5" fmla="*/ 17 h 215"/>
                <a:gd name="T6" fmla="*/ 0 w 283"/>
                <a:gd name="T7" fmla="*/ 36 h 215"/>
                <a:gd name="T8" fmla="*/ 17 w 283"/>
                <a:gd name="T9" fmla="*/ 51 h 215"/>
                <a:gd name="T10" fmla="*/ 95 w 283"/>
                <a:gd name="T11" fmla="*/ 51 h 215"/>
                <a:gd name="T12" fmla="*/ 95 w 283"/>
                <a:gd name="T13" fmla="*/ 199 h 215"/>
                <a:gd name="T14" fmla="*/ 111 w 283"/>
                <a:gd name="T15" fmla="*/ 214 h 215"/>
                <a:gd name="T16" fmla="*/ 175 w 283"/>
                <a:gd name="T17" fmla="*/ 214 h 215"/>
                <a:gd name="T18" fmla="*/ 192 w 283"/>
                <a:gd name="T19" fmla="*/ 198 h 215"/>
                <a:gd name="T20" fmla="*/ 192 w 283"/>
                <a:gd name="T21" fmla="*/ 51 h 215"/>
                <a:gd name="T22" fmla="*/ 267 w 283"/>
                <a:gd name="T23" fmla="*/ 51 h 215"/>
                <a:gd name="T24" fmla="*/ 283 w 283"/>
                <a:gd name="T25" fmla="*/ 35 h 215"/>
                <a:gd name="T26" fmla="*/ 283 w 283"/>
                <a:gd name="T27" fmla="*/ 17 h 215"/>
                <a:gd name="T28" fmla="*/ 264 w 283"/>
                <a:gd name="T29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3" h="215">
                  <a:moveTo>
                    <a:pt x="26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4" y="0"/>
                    <a:pt x="0" y="8"/>
                    <a:pt x="0" y="1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3"/>
                    <a:pt x="6" y="51"/>
                    <a:pt x="17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7"/>
                    <a:pt x="102" y="214"/>
                    <a:pt x="111" y="214"/>
                  </a:cubicBezTo>
                  <a:cubicBezTo>
                    <a:pt x="175" y="214"/>
                    <a:pt x="175" y="214"/>
                    <a:pt x="175" y="214"/>
                  </a:cubicBezTo>
                  <a:cubicBezTo>
                    <a:pt x="190" y="215"/>
                    <a:pt x="192" y="206"/>
                    <a:pt x="192" y="198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267" y="51"/>
                    <a:pt x="267" y="51"/>
                    <a:pt x="267" y="51"/>
                  </a:cubicBezTo>
                  <a:cubicBezTo>
                    <a:pt x="277" y="51"/>
                    <a:pt x="283" y="46"/>
                    <a:pt x="283" y="35"/>
                  </a:cubicBezTo>
                  <a:cubicBezTo>
                    <a:pt x="283" y="17"/>
                    <a:pt x="283" y="17"/>
                    <a:pt x="283" y="17"/>
                  </a:cubicBezTo>
                  <a:cubicBezTo>
                    <a:pt x="282" y="8"/>
                    <a:pt x="278" y="0"/>
                    <a:pt x="264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8032294" y="6510958"/>
              <a:ext cx="132676" cy="124231"/>
            </a:xfrm>
            <a:custGeom>
              <a:avLst/>
              <a:gdLst>
                <a:gd name="T0" fmla="*/ 215 w 232"/>
                <a:gd name="T1" fmla="*/ 173 h 214"/>
                <a:gd name="T2" fmla="*/ 93 w 232"/>
                <a:gd name="T3" fmla="*/ 173 h 214"/>
                <a:gd name="T4" fmla="*/ 93 w 232"/>
                <a:gd name="T5" fmla="*/ 26 h 214"/>
                <a:gd name="T6" fmla="*/ 67 w 232"/>
                <a:gd name="T7" fmla="*/ 0 h 214"/>
                <a:gd name="T8" fmla="*/ 26 w 232"/>
                <a:gd name="T9" fmla="*/ 0 h 214"/>
                <a:gd name="T10" fmla="*/ 0 w 232"/>
                <a:gd name="T11" fmla="*/ 26 h 214"/>
                <a:gd name="T12" fmla="*/ 0 w 232"/>
                <a:gd name="T13" fmla="*/ 192 h 214"/>
                <a:gd name="T14" fmla="*/ 24 w 232"/>
                <a:gd name="T15" fmla="*/ 214 h 214"/>
                <a:gd name="T16" fmla="*/ 216 w 232"/>
                <a:gd name="T17" fmla="*/ 214 h 214"/>
                <a:gd name="T18" fmla="*/ 232 w 232"/>
                <a:gd name="T19" fmla="*/ 206 h 214"/>
                <a:gd name="T20" fmla="*/ 232 w 232"/>
                <a:gd name="T21" fmla="*/ 186 h 214"/>
                <a:gd name="T22" fmla="*/ 215 w 232"/>
                <a:gd name="T23" fmla="*/ 17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2" h="214">
                  <a:moveTo>
                    <a:pt x="215" y="173"/>
                  </a:moveTo>
                  <a:cubicBezTo>
                    <a:pt x="93" y="173"/>
                    <a:pt x="93" y="173"/>
                    <a:pt x="93" y="173"/>
                  </a:cubicBezTo>
                  <a:cubicBezTo>
                    <a:pt x="93" y="26"/>
                    <a:pt x="93" y="26"/>
                    <a:pt x="93" y="26"/>
                  </a:cubicBezTo>
                  <a:cubicBezTo>
                    <a:pt x="92" y="2"/>
                    <a:pt x="78" y="0"/>
                    <a:pt x="67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5" y="0"/>
                    <a:pt x="0" y="14"/>
                    <a:pt x="0" y="2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03"/>
                    <a:pt x="7" y="214"/>
                    <a:pt x="24" y="214"/>
                  </a:cubicBezTo>
                  <a:cubicBezTo>
                    <a:pt x="216" y="214"/>
                    <a:pt x="216" y="214"/>
                    <a:pt x="216" y="214"/>
                  </a:cubicBezTo>
                  <a:cubicBezTo>
                    <a:pt x="223" y="214"/>
                    <a:pt x="230" y="213"/>
                    <a:pt x="232" y="206"/>
                  </a:cubicBezTo>
                  <a:cubicBezTo>
                    <a:pt x="232" y="186"/>
                    <a:pt x="232" y="186"/>
                    <a:pt x="232" y="186"/>
                  </a:cubicBezTo>
                  <a:cubicBezTo>
                    <a:pt x="231" y="175"/>
                    <a:pt x="222" y="173"/>
                    <a:pt x="215" y="173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7641755" y="6684738"/>
              <a:ext cx="59561" cy="70015"/>
            </a:xfrm>
            <a:custGeom>
              <a:avLst/>
              <a:gdLst>
                <a:gd name="T0" fmla="*/ 87 w 104"/>
                <a:gd name="T1" fmla="*/ 33 h 121"/>
                <a:gd name="T2" fmla="*/ 66 w 104"/>
                <a:gd name="T3" fmla="*/ 25 h 121"/>
                <a:gd name="T4" fmla="*/ 51 w 104"/>
                <a:gd name="T5" fmla="*/ 35 h 121"/>
                <a:gd name="T6" fmla="*/ 63 w 104"/>
                <a:gd name="T7" fmla="*/ 46 h 121"/>
                <a:gd name="T8" fmla="*/ 71 w 104"/>
                <a:gd name="T9" fmla="*/ 48 h 121"/>
                <a:gd name="T10" fmla="*/ 97 w 104"/>
                <a:gd name="T11" fmla="*/ 79 h 121"/>
                <a:gd name="T12" fmla="*/ 78 w 104"/>
                <a:gd name="T13" fmla="*/ 111 h 121"/>
                <a:gd name="T14" fmla="*/ 41 w 104"/>
                <a:gd name="T15" fmla="*/ 121 h 121"/>
                <a:gd name="T16" fmla="*/ 0 w 104"/>
                <a:gd name="T17" fmla="*/ 108 h 121"/>
                <a:gd name="T18" fmla="*/ 18 w 104"/>
                <a:gd name="T19" fmla="*/ 84 h 121"/>
                <a:gd name="T20" fmla="*/ 44 w 104"/>
                <a:gd name="T21" fmla="*/ 96 h 121"/>
                <a:gd name="T22" fmla="*/ 62 w 104"/>
                <a:gd name="T23" fmla="*/ 84 h 121"/>
                <a:gd name="T24" fmla="*/ 45 w 104"/>
                <a:gd name="T25" fmla="*/ 71 h 121"/>
                <a:gd name="T26" fmla="*/ 16 w 104"/>
                <a:gd name="T27" fmla="*/ 38 h 121"/>
                <a:gd name="T28" fmla="*/ 66 w 104"/>
                <a:gd name="T29" fmla="*/ 0 h 121"/>
                <a:gd name="T30" fmla="*/ 104 w 104"/>
                <a:gd name="T31" fmla="*/ 9 h 121"/>
                <a:gd name="T32" fmla="*/ 87 w 104"/>
                <a:gd name="T33" fmla="*/ 3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21">
                  <a:moveTo>
                    <a:pt x="87" y="33"/>
                  </a:moveTo>
                  <a:cubicBezTo>
                    <a:pt x="81" y="28"/>
                    <a:pt x="74" y="25"/>
                    <a:pt x="66" y="25"/>
                  </a:cubicBezTo>
                  <a:cubicBezTo>
                    <a:pt x="61" y="25"/>
                    <a:pt x="52" y="28"/>
                    <a:pt x="51" y="35"/>
                  </a:cubicBezTo>
                  <a:cubicBezTo>
                    <a:pt x="50" y="41"/>
                    <a:pt x="58" y="44"/>
                    <a:pt x="63" y="46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88" y="53"/>
                    <a:pt x="100" y="61"/>
                    <a:pt x="97" y="79"/>
                  </a:cubicBezTo>
                  <a:cubicBezTo>
                    <a:pt x="95" y="91"/>
                    <a:pt x="90" y="103"/>
                    <a:pt x="78" y="111"/>
                  </a:cubicBezTo>
                  <a:cubicBezTo>
                    <a:pt x="67" y="118"/>
                    <a:pt x="54" y="121"/>
                    <a:pt x="41" y="121"/>
                  </a:cubicBezTo>
                  <a:cubicBezTo>
                    <a:pt x="25" y="121"/>
                    <a:pt x="11" y="116"/>
                    <a:pt x="0" y="108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25" y="91"/>
                    <a:pt x="33" y="96"/>
                    <a:pt x="44" y="96"/>
                  </a:cubicBezTo>
                  <a:cubicBezTo>
                    <a:pt x="52" y="96"/>
                    <a:pt x="61" y="92"/>
                    <a:pt x="62" y="84"/>
                  </a:cubicBezTo>
                  <a:cubicBezTo>
                    <a:pt x="64" y="76"/>
                    <a:pt x="51" y="73"/>
                    <a:pt x="45" y="71"/>
                  </a:cubicBezTo>
                  <a:cubicBezTo>
                    <a:pt x="25" y="66"/>
                    <a:pt x="13" y="61"/>
                    <a:pt x="16" y="38"/>
                  </a:cubicBezTo>
                  <a:cubicBezTo>
                    <a:pt x="20" y="15"/>
                    <a:pt x="41" y="0"/>
                    <a:pt x="66" y="0"/>
                  </a:cubicBezTo>
                  <a:cubicBezTo>
                    <a:pt x="79" y="0"/>
                    <a:pt x="93" y="3"/>
                    <a:pt x="104" y="9"/>
                  </a:cubicBezTo>
                  <a:lnTo>
                    <a:pt x="87" y="3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7704527" y="6708077"/>
              <a:ext cx="59205" cy="46677"/>
            </a:xfrm>
            <a:custGeom>
              <a:avLst/>
              <a:gdLst>
                <a:gd name="T0" fmla="*/ 43 w 103"/>
                <a:gd name="T1" fmla="*/ 0 h 81"/>
                <a:gd name="T2" fmla="*/ 36 w 103"/>
                <a:gd name="T3" fmla="*/ 42 h 81"/>
                <a:gd name="T4" fmla="*/ 48 w 103"/>
                <a:gd name="T5" fmla="*/ 59 h 81"/>
                <a:gd name="T6" fmla="*/ 66 w 103"/>
                <a:gd name="T7" fmla="*/ 42 h 81"/>
                <a:gd name="T8" fmla="*/ 73 w 103"/>
                <a:gd name="T9" fmla="*/ 0 h 81"/>
                <a:gd name="T10" fmla="*/ 103 w 103"/>
                <a:gd name="T11" fmla="*/ 0 h 81"/>
                <a:gd name="T12" fmla="*/ 95 w 103"/>
                <a:gd name="T13" fmla="*/ 47 h 81"/>
                <a:gd name="T14" fmla="*/ 44 w 103"/>
                <a:gd name="T15" fmla="*/ 81 h 81"/>
                <a:gd name="T16" fmla="*/ 5 w 103"/>
                <a:gd name="T17" fmla="*/ 47 h 81"/>
                <a:gd name="T18" fmla="*/ 13 w 103"/>
                <a:gd name="T19" fmla="*/ 0 h 81"/>
                <a:gd name="T20" fmla="*/ 43 w 103"/>
                <a:gd name="T2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81">
                  <a:moveTo>
                    <a:pt x="43" y="0"/>
                  </a:moveTo>
                  <a:cubicBezTo>
                    <a:pt x="36" y="42"/>
                    <a:pt x="36" y="42"/>
                    <a:pt x="36" y="42"/>
                  </a:cubicBezTo>
                  <a:cubicBezTo>
                    <a:pt x="34" y="52"/>
                    <a:pt x="35" y="59"/>
                    <a:pt x="48" y="59"/>
                  </a:cubicBezTo>
                  <a:cubicBezTo>
                    <a:pt x="60" y="59"/>
                    <a:pt x="64" y="52"/>
                    <a:pt x="66" y="4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95" y="47"/>
                    <a:pt x="95" y="47"/>
                    <a:pt x="95" y="47"/>
                  </a:cubicBezTo>
                  <a:cubicBezTo>
                    <a:pt x="91" y="73"/>
                    <a:pt x="70" y="81"/>
                    <a:pt x="44" y="81"/>
                  </a:cubicBezTo>
                  <a:cubicBezTo>
                    <a:pt x="19" y="81"/>
                    <a:pt x="0" y="73"/>
                    <a:pt x="5" y="47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7769795" y="6707358"/>
              <a:ext cx="44225" cy="45600"/>
            </a:xfrm>
            <a:custGeom>
              <a:avLst/>
              <a:gdLst>
                <a:gd name="T0" fmla="*/ 41 w 77"/>
                <a:gd name="T1" fmla="*/ 14 h 79"/>
                <a:gd name="T2" fmla="*/ 42 w 77"/>
                <a:gd name="T3" fmla="*/ 14 h 79"/>
                <a:gd name="T4" fmla="*/ 72 w 77"/>
                <a:gd name="T5" fmla="*/ 0 h 79"/>
                <a:gd name="T6" fmla="*/ 77 w 77"/>
                <a:gd name="T7" fmla="*/ 0 h 79"/>
                <a:gd name="T8" fmla="*/ 73 w 77"/>
                <a:gd name="T9" fmla="*/ 26 h 79"/>
                <a:gd name="T10" fmla="*/ 60 w 77"/>
                <a:gd name="T11" fmla="*/ 24 h 79"/>
                <a:gd name="T12" fmla="*/ 36 w 77"/>
                <a:gd name="T13" fmla="*/ 48 h 79"/>
                <a:gd name="T14" fmla="*/ 30 w 77"/>
                <a:gd name="T15" fmla="*/ 79 h 79"/>
                <a:gd name="T16" fmla="*/ 0 w 77"/>
                <a:gd name="T17" fmla="*/ 79 h 79"/>
                <a:gd name="T18" fmla="*/ 13 w 77"/>
                <a:gd name="T19" fmla="*/ 1 h 79"/>
                <a:gd name="T20" fmla="*/ 44 w 77"/>
                <a:gd name="T21" fmla="*/ 1 h 79"/>
                <a:gd name="T22" fmla="*/ 41 w 77"/>
                <a:gd name="T23" fmla="*/ 1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79">
                  <a:moveTo>
                    <a:pt x="41" y="14"/>
                  </a:moveTo>
                  <a:cubicBezTo>
                    <a:pt x="42" y="14"/>
                    <a:pt x="42" y="14"/>
                    <a:pt x="42" y="14"/>
                  </a:cubicBezTo>
                  <a:cubicBezTo>
                    <a:pt x="49" y="4"/>
                    <a:pt x="60" y="0"/>
                    <a:pt x="72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69" y="24"/>
                    <a:pt x="65" y="24"/>
                    <a:pt x="60" y="24"/>
                  </a:cubicBezTo>
                  <a:cubicBezTo>
                    <a:pt x="44" y="24"/>
                    <a:pt x="38" y="34"/>
                    <a:pt x="36" y="48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44" y="1"/>
                    <a:pt x="44" y="1"/>
                    <a:pt x="44" y="1"/>
                  </a:cubicBezTo>
                  <a:lnTo>
                    <a:pt x="41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7820797" y="6678993"/>
              <a:ext cx="41729" cy="73964"/>
            </a:xfrm>
            <a:custGeom>
              <a:avLst/>
              <a:gdLst>
                <a:gd name="T0" fmla="*/ 31 w 73"/>
                <a:gd name="T1" fmla="*/ 128 h 128"/>
                <a:gd name="T2" fmla="*/ 1 w 73"/>
                <a:gd name="T3" fmla="*/ 128 h 128"/>
                <a:gd name="T4" fmla="*/ 10 w 73"/>
                <a:gd name="T5" fmla="*/ 73 h 128"/>
                <a:gd name="T6" fmla="*/ 0 w 73"/>
                <a:gd name="T7" fmla="*/ 73 h 128"/>
                <a:gd name="T8" fmla="*/ 3 w 73"/>
                <a:gd name="T9" fmla="*/ 50 h 128"/>
                <a:gd name="T10" fmla="*/ 14 w 73"/>
                <a:gd name="T11" fmla="*/ 50 h 128"/>
                <a:gd name="T12" fmla="*/ 16 w 73"/>
                <a:gd name="T13" fmla="*/ 40 h 128"/>
                <a:gd name="T14" fmla="*/ 29 w 73"/>
                <a:gd name="T15" fmla="*/ 12 h 128"/>
                <a:gd name="T16" fmla="*/ 61 w 73"/>
                <a:gd name="T17" fmla="*/ 0 h 128"/>
                <a:gd name="T18" fmla="*/ 73 w 73"/>
                <a:gd name="T19" fmla="*/ 2 h 128"/>
                <a:gd name="T20" fmla="*/ 69 w 73"/>
                <a:gd name="T21" fmla="*/ 26 h 128"/>
                <a:gd name="T22" fmla="*/ 59 w 73"/>
                <a:gd name="T23" fmla="*/ 24 h 128"/>
                <a:gd name="T24" fmla="*/ 46 w 73"/>
                <a:gd name="T25" fmla="*/ 37 h 128"/>
                <a:gd name="T26" fmla="*/ 44 w 73"/>
                <a:gd name="T27" fmla="*/ 50 h 128"/>
                <a:gd name="T28" fmla="*/ 65 w 73"/>
                <a:gd name="T29" fmla="*/ 50 h 128"/>
                <a:gd name="T30" fmla="*/ 61 w 73"/>
                <a:gd name="T31" fmla="*/ 73 h 128"/>
                <a:gd name="T32" fmla="*/ 40 w 73"/>
                <a:gd name="T33" fmla="*/ 73 h 128"/>
                <a:gd name="T34" fmla="*/ 31 w 73"/>
                <a:gd name="T3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" h="128">
                  <a:moveTo>
                    <a:pt x="31" y="128"/>
                  </a:moveTo>
                  <a:cubicBezTo>
                    <a:pt x="1" y="128"/>
                    <a:pt x="1" y="128"/>
                    <a:pt x="1" y="128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8" y="29"/>
                    <a:pt x="19" y="21"/>
                    <a:pt x="29" y="12"/>
                  </a:cubicBezTo>
                  <a:cubicBezTo>
                    <a:pt x="38" y="4"/>
                    <a:pt x="49" y="0"/>
                    <a:pt x="61" y="0"/>
                  </a:cubicBezTo>
                  <a:cubicBezTo>
                    <a:pt x="65" y="0"/>
                    <a:pt x="69" y="0"/>
                    <a:pt x="73" y="2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6" y="25"/>
                    <a:pt x="63" y="24"/>
                    <a:pt x="59" y="24"/>
                  </a:cubicBezTo>
                  <a:cubicBezTo>
                    <a:pt x="51" y="24"/>
                    <a:pt x="48" y="28"/>
                    <a:pt x="46" y="3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40" y="73"/>
                    <a:pt x="40" y="73"/>
                    <a:pt x="40" y="73"/>
                  </a:cubicBezTo>
                  <a:lnTo>
                    <a:pt x="31" y="1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1" name="Freeform 18"/>
            <p:cNvSpPr>
              <a:spLocks noEditPoints="1"/>
            </p:cNvSpPr>
            <p:nvPr userDrawn="1"/>
          </p:nvSpPr>
          <p:spPr bwMode="auto">
            <a:xfrm>
              <a:off x="7857532" y="6706281"/>
              <a:ext cx="62415" cy="48472"/>
            </a:xfrm>
            <a:custGeom>
              <a:avLst/>
              <a:gdLst>
                <a:gd name="T0" fmla="*/ 96 w 109"/>
                <a:gd name="T1" fmla="*/ 81 h 84"/>
                <a:gd name="T2" fmla="*/ 66 w 109"/>
                <a:gd name="T3" fmla="*/ 81 h 84"/>
                <a:gd name="T4" fmla="*/ 67 w 109"/>
                <a:gd name="T5" fmla="*/ 73 h 84"/>
                <a:gd name="T6" fmla="*/ 67 w 109"/>
                <a:gd name="T7" fmla="*/ 73 h 84"/>
                <a:gd name="T8" fmla="*/ 39 w 109"/>
                <a:gd name="T9" fmla="*/ 84 h 84"/>
                <a:gd name="T10" fmla="*/ 4 w 109"/>
                <a:gd name="T11" fmla="*/ 42 h 84"/>
                <a:gd name="T12" fmla="*/ 53 w 109"/>
                <a:gd name="T13" fmla="*/ 0 h 84"/>
                <a:gd name="T14" fmla="*/ 78 w 109"/>
                <a:gd name="T15" fmla="*/ 10 h 84"/>
                <a:gd name="T16" fmla="*/ 79 w 109"/>
                <a:gd name="T17" fmla="*/ 3 h 84"/>
                <a:gd name="T18" fmla="*/ 109 w 109"/>
                <a:gd name="T19" fmla="*/ 3 h 84"/>
                <a:gd name="T20" fmla="*/ 96 w 109"/>
                <a:gd name="T21" fmla="*/ 81 h 84"/>
                <a:gd name="T22" fmla="*/ 35 w 109"/>
                <a:gd name="T23" fmla="*/ 42 h 84"/>
                <a:gd name="T24" fmla="*/ 51 w 109"/>
                <a:gd name="T25" fmla="*/ 60 h 84"/>
                <a:gd name="T26" fmla="*/ 73 w 109"/>
                <a:gd name="T27" fmla="*/ 42 h 84"/>
                <a:gd name="T28" fmla="*/ 57 w 109"/>
                <a:gd name="T29" fmla="*/ 24 h 84"/>
                <a:gd name="T30" fmla="*/ 35 w 109"/>
                <a:gd name="T31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9" h="84">
                  <a:moveTo>
                    <a:pt x="96" y="81"/>
                  </a:moveTo>
                  <a:cubicBezTo>
                    <a:pt x="66" y="81"/>
                    <a:pt x="66" y="81"/>
                    <a:pt x="66" y="81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0" y="80"/>
                    <a:pt x="49" y="84"/>
                    <a:pt x="39" y="84"/>
                  </a:cubicBezTo>
                  <a:cubicBezTo>
                    <a:pt x="14" y="84"/>
                    <a:pt x="0" y="64"/>
                    <a:pt x="4" y="42"/>
                  </a:cubicBezTo>
                  <a:cubicBezTo>
                    <a:pt x="7" y="19"/>
                    <a:pt x="28" y="0"/>
                    <a:pt x="53" y="0"/>
                  </a:cubicBezTo>
                  <a:cubicBezTo>
                    <a:pt x="63" y="0"/>
                    <a:pt x="73" y="3"/>
                    <a:pt x="78" y="10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109" y="3"/>
                    <a:pt x="109" y="3"/>
                    <a:pt x="109" y="3"/>
                  </a:cubicBezTo>
                  <a:lnTo>
                    <a:pt x="96" y="81"/>
                  </a:lnTo>
                  <a:close/>
                  <a:moveTo>
                    <a:pt x="35" y="42"/>
                  </a:moveTo>
                  <a:cubicBezTo>
                    <a:pt x="33" y="52"/>
                    <a:pt x="39" y="60"/>
                    <a:pt x="51" y="60"/>
                  </a:cubicBezTo>
                  <a:cubicBezTo>
                    <a:pt x="63" y="60"/>
                    <a:pt x="72" y="52"/>
                    <a:pt x="73" y="42"/>
                  </a:cubicBezTo>
                  <a:cubicBezTo>
                    <a:pt x="75" y="32"/>
                    <a:pt x="69" y="24"/>
                    <a:pt x="57" y="24"/>
                  </a:cubicBezTo>
                  <a:cubicBezTo>
                    <a:pt x="45" y="24"/>
                    <a:pt x="36" y="32"/>
                    <a:pt x="35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7924583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59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59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3" name="Freeform 20"/>
            <p:cNvSpPr>
              <a:spLocks noEditPoints="1"/>
            </p:cNvSpPr>
            <p:nvPr userDrawn="1"/>
          </p:nvSpPr>
          <p:spPr bwMode="auto">
            <a:xfrm>
              <a:off x="7973089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50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8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8075092" y="6686534"/>
              <a:ext cx="52072" cy="66424"/>
            </a:xfrm>
            <a:custGeom>
              <a:avLst/>
              <a:gdLst>
                <a:gd name="T0" fmla="*/ 71 w 146"/>
                <a:gd name="T1" fmla="*/ 185 h 185"/>
                <a:gd name="T2" fmla="*/ 19 w 146"/>
                <a:gd name="T3" fmla="*/ 185 h 185"/>
                <a:gd name="T4" fmla="*/ 43 w 146"/>
                <a:gd name="T5" fmla="*/ 40 h 185"/>
                <a:gd name="T6" fmla="*/ 0 w 146"/>
                <a:gd name="T7" fmla="*/ 40 h 185"/>
                <a:gd name="T8" fmla="*/ 8 w 146"/>
                <a:gd name="T9" fmla="*/ 0 h 185"/>
                <a:gd name="T10" fmla="*/ 146 w 146"/>
                <a:gd name="T11" fmla="*/ 0 h 185"/>
                <a:gd name="T12" fmla="*/ 138 w 146"/>
                <a:gd name="T13" fmla="*/ 40 h 185"/>
                <a:gd name="T14" fmla="*/ 95 w 146"/>
                <a:gd name="T15" fmla="*/ 40 h 185"/>
                <a:gd name="T16" fmla="*/ 71 w 146"/>
                <a:gd name="T17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185">
                  <a:moveTo>
                    <a:pt x="71" y="185"/>
                  </a:moveTo>
                  <a:lnTo>
                    <a:pt x="19" y="185"/>
                  </a:lnTo>
                  <a:lnTo>
                    <a:pt x="43" y="40"/>
                  </a:lnTo>
                  <a:lnTo>
                    <a:pt x="0" y="40"/>
                  </a:lnTo>
                  <a:lnTo>
                    <a:pt x="8" y="0"/>
                  </a:lnTo>
                  <a:lnTo>
                    <a:pt x="146" y="0"/>
                  </a:lnTo>
                  <a:lnTo>
                    <a:pt x="138" y="40"/>
                  </a:lnTo>
                  <a:lnTo>
                    <a:pt x="95" y="40"/>
                  </a:lnTo>
                  <a:lnTo>
                    <a:pt x="71" y="18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5" name="Freeform 22"/>
            <p:cNvSpPr>
              <a:spLocks noEditPoints="1"/>
            </p:cNvSpPr>
            <p:nvPr userDrawn="1"/>
          </p:nvSpPr>
          <p:spPr bwMode="auto">
            <a:xfrm>
              <a:off x="8113968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49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7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49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7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8174599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60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60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7" name="Freeform 24"/>
            <p:cNvSpPr>
              <a:spLocks/>
            </p:cNvSpPr>
            <p:nvPr userDrawn="1"/>
          </p:nvSpPr>
          <p:spPr bwMode="auto">
            <a:xfrm>
              <a:off x="8225601" y="6679711"/>
              <a:ext cx="57778" cy="73246"/>
            </a:xfrm>
            <a:custGeom>
              <a:avLst/>
              <a:gdLst>
                <a:gd name="T0" fmla="*/ 52 w 101"/>
                <a:gd name="T1" fmla="*/ 0 h 127"/>
                <a:gd name="T2" fmla="*/ 42 w 101"/>
                <a:gd name="T3" fmla="*/ 59 h 127"/>
                <a:gd name="T4" fmla="*/ 42 w 101"/>
                <a:gd name="T5" fmla="*/ 59 h 127"/>
                <a:gd name="T6" fmla="*/ 71 w 101"/>
                <a:gd name="T7" fmla="*/ 46 h 127"/>
                <a:gd name="T8" fmla="*/ 98 w 101"/>
                <a:gd name="T9" fmla="*/ 79 h 127"/>
                <a:gd name="T10" fmla="*/ 89 w 101"/>
                <a:gd name="T11" fmla="*/ 127 h 127"/>
                <a:gd name="T12" fmla="*/ 59 w 101"/>
                <a:gd name="T13" fmla="*/ 127 h 127"/>
                <a:gd name="T14" fmla="*/ 66 w 101"/>
                <a:gd name="T15" fmla="*/ 87 h 127"/>
                <a:gd name="T16" fmla="*/ 56 w 101"/>
                <a:gd name="T17" fmla="*/ 68 h 127"/>
                <a:gd name="T18" fmla="*/ 37 w 101"/>
                <a:gd name="T19" fmla="*/ 87 h 127"/>
                <a:gd name="T20" fmla="*/ 30 w 101"/>
                <a:gd name="T21" fmla="*/ 127 h 127"/>
                <a:gd name="T22" fmla="*/ 0 w 101"/>
                <a:gd name="T23" fmla="*/ 127 h 127"/>
                <a:gd name="T24" fmla="*/ 22 w 101"/>
                <a:gd name="T25" fmla="*/ 0 h 127"/>
                <a:gd name="T26" fmla="*/ 52 w 101"/>
                <a:gd name="T2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27">
                  <a:moveTo>
                    <a:pt x="52" y="0"/>
                  </a:moveTo>
                  <a:cubicBezTo>
                    <a:pt x="42" y="59"/>
                    <a:pt x="42" y="59"/>
                    <a:pt x="42" y="59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50" y="50"/>
                    <a:pt x="60" y="46"/>
                    <a:pt x="71" y="46"/>
                  </a:cubicBezTo>
                  <a:cubicBezTo>
                    <a:pt x="93" y="46"/>
                    <a:pt x="101" y="59"/>
                    <a:pt x="98" y="79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59" y="127"/>
                    <a:pt x="59" y="127"/>
                    <a:pt x="59" y="12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68" y="78"/>
                    <a:pt x="68" y="68"/>
                    <a:pt x="56" y="68"/>
                  </a:cubicBezTo>
                  <a:cubicBezTo>
                    <a:pt x="44" y="68"/>
                    <a:pt x="38" y="78"/>
                    <a:pt x="37" y="8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8" name="Freeform 25"/>
            <p:cNvSpPr>
              <a:spLocks/>
            </p:cNvSpPr>
            <p:nvPr userDrawn="1"/>
          </p:nvSpPr>
          <p:spPr bwMode="auto">
            <a:xfrm>
              <a:off x="8290869" y="6706281"/>
              <a:ext cx="57778" cy="46677"/>
            </a:xfrm>
            <a:custGeom>
              <a:avLst/>
              <a:gdLst>
                <a:gd name="T0" fmla="*/ 42 w 101"/>
                <a:gd name="T1" fmla="*/ 13 h 81"/>
                <a:gd name="T2" fmla="*/ 42 w 101"/>
                <a:gd name="T3" fmla="*/ 13 h 81"/>
                <a:gd name="T4" fmla="*/ 72 w 101"/>
                <a:gd name="T5" fmla="*/ 0 h 81"/>
                <a:gd name="T6" fmla="*/ 98 w 101"/>
                <a:gd name="T7" fmla="*/ 33 h 81"/>
                <a:gd name="T8" fmla="*/ 90 w 101"/>
                <a:gd name="T9" fmla="*/ 81 h 81"/>
                <a:gd name="T10" fmla="*/ 60 w 101"/>
                <a:gd name="T11" fmla="*/ 81 h 81"/>
                <a:gd name="T12" fmla="*/ 66 w 101"/>
                <a:gd name="T13" fmla="*/ 43 h 81"/>
                <a:gd name="T14" fmla="*/ 56 w 101"/>
                <a:gd name="T15" fmla="*/ 22 h 81"/>
                <a:gd name="T16" fmla="*/ 37 w 101"/>
                <a:gd name="T17" fmla="*/ 41 h 81"/>
                <a:gd name="T18" fmla="*/ 30 w 101"/>
                <a:gd name="T19" fmla="*/ 81 h 81"/>
                <a:gd name="T20" fmla="*/ 0 w 101"/>
                <a:gd name="T21" fmla="*/ 81 h 81"/>
                <a:gd name="T22" fmla="*/ 14 w 101"/>
                <a:gd name="T23" fmla="*/ 3 h 81"/>
                <a:gd name="T24" fmla="*/ 44 w 101"/>
                <a:gd name="T25" fmla="*/ 3 h 81"/>
                <a:gd name="T26" fmla="*/ 42 w 101"/>
                <a:gd name="T27" fmla="*/ 1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81">
                  <a:moveTo>
                    <a:pt x="42" y="13"/>
                  </a:moveTo>
                  <a:cubicBezTo>
                    <a:pt x="42" y="13"/>
                    <a:pt x="42" y="13"/>
                    <a:pt x="42" y="13"/>
                  </a:cubicBezTo>
                  <a:cubicBezTo>
                    <a:pt x="51" y="3"/>
                    <a:pt x="60" y="0"/>
                    <a:pt x="72" y="0"/>
                  </a:cubicBezTo>
                  <a:cubicBezTo>
                    <a:pt x="95" y="0"/>
                    <a:pt x="101" y="13"/>
                    <a:pt x="98" y="33"/>
                  </a:cubicBezTo>
                  <a:cubicBezTo>
                    <a:pt x="90" y="81"/>
                    <a:pt x="90" y="81"/>
                    <a:pt x="9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8" y="36"/>
                    <a:pt x="71" y="22"/>
                    <a:pt x="56" y="22"/>
                  </a:cubicBezTo>
                  <a:cubicBezTo>
                    <a:pt x="44" y="22"/>
                    <a:pt x="39" y="31"/>
                    <a:pt x="37" y="4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44" y="3"/>
                    <a:pt x="44" y="3"/>
                    <a:pt x="44" y="3"/>
                  </a:cubicBezTo>
                  <a:lnTo>
                    <a:pt x="42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9" name="Freeform 26"/>
            <p:cNvSpPr>
              <a:spLocks noEditPoints="1"/>
            </p:cNvSpPr>
            <p:nvPr userDrawn="1"/>
          </p:nvSpPr>
          <p:spPr bwMode="auto">
            <a:xfrm>
              <a:off x="8354354" y="6706281"/>
              <a:ext cx="63841" cy="48472"/>
            </a:xfrm>
            <a:custGeom>
              <a:avLst/>
              <a:gdLst>
                <a:gd name="T0" fmla="*/ 106 w 111"/>
                <a:gd name="T1" fmla="*/ 42 h 84"/>
                <a:gd name="T2" fmla="*/ 48 w 111"/>
                <a:gd name="T3" fmla="*/ 84 h 84"/>
                <a:gd name="T4" fmla="*/ 4 w 111"/>
                <a:gd name="T5" fmla="*/ 42 h 84"/>
                <a:gd name="T6" fmla="*/ 62 w 111"/>
                <a:gd name="T7" fmla="*/ 0 h 84"/>
                <a:gd name="T8" fmla="*/ 106 w 111"/>
                <a:gd name="T9" fmla="*/ 42 h 84"/>
                <a:gd name="T10" fmla="*/ 36 w 111"/>
                <a:gd name="T11" fmla="*/ 42 h 84"/>
                <a:gd name="T12" fmla="*/ 52 w 111"/>
                <a:gd name="T13" fmla="*/ 60 h 84"/>
                <a:gd name="T14" fmla="*/ 75 w 111"/>
                <a:gd name="T15" fmla="*/ 42 h 84"/>
                <a:gd name="T16" fmla="*/ 58 w 111"/>
                <a:gd name="T17" fmla="*/ 24 h 84"/>
                <a:gd name="T18" fmla="*/ 36 w 111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84">
                  <a:moveTo>
                    <a:pt x="106" y="42"/>
                  </a:moveTo>
                  <a:cubicBezTo>
                    <a:pt x="102" y="69"/>
                    <a:pt x="76" y="84"/>
                    <a:pt x="48" y="84"/>
                  </a:cubicBezTo>
                  <a:cubicBezTo>
                    <a:pt x="21" y="84"/>
                    <a:pt x="0" y="69"/>
                    <a:pt x="4" y="42"/>
                  </a:cubicBezTo>
                  <a:cubicBezTo>
                    <a:pt x="9" y="15"/>
                    <a:pt x="35" y="0"/>
                    <a:pt x="62" y="0"/>
                  </a:cubicBezTo>
                  <a:cubicBezTo>
                    <a:pt x="90" y="0"/>
                    <a:pt x="111" y="15"/>
                    <a:pt x="106" y="42"/>
                  </a:cubicBezTo>
                  <a:moveTo>
                    <a:pt x="36" y="42"/>
                  </a:moveTo>
                  <a:cubicBezTo>
                    <a:pt x="34" y="52"/>
                    <a:pt x="40" y="60"/>
                    <a:pt x="52" y="60"/>
                  </a:cubicBezTo>
                  <a:cubicBezTo>
                    <a:pt x="65" y="60"/>
                    <a:pt x="73" y="52"/>
                    <a:pt x="75" y="42"/>
                  </a:cubicBezTo>
                  <a:cubicBezTo>
                    <a:pt x="76" y="32"/>
                    <a:pt x="71" y="24"/>
                    <a:pt x="58" y="24"/>
                  </a:cubicBezTo>
                  <a:cubicBezTo>
                    <a:pt x="46" y="24"/>
                    <a:pt x="38" y="32"/>
                    <a:pt x="36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0" name="Freeform 27"/>
            <p:cNvSpPr>
              <a:spLocks/>
            </p:cNvSpPr>
            <p:nvPr userDrawn="1"/>
          </p:nvSpPr>
          <p:spPr bwMode="auto">
            <a:xfrm>
              <a:off x="8422119" y="6679711"/>
              <a:ext cx="29602" cy="73246"/>
            </a:xfrm>
            <a:custGeom>
              <a:avLst/>
              <a:gdLst>
                <a:gd name="T0" fmla="*/ 50 w 83"/>
                <a:gd name="T1" fmla="*/ 204 h 204"/>
                <a:gd name="T2" fmla="*/ 0 w 83"/>
                <a:gd name="T3" fmla="*/ 204 h 204"/>
                <a:gd name="T4" fmla="*/ 35 w 83"/>
                <a:gd name="T5" fmla="*/ 0 h 204"/>
                <a:gd name="T6" fmla="*/ 83 w 83"/>
                <a:gd name="T7" fmla="*/ 0 h 204"/>
                <a:gd name="T8" fmla="*/ 50 w 83"/>
                <a:gd name="T9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04">
                  <a:moveTo>
                    <a:pt x="50" y="204"/>
                  </a:moveTo>
                  <a:lnTo>
                    <a:pt x="0" y="204"/>
                  </a:lnTo>
                  <a:lnTo>
                    <a:pt x="35" y="0"/>
                  </a:lnTo>
                  <a:lnTo>
                    <a:pt x="83" y="0"/>
                  </a:lnTo>
                  <a:lnTo>
                    <a:pt x="50" y="20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1" name="Freeform 28"/>
            <p:cNvSpPr>
              <a:spLocks noEditPoints="1"/>
            </p:cNvSpPr>
            <p:nvPr userDrawn="1"/>
          </p:nvSpPr>
          <p:spPr bwMode="auto">
            <a:xfrm>
              <a:off x="8451364" y="6706281"/>
              <a:ext cx="63841" cy="48472"/>
            </a:xfrm>
            <a:custGeom>
              <a:avLst/>
              <a:gdLst>
                <a:gd name="T0" fmla="*/ 107 w 112"/>
                <a:gd name="T1" fmla="*/ 42 h 84"/>
                <a:gd name="T2" fmla="*/ 49 w 112"/>
                <a:gd name="T3" fmla="*/ 84 h 84"/>
                <a:gd name="T4" fmla="*/ 5 w 112"/>
                <a:gd name="T5" fmla="*/ 42 h 84"/>
                <a:gd name="T6" fmla="*/ 63 w 112"/>
                <a:gd name="T7" fmla="*/ 0 h 84"/>
                <a:gd name="T8" fmla="*/ 107 w 112"/>
                <a:gd name="T9" fmla="*/ 42 h 84"/>
                <a:gd name="T10" fmla="*/ 37 w 112"/>
                <a:gd name="T11" fmla="*/ 42 h 84"/>
                <a:gd name="T12" fmla="*/ 53 w 112"/>
                <a:gd name="T13" fmla="*/ 60 h 84"/>
                <a:gd name="T14" fmla="*/ 75 w 112"/>
                <a:gd name="T15" fmla="*/ 42 h 84"/>
                <a:gd name="T16" fmla="*/ 59 w 112"/>
                <a:gd name="T17" fmla="*/ 24 h 84"/>
                <a:gd name="T18" fmla="*/ 37 w 112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2" h="84">
                  <a:moveTo>
                    <a:pt x="107" y="42"/>
                  </a:moveTo>
                  <a:cubicBezTo>
                    <a:pt x="103" y="69"/>
                    <a:pt x="76" y="84"/>
                    <a:pt x="49" y="84"/>
                  </a:cubicBezTo>
                  <a:cubicBezTo>
                    <a:pt x="22" y="84"/>
                    <a:pt x="0" y="69"/>
                    <a:pt x="5" y="42"/>
                  </a:cubicBezTo>
                  <a:cubicBezTo>
                    <a:pt x="10" y="15"/>
                    <a:pt x="36" y="0"/>
                    <a:pt x="63" y="0"/>
                  </a:cubicBezTo>
                  <a:cubicBezTo>
                    <a:pt x="90" y="0"/>
                    <a:pt x="112" y="15"/>
                    <a:pt x="107" y="42"/>
                  </a:cubicBezTo>
                  <a:moveTo>
                    <a:pt x="37" y="42"/>
                  </a:moveTo>
                  <a:cubicBezTo>
                    <a:pt x="35" y="52"/>
                    <a:pt x="41" y="60"/>
                    <a:pt x="53" y="60"/>
                  </a:cubicBezTo>
                  <a:cubicBezTo>
                    <a:pt x="65" y="60"/>
                    <a:pt x="74" y="52"/>
                    <a:pt x="75" y="42"/>
                  </a:cubicBezTo>
                  <a:cubicBezTo>
                    <a:pt x="77" y="32"/>
                    <a:pt x="71" y="24"/>
                    <a:pt x="59" y="24"/>
                  </a:cubicBezTo>
                  <a:cubicBezTo>
                    <a:pt x="47" y="24"/>
                    <a:pt x="38" y="32"/>
                    <a:pt x="37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2" name="Freeform 29"/>
            <p:cNvSpPr>
              <a:spLocks noEditPoints="1"/>
            </p:cNvSpPr>
            <p:nvPr userDrawn="1"/>
          </p:nvSpPr>
          <p:spPr bwMode="auto">
            <a:xfrm>
              <a:off x="8515206" y="6706281"/>
              <a:ext cx="65268" cy="69297"/>
            </a:xfrm>
            <a:custGeom>
              <a:avLst/>
              <a:gdLst>
                <a:gd name="T0" fmla="*/ 102 w 114"/>
                <a:gd name="T1" fmla="*/ 74 h 120"/>
                <a:gd name="T2" fmla="*/ 44 w 114"/>
                <a:gd name="T3" fmla="*/ 120 h 120"/>
                <a:gd name="T4" fmla="*/ 1 w 114"/>
                <a:gd name="T5" fmla="*/ 90 h 120"/>
                <a:gd name="T6" fmla="*/ 35 w 114"/>
                <a:gd name="T7" fmla="*/ 90 h 120"/>
                <a:gd name="T8" fmla="*/ 40 w 114"/>
                <a:gd name="T9" fmla="*/ 96 h 120"/>
                <a:gd name="T10" fmla="*/ 48 w 114"/>
                <a:gd name="T11" fmla="*/ 98 h 120"/>
                <a:gd name="T12" fmla="*/ 71 w 114"/>
                <a:gd name="T13" fmla="*/ 76 h 120"/>
                <a:gd name="T14" fmla="*/ 72 w 114"/>
                <a:gd name="T15" fmla="*/ 72 h 120"/>
                <a:gd name="T16" fmla="*/ 43 w 114"/>
                <a:gd name="T17" fmla="*/ 83 h 120"/>
                <a:gd name="T18" fmla="*/ 8 w 114"/>
                <a:gd name="T19" fmla="*/ 43 h 120"/>
                <a:gd name="T20" fmla="*/ 59 w 114"/>
                <a:gd name="T21" fmla="*/ 0 h 120"/>
                <a:gd name="T22" fmla="*/ 82 w 114"/>
                <a:gd name="T23" fmla="*/ 11 h 120"/>
                <a:gd name="T24" fmla="*/ 82 w 114"/>
                <a:gd name="T25" fmla="*/ 11 h 120"/>
                <a:gd name="T26" fmla="*/ 84 w 114"/>
                <a:gd name="T27" fmla="*/ 3 h 120"/>
                <a:gd name="T28" fmla="*/ 114 w 114"/>
                <a:gd name="T29" fmla="*/ 3 h 120"/>
                <a:gd name="T30" fmla="*/ 102 w 114"/>
                <a:gd name="T31" fmla="*/ 74 h 120"/>
                <a:gd name="T32" fmla="*/ 39 w 114"/>
                <a:gd name="T33" fmla="*/ 41 h 120"/>
                <a:gd name="T34" fmla="*/ 56 w 114"/>
                <a:gd name="T35" fmla="*/ 59 h 120"/>
                <a:gd name="T36" fmla="*/ 78 w 114"/>
                <a:gd name="T37" fmla="*/ 41 h 120"/>
                <a:gd name="T38" fmla="*/ 62 w 114"/>
                <a:gd name="T39" fmla="*/ 24 h 120"/>
                <a:gd name="T40" fmla="*/ 39 w 114"/>
                <a:gd name="T41" fmla="*/ 4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20">
                  <a:moveTo>
                    <a:pt x="102" y="74"/>
                  </a:moveTo>
                  <a:cubicBezTo>
                    <a:pt x="96" y="107"/>
                    <a:pt x="76" y="120"/>
                    <a:pt x="44" y="120"/>
                  </a:cubicBezTo>
                  <a:cubicBezTo>
                    <a:pt x="25" y="120"/>
                    <a:pt x="0" y="111"/>
                    <a:pt x="1" y="90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35" y="93"/>
                    <a:pt x="37" y="95"/>
                    <a:pt x="40" y="96"/>
                  </a:cubicBezTo>
                  <a:cubicBezTo>
                    <a:pt x="42" y="98"/>
                    <a:pt x="45" y="98"/>
                    <a:pt x="48" y="98"/>
                  </a:cubicBezTo>
                  <a:cubicBezTo>
                    <a:pt x="64" y="98"/>
                    <a:pt x="69" y="88"/>
                    <a:pt x="71" y="76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3" y="79"/>
                    <a:pt x="54" y="83"/>
                    <a:pt x="43" y="83"/>
                  </a:cubicBezTo>
                  <a:cubicBezTo>
                    <a:pt x="18" y="83"/>
                    <a:pt x="4" y="65"/>
                    <a:pt x="8" y="43"/>
                  </a:cubicBezTo>
                  <a:cubicBezTo>
                    <a:pt x="12" y="20"/>
                    <a:pt x="33" y="0"/>
                    <a:pt x="59" y="0"/>
                  </a:cubicBezTo>
                  <a:cubicBezTo>
                    <a:pt x="69" y="0"/>
                    <a:pt x="77" y="3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3"/>
                    <a:pt x="84" y="3"/>
                    <a:pt x="84" y="3"/>
                  </a:cubicBezTo>
                  <a:cubicBezTo>
                    <a:pt x="114" y="3"/>
                    <a:pt x="114" y="3"/>
                    <a:pt x="114" y="3"/>
                  </a:cubicBezTo>
                  <a:lnTo>
                    <a:pt x="102" y="74"/>
                  </a:lnTo>
                  <a:close/>
                  <a:moveTo>
                    <a:pt x="39" y="41"/>
                  </a:moveTo>
                  <a:cubicBezTo>
                    <a:pt x="38" y="51"/>
                    <a:pt x="43" y="59"/>
                    <a:pt x="56" y="59"/>
                  </a:cubicBezTo>
                  <a:cubicBezTo>
                    <a:pt x="68" y="59"/>
                    <a:pt x="76" y="51"/>
                    <a:pt x="78" y="41"/>
                  </a:cubicBezTo>
                  <a:cubicBezTo>
                    <a:pt x="80" y="32"/>
                    <a:pt x="74" y="24"/>
                    <a:pt x="62" y="24"/>
                  </a:cubicBezTo>
                  <a:cubicBezTo>
                    <a:pt x="49" y="24"/>
                    <a:pt x="41" y="32"/>
                    <a:pt x="39" y="41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3" name="Freeform 30"/>
            <p:cNvSpPr>
              <a:spLocks noEditPoints="1"/>
            </p:cNvSpPr>
            <p:nvPr userDrawn="1"/>
          </p:nvSpPr>
          <p:spPr bwMode="auto">
            <a:xfrm>
              <a:off x="8586537" y="6681507"/>
              <a:ext cx="29602" cy="71451"/>
            </a:xfrm>
            <a:custGeom>
              <a:avLst/>
              <a:gdLst>
                <a:gd name="T0" fmla="*/ 30 w 52"/>
                <a:gd name="T1" fmla="*/ 124 h 124"/>
                <a:gd name="T2" fmla="*/ 0 w 52"/>
                <a:gd name="T3" fmla="*/ 124 h 124"/>
                <a:gd name="T4" fmla="*/ 14 w 52"/>
                <a:gd name="T5" fmla="*/ 46 h 124"/>
                <a:gd name="T6" fmla="*/ 44 w 52"/>
                <a:gd name="T7" fmla="*/ 46 h 124"/>
                <a:gd name="T8" fmla="*/ 30 w 52"/>
                <a:gd name="T9" fmla="*/ 124 h 124"/>
                <a:gd name="T10" fmla="*/ 51 w 52"/>
                <a:gd name="T11" fmla="*/ 16 h 124"/>
                <a:gd name="T12" fmla="*/ 31 w 52"/>
                <a:gd name="T13" fmla="*/ 31 h 124"/>
                <a:gd name="T14" fmla="*/ 17 w 52"/>
                <a:gd name="T15" fmla="*/ 16 h 124"/>
                <a:gd name="T16" fmla="*/ 37 w 52"/>
                <a:gd name="T17" fmla="*/ 0 h 124"/>
                <a:gd name="T18" fmla="*/ 51 w 52"/>
                <a:gd name="T19" fmla="*/ 1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124">
                  <a:moveTo>
                    <a:pt x="30" y="124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44" y="46"/>
                    <a:pt x="44" y="46"/>
                    <a:pt x="44" y="46"/>
                  </a:cubicBezTo>
                  <a:lnTo>
                    <a:pt x="30" y="124"/>
                  </a:lnTo>
                  <a:close/>
                  <a:moveTo>
                    <a:pt x="51" y="16"/>
                  </a:moveTo>
                  <a:cubicBezTo>
                    <a:pt x="49" y="24"/>
                    <a:pt x="41" y="31"/>
                    <a:pt x="31" y="31"/>
                  </a:cubicBezTo>
                  <a:cubicBezTo>
                    <a:pt x="22" y="31"/>
                    <a:pt x="15" y="24"/>
                    <a:pt x="17" y="16"/>
                  </a:cubicBezTo>
                  <a:cubicBezTo>
                    <a:pt x="18" y="7"/>
                    <a:pt x="27" y="0"/>
                    <a:pt x="37" y="0"/>
                  </a:cubicBezTo>
                  <a:cubicBezTo>
                    <a:pt x="46" y="0"/>
                    <a:pt x="52" y="7"/>
                    <a:pt x="51" y="16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4" name="Freeform 31"/>
            <p:cNvSpPr>
              <a:spLocks noEditPoints="1"/>
            </p:cNvSpPr>
            <p:nvPr userDrawn="1"/>
          </p:nvSpPr>
          <p:spPr bwMode="auto">
            <a:xfrm>
              <a:off x="8615426" y="6706281"/>
              <a:ext cx="59205" cy="48472"/>
            </a:xfrm>
            <a:custGeom>
              <a:avLst/>
              <a:gdLst>
                <a:gd name="T0" fmla="*/ 97 w 103"/>
                <a:gd name="T1" fmla="*/ 47 h 84"/>
                <a:gd name="T2" fmla="*/ 34 w 103"/>
                <a:gd name="T3" fmla="*/ 47 h 84"/>
                <a:gd name="T4" fmla="*/ 50 w 103"/>
                <a:gd name="T5" fmla="*/ 64 h 84"/>
                <a:gd name="T6" fmla="*/ 66 w 103"/>
                <a:gd name="T7" fmla="*/ 57 h 84"/>
                <a:gd name="T8" fmla="*/ 94 w 103"/>
                <a:gd name="T9" fmla="*/ 57 h 84"/>
                <a:gd name="T10" fmla="*/ 47 w 103"/>
                <a:gd name="T11" fmla="*/ 84 h 84"/>
                <a:gd name="T12" fmla="*/ 5 w 103"/>
                <a:gd name="T13" fmla="*/ 42 h 84"/>
                <a:gd name="T14" fmla="*/ 59 w 103"/>
                <a:gd name="T15" fmla="*/ 0 h 84"/>
                <a:gd name="T16" fmla="*/ 98 w 103"/>
                <a:gd name="T17" fmla="*/ 44 h 84"/>
                <a:gd name="T18" fmla="*/ 97 w 103"/>
                <a:gd name="T19" fmla="*/ 47 h 84"/>
                <a:gd name="T20" fmla="*/ 72 w 103"/>
                <a:gd name="T21" fmla="*/ 31 h 84"/>
                <a:gd name="T22" fmla="*/ 57 w 103"/>
                <a:gd name="T23" fmla="*/ 18 h 84"/>
                <a:gd name="T24" fmla="*/ 37 w 103"/>
                <a:gd name="T25" fmla="*/ 31 h 84"/>
                <a:gd name="T26" fmla="*/ 72 w 103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6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7" y="76"/>
                    <a:pt x="66" y="84"/>
                    <a:pt x="47" y="84"/>
                  </a:cubicBezTo>
                  <a:cubicBezTo>
                    <a:pt x="19" y="84"/>
                    <a:pt x="0" y="69"/>
                    <a:pt x="5" y="42"/>
                  </a:cubicBezTo>
                  <a:cubicBezTo>
                    <a:pt x="9" y="16"/>
                    <a:pt x="31" y="0"/>
                    <a:pt x="59" y="0"/>
                  </a:cubicBezTo>
                  <a:cubicBezTo>
                    <a:pt x="88" y="0"/>
                    <a:pt x="103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5" name="Freeform 32"/>
            <p:cNvSpPr>
              <a:spLocks/>
            </p:cNvSpPr>
            <p:nvPr userDrawn="1"/>
          </p:nvSpPr>
          <p:spPr bwMode="auto">
            <a:xfrm>
              <a:off x="8676414" y="6706281"/>
              <a:ext cx="47792" cy="48472"/>
            </a:xfrm>
            <a:custGeom>
              <a:avLst/>
              <a:gdLst>
                <a:gd name="T0" fmla="*/ 70 w 84"/>
                <a:gd name="T1" fmla="*/ 23 h 84"/>
                <a:gd name="T2" fmla="*/ 55 w 84"/>
                <a:gd name="T3" fmla="*/ 19 h 84"/>
                <a:gd name="T4" fmla="*/ 44 w 84"/>
                <a:gd name="T5" fmla="*/ 24 h 84"/>
                <a:gd name="T6" fmla="*/ 57 w 84"/>
                <a:gd name="T7" fmla="*/ 31 h 84"/>
                <a:gd name="T8" fmla="*/ 78 w 84"/>
                <a:gd name="T9" fmla="*/ 55 h 84"/>
                <a:gd name="T10" fmla="*/ 33 w 84"/>
                <a:gd name="T11" fmla="*/ 84 h 84"/>
                <a:gd name="T12" fmla="*/ 0 w 84"/>
                <a:gd name="T13" fmla="*/ 75 h 84"/>
                <a:gd name="T14" fmla="*/ 14 w 84"/>
                <a:gd name="T15" fmla="*/ 55 h 84"/>
                <a:gd name="T16" fmla="*/ 37 w 84"/>
                <a:gd name="T17" fmla="*/ 63 h 84"/>
                <a:gd name="T18" fmla="*/ 47 w 84"/>
                <a:gd name="T19" fmla="*/ 57 h 84"/>
                <a:gd name="T20" fmla="*/ 30 w 84"/>
                <a:gd name="T21" fmla="*/ 49 h 84"/>
                <a:gd name="T22" fmla="*/ 14 w 84"/>
                <a:gd name="T23" fmla="*/ 28 h 84"/>
                <a:gd name="T24" fmla="*/ 56 w 84"/>
                <a:gd name="T25" fmla="*/ 0 h 84"/>
                <a:gd name="T26" fmla="*/ 84 w 84"/>
                <a:gd name="T27" fmla="*/ 5 h 84"/>
                <a:gd name="T28" fmla="*/ 70 w 84"/>
                <a:gd name="T29" fmla="*/ 2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" h="84">
                  <a:moveTo>
                    <a:pt x="70" y="23"/>
                  </a:moveTo>
                  <a:cubicBezTo>
                    <a:pt x="66" y="21"/>
                    <a:pt x="60" y="19"/>
                    <a:pt x="55" y="19"/>
                  </a:cubicBezTo>
                  <a:cubicBezTo>
                    <a:pt x="51" y="19"/>
                    <a:pt x="45" y="21"/>
                    <a:pt x="44" y="24"/>
                  </a:cubicBezTo>
                  <a:cubicBezTo>
                    <a:pt x="44" y="30"/>
                    <a:pt x="53" y="31"/>
                    <a:pt x="57" y="31"/>
                  </a:cubicBezTo>
                  <a:cubicBezTo>
                    <a:pt x="70" y="34"/>
                    <a:pt x="80" y="40"/>
                    <a:pt x="78" y="55"/>
                  </a:cubicBezTo>
                  <a:cubicBezTo>
                    <a:pt x="74" y="75"/>
                    <a:pt x="52" y="84"/>
                    <a:pt x="33" y="84"/>
                  </a:cubicBezTo>
                  <a:cubicBezTo>
                    <a:pt x="20" y="84"/>
                    <a:pt x="9" y="81"/>
                    <a:pt x="0" y="7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9" y="59"/>
                    <a:pt x="29" y="63"/>
                    <a:pt x="37" y="63"/>
                  </a:cubicBezTo>
                  <a:cubicBezTo>
                    <a:pt x="40" y="63"/>
                    <a:pt x="46" y="62"/>
                    <a:pt x="47" y="57"/>
                  </a:cubicBezTo>
                  <a:cubicBezTo>
                    <a:pt x="48" y="51"/>
                    <a:pt x="39" y="51"/>
                    <a:pt x="30" y="49"/>
                  </a:cubicBezTo>
                  <a:cubicBezTo>
                    <a:pt x="21" y="46"/>
                    <a:pt x="12" y="42"/>
                    <a:pt x="14" y="28"/>
                  </a:cubicBezTo>
                  <a:cubicBezTo>
                    <a:pt x="18" y="9"/>
                    <a:pt x="38" y="0"/>
                    <a:pt x="56" y="0"/>
                  </a:cubicBezTo>
                  <a:cubicBezTo>
                    <a:pt x="66" y="0"/>
                    <a:pt x="75" y="2"/>
                    <a:pt x="84" y="5"/>
                  </a:cubicBezTo>
                  <a:lnTo>
                    <a:pt x="70" y="2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  <p:grpSp>
        <p:nvGrpSpPr>
          <p:cNvPr id="36" name="Groupe 104"/>
          <p:cNvGrpSpPr>
            <a:grpSpLocks noChangeAspect="1"/>
          </p:cNvGrpSpPr>
          <p:nvPr userDrawn="1"/>
        </p:nvGrpSpPr>
        <p:grpSpPr>
          <a:xfrm flipV="1">
            <a:off x="0" y="6505287"/>
            <a:ext cx="10206455" cy="353622"/>
            <a:chOff x="93663" y="5592763"/>
            <a:chExt cx="12004675" cy="415925"/>
          </a:xfrm>
          <a:solidFill>
            <a:srgbClr val="F58220"/>
          </a:solidFill>
        </p:grpSpPr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3963988" y="5592763"/>
              <a:ext cx="8134350" cy="415925"/>
            </a:xfrm>
            <a:custGeom>
              <a:avLst/>
              <a:gdLst>
                <a:gd name="T0" fmla="*/ 4982 w 5124"/>
                <a:gd name="T1" fmla="*/ 262 h 262"/>
                <a:gd name="T2" fmla="*/ 0 w 5124"/>
                <a:gd name="T3" fmla="*/ 262 h 262"/>
                <a:gd name="T4" fmla="*/ 142 w 5124"/>
                <a:gd name="T5" fmla="*/ 0 h 262"/>
                <a:gd name="T6" fmla="*/ 5124 w 5124"/>
                <a:gd name="T7" fmla="*/ 0 h 262"/>
                <a:gd name="T8" fmla="*/ 4982 w 5124"/>
                <a:gd name="T9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24" h="262">
                  <a:moveTo>
                    <a:pt x="4982" y="262"/>
                  </a:moveTo>
                  <a:lnTo>
                    <a:pt x="0" y="262"/>
                  </a:lnTo>
                  <a:lnTo>
                    <a:pt x="142" y="0"/>
                  </a:lnTo>
                  <a:lnTo>
                    <a:pt x="5124" y="0"/>
                  </a:lnTo>
                  <a:lnTo>
                    <a:pt x="4982" y="2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8" name="Freeform 6"/>
            <p:cNvSpPr>
              <a:spLocks/>
            </p:cNvSpPr>
            <p:nvPr/>
          </p:nvSpPr>
          <p:spPr bwMode="auto">
            <a:xfrm>
              <a:off x="93663" y="5592763"/>
              <a:ext cx="4060825" cy="415925"/>
            </a:xfrm>
            <a:custGeom>
              <a:avLst/>
              <a:gdLst>
                <a:gd name="T0" fmla="*/ 2558 w 2558"/>
                <a:gd name="T1" fmla="*/ 0 h 262"/>
                <a:gd name="T2" fmla="*/ 0 w 2558"/>
                <a:gd name="T3" fmla="*/ 0 h 262"/>
                <a:gd name="T4" fmla="*/ 0 w 2558"/>
                <a:gd name="T5" fmla="*/ 262 h 262"/>
                <a:gd name="T6" fmla="*/ 2417 w 2558"/>
                <a:gd name="T7" fmla="*/ 262 h 262"/>
                <a:gd name="T8" fmla="*/ 2558 w 2558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8" h="262">
                  <a:moveTo>
                    <a:pt x="2558" y="0"/>
                  </a:moveTo>
                  <a:lnTo>
                    <a:pt x="0" y="0"/>
                  </a:lnTo>
                  <a:lnTo>
                    <a:pt x="0" y="262"/>
                  </a:lnTo>
                  <a:lnTo>
                    <a:pt x="2417" y="262"/>
                  </a:lnTo>
                  <a:lnTo>
                    <a:pt x="25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6965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Inbound Order Process</a:t>
            </a:r>
            <a:endParaRPr lang="en-US" sz="44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CA" sz="2800"/>
              <a:t> WMS Guide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10842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D641C7-2ECD-475C-8E11-88F1001E6E5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582839"/>
            <a:ext cx="10515600" cy="636361"/>
          </a:xfrm>
        </p:spPr>
        <p:txBody>
          <a:bodyPr/>
          <a:lstStyle/>
          <a:p>
            <a:r>
              <a:rPr lang="en-CA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B56F8A-6BEF-459C-AFA4-6D790D24F1C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94264"/>
            <a:ext cx="10515600" cy="4351338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CA" b="1" dirty="0"/>
              <a:t>Regular Receiving</a:t>
            </a:r>
            <a:r>
              <a:rPr lang="en-CA" dirty="0"/>
              <a:t>........................................................................................................3</a:t>
            </a:r>
            <a:r>
              <a:rPr lang="en-CA" b="1" dirty="0"/>
              <a:t> </a:t>
            </a:r>
            <a:endParaRPr lang="en-CA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CA" sz="2400" dirty="0"/>
              <a:t>Prerequisite……</a:t>
            </a:r>
            <a:r>
              <a:rPr lang="en-CA" dirty="0"/>
              <a:t>............................................................................................................4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Receive Tracker............................................................................................................6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Receipt Schedules….....................................................................................................9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Inbound Order Planning &amp; Receiving........................................................................13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Receipt Closeout........................................................................................................23 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Quality Check (if applicable)......................................................................................27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Release for </a:t>
            </a:r>
            <a:r>
              <a:rPr lang="en-CA" dirty="0" err="1"/>
              <a:t>Putaway</a:t>
            </a:r>
            <a:r>
              <a:rPr lang="en-CA" dirty="0"/>
              <a:t>...................................................................................................31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b="1" dirty="0"/>
              <a:t>Basic Receiving</a:t>
            </a:r>
            <a:r>
              <a:rPr lang="en-CA" dirty="0"/>
              <a:t>..........................................................................................................36</a:t>
            </a:r>
            <a:r>
              <a:rPr lang="en-CA" b="1" dirty="0"/>
              <a:t> </a:t>
            </a:r>
            <a:endParaRPr lang="en-CA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CA" b="1" dirty="0"/>
              <a:t> 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CA" dirty="0"/>
          </a:p>
          <a:p>
            <a:pPr marL="0" indent="0" algn="just">
              <a:lnSpc>
                <a:spcPct val="110000"/>
              </a:lnSpc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339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sz="6000" b="1"/>
              <a:t>R</a:t>
            </a:r>
            <a:r>
              <a:rPr lang="en-CA" sz="6000" b="1" err="1"/>
              <a:t>egular</a:t>
            </a:r>
            <a:r>
              <a:rPr lang="en-CA" sz="6000" b="1"/>
              <a:t> Receiving</a:t>
            </a:r>
            <a:endParaRPr lang="en-CA" sz="4800" b="1"/>
          </a:p>
        </p:txBody>
      </p:sp>
    </p:spTree>
    <p:extLst>
      <p:ext uri="{BB962C8B-B14F-4D97-AF65-F5344CB8AC3E}">
        <p14:creationId xmlns:p14="http://schemas.microsoft.com/office/powerpoint/2010/main" val="2581183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Prerequisite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8554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fr-CA" dirty="0" err="1"/>
              <a:t>Prerequisite</a:t>
            </a:r>
            <a:r>
              <a:rPr lang="fr-CA" dirty="0"/>
              <a:t> 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64BC9CB-F1A3-425B-B847-299A03CE5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489658"/>
            <a:ext cx="5618692" cy="4687305"/>
          </a:xfr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2D004DF-5DD8-41D5-86AA-AACBE4E3EAC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574290" y="1571790"/>
            <a:ext cx="52578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Refer to the "Reception Delivery Date" calendar to know what is expected to be received and when at the warehouse.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The calendar also allows you to know the container number that will be used for the receiving. </a:t>
            </a:r>
            <a:r>
              <a:rPr lang="en-US" b="1" dirty="0"/>
              <a:t>Take note of the container number. </a:t>
            </a:r>
          </a:p>
        </p:txBody>
      </p:sp>
    </p:spTree>
    <p:extLst>
      <p:ext uri="{BB962C8B-B14F-4D97-AF65-F5344CB8AC3E}">
        <p14:creationId xmlns:p14="http://schemas.microsoft.com/office/powerpoint/2010/main" val="302485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Step 1 – Receiver Tracker</a:t>
            </a:r>
            <a:endParaRPr lang="en-CA" b="1"/>
          </a:p>
        </p:txBody>
      </p:sp>
    </p:spTree>
    <p:extLst>
      <p:ext uri="{BB962C8B-B14F-4D97-AF65-F5344CB8AC3E}">
        <p14:creationId xmlns:p14="http://schemas.microsoft.com/office/powerpoint/2010/main" val="419082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fr-CA" dirty="0" err="1"/>
              <a:t>Step</a:t>
            </a:r>
            <a:r>
              <a:rPr lang="fr-CA" dirty="0"/>
              <a:t> 1 - </a:t>
            </a:r>
            <a:r>
              <a:rPr lang="fr-CA" dirty="0" err="1"/>
              <a:t>Receive</a:t>
            </a:r>
            <a:r>
              <a:rPr lang="fr-CA" dirty="0"/>
              <a:t> Tracker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712612"/>
            <a:ext cx="5257800" cy="435133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With a </a:t>
            </a:r>
            <a:r>
              <a:rPr lang="en-US" u="sng" dirty="0"/>
              <a:t>desktop computer</a:t>
            </a:r>
            <a:r>
              <a:rPr lang="en-US" dirty="0"/>
              <a:t>, select the </a:t>
            </a:r>
            <a:r>
              <a:rPr lang="en-US" b="1" dirty="0"/>
              <a:t>WMS Views </a:t>
            </a:r>
            <a:r>
              <a:rPr lang="en-US" dirty="0"/>
              <a:t>resource</a:t>
            </a:r>
            <a:r>
              <a:rPr lang="en-US" b="1" dirty="0"/>
              <a:t>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WMS Views, click on </a:t>
            </a:r>
            <a:r>
              <a:rPr lang="en-US" b="1" dirty="0"/>
              <a:t>WALTER WMS Views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WALTER WMS Views, click on </a:t>
            </a:r>
            <a:r>
              <a:rPr lang="en-US" b="1" dirty="0"/>
              <a:t>Receiver Tracker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AE14368-4327-482C-9E6F-88344B771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577" y="269075"/>
            <a:ext cx="3211223" cy="590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83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fr-CA" dirty="0" err="1"/>
              <a:t>Step</a:t>
            </a:r>
            <a:r>
              <a:rPr lang="fr-CA" dirty="0"/>
              <a:t> 1 - </a:t>
            </a:r>
            <a:r>
              <a:rPr lang="fr-CA" dirty="0" err="1"/>
              <a:t>Receive</a:t>
            </a:r>
            <a:r>
              <a:rPr lang="fr-CA" dirty="0"/>
              <a:t> Tracker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462161"/>
            <a:ext cx="10758054" cy="435133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dirty="0"/>
              <a:t>From the new window, enter the </a:t>
            </a:r>
            <a:r>
              <a:rPr lang="en-US" b="1" dirty="0"/>
              <a:t>container number </a:t>
            </a:r>
            <a:r>
              <a:rPr lang="en-US" dirty="0"/>
              <a:t>in the search criteria.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dirty="0"/>
              <a:t>This allows you to obtain the receiver number. Take note of the </a:t>
            </a:r>
            <a:r>
              <a:rPr lang="en-US" b="1" dirty="0"/>
              <a:t>receiver number</a:t>
            </a:r>
            <a:r>
              <a:rPr lang="en-US" dirty="0"/>
              <a:t>. Note: The receiver is supposed be released. 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0CDFA4D-9547-46B4-97C7-07DA2A629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98" y="3429000"/>
            <a:ext cx="11043138" cy="288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1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Step 2 – Receipt Schedules</a:t>
            </a:r>
            <a:endParaRPr lang="en-CA" b="1"/>
          </a:p>
        </p:txBody>
      </p:sp>
    </p:spTree>
    <p:extLst>
      <p:ext uri="{BB962C8B-B14F-4D97-AF65-F5344CB8AC3E}">
        <p14:creationId xmlns:p14="http://schemas.microsoft.com/office/powerpoint/2010/main" val="111910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fr-CA" dirty="0" err="1"/>
              <a:t>Step</a:t>
            </a:r>
            <a:r>
              <a:rPr lang="fr-CA" dirty="0"/>
              <a:t> 2 – </a:t>
            </a:r>
            <a:r>
              <a:rPr lang="fr-CA" dirty="0" err="1"/>
              <a:t>Receipt</a:t>
            </a:r>
            <a:r>
              <a:rPr lang="fr-CA" dirty="0"/>
              <a:t> </a:t>
            </a:r>
            <a:r>
              <a:rPr lang="fr-CA" dirty="0" err="1"/>
              <a:t>Schedules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712612"/>
            <a:ext cx="5257800" cy="435133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u="sng" dirty="0"/>
              <a:t>From a desktop computer</a:t>
            </a:r>
            <a:r>
              <a:rPr lang="en-US" dirty="0"/>
              <a:t>, select the </a:t>
            </a:r>
            <a:r>
              <a:rPr lang="en-US" b="1" dirty="0"/>
              <a:t>Inbound Order Management</a:t>
            </a:r>
            <a:r>
              <a:rPr lang="en-US" dirty="0"/>
              <a:t> resource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dirty="0"/>
              <a:t>Under Inbound Orders, click on </a:t>
            </a:r>
            <a:r>
              <a:rPr lang="en-US" b="1" dirty="0"/>
              <a:t>Receipt Schedules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2F7D2FB-96DD-4A20-A26C-C3F2E4437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364" y="622976"/>
            <a:ext cx="3287454" cy="544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5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563273"/>
            <a:ext cx="10515600" cy="619613"/>
          </a:xfrm>
        </p:spPr>
        <p:txBody>
          <a:bodyPr/>
          <a:lstStyle/>
          <a:p>
            <a:r>
              <a:rPr lang="fr-CA" dirty="0" err="1"/>
              <a:t>Step</a:t>
            </a:r>
            <a:r>
              <a:rPr lang="fr-CA" dirty="0"/>
              <a:t> 2 - </a:t>
            </a:r>
            <a:r>
              <a:rPr lang="fr-CA" dirty="0" err="1"/>
              <a:t>Receipt</a:t>
            </a:r>
            <a:r>
              <a:rPr lang="fr-CA" dirty="0"/>
              <a:t> </a:t>
            </a:r>
            <a:r>
              <a:rPr lang="fr-CA" dirty="0" err="1"/>
              <a:t>Schedules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253331"/>
            <a:ext cx="10758054" cy="435133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8"/>
            </a:pPr>
            <a:r>
              <a:rPr lang="en-US" dirty="0"/>
              <a:t>From the new window, enter the </a:t>
            </a:r>
            <a:r>
              <a:rPr lang="en-US" b="1" dirty="0"/>
              <a:t>receiver number </a:t>
            </a:r>
            <a:r>
              <a:rPr lang="en-US" dirty="0"/>
              <a:t>in the search criteria.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en-US" dirty="0"/>
              <a:t>Take note of the appropriate </a:t>
            </a:r>
            <a:r>
              <a:rPr lang="en-US" b="1" dirty="0"/>
              <a:t>Receipt number</a:t>
            </a:r>
            <a:r>
              <a:rPr lang="en-US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3D66F7A-74D1-42AF-833B-FDBB476FF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754" y="2692125"/>
            <a:ext cx="7969028" cy="360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1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563273"/>
            <a:ext cx="10515600" cy="619613"/>
          </a:xfrm>
        </p:spPr>
        <p:txBody>
          <a:bodyPr/>
          <a:lstStyle/>
          <a:p>
            <a:r>
              <a:rPr lang="fr-CA" dirty="0" err="1"/>
              <a:t>Step</a:t>
            </a:r>
            <a:r>
              <a:rPr lang="fr-CA" dirty="0"/>
              <a:t> 2 - </a:t>
            </a:r>
            <a:r>
              <a:rPr lang="fr-CA" dirty="0" err="1"/>
              <a:t>Receipt</a:t>
            </a:r>
            <a:r>
              <a:rPr lang="fr-CA" dirty="0"/>
              <a:t> </a:t>
            </a:r>
            <a:r>
              <a:rPr lang="fr-CA" dirty="0" err="1"/>
              <a:t>Schedules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52269"/>
            <a:ext cx="10758054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Additional note</a:t>
            </a:r>
            <a:r>
              <a:rPr lang="en-US" dirty="0"/>
              <a:t>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At this stage, if the purchasing department has released a receiver but finally the receiver needs to be canceled for any reason, </a:t>
            </a:r>
            <a:r>
              <a:rPr lang="en-CA" dirty="0"/>
              <a:t>it is no longer possible to cancel the receiver directly in the WMS</a:t>
            </a:r>
            <a:r>
              <a:rPr lang="en-US" dirty="0"/>
              <a:t>. Therefore, this is the responsibility of purchasing to cancel the receiver in the DMS.  In such a case, inform purchasing as soon as possible. </a:t>
            </a:r>
          </a:p>
        </p:txBody>
      </p:sp>
    </p:spTree>
    <p:extLst>
      <p:ext uri="{BB962C8B-B14F-4D97-AF65-F5344CB8AC3E}">
        <p14:creationId xmlns:p14="http://schemas.microsoft.com/office/powerpoint/2010/main" val="1260842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Step 3 – Inbound Order Planning &amp; Receiving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0381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3" y="681037"/>
            <a:ext cx="6538280" cy="619613"/>
          </a:xfrm>
        </p:spPr>
        <p:txBody>
          <a:bodyPr/>
          <a:lstStyle/>
          <a:p>
            <a:r>
              <a:rPr lang="en-CA" sz="3600" dirty="0"/>
              <a:t>Step 3 – Inbound Order Planning &amp; Receiving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2039814"/>
            <a:ext cx="5257800" cy="402413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US" u="sng" dirty="0"/>
              <a:t>With your mobile device</a:t>
            </a:r>
            <a:r>
              <a:rPr lang="en-US" dirty="0"/>
              <a:t>, select the </a:t>
            </a:r>
            <a:r>
              <a:rPr lang="en-US" b="1" dirty="0"/>
              <a:t>Receiving </a:t>
            </a:r>
            <a:r>
              <a:rPr lang="en-US" dirty="0"/>
              <a:t>resource</a:t>
            </a:r>
            <a:r>
              <a:rPr lang="en-US" b="1" dirty="0"/>
              <a:t>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US" dirty="0"/>
              <a:t>Under Receiving, Click on </a:t>
            </a:r>
            <a:r>
              <a:rPr lang="en-US" b="1" dirty="0"/>
              <a:t>Inbound Order Receiving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30165D7-2D78-42A7-ADF3-60FF3A41A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607" y="337110"/>
            <a:ext cx="3030175" cy="572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44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2215662"/>
            <a:ext cx="6520695" cy="384828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2"/>
            </a:pPr>
            <a:r>
              <a:rPr lang="en-US" dirty="0"/>
              <a:t>From the Inbound Order Planning window, enter the receipt number.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12"/>
            </a:pPr>
            <a:r>
              <a:rPr lang="en-US" dirty="0"/>
              <a:t>Then click on Continue.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746C555-403C-4446-9D53-5D2E54BF6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952" y="545123"/>
            <a:ext cx="3910898" cy="576775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15F419EE-59D4-4AEC-AC5D-6911E0DE8B82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6520695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3124823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2268414"/>
            <a:ext cx="6520695" cy="379553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4"/>
            </a:pPr>
            <a:r>
              <a:rPr lang="en-US" dirty="0"/>
              <a:t>A second page of the Inbound Order Planning will appear.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400" dirty="0"/>
              <a:t>Click on Receive.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B01B0B-801D-4ED1-83DA-55863D643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338" y="676733"/>
            <a:ext cx="3379444" cy="554326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C822AC81-D4A6-475A-97B4-0B1E95B693EE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6520695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2314639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13690" y="1519824"/>
            <a:ext cx="10371726" cy="435133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5"/>
            </a:pPr>
            <a:r>
              <a:rPr lang="en-US" dirty="0"/>
              <a:t>A new Receiving window will appear. </a:t>
            </a:r>
            <a:r>
              <a:rPr lang="en-US" sz="2400" dirty="0"/>
              <a:t>From this new window, enter the item to be received.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15"/>
            </a:pPr>
            <a:r>
              <a:rPr lang="en-US" dirty="0"/>
              <a:t>Click on Continue</a:t>
            </a:r>
            <a:endParaRPr lang="en-US" sz="2400" dirty="0"/>
          </a:p>
          <a:p>
            <a:pPr marL="0" indent="0" algn="just">
              <a:lnSpc>
                <a:spcPct val="150000"/>
              </a:lnSpc>
              <a:buNone/>
            </a:pPr>
            <a:endParaRPr lang="en-US" sz="3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46EEBFB4-F061-4EB9-92D8-1A4DC4055E7F}"/>
              </a:ext>
            </a:extLst>
          </p:cNvPr>
          <p:cNvGrpSpPr/>
          <p:nvPr/>
        </p:nvGrpSpPr>
        <p:grpSpPr>
          <a:xfrm>
            <a:off x="1006584" y="3507548"/>
            <a:ext cx="5466958" cy="2793806"/>
            <a:chOff x="3284989" y="103431"/>
            <a:chExt cx="5622022" cy="283503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EB155448-AC48-4E62-8DBD-C02F41B61F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67449"/>
            <a:stretch/>
          </p:blipFill>
          <p:spPr>
            <a:xfrm>
              <a:off x="3284989" y="103431"/>
              <a:ext cx="5622022" cy="216498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xmlns="" id="{27ACF8F8-C63B-43F6-B183-788B3775F6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6045"/>
            <a:stretch/>
          </p:blipFill>
          <p:spPr>
            <a:xfrm>
              <a:off x="3284989" y="2010324"/>
              <a:ext cx="5622022" cy="928144"/>
            </a:xfrm>
            <a:prstGeom prst="rect">
              <a:avLst/>
            </a:prstGeom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9BD8847A-8F96-4556-A3A8-DBA070EDD55A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10371726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479836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3" y="1740875"/>
            <a:ext cx="6239340" cy="3989609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dirty="0"/>
              <a:t>A second page of the Receiving window will appear. Confirm the quantity and the unit of measure of the item being received.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dirty="0"/>
              <a:t>If required, enter a hold code (e.g. for a damaged item, discontinued item, new item, etc.). Use the lookup button to find the right code if necessary.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dirty="0"/>
              <a:t>Click on Continue.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3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7030649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5B9E111-E2DC-4C4F-85AB-9A24A7B91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831" y="292282"/>
            <a:ext cx="3591314" cy="588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33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3" y="2022230"/>
            <a:ext cx="10406894" cy="3989609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20"/>
            </a:pPr>
            <a:r>
              <a:rPr lang="en-US" dirty="0"/>
              <a:t>Repeat steps 15 to 19 for all items to be received for this receipt. And finally click on Continue.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20"/>
            </a:pPr>
            <a:r>
              <a:rPr lang="en-US" dirty="0"/>
              <a:t>A confirmation message will appear: “Receiving has been completed for receipt R631.” </a:t>
            </a:r>
            <a:endParaRPr lang="en-US" sz="3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7030649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2405233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374793"/>
            <a:ext cx="10688248" cy="398960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300" b="1" dirty="0"/>
              <a:t>Additional note - Receive </a:t>
            </a:r>
            <a:r>
              <a:rPr lang="en-US" sz="2300" b="1" u="sng" dirty="0"/>
              <a:t>more</a:t>
            </a:r>
            <a:r>
              <a:rPr lang="en-US" sz="2300" b="1" dirty="0"/>
              <a:t> than ordered quantity: </a:t>
            </a:r>
            <a:endParaRPr lang="en-US" sz="2300" dirty="0"/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300" dirty="0"/>
              <a:t> The over receipt tolerance is 5%. Therefore, it is not necessarily possible to over-receive an item more than the quantity ordered beyond this tolerance level. Example: For a purchased quantity of 24, it is only possible to over-receive a maximum quantity of 25.2. In such a case of discrepancy, Purchasing will be notified by email. 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300" dirty="0"/>
              <a:t> If the excess quantity has been approved, Purchasing must create another receiver for the quantity in excess. 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300" dirty="0"/>
              <a:t>If the excess quantity has not been approved, then the item must be returned to the supplier and transport must be arranged accordingly.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863958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670537"/>
            <a:ext cx="10688248" cy="398960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Additional note - Receive </a:t>
            </a:r>
            <a:r>
              <a:rPr lang="en-US" b="1" u="sng" dirty="0"/>
              <a:t>less</a:t>
            </a:r>
            <a:r>
              <a:rPr lang="en-US" b="1" dirty="0"/>
              <a:t> than ordered quantity: </a:t>
            </a: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However, it is possible to receive less than the quantity ordered.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In such a case of discrepancy, Purchasing will be notified by email and the purchase order will be kept open.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Purchasing needs to create another receiver for further receiving of the remaining quantities.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967811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670537"/>
            <a:ext cx="10688248" cy="398960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Additional note (continued) : </a:t>
            </a: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A daily report is generated by </a:t>
            </a:r>
            <a:r>
              <a:rPr lang="en-US" dirty="0" err="1"/>
              <a:t>Tecsys</a:t>
            </a:r>
            <a:r>
              <a:rPr lang="en-US" dirty="0"/>
              <a:t> to account for such situations and inform Purchasing of these discrepancies: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Step 3 – Inbound Order Planning &amp; Receiving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54791F9-0F9D-43BE-9F31-06C8AF764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63" y="3534505"/>
            <a:ext cx="11749074" cy="239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96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Step 4 – Receipt Closeout</a:t>
            </a:r>
            <a:endParaRPr lang="en-CA" b="1"/>
          </a:p>
        </p:txBody>
      </p:sp>
    </p:spTree>
    <p:extLst>
      <p:ext uri="{BB962C8B-B14F-4D97-AF65-F5344CB8AC3E}">
        <p14:creationId xmlns:p14="http://schemas.microsoft.com/office/powerpoint/2010/main" val="871549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3" y="681037"/>
            <a:ext cx="6538280" cy="619613"/>
          </a:xfrm>
        </p:spPr>
        <p:txBody>
          <a:bodyPr/>
          <a:lstStyle/>
          <a:p>
            <a:r>
              <a:rPr lang="en-CA" sz="3600" dirty="0"/>
              <a:t>Step 4 – Receipt Closeout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4" y="1652953"/>
            <a:ext cx="6186586" cy="402413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Note: The Receipt Closeout action is performed </a:t>
            </a:r>
            <a:r>
              <a:rPr lang="en-US" u="sng" dirty="0"/>
              <a:t>once per day </a:t>
            </a:r>
            <a:r>
              <a:rPr lang="en-US" dirty="0"/>
              <a:t>using a </a:t>
            </a:r>
            <a:r>
              <a:rPr lang="en-US" u="sng" dirty="0"/>
              <a:t>desktop computer</a:t>
            </a:r>
            <a:r>
              <a:rPr lang="en-US" dirty="0"/>
              <a:t>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22"/>
            </a:pPr>
            <a:r>
              <a:rPr lang="en-US" dirty="0"/>
              <a:t>Select the </a:t>
            </a:r>
            <a:r>
              <a:rPr lang="en-US" b="1" dirty="0"/>
              <a:t>Receiving </a:t>
            </a:r>
            <a:r>
              <a:rPr lang="en-US" dirty="0"/>
              <a:t>resource</a:t>
            </a:r>
            <a:r>
              <a:rPr lang="en-US" b="1" dirty="0"/>
              <a:t>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22"/>
            </a:pPr>
            <a:r>
              <a:rPr lang="en-US" dirty="0"/>
              <a:t>Under Receiving, Click on </a:t>
            </a:r>
            <a:r>
              <a:rPr lang="en-US" b="1" dirty="0"/>
              <a:t>Receipt Closeout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28B8F39-9A90-4725-9E4F-D5EC0F2BD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463" y="630575"/>
            <a:ext cx="3992731" cy="559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2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3" y="681037"/>
            <a:ext cx="6538280" cy="619613"/>
          </a:xfrm>
        </p:spPr>
        <p:txBody>
          <a:bodyPr/>
          <a:lstStyle/>
          <a:p>
            <a:r>
              <a:rPr lang="en-CA" sz="3600" dirty="0"/>
              <a:t>Step 4 – Receipt Closeout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778253" y="1406768"/>
            <a:ext cx="10635493" cy="402413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24"/>
            </a:pPr>
            <a:r>
              <a:rPr lang="en-US" dirty="0"/>
              <a:t>From the Receipt Closeout window, use the search criteria to retrieve the receipt you wish to close.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51E41D6-7933-4840-A5B7-E3236DDBE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901511"/>
            <a:ext cx="11277599" cy="252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3" y="557943"/>
            <a:ext cx="6538280" cy="619613"/>
          </a:xfrm>
        </p:spPr>
        <p:txBody>
          <a:bodyPr/>
          <a:lstStyle/>
          <a:p>
            <a:r>
              <a:rPr lang="en-CA" sz="3600" dirty="0"/>
              <a:t>Step 4 – Receipt Closeout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778253" y="1283674"/>
            <a:ext cx="10635494" cy="4024135"/>
          </a:xfrm>
        </p:spPr>
        <p:txBody>
          <a:bodyPr/>
          <a:lstStyle/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r>
              <a:rPr lang="en-US" dirty="0"/>
              <a:t>Select the Use Record as Criteria for Action button and click on the Close Out action.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r>
              <a:rPr lang="en-CA" dirty="0"/>
              <a:t>A message will appear asking you to confirm the close out, select OK.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endParaRPr lang="en-CA" dirty="0"/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endParaRPr lang="en-CA" dirty="0"/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endParaRPr lang="en-CA" dirty="0"/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endParaRPr lang="en-CA" dirty="0"/>
          </a:p>
          <a:p>
            <a:pPr marL="0" indent="0" algn="just">
              <a:lnSpc>
                <a:spcPct val="120000"/>
              </a:lnSpc>
              <a:buNone/>
            </a:pPr>
            <a:endParaRPr lang="en-CA" sz="1200" dirty="0"/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7"/>
            </a:pPr>
            <a:r>
              <a:rPr lang="en-CA" dirty="0"/>
              <a:t>The WMS will generate a message confirming </a:t>
            </a:r>
            <a:r>
              <a:rPr lang="en-US" dirty="0"/>
              <a:t>that the request has been submitted for processing</a:t>
            </a:r>
            <a:r>
              <a:rPr lang="en-CA" dirty="0"/>
              <a:t>. 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7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2BEA557-77C1-458B-88B3-5683DBCD5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53" y="3054748"/>
            <a:ext cx="9876694" cy="23591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6C628A1-C829-4669-82D2-6988AFDB2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820" y="4079888"/>
            <a:ext cx="3840127" cy="133403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22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Step 5 – Quality Check (if applicable)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13056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5 – Quality Check (if applicable)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FA01FA0-64D5-4D2C-BCC5-C1ACEBA4711B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4" y="1494691"/>
            <a:ext cx="6186586" cy="402413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Note: If the product has to be placed in Quality Check for any reason, this must be done immediately so that the product is not available for sale. In such a case, </a:t>
            </a:r>
            <a:r>
              <a:rPr lang="en-US" u="sng" dirty="0"/>
              <a:t>from a desktop computer</a:t>
            </a:r>
            <a:r>
              <a:rPr lang="en-US" dirty="0"/>
              <a:t>: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28"/>
            </a:pPr>
            <a:r>
              <a:rPr lang="en-US" dirty="0"/>
              <a:t>Select the </a:t>
            </a:r>
            <a:r>
              <a:rPr lang="en-US" b="1" dirty="0"/>
              <a:t>Inventory Management</a:t>
            </a:r>
            <a:r>
              <a:rPr lang="en-US" dirty="0"/>
              <a:t> resource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28"/>
            </a:pPr>
            <a:r>
              <a:rPr lang="en-US" dirty="0"/>
              <a:t>Under Inventory, Click on </a:t>
            </a:r>
            <a:r>
              <a:rPr lang="en-US" b="1" dirty="0"/>
              <a:t>Inventory Status Modification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27B549F-3486-446F-8B1C-8A85CBDE7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615" y="236114"/>
            <a:ext cx="3207223" cy="592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48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364510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5 – Quality Check (if applicable)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FA01FA0-64D5-4D2C-BCC5-C1ACEBA4711B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4" y="1222126"/>
            <a:ext cx="10899262" cy="4024135"/>
          </a:xfrm>
        </p:spPr>
        <p:txBody>
          <a:bodyPr/>
          <a:lstStyle/>
          <a:p>
            <a:pPr marL="457200" indent="-457200" algn="just">
              <a:lnSpc>
                <a:spcPct val="120000"/>
              </a:lnSpc>
              <a:buFont typeface="+mj-lt"/>
              <a:buAutoNum type="arabicPeriod" startAt="30"/>
            </a:pPr>
            <a:r>
              <a:rPr lang="en-US" dirty="0"/>
              <a:t>From the new window, use the search criteria by using either the Tag or Item identifier to retrieve the item you wish to place in quality check. 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30"/>
            </a:pPr>
            <a:r>
              <a:rPr lang="en-US" dirty="0"/>
              <a:t>Select the Use Record as Criteria for Action button and click on the Change Status action.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D7D9CBB-796D-46CE-94EA-E95204893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251" y="2870070"/>
            <a:ext cx="8213802" cy="337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8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5 – Quality Check (if applicable)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FA01FA0-64D5-4D2C-BCC5-C1ACEBA4711B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4" y="1652953"/>
            <a:ext cx="4322616" cy="402413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32"/>
            </a:pPr>
            <a:r>
              <a:rPr lang="en-US" dirty="0"/>
              <a:t>Enter the appropriate Reason and Hold Code. Use the lookup button if needed.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2"/>
            </a:pPr>
            <a:r>
              <a:rPr lang="en-US" dirty="0"/>
              <a:t>Then Click on Submit.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400" dirty="0"/>
              <a:t>A confirmation message will appear, and the hold will be applied to the item.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A8BB2D83-0055-4063-9497-006CCCE86699}"/>
              </a:ext>
            </a:extLst>
          </p:cNvPr>
          <p:cNvGrpSpPr/>
          <p:nvPr/>
        </p:nvGrpSpPr>
        <p:grpSpPr>
          <a:xfrm>
            <a:off x="5593048" y="1478330"/>
            <a:ext cx="6241398" cy="4373380"/>
            <a:chOff x="3264116" y="515735"/>
            <a:chExt cx="6241398" cy="437338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xmlns="" id="{0D190938-B6D5-4D4E-B64E-222D40DF7D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0439"/>
            <a:stretch/>
          </p:blipFill>
          <p:spPr>
            <a:xfrm>
              <a:off x="3264116" y="515735"/>
              <a:ext cx="6241398" cy="375146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77F539B9-40BB-4A94-8A6D-07E4D6A2B9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0126"/>
            <a:stretch/>
          </p:blipFill>
          <p:spPr>
            <a:xfrm>
              <a:off x="3264116" y="4267201"/>
              <a:ext cx="6241398" cy="6219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1374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Step 6 – Release for </a:t>
            </a:r>
            <a:r>
              <a:rPr lang="en-CA" sz="4400" b="1" dirty="0" err="1"/>
              <a:t>Putaway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770565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6 – Release for </a:t>
            </a:r>
            <a:r>
              <a:rPr lang="en-CA" sz="3600" dirty="0" err="1"/>
              <a:t>Putaway</a:t>
            </a:r>
            <a:r>
              <a:rPr lang="en-CA" sz="3600" dirty="0"/>
              <a:t> </a:t>
            </a:r>
            <a:endParaRPr lang="en-CA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B1F8AFE3-3156-4B93-924A-D25DBF128A57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34933"/>
            <a:ext cx="6418116" cy="4024135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34"/>
            </a:pPr>
            <a:r>
              <a:rPr lang="en-US" dirty="0"/>
              <a:t>With your mobile device, select the </a:t>
            </a:r>
            <a:r>
              <a:rPr lang="en-US" b="1" dirty="0"/>
              <a:t>Store </a:t>
            </a:r>
            <a:r>
              <a:rPr lang="en-US" dirty="0"/>
              <a:t>resource</a:t>
            </a:r>
            <a:r>
              <a:rPr lang="en-US" b="1" dirty="0"/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4"/>
            </a:pPr>
            <a:r>
              <a:rPr lang="en-US" dirty="0"/>
              <a:t>Under Store, Click on </a:t>
            </a:r>
            <a:r>
              <a:rPr lang="en-US" b="1" dirty="0"/>
              <a:t>Release for </a:t>
            </a:r>
            <a:r>
              <a:rPr lang="en-US" b="1" dirty="0" err="1"/>
              <a:t>Putaway</a:t>
            </a:r>
            <a:r>
              <a:rPr lang="en-US" b="1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3E897A5-BCC9-43FF-BAE2-49E95EACF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990843"/>
            <a:ext cx="3296127" cy="482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70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6 – Release for </a:t>
            </a:r>
            <a:r>
              <a:rPr lang="en-CA" sz="3600" dirty="0" err="1"/>
              <a:t>Putaway</a:t>
            </a:r>
            <a:r>
              <a:rPr lang="en-CA" sz="3600" dirty="0"/>
              <a:t> </a:t>
            </a:r>
            <a:endParaRPr lang="en-CA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B1F8AFE3-3156-4B93-924A-D25DBF128A57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34933"/>
            <a:ext cx="5996560" cy="4024135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36"/>
            </a:pPr>
            <a:r>
              <a:rPr lang="en-US" dirty="0"/>
              <a:t>In the new window, enter the Tag to be released.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36"/>
            </a:pPr>
            <a:r>
              <a:rPr lang="en-US" dirty="0"/>
              <a:t>Click on Continue.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6"/>
            </a:pP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5999FFC-65E7-4A26-ADFF-DD455F6543D4}"/>
              </a:ext>
            </a:extLst>
          </p:cNvPr>
          <p:cNvGrpSpPr/>
          <p:nvPr/>
        </p:nvGrpSpPr>
        <p:grpSpPr>
          <a:xfrm>
            <a:off x="7495370" y="1534519"/>
            <a:ext cx="3983060" cy="3788548"/>
            <a:chOff x="4104470" y="179661"/>
            <a:chExt cx="3983060" cy="378854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5FAE41CD-BEFE-42E3-A8AB-042A1F2646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9191"/>
            <a:stretch/>
          </p:blipFill>
          <p:spPr>
            <a:xfrm>
              <a:off x="4104470" y="179661"/>
              <a:ext cx="3983060" cy="265202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C239BAE8-55AC-4A0B-AE2B-ACF104C297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0012"/>
            <a:stretch/>
          </p:blipFill>
          <p:spPr>
            <a:xfrm>
              <a:off x="4104470" y="2669277"/>
              <a:ext cx="3983060" cy="12989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1660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6 – Release for </a:t>
            </a:r>
            <a:r>
              <a:rPr lang="en-CA" sz="3600" dirty="0" err="1"/>
              <a:t>Putaway</a:t>
            </a:r>
            <a:r>
              <a:rPr lang="en-CA" sz="3600" dirty="0"/>
              <a:t> </a:t>
            </a:r>
            <a:endParaRPr lang="en-CA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B1F8AFE3-3156-4B93-924A-D25DBF128A57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34933"/>
            <a:ext cx="5996560" cy="4024135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38"/>
            </a:pPr>
            <a:r>
              <a:rPr lang="en-US" dirty="0"/>
              <a:t>In the new window, enter the Tag to be released.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38"/>
            </a:pPr>
            <a:r>
              <a:rPr lang="en-US" dirty="0"/>
              <a:t>Click on Continue.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8"/>
            </a:pP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5999FFC-65E7-4A26-ADFF-DD455F6543D4}"/>
              </a:ext>
            </a:extLst>
          </p:cNvPr>
          <p:cNvGrpSpPr/>
          <p:nvPr/>
        </p:nvGrpSpPr>
        <p:grpSpPr>
          <a:xfrm>
            <a:off x="7495370" y="1534519"/>
            <a:ext cx="3983060" cy="3788548"/>
            <a:chOff x="4104470" y="179661"/>
            <a:chExt cx="3983060" cy="378854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5FAE41CD-BEFE-42E3-A8AB-042A1F2646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9191"/>
            <a:stretch/>
          </p:blipFill>
          <p:spPr>
            <a:xfrm>
              <a:off x="4104470" y="179661"/>
              <a:ext cx="3983060" cy="265202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C239BAE8-55AC-4A0B-AE2B-ACF104C297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0012"/>
            <a:stretch/>
          </p:blipFill>
          <p:spPr>
            <a:xfrm>
              <a:off x="4104470" y="2669277"/>
              <a:ext cx="3983060" cy="12989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5391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DB63345-037A-4CB5-A11F-92197C6EE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261" y="666035"/>
            <a:ext cx="3483919" cy="552593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30A76EB6-03BC-475D-AF8F-3753B4B61224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6 – Release for </a:t>
            </a:r>
            <a:r>
              <a:rPr lang="en-CA" sz="3600" dirty="0" err="1"/>
              <a:t>Putaway</a:t>
            </a:r>
            <a:r>
              <a:rPr lang="en-CA" sz="3600" dirty="0"/>
              <a:t> </a:t>
            </a:r>
            <a:endParaRPr lang="en-CA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2102EDB5-1B3E-4A96-978B-6BE637F6A99D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34933"/>
            <a:ext cx="5996560" cy="4024135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40"/>
            </a:pPr>
            <a:r>
              <a:rPr lang="en-US" dirty="0"/>
              <a:t>The Store Tag Command window is displayed. Confirm the Drop-off zone.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40"/>
            </a:pPr>
            <a:r>
              <a:rPr lang="en-US" dirty="0"/>
              <a:t>Click on Continue.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The release for put away for this item is now complete.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6581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sz="6000" b="1"/>
              <a:t>Basic</a:t>
            </a:r>
            <a:r>
              <a:rPr lang="en-CA" sz="6000" b="1"/>
              <a:t> Receiving</a:t>
            </a:r>
            <a:endParaRPr lang="en-CA" sz="4800" b="1"/>
          </a:p>
        </p:txBody>
      </p:sp>
    </p:spTree>
    <p:extLst>
      <p:ext uri="{BB962C8B-B14F-4D97-AF65-F5344CB8AC3E}">
        <p14:creationId xmlns:p14="http://schemas.microsoft.com/office/powerpoint/2010/main" val="363628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Basic Receiving 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FA01FA0-64D5-4D2C-BCC5-C1ACEBA4711B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34933"/>
            <a:ext cx="6418116" cy="402413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Note: To receive products without a purchase order, it is possible to perform a basic receiving in the WMS. This may be the case for marketing products </a:t>
            </a:r>
            <a:r>
              <a:rPr lang="en-CA" dirty="0"/>
              <a:t>whose product(s) value is $0. To do this: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u="sng" dirty="0"/>
              <a:t>With your mobile device</a:t>
            </a:r>
            <a:r>
              <a:rPr lang="en-US" dirty="0"/>
              <a:t>, select the </a:t>
            </a:r>
            <a:r>
              <a:rPr lang="en-US" b="1" dirty="0"/>
              <a:t>Receiving </a:t>
            </a:r>
            <a:r>
              <a:rPr lang="en-US" dirty="0"/>
              <a:t>resource</a:t>
            </a:r>
            <a:r>
              <a:rPr lang="en-US" b="1" dirty="0"/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Receiving, Click on </a:t>
            </a:r>
            <a:r>
              <a:rPr lang="en-US" b="1" dirty="0"/>
              <a:t>Basic Receiving.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A1E427A-0EAA-40E5-9F01-9DB024A24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524" y="446754"/>
            <a:ext cx="4168579" cy="553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28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7A42E8-0DE2-4963-A509-39B1AB49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Basic </a:t>
            </a:r>
            <a:r>
              <a:rPr lang="fr-CA" dirty="0" err="1"/>
              <a:t>Receiving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7DADA6BB-EA43-41A3-B382-88DA041AB1C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2000" y="1433470"/>
            <a:ext cx="4865447" cy="4024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20000"/>
              </a:lnSpc>
              <a:buFont typeface="+mj-lt"/>
              <a:buAutoNum type="arabicPeriod" startAt="3"/>
            </a:pPr>
            <a:r>
              <a:rPr lang="en-US" dirty="0"/>
              <a:t>From the Basic Receiving window, enter the appropriate reason and the item to be received. 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3"/>
            </a:pPr>
            <a:r>
              <a:rPr lang="en-US" dirty="0"/>
              <a:t>Click on Continue.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1B9A7860-F033-4D63-871A-13FBC9AC268B}"/>
              </a:ext>
            </a:extLst>
          </p:cNvPr>
          <p:cNvGrpSpPr/>
          <p:nvPr/>
        </p:nvGrpSpPr>
        <p:grpSpPr>
          <a:xfrm>
            <a:off x="6246304" y="1240132"/>
            <a:ext cx="5183696" cy="4706129"/>
            <a:chOff x="3504151" y="203483"/>
            <a:chExt cx="5183696" cy="470612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xmlns="" id="{0C998CE7-03C4-4A8F-8016-C8E5E23D13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6497"/>
            <a:stretch/>
          </p:blipFill>
          <p:spPr>
            <a:xfrm>
              <a:off x="3504152" y="203483"/>
              <a:ext cx="5183695" cy="280641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84DC5716-ECAD-4E44-B897-CB36C81458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0552"/>
            <a:stretch/>
          </p:blipFill>
          <p:spPr>
            <a:xfrm>
              <a:off x="3504151" y="3009900"/>
              <a:ext cx="5183695" cy="1899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21695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7A42E8-0DE2-4963-A509-39B1AB49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Basic </a:t>
            </a:r>
            <a:r>
              <a:rPr lang="fr-CA" dirty="0" err="1"/>
              <a:t>Receiving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7DADA6BB-EA43-41A3-B382-88DA041AB1C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2000" y="1281070"/>
            <a:ext cx="4865447" cy="4024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20000"/>
              </a:lnSpc>
              <a:buFont typeface="+mj-lt"/>
              <a:buAutoNum type="arabicPeriod" startAt="5"/>
            </a:pPr>
            <a:r>
              <a:rPr lang="en-US" dirty="0"/>
              <a:t>On the second page that appears, confirm the item and the unit of measure.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5"/>
            </a:pPr>
            <a:r>
              <a:rPr lang="en-US" dirty="0"/>
              <a:t>If required, enter a hold code (e.g. for a damaged item, discontinued item, new item, etc.). Use the lookup button to find the right code if necessary. 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5"/>
            </a:pPr>
            <a:r>
              <a:rPr lang="en-US" dirty="0"/>
              <a:t>Click on Continue. 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5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B13E586-8D4C-47F8-A38E-BC5A1DD56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555" y="655922"/>
            <a:ext cx="4350957" cy="49114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4C4E5FB-C3D4-48A8-8FB0-C7FA1E1147D7}"/>
              </a:ext>
            </a:extLst>
          </p:cNvPr>
          <p:cNvSpPr txBox="1"/>
          <p:nvPr/>
        </p:nvSpPr>
        <p:spPr>
          <a:xfrm>
            <a:off x="762000" y="5791378"/>
            <a:ext cx="8011660" cy="505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ends the process of basic receiving for the item. </a:t>
            </a:r>
          </a:p>
        </p:txBody>
      </p:sp>
    </p:spTree>
    <p:extLst>
      <p:ext uri="{BB962C8B-B14F-4D97-AF65-F5344CB8AC3E}">
        <p14:creationId xmlns:p14="http://schemas.microsoft.com/office/powerpoint/2010/main" val="1572152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15B32ECCCF1A4F8BAA78AEE051229E" ma:contentTypeVersion="12" ma:contentTypeDescription="Crée un document." ma:contentTypeScope="" ma:versionID="0ebbd9a872aa4c132bd3d925cd34cc71">
  <xsd:schema xmlns:xsd="http://www.w3.org/2001/XMLSchema" xmlns:xs="http://www.w3.org/2001/XMLSchema" xmlns:p="http://schemas.microsoft.com/office/2006/metadata/properties" xmlns:ns2="e462bd94-50ae-4fcb-8a4d-76eef9bd0f1d" xmlns:ns3="698a266e-b205-4ba7-a043-296de9e9eb89" targetNamespace="http://schemas.microsoft.com/office/2006/metadata/properties" ma:root="true" ma:fieldsID="5cfd5ee4064d1f443f65af0b4aba68e3" ns2:_="" ns3:_="">
    <xsd:import namespace="e462bd94-50ae-4fcb-8a4d-76eef9bd0f1d"/>
    <xsd:import namespace="698a266e-b205-4ba7-a043-296de9e9eb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2bd94-50ae-4fcb-8a4d-76eef9bd0f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98856d2f-f367-4957-ac1b-6565251ed0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8a266e-b205-4ba7-a043-296de9e9eb8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a669148-c562-4cac-984e-a39a7a0331e3}" ma:internalName="TaxCatchAll" ma:showField="CatchAllData" ma:web="698a266e-b205-4ba7-a043-296de9e9eb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98a266e-b205-4ba7-a043-296de9e9eb89">
      <UserInfo>
        <DisplayName>Alpha Barry</DisplayName>
        <AccountId>861</AccountId>
        <AccountType/>
      </UserInfo>
    </SharedWithUsers>
    <lcf76f155ced4ddcb4097134ff3c332f xmlns="e462bd94-50ae-4fcb-8a4d-76eef9bd0f1d">
      <Terms xmlns="http://schemas.microsoft.com/office/infopath/2007/PartnerControls"/>
    </lcf76f155ced4ddcb4097134ff3c332f>
    <TaxCatchAll xmlns="698a266e-b205-4ba7-a043-296de9e9eb89" xsi:nil="true"/>
  </documentManagement>
</p:properties>
</file>

<file path=customXml/itemProps1.xml><?xml version="1.0" encoding="utf-8"?>
<ds:datastoreItem xmlns:ds="http://schemas.openxmlformats.org/officeDocument/2006/customXml" ds:itemID="{DC93D755-EA99-4DC8-946E-31F9E45B7BEE}"/>
</file>

<file path=customXml/itemProps2.xml><?xml version="1.0" encoding="utf-8"?>
<ds:datastoreItem xmlns:ds="http://schemas.openxmlformats.org/officeDocument/2006/customXml" ds:itemID="{B250BBAA-866C-4D31-85A4-D240381A7E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0D2C95-BABC-47AD-A1E1-702DCD8872B0}">
  <ds:schemaRefs>
    <ds:schemaRef ds:uri="http://purl.org/dc/terms/"/>
    <ds:schemaRef ds:uri="c7454f8d-4c17-43a4-bc16-0cf0fc914fca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eb899797-80f6-4e69-af82-8dc567209eda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1336</Words>
  <Application>Microsoft Office PowerPoint</Application>
  <PresentationFormat>Grand écran</PresentationFormat>
  <Paragraphs>135</Paragraphs>
  <Slides>39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Office Theme</vt:lpstr>
      <vt:lpstr>Inbound Order Process</vt:lpstr>
      <vt:lpstr>Table of Contents</vt:lpstr>
      <vt:lpstr>Regular Receiving</vt:lpstr>
      <vt:lpstr>Prerequisite</vt:lpstr>
      <vt:lpstr>Prerequisite </vt:lpstr>
      <vt:lpstr>Step 1 – Receiver Tracker</vt:lpstr>
      <vt:lpstr>Step 1 - Receive Tracker </vt:lpstr>
      <vt:lpstr>Step 1 - Receive Tracker </vt:lpstr>
      <vt:lpstr>Step 2 – Receipt Schedules</vt:lpstr>
      <vt:lpstr>Step 2 – Receipt Schedules </vt:lpstr>
      <vt:lpstr>Step 2 - Receipt Schedules </vt:lpstr>
      <vt:lpstr>Step 2 - Receipt Schedules </vt:lpstr>
      <vt:lpstr>Step 3 – Inbound Order Planning &amp; Receiving</vt:lpstr>
      <vt:lpstr>Step 3 – Inbound Order Planning &amp; Receiving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Step 4 – Receipt Closeout</vt:lpstr>
      <vt:lpstr>Step 4 – Receipt Closeout</vt:lpstr>
      <vt:lpstr>Step 4 – Receipt Closeout</vt:lpstr>
      <vt:lpstr>Step 4 – Receipt Closeout</vt:lpstr>
      <vt:lpstr>Step 5 – Quality Check (if applicable)</vt:lpstr>
      <vt:lpstr>Présentation PowerPoint</vt:lpstr>
      <vt:lpstr>Présentation PowerPoint</vt:lpstr>
      <vt:lpstr>Présentation PowerPoint</vt:lpstr>
      <vt:lpstr>Step 6 – Release for Putaway</vt:lpstr>
      <vt:lpstr>Présentation PowerPoint</vt:lpstr>
      <vt:lpstr>Présentation PowerPoint</vt:lpstr>
      <vt:lpstr>Présentation PowerPoint</vt:lpstr>
      <vt:lpstr>Présentation PowerPoint</vt:lpstr>
      <vt:lpstr>Basic Receiving</vt:lpstr>
      <vt:lpstr>Présentation PowerPoint</vt:lpstr>
      <vt:lpstr>Basic Receiving </vt:lpstr>
      <vt:lpstr>Basic Receiving </vt:lpstr>
    </vt:vector>
  </TitlesOfParts>
  <Company>Walter Surface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Grondin, Rejean</dc:creator>
  <cp:lastModifiedBy>Jeannot, Guy</cp:lastModifiedBy>
  <cp:revision>15</cp:revision>
  <dcterms:created xsi:type="dcterms:W3CDTF">2016-08-24T13:01:38Z</dcterms:created>
  <dcterms:modified xsi:type="dcterms:W3CDTF">2020-10-02T16:01:37Z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0x0101000115B32ECCCF1A4F8BAA78AEE051229E</vt:lpwstr>
  </property>
</Properties>
</file>