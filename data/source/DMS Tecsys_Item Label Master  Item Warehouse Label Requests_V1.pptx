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2.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3.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5.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56" r:id="rId5"/>
    <p:sldId id="286" r:id="rId6"/>
    <p:sldId id="347" r:id="rId7"/>
    <p:sldId id="350" r:id="rId8"/>
    <p:sldId id="359" r:id="rId9"/>
    <p:sldId id="360" r:id="rId10"/>
    <p:sldId id="361" r:id="rId11"/>
    <p:sldId id="375" r:id="rId12"/>
    <p:sldId id="376" r:id="rId13"/>
    <p:sldId id="377" r:id="rId14"/>
    <p:sldId id="364" r:id="rId15"/>
    <p:sldId id="353" r:id="rId16"/>
    <p:sldId id="357" r:id="rId17"/>
    <p:sldId id="358" r:id="rId18"/>
    <p:sldId id="368" r:id="rId19"/>
    <p:sldId id="365" r:id="rId20"/>
    <p:sldId id="366" r:id="rId21"/>
    <p:sldId id="369" r:id="rId22"/>
    <p:sldId id="378" r:id="rId23"/>
    <p:sldId id="367" r:id="rId24"/>
    <p:sldId id="371" r:id="rId25"/>
    <p:sldId id="372" r:id="rId26"/>
    <p:sldId id="373" r:id="rId27"/>
    <p:sldId id="3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A1EB40-4939-4231-9673-3F5451E5B3B7}" v="78" dt="2020-10-14T13:36:15.4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249" autoAdjust="0"/>
  </p:normalViewPr>
  <p:slideViewPr>
    <p:cSldViewPr snapToGrid="0">
      <p:cViewPr varScale="1">
        <p:scale>
          <a:sx n="66" d="100"/>
          <a:sy n="66" d="100"/>
        </p:scale>
        <p:origin x="78" y="24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91FE276C-407B-4F83-BDB7-42FEB3DE1FC4}"/>
    <pc:docChg chg="undo redo custSel modSld">
      <pc:chgData name="Ella Vetter" userId="c6918cf5-f6c0-43cc-8499-a1f635017de9" providerId="ADAL" clId="{91FE276C-407B-4F83-BDB7-42FEB3DE1FC4}" dt="2020-10-09T17:28:51.149" v="68" actId="20577"/>
      <pc:docMkLst>
        <pc:docMk/>
      </pc:docMkLst>
      <pc:sldChg chg="modSp mod">
        <pc:chgData name="Ella Vetter" userId="c6918cf5-f6c0-43cc-8499-a1f635017de9" providerId="ADAL" clId="{91FE276C-407B-4F83-BDB7-42FEB3DE1FC4}" dt="2020-10-09T14:07:44.963" v="2" actId="14100"/>
        <pc:sldMkLst>
          <pc:docMk/>
          <pc:sldMk cId="1993397138" sldId="286"/>
        </pc:sldMkLst>
        <pc:spChg chg="mod">
          <ac:chgData name="Ella Vetter" userId="c6918cf5-f6c0-43cc-8499-a1f635017de9" providerId="ADAL" clId="{91FE276C-407B-4F83-BDB7-42FEB3DE1FC4}" dt="2020-10-09T14:07:44.963" v="2" actId="14100"/>
          <ac:spMkLst>
            <pc:docMk/>
            <pc:sldMk cId="1993397138" sldId="286"/>
            <ac:spMk id="3" creationId="{37B56F8A-6BEF-459C-AFA4-6D790D24F1CB}"/>
          </ac:spMkLst>
        </pc:spChg>
      </pc:sldChg>
      <pc:sldChg chg="modSp mod">
        <pc:chgData name="Ella Vetter" userId="c6918cf5-f6c0-43cc-8499-a1f635017de9" providerId="ADAL" clId="{91FE276C-407B-4F83-BDB7-42FEB3DE1FC4}" dt="2020-10-09T17:26:41.794" v="65" actId="20577"/>
        <pc:sldMkLst>
          <pc:docMk/>
          <pc:sldMk cId="2949972059" sldId="332"/>
        </pc:sldMkLst>
        <pc:spChg chg="mod">
          <ac:chgData name="Ella Vetter" userId="c6918cf5-f6c0-43cc-8499-a1f635017de9" providerId="ADAL" clId="{91FE276C-407B-4F83-BDB7-42FEB3DE1FC4}" dt="2020-10-09T17:26:41.794" v="65" actId="20577"/>
          <ac:spMkLst>
            <pc:docMk/>
            <pc:sldMk cId="2949972059" sldId="332"/>
            <ac:spMk id="3" creationId="{7E54F556-4D48-4B26-B56B-14903DBF0227}"/>
          </ac:spMkLst>
        </pc:spChg>
      </pc:sldChg>
      <pc:sldChg chg="modSp mod">
        <pc:chgData name="Ella Vetter" userId="c6918cf5-f6c0-43cc-8499-a1f635017de9" providerId="ADAL" clId="{91FE276C-407B-4F83-BDB7-42FEB3DE1FC4}" dt="2020-10-09T17:26:31.492" v="60" actId="20577"/>
        <pc:sldMkLst>
          <pc:docMk/>
          <pc:sldMk cId="110084408" sldId="357"/>
        </pc:sldMkLst>
        <pc:spChg chg="mod">
          <ac:chgData name="Ella Vetter" userId="c6918cf5-f6c0-43cc-8499-a1f635017de9" providerId="ADAL" clId="{91FE276C-407B-4F83-BDB7-42FEB3DE1FC4}" dt="2020-10-09T17:26:31.492" v="60" actId="20577"/>
          <ac:spMkLst>
            <pc:docMk/>
            <pc:sldMk cId="110084408" sldId="357"/>
            <ac:spMk id="4" creationId="{E0C5F203-6934-4EFB-90B8-43BB503E1648}"/>
          </ac:spMkLst>
        </pc:spChg>
      </pc:sldChg>
      <pc:sldChg chg="modSp mod">
        <pc:chgData name="Ella Vetter" userId="c6918cf5-f6c0-43cc-8499-a1f635017de9" providerId="ADAL" clId="{91FE276C-407B-4F83-BDB7-42FEB3DE1FC4}" dt="2020-10-09T14:41:57" v="32" actId="20577"/>
        <pc:sldMkLst>
          <pc:docMk/>
          <pc:sldMk cId="1369638370" sldId="358"/>
        </pc:sldMkLst>
        <pc:spChg chg="mod">
          <ac:chgData name="Ella Vetter" userId="c6918cf5-f6c0-43cc-8499-a1f635017de9" providerId="ADAL" clId="{91FE276C-407B-4F83-BDB7-42FEB3DE1FC4}" dt="2020-10-09T14:41:57" v="32" actId="20577"/>
          <ac:spMkLst>
            <pc:docMk/>
            <pc:sldMk cId="1369638370" sldId="358"/>
            <ac:spMk id="4" creationId="{1EB0B600-E5A4-45A9-AED7-ACB9F2BBB11D}"/>
          </ac:spMkLst>
        </pc:spChg>
      </pc:sldChg>
      <pc:sldChg chg="modSp mod">
        <pc:chgData name="Ella Vetter" userId="c6918cf5-f6c0-43cc-8499-a1f635017de9" providerId="ADAL" clId="{91FE276C-407B-4F83-BDB7-42FEB3DE1FC4}" dt="2020-10-09T17:27:21.432" v="66" actId="20577"/>
        <pc:sldMkLst>
          <pc:docMk/>
          <pc:sldMk cId="3018599899" sldId="365"/>
        </pc:sldMkLst>
        <pc:spChg chg="mod">
          <ac:chgData name="Ella Vetter" userId="c6918cf5-f6c0-43cc-8499-a1f635017de9" providerId="ADAL" clId="{91FE276C-407B-4F83-BDB7-42FEB3DE1FC4}" dt="2020-10-09T17:27:21.432" v="66" actId="20577"/>
          <ac:spMkLst>
            <pc:docMk/>
            <pc:sldMk cId="3018599899" sldId="365"/>
            <ac:spMk id="4" creationId="{135412F4-4223-4159-964F-F2E724B1E621}"/>
          </ac:spMkLst>
        </pc:spChg>
      </pc:sldChg>
      <pc:sldChg chg="modSp mod">
        <pc:chgData name="Ella Vetter" userId="c6918cf5-f6c0-43cc-8499-a1f635017de9" providerId="ADAL" clId="{91FE276C-407B-4F83-BDB7-42FEB3DE1FC4}" dt="2020-10-09T17:27:33.650" v="67" actId="20577"/>
        <pc:sldMkLst>
          <pc:docMk/>
          <pc:sldMk cId="2456304505" sldId="366"/>
        </pc:sldMkLst>
        <pc:spChg chg="mod">
          <ac:chgData name="Ella Vetter" userId="c6918cf5-f6c0-43cc-8499-a1f635017de9" providerId="ADAL" clId="{91FE276C-407B-4F83-BDB7-42FEB3DE1FC4}" dt="2020-10-09T17:27:33.650" v="67" actId="20577"/>
          <ac:spMkLst>
            <pc:docMk/>
            <pc:sldMk cId="2456304505" sldId="366"/>
            <ac:spMk id="3" creationId="{D5D596DB-88FA-4D57-8277-AAE265DF59AB}"/>
          </ac:spMkLst>
        </pc:spChg>
      </pc:sldChg>
      <pc:sldChg chg="modSp mod">
        <pc:chgData name="Ella Vetter" userId="c6918cf5-f6c0-43cc-8499-a1f635017de9" providerId="ADAL" clId="{91FE276C-407B-4F83-BDB7-42FEB3DE1FC4}" dt="2020-10-09T17:28:51.149" v="68" actId="20577"/>
        <pc:sldMkLst>
          <pc:docMk/>
          <pc:sldMk cId="3845638730" sldId="382"/>
        </pc:sldMkLst>
        <pc:spChg chg="mod">
          <ac:chgData name="Ella Vetter" userId="c6918cf5-f6c0-43cc-8499-a1f635017de9" providerId="ADAL" clId="{91FE276C-407B-4F83-BDB7-42FEB3DE1FC4}" dt="2020-10-09T17:28:51.149" v="68" actId="20577"/>
          <ac:spMkLst>
            <pc:docMk/>
            <pc:sldMk cId="3845638730" sldId="382"/>
            <ac:spMk id="4" creationId="{A69AB5AA-43C0-4E25-ACCA-532060E3A4C0}"/>
          </ac:spMkLst>
        </pc:spChg>
      </pc:sldChg>
      <pc:sldChg chg="modSp mod">
        <pc:chgData name="Ella Vetter" userId="c6918cf5-f6c0-43cc-8499-a1f635017de9" providerId="ADAL" clId="{91FE276C-407B-4F83-BDB7-42FEB3DE1FC4}" dt="2020-10-09T16:58:00.571" v="50" actId="20577"/>
        <pc:sldMkLst>
          <pc:docMk/>
          <pc:sldMk cId="41744175" sldId="390"/>
        </pc:sldMkLst>
        <pc:spChg chg="mod">
          <ac:chgData name="Ella Vetter" userId="c6918cf5-f6c0-43cc-8499-a1f635017de9" providerId="ADAL" clId="{91FE276C-407B-4F83-BDB7-42FEB3DE1FC4}" dt="2020-10-09T16:58:00.571" v="50" actId="20577"/>
          <ac:spMkLst>
            <pc:docMk/>
            <pc:sldMk cId="41744175" sldId="390"/>
            <ac:spMk id="3" creationId="{FBB294F5-79F2-4460-AD2D-0457A7042C4D}"/>
          </ac:spMkLst>
        </pc:spChg>
      </pc:sldChg>
      <pc:sldChg chg="modSp mod">
        <pc:chgData name="Ella Vetter" userId="c6918cf5-f6c0-43cc-8499-a1f635017de9" providerId="ADAL" clId="{91FE276C-407B-4F83-BDB7-42FEB3DE1FC4}" dt="2020-10-09T14:17:52.036" v="5" actId="20577"/>
        <pc:sldMkLst>
          <pc:docMk/>
          <pc:sldMk cId="3645563717" sldId="392"/>
        </pc:sldMkLst>
        <pc:spChg chg="mod">
          <ac:chgData name="Ella Vetter" userId="c6918cf5-f6c0-43cc-8499-a1f635017de9" providerId="ADAL" clId="{91FE276C-407B-4F83-BDB7-42FEB3DE1FC4}" dt="2020-10-09T14:17:52.036" v="5" actId="20577"/>
          <ac:spMkLst>
            <pc:docMk/>
            <pc:sldMk cId="3645563717" sldId="392"/>
            <ac:spMk id="4" creationId="{47F79E1B-9C25-4D33-A82B-9F37A56A6237}"/>
          </ac:spMkLst>
        </pc:spChg>
      </pc:sldChg>
      <pc:sldChg chg="modSp mod">
        <pc:chgData name="Ella Vetter" userId="c6918cf5-f6c0-43cc-8499-a1f635017de9" providerId="ADAL" clId="{91FE276C-407B-4F83-BDB7-42FEB3DE1FC4}" dt="2020-10-09T16:58:45.929" v="51" actId="20577"/>
        <pc:sldMkLst>
          <pc:docMk/>
          <pc:sldMk cId="37957990" sldId="393"/>
        </pc:sldMkLst>
        <pc:spChg chg="mod">
          <ac:chgData name="Ella Vetter" userId="c6918cf5-f6c0-43cc-8499-a1f635017de9" providerId="ADAL" clId="{91FE276C-407B-4F83-BDB7-42FEB3DE1FC4}" dt="2020-10-09T16:58:45.929" v="51" actId="20577"/>
          <ac:spMkLst>
            <pc:docMk/>
            <pc:sldMk cId="37957990" sldId="393"/>
            <ac:spMk id="4" creationId="{C01F08F8-4D9C-403F-AD2A-FCCB5C0C2D71}"/>
          </ac:spMkLst>
        </pc:spChg>
      </pc:sldChg>
      <pc:sldChg chg="modSp mod">
        <pc:chgData name="Ella Vetter" userId="c6918cf5-f6c0-43cc-8499-a1f635017de9" providerId="ADAL" clId="{91FE276C-407B-4F83-BDB7-42FEB3DE1FC4}" dt="2020-10-09T14:18:01.819" v="12" actId="20577"/>
        <pc:sldMkLst>
          <pc:docMk/>
          <pc:sldMk cId="1394911306" sldId="394"/>
        </pc:sldMkLst>
        <pc:spChg chg="mod">
          <ac:chgData name="Ella Vetter" userId="c6918cf5-f6c0-43cc-8499-a1f635017de9" providerId="ADAL" clId="{91FE276C-407B-4F83-BDB7-42FEB3DE1FC4}" dt="2020-10-09T14:18:01.819" v="12" actId="20577"/>
          <ac:spMkLst>
            <pc:docMk/>
            <pc:sldMk cId="1394911306" sldId="394"/>
            <ac:spMk id="4" creationId="{826CE4EF-4E05-4ECB-8775-0DF2F217C37B}"/>
          </ac:spMkLst>
        </pc:spChg>
      </pc:sldChg>
      <pc:sldChg chg="modSp mod">
        <pc:chgData name="Ella Vetter" userId="c6918cf5-f6c0-43cc-8499-a1f635017de9" providerId="ADAL" clId="{91FE276C-407B-4F83-BDB7-42FEB3DE1FC4}" dt="2020-10-09T14:18:07.058" v="14" actId="20577"/>
        <pc:sldMkLst>
          <pc:docMk/>
          <pc:sldMk cId="1318642779" sldId="395"/>
        </pc:sldMkLst>
        <pc:spChg chg="mod">
          <ac:chgData name="Ella Vetter" userId="c6918cf5-f6c0-43cc-8499-a1f635017de9" providerId="ADAL" clId="{91FE276C-407B-4F83-BDB7-42FEB3DE1FC4}" dt="2020-10-09T14:18:07.058" v="14" actId="20577"/>
          <ac:spMkLst>
            <pc:docMk/>
            <pc:sldMk cId="1318642779" sldId="395"/>
            <ac:spMk id="4" creationId="{AE16E9BB-3B53-40E8-B24F-00E07C9AC609}"/>
          </ac:spMkLst>
        </pc:spChg>
      </pc:sldChg>
      <pc:sldChg chg="modSp mod">
        <pc:chgData name="Ella Vetter" userId="c6918cf5-f6c0-43cc-8499-a1f635017de9" providerId="ADAL" clId="{91FE276C-407B-4F83-BDB7-42FEB3DE1FC4}" dt="2020-10-09T14:18:10.389" v="15" actId="20577"/>
        <pc:sldMkLst>
          <pc:docMk/>
          <pc:sldMk cId="404388484" sldId="396"/>
        </pc:sldMkLst>
        <pc:spChg chg="mod">
          <ac:chgData name="Ella Vetter" userId="c6918cf5-f6c0-43cc-8499-a1f635017de9" providerId="ADAL" clId="{91FE276C-407B-4F83-BDB7-42FEB3DE1FC4}" dt="2020-10-09T14:18:10.389" v="15" actId="20577"/>
          <ac:spMkLst>
            <pc:docMk/>
            <pc:sldMk cId="404388484" sldId="396"/>
            <ac:spMk id="4" creationId="{F3F5C409-A4E0-4D24-9F5C-469E6EB8B1E9}"/>
          </ac:spMkLst>
        </pc:spChg>
      </pc:sldChg>
      <pc:sldChg chg="modSp mod">
        <pc:chgData name="Ella Vetter" userId="c6918cf5-f6c0-43cc-8499-a1f635017de9" providerId="ADAL" clId="{91FE276C-407B-4F83-BDB7-42FEB3DE1FC4}" dt="2020-10-09T14:18:04.345" v="13" actId="20577"/>
        <pc:sldMkLst>
          <pc:docMk/>
          <pc:sldMk cId="3906019701" sldId="397"/>
        </pc:sldMkLst>
        <pc:spChg chg="mod">
          <ac:chgData name="Ella Vetter" userId="c6918cf5-f6c0-43cc-8499-a1f635017de9" providerId="ADAL" clId="{91FE276C-407B-4F83-BDB7-42FEB3DE1FC4}" dt="2020-10-09T14:18:04.345" v="13" actId="20577"/>
          <ac:spMkLst>
            <pc:docMk/>
            <pc:sldMk cId="3906019701" sldId="397"/>
            <ac:spMk id="4" creationId="{826CE4EF-4E05-4ECB-8775-0DF2F217C37B}"/>
          </ac:spMkLst>
        </pc:spChg>
      </pc:sldChg>
      <pc:sldChg chg="modSp mod">
        <pc:chgData name="Ella Vetter" userId="c6918cf5-f6c0-43cc-8499-a1f635017de9" providerId="ADAL" clId="{91FE276C-407B-4F83-BDB7-42FEB3DE1FC4}" dt="2020-10-09T14:18:13.094" v="16" actId="20577"/>
        <pc:sldMkLst>
          <pc:docMk/>
          <pc:sldMk cId="1455314679" sldId="398"/>
        </pc:sldMkLst>
        <pc:spChg chg="mod">
          <ac:chgData name="Ella Vetter" userId="c6918cf5-f6c0-43cc-8499-a1f635017de9" providerId="ADAL" clId="{91FE276C-407B-4F83-BDB7-42FEB3DE1FC4}" dt="2020-10-09T14:18:13.094" v="16" actId="20577"/>
          <ac:spMkLst>
            <pc:docMk/>
            <pc:sldMk cId="1455314679" sldId="398"/>
            <ac:spMk id="5" creationId="{F5D80B86-E7C7-44EA-A553-29A1D98F46F3}"/>
          </ac:spMkLst>
        </pc:spChg>
      </pc:sldChg>
      <pc:sldChg chg="modSp mod">
        <pc:chgData name="Ella Vetter" userId="c6918cf5-f6c0-43cc-8499-a1f635017de9" providerId="ADAL" clId="{91FE276C-407B-4F83-BDB7-42FEB3DE1FC4}" dt="2020-10-09T14:18:15.802" v="17" actId="20577"/>
        <pc:sldMkLst>
          <pc:docMk/>
          <pc:sldMk cId="1893464992" sldId="399"/>
        </pc:sldMkLst>
        <pc:spChg chg="mod">
          <ac:chgData name="Ella Vetter" userId="c6918cf5-f6c0-43cc-8499-a1f635017de9" providerId="ADAL" clId="{91FE276C-407B-4F83-BDB7-42FEB3DE1FC4}" dt="2020-10-09T14:18:15.802" v="17" actId="20577"/>
          <ac:spMkLst>
            <pc:docMk/>
            <pc:sldMk cId="1893464992" sldId="399"/>
            <ac:spMk id="5" creationId="{4ED336DA-AF05-4D3A-A800-A9344F84059D}"/>
          </ac:spMkLst>
        </pc:spChg>
      </pc:sldChg>
      <pc:sldChg chg="modSp mod">
        <pc:chgData name="Ella Vetter" userId="c6918cf5-f6c0-43cc-8499-a1f635017de9" providerId="ADAL" clId="{91FE276C-407B-4F83-BDB7-42FEB3DE1FC4}" dt="2020-10-09T14:18:23.943" v="20" actId="20577"/>
        <pc:sldMkLst>
          <pc:docMk/>
          <pc:sldMk cId="2679345019" sldId="400"/>
        </pc:sldMkLst>
        <pc:spChg chg="mod">
          <ac:chgData name="Ella Vetter" userId="c6918cf5-f6c0-43cc-8499-a1f635017de9" providerId="ADAL" clId="{91FE276C-407B-4F83-BDB7-42FEB3DE1FC4}" dt="2020-10-09T14:18:23.943" v="20" actId="20577"/>
          <ac:spMkLst>
            <pc:docMk/>
            <pc:sldMk cId="2679345019" sldId="400"/>
            <ac:spMk id="4" creationId="{DE139EEF-415C-4428-8AD7-362AFBBD561F}"/>
          </ac:spMkLst>
        </pc:spChg>
      </pc:sldChg>
      <pc:sldChg chg="modSp mod">
        <pc:chgData name="Ella Vetter" userId="c6918cf5-f6c0-43cc-8499-a1f635017de9" providerId="ADAL" clId="{91FE276C-407B-4F83-BDB7-42FEB3DE1FC4}" dt="2020-10-09T14:18:29.254" v="24" actId="20577"/>
        <pc:sldMkLst>
          <pc:docMk/>
          <pc:sldMk cId="1459112264" sldId="401"/>
        </pc:sldMkLst>
        <pc:spChg chg="mod">
          <ac:chgData name="Ella Vetter" userId="c6918cf5-f6c0-43cc-8499-a1f635017de9" providerId="ADAL" clId="{91FE276C-407B-4F83-BDB7-42FEB3DE1FC4}" dt="2020-10-09T14:18:29.254" v="24" actId="20577"/>
          <ac:spMkLst>
            <pc:docMk/>
            <pc:sldMk cId="1459112264" sldId="401"/>
            <ac:spMk id="4" creationId="{B370D963-B9D3-4DB3-8158-41D683142447}"/>
          </ac:spMkLst>
        </pc:spChg>
      </pc:sldChg>
    </pc:docChg>
  </pc:docChgLst>
  <pc:docChgLst>
    <pc:chgData name="Ella Vetter" userId="c6918cf5-f6c0-43cc-8499-a1f635017de9" providerId="ADAL" clId="{A65C12B9-E9A2-40CE-9D73-AD0AA03AE054}"/>
    <pc:docChg chg="modSld">
      <pc:chgData name="Ella Vetter" userId="c6918cf5-f6c0-43cc-8499-a1f635017de9" providerId="ADAL" clId="{A65C12B9-E9A2-40CE-9D73-AD0AA03AE054}" dt="2020-09-18T11:38:21.318" v="84" actId="113"/>
      <pc:docMkLst>
        <pc:docMk/>
      </pc:docMkLst>
      <pc:sldChg chg="modSp mod">
        <pc:chgData name="Ella Vetter" userId="c6918cf5-f6c0-43cc-8499-a1f635017de9" providerId="ADAL" clId="{A65C12B9-E9A2-40CE-9D73-AD0AA03AE054}" dt="2020-09-18T11:38:21.318" v="84" actId="113"/>
        <pc:sldMkLst>
          <pc:docMk/>
          <pc:sldMk cId="4108423597" sldId="256"/>
        </pc:sldMkLst>
        <pc:spChg chg="mod">
          <ac:chgData name="Ella Vetter" userId="c6918cf5-f6c0-43cc-8499-a1f635017de9" providerId="ADAL" clId="{A65C12B9-E9A2-40CE-9D73-AD0AA03AE054}" dt="2020-09-18T11:38:21.318" v="84" actId="113"/>
          <ac:spMkLst>
            <pc:docMk/>
            <pc:sldMk cId="4108423597" sldId="256"/>
            <ac:spMk id="2" creationId="{00000000-0000-0000-0000-000000000000}"/>
          </ac:spMkLst>
        </pc:spChg>
      </pc:sldChg>
    </pc:docChg>
  </pc:docChgLst>
  <pc:docChgLst>
    <pc:chgData name="Ella Vetter" userId="c6918cf5-f6c0-43cc-8499-a1f635017de9" providerId="ADAL" clId="{E8CAE533-5900-48F1-9375-A0F1AFC6DE31}"/>
    <pc:docChg chg="undo redo custSel addSld delSld modSld sldOrd">
      <pc:chgData name="Ella Vetter" userId="c6918cf5-f6c0-43cc-8499-a1f635017de9" providerId="ADAL" clId="{E8CAE533-5900-48F1-9375-A0F1AFC6DE31}" dt="2020-09-16T20:23:20.247" v="3279" actId="20577"/>
      <pc:docMkLst>
        <pc:docMk/>
      </pc:docMkLst>
      <pc:sldChg chg="modSp mod">
        <pc:chgData name="Ella Vetter" userId="c6918cf5-f6c0-43cc-8499-a1f635017de9" providerId="ADAL" clId="{E8CAE533-5900-48F1-9375-A0F1AFC6DE31}" dt="2020-09-16T19:46:07.935" v="3226" actId="20577"/>
        <pc:sldMkLst>
          <pc:docMk/>
          <pc:sldMk cId="1993397138" sldId="286"/>
        </pc:sldMkLst>
        <pc:spChg chg="mod">
          <ac:chgData name="Ella Vetter" userId="c6918cf5-f6c0-43cc-8499-a1f635017de9" providerId="ADAL" clId="{E8CAE533-5900-48F1-9375-A0F1AFC6DE31}" dt="2020-09-16T19:46:07.935" v="3226" actId="20577"/>
          <ac:spMkLst>
            <pc:docMk/>
            <pc:sldMk cId="1993397138" sldId="286"/>
            <ac:spMk id="3" creationId="{37B56F8A-6BEF-459C-AFA4-6D790D24F1CB}"/>
          </ac:spMkLst>
        </pc:spChg>
      </pc:sldChg>
      <pc:sldChg chg="modSp mod">
        <pc:chgData name="Ella Vetter" userId="c6918cf5-f6c0-43cc-8499-a1f635017de9" providerId="ADAL" clId="{E8CAE533-5900-48F1-9375-A0F1AFC6DE31}" dt="2020-09-16T16:03:25.573" v="1477" actId="13926"/>
        <pc:sldMkLst>
          <pc:docMk/>
          <pc:sldMk cId="3712023851" sldId="313"/>
        </pc:sldMkLst>
        <pc:spChg chg="mod">
          <ac:chgData name="Ella Vetter" userId="c6918cf5-f6c0-43cc-8499-a1f635017de9" providerId="ADAL" clId="{E8CAE533-5900-48F1-9375-A0F1AFC6DE31}" dt="2020-09-16T16:03:25.573" v="1477" actId="13926"/>
          <ac:spMkLst>
            <pc:docMk/>
            <pc:sldMk cId="3712023851" sldId="313"/>
            <ac:spMk id="2" creationId="{BD0A18F3-9F12-464B-BC50-F741E79EDDDA}"/>
          </ac:spMkLst>
        </pc:spChg>
      </pc:sldChg>
      <pc:sldChg chg="modSp mod">
        <pc:chgData name="Ella Vetter" userId="c6918cf5-f6c0-43cc-8499-a1f635017de9" providerId="ADAL" clId="{E8CAE533-5900-48F1-9375-A0F1AFC6DE31}" dt="2020-09-16T19:46:23.957" v="3228" actId="11"/>
        <pc:sldMkLst>
          <pc:docMk/>
          <pc:sldMk cId="4231542497" sldId="318"/>
        </pc:sldMkLst>
        <pc:spChg chg="mod">
          <ac:chgData name="Ella Vetter" userId="c6918cf5-f6c0-43cc-8499-a1f635017de9" providerId="ADAL" clId="{E8CAE533-5900-48F1-9375-A0F1AFC6DE31}" dt="2020-09-16T19:46:23.957" v="3228" actId="11"/>
          <ac:spMkLst>
            <pc:docMk/>
            <pc:sldMk cId="4231542497" sldId="318"/>
            <ac:spMk id="3" creationId="{53474193-55DD-4B03-A625-1686DEAA14EF}"/>
          </ac:spMkLst>
        </pc:spChg>
      </pc:sldChg>
      <pc:sldChg chg="modSp mod">
        <pc:chgData name="Ella Vetter" userId="c6918cf5-f6c0-43cc-8499-a1f635017de9" providerId="ADAL" clId="{E8CAE533-5900-48F1-9375-A0F1AFC6DE31}" dt="2020-09-16T19:46:30.663" v="3229" actId="11"/>
        <pc:sldMkLst>
          <pc:docMk/>
          <pc:sldMk cId="2141601583" sldId="320"/>
        </pc:sldMkLst>
        <pc:spChg chg="mod">
          <ac:chgData name="Ella Vetter" userId="c6918cf5-f6c0-43cc-8499-a1f635017de9" providerId="ADAL" clId="{E8CAE533-5900-48F1-9375-A0F1AFC6DE31}" dt="2020-09-16T19:46:30.663" v="3229" actId="11"/>
          <ac:spMkLst>
            <pc:docMk/>
            <pc:sldMk cId="2141601583" sldId="320"/>
            <ac:spMk id="3" creationId="{88A62F98-1398-4388-B088-C11376F92F3D}"/>
          </ac:spMkLst>
        </pc:spChg>
      </pc:sldChg>
      <pc:sldChg chg="modSp mod">
        <pc:chgData name="Ella Vetter" userId="c6918cf5-f6c0-43cc-8499-a1f635017de9" providerId="ADAL" clId="{E8CAE533-5900-48F1-9375-A0F1AFC6DE31}" dt="2020-09-16T20:02:55.293" v="3273" actId="20577"/>
        <pc:sldMkLst>
          <pc:docMk/>
          <pc:sldMk cId="701220366" sldId="321"/>
        </pc:sldMkLst>
        <pc:spChg chg="mod">
          <ac:chgData name="Ella Vetter" userId="c6918cf5-f6c0-43cc-8499-a1f635017de9" providerId="ADAL" clId="{E8CAE533-5900-48F1-9375-A0F1AFC6DE31}" dt="2020-09-16T20:02:55.293" v="3273" actId="20577"/>
          <ac:spMkLst>
            <pc:docMk/>
            <pc:sldMk cId="701220366" sldId="321"/>
            <ac:spMk id="3" creationId="{88A62F98-1398-4388-B088-C11376F92F3D}"/>
          </ac:spMkLst>
        </pc:spChg>
      </pc:sldChg>
      <pc:sldChg chg="modSp mod">
        <pc:chgData name="Ella Vetter" userId="c6918cf5-f6c0-43cc-8499-a1f635017de9" providerId="ADAL" clId="{E8CAE533-5900-48F1-9375-A0F1AFC6DE31}" dt="2020-09-16T19:46:19.390" v="3227" actId="11"/>
        <pc:sldMkLst>
          <pc:docMk/>
          <pc:sldMk cId="1043915023" sldId="322"/>
        </pc:sldMkLst>
        <pc:spChg chg="mod">
          <ac:chgData name="Ella Vetter" userId="c6918cf5-f6c0-43cc-8499-a1f635017de9" providerId="ADAL" clId="{E8CAE533-5900-48F1-9375-A0F1AFC6DE31}" dt="2020-09-16T19:46:19.390" v="3227" actId="11"/>
          <ac:spMkLst>
            <pc:docMk/>
            <pc:sldMk cId="1043915023" sldId="322"/>
            <ac:spMk id="9" creationId="{D13DA46D-CD64-490C-80E5-4DDD30392637}"/>
          </ac:spMkLst>
        </pc:spChg>
      </pc:sldChg>
      <pc:sldChg chg="modSp mod">
        <pc:chgData name="Ella Vetter" userId="c6918cf5-f6c0-43cc-8499-a1f635017de9" providerId="ADAL" clId="{E8CAE533-5900-48F1-9375-A0F1AFC6DE31}" dt="2020-09-16T19:46:36.378" v="3230" actId="11"/>
        <pc:sldMkLst>
          <pc:docMk/>
          <pc:sldMk cId="1935364617" sldId="323"/>
        </pc:sldMkLst>
        <pc:spChg chg="mod">
          <ac:chgData name="Ella Vetter" userId="c6918cf5-f6c0-43cc-8499-a1f635017de9" providerId="ADAL" clId="{E8CAE533-5900-48F1-9375-A0F1AFC6DE31}" dt="2020-09-16T19:46:36.378" v="3230" actId="11"/>
          <ac:spMkLst>
            <pc:docMk/>
            <pc:sldMk cId="1935364617" sldId="323"/>
            <ac:spMk id="3" creationId="{88A62F98-1398-4388-B088-C11376F92F3D}"/>
          </ac:spMkLst>
        </pc:spChg>
      </pc:sldChg>
      <pc:sldChg chg="modSp mod">
        <pc:chgData name="Ella Vetter" userId="c6918cf5-f6c0-43cc-8499-a1f635017de9" providerId="ADAL" clId="{E8CAE533-5900-48F1-9375-A0F1AFC6DE31}" dt="2020-09-16T19:46:48.896" v="3231" actId="11"/>
        <pc:sldMkLst>
          <pc:docMk/>
          <pc:sldMk cId="3819862748" sldId="325"/>
        </pc:sldMkLst>
        <pc:spChg chg="mod">
          <ac:chgData name="Ella Vetter" userId="c6918cf5-f6c0-43cc-8499-a1f635017de9" providerId="ADAL" clId="{E8CAE533-5900-48F1-9375-A0F1AFC6DE31}" dt="2020-09-16T19:46:48.896" v="3231" actId="11"/>
          <ac:spMkLst>
            <pc:docMk/>
            <pc:sldMk cId="3819862748" sldId="325"/>
            <ac:spMk id="6" creationId="{C815A54D-D680-47D0-A530-05229ED955FA}"/>
          </ac:spMkLst>
        </pc:spChg>
      </pc:sldChg>
      <pc:sldChg chg="modSp mod">
        <pc:chgData name="Ella Vetter" userId="c6918cf5-f6c0-43cc-8499-a1f635017de9" providerId="ADAL" clId="{E8CAE533-5900-48F1-9375-A0F1AFC6DE31}" dt="2020-09-16T19:47:10.589" v="3235" actId="11"/>
        <pc:sldMkLst>
          <pc:docMk/>
          <pc:sldMk cId="3051631181" sldId="326"/>
        </pc:sldMkLst>
        <pc:spChg chg="mod">
          <ac:chgData name="Ella Vetter" userId="c6918cf5-f6c0-43cc-8499-a1f635017de9" providerId="ADAL" clId="{E8CAE533-5900-48F1-9375-A0F1AFC6DE31}" dt="2020-09-16T19:47:10.589" v="3235" actId="11"/>
          <ac:spMkLst>
            <pc:docMk/>
            <pc:sldMk cId="3051631181" sldId="326"/>
            <ac:spMk id="6" creationId="{90D78095-06B4-428B-A1D1-FA185E91F4DB}"/>
          </ac:spMkLst>
        </pc:spChg>
      </pc:sldChg>
      <pc:sldChg chg="modSp mod">
        <pc:chgData name="Ella Vetter" userId="c6918cf5-f6c0-43cc-8499-a1f635017de9" providerId="ADAL" clId="{E8CAE533-5900-48F1-9375-A0F1AFC6DE31}" dt="2020-09-16T19:46:54.715" v="3232" actId="11"/>
        <pc:sldMkLst>
          <pc:docMk/>
          <pc:sldMk cId="877782285" sldId="327"/>
        </pc:sldMkLst>
        <pc:spChg chg="mod">
          <ac:chgData name="Ella Vetter" userId="c6918cf5-f6c0-43cc-8499-a1f635017de9" providerId="ADAL" clId="{E8CAE533-5900-48F1-9375-A0F1AFC6DE31}" dt="2020-09-16T19:46:54.715" v="3232" actId="11"/>
          <ac:spMkLst>
            <pc:docMk/>
            <pc:sldMk cId="877782285" sldId="327"/>
            <ac:spMk id="4" creationId="{7F8C2603-D7E4-4895-AB2C-372ECA0993A9}"/>
          </ac:spMkLst>
        </pc:spChg>
      </pc:sldChg>
      <pc:sldChg chg="modSp mod">
        <pc:chgData name="Ella Vetter" userId="c6918cf5-f6c0-43cc-8499-a1f635017de9" providerId="ADAL" clId="{E8CAE533-5900-48F1-9375-A0F1AFC6DE31}" dt="2020-09-16T19:47:00.035" v="3233" actId="11"/>
        <pc:sldMkLst>
          <pc:docMk/>
          <pc:sldMk cId="334261442" sldId="328"/>
        </pc:sldMkLst>
        <pc:spChg chg="mod">
          <ac:chgData name="Ella Vetter" userId="c6918cf5-f6c0-43cc-8499-a1f635017de9" providerId="ADAL" clId="{E8CAE533-5900-48F1-9375-A0F1AFC6DE31}" dt="2020-09-16T19:47:00.035" v="3233" actId="11"/>
          <ac:spMkLst>
            <pc:docMk/>
            <pc:sldMk cId="334261442" sldId="328"/>
            <ac:spMk id="6" creationId="{23380FDD-29B9-48D1-805D-66E391BA7387}"/>
          </ac:spMkLst>
        </pc:spChg>
      </pc:sldChg>
      <pc:sldChg chg="modSp mod">
        <pc:chgData name="Ella Vetter" userId="c6918cf5-f6c0-43cc-8499-a1f635017de9" providerId="ADAL" clId="{E8CAE533-5900-48F1-9375-A0F1AFC6DE31}" dt="2020-09-16T19:47:05.411" v="3234" actId="11"/>
        <pc:sldMkLst>
          <pc:docMk/>
          <pc:sldMk cId="3503232561" sldId="329"/>
        </pc:sldMkLst>
        <pc:spChg chg="mod">
          <ac:chgData name="Ella Vetter" userId="c6918cf5-f6c0-43cc-8499-a1f635017de9" providerId="ADAL" clId="{E8CAE533-5900-48F1-9375-A0F1AFC6DE31}" dt="2020-09-16T19:47:05.411" v="3234" actId="11"/>
          <ac:spMkLst>
            <pc:docMk/>
            <pc:sldMk cId="3503232561" sldId="329"/>
            <ac:spMk id="6" creationId="{FB2F8FD9-EEF7-460D-A9DD-C60B151D1FD0}"/>
          </ac:spMkLst>
        </pc:spChg>
      </pc:sldChg>
      <pc:sldChg chg="modSp mod modNotesTx">
        <pc:chgData name="Ella Vetter" userId="c6918cf5-f6c0-43cc-8499-a1f635017de9" providerId="ADAL" clId="{E8CAE533-5900-48F1-9375-A0F1AFC6DE31}" dt="2020-09-16T15:29:30.369" v="703"/>
        <pc:sldMkLst>
          <pc:docMk/>
          <pc:sldMk cId="375912605" sldId="331"/>
        </pc:sldMkLst>
        <pc:spChg chg="mod">
          <ac:chgData name="Ella Vetter" userId="c6918cf5-f6c0-43cc-8499-a1f635017de9" providerId="ADAL" clId="{E8CAE533-5900-48F1-9375-A0F1AFC6DE31}" dt="2020-09-16T15:23:34.672" v="529" actId="115"/>
          <ac:spMkLst>
            <pc:docMk/>
            <pc:sldMk cId="375912605" sldId="331"/>
            <ac:spMk id="3" creationId="{8221F274-BC26-4E74-AB9D-71F773282F5F}"/>
          </ac:spMkLst>
        </pc:spChg>
      </pc:sldChg>
      <pc:sldChg chg="modSp mod modNotesTx">
        <pc:chgData name="Ella Vetter" userId="c6918cf5-f6c0-43cc-8499-a1f635017de9" providerId="ADAL" clId="{E8CAE533-5900-48F1-9375-A0F1AFC6DE31}" dt="2020-09-16T15:48:22.508" v="1361" actId="20577"/>
        <pc:sldMkLst>
          <pc:docMk/>
          <pc:sldMk cId="2949972059" sldId="332"/>
        </pc:sldMkLst>
        <pc:spChg chg="mod">
          <ac:chgData name="Ella Vetter" userId="c6918cf5-f6c0-43cc-8499-a1f635017de9" providerId="ADAL" clId="{E8CAE533-5900-48F1-9375-A0F1AFC6DE31}" dt="2020-09-16T15:48:22.508" v="1361" actId="20577"/>
          <ac:spMkLst>
            <pc:docMk/>
            <pc:sldMk cId="2949972059" sldId="332"/>
            <ac:spMk id="3" creationId="{7E54F556-4D48-4B26-B56B-14903DBF0227}"/>
          </ac:spMkLst>
        </pc:spChg>
      </pc:sldChg>
      <pc:sldChg chg="modSp mod">
        <pc:chgData name="Ella Vetter" userId="c6918cf5-f6c0-43cc-8499-a1f635017de9" providerId="ADAL" clId="{E8CAE533-5900-48F1-9375-A0F1AFC6DE31}" dt="2020-09-16T19:47:16.949" v="3236" actId="11"/>
        <pc:sldMkLst>
          <pc:docMk/>
          <pc:sldMk cId="770859312" sldId="333"/>
        </pc:sldMkLst>
        <pc:spChg chg="mod">
          <ac:chgData name="Ella Vetter" userId="c6918cf5-f6c0-43cc-8499-a1f635017de9" providerId="ADAL" clId="{E8CAE533-5900-48F1-9375-A0F1AFC6DE31}" dt="2020-09-16T19:47:16.949" v="3236" actId="11"/>
          <ac:spMkLst>
            <pc:docMk/>
            <pc:sldMk cId="770859312" sldId="333"/>
            <ac:spMk id="4" creationId="{707C5EBC-6A0E-4D35-ACE9-9DC27564C9E4}"/>
          </ac:spMkLst>
        </pc:spChg>
      </pc:sldChg>
      <pc:sldChg chg="modSp mod">
        <pc:chgData name="Ella Vetter" userId="c6918cf5-f6c0-43cc-8499-a1f635017de9" providerId="ADAL" clId="{E8CAE533-5900-48F1-9375-A0F1AFC6DE31}" dt="2020-09-16T19:47:23.105" v="3237" actId="11"/>
        <pc:sldMkLst>
          <pc:docMk/>
          <pc:sldMk cId="3805342586" sldId="334"/>
        </pc:sldMkLst>
        <pc:spChg chg="mod">
          <ac:chgData name="Ella Vetter" userId="c6918cf5-f6c0-43cc-8499-a1f635017de9" providerId="ADAL" clId="{E8CAE533-5900-48F1-9375-A0F1AFC6DE31}" dt="2020-09-16T19:47:23.105" v="3237" actId="11"/>
          <ac:spMkLst>
            <pc:docMk/>
            <pc:sldMk cId="3805342586" sldId="334"/>
            <ac:spMk id="4" creationId="{54DA42CC-40CB-4A2F-8973-73781A249AF0}"/>
          </ac:spMkLst>
        </pc:spChg>
      </pc:sldChg>
      <pc:sldChg chg="modSp mod">
        <pc:chgData name="Ella Vetter" userId="c6918cf5-f6c0-43cc-8499-a1f635017de9" providerId="ADAL" clId="{E8CAE533-5900-48F1-9375-A0F1AFC6DE31}" dt="2020-09-16T19:47:29.346" v="3238" actId="11"/>
        <pc:sldMkLst>
          <pc:docMk/>
          <pc:sldMk cId="1594842008" sldId="335"/>
        </pc:sldMkLst>
        <pc:spChg chg="mod">
          <ac:chgData name="Ella Vetter" userId="c6918cf5-f6c0-43cc-8499-a1f635017de9" providerId="ADAL" clId="{E8CAE533-5900-48F1-9375-A0F1AFC6DE31}" dt="2020-09-16T19:47:29.346" v="3238" actId="11"/>
          <ac:spMkLst>
            <pc:docMk/>
            <pc:sldMk cId="1594842008" sldId="335"/>
            <ac:spMk id="4" creationId="{894ADE61-8434-47F9-A2E8-8F1D725EA5D2}"/>
          </ac:spMkLst>
        </pc:spChg>
      </pc:sldChg>
      <pc:sldChg chg="modSp mod">
        <pc:chgData name="Ella Vetter" userId="c6918cf5-f6c0-43cc-8499-a1f635017de9" providerId="ADAL" clId="{E8CAE533-5900-48F1-9375-A0F1AFC6DE31}" dt="2020-09-16T19:47:36.507" v="3239" actId="11"/>
        <pc:sldMkLst>
          <pc:docMk/>
          <pc:sldMk cId="513000458" sldId="336"/>
        </pc:sldMkLst>
        <pc:spChg chg="mod">
          <ac:chgData name="Ella Vetter" userId="c6918cf5-f6c0-43cc-8499-a1f635017de9" providerId="ADAL" clId="{E8CAE533-5900-48F1-9375-A0F1AFC6DE31}" dt="2020-09-16T19:47:36.507" v="3239" actId="11"/>
          <ac:spMkLst>
            <pc:docMk/>
            <pc:sldMk cId="513000458" sldId="336"/>
            <ac:spMk id="4" creationId="{9A2FBEA7-2905-4EB0-9760-20C7AB016556}"/>
          </ac:spMkLst>
        </pc:spChg>
      </pc:sldChg>
      <pc:sldChg chg="modSp mod">
        <pc:chgData name="Ella Vetter" userId="c6918cf5-f6c0-43cc-8499-a1f635017de9" providerId="ADAL" clId="{E8CAE533-5900-48F1-9375-A0F1AFC6DE31}" dt="2020-09-16T19:47:53.393" v="3241" actId="11"/>
        <pc:sldMkLst>
          <pc:docMk/>
          <pc:sldMk cId="2497133131" sldId="338"/>
        </pc:sldMkLst>
        <pc:spChg chg="mod">
          <ac:chgData name="Ella Vetter" userId="c6918cf5-f6c0-43cc-8499-a1f635017de9" providerId="ADAL" clId="{E8CAE533-5900-48F1-9375-A0F1AFC6DE31}" dt="2020-09-16T19:47:53.393" v="3241" actId="11"/>
          <ac:spMkLst>
            <pc:docMk/>
            <pc:sldMk cId="2497133131" sldId="338"/>
            <ac:spMk id="4" creationId="{3C6A5C21-4E07-4F33-9198-1792FD7F3D1C}"/>
          </ac:spMkLst>
        </pc:spChg>
      </pc:sldChg>
      <pc:sldChg chg="modSp mod">
        <pc:chgData name="Ella Vetter" userId="c6918cf5-f6c0-43cc-8499-a1f635017de9" providerId="ADAL" clId="{E8CAE533-5900-48F1-9375-A0F1AFC6DE31}" dt="2020-09-16T19:48:08.301" v="3243" actId="11"/>
        <pc:sldMkLst>
          <pc:docMk/>
          <pc:sldMk cId="1524780563" sldId="339"/>
        </pc:sldMkLst>
        <pc:spChg chg="mod">
          <ac:chgData name="Ella Vetter" userId="c6918cf5-f6c0-43cc-8499-a1f635017de9" providerId="ADAL" clId="{E8CAE533-5900-48F1-9375-A0F1AFC6DE31}" dt="2020-09-16T19:48:08.301" v="3243" actId="11"/>
          <ac:spMkLst>
            <pc:docMk/>
            <pc:sldMk cId="1524780563" sldId="339"/>
            <ac:spMk id="4" creationId="{2F129AF8-57D0-4CE0-8DE1-C396C1E6CF8D}"/>
          </ac:spMkLst>
        </pc:spChg>
      </pc:sldChg>
      <pc:sldChg chg="modSp mod">
        <pc:chgData name="Ella Vetter" userId="c6918cf5-f6c0-43cc-8499-a1f635017de9" providerId="ADAL" clId="{E8CAE533-5900-48F1-9375-A0F1AFC6DE31}" dt="2020-09-16T19:48:19.711" v="3244" actId="11"/>
        <pc:sldMkLst>
          <pc:docMk/>
          <pc:sldMk cId="3408288368" sldId="340"/>
        </pc:sldMkLst>
        <pc:spChg chg="mod">
          <ac:chgData name="Ella Vetter" userId="c6918cf5-f6c0-43cc-8499-a1f635017de9" providerId="ADAL" clId="{E8CAE533-5900-48F1-9375-A0F1AFC6DE31}" dt="2020-09-16T19:48:19.711" v="3244" actId="11"/>
          <ac:spMkLst>
            <pc:docMk/>
            <pc:sldMk cId="3408288368" sldId="340"/>
            <ac:spMk id="4" creationId="{04763771-6C82-4162-A5AC-F3602FF29FF6}"/>
          </ac:spMkLst>
        </pc:spChg>
      </pc:sldChg>
      <pc:sldChg chg="modSp mod">
        <pc:chgData name="Ella Vetter" userId="c6918cf5-f6c0-43cc-8499-a1f635017de9" providerId="ADAL" clId="{E8CAE533-5900-48F1-9375-A0F1AFC6DE31}" dt="2020-09-16T19:48:34.768" v="3246" actId="11"/>
        <pc:sldMkLst>
          <pc:docMk/>
          <pc:sldMk cId="437802711" sldId="341"/>
        </pc:sldMkLst>
        <pc:spChg chg="mod">
          <ac:chgData name="Ella Vetter" userId="c6918cf5-f6c0-43cc-8499-a1f635017de9" providerId="ADAL" clId="{E8CAE533-5900-48F1-9375-A0F1AFC6DE31}" dt="2020-09-16T19:48:34.768" v="3246" actId="11"/>
          <ac:spMkLst>
            <pc:docMk/>
            <pc:sldMk cId="437802711" sldId="341"/>
            <ac:spMk id="4" creationId="{D73DF70C-A971-4ABC-B0EC-BF457A93F4A7}"/>
          </ac:spMkLst>
        </pc:spChg>
      </pc:sldChg>
      <pc:sldChg chg="addSp delSp modSp mod">
        <pc:chgData name="Ella Vetter" userId="c6918cf5-f6c0-43cc-8499-a1f635017de9" providerId="ADAL" clId="{E8CAE533-5900-48F1-9375-A0F1AFC6DE31}" dt="2020-09-16T16:38:04.395" v="1851" actId="1035"/>
        <pc:sldMkLst>
          <pc:docMk/>
          <pc:sldMk cId="2321047472" sldId="343"/>
        </pc:sldMkLst>
        <pc:spChg chg="mod">
          <ac:chgData name="Ella Vetter" userId="c6918cf5-f6c0-43cc-8499-a1f635017de9" providerId="ADAL" clId="{E8CAE533-5900-48F1-9375-A0F1AFC6DE31}" dt="2020-09-16T16:37:20.518" v="1809" actId="13926"/>
          <ac:spMkLst>
            <pc:docMk/>
            <pc:sldMk cId="2321047472" sldId="343"/>
            <ac:spMk id="2" creationId="{C272E50E-403C-4E30-9B26-79AF2EFEA227}"/>
          </ac:spMkLst>
        </pc:spChg>
        <pc:spChg chg="mod">
          <ac:chgData name="Ella Vetter" userId="c6918cf5-f6c0-43cc-8499-a1f635017de9" providerId="ADAL" clId="{E8CAE533-5900-48F1-9375-A0F1AFC6DE31}" dt="2020-09-16T16:38:04.395" v="1851" actId="1035"/>
          <ac:spMkLst>
            <pc:docMk/>
            <pc:sldMk cId="2321047472" sldId="343"/>
            <ac:spMk id="3" creationId="{1C8AA331-7FFE-4074-8CB6-F8F6058B9498}"/>
          </ac:spMkLst>
        </pc:spChg>
        <pc:spChg chg="add del">
          <ac:chgData name="Ella Vetter" userId="c6918cf5-f6c0-43cc-8499-a1f635017de9" providerId="ADAL" clId="{E8CAE533-5900-48F1-9375-A0F1AFC6DE31}" dt="2020-09-16T16:07:27.964" v="1547"/>
          <ac:spMkLst>
            <pc:docMk/>
            <pc:sldMk cId="2321047472" sldId="343"/>
            <ac:spMk id="4" creationId="{E71F04E5-6DCA-42B1-8B06-9E1FD7CDD44F}"/>
          </ac:spMkLst>
        </pc:spChg>
        <pc:spChg chg="add del">
          <ac:chgData name="Ella Vetter" userId="c6918cf5-f6c0-43cc-8499-a1f635017de9" providerId="ADAL" clId="{E8CAE533-5900-48F1-9375-A0F1AFC6DE31}" dt="2020-09-16T16:07:30.299" v="1550"/>
          <ac:spMkLst>
            <pc:docMk/>
            <pc:sldMk cId="2321047472" sldId="343"/>
            <ac:spMk id="5" creationId="{35B8488A-C5CE-48B5-A725-CE19F2B260FF}"/>
          </ac:spMkLst>
        </pc:spChg>
        <pc:spChg chg="add del">
          <ac:chgData name="Ella Vetter" userId="c6918cf5-f6c0-43cc-8499-a1f635017de9" providerId="ADAL" clId="{E8CAE533-5900-48F1-9375-A0F1AFC6DE31}" dt="2020-09-16T16:32:52.315" v="1556"/>
          <ac:spMkLst>
            <pc:docMk/>
            <pc:sldMk cId="2321047472" sldId="343"/>
            <ac:spMk id="6" creationId="{C915BF67-1442-4222-82EB-6ECD0ED36C0C}"/>
          </ac:spMkLst>
        </pc:spChg>
      </pc:sldChg>
      <pc:sldChg chg="modSp mod">
        <pc:chgData name="Ella Vetter" userId="c6918cf5-f6c0-43cc-8499-a1f635017de9" providerId="ADAL" clId="{E8CAE533-5900-48F1-9375-A0F1AFC6DE31}" dt="2020-09-16T20:00:19.707" v="3271" actId="20577"/>
        <pc:sldMkLst>
          <pc:docMk/>
          <pc:sldMk cId="883250627" sldId="348"/>
        </pc:sldMkLst>
        <pc:spChg chg="mod">
          <ac:chgData name="Ella Vetter" userId="c6918cf5-f6c0-43cc-8499-a1f635017de9" providerId="ADAL" clId="{E8CAE533-5900-48F1-9375-A0F1AFC6DE31}" dt="2020-09-16T20:00:19.707" v="3271" actId="20577"/>
          <ac:spMkLst>
            <pc:docMk/>
            <pc:sldMk cId="883250627" sldId="348"/>
            <ac:spMk id="4" creationId="{66B87A78-20EF-4FCF-ACED-88D05806FC80}"/>
          </ac:spMkLst>
        </pc:spChg>
      </pc:sldChg>
      <pc:sldChg chg="modSp mod">
        <pc:chgData name="Ella Vetter" userId="c6918cf5-f6c0-43cc-8499-a1f635017de9" providerId="ADAL" clId="{E8CAE533-5900-48F1-9375-A0F1AFC6DE31}" dt="2020-09-16T19:48:00.485" v="3242" actId="11"/>
        <pc:sldMkLst>
          <pc:docMk/>
          <pc:sldMk cId="193838983" sldId="349"/>
        </pc:sldMkLst>
        <pc:spChg chg="mod">
          <ac:chgData name="Ella Vetter" userId="c6918cf5-f6c0-43cc-8499-a1f635017de9" providerId="ADAL" clId="{E8CAE533-5900-48F1-9375-A0F1AFC6DE31}" dt="2020-09-16T19:48:00.485" v="3242" actId="11"/>
          <ac:spMkLst>
            <pc:docMk/>
            <pc:sldMk cId="193838983" sldId="349"/>
            <ac:spMk id="8" creationId="{8D65FE5C-734C-4F70-95ED-19062B16A210}"/>
          </ac:spMkLst>
        </pc:spChg>
      </pc:sldChg>
      <pc:sldChg chg="modSp mod">
        <pc:chgData name="Ella Vetter" userId="c6918cf5-f6c0-43cc-8499-a1f635017de9" providerId="ADAL" clId="{E8CAE533-5900-48F1-9375-A0F1AFC6DE31}" dt="2020-09-16T14:44:28.371" v="16" actId="123"/>
        <pc:sldMkLst>
          <pc:docMk/>
          <pc:sldMk cId="3144359919" sldId="353"/>
        </pc:sldMkLst>
        <pc:spChg chg="mod">
          <ac:chgData name="Ella Vetter" userId="c6918cf5-f6c0-43cc-8499-a1f635017de9" providerId="ADAL" clId="{E8CAE533-5900-48F1-9375-A0F1AFC6DE31}" dt="2020-09-16T14:44:28.371" v="16" actId="123"/>
          <ac:spMkLst>
            <pc:docMk/>
            <pc:sldMk cId="3144359919" sldId="353"/>
            <ac:spMk id="3" creationId="{A43BF2BD-459D-4482-B43A-4B0F359FB02F}"/>
          </ac:spMkLst>
        </pc:spChg>
      </pc:sldChg>
      <pc:sldChg chg="modSp mod">
        <pc:chgData name="Ella Vetter" userId="c6918cf5-f6c0-43cc-8499-a1f635017de9" providerId="ADAL" clId="{E8CAE533-5900-48F1-9375-A0F1AFC6DE31}" dt="2020-09-16T15:40:05.172" v="1180" actId="20577"/>
        <pc:sldMkLst>
          <pc:docMk/>
          <pc:sldMk cId="110084408" sldId="357"/>
        </pc:sldMkLst>
        <pc:spChg chg="mod">
          <ac:chgData name="Ella Vetter" userId="c6918cf5-f6c0-43cc-8499-a1f635017de9" providerId="ADAL" clId="{E8CAE533-5900-48F1-9375-A0F1AFC6DE31}" dt="2020-09-16T15:40:05.172" v="1180" actId="20577"/>
          <ac:spMkLst>
            <pc:docMk/>
            <pc:sldMk cId="110084408" sldId="357"/>
            <ac:spMk id="4" creationId="{E0C5F203-6934-4EFB-90B8-43BB503E1648}"/>
          </ac:spMkLst>
        </pc:spChg>
      </pc:sldChg>
      <pc:sldChg chg="addSp delSp modSp mod">
        <pc:chgData name="Ella Vetter" userId="c6918cf5-f6c0-43cc-8499-a1f635017de9" providerId="ADAL" clId="{E8CAE533-5900-48F1-9375-A0F1AFC6DE31}" dt="2020-09-16T14:46:00.204" v="20" actId="13926"/>
        <pc:sldMkLst>
          <pc:docMk/>
          <pc:sldMk cId="256788973" sldId="359"/>
        </pc:sldMkLst>
        <pc:spChg chg="mod">
          <ac:chgData name="Ella Vetter" userId="c6918cf5-f6c0-43cc-8499-a1f635017de9" providerId="ADAL" clId="{E8CAE533-5900-48F1-9375-A0F1AFC6DE31}" dt="2020-09-16T14:46:00.204" v="20" actId="13926"/>
          <ac:spMkLst>
            <pc:docMk/>
            <pc:sldMk cId="256788973" sldId="359"/>
            <ac:spMk id="2" creationId="{00FBE098-62C7-45A7-B789-152A90C3515D}"/>
          </ac:spMkLst>
        </pc:spChg>
        <pc:spChg chg="del">
          <ac:chgData name="Ella Vetter" userId="c6918cf5-f6c0-43cc-8499-a1f635017de9" providerId="ADAL" clId="{E8CAE533-5900-48F1-9375-A0F1AFC6DE31}" dt="2020-09-16T14:44:07.593" v="7" actId="478"/>
          <ac:spMkLst>
            <pc:docMk/>
            <pc:sldMk cId="256788973" sldId="359"/>
            <ac:spMk id="3" creationId="{C922F6C7-2428-4B4A-A46A-AAD5A2E61970}"/>
          </ac:spMkLst>
        </pc:spChg>
        <pc:spChg chg="add mod">
          <ac:chgData name="Ella Vetter" userId="c6918cf5-f6c0-43cc-8499-a1f635017de9" providerId="ADAL" clId="{E8CAE533-5900-48F1-9375-A0F1AFC6DE31}" dt="2020-09-16T14:44:23.346" v="15" actId="123"/>
          <ac:spMkLst>
            <pc:docMk/>
            <pc:sldMk cId="256788973" sldId="359"/>
            <ac:spMk id="4" creationId="{25CC2C86-E122-46DA-9E54-3A51AB62D03F}"/>
          </ac:spMkLst>
        </pc:spChg>
        <pc:picChg chg="add mod">
          <ac:chgData name="Ella Vetter" userId="c6918cf5-f6c0-43cc-8499-a1f635017de9" providerId="ADAL" clId="{E8CAE533-5900-48F1-9375-A0F1AFC6DE31}" dt="2020-09-16T14:45:54.912" v="19" actId="1076"/>
          <ac:picMkLst>
            <pc:docMk/>
            <pc:sldMk cId="256788973" sldId="359"/>
            <ac:picMk id="6" creationId="{3753803C-A1EA-4138-B553-63756C180EB9}"/>
          </ac:picMkLst>
        </pc:picChg>
      </pc:sldChg>
      <pc:sldChg chg="addSp delSp modSp new mod modNotesTx">
        <pc:chgData name="Ella Vetter" userId="c6918cf5-f6c0-43cc-8499-a1f635017de9" providerId="ADAL" clId="{E8CAE533-5900-48F1-9375-A0F1AFC6DE31}" dt="2020-09-16T15:09:58.567" v="509" actId="13926"/>
        <pc:sldMkLst>
          <pc:docMk/>
          <pc:sldMk cId="2074887566" sldId="360"/>
        </pc:sldMkLst>
        <pc:spChg chg="mod">
          <ac:chgData name="Ella Vetter" userId="c6918cf5-f6c0-43cc-8499-a1f635017de9" providerId="ADAL" clId="{E8CAE533-5900-48F1-9375-A0F1AFC6DE31}" dt="2020-09-16T15:09:58.567" v="509" actId="13926"/>
          <ac:spMkLst>
            <pc:docMk/>
            <pc:sldMk cId="2074887566" sldId="360"/>
            <ac:spMk id="2" creationId="{C35BEF80-5534-4040-BBCC-5882A9DC8FE4}"/>
          </ac:spMkLst>
        </pc:spChg>
        <pc:spChg chg="del">
          <ac:chgData name="Ella Vetter" userId="c6918cf5-f6c0-43cc-8499-a1f635017de9" providerId="ADAL" clId="{E8CAE533-5900-48F1-9375-A0F1AFC6DE31}" dt="2020-09-16T14:46:22.509" v="21" actId="478"/>
          <ac:spMkLst>
            <pc:docMk/>
            <pc:sldMk cId="2074887566" sldId="360"/>
            <ac:spMk id="3" creationId="{5AE33263-E175-4015-99FE-E0BE73F3CDE7}"/>
          </ac:spMkLst>
        </pc:spChg>
        <pc:spChg chg="add mod">
          <ac:chgData name="Ella Vetter" userId="c6918cf5-f6c0-43cc-8499-a1f635017de9" providerId="ADAL" clId="{E8CAE533-5900-48F1-9375-A0F1AFC6DE31}" dt="2020-09-16T14:46:41.754" v="59" actId="113"/>
          <ac:spMkLst>
            <pc:docMk/>
            <pc:sldMk cId="2074887566" sldId="360"/>
            <ac:spMk id="4" creationId="{0350A024-20D5-463D-9952-60A8E354EA8C}"/>
          </ac:spMkLst>
        </pc:spChg>
        <pc:spChg chg="add mod">
          <ac:chgData name="Ella Vetter" userId="c6918cf5-f6c0-43cc-8499-a1f635017de9" providerId="ADAL" clId="{E8CAE533-5900-48F1-9375-A0F1AFC6DE31}" dt="2020-09-16T15:09:53.658" v="508" actId="1036"/>
          <ac:spMkLst>
            <pc:docMk/>
            <pc:sldMk cId="2074887566" sldId="360"/>
            <ac:spMk id="12" creationId="{CF91E8CF-455F-47B7-A966-4A6C09F88A76}"/>
          </ac:spMkLst>
        </pc:spChg>
        <pc:spChg chg="add mod">
          <ac:chgData name="Ella Vetter" userId="c6918cf5-f6c0-43cc-8499-a1f635017de9" providerId="ADAL" clId="{E8CAE533-5900-48F1-9375-A0F1AFC6DE31}" dt="2020-09-16T15:09:53.658" v="508" actId="1036"/>
          <ac:spMkLst>
            <pc:docMk/>
            <pc:sldMk cId="2074887566" sldId="360"/>
            <ac:spMk id="14" creationId="{19E7CB55-3991-4EE6-BA2F-398BECB67FD3}"/>
          </ac:spMkLst>
        </pc:spChg>
        <pc:spChg chg="add mod">
          <ac:chgData name="Ella Vetter" userId="c6918cf5-f6c0-43cc-8499-a1f635017de9" providerId="ADAL" clId="{E8CAE533-5900-48F1-9375-A0F1AFC6DE31}" dt="2020-09-16T15:09:53.658" v="508" actId="1036"/>
          <ac:spMkLst>
            <pc:docMk/>
            <pc:sldMk cId="2074887566" sldId="360"/>
            <ac:spMk id="16" creationId="{17D384F3-E4F7-487E-B9CC-C6BF5136D54A}"/>
          </ac:spMkLst>
        </pc:spChg>
        <pc:spChg chg="add mod">
          <ac:chgData name="Ella Vetter" userId="c6918cf5-f6c0-43cc-8499-a1f635017de9" providerId="ADAL" clId="{E8CAE533-5900-48F1-9375-A0F1AFC6DE31}" dt="2020-09-16T15:09:53.658" v="508" actId="1036"/>
          <ac:spMkLst>
            <pc:docMk/>
            <pc:sldMk cId="2074887566" sldId="360"/>
            <ac:spMk id="20" creationId="{122CF506-ACA6-4B40-A6DE-D0A6218DEA65}"/>
          </ac:spMkLst>
        </pc:spChg>
        <pc:spChg chg="add mod">
          <ac:chgData name="Ella Vetter" userId="c6918cf5-f6c0-43cc-8499-a1f635017de9" providerId="ADAL" clId="{E8CAE533-5900-48F1-9375-A0F1AFC6DE31}" dt="2020-09-16T15:09:53.658" v="508" actId="1036"/>
          <ac:spMkLst>
            <pc:docMk/>
            <pc:sldMk cId="2074887566" sldId="360"/>
            <ac:spMk id="26" creationId="{13B1B233-1A03-4618-9CFC-CA2C81663317}"/>
          </ac:spMkLst>
        </pc:spChg>
        <pc:picChg chg="add mod">
          <ac:chgData name="Ella Vetter" userId="c6918cf5-f6c0-43cc-8499-a1f635017de9" providerId="ADAL" clId="{E8CAE533-5900-48F1-9375-A0F1AFC6DE31}" dt="2020-09-16T15:09:53.658" v="508" actId="1036"/>
          <ac:picMkLst>
            <pc:docMk/>
            <pc:sldMk cId="2074887566" sldId="360"/>
            <ac:picMk id="6" creationId="{9882E3A4-343C-446E-9C74-242DB57913D5}"/>
          </ac:picMkLst>
        </pc:picChg>
        <pc:cxnChg chg="add mod">
          <ac:chgData name="Ella Vetter" userId="c6918cf5-f6c0-43cc-8499-a1f635017de9" providerId="ADAL" clId="{E8CAE533-5900-48F1-9375-A0F1AFC6DE31}" dt="2020-09-16T15:09:53.658" v="508" actId="1036"/>
          <ac:cxnSpMkLst>
            <pc:docMk/>
            <pc:sldMk cId="2074887566" sldId="360"/>
            <ac:cxnSpMk id="7" creationId="{A3A7A5CE-2EE1-4FA1-A364-1E6EA827161C}"/>
          </ac:cxnSpMkLst>
        </pc:cxnChg>
        <pc:cxnChg chg="add mod">
          <ac:chgData name="Ella Vetter" userId="c6918cf5-f6c0-43cc-8499-a1f635017de9" providerId="ADAL" clId="{E8CAE533-5900-48F1-9375-A0F1AFC6DE31}" dt="2020-09-16T15:09:53.658" v="508" actId="1036"/>
          <ac:cxnSpMkLst>
            <pc:docMk/>
            <pc:sldMk cId="2074887566" sldId="360"/>
            <ac:cxnSpMk id="8" creationId="{35732108-FFD2-47A1-9754-25F2CC8EBEDC}"/>
          </ac:cxnSpMkLst>
        </pc:cxnChg>
        <pc:cxnChg chg="add mod">
          <ac:chgData name="Ella Vetter" userId="c6918cf5-f6c0-43cc-8499-a1f635017de9" providerId="ADAL" clId="{E8CAE533-5900-48F1-9375-A0F1AFC6DE31}" dt="2020-09-16T15:09:53.658" v="508" actId="1036"/>
          <ac:cxnSpMkLst>
            <pc:docMk/>
            <pc:sldMk cId="2074887566" sldId="360"/>
            <ac:cxnSpMk id="9" creationId="{EE5AC546-42C8-4391-92DA-0A486F1F25BA}"/>
          </ac:cxnSpMkLst>
        </pc:cxnChg>
        <pc:cxnChg chg="add mod">
          <ac:chgData name="Ella Vetter" userId="c6918cf5-f6c0-43cc-8499-a1f635017de9" providerId="ADAL" clId="{E8CAE533-5900-48F1-9375-A0F1AFC6DE31}" dt="2020-09-16T15:09:53.658" v="508" actId="1036"/>
          <ac:cxnSpMkLst>
            <pc:docMk/>
            <pc:sldMk cId="2074887566" sldId="360"/>
            <ac:cxnSpMk id="10" creationId="{4B391B2C-C843-4423-A394-891EB409CF5B}"/>
          </ac:cxnSpMkLst>
        </pc:cxnChg>
        <pc:cxnChg chg="add mod">
          <ac:chgData name="Ella Vetter" userId="c6918cf5-f6c0-43cc-8499-a1f635017de9" providerId="ADAL" clId="{E8CAE533-5900-48F1-9375-A0F1AFC6DE31}" dt="2020-09-16T15:09:53.658" v="508" actId="1036"/>
          <ac:cxnSpMkLst>
            <pc:docMk/>
            <pc:sldMk cId="2074887566" sldId="360"/>
            <ac:cxnSpMk id="21" creationId="{DB3F08EA-19CC-4EE1-976E-287A602A867B}"/>
          </ac:cxnSpMkLst>
        </pc:cxnChg>
      </pc:sldChg>
      <pc:sldChg chg="addSp delSp modSp add mod">
        <pc:chgData name="Ella Vetter" userId="c6918cf5-f6c0-43cc-8499-a1f635017de9" providerId="ADAL" clId="{E8CAE533-5900-48F1-9375-A0F1AFC6DE31}" dt="2020-09-16T15:10:03.469" v="513" actId="1035"/>
        <pc:sldMkLst>
          <pc:docMk/>
          <pc:sldMk cId="2368709295" sldId="361"/>
        </pc:sldMkLst>
        <pc:spChg chg="del">
          <ac:chgData name="Ella Vetter" userId="c6918cf5-f6c0-43cc-8499-a1f635017de9" providerId="ADAL" clId="{E8CAE533-5900-48F1-9375-A0F1AFC6DE31}" dt="2020-09-16T14:55:33.237" v="155" actId="478"/>
          <ac:spMkLst>
            <pc:docMk/>
            <pc:sldMk cId="2368709295" sldId="361"/>
            <ac:spMk id="3" creationId="{5AE33263-E175-4015-99FE-E0BE73F3CDE7}"/>
          </ac:spMkLst>
        </pc:spChg>
        <pc:spChg chg="add mod">
          <ac:chgData name="Ella Vetter" userId="c6918cf5-f6c0-43cc-8499-a1f635017de9" providerId="ADAL" clId="{E8CAE533-5900-48F1-9375-A0F1AFC6DE31}" dt="2020-09-16T15:10:03.469" v="513" actId="1035"/>
          <ac:spMkLst>
            <pc:docMk/>
            <pc:sldMk cId="2368709295" sldId="361"/>
            <ac:spMk id="4" creationId="{5913F759-147C-4879-BD6B-2D7E6FEB7E38}"/>
          </ac:spMkLst>
        </pc:spChg>
        <pc:picChg chg="add del mod">
          <ac:chgData name="Ella Vetter" userId="c6918cf5-f6c0-43cc-8499-a1f635017de9" providerId="ADAL" clId="{E8CAE533-5900-48F1-9375-A0F1AFC6DE31}" dt="2020-09-16T14:59:15.291" v="286" actId="478"/>
          <ac:picMkLst>
            <pc:docMk/>
            <pc:sldMk cId="2368709295" sldId="361"/>
            <ac:picMk id="6" creationId="{A167F272-BB3E-484D-9927-52703B6CD038}"/>
          </ac:picMkLst>
        </pc:picChg>
        <pc:picChg chg="add mod">
          <ac:chgData name="Ella Vetter" userId="c6918cf5-f6c0-43cc-8499-a1f635017de9" providerId="ADAL" clId="{E8CAE533-5900-48F1-9375-A0F1AFC6DE31}" dt="2020-09-16T14:59:14.470" v="285" actId="571"/>
          <ac:picMkLst>
            <pc:docMk/>
            <pc:sldMk cId="2368709295" sldId="361"/>
            <ac:picMk id="7" creationId="{820C73E2-0082-4E78-9522-475B67C2DF76}"/>
          </ac:picMkLst>
        </pc:picChg>
        <pc:picChg chg="add mod">
          <ac:chgData name="Ella Vetter" userId="c6918cf5-f6c0-43cc-8499-a1f635017de9" providerId="ADAL" clId="{E8CAE533-5900-48F1-9375-A0F1AFC6DE31}" dt="2020-09-16T14:59:22.948" v="291" actId="208"/>
          <ac:picMkLst>
            <pc:docMk/>
            <pc:sldMk cId="2368709295" sldId="361"/>
            <ac:picMk id="9" creationId="{6A700751-3312-4331-8A64-BE6044D18491}"/>
          </ac:picMkLst>
        </pc:picChg>
      </pc:sldChg>
      <pc:sldChg chg="addSp delSp modSp add mod">
        <pc:chgData name="Ella Vetter" userId="c6918cf5-f6c0-43cc-8499-a1f635017de9" providerId="ADAL" clId="{E8CAE533-5900-48F1-9375-A0F1AFC6DE31}" dt="2020-09-16T15:40:09.689" v="1188" actId="20577"/>
        <pc:sldMkLst>
          <pc:docMk/>
          <pc:sldMk cId="882960040" sldId="362"/>
        </pc:sldMkLst>
        <pc:spChg chg="del">
          <ac:chgData name="Ella Vetter" userId="c6918cf5-f6c0-43cc-8499-a1f635017de9" providerId="ADAL" clId="{E8CAE533-5900-48F1-9375-A0F1AFC6DE31}" dt="2020-09-16T14:59:39.912" v="293" actId="478"/>
          <ac:spMkLst>
            <pc:docMk/>
            <pc:sldMk cId="882960040" sldId="362"/>
            <ac:spMk id="3" creationId="{5AE33263-E175-4015-99FE-E0BE73F3CDE7}"/>
          </ac:spMkLst>
        </pc:spChg>
        <pc:spChg chg="add mod">
          <ac:chgData name="Ella Vetter" userId="c6918cf5-f6c0-43cc-8499-a1f635017de9" providerId="ADAL" clId="{E8CAE533-5900-48F1-9375-A0F1AFC6DE31}" dt="2020-09-16T15:40:09.689" v="1188" actId="20577"/>
          <ac:spMkLst>
            <pc:docMk/>
            <pc:sldMk cId="882960040" sldId="362"/>
            <ac:spMk id="4" creationId="{1A7F3C11-AC58-48A9-A1AF-E8BD47BCBCBE}"/>
          </ac:spMkLst>
        </pc:spChg>
        <pc:picChg chg="add mod">
          <ac:chgData name="Ella Vetter" userId="c6918cf5-f6c0-43cc-8499-a1f635017de9" providerId="ADAL" clId="{E8CAE533-5900-48F1-9375-A0F1AFC6DE31}" dt="2020-09-16T15:00:46.250" v="313" actId="1076"/>
          <ac:picMkLst>
            <pc:docMk/>
            <pc:sldMk cId="882960040" sldId="362"/>
            <ac:picMk id="6" creationId="{FA4969C7-26DC-400C-8AA4-A151D43EA457}"/>
          </ac:picMkLst>
        </pc:picChg>
        <pc:picChg chg="add mod">
          <ac:chgData name="Ella Vetter" userId="c6918cf5-f6c0-43cc-8499-a1f635017de9" providerId="ADAL" clId="{E8CAE533-5900-48F1-9375-A0F1AFC6DE31}" dt="2020-09-16T15:01:18.586" v="316" actId="14100"/>
          <ac:picMkLst>
            <pc:docMk/>
            <pc:sldMk cId="882960040" sldId="362"/>
            <ac:picMk id="8" creationId="{EA51F1F0-C9F7-4C94-B68E-8678CC185D6C}"/>
          </ac:picMkLst>
        </pc:picChg>
      </pc:sldChg>
      <pc:sldChg chg="add del">
        <pc:chgData name="Ella Vetter" userId="c6918cf5-f6c0-43cc-8499-a1f635017de9" providerId="ADAL" clId="{E8CAE533-5900-48F1-9375-A0F1AFC6DE31}" dt="2020-09-16T15:10:10.951" v="514" actId="47"/>
        <pc:sldMkLst>
          <pc:docMk/>
          <pc:sldMk cId="1197592500" sldId="363"/>
        </pc:sldMkLst>
      </pc:sldChg>
      <pc:sldChg chg="addSp delSp modSp new mod">
        <pc:chgData name="Ella Vetter" userId="c6918cf5-f6c0-43cc-8499-a1f635017de9" providerId="ADAL" clId="{E8CAE533-5900-48F1-9375-A0F1AFC6DE31}" dt="2020-09-16T15:42:42" v="1303" actId="1076"/>
        <pc:sldMkLst>
          <pc:docMk/>
          <pc:sldMk cId="1575101120" sldId="363"/>
        </pc:sldMkLst>
        <pc:spChg chg="mod">
          <ac:chgData name="Ella Vetter" userId="c6918cf5-f6c0-43cc-8499-a1f635017de9" providerId="ADAL" clId="{E8CAE533-5900-48F1-9375-A0F1AFC6DE31}" dt="2020-09-16T15:11:11.984" v="516"/>
          <ac:spMkLst>
            <pc:docMk/>
            <pc:sldMk cId="1575101120" sldId="363"/>
            <ac:spMk id="2" creationId="{295736AC-1300-421A-BA2B-344D7EC8967F}"/>
          </ac:spMkLst>
        </pc:spChg>
        <pc:spChg chg="del">
          <ac:chgData name="Ella Vetter" userId="c6918cf5-f6c0-43cc-8499-a1f635017de9" providerId="ADAL" clId="{E8CAE533-5900-48F1-9375-A0F1AFC6DE31}" dt="2020-09-16T15:11:24.583" v="520" actId="478"/>
          <ac:spMkLst>
            <pc:docMk/>
            <pc:sldMk cId="1575101120" sldId="363"/>
            <ac:spMk id="3" creationId="{5103F989-0416-4068-9E6F-CCE29817A01F}"/>
          </ac:spMkLst>
        </pc:spChg>
        <pc:spChg chg="add mod">
          <ac:chgData name="Ella Vetter" userId="c6918cf5-f6c0-43cc-8499-a1f635017de9" providerId="ADAL" clId="{E8CAE533-5900-48F1-9375-A0F1AFC6DE31}" dt="2020-09-16T15:42:38.370" v="1302" actId="1036"/>
          <ac:spMkLst>
            <pc:docMk/>
            <pc:sldMk cId="1575101120" sldId="363"/>
            <ac:spMk id="4" creationId="{ADEAE891-F8BC-49BC-96A0-54B1AD69DE72}"/>
          </ac:spMkLst>
        </pc:spChg>
        <pc:picChg chg="add del mod">
          <ac:chgData name="Ella Vetter" userId="c6918cf5-f6c0-43cc-8499-a1f635017de9" providerId="ADAL" clId="{E8CAE533-5900-48F1-9375-A0F1AFC6DE31}" dt="2020-09-16T15:22:04.134" v="525" actId="478"/>
          <ac:picMkLst>
            <pc:docMk/>
            <pc:sldMk cId="1575101120" sldId="363"/>
            <ac:picMk id="6" creationId="{A328B34E-99D5-4DF7-8FAA-F377F407854B}"/>
          </ac:picMkLst>
        </pc:picChg>
        <pc:picChg chg="add mod">
          <ac:chgData name="Ella Vetter" userId="c6918cf5-f6c0-43cc-8499-a1f635017de9" providerId="ADAL" clId="{E8CAE533-5900-48F1-9375-A0F1AFC6DE31}" dt="2020-09-16T15:42:42" v="1303" actId="1076"/>
          <ac:picMkLst>
            <pc:docMk/>
            <pc:sldMk cId="1575101120" sldId="363"/>
            <ac:picMk id="8" creationId="{0173BCBD-D0B2-4D9E-B571-004AB9F82489}"/>
          </ac:picMkLst>
        </pc:picChg>
      </pc:sldChg>
      <pc:sldChg chg="addSp delSp modSp add mod">
        <pc:chgData name="Ella Vetter" userId="c6918cf5-f6c0-43cc-8499-a1f635017de9" providerId="ADAL" clId="{E8CAE533-5900-48F1-9375-A0F1AFC6DE31}" dt="2020-09-16T19:54:53.737" v="3247" actId="11"/>
        <pc:sldMkLst>
          <pc:docMk/>
          <pc:sldMk cId="1795387855" sldId="364"/>
        </pc:sldMkLst>
        <pc:spChg chg="mod">
          <ac:chgData name="Ella Vetter" userId="c6918cf5-f6c0-43cc-8499-a1f635017de9" providerId="ADAL" clId="{E8CAE533-5900-48F1-9375-A0F1AFC6DE31}" dt="2020-09-16T15:34:08.482" v="766" actId="1076"/>
          <ac:spMkLst>
            <pc:docMk/>
            <pc:sldMk cId="1795387855" sldId="364"/>
            <ac:spMk id="2" creationId="{295736AC-1300-421A-BA2B-344D7EC8967F}"/>
          </ac:spMkLst>
        </pc:spChg>
        <pc:spChg chg="del">
          <ac:chgData name="Ella Vetter" userId="c6918cf5-f6c0-43cc-8499-a1f635017de9" providerId="ADAL" clId="{E8CAE533-5900-48F1-9375-A0F1AFC6DE31}" dt="2020-09-16T15:32:19.869" v="715" actId="478"/>
          <ac:spMkLst>
            <pc:docMk/>
            <pc:sldMk cId="1795387855" sldId="364"/>
            <ac:spMk id="3" creationId="{5103F989-0416-4068-9E6F-CCE29817A01F}"/>
          </ac:spMkLst>
        </pc:spChg>
        <pc:spChg chg="add mod">
          <ac:chgData name="Ella Vetter" userId="c6918cf5-f6c0-43cc-8499-a1f635017de9" providerId="ADAL" clId="{E8CAE533-5900-48F1-9375-A0F1AFC6DE31}" dt="2020-09-16T19:54:53.737" v="3247" actId="11"/>
          <ac:spMkLst>
            <pc:docMk/>
            <pc:sldMk cId="1795387855" sldId="364"/>
            <ac:spMk id="4" creationId="{18F3D4D7-4D3A-4AAA-83B2-3B96265F8C6A}"/>
          </ac:spMkLst>
        </pc:spChg>
        <pc:picChg chg="add mod">
          <ac:chgData name="Ella Vetter" userId="c6918cf5-f6c0-43cc-8499-a1f635017de9" providerId="ADAL" clId="{E8CAE533-5900-48F1-9375-A0F1AFC6DE31}" dt="2020-09-16T15:38:35.884" v="1096" actId="1036"/>
          <ac:picMkLst>
            <pc:docMk/>
            <pc:sldMk cId="1795387855" sldId="364"/>
            <ac:picMk id="6" creationId="{EE874ADD-30FC-43BE-A4D9-5523F3668750}"/>
          </ac:picMkLst>
        </pc:picChg>
        <pc:picChg chg="add mod">
          <ac:chgData name="Ella Vetter" userId="c6918cf5-f6c0-43cc-8499-a1f635017de9" providerId="ADAL" clId="{E8CAE533-5900-48F1-9375-A0F1AFC6DE31}" dt="2020-09-16T15:38:49.125" v="1103" actId="14100"/>
          <ac:picMkLst>
            <pc:docMk/>
            <pc:sldMk cId="1795387855" sldId="364"/>
            <ac:picMk id="8" creationId="{A07D5CD1-BF14-4E93-8391-30886040865F}"/>
          </ac:picMkLst>
        </pc:picChg>
      </pc:sldChg>
      <pc:sldChg chg="addSp delSp modSp add mod">
        <pc:chgData name="Ella Vetter" userId="c6918cf5-f6c0-43cc-8499-a1f635017de9" providerId="ADAL" clId="{E8CAE533-5900-48F1-9375-A0F1AFC6DE31}" dt="2020-09-16T20:05:10.428" v="3274" actId="20577"/>
        <pc:sldMkLst>
          <pc:docMk/>
          <pc:sldMk cId="3018599899" sldId="365"/>
        </pc:sldMkLst>
        <pc:spChg chg="del">
          <ac:chgData name="Ella Vetter" userId="c6918cf5-f6c0-43cc-8499-a1f635017de9" providerId="ADAL" clId="{E8CAE533-5900-48F1-9375-A0F1AFC6DE31}" dt="2020-09-16T15:35:42.783" v="881" actId="478"/>
          <ac:spMkLst>
            <pc:docMk/>
            <pc:sldMk cId="3018599899" sldId="365"/>
            <ac:spMk id="3" creationId="{5103F989-0416-4068-9E6F-CCE29817A01F}"/>
          </ac:spMkLst>
        </pc:spChg>
        <pc:spChg chg="add mod">
          <ac:chgData name="Ella Vetter" userId="c6918cf5-f6c0-43cc-8499-a1f635017de9" providerId="ADAL" clId="{E8CAE533-5900-48F1-9375-A0F1AFC6DE31}" dt="2020-09-16T20:05:10.428" v="3274" actId="20577"/>
          <ac:spMkLst>
            <pc:docMk/>
            <pc:sldMk cId="3018599899" sldId="365"/>
            <ac:spMk id="4" creationId="{135412F4-4223-4159-964F-F2E724B1E621}"/>
          </ac:spMkLst>
        </pc:spChg>
        <pc:picChg chg="add mod">
          <ac:chgData name="Ella Vetter" userId="c6918cf5-f6c0-43cc-8499-a1f635017de9" providerId="ADAL" clId="{E8CAE533-5900-48F1-9375-A0F1AFC6DE31}" dt="2020-09-16T15:43:32.359" v="1317" actId="1076"/>
          <ac:picMkLst>
            <pc:docMk/>
            <pc:sldMk cId="3018599899" sldId="365"/>
            <ac:picMk id="6" creationId="{F60BAF2D-4787-43F3-B9C0-2A4556A96F22}"/>
          </ac:picMkLst>
        </pc:picChg>
        <pc:picChg chg="add del mod">
          <ac:chgData name="Ella Vetter" userId="c6918cf5-f6c0-43cc-8499-a1f635017de9" providerId="ADAL" clId="{E8CAE533-5900-48F1-9375-A0F1AFC6DE31}" dt="2020-09-16T15:43:23.101" v="1313" actId="21"/>
          <ac:picMkLst>
            <pc:docMk/>
            <pc:sldMk cId="3018599899" sldId="365"/>
            <ac:picMk id="8" creationId="{4AC48F6D-EF9E-47B6-AEF1-D5097C9CE2DF}"/>
          </ac:picMkLst>
        </pc:picChg>
      </pc:sldChg>
      <pc:sldChg chg="addSp delSp modSp add del mod">
        <pc:chgData name="Ella Vetter" userId="c6918cf5-f6c0-43cc-8499-a1f635017de9" providerId="ADAL" clId="{E8CAE533-5900-48F1-9375-A0F1AFC6DE31}" dt="2020-09-16T15:40:59.324" v="1265" actId="47"/>
        <pc:sldMkLst>
          <pc:docMk/>
          <pc:sldMk cId="2447537763" sldId="366"/>
        </pc:sldMkLst>
        <pc:spChg chg="del">
          <ac:chgData name="Ella Vetter" userId="c6918cf5-f6c0-43cc-8499-a1f635017de9" providerId="ADAL" clId="{E8CAE533-5900-48F1-9375-A0F1AFC6DE31}" dt="2020-09-16T15:39:01.941" v="1104" actId="478"/>
          <ac:spMkLst>
            <pc:docMk/>
            <pc:sldMk cId="2447537763" sldId="366"/>
            <ac:spMk id="3" creationId="{5103F989-0416-4068-9E6F-CCE29817A01F}"/>
          </ac:spMkLst>
        </pc:spChg>
        <pc:spChg chg="add mod">
          <ac:chgData name="Ella Vetter" userId="c6918cf5-f6c0-43cc-8499-a1f635017de9" providerId="ADAL" clId="{E8CAE533-5900-48F1-9375-A0F1AFC6DE31}" dt="2020-09-16T15:40:54.204" v="1259" actId="21"/>
          <ac:spMkLst>
            <pc:docMk/>
            <pc:sldMk cId="2447537763" sldId="366"/>
            <ac:spMk id="4" creationId="{3CFB0801-17A8-4B50-BDDB-CB89263A99E8}"/>
          </ac:spMkLst>
        </pc:spChg>
      </pc:sldChg>
      <pc:sldChg chg="addSp modSp new mod">
        <pc:chgData name="Ella Vetter" userId="c6918cf5-f6c0-43cc-8499-a1f635017de9" providerId="ADAL" clId="{E8CAE533-5900-48F1-9375-A0F1AFC6DE31}" dt="2020-09-16T19:55:11.344" v="3249" actId="11"/>
        <pc:sldMkLst>
          <pc:docMk/>
          <pc:sldMk cId="2456304505" sldId="366"/>
        </pc:sldMkLst>
        <pc:spChg chg="mod">
          <ac:chgData name="Ella Vetter" userId="c6918cf5-f6c0-43cc-8499-a1f635017de9" providerId="ADAL" clId="{E8CAE533-5900-48F1-9375-A0F1AFC6DE31}" dt="2020-09-16T15:43:04.299" v="1305"/>
          <ac:spMkLst>
            <pc:docMk/>
            <pc:sldMk cId="2456304505" sldId="366"/>
            <ac:spMk id="2" creationId="{DCE6CC1B-F3BB-43FB-86AC-C4161D2DEFC3}"/>
          </ac:spMkLst>
        </pc:spChg>
        <pc:spChg chg="mod">
          <ac:chgData name="Ella Vetter" userId="c6918cf5-f6c0-43cc-8499-a1f635017de9" providerId="ADAL" clId="{E8CAE533-5900-48F1-9375-A0F1AFC6DE31}" dt="2020-09-16T19:55:11.344" v="3249" actId="11"/>
          <ac:spMkLst>
            <pc:docMk/>
            <pc:sldMk cId="2456304505" sldId="366"/>
            <ac:spMk id="3" creationId="{D5D596DB-88FA-4D57-8277-AAE265DF59AB}"/>
          </ac:spMkLst>
        </pc:spChg>
        <pc:picChg chg="add mod">
          <ac:chgData name="Ella Vetter" userId="c6918cf5-f6c0-43cc-8499-a1f635017de9" providerId="ADAL" clId="{E8CAE533-5900-48F1-9375-A0F1AFC6DE31}" dt="2020-09-16T15:43:26.039" v="1315" actId="1076"/>
          <ac:picMkLst>
            <pc:docMk/>
            <pc:sldMk cId="2456304505" sldId="366"/>
            <ac:picMk id="5" creationId="{AEF83D90-9885-4C68-80F0-13267004EE71}"/>
          </ac:picMkLst>
        </pc:picChg>
      </pc:sldChg>
      <pc:sldChg chg="addSp delSp modSp new mod">
        <pc:chgData name="Ella Vetter" userId="c6918cf5-f6c0-43cc-8499-a1f635017de9" providerId="ADAL" clId="{E8CAE533-5900-48F1-9375-A0F1AFC6DE31}" dt="2020-09-16T17:42:48.305" v="2003" actId="1035"/>
        <pc:sldMkLst>
          <pc:docMk/>
          <pc:sldMk cId="761110323" sldId="367"/>
        </pc:sldMkLst>
        <pc:spChg chg="mod">
          <ac:chgData name="Ella Vetter" userId="c6918cf5-f6c0-43cc-8499-a1f635017de9" providerId="ADAL" clId="{E8CAE533-5900-48F1-9375-A0F1AFC6DE31}" dt="2020-09-16T16:03:31.789" v="1478"/>
          <ac:spMkLst>
            <pc:docMk/>
            <pc:sldMk cId="761110323" sldId="367"/>
            <ac:spMk id="2" creationId="{7466FB1F-0C9C-48C8-BC71-4AD81EDA0135}"/>
          </ac:spMkLst>
        </pc:spChg>
        <pc:spChg chg="del">
          <ac:chgData name="Ella Vetter" userId="c6918cf5-f6c0-43cc-8499-a1f635017de9" providerId="ADAL" clId="{E8CAE533-5900-48F1-9375-A0F1AFC6DE31}" dt="2020-09-16T16:02:51.457" v="1467" actId="478"/>
          <ac:spMkLst>
            <pc:docMk/>
            <pc:sldMk cId="761110323" sldId="367"/>
            <ac:spMk id="3" creationId="{10465C3C-9478-42B5-975E-2B116C6D73B3}"/>
          </ac:spMkLst>
        </pc:spChg>
        <pc:spChg chg="add mod">
          <ac:chgData name="Ella Vetter" userId="c6918cf5-f6c0-43cc-8499-a1f635017de9" providerId="ADAL" clId="{E8CAE533-5900-48F1-9375-A0F1AFC6DE31}" dt="2020-09-16T17:42:48.305" v="2003" actId="1035"/>
          <ac:spMkLst>
            <pc:docMk/>
            <pc:sldMk cId="761110323" sldId="367"/>
            <ac:spMk id="4" creationId="{63898B1F-9222-441C-BD20-FEA04488D03C}"/>
          </ac:spMkLst>
        </pc:spChg>
        <pc:picChg chg="add mod">
          <ac:chgData name="Ella Vetter" userId="c6918cf5-f6c0-43cc-8499-a1f635017de9" providerId="ADAL" clId="{E8CAE533-5900-48F1-9375-A0F1AFC6DE31}" dt="2020-09-16T16:04:29.559" v="1494" actId="1076"/>
          <ac:picMkLst>
            <pc:docMk/>
            <pc:sldMk cId="761110323" sldId="367"/>
            <ac:picMk id="6" creationId="{8C878D34-387C-42B0-8084-CBD6F7EDB34C}"/>
          </ac:picMkLst>
        </pc:picChg>
      </pc:sldChg>
      <pc:sldChg chg="addSp modSp new mod modNotesTx">
        <pc:chgData name="Ella Vetter" userId="c6918cf5-f6c0-43cc-8499-a1f635017de9" providerId="ADAL" clId="{E8CAE533-5900-48F1-9375-A0F1AFC6DE31}" dt="2020-09-16T17:49:23.028" v="2150" actId="208"/>
        <pc:sldMkLst>
          <pc:docMk/>
          <pc:sldMk cId="1336207614" sldId="368"/>
        </pc:sldMkLst>
        <pc:spChg chg="mod">
          <ac:chgData name="Ella Vetter" userId="c6918cf5-f6c0-43cc-8499-a1f635017de9" providerId="ADAL" clId="{E8CAE533-5900-48F1-9375-A0F1AFC6DE31}" dt="2020-09-16T16:04:36.505" v="1496"/>
          <ac:spMkLst>
            <pc:docMk/>
            <pc:sldMk cId="1336207614" sldId="368"/>
            <ac:spMk id="2" creationId="{CBC00CA2-84F0-4E5A-AFE5-8D8827F798C7}"/>
          </ac:spMkLst>
        </pc:spChg>
        <pc:spChg chg="mod">
          <ac:chgData name="Ella Vetter" userId="c6918cf5-f6c0-43cc-8499-a1f635017de9" providerId="ADAL" clId="{E8CAE533-5900-48F1-9375-A0F1AFC6DE31}" dt="2020-09-16T16:41:26.860" v="1924" actId="20577"/>
          <ac:spMkLst>
            <pc:docMk/>
            <pc:sldMk cId="1336207614" sldId="368"/>
            <ac:spMk id="3" creationId="{F90B97E0-829E-4982-A618-ED033F02687E}"/>
          </ac:spMkLst>
        </pc:spChg>
        <pc:picChg chg="add mod">
          <ac:chgData name="Ella Vetter" userId="c6918cf5-f6c0-43cc-8499-a1f635017de9" providerId="ADAL" clId="{E8CAE533-5900-48F1-9375-A0F1AFC6DE31}" dt="2020-09-16T17:49:23.028" v="2150" actId="208"/>
          <ac:picMkLst>
            <pc:docMk/>
            <pc:sldMk cId="1336207614" sldId="368"/>
            <ac:picMk id="5" creationId="{05C6D86A-C229-487C-964F-D23E943AD525}"/>
          </ac:picMkLst>
        </pc:picChg>
      </pc:sldChg>
      <pc:sldChg chg="addSp delSp modSp add mod modNotesTx">
        <pc:chgData name="Ella Vetter" userId="c6918cf5-f6c0-43cc-8499-a1f635017de9" providerId="ADAL" clId="{E8CAE533-5900-48F1-9375-A0F1AFC6DE31}" dt="2020-09-16T17:48:30.065" v="2145" actId="108"/>
        <pc:sldMkLst>
          <pc:docMk/>
          <pc:sldMk cId="2150884908" sldId="369"/>
        </pc:sldMkLst>
        <pc:spChg chg="del">
          <ac:chgData name="Ella Vetter" userId="c6918cf5-f6c0-43cc-8499-a1f635017de9" providerId="ADAL" clId="{E8CAE533-5900-48F1-9375-A0F1AFC6DE31}" dt="2020-09-16T16:39:19.262" v="1858" actId="478"/>
          <ac:spMkLst>
            <pc:docMk/>
            <pc:sldMk cId="2150884908" sldId="369"/>
            <ac:spMk id="3" creationId="{F90B97E0-829E-4982-A618-ED033F02687E}"/>
          </ac:spMkLst>
        </pc:spChg>
        <pc:spChg chg="add del mod">
          <ac:chgData name="Ella Vetter" userId="c6918cf5-f6c0-43cc-8499-a1f635017de9" providerId="ADAL" clId="{E8CAE533-5900-48F1-9375-A0F1AFC6DE31}" dt="2020-09-16T16:39:20.615" v="1860"/>
          <ac:spMkLst>
            <pc:docMk/>
            <pc:sldMk cId="2150884908" sldId="369"/>
            <ac:spMk id="4" creationId="{F452B51E-2E3C-409E-BFEB-F56C4BC4C352}"/>
          </ac:spMkLst>
        </pc:spChg>
        <pc:spChg chg="add mod">
          <ac:chgData name="Ella Vetter" userId="c6918cf5-f6c0-43cc-8499-a1f635017de9" providerId="ADAL" clId="{E8CAE533-5900-48F1-9375-A0F1AFC6DE31}" dt="2020-09-16T16:41:07.841" v="1915" actId="20577"/>
          <ac:spMkLst>
            <pc:docMk/>
            <pc:sldMk cId="2150884908" sldId="369"/>
            <ac:spMk id="7" creationId="{41711A73-D3A3-4695-BB4E-DBCEBDFB87F6}"/>
          </ac:spMkLst>
        </pc:spChg>
        <pc:graphicFrameChg chg="add mod modGraphic">
          <ac:chgData name="Ella Vetter" userId="c6918cf5-f6c0-43cc-8499-a1f635017de9" providerId="ADAL" clId="{E8CAE533-5900-48F1-9375-A0F1AFC6DE31}" dt="2020-09-16T17:48:30.065" v="2145" actId="108"/>
          <ac:graphicFrameMkLst>
            <pc:docMk/>
            <pc:sldMk cId="2150884908" sldId="369"/>
            <ac:graphicFrameMk id="6" creationId="{FD836CE0-63A6-43DF-9F00-8BFF2AB8A5A7}"/>
          </ac:graphicFrameMkLst>
        </pc:graphicFrameChg>
      </pc:sldChg>
      <pc:sldChg chg="addSp delSp modSp add mod">
        <pc:chgData name="Ella Vetter" userId="c6918cf5-f6c0-43cc-8499-a1f635017de9" providerId="ADAL" clId="{E8CAE533-5900-48F1-9375-A0F1AFC6DE31}" dt="2020-09-16T18:36:44.905" v="2872" actId="1076"/>
        <pc:sldMkLst>
          <pc:docMk/>
          <pc:sldMk cId="1780659734" sldId="370"/>
        </pc:sldMkLst>
        <pc:spChg chg="del">
          <ac:chgData name="Ella Vetter" userId="c6918cf5-f6c0-43cc-8499-a1f635017de9" providerId="ADAL" clId="{E8CAE533-5900-48F1-9375-A0F1AFC6DE31}" dt="2020-09-16T16:42:01.732" v="1928" actId="478"/>
          <ac:spMkLst>
            <pc:docMk/>
            <pc:sldMk cId="1780659734" sldId="370"/>
            <ac:spMk id="3" creationId="{F90B97E0-829E-4982-A618-ED033F02687E}"/>
          </ac:spMkLst>
        </pc:spChg>
        <pc:spChg chg="add mod">
          <ac:chgData name="Ella Vetter" userId="c6918cf5-f6c0-43cc-8499-a1f635017de9" providerId="ADAL" clId="{E8CAE533-5900-48F1-9375-A0F1AFC6DE31}" dt="2020-09-16T16:42:19.863" v="1947" actId="113"/>
          <ac:spMkLst>
            <pc:docMk/>
            <pc:sldMk cId="1780659734" sldId="370"/>
            <ac:spMk id="4" creationId="{3681721F-BC20-4B5D-9B15-7C50903BE682}"/>
          </ac:spMkLst>
        </pc:spChg>
        <pc:picChg chg="add mod">
          <ac:chgData name="Ella Vetter" userId="c6918cf5-f6c0-43cc-8499-a1f635017de9" providerId="ADAL" clId="{E8CAE533-5900-48F1-9375-A0F1AFC6DE31}" dt="2020-09-16T18:36:18.444" v="2870" actId="1076"/>
          <ac:picMkLst>
            <pc:docMk/>
            <pc:sldMk cId="1780659734" sldId="370"/>
            <ac:picMk id="6" creationId="{B32F10BA-275E-4B61-B15D-7C221EB43110}"/>
          </ac:picMkLst>
        </pc:picChg>
        <pc:picChg chg="add mod">
          <ac:chgData name="Ella Vetter" userId="c6918cf5-f6c0-43cc-8499-a1f635017de9" providerId="ADAL" clId="{E8CAE533-5900-48F1-9375-A0F1AFC6DE31}" dt="2020-09-16T18:36:44.905" v="2872" actId="1076"/>
          <ac:picMkLst>
            <pc:docMk/>
            <pc:sldMk cId="1780659734" sldId="370"/>
            <ac:picMk id="8" creationId="{B55AC654-0659-49D4-A9A8-A0CB2F0FF1FE}"/>
          </ac:picMkLst>
        </pc:picChg>
      </pc:sldChg>
      <pc:sldChg chg="add del">
        <pc:chgData name="Ella Vetter" userId="c6918cf5-f6c0-43cc-8499-a1f635017de9" providerId="ADAL" clId="{E8CAE533-5900-48F1-9375-A0F1AFC6DE31}" dt="2020-09-16T16:42:46.073" v="1952" actId="47"/>
        <pc:sldMkLst>
          <pc:docMk/>
          <pc:sldMk cId="758003449" sldId="371"/>
        </pc:sldMkLst>
      </pc:sldChg>
      <pc:sldChg chg="add del">
        <pc:chgData name="Ella Vetter" userId="c6918cf5-f6c0-43cc-8499-a1f635017de9" providerId="ADAL" clId="{E8CAE533-5900-48F1-9375-A0F1AFC6DE31}" dt="2020-09-16T16:42:46.459" v="1953" actId="47"/>
        <pc:sldMkLst>
          <pc:docMk/>
          <pc:sldMk cId="1552811755" sldId="372"/>
        </pc:sldMkLst>
      </pc:sldChg>
      <pc:sldChg chg="add del">
        <pc:chgData name="Ella Vetter" userId="c6918cf5-f6c0-43cc-8499-a1f635017de9" providerId="ADAL" clId="{E8CAE533-5900-48F1-9375-A0F1AFC6DE31}" dt="2020-09-16T16:42:46.890" v="1954" actId="47"/>
        <pc:sldMkLst>
          <pc:docMk/>
          <pc:sldMk cId="4012308329" sldId="373"/>
        </pc:sldMkLst>
      </pc:sldChg>
      <pc:sldChg chg="modSp add mod ord">
        <pc:chgData name="Ella Vetter" userId="c6918cf5-f6c0-43cc-8499-a1f635017de9" providerId="ADAL" clId="{E8CAE533-5900-48F1-9375-A0F1AFC6DE31}" dt="2020-09-16T18:08:12.264" v="2454" actId="2164"/>
        <pc:sldMkLst>
          <pc:docMk/>
          <pc:sldMk cId="1113797894" sldId="374"/>
        </pc:sldMkLst>
        <pc:spChg chg="mod">
          <ac:chgData name="Ella Vetter" userId="c6918cf5-f6c0-43cc-8499-a1f635017de9" providerId="ADAL" clId="{E8CAE533-5900-48F1-9375-A0F1AFC6DE31}" dt="2020-09-16T18:07:57.928" v="2451" actId="1076"/>
          <ac:spMkLst>
            <pc:docMk/>
            <pc:sldMk cId="1113797894" sldId="374"/>
            <ac:spMk id="7" creationId="{41711A73-D3A3-4695-BB4E-DBCEBDFB87F6}"/>
          </ac:spMkLst>
        </pc:spChg>
        <pc:graphicFrameChg chg="mod modGraphic">
          <ac:chgData name="Ella Vetter" userId="c6918cf5-f6c0-43cc-8499-a1f635017de9" providerId="ADAL" clId="{E8CAE533-5900-48F1-9375-A0F1AFC6DE31}" dt="2020-09-16T18:08:12.264" v="2454" actId="2164"/>
          <ac:graphicFrameMkLst>
            <pc:docMk/>
            <pc:sldMk cId="1113797894" sldId="374"/>
            <ac:graphicFrameMk id="6" creationId="{FD836CE0-63A6-43DF-9F00-8BFF2AB8A5A7}"/>
          </ac:graphicFrameMkLst>
        </pc:graphicFrameChg>
      </pc:sldChg>
      <pc:sldChg chg="addSp modSp add mod ord">
        <pc:chgData name="Ella Vetter" userId="c6918cf5-f6c0-43cc-8499-a1f635017de9" providerId="ADAL" clId="{E8CAE533-5900-48F1-9375-A0F1AFC6DE31}" dt="2020-09-16T18:42:09.154" v="2937" actId="1076"/>
        <pc:sldMkLst>
          <pc:docMk/>
          <pc:sldMk cId="3873869221" sldId="375"/>
        </pc:sldMkLst>
        <pc:spChg chg="mod">
          <ac:chgData name="Ella Vetter" userId="c6918cf5-f6c0-43cc-8499-a1f635017de9" providerId="ADAL" clId="{E8CAE533-5900-48F1-9375-A0F1AFC6DE31}" dt="2020-09-16T16:43:28.922" v="1981" actId="20577"/>
          <ac:spMkLst>
            <pc:docMk/>
            <pc:sldMk cId="3873869221" sldId="375"/>
            <ac:spMk id="4" creationId="{3681721F-BC20-4B5D-9B15-7C50903BE682}"/>
          </ac:spMkLst>
        </pc:spChg>
        <pc:picChg chg="add mod">
          <ac:chgData name="Ella Vetter" userId="c6918cf5-f6c0-43cc-8499-a1f635017de9" providerId="ADAL" clId="{E8CAE533-5900-48F1-9375-A0F1AFC6DE31}" dt="2020-09-16T18:41:48.023" v="2935" actId="14100"/>
          <ac:picMkLst>
            <pc:docMk/>
            <pc:sldMk cId="3873869221" sldId="375"/>
            <ac:picMk id="5" creationId="{C12C5B95-042C-42FD-8863-6B4DFAEF03B4}"/>
          </ac:picMkLst>
        </pc:picChg>
        <pc:picChg chg="add mod">
          <ac:chgData name="Ella Vetter" userId="c6918cf5-f6c0-43cc-8499-a1f635017de9" providerId="ADAL" clId="{E8CAE533-5900-48F1-9375-A0F1AFC6DE31}" dt="2020-09-16T18:42:09.154" v="2937" actId="1076"/>
          <ac:picMkLst>
            <pc:docMk/>
            <pc:sldMk cId="3873869221" sldId="375"/>
            <ac:picMk id="7" creationId="{CC62A0D6-EB6C-48A1-8D0B-EA620AF7A39D}"/>
          </ac:picMkLst>
        </pc:picChg>
      </pc:sldChg>
      <pc:sldChg chg="add del">
        <pc:chgData name="Ella Vetter" userId="c6918cf5-f6c0-43cc-8499-a1f635017de9" providerId="ADAL" clId="{E8CAE533-5900-48F1-9375-A0F1AFC6DE31}" dt="2020-09-16T16:42:52.984" v="1956" actId="47"/>
        <pc:sldMkLst>
          <pc:docMk/>
          <pc:sldMk cId="3881321785" sldId="375"/>
        </pc:sldMkLst>
      </pc:sldChg>
      <pc:sldChg chg="add del ord">
        <pc:chgData name="Ella Vetter" userId="c6918cf5-f6c0-43cc-8499-a1f635017de9" providerId="ADAL" clId="{E8CAE533-5900-48F1-9375-A0F1AFC6DE31}" dt="2020-09-16T16:43:14.682" v="1975" actId="47"/>
        <pc:sldMkLst>
          <pc:docMk/>
          <pc:sldMk cId="1894828138" sldId="376"/>
        </pc:sldMkLst>
      </pc:sldChg>
      <pc:sldChg chg="modSp add mod ord">
        <pc:chgData name="Ella Vetter" userId="c6918cf5-f6c0-43cc-8499-a1f635017de9" providerId="ADAL" clId="{E8CAE533-5900-48F1-9375-A0F1AFC6DE31}" dt="2020-09-16T19:40:04.451" v="3216" actId="1035"/>
        <pc:sldMkLst>
          <pc:docMk/>
          <pc:sldMk cId="3117034548" sldId="376"/>
        </pc:sldMkLst>
        <pc:spChg chg="mod">
          <ac:chgData name="Ella Vetter" userId="c6918cf5-f6c0-43cc-8499-a1f635017de9" providerId="ADAL" clId="{E8CAE533-5900-48F1-9375-A0F1AFC6DE31}" dt="2020-09-16T19:40:04.451" v="3216" actId="1035"/>
          <ac:spMkLst>
            <pc:docMk/>
            <pc:sldMk cId="3117034548" sldId="376"/>
            <ac:spMk id="7" creationId="{41711A73-D3A3-4695-BB4E-DBCEBDFB87F6}"/>
          </ac:spMkLst>
        </pc:spChg>
        <pc:graphicFrameChg chg="mod modGraphic">
          <ac:chgData name="Ella Vetter" userId="c6918cf5-f6c0-43cc-8499-a1f635017de9" providerId="ADAL" clId="{E8CAE533-5900-48F1-9375-A0F1AFC6DE31}" dt="2020-09-16T19:35:25.058" v="3149" actId="1076"/>
          <ac:graphicFrameMkLst>
            <pc:docMk/>
            <pc:sldMk cId="3117034548" sldId="376"/>
            <ac:graphicFrameMk id="6" creationId="{FD836CE0-63A6-43DF-9F00-8BFF2AB8A5A7}"/>
          </ac:graphicFrameMkLst>
        </pc:graphicFrameChg>
      </pc:sldChg>
      <pc:sldChg chg="addSp delSp modSp add mod ord">
        <pc:chgData name="Ella Vetter" userId="c6918cf5-f6c0-43cc-8499-a1f635017de9" providerId="ADAL" clId="{E8CAE533-5900-48F1-9375-A0F1AFC6DE31}" dt="2020-09-16T20:23:20.247" v="3279" actId="20577"/>
        <pc:sldMkLst>
          <pc:docMk/>
          <pc:sldMk cId="3207609551" sldId="377"/>
        </pc:sldMkLst>
        <pc:spChg chg="mod">
          <ac:chgData name="Ella Vetter" userId="c6918cf5-f6c0-43cc-8499-a1f635017de9" providerId="ADAL" clId="{E8CAE533-5900-48F1-9375-A0F1AFC6DE31}" dt="2020-09-16T20:23:20.247" v="3279" actId="20577"/>
          <ac:spMkLst>
            <pc:docMk/>
            <pc:sldMk cId="3207609551" sldId="377"/>
            <ac:spMk id="2" creationId="{DC1F2BA1-F687-44F6-8A6B-FDEE5E3CA2FA}"/>
          </ac:spMkLst>
        </pc:spChg>
        <pc:spChg chg="mod">
          <ac:chgData name="Ella Vetter" userId="c6918cf5-f6c0-43cc-8499-a1f635017de9" providerId="ADAL" clId="{E8CAE533-5900-48F1-9375-A0F1AFC6DE31}" dt="2020-09-16T16:44:48.833" v="1997" actId="20577"/>
          <ac:spMkLst>
            <pc:docMk/>
            <pc:sldMk cId="3207609551" sldId="377"/>
            <ac:spMk id="4" creationId="{D73DF70C-A971-4ABC-B0EC-BF457A93F4A7}"/>
          </ac:spMkLst>
        </pc:spChg>
        <pc:picChg chg="add mod">
          <ac:chgData name="Ella Vetter" userId="c6918cf5-f6c0-43cc-8499-a1f635017de9" providerId="ADAL" clId="{E8CAE533-5900-48F1-9375-A0F1AFC6DE31}" dt="2020-09-16T16:44:37.343" v="1990" actId="14100"/>
          <ac:picMkLst>
            <pc:docMk/>
            <pc:sldMk cId="3207609551" sldId="377"/>
            <ac:picMk id="5" creationId="{EE6972F7-BDCC-46B5-AF32-6D78EF719D2C}"/>
          </ac:picMkLst>
        </pc:picChg>
        <pc:picChg chg="del">
          <ac:chgData name="Ella Vetter" userId="c6918cf5-f6c0-43cc-8499-a1f635017de9" providerId="ADAL" clId="{E8CAE533-5900-48F1-9375-A0F1AFC6DE31}" dt="2020-09-16T16:44:07.171" v="1987" actId="478"/>
          <ac:picMkLst>
            <pc:docMk/>
            <pc:sldMk cId="3207609551" sldId="377"/>
            <ac:picMk id="6" creationId="{5697C4D1-F69F-4150-BFE5-F23C2BF4B75C}"/>
          </ac:picMkLst>
        </pc:picChg>
        <pc:picChg chg="del">
          <ac:chgData name="Ella Vetter" userId="c6918cf5-f6c0-43cc-8499-a1f635017de9" providerId="ADAL" clId="{E8CAE533-5900-48F1-9375-A0F1AFC6DE31}" dt="2020-09-16T16:44:42.610" v="1992" actId="478"/>
          <ac:picMkLst>
            <pc:docMk/>
            <pc:sldMk cId="3207609551" sldId="377"/>
            <ac:picMk id="8" creationId="{15B0F498-27CC-407D-9E71-F1390FD6D500}"/>
          </ac:picMkLst>
        </pc:picChg>
        <pc:picChg chg="add mod">
          <ac:chgData name="Ella Vetter" userId="c6918cf5-f6c0-43cc-8499-a1f635017de9" providerId="ADAL" clId="{E8CAE533-5900-48F1-9375-A0F1AFC6DE31}" dt="2020-09-16T16:45:20.867" v="2000" actId="14100"/>
          <ac:picMkLst>
            <pc:docMk/>
            <pc:sldMk cId="3207609551" sldId="377"/>
            <ac:picMk id="9" creationId="{0C3D1E0C-45C3-4976-A15D-48F38E448297}"/>
          </ac:picMkLst>
        </pc:picChg>
      </pc:sldChg>
      <pc:sldChg chg="addSp delSp modSp add mod">
        <pc:chgData name="Ella Vetter" userId="c6918cf5-f6c0-43cc-8499-a1f635017de9" providerId="ADAL" clId="{E8CAE533-5900-48F1-9375-A0F1AFC6DE31}" dt="2020-09-16T18:18:17.926" v="2697" actId="1076"/>
        <pc:sldMkLst>
          <pc:docMk/>
          <pc:sldMk cId="2744915173" sldId="378"/>
        </pc:sldMkLst>
        <pc:graphicFrameChg chg="add del">
          <ac:chgData name="Ella Vetter" userId="c6918cf5-f6c0-43cc-8499-a1f635017de9" providerId="ADAL" clId="{E8CAE533-5900-48F1-9375-A0F1AFC6DE31}" dt="2020-09-16T18:16:02.478" v="2661"/>
          <ac:graphicFrameMkLst>
            <pc:docMk/>
            <pc:sldMk cId="2744915173" sldId="378"/>
            <ac:graphicFrameMk id="3" creationId="{C198C9A5-C914-4431-9985-D1326742DCAC}"/>
          </ac:graphicFrameMkLst>
        </pc:graphicFrameChg>
        <pc:graphicFrameChg chg="mod modGraphic">
          <ac:chgData name="Ella Vetter" userId="c6918cf5-f6c0-43cc-8499-a1f635017de9" providerId="ADAL" clId="{E8CAE533-5900-48F1-9375-A0F1AFC6DE31}" dt="2020-09-16T18:18:17.926" v="2697" actId="1076"/>
          <ac:graphicFrameMkLst>
            <pc:docMk/>
            <pc:sldMk cId="2744915173" sldId="378"/>
            <ac:graphicFrameMk id="6" creationId="{FD836CE0-63A6-43DF-9F00-8BFF2AB8A5A7}"/>
          </ac:graphicFrameMkLst>
        </pc:graphicFrameChg>
      </pc:sldChg>
      <pc:sldChg chg="add del">
        <pc:chgData name="Ella Vetter" userId="c6918cf5-f6c0-43cc-8499-a1f635017de9" providerId="ADAL" clId="{E8CAE533-5900-48F1-9375-A0F1AFC6DE31}" dt="2020-09-16T18:08:37.432" v="2462"/>
        <pc:sldMkLst>
          <pc:docMk/>
          <pc:sldMk cId="2454877183" sldId="379"/>
        </pc:sldMkLst>
      </pc:sldChg>
      <pc:sldChg chg="modSp add mod">
        <pc:chgData name="Ella Vetter" userId="c6918cf5-f6c0-43cc-8499-a1f635017de9" providerId="ADAL" clId="{E8CAE533-5900-48F1-9375-A0F1AFC6DE31}" dt="2020-09-16T18:27:32.375" v="2766" actId="2164"/>
        <pc:sldMkLst>
          <pc:docMk/>
          <pc:sldMk cId="4141574913" sldId="379"/>
        </pc:sldMkLst>
        <pc:graphicFrameChg chg="mod modGraphic">
          <ac:chgData name="Ella Vetter" userId="c6918cf5-f6c0-43cc-8499-a1f635017de9" providerId="ADAL" clId="{E8CAE533-5900-48F1-9375-A0F1AFC6DE31}" dt="2020-09-16T18:27:32.375" v="2766" actId="2164"/>
          <ac:graphicFrameMkLst>
            <pc:docMk/>
            <pc:sldMk cId="4141574913" sldId="379"/>
            <ac:graphicFrameMk id="6" creationId="{FD836CE0-63A6-43DF-9F00-8BFF2AB8A5A7}"/>
          </ac:graphicFrameMkLst>
        </pc:graphicFrameChg>
      </pc:sldChg>
      <pc:sldChg chg="modSp add mod">
        <pc:chgData name="Ella Vetter" userId="c6918cf5-f6c0-43cc-8499-a1f635017de9" providerId="ADAL" clId="{E8CAE533-5900-48F1-9375-A0F1AFC6DE31}" dt="2020-09-16T18:35:43.579" v="2866" actId="2164"/>
        <pc:sldMkLst>
          <pc:docMk/>
          <pc:sldMk cId="1292852785" sldId="380"/>
        </pc:sldMkLst>
        <pc:graphicFrameChg chg="mod modGraphic">
          <ac:chgData name="Ella Vetter" userId="c6918cf5-f6c0-43cc-8499-a1f635017de9" providerId="ADAL" clId="{E8CAE533-5900-48F1-9375-A0F1AFC6DE31}" dt="2020-09-16T18:35:43.579" v="2866" actId="2164"/>
          <ac:graphicFrameMkLst>
            <pc:docMk/>
            <pc:sldMk cId="1292852785" sldId="380"/>
            <ac:graphicFrameMk id="6" creationId="{FD836CE0-63A6-43DF-9F00-8BFF2AB8A5A7}"/>
          </ac:graphicFrameMkLst>
        </pc:graphicFrameChg>
      </pc:sldChg>
      <pc:sldChg chg="modSp add mod">
        <pc:chgData name="Ella Vetter" userId="c6918cf5-f6c0-43cc-8499-a1f635017de9" providerId="ADAL" clId="{E8CAE533-5900-48F1-9375-A0F1AFC6DE31}" dt="2020-09-16T18:35:48.209" v="2867" actId="2164"/>
        <pc:sldMkLst>
          <pc:docMk/>
          <pc:sldMk cId="3591556102" sldId="381"/>
        </pc:sldMkLst>
        <pc:graphicFrameChg chg="modGraphic">
          <ac:chgData name="Ella Vetter" userId="c6918cf5-f6c0-43cc-8499-a1f635017de9" providerId="ADAL" clId="{E8CAE533-5900-48F1-9375-A0F1AFC6DE31}" dt="2020-09-16T18:35:48.209" v="2867" actId="2164"/>
          <ac:graphicFrameMkLst>
            <pc:docMk/>
            <pc:sldMk cId="3591556102" sldId="381"/>
            <ac:graphicFrameMk id="6" creationId="{FD836CE0-63A6-43DF-9F00-8BFF2AB8A5A7}"/>
          </ac:graphicFrameMkLst>
        </pc:graphicFrameChg>
      </pc:sldChg>
      <pc:sldChg chg="modSp add mod">
        <pc:chgData name="Ella Vetter" userId="c6918cf5-f6c0-43cc-8499-a1f635017de9" providerId="ADAL" clId="{E8CAE533-5900-48F1-9375-A0F1AFC6DE31}" dt="2020-09-16T19:40:08.731" v="3221" actId="1036"/>
        <pc:sldMkLst>
          <pc:docMk/>
          <pc:sldMk cId="1457977687" sldId="382"/>
        </pc:sldMkLst>
        <pc:spChg chg="mod">
          <ac:chgData name="Ella Vetter" userId="c6918cf5-f6c0-43cc-8499-a1f635017de9" providerId="ADAL" clId="{E8CAE533-5900-48F1-9375-A0F1AFC6DE31}" dt="2020-09-16T19:40:08.731" v="3221" actId="1036"/>
          <ac:spMkLst>
            <pc:docMk/>
            <pc:sldMk cId="1457977687" sldId="382"/>
            <ac:spMk id="7" creationId="{41711A73-D3A3-4695-BB4E-DBCEBDFB87F6}"/>
          </ac:spMkLst>
        </pc:spChg>
        <pc:graphicFrameChg chg="mod modGraphic">
          <ac:chgData name="Ella Vetter" userId="c6918cf5-f6c0-43cc-8499-a1f635017de9" providerId="ADAL" clId="{E8CAE533-5900-48F1-9375-A0F1AFC6DE31}" dt="2020-09-16T19:39:48.157" v="3201" actId="1035"/>
          <ac:graphicFrameMkLst>
            <pc:docMk/>
            <pc:sldMk cId="1457977687" sldId="382"/>
            <ac:graphicFrameMk id="6" creationId="{FD836CE0-63A6-43DF-9F00-8BFF2AB8A5A7}"/>
          </ac:graphicFrameMkLst>
        </pc:graphicFrameChg>
      </pc:sldChg>
      <pc:sldChg chg="modSp add mod ord">
        <pc:chgData name="Ella Vetter" userId="c6918cf5-f6c0-43cc-8499-a1f635017de9" providerId="ADAL" clId="{E8CAE533-5900-48F1-9375-A0F1AFC6DE31}" dt="2020-09-16T19:40:12.223" v="3224" actId="1035"/>
        <pc:sldMkLst>
          <pc:docMk/>
          <pc:sldMk cId="2738995133" sldId="383"/>
        </pc:sldMkLst>
        <pc:spChg chg="mod">
          <ac:chgData name="Ella Vetter" userId="c6918cf5-f6c0-43cc-8499-a1f635017de9" providerId="ADAL" clId="{E8CAE533-5900-48F1-9375-A0F1AFC6DE31}" dt="2020-09-16T19:40:12.223" v="3224" actId="1035"/>
          <ac:spMkLst>
            <pc:docMk/>
            <pc:sldMk cId="2738995133" sldId="383"/>
            <ac:spMk id="7" creationId="{41711A73-D3A3-4695-BB4E-DBCEBDFB87F6}"/>
          </ac:spMkLst>
        </pc:spChg>
        <pc:graphicFrameChg chg="mod modGraphic">
          <ac:chgData name="Ella Vetter" userId="c6918cf5-f6c0-43cc-8499-a1f635017de9" providerId="ADAL" clId="{E8CAE533-5900-48F1-9375-A0F1AFC6DE31}" dt="2020-09-16T19:39:57.204" v="3207" actId="1076"/>
          <ac:graphicFrameMkLst>
            <pc:docMk/>
            <pc:sldMk cId="2738995133" sldId="383"/>
            <ac:graphicFrameMk id="6" creationId="{FD836CE0-63A6-43DF-9F00-8BFF2AB8A5A7}"/>
          </ac:graphicFrameMkLst>
        </pc:graphicFrameChg>
      </pc:sldChg>
    </pc:docChg>
  </pc:docChgLst>
  <pc:docChgLst>
    <pc:chgData name="Ella Vetter" userId="c6918cf5-f6c0-43cc-8499-a1f635017de9" providerId="ADAL" clId="{90A1EB40-4939-4231-9673-3F5451E5B3B7}"/>
    <pc:docChg chg="modSld">
      <pc:chgData name="Ella Vetter" userId="c6918cf5-f6c0-43cc-8499-a1f635017de9" providerId="ADAL" clId="{90A1EB40-4939-4231-9673-3F5451E5B3B7}" dt="2020-10-14T13:36:27.920" v="53" actId="20577"/>
      <pc:docMkLst>
        <pc:docMk/>
      </pc:docMkLst>
      <pc:sldChg chg="modSp mod">
        <pc:chgData name="Ella Vetter" userId="c6918cf5-f6c0-43cc-8499-a1f635017de9" providerId="ADAL" clId="{90A1EB40-4939-4231-9673-3F5451E5B3B7}" dt="2020-10-13T21:29:44.525" v="0" actId="20577"/>
        <pc:sldMkLst>
          <pc:docMk/>
          <pc:sldMk cId="4108423597" sldId="256"/>
        </pc:sldMkLst>
        <pc:spChg chg="mod">
          <ac:chgData name="Ella Vetter" userId="c6918cf5-f6c0-43cc-8499-a1f635017de9" providerId="ADAL" clId="{90A1EB40-4939-4231-9673-3F5451E5B3B7}" dt="2020-10-13T21:29:44.525" v="0" actId="20577"/>
          <ac:spMkLst>
            <pc:docMk/>
            <pc:sldMk cId="4108423597" sldId="256"/>
            <ac:spMk id="3" creationId="{00000000-0000-0000-0000-000000000000}"/>
          </ac:spMkLst>
        </pc:spChg>
      </pc:sldChg>
      <pc:sldChg chg="modSp mod">
        <pc:chgData name="Ella Vetter" userId="c6918cf5-f6c0-43cc-8499-a1f635017de9" providerId="ADAL" clId="{90A1EB40-4939-4231-9673-3F5451E5B3B7}" dt="2020-10-14T13:31:31.637" v="6" actId="14100"/>
        <pc:sldMkLst>
          <pc:docMk/>
          <pc:sldMk cId="1221810984" sldId="330"/>
        </pc:sldMkLst>
        <pc:spChg chg="mod">
          <ac:chgData name="Ella Vetter" userId="c6918cf5-f6c0-43cc-8499-a1f635017de9" providerId="ADAL" clId="{90A1EB40-4939-4231-9673-3F5451E5B3B7}" dt="2020-10-14T13:31:31.637" v="6" actId="14100"/>
          <ac:spMkLst>
            <pc:docMk/>
            <pc:sldMk cId="1221810984" sldId="330"/>
            <ac:spMk id="3" creationId="{8B0FDF20-2195-4CCD-8E3D-4FF9D45E3BD5}"/>
          </ac:spMkLst>
        </pc:spChg>
      </pc:sldChg>
      <pc:sldChg chg="modSp mod">
        <pc:chgData name="Ella Vetter" userId="c6918cf5-f6c0-43cc-8499-a1f635017de9" providerId="ADAL" clId="{90A1EB40-4939-4231-9673-3F5451E5B3B7}" dt="2020-10-14T13:32:41.127" v="18" actId="14100"/>
        <pc:sldMkLst>
          <pc:docMk/>
          <pc:sldMk cId="1703881331" sldId="350"/>
        </pc:sldMkLst>
        <pc:spChg chg="mod">
          <ac:chgData name="Ella Vetter" userId="c6918cf5-f6c0-43cc-8499-a1f635017de9" providerId="ADAL" clId="{90A1EB40-4939-4231-9673-3F5451E5B3B7}" dt="2020-10-14T13:32:41.127" v="18" actId="14100"/>
          <ac:spMkLst>
            <pc:docMk/>
            <pc:sldMk cId="1703881331" sldId="350"/>
            <ac:spMk id="10" creationId="{5E3D639D-CFA8-4E89-A4A5-6672DFBD3833}"/>
          </ac:spMkLst>
        </pc:spChg>
      </pc:sldChg>
      <pc:sldChg chg="modSp mod">
        <pc:chgData name="Ella Vetter" userId="c6918cf5-f6c0-43cc-8499-a1f635017de9" providerId="ADAL" clId="{90A1EB40-4939-4231-9673-3F5451E5B3B7}" dt="2020-10-14T13:36:27.920" v="53" actId="20577"/>
        <pc:sldMkLst>
          <pc:docMk/>
          <pc:sldMk cId="4268097088" sldId="355"/>
        </pc:sldMkLst>
        <pc:spChg chg="mod">
          <ac:chgData name="Ella Vetter" userId="c6918cf5-f6c0-43cc-8499-a1f635017de9" providerId="ADAL" clId="{90A1EB40-4939-4231-9673-3F5451E5B3B7}" dt="2020-10-14T13:36:27.920" v="53" actId="20577"/>
          <ac:spMkLst>
            <pc:docMk/>
            <pc:sldMk cId="4268097088" sldId="355"/>
            <ac:spMk id="3" creationId="{8B0FDF20-2195-4CCD-8E3D-4FF9D45E3BD5}"/>
          </ac:spMkLst>
        </pc:spChg>
      </pc:sldChg>
      <pc:sldChg chg="modSp mod">
        <pc:chgData name="Ella Vetter" userId="c6918cf5-f6c0-43cc-8499-a1f635017de9" providerId="ADAL" clId="{90A1EB40-4939-4231-9673-3F5451E5B3B7}" dt="2020-10-14T13:34:09.590" v="46" actId="20577"/>
        <pc:sldMkLst>
          <pc:docMk/>
          <pc:sldMk cId="1980450412" sldId="356"/>
        </pc:sldMkLst>
        <pc:spChg chg="mod">
          <ac:chgData name="Ella Vetter" userId="c6918cf5-f6c0-43cc-8499-a1f635017de9" providerId="ADAL" clId="{90A1EB40-4939-4231-9673-3F5451E5B3B7}" dt="2020-10-14T13:34:09.590" v="46" actId="20577"/>
          <ac:spMkLst>
            <pc:docMk/>
            <pc:sldMk cId="1980450412" sldId="356"/>
            <ac:spMk id="5" creationId="{1CB55058-AA07-4462-92A1-4CBB7D421249}"/>
          </ac:spMkLst>
        </pc:spChg>
        <pc:picChg chg="mod">
          <ac:chgData name="Ella Vetter" userId="c6918cf5-f6c0-43cc-8499-a1f635017de9" providerId="ADAL" clId="{90A1EB40-4939-4231-9673-3F5451E5B3B7}" dt="2020-10-14T13:34:00.426" v="24" actId="1036"/>
          <ac:picMkLst>
            <pc:docMk/>
            <pc:sldMk cId="1980450412" sldId="356"/>
            <ac:picMk id="7" creationId="{15FFFE2F-396B-48BD-AF50-016AD633D341}"/>
          </ac:picMkLst>
        </pc:picChg>
      </pc:sldChg>
      <pc:sldChg chg="modSp mod">
        <pc:chgData name="Ella Vetter" userId="c6918cf5-f6c0-43cc-8499-a1f635017de9" providerId="ADAL" clId="{90A1EB40-4939-4231-9673-3F5451E5B3B7}" dt="2020-10-14T13:34:42.059" v="48" actId="14100"/>
        <pc:sldMkLst>
          <pc:docMk/>
          <pc:sldMk cId="1919938583" sldId="358"/>
        </pc:sldMkLst>
        <pc:spChg chg="mod">
          <ac:chgData name="Ella Vetter" userId="c6918cf5-f6c0-43cc-8499-a1f635017de9" providerId="ADAL" clId="{90A1EB40-4939-4231-9673-3F5451E5B3B7}" dt="2020-10-14T13:34:42.059" v="48" actId="14100"/>
          <ac:spMkLst>
            <pc:docMk/>
            <pc:sldMk cId="1919938583" sldId="358"/>
            <ac:spMk id="5" creationId="{FC9C8BC0-763F-43D3-A8A7-052B83EC83E2}"/>
          </ac:spMkLst>
        </pc:spChg>
      </pc:sldChg>
      <pc:sldChg chg="modSp mod">
        <pc:chgData name="Ella Vetter" userId="c6918cf5-f6c0-43cc-8499-a1f635017de9" providerId="ADAL" clId="{90A1EB40-4939-4231-9673-3F5451E5B3B7}" dt="2020-10-14T13:34:54.477" v="52" actId="1035"/>
        <pc:sldMkLst>
          <pc:docMk/>
          <pc:sldMk cId="1132200708" sldId="360"/>
        </pc:sldMkLst>
        <pc:picChg chg="mod">
          <ac:chgData name="Ella Vetter" userId="c6918cf5-f6c0-43cc-8499-a1f635017de9" providerId="ADAL" clId="{90A1EB40-4939-4231-9673-3F5451E5B3B7}" dt="2020-10-14T13:34:54.477" v="52" actId="1035"/>
          <ac:picMkLst>
            <pc:docMk/>
            <pc:sldMk cId="1132200708" sldId="360"/>
            <ac:picMk id="7" creationId="{D3C44E31-2927-4865-B4A4-33B7B7140D63}"/>
          </ac:picMkLst>
        </pc:pic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2020-10-22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11</a:t>
            </a:fld>
            <a:endParaRPr lang="en-CA"/>
          </a:p>
        </p:txBody>
      </p:sp>
    </p:spTree>
    <p:extLst>
      <p:ext uri="{BB962C8B-B14F-4D97-AF65-F5344CB8AC3E}">
        <p14:creationId xmlns:p14="http://schemas.microsoft.com/office/powerpoint/2010/main" val="1844038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2307892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16</a:t>
            </a:fld>
            <a:endParaRPr lang="en-CA"/>
          </a:p>
        </p:txBody>
      </p:sp>
    </p:spTree>
    <p:extLst>
      <p:ext uri="{BB962C8B-B14F-4D97-AF65-F5344CB8AC3E}">
        <p14:creationId xmlns:p14="http://schemas.microsoft.com/office/powerpoint/2010/main" val="2530914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1902217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18</a:t>
            </a:fld>
            <a:endParaRPr lang="en-CA"/>
          </a:p>
        </p:txBody>
      </p:sp>
    </p:spTree>
    <p:extLst>
      <p:ext uri="{BB962C8B-B14F-4D97-AF65-F5344CB8AC3E}">
        <p14:creationId xmlns:p14="http://schemas.microsoft.com/office/powerpoint/2010/main" val="1216434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12.xml"/><Relationship Id="rId5" Type="http://schemas.openxmlformats.org/officeDocument/2006/relationships/slide" Target="slide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5.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6.pn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8.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10.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11.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2.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14.png"/><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16.png"/><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17.png"/><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Production</a:t>
            </a:r>
            <a:br>
              <a:rPr lang="en-CA" sz="4400" b="1" dirty="0"/>
            </a:br>
            <a:r>
              <a:rPr lang="en-CA" sz="4400" dirty="0"/>
              <a:t>Item Label Master &amp; Item Warehouse Label Requests</a:t>
            </a:r>
            <a:endParaRPr lang="en-US" sz="4400" dirty="0"/>
          </a:p>
        </p:txBody>
      </p:sp>
      <p:sp>
        <p:nvSpPr>
          <p:cNvPr id="3" name="Subtitle 2"/>
          <p:cNvSpPr>
            <a:spLocks noGrp="1"/>
          </p:cNvSpPr>
          <p:nvPr>
            <p:ph type="subTitle" idx="1"/>
            <p:custDataLst>
              <p:tags r:id="rId2"/>
            </p:custDataLst>
          </p:nvPr>
        </p:nvSpPr>
        <p:spPr/>
        <p:txBody>
          <a:bodyPr/>
          <a:lstStyle/>
          <a:p>
            <a:r>
              <a:rPr lang="en-CA" sz="2800" dirty="0"/>
              <a:t> DMS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815152"/>
            <a:ext cx="10515600" cy="3901421"/>
          </a:xfrm>
        </p:spPr>
        <p:txBody>
          <a:bodyPr/>
          <a:lstStyle/>
          <a:p>
            <a:pPr marL="0" indent="0" algn="just">
              <a:lnSpc>
                <a:spcPct val="150000"/>
              </a:lnSpc>
              <a:buNone/>
            </a:pPr>
            <a:r>
              <a:rPr lang="fr-CA" dirty="0">
                <a:hlinkClick r:id="rId5" action="ppaction://hlinksldjump"/>
              </a:rPr>
              <a:t>Item Label Master</a:t>
            </a:r>
            <a:r>
              <a:rPr lang="fr-CA" dirty="0"/>
              <a:t>….....</a:t>
            </a:r>
            <a:r>
              <a:rPr lang="en-CA" dirty="0"/>
              <a:t>....</a:t>
            </a:r>
            <a:r>
              <a:rPr lang="fr-CA" dirty="0"/>
              <a:t>.....</a:t>
            </a:r>
            <a:r>
              <a:rPr lang="en-CA" dirty="0"/>
              <a:t>....</a:t>
            </a:r>
            <a:r>
              <a:rPr lang="fr-CA" dirty="0"/>
              <a:t>......</a:t>
            </a:r>
            <a:r>
              <a:rPr lang="en-CA" dirty="0"/>
              <a:t>....</a:t>
            </a:r>
            <a:r>
              <a:rPr lang="fr-CA" dirty="0"/>
              <a:t>......</a:t>
            </a:r>
            <a:r>
              <a:rPr lang="en-CA" dirty="0"/>
              <a:t>...................................................................3</a:t>
            </a:r>
          </a:p>
          <a:p>
            <a:pPr marL="0" indent="0" algn="just">
              <a:lnSpc>
                <a:spcPct val="150000"/>
              </a:lnSpc>
              <a:buNone/>
            </a:pPr>
            <a:r>
              <a:rPr lang="fr-CA" dirty="0">
                <a:hlinkClick r:id="rId6" action="ppaction://hlinksldjump"/>
              </a:rPr>
              <a:t>Item Warehouse Label </a:t>
            </a:r>
            <a:r>
              <a:rPr lang="fr-CA" dirty="0" err="1">
                <a:hlinkClick r:id="rId6" action="ppaction://hlinksldjump"/>
              </a:rPr>
              <a:t>Requests</a:t>
            </a:r>
            <a:r>
              <a:rPr lang="fr-CA" dirty="0"/>
              <a:t>.....</a:t>
            </a:r>
            <a:r>
              <a:rPr lang="en-CA" dirty="0"/>
              <a:t>..........................................................................12</a:t>
            </a:r>
            <a:endParaRPr lang="en-CA" dirty="0">
              <a:hlinkClick r:id="rId5" action="ppaction://hlinksldjump"/>
            </a:endParaRPr>
          </a:p>
          <a:p>
            <a:pPr marL="0" indent="0" algn="just">
              <a:lnSpc>
                <a:spcPct val="150000"/>
              </a:lnSpc>
              <a:buNone/>
            </a:pPr>
            <a:r>
              <a:rPr lang="en-CA" dirty="0"/>
              <a:t>	</a:t>
            </a:r>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fr-CA" sz="4400" dirty="0"/>
              <a:t>Item Label Master</a:t>
            </a:r>
            <a:endParaRPr lang="en-CA" sz="4400" dirty="0"/>
          </a:p>
        </p:txBody>
      </p:sp>
      <p:sp>
        <p:nvSpPr>
          <p:cNvPr id="4" name="TextBox 3">
            <a:extLst>
              <a:ext uri="{FF2B5EF4-FFF2-40B4-BE49-F238E27FC236}">
                <a16:creationId xmlns:a16="http://schemas.microsoft.com/office/drawing/2014/main" xmlns="" id="{4D9C7287-DDD8-4CC5-BD7F-1873453132F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2541174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1B079-227E-4525-A4E4-8189208312FF}"/>
              </a:ext>
            </a:extLst>
          </p:cNvPr>
          <p:cNvSpPr>
            <a:spLocks noGrp="1"/>
          </p:cNvSpPr>
          <p:nvPr>
            <p:ph type="title"/>
            <p:custDataLst>
              <p:tags r:id="rId1"/>
            </p:custDataLst>
          </p:nvPr>
        </p:nvSpPr>
        <p:spPr/>
        <p:txBody>
          <a:bodyPr/>
          <a:lstStyle/>
          <a:p>
            <a:r>
              <a:rPr lang="fr-CA" sz="3600" dirty="0"/>
              <a:t>Item Label Master</a:t>
            </a:r>
            <a:endParaRPr lang="en-CA" dirty="0"/>
          </a:p>
        </p:txBody>
      </p:sp>
      <p:pic>
        <p:nvPicPr>
          <p:cNvPr id="4" name="Picture 3">
            <a:extLst>
              <a:ext uri="{FF2B5EF4-FFF2-40B4-BE49-F238E27FC236}">
                <a16:creationId xmlns:a16="http://schemas.microsoft.com/office/drawing/2014/main" xmlns="" id="{099026F4-B343-49C7-854F-A5C3EEC29B7B}"/>
              </a:ext>
            </a:extLst>
          </p:cNvPr>
          <p:cNvPicPr>
            <a:picLocks noChangeAspect="1"/>
          </p:cNvPicPr>
          <p:nvPr>
            <p:custDataLst>
              <p:tags r:id="rId2"/>
            </p:custDataLst>
          </p:nvPr>
        </p:nvPicPr>
        <p:blipFill>
          <a:blip r:embed="rId5"/>
          <a:stretch>
            <a:fillRect/>
          </a:stretch>
        </p:blipFill>
        <p:spPr>
          <a:xfrm>
            <a:off x="8824336" y="761391"/>
            <a:ext cx="2849127" cy="5317099"/>
          </a:xfrm>
          <a:prstGeom prst="rect">
            <a:avLst/>
          </a:prstGeom>
        </p:spPr>
      </p:pic>
      <p:sp>
        <p:nvSpPr>
          <p:cNvPr id="5" name="Content Placeholder 2">
            <a:extLst>
              <a:ext uri="{FF2B5EF4-FFF2-40B4-BE49-F238E27FC236}">
                <a16:creationId xmlns:a16="http://schemas.microsoft.com/office/drawing/2014/main" xmlns="" id="{EEC2E75B-6D01-4815-8679-15F4324F0935}"/>
              </a:ext>
            </a:extLst>
          </p:cNvPr>
          <p:cNvSpPr txBox="1">
            <a:spLocks/>
          </p:cNvSpPr>
          <p:nvPr>
            <p:custDataLst>
              <p:tags r:id="rId3"/>
            </p:custDataLst>
          </p:nvPr>
        </p:nvSpPr>
        <p:spPr>
          <a:xfrm>
            <a:off x="518537" y="1123950"/>
            <a:ext cx="7986136" cy="4582295"/>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sz="2300" dirty="0"/>
              <a:t>This resource is used to make changes to the item description that will be printed on the item labels. To do this: </a:t>
            </a:r>
          </a:p>
          <a:p>
            <a:pPr marL="457200" indent="-457200" algn="just">
              <a:lnSpc>
                <a:spcPct val="130000"/>
              </a:lnSpc>
              <a:buFont typeface="+mj-lt"/>
              <a:buAutoNum type="arabicPeriod"/>
            </a:pPr>
            <a:r>
              <a:rPr lang="en-US" sz="2300" dirty="0"/>
              <a:t>With a </a:t>
            </a:r>
            <a:r>
              <a:rPr lang="en-US" sz="2300" u="sng" dirty="0"/>
              <a:t>desktop computer</a:t>
            </a:r>
            <a:r>
              <a:rPr lang="en-US" sz="2300" dirty="0"/>
              <a:t>, use the </a:t>
            </a:r>
            <a:r>
              <a:rPr lang="en-US" sz="2300" b="1" dirty="0"/>
              <a:t>Distribution Management</a:t>
            </a:r>
            <a:r>
              <a:rPr lang="en-US" sz="2300" dirty="0"/>
              <a:t> menu.</a:t>
            </a:r>
          </a:p>
          <a:p>
            <a:pPr marL="457200" indent="-457200" algn="just">
              <a:lnSpc>
                <a:spcPct val="130000"/>
              </a:lnSpc>
              <a:buFont typeface="+mj-lt"/>
              <a:buAutoNum type="arabicPeriod"/>
            </a:pPr>
            <a:r>
              <a:rPr lang="en-US" sz="2300" dirty="0"/>
              <a:t>Select the </a:t>
            </a:r>
            <a:r>
              <a:rPr lang="en-US" sz="2300" b="1" dirty="0"/>
              <a:t>Procurement </a:t>
            </a:r>
            <a:r>
              <a:rPr lang="en-US" sz="2300" dirty="0"/>
              <a:t>resource</a:t>
            </a:r>
            <a:r>
              <a:rPr lang="en-US" sz="2300" b="1" dirty="0"/>
              <a:t>. </a:t>
            </a:r>
            <a:endParaRPr lang="en-US" sz="2300" dirty="0"/>
          </a:p>
          <a:p>
            <a:pPr marL="457200" indent="-457200" algn="just">
              <a:lnSpc>
                <a:spcPct val="130000"/>
              </a:lnSpc>
              <a:buFont typeface="+mj-lt"/>
              <a:buAutoNum type="arabicPeriod"/>
            </a:pPr>
            <a:r>
              <a:rPr lang="en-US" sz="2300" dirty="0"/>
              <a:t>Under Procurement, click on </a:t>
            </a:r>
            <a:r>
              <a:rPr lang="en-US" sz="2300" b="1" dirty="0"/>
              <a:t>Production</a:t>
            </a:r>
            <a:r>
              <a:rPr lang="en-US" sz="2300" dirty="0"/>
              <a:t>. </a:t>
            </a:r>
          </a:p>
          <a:p>
            <a:pPr marL="457200" indent="-457200" algn="just">
              <a:lnSpc>
                <a:spcPct val="130000"/>
              </a:lnSpc>
              <a:buFont typeface="+mj-lt"/>
              <a:buAutoNum type="arabicPeriod"/>
            </a:pPr>
            <a:r>
              <a:rPr lang="en-US" sz="2300" dirty="0"/>
              <a:t>Under Production, click on </a:t>
            </a:r>
            <a:r>
              <a:rPr lang="en-US" sz="2300" b="1" dirty="0"/>
              <a:t>Production Transactions and Inquiries</a:t>
            </a:r>
            <a:r>
              <a:rPr lang="en-US" sz="2300" dirty="0"/>
              <a:t>.</a:t>
            </a:r>
          </a:p>
          <a:p>
            <a:pPr marL="457200" indent="-457200" algn="just">
              <a:lnSpc>
                <a:spcPct val="130000"/>
              </a:lnSpc>
              <a:buFont typeface="+mj-lt"/>
              <a:buAutoNum type="arabicPeriod"/>
            </a:pPr>
            <a:r>
              <a:rPr lang="en-US" sz="2300" dirty="0"/>
              <a:t>Under Production Transactions and Inquiries, click on </a:t>
            </a:r>
            <a:r>
              <a:rPr lang="en-US" sz="2300" b="1" dirty="0"/>
              <a:t>Item Label Master.</a:t>
            </a:r>
            <a:endParaRPr lang="en-US" sz="2300" dirty="0"/>
          </a:p>
          <a:p>
            <a:pPr marL="0" indent="0" algn="just">
              <a:lnSpc>
                <a:spcPct val="130000"/>
              </a:lnSpc>
              <a:buFont typeface="Arial" panose="020B0604020202020204" pitchFamily="34" charset="0"/>
              <a:buNone/>
            </a:pPr>
            <a:endParaRPr lang="en-US" sz="2300" dirty="0"/>
          </a:p>
        </p:txBody>
      </p:sp>
    </p:spTree>
    <p:extLst>
      <p:ext uri="{BB962C8B-B14F-4D97-AF65-F5344CB8AC3E}">
        <p14:creationId xmlns:p14="http://schemas.microsoft.com/office/powerpoint/2010/main" val="170388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234EA9-B23F-48B0-8AB1-9E60903E039F}"/>
              </a:ext>
            </a:extLst>
          </p:cNvPr>
          <p:cNvSpPr>
            <a:spLocks noGrp="1"/>
          </p:cNvSpPr>
          <p:nvPr>
            <p:ph type="title"/>
            <p:custDataLst>
              <p:tags r:id="rId1"/>
            </p:custDataLst>
          </p:nvPr>
        </p:nvSpPr>
        <p:spPr/>
        <p:txBody>
          <a:bodyPr/>
          <a:lstStyle/>
          <a:p>
            <a:r>
              <a:rPr lang="fr-CA" dirty="0"/>
              <a:t>Item Label Master </a:t>
            </a:r>
            <a:endParaRPr lang="en-CA" dirty="0"/>
          </a:p>
        </p:txBody>
      </p:sp>
      <p:sp>
        <p:nvSpPr>
          <p:cNvPr id="5" name="Content Placeholder 2">
            <a:extLst>
              <a:ext uri="{FF2B5EF4-FFF2-40B4-BE49-F238E27FC236}">
                <a16:creationId xmlns:a16="http://schemas.microsoft.com/office/drawing/2014/main" xmlns="" id="{B2227CFF-B1AF-471B-AE2E-154A88EADCCA}"/>
              </a:ext>
            </a:extLst>
          </p:cNvPr>
          <p:cNvSpPr txBox="1">
            <a:spLocks/>
          </p:cNvSpPr>
          <p:nvPr>
            <p:custDataLst>
              <p:tags r:id="rId2"/>
            </p:custDataLst>
          </p:nvPr>
        </p:nvSpPr>
        <p:spPr>
          <a:xfrm>
            <a:off x="838199" y="1155940"/>
            <a:ext cx="10855817" cy="4922550"/>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6"/>
            </a:pPr>
            <a:r>
              <a:rPr lang="en-US" dirty="0"/>
              <a:t>Click enter in one of the search criteria fields. The list of all items will appear.</a:t>
            </a:r>
          </a:p>
        </p:txBody>
      </p:sp>
      <p:grpSp>
        <p:nvGrpSpPr>
          <p:cNvPr id="10" name="Group 9">
            <a:extLst>
              <a:ext uri="{FF2B5EF4-FFF2-40B4-BE49-F238E27FC236}">
                <a16:creationId xmlns:a16="http://schemas.microsoft.com/office/drawing/2014/main" xmlns="" id="{FFA24887-DE91-46F4-B6A9-437957AED98D}"/>
              </a:ext>
            </a:extLst>
          </p:cNvPr>
          <p:cNvGrpSpPr/>
          <p:nvPr>
            <p:custDataLst>
              <p:tags r:id="rId3"/>
            </p:custDataLst>
          </p:nvPr>
        </p:nvGrpSpPr>
        <p:grpSpPr>
          <a:xfrm>
            <a:off x="556858" y="2100636"/>
            <a:ext cx="11266098" cy="3796505"/>
            <a:chOff x="0" y="421812"/>
            <a:chExt cx="12192000" cy="4326732"/>
          </a:xfrm>
        </p:grpSpPr>
        <p:pic>
          <p:nvPicPr>
            <p:cNvPr id="7" name="Picture 6">
              <a:extLst>
                <a:ext uri="{FF2B5EF4-FFF2-40B4-BE49-F238E27FC236}">
                  <a16:creationId xmlns:a16="http://schemas.microsoft.com/office/drawing/2014/main" xmlns="" id="{A717D895-EF35-4900-850B-5D875871B84A}"/>
                </a:ext>
              </a:extLst>
            </p:cNvPr>
            <p:cNvPicPr>
              <a:picLocks noChangeAspect="1"/>
            </p:cNvPicPr>
            <p:nvPr/>
          </p:nvPicPr>
          <p:blipFill rotWithShape="1">
            <a:blip r:embed="rId5"/>
            <a:srcRect b="33577"/>
            <a:stretch/>
          </p:blipFill>
          <p:spPr>
            <a:xfrm>
              <a:off x="0" y="421812"/>
              <a:ext cx="12192000" cy="3994913"/>
            </a:xfrm>
            <a:prstGeom prst="rect">
              <a:avLst/>
            </a:prstGeom>
          </p:spPr>
        </p:pic>
        <p:pic>
          <p:nvPicPr>
            <p:cNvPr id="9" name="Picture 8">
              <a:extLst>
                <a:ext uri="{FF2B5EF4-FFF2-40B4-BE49-F238E27FC236}">
                  <a16:creationId xmlns:a16="http://schemas.microsoft.com/office/drawing/2014/main" xmlns="" id="{D71A05E2-60E5-4BA8-AA0E-C4332D4FC884}"/>
                </a:ext>
              </a:extLst>
            </p:cNvPr>
            <p:cNvPicPr>
              <a:picLocks noChangeAspect="1"/>
            </p:cNvPicPr>
            <p:nvPr/>
          </p:nvPicPr>
          <p:blipFill rotWithShape="1">
            <a:blip r:embed="rId5"/>
            <a:srcRect t="94053"/>
            <a:stretch/>
          </p:blipFill>
          <p:spPr>
            <a:xfrm>
              <a:off x="0" y="4390846"/>
              <a:ext cx="12192000" cy="357698"/>
            </a:xfrm>
            <a:prstGeom prst="rect">
              <a:avLst/>
            </a:prstGeom>
          </p:spPr>
        </p:pic>
      </p:grpSp>
    </p:spTree>
    <p:extLst>
      <p:ext uri="{BB962C8B-B14F-4D97-AF65-F5344CB8AC3E}">
        <p14:creationId xmlns:p14="http://schemas.microsoft.com/office/powerpoint/2010/main" val="2994911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234EA9-B23F-48B0-8AB1-9E60903E039F}"/>
              </a:ext>
            </a:extLst>
          </p:cNvPr>
          <p:cNvSpPr>
            <a:spLocks noGrp="1"/>
          </p:cNvSpPr>
          <p:nvPr>
            <p:ph type="title"/>
            <p:custDataLst>
              <p:tags r:id="rId1"/>
            </p:custDataLst>
          </p:nvPr>
        </p:nvSpPr>
        <p:spPr/>
        <p:txBody>
          <a:bodyPr/>
          <a:lstStyle/>
          <a:p>
            <a:r>
              <a:rPr lang="fr-CA" dirty="0"/>
              <a:t>Item Label Master </a:t>
            </a:r>
            <a:endParaRPr lang="en-CA" dirty="0"/>
          </a:p>
        </p:txBody>
      </p:sp>
      <p:sp>
        <p:nvSpPr>
          <p:cNvPr id="7" name="Content Placeholder 2">
            <a:extLst>
              <a:ext uri="{FF2B5EF4-FFF2-40B4-BE49-F238E27FC236}">
                <a16:creationId xmlns:a16="http://schemas.microsoft.com/office/drawing/2014/main" xmlns="" id="{71AA0406-1B0B-42BE-8C68-BE6BACE8768F}"/>
              </a:ext>
            </a:extLst>
          </p:cNvPr>
          <p:cNvSpPr txBox="1">
            <a:spLocks/>
          </p:cNvSpPr>
          <p:nvPr>
            <p:custDataLst>
              <p:tags r:id="rId2"/>
            </p:custDataLst>
          </p:nvPr>
        </p:nvSpPr>
        <p:spPr>
          <a:xfrm>
            <a:off x="618187" y="1380226"/>
            <a:ext cx="11075830" cy="469826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7"/>
            </a:pPr>
            <a:r>
              <a:rPr lang="en-US" dirty="0"/>
              <a:t>Perform a search to retrieve the desired Item Label record you wish to update and click on View Record Details. </a:t>
            </a:r>
          </a:p>
          <a:p>
            <a:pPr marL="0" indent="0" algn="just">
              <a:lnSpc>
                <a:spcPct val="150000"/>
              </a:lnSpc>
              <a:buNone/>
            </a:pPr>
            <a:endParaRPr lang="en-US" sz="2300" dirty="0"/>
          </a:p>
        </p:txBody>
      </p:sp>
      <p:pic>
        <p:nvPicPr>
          <p:cNvPr id="11" name="Picture 10">
            <a:extLst>
              <a:ext uri="{FF2B5EF4-FFF2-40B4-BE49-F238E27FC236}">
                <a16:creationId xmlns:a16="http://schemas.microsoft.com/office/drawing/2014/main" xmlns="" id="{EE7AC0BB-8DC3-4CEC-93EA-D890444EA43D}"/>
              </a:ext>
            </a:extLst>
          </p:cNvPr>
          <p:cNvPicPr>
            <a:picLocks noChangeAspect="1"/>
          </p:cNvPicPr>
          <p:nvPr>
            <p:custDataLst>
              <p:tags r:id="rId3"/>
            </p:custDataLst>
          </p:nvPr>
        </p:nvPicPr>
        <p:blipFill>
          <a:blip r:embed="rId5"/>
          <a:stretch>
            <a:fillRect/>
          </a:stretch>
        </p:blipFill>
        <p:spPr>
          <a:xfrm>
            <a:off x="497983" y="2775742"/>
            <a:ext cx="11490860" cy="2752935"/>
          </a:xfrm>
          <a:prstGeom prst="rect">
            <a:avLst/>
          </a:prstGeom>
        </p:spPr>
      </p:pic>
    </p:spTree>
    <p:extLst>
      <p:ext uri="{BB962C8B-B14F-4D97-AF65-F5344CB8AC3E}">
        <p14:creationId xmlns:p14="http://schemas.microsoft.com/office/powerpoint/2010/main" val="2034218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234EA9-B23F-48B0-8AB1-9E60903E039F}"/>
              </a:ext>
            </a:extLst>
          </p:cNvPr>
          <p:cNvSpPr>
            <a:spLocks noGrp="1"/>
          </p:cNvSpPr>
          <p:nvPr>
            <p:ph type="title"/>
            <p:custDataLst>
              <p:tags r:id="rId1"/>
            </p:custDataLst>
          </p:nvPr>
        </p:nvSpPr>
        <p:spPr/>
        <p:txBody>
          <a:bodyPr/>
          <a:lstStyle/>
          <a:p>
            <a:r>
              <a:rPr lang="fr-CA" dirty="0"/>
              <a:t>Item Label Master </a:t>
            </a:r>
            <a:endParaRPr lang="en-CA" dirty="0"/>
          </a:p>
        </p:txBody>
      </p:sp>
      <p:sp>
        <p:nvSpPr>
          <p:cNvPr id="5" name="Content Placeholder 2">
            <a:extLst>
              <a:ext uri="{FF2B5EF4-FFF2-40B4-BE49-F238E27FC236}">
                <a16:creationId xmlns:a16="http://schemas.microsoft.com/office/drawing/2014/main" xmlns="" id="{7468F825-2AB5-4690-B718-4B969F9CD05B}"/>
              </a:ext>
            </a:extLst>
          </p:cNvPr>
          <p:cNvSpPr txBox="1">
            <a:spLocks/>
          </p:cNvSpPr>
          <p:nvPr>
            <p:custDataLst>
              <p:tags r:id="rId2"/>
            </p:custDataLst>
          </p:nvPr>
        </p:nvSpPr>
        <p:spPr>
          <a:xfrm>
            <a:off x="618187" y="1380226"/>
            <a:ext cx="7306613" cy="469826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8"/>
            </a:pPr>
            <a:r>
              <a:rPr lang="en-US" dirty="0"/>
              <a:t>From the detail view of the record, modify the available fields as required.</a:t>
            </a:r>
          </a:p>
          <a:p>
            <a:pPr marL="0" indent="0" algn="just">
              <a:lnSpc>
                <a:spcPct val="150000"/>
              </a:lnSpc>
              <a:buNone/>
            </a:pPr>
            <a:endParaRPr lang="en-US" sz="1000" dirty="0"/>
          </a:p>
          <a:p>
            <a:pPr marL="457200" lvl="1" indent="0" algn="just">
              <a:lnSpc>
                <a:spcPct val="150000"/>
              </a:lnSpc>
              <a:buNone/>
            </a:pPr>
            <a:r>
              <a:rPr lang="en-US" sz="2400" dirty="0">
                <a:solidFill>
                  <a:schemeClr val="accent2"/>
                </a:solidFill>
              </a:rPr>
              <a:t>8.1</a:t>
            </a:r>
            <a:r>
              <a:rPr lang="en-US" sz="2400" dirty="0"/>
              <a:t> Use the two </a:t>
            </a:r>
            <a:r>
              <a:rPr lang="en-US" sz="2400" b="1" dirty="0" err="1"/>
              <a:t>Eng</a:t>
            </a:r>
            <a:r>
              <a:rPr lang="en-US" sz="2400" b="1" dirty="0"/>
              <a:t> 26</a:t>
            </a:r>
            <a:r>
              <a:rPr lang="en-US" sz="2400" dirty="0"/>
              <a:t> and </a:t>
            </a:r>
            <a:r>
              <a:rPr lang="en-US" sz="2400" b="1" dirty="0" err="1"/>
              <a:t>Eng</a:t>
            </a:r>
            <a:r>
              <a:rPr lang="en-US" sz="2400" b="1" dirty="0"/>
              <a:t> 36</a:t>
            </a:r>
            <a:r>
              <a:rPr lang="en-US" sz="2400" dirty="0"/>
              <a:t> fields to update the English item description.</a:t>
            </a:r>
          </a:p>
          <a:p>
            <a:pPr marL="457200" lvl="1" indent="0" algn="just">
              <a:lnSpc>
                <a:spcPct val="150000"/>
              </a:lnSpc>
              <a:buNone/>
            </a:pPr>
            <a:r>
              <a:rPr lang="en-US" sz="2400" dirty="0">
                <a:solidFill>
                  <a:schemeClr val="accent2"/>
                </a:solidFill>
              </a:rPr>
              <a:t>8.2 </a:t>
            </a:r>
            <a:r>
              <a:rPr lang="en-US" sz="2400" dirty="0"/>
              <a:t>In the same way, use the two </a:t>
            </a:r>
            <a:r>
              <a:rPr lang="en-US" sz="2400" b="1" dirty="0"/>
              <a:t>Fr 26 </a:t>
            </a:r>
            <a:r>
              <a:rPr lang="en-US" sz="2400" dirty="0"/>
              <a:t>and </a:t>
            </a:r>
            <a:r>
              <a:rPr lang="en-US" sz="2400" b="1" dirty="0"/>
              <a:t>Fr 36 </a:t>
            </a:r>
            <a:r>
              <a:rPr lang="en-US" sz="2400" dirty="0"/>
              <a:t>fields for the French item description. </a:t>
            </a:r>
          </a:p>
          <a:p>
            <a:pPr marL="0" indent="0" algn="just">
              <a:lnSpc>
                <a:spcPct val="150000"/>
              </a:lnSpc>
              <a:buNone/>
            </a:pPr>
            <a:endParaRPr lang="en-US" dirty="0"/>
          </a:p>
        </p:txBody>
      </p:sp>
      <p:pic>
        <p:nvPicPr>
          <p:cNvPr id="9" name="Picture 8">
            <a:extLst>
              <a:ext uri="{FF2B5EF4-FFF2-40B4-BE49-F238E27FC236}">
                <a16:creationId xmlns:a16="http://schemas.microsoft.com/office/drawing/2014/main" xmlns="" id="{EE5DF453-FB2D-4C66-8A66-246835520921}"/>
              </a:ext>
            </a:extLst>
          </p:cNvPr>
          <p:cNvPicPr>
            <a:picLocks noChangeAspect="1"/>
          </p:cNvPicPr>
          <p:nvPr>
            <p:custDataLst>
              <p:tags r:id="rId3"/>
            </p:custDataLst>
          </p:nvPr>
        </p:nvPicPr>
        <p:blipFill>
          <a:blip r:embed="rId5"/>
          <a:stretch>
            <a:fillRect/>
          </a:stretch>
        </p:blipFill>
        <p:spPr>
          <a:xfrm>
            <a:off x="8553449" y="365125"/>
            <a:ext cx="3212327" cy="5900536"/>
          </a:xfrm>
          <a:prstGeom prst="rect">
            <a:avLst/>
          </a:prstGeom>
        </p:spPr>
      </p:pic>
    </p:spTree>
    <p:extLst>
      <p:ext uri="{BB962C8B-B14F-4D97-AF65-F5344CB8AC3E}">
        <p14:creationId xmlns:p14="http://schemas.microsoft.com/office/powerpoint/2010/main" val="4127805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738F2-8678-45DE-87C7-C597CA49669F}"/>
              </a:ext>
            </a:extLst>
          </p:cNvPr>
          <p:cNvSpPr>
            <a:spLocks noGrp="1"/>
          </p:cNvSpPr>
          <p:nvPr>
            <p:ph type="title"/>
            <p:custDataLst>
              <p:tags r:id="rId1"/>
            </p:custDataLst>
          </p:nvPr>
        </p:nvSpPr>
        <p:spPr/>
        <p:txBody>
          <a:bodyPr/>
          <a:lstStyle/>
          <a:p>
            <a:r>
              <a:rPr lang="fr-CA" dirty="0"/>
              <a:t>Item Label Master </a:t>
            </a:r>
            <a:endParaRPr lang="en-CA" dirty="0"/>
          </a:p>
        </p:txBody>
      </p:sp>
      <p:sp>
        <p:nvSpPr>
          <p:cNvPr id="3" name="Content Placeholder 2">
            <a:extLst>
              <a:ext uri="{FF2B5EF4-FFF2-40B4-BE49-F238E27FC236}">
                <a16:creationId xmlns:a16="http://schemas.microsoft.com/office/drawing/2014/main" xmlns="" id="{0499AB87-EE51-48E7-8611-09CEC1BAD154}"/>
              </a:ext>
            </a:extLst>
          </p:cNvPr>
          <p:cNvSpPr>
            <a:spLocks noGrp="1"/>
          </p:cNvSpPr>
          <p:nvPr>
            <p:ph idx="1"/>
            <p:custDataLst>
              <p:tags r:id="rId2"/>
            </p:custDataLst>
          </p:nvPr>
        </p:nvSpPr>
        <p:spPr>
          <a:xfrm>
            <a:off x="838200" y="1524000"/>
            <a:ext cx="6915150" cy="4652963"/>
          </a:xfrm>
        </p:spPr>
        <p:txBody>
          <a:bodyPr/>
          <a:lstStyle/>
          <a:p>
            <a:pPr marL="0" indent="0">
              <a:lnSpc>
                <a:spcPct val="200000"/>
              </a:lnSpc>
              <a:buNone/>
            </a:pPr>
            <a:r>
              <a:rPr lang="fr-CA" dirty="0">
                <a:solidFill>
                  <a:schemeClr val="accent2"/>
                </a:solidFill>
              </a:rPr>
              <a:t>8.3</a:t>
            </a:r>
            <a:r>
              <a:rPr lang="fr-CA" dirty="0"/>
              <a:t> </a:t>
            </a:r>
            <a:r>
              <a:rPr lang="fr-CA" dirty="0" err="1"/>
              <a:t>Specify</a:t>
            </a:r>
            <a:r>
              <a:rPr lang="fr-CA" dirty="0"/>
              <a:t> the image file format in the </a:t>
            </a:r>
            <a:r>
              <a:rPr lang="fr-CA" b="1" dirty="0"/>
              <a:t>Icon</a:t>
            </a:r>
            <a:r>
              <a:rPr lang="fr-CA" dirty="0"/>
              <a:t> </a:t>
            </a:r>
            <a:r>
              <a:rPr lang="fr-CA" dirty="0" err="1"/>
              <a:t>field</a:t>
            </a:r>
            <a:r>
              <a:rPr lang="fr-CA" dirty="0"/>
              <a:t>.  </a:t>
            </a:r>
          </a:p>
          <a:p>
            <a:pPr marL="0" indent="0">
              <a:lnSpc>
                <a:spcPct val="200000"/>
              </a:lnSpc>
              <a:buNone/>
            </a:pPr>
            <a:r>
              <a:rPr lang="en-CA" dirty="0">
                <a:solidFill>
                  <a:schemeClr val="accent2"/>
                </a:solidFill>
              </a:rPr>
              <a:t>8.4</a:t>
            </a:r>
            <a:r>
              <a:rPr lang="en-CA" dirty="0"/>
              <a:t> Enter the origin of the product in the </a:t>
            </a:r>
            <a:r>
              <a:rPr lang="en-CA" b="1" dirty="0"/>
              <a:t>Orig20</a:t>
            </a:r>
            <a:r>
              <a:rPr lang="en-CA" dirty="0"/>
              <a:t> field. </a:t>
            </a:r>
          </a:p>
          <a:p>
            <a:pPr marL="0" indent="0">
              <a:lnSpc>
                <a:spcPct val="200000"/>
              </a:lnSpc>
              <a:buNone/>
            </a:pPr>
            <a:r>
              <a:rPr lang="en-CA" dirty="0">
                <a:solidFill>
                  <a:schemeClr val="accent2"/>
                </a:solidFill>
              </a:rPr>
              <a:t>8.5</a:t>
            </a:r>
            <a:r>
              <a:rPr lang="en-CA" dirty="0"/>
              <a:t> Enter the </a:t>
            </a:r>
            <a:r>
              <a:rPr lang="en-CA" b="1" dirty="0"/>
              <a:t>Print Format </a:t>
            </a:r>
            <a:r>
              <a:rPr lang="en-CA" dirty="0"/>
              <a:t>to be used to print the item label. </a:t>
            </a:r>
          </a:p>
        </p:txBody>
      </p:sp>
      <p:pic>
        <p:nvPicPr>
          <p:cNvPr id="5" name="Picture 4">
            <a:extLst>
              <a:ext uri="{FF2B5EF4-FFF2-40B4-BE49-F238E27FC236}">
                <a16:creationId xmlns:a16="http://schemas.microsoft.com/office/drawing/2014/main" xmlns="" id="{D3EE33D1-8D9C-46CF-B7FE-CFA9108F7937}"/>
              </a:ext>
            </a:extLst>
          </p:cNvPr>
          <p:cNvPicPr>
            <a:picLocks noChangeAspect="1"/>
          </p:cNvPicPr>
          <p:nvPr>
            <p:custDataLst>
              <p:tags r:id="rId3"/>
            </p:custDataLst>
          </p:nvPr>
        </p:nvPicPr>
        <p:blipFill>
          <a:blip r:embed="rId5"/>
          <a:stretch>
            <a:fillRect/>
          </a:stretch>
        </p:blipFill>
        <p:spPr>
          <a:xfrm>
            <a:off x="8343900" y="178275"/>
            <a:ext cx="3334482" cy="6151241"/>
          </a:xfrm>
          <a:prstGeom prst="rect">
            <a:avLst/>
          </a:prstGeom>
        </p:spPr>
      </p:pic>
    </p:spTree>
    <p:extLst>
      <p:ext uri="{BB962C8B-B14F-4D97-AF65-F5344CB8AC3E}">
        <p14:creationId xmlns:p14="http://schemas.microsoft.com/office/powerpoint/2010/main" val="1759065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ADCC40-F50B-4A6D-9331-5D6A57FCEECD}"/>
              </a:ext>
            </a:extLst>
          </p:cNvPr>
          <p:cNvSpPr>
            <a:spLocks noGrp="1"/>
          </p:cNvSpPr>
          <p:nvPr>
            <p:ph type="title"/>
            <p:custDataLst>
              <p:tags r:id="rId1"/>
            </p:custDataLst>
          </p:nvPr>
        </p:nvSpPr>
        <p:spPr/>
        <p:txBody>
          <a:bodyPr/>
          <a:lstStyle/>
          <a:p>
            <a:r>
              <a:rPr lang="fr-CA" dirty="0"/>
              <a:t>Item Label Master </a:t>
            </a:r>
            <a:endParaRPr lang="en-CA" dirty="0"/>
          </a:p>
        </p:txBody>
      </p:sp>
      <p:sp>
        <p:nvSpPr>
          <p:cNvPr id="3" name="Content Placeholder 2">
            <a:extLst>
              <a:ext uri="{FF2B5EF4-FFF2-40B4-BE49-F238E27FC236}">
                <a16:creationId xmlns:a16="http://schemas.microsoft.com/office/drawing/2014/main" xmlns="" id="{E3CBE363-8C53-487B-AD50-F265B04C7B6A}"/>
              </a:ext>
            </a:extLst>
          </p:cNvPr>
          <p:cNvSpPr>
            <a:spLocks noGrp="1"/>
          </p:cNvSpPr>
          <p:nvPr>
            <p:ph idx="1"/>
            <p:custDataLst>
              <p:tags r:id="rId2"/>
            </p:custDataLst>
          </p:nvPr>
        </p:nvSpPr>
        <p:spPr>
          <a:xfrm>
            <a:off x="838200" y="1333500"/>
            <a:ext cx="7315200" cy="4843463"/>
          </a:xfrm>
        </p:spPr>
        <p:txBody>
          <a:bodyPr/>
          <a:lstStyle/>
          <a:p>
            <a:pPr marL="0" indent="0">
              <a:lnSpc>
                <a:spcPct val="200000"/>
              </a:lnSpc>
              <a:buNone/>
            </a:pPr>
            <a:r>
              <a:rPr lang="en-CA" dirty="0">
                <a:solidFill>
                  <a:schemeClr val="accent2"/>
                </a:solidFill>
              </a:rPr>
              <a:t>8.6</a:t>
            </a:r>
            <a:r>
              <a:rPr lang="en-CA" dirty="0"/>
              <a:t> Specify the other required information in the </a:t>
            </a:r>
            <a:r>
              <a:rPr lang="en-CA" b="1" dirty="0"/>
              <a:t>S3 17</a:t>
            </a:r>
            <a:r>
              <a:rPr lang="en-CA" dirty="0"/>
              <a:t>, </a:t>
            </a:r>
            <a:r>
              <a:rPr lang="en-CA" b="1" dirty="0"/>
              <a:t>S4 20</a:t>
            </a:r>
            <a:r>
              <a:rPr lang="en-CA" dirty="0"/>
              <a:t>, </a:t>
            </a:r>
            <a:r>
              <a:rPr lang="en-CA" b="1" dirty="0"/>
              <a:t>S5 30</a:t>
            </a:r>
            <a:r>
              <a:rPr lang="en-CA" dirty="0"/>
              <a:t>, </a:t>
            </a:r>
            <a:r>
              <a:rPr lang="en-CA" b="1" dirty="0"/>
              <a:t>S6 18</a:t>
            </a:r>
            <a:r>
              <a:rPr lang="en-CA" dirty="0"/>
              <a:t>,</a:t>
            </a:r>
            <a:r>
              <a:rPr lang="en-CA" b="1" dirty="0"/>
              <a:t> </a:t>
            </a:r>
            <a:r>
              <a:rPr lang="en-CA" dirty="0"/>
              <a:t>and </a:t>
            </a:r>
            <a:r>
              <a:rPr lang="en-CA" b="1" dirty="0"/>
              <a:t>S7 7</a:t>
            </a:r>
            <a:r>
              <a:rPr lang="en-CA" dirty="0"/>
              <a:t> fields.</a:t>
            </a:r>
          </a:p>
          <a:p>
            <a:pPr marL="0" indent="0">
              <a:buNone/>
            </a:pPr>
            <a:endParaRPr lang="en-CA" dirty="0"/>
          </a:p>
        </p:txBody>
      </p:sp>
      <p:pic>
        <p:nvPicPr>
          <p:cNvPr id="5" name="Picture 4">
            <a:extLst>
              <a:ext uri="{FF2B5EF4-FFF2-40B4-BE49-F238E27FC236}">
                <a16:creationId xmlns:a16="http://schemas.microsoft.com/office/drawing/2014/main" xmlns="" id="{D4DF5268-C56A-44D0-86DD-D70767327377}"/>
              </a:ext>
            </a:extLst>
          </p:cNvPr>
          <p:cNvPicPr>
            <a:picLocks noChangeAspect="1"/>
          </p:cNvPicPr>
          <p:nvPr>
            <p:custDataLst>
              <p:tags r:id="rId3"/>
            </p:custDataLst>
          </p:nvPr>
        </p:nvPicPr>
        <p:blipFill>
          <a:blip r:embed="rId5"/>
          <a:stretch>
            <a:fillRect/>
          </a:stretch>
        </p:blipFill>
        <p:spPr>
          <a:xfrm>
            <a:off x="8496300" y="365125"/>
            <a:ext cx="3182082" cy="5870103"/>
          </a:xfrm>
          <a:prstGeom prst="rect">
            <a:avLst/>
          </a:prstGeom>
        </p:spPr>
      </p:pic>
    </p:spTree>
    <p:extLst>
      <p:ext uri="{BB962C8B-B14F-4D97-AF65-F5344CB8AC3E}">
        <p14:creationId xmlns:p14="http://schemas.microsoft.com/office/powerpoint/2010/main" val="1832866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ADCC40-F50B-4A6D-9331-5D6A57FCEECD}"/>
              </a:ext>
            </a:extLst>
          </p:cNvPr>
          <p:cNvSpPr>
            <a:spLocks noGrp="1"/>
          </p:cNvSpPr>
          <p:nvPr>
            <p:ph type="title"/>
            <p:custDataLst>
              <p:tags r:id="rId1"/>
            </p:custDataLst>
          </p:nvPr>
        </p:nvSpPr>
        <p:spPr/>
        <p:txBody>
          <a:bodyPr/>
          <a:lstStyle/>
          <a:p>
            <a:r>
              <a:rPr lang="fr-CA" dirty="0"/>
              <a:t>Item Label Master </a:t>
            </a:r>
            <a:endParaRPr lang="en-CA" dirty="0"/>
          </a:p>
        </p:txBody>
      </p:sp>
      <p:pic>
        <p:nvPicPr>
          <p:cNvPr id="5" name="Picture 4">
            <a:extLst>
              <a:ext uri="{FF2B5EF4-FFF2-40B4-BE49-F238E27FC236}">
                <a16:creationId xmlns:a16="http://schemas.microsoft.com/office/drawing/2014/main" xmlns="" id="{4591E838-E9F9-415E-9934-5B0EA169C495}"/>
              </a:ext>
            </a:extLst>
          </p:cNvPr>
          <p:cNvPicPr>
            <a:picLocks noChangeAspect="1"/>
          </p:cNvPicPr>
          <p:nvPr>
            <p:custDataLst>
              <p:tags r:id="rId2"/>
            </p:custDataLst>
          </p:nvPr>
        </p:nvPicPr>
        <p:blipFill>
          <a:blip r:embed="rId5"/>
          <a:stretch>
            <a:fillRect/>
          </a:stretch>
        </p:blipFill>
        <p:spPr>
          <a:xfrm>
            <a:off x="8144466" y="114300"/>
            <a:ext cx="3457716" cy="6378575"/>
          </a:xfrm>
          <a:prstGeom prst="rect">
            <a:avLst/>
          </a:prstGeom>
        </p:spPr>
      </p:pic>
      <p:sp>
        <p:nvSpPr>
          <p:cNvPr id="6" name="Content Placeholder 2">
            <a:extLst>
              <a:ext uri="{FF2B5EF4-FFF2-40B4-BE49-F238E27FC236}">
                <a16:creationId xmlns:a16="http://schemas.microsoft.com/office/drawing/2014/main" xmlns="" id="{A59BDEA6-3E39-487D-A875-D10F86380A57}"/>
              </a:ext>
            </a:extLst>
          </p:cNvPr>
          <p:cNvSpPr>
            <a:spLocks noGrp="1"/>
          </p:cNvSpPr>
          <p:nvPr>
            <p:ph idx="1"/>
            <p:custDataLst>
              <p:tags r:id="rId3"/>
            </p:custDataLst>
          </p:nvPr>
        </p:nvSpPr>
        <p:spPr>
          <a:xfrm>
            <a:off x="725589" y="1333500"/>
            <a:ext cx="7170495" cy="4843463"/>
          </a:xfrm>
        </p:spPr>
        <p:txBody>
          <a:bodyPr/>
          <a:lstStyle/>
          <a:p>
            <a:pPr marL="0" indent="0" algn="just">
              <a:lnSpc>
                <a:spcPct val="200000"/>
              </a:lnSpc>
              <a:buNone/>
            </a:pPr>
            <a:r>
              <a:rPr lang="en-CA" dirty="0">
                <a:solidFill>
                  <a:schemeClr val="accent2"/>
                </a:solidFill>
              </a:rPr>
              <a:t>8.7</a:t>
            </a:r>
            <a:r>
              <a:rPr lang="en-CA" dirty="0"/>
              <a:t> Finally, if required, select the </a:t>
            </a:r>
            <a:r>
              <a:rPr lang="en-CA" b="1" dirty="0"/>
              <a:t>Logo</a:t>
            </a:r>
            <a:r>
              <a:rPr lang="en-CA" dirty="0"/>
              <a:t> that will be printed on the item label. </a:t>
            </a:r>
          </a:p>
        </p:txBody>
      </p:sp>
    </p:spTree>
    <p:extLst>
      <p:ext uri="{BB962C8B-B14F-4D97-AF65-F5344CB8AC3E}">
        <p14:creationId xmlns:p14="http://schemas.microsoft.com/office/powerpoint/2010/main" val="67043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234EA9-B23F-48B0-8AB1-9E60903E039F}"/>
              </a:ext>
            </a:extLst>
          </p:cNvPr>
          <p:cNvSpPr>
            <a:spLocks noGrp="1"/>
          </p:cNvSpPr>
          <p:nvPr>
            <p:ph type="title"/>
            <p:custDataLst>
              <p:tags r:id="rId1"/>
            </p:custDataLst>
          </p:nvPr>
        </p:nvSpPr>
        <p:spPr/>
        <p:txBody>
          <a:bodyPr/>
          <a:lstStyle/>
          <a:p>
            <a:r>
              <a:rPr lang="fr-CA" dirty="0"/>
              <a:t>Item Label Master </a:t>
            </a:r>
            <a:endParaRPr lang="en-CA" dirty="0"/>
          </a:p>
        </p:txBody>
      </p:sp>
      <p:sp>
        <p:nvSpPr>
          <p:cNvPr id="3" name="Content Placeholder 2">
            <a:extLst>
              <a:ext uri="{FF2B5EF4-FFF2-40B4-BE49-F238E27FC236}">
                <a16:creationId xmlns:a16="http://schemas.microsoft.com/office/drawing/2014/main" xmlns="" id="{482666F0-E867-4836-AA4D-3266EA225D5D}"/>
              </a:ext>
            </a:extLst>
          </p:cNvPr>
          <p:cNvSpPr>
            <a:spLocks noGrp="1"/>
          </p:cNvSpPr>
          <p:nvPr>
            <p:ph idx="1"/>
            <p:custDataLst>
              <p:tags r:id="rId2"/>
            </p:custDataLst>
          </p:nvPr>
        </p:nvSpPr>
        <p:spPr>
          <a:xfrm>
            <a:off x="838200" y="1504950"/>
            <a:ext cx="6400800" cy="4672013"/>
          </a:xfrm>
        </p:spPr>
        <p:txBody>
          <a:bodyPr/>
          <a:lstStyle/>
          <a:p>
            <a:pPr marL="457200" indent="-457200">
              <a:lnSpc>
                <a:spcPct val="150000"/>
              </a:lnSpc>
              <a:buFont typeface="+mj-lt"/>
              <a:buAutoNum type="arabicPeriod" startAt="9"/>
            </a:pPr>
            <a:r>
              <a:rPr lang="en-US" dirty="0"/>
              <a:t>Once all the required fields properly updated, click on Submit. </a:t>
            </a:r>
          </a:p>
          <a:p>
            <a:pPr marL="0" indent="0">
              <a:lnSpc>
                <a:spcPct val="150000"/>
              </a:lnSpc>
              <a:buNone/>
            </a:pPr>
            <a:endParaRPr lang="en-US" sz="1500" dirty="0"/>
          </a:p>
          <a:p>
            <a:pPr>
              <a:lnSpc>
                <a:spcPct val="150000"/>
              </a:lnSpc>
              <a:buFont typeface="Wingdings" panose="05000000000000000000" pitchFamily="2" charset="2"/>
              <a:buChar char="ü"/>
            </a:pPr>
            <a:r>
              <a:rPr lang="en-US" dirty="0"/>
              <a:t> The changes have been saved in the system and will be applied to the item label once printed.</a:t>
            </a:r>
            <a:endParaRPr lang="en-CA" dirty="0"/>
          </a:p>
        </p:txBody>
      </p:sp>
      <p:pic>
        <p:nvPicPr>
          <p:cNvPr id="5" name="Picture 4">
            <a:extLst>
              <a:ext uri="{FF2B5EF4-FFF2-40B4-BE49-F238E27FC236}">
                <a16:creationId xmlns:a16="http://schemas.microsoft.com/office/drawing/2014/main" xmlns="" id="{3D91F1AD-807E-4489-9021-40EB92025D63}"/>
              </a:ext>
            </a:extLst>
          </p:cNvPr>
          <p:cNvPicPr>
            <a:picLocks noChangeAspect="1"/>
          </p:cNvPicPr>
          <p:nvPr>
            <p:custDataLst>
              <p:tags r:id="rId3"/>
            </p:custDataLst>
          </p:nvPr>
        </p:nvPicPr>
        <p:blipFill>
          <a:blip r:embed="rId6"/>
          <a:stretch>
            <a:fillRect/>
          </a:stretch>
        </p:blipFill>
        <p:spPr>
          <a:xfrm>
            <a:off x="7740402" y="365125"/>
            <a:ext cx="3613398" cy="6068768"/>
          </a:xfrm>
          <a:prstGeom prst="rect">
            <a:avLst/>
          </a:prstGeom>
        </p:spPr>
      </p:pic>
    </p:spTree>
    <p:extLst>
      <p:ext uri="{BB962C8B-B14F-4D97-AF65-F5344CB8AC3E}">
        <p14:creationId xmlns:p14="http://schemas.microsoft.com/office/powerpoint/2010/main" val="1794955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fr-CA" sz="4400" dirty="0"/>
              <a:t>Item Warehouse Label </a:t>
            </a:r>
            <a:r>
              <a:rPr lang="fr-CA" sz="4400" dirty="0" err="1"/>
              <a:t>Requests</a:t>
            </a:r>
            <a:endParaRPr lang="en-CA" sz="4400" dirty="0"/>
          </a:p>
        </p:txBody>
      </p:sp>
      <p:sp>
        <p:nvSpPr>
          <p:cNvPr id="4" name="TextBox 3">
            <a:extLst>
              <a:ext uri="{FF2B5EF4-FFF2-40B4-BE49-F238E27FC236}">
                <a16:creationId xmlns:a16="http://schemas.microsoft.com/office/drawing/2014/main" xmlns="" id="{4D9C7287-DDD8-4CC5-BD7F-1873453132F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650606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BA5B2-BF4A-491F-BC86-EC509B810374}"/>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61A48017-942F-47D3-A34F-52C2D136B876}"/>
              </a:ext>
            </a:extLst>
          </p:cNvPr>
          <p:cNvSpPr>
            <a:spLocks noGrp="1"/>
          </p:cNvSpPr>
          <p:nvPr>
            <p:ph idx="1"/>
            <p:custDataLst>
              <p:tags r:id="rId2"/>
            </p:custDataLst>
          </p:nvPr>
        </p:nvSpPr>
        <p:spPr>
          <a:xfrm>
            <a:off x="621102" y="1270000"/>
            <a:ext cx="10732698" cy="4849813"/>
          </a:xfrm>
        </p:spPr>
        <p:txBody>
          <a:bodyPr/>
          <a:lstStyle/>
          <a:p>
            <a:pPr algn="just">
              <a:lnSpc>
                <a:spcPct val="150000"/>
              </a:lnSpc>
            </a:pPr>
            <a:r>
              <a:rPr lang="en-US" dirty="0"/>
              <a:t>The Item Warehouse Label Requests resource stores label print requests for item warehouses.</a:t>
            </a:r>
          </a:p>
          <a:p>
            <a:pPr algn="just">
              <a:lnSpc>
                <a:spcPct val="150000"/>
              </a:lnSpc>
            </a:pPr>
            <a:r>
              <a:rPr lang="en-US" dirty="0"/>
              <a:t>This resource allows you to add, modify, copy, delete the records in the item warehouse label requests table and to query the records in this table. Moreover, you can generate item warehouse label requests by specific item number and warehouse. </a:t>
            </a:r>
          </a:p>
          <a:p>
            <a:pPr algn="just">
              <a:lnSpc>
                <a:spcPct val="150000"/>
              </a:lnSpc>
            </a:pPr>
            <a:r>
              <a:rPr lang="en-US" dirty="0"/>
              <a:t>Therefore, this resource is used to create item labels for items that do not have one. </a:t>
            </a:r>
          </a:p>
        </p:txBody>
      </p:sp>
    </p:spTree>
    <p:extLst>
      <p:ext uri="{BB962C8B-B14F-4D97-AF65-F5344CB8AC3E}">
        <p14:creationId xmlns:p14="http://schemas.microsoft.com/office/powerpoint/2010/main" val="150667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0BA5B2-BF4A-491F-BC86-EC509B810374}"/>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5" name="Content Placeholder 2">
            <a:extLst>
              <a:ext uri="{FF2B5EF4-FFF2-40B4-BE49-F238E27FC236}">
                <a16:creationId xmlns:a16="http://schemas.microsoft.com/office/drawing/2014/main" xmlns="" id="{FC9C8BC0-763F-43D3-A8A7-052B83EC83E2}"/>
              </a:ext>
            </a:extLst>
          </p:cNvPr>
          <p:cNvSpPr txBox="1">
            <a:spLocks/>
          </p:cNvSpPr>
          <p:nvPr>
            <p:custDataLst>
              <p:tags r:id="rId2"/>
            </p:custDataLst>
          </p:nvPr>
        </p:nvSpPr>
        <p:spPr>
          <a:xfrm>
            <a:off x="657726" y="1242204"/>
            <a:ext cx="7769602" cy="483628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sz="2300" u="sng" dirty="0"/>
              <a:t>To create item labels</a:t>
            </a:r>
            <a:r>
              <a:rPr lang="en-US" sz="2300" dirty="0"/>
              <a:t>, do this:</a:t>
            </a:r>
          </a:p>
          <a:p>
            <a:pPr marL="457200" indent="-457200" algn="just">
              <a:lnSpc>
                <a:spcPct val="130000"/>
              </a:lnSpc>
              <a:buFont typeface="+mj-lt"/>
              <a:buAutoNum type="arabicPeriod"/>
            </a:pPr>
            <a:r>
              <a:rPr lang="en-US" sz="2300" dirty="0"/>
              <a:t>With a </a:t>
            </a:r>
            <a:r>
              <a:rPr lang="en-US" sz="2300" u="sng" dirty="0"/>
              <a:t>desktop computer</a:t>
            </a:r>
            <a:r>
              <a:rPr lang="en-US" sz="2300" dirty="0"/>
              <a:t>, use the </a:t>
            </a:r>
            <a:r>
              <a:rPr lang="en-US" sz="2300" b="1" dirty="0"/>
              <a:t>Distribution Management</a:t>
            </a:r>
            <a:r>
              <a:rPr lang="en-US" sz="2300" dirty="0"/>
              <a:t> menu.</a:t>
            </a:r>
          </a:p>
          <a:p>
            <a:pPr marL="457200" indent="-457200" algn="just">
              <a:lnSpc>
                <a:spcPct val="130000"/>
              </a:lnSpc>
              <a:buFont typeface="+mj-lt"/>
              <a:buAutoNum type="arabicPeriod"/>
            </a:pPr>
            <a:r>
              <a:rPr lang="en-US" sz="2300" dirty="0"/>
              <a:t>Select the </a:t>
            </a:r>
            <a:r>
              <a:rPr lang="en-US" sz="2300" b="1" dirty="0"/>
              <a:t>Procurement </a:t>
            </a:r>
            <a:r>
              <a:rPr lang="en-US" sz="2300" dirty="0"/>
              <a:t>resource</a:t>
            </a:r>
            <a:r>
              <a:rPr lang="en-US" sz="2300" b="1" dirty="0"/>
              <a:t>. </a:t>
            </a:r>
            <a:endParaRPr lang="en-US" sz="2300" dirty="0"/>
          </a:p>
          <a:p>
            <a:pPr marL="457200" indent="-457200" algn="just">
              <a:lnSpc>
                <a:spcPct val="130000"/>
              </a:lnSpc>
              <a:buFont typeface="+mj-lt"/>
              <a:buAutoNum type="arabicPeriod"/>
            </a:pPr>
            <a:r>
              <a:rPr lang="en-US" sz="2300" dirty="0"/>
              <a:t>Under Procurement, click on </a:t>
            </a:r>
            <a:r>
              <a:rPr lang="en-US" sz="2300" b="1" dirty="0"/>
              <a:t>Production</a:t>
            </a:r>
            <a:r>
              <a:rPr lang="en-US" sz="2300" dirty="0"/>
              <a:t>. </a:t>
            </a:r>
          </a:p>
          <a:p>
            <a:pPr marL="457200" indent="-457200" algn="just">
              <a:lnSpc>
                <a:spcPct val="130000"/>
              </a:lnSpc>
              <a:buFont typeface="+mj-lt"/>
              <a:buAutoNum type="arabicPeriod"/>
            </a:pPr>
            <a:r>
              <a:rPr lang="en-US" sz="2300" dirty="0"/>
              <a:t>Under Production, click on </a:t>
            </a:r>
            <a:r>
              <a:rPr lang="en-US" sz="2300" b="1" dirty="0"/>
              <a:t>Production Transactions and Inquiries</a:t>
            </a:r>
            <a:r>
              <a:rPr lang="en-US" sz="2300" dirty="0"/>
              <a:t>.</a:t>
            </a:r>
          </a:p>
          <a:p>
            <a:pPr marL="457200" indent="-457200" algn="just">
              <a:lnSpc>
                <a:spcPct val="130000"/>
              </a:lnSpc>
              <a:buFont typeface="+mj-lt"/>
              <a:buAutoNum type="arabicPeriod"/>
            </a:pPr>
            <a:r>
              <a:rPr lang="en-US" sz="2300" dirty="0"/>
              <a:t>Under Production Transactions and Inquiries, click on </a:t>
            </a:r>
            <a:r>
              <a:rPr lang="en-US" sz="2300" b="1" dirty="0"/>
              <a:t>Item Warehouse Label Requests.</a:t>
            </a:r>
            <a:endParaRPr lang="en-US" sz="2300" dirty="0"/>
          </a:p>
          <a:p>
            <a:pPr marL="0" indent="0" algn="just">
              <a:lnSpc>
                <a:spcPct val="130000"/>
              </a:lnSpc>
              <a:buFont typeface="Arial" panose="020B0604020202020204" pitchFamily="34" charset="0"/>
              <a:buNone/>
            </a:pPr>
            <a:endParaRPr lang="en-US" sz="2200" dirty="0"/>
          </a:p>
        </p:txBody>
      </p:sp>
      <p:pic>
        <p:nvPicPr>
          <p:cNvPr id="6" name="Picture 5">
            <a:extLst>
              <a:ext uri="{FF2B5EF4-FFF2-40B4-BE49-F238E27FC236}">
                <a16:creationId xmlns:a16="http://schemas.microsoft.com/office/drawing/2014/main" xmlns="" id="{BE859274-D37E-4A0B-9B1B-AA1C08968221}"/>
              </a:ext>
            </a:extLst>
          </p:cNvPr>
          <p:cNvPicPr>
            <a:picLocks noChangeAspect="1"/>
          </p:cNvPicPr>
          <p:nvPr>
            <p:custDataLst>
              <p:tags r:id="rId3"/>
            </p:custDataLst>
          </p:nvPr>
        </p:nvPicPr>
        <p:blipFill>
          <a:blip r:embed="rId5"/>
          <a:stretch>
            <a:fillRect/>
          </a:stretch>
        </p:blipFill>
        <p:spPr>
          <a:xfrm>
            <a:off x="8562342" y="384175"/>
            <a:ext cx="3010032" cy="5732415"/>
          </a:xfrm>
          <a:prstGeom prst="rect">
            <a:avLst/>
          </a:prstGeom>
        </p:spPr>
      </p:pic>
    </p:spTree>
    <p:extLst>
      <p:ext uri="{BB962C8B-B14F-4D97-AF65-F5344CB8AC3E}">
        <p14:creationId xmlns:p14="http://schemas.microsoft.com/office/powerpoint/2010/main" val="1919938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5117B-6405-4E1E-A107-7268BBE5F63D}"/>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DAB6DAC7-A443-4623-9480-7AB7632B8E16}"/>
              </a:ext>
            </a:extLst>
          </p:cNvPr>
          <p:cNvSpPr>
            <a:spLocks noGrp="1"/>
          </p:cNvSpPr>
          <p:nvPr>
            <p:ph idx="1"/>
            <p:custDataLst>
              <p:tags r:id="rId2"/>
            </p:custDataLst>
          </p:nvPr>
        </p:nvSpPr>
        <p:spPr>
          <a:xfrm>
            <a:off x="838200" y="1690688"/>
            <a:ext cx="10515600" cy="4486275"/>
          </a:xfrm>
        </p:spPr>
        <p:txBody>
          <a:bodyPr/>
          <a:lstStyle/>
          <a:p>
            <a:pPr marL="457200" indent="-457200">
              <a:buFont typeface="+mj-lt"/>
              <a:buAutoNum type="arabicPeriod" startAt="6"/>
            </a:pPr>
            <a:r>
              <a:rPr lang="fr-CA" dirty="0" err="1"/>
              <a:t>From</a:t>
            </a:r>
            <a:r>
              <a:rPr lang="fr-CA" dirty="0"/>
              <a:t> the new </a:t>
            </a:r>
            <a:r>
              <a:rPr lang="fr-CA" dirty="0" err="1"/>
              <a:t>window</a:t>
            </a:r>
            <a:r>
              <a:rPr lang="fr-CA" dirty="0"/>
              <a:t>, click on </a:t>
            </a:r>
            <a:r>
              <a:rPr lang="fr-CA" dirty="0" err="1"/>
              <a:t>Create</a:t>
            </a:r>
            <a:r>
              <a:rPr lang="fr-CA" dirty="0"/>
              <a:t> at the </a:t>
            </a:r>
            <a:r>
              <a:rPr lang="fr-CA" dirty="0" err="1"/>
              <a:t>bottom</a:t>
            </a:r>
            <a:r>
              <a:rPr lang="fr-CA" dirty="0"/>
              <a:t> right of </a:t>
            </a:r>
            <a:r>
              <a:rPr lang="fr-CA" dirty="0" err="1"/>
              <a:t>your</a:t>
            </a:r>
            <a:r>
              <a:rPr lang="fr-CA" dirty="0"/>
              <a:t> screen.</a:t>
            </a:r>
            <a:endParaRPr lang="en-CA" dirty="0"/>
          </a:p>
        </p:txBody>
      </p:sp>
      <p:grpSp>
        <p:nvGrpSpPr>
          <p:cNvPr id="11" name="Group 10">
            <a:extLst>
              <a:ext uri="{FF2B5EF4-FFF2-40B4-BE49-F238E27FC236}">
                <a16:creationId xmlns:a16="http://schemas.microsoft.com/office/drawing/2014/main" xmlns="" id="{E6592880-50D7-483C-9820-88A05E9A2144}"/>
              </a:ext>
            </a:extLst>
          </p:cNvPr>
          <p:cNvGrpSpPr/>
          <p:nvPr>
            <p:custDataLst>
              <p:tags r:id="rId3"/>
            </p:custDataLst>
          </p:nvPr>
        </p:nvGrpSpPr>
        <p:grpSpPr>
          <a:xfrm>
            <a:off x="543464" y="2546429"/>
            <a:ext cx="11105072" cy="3406247"/>
            <a:chOff x="310550" y="681037"/>
            <a:chExt cx="11283352" cy="3541184"/>
          </a:xfrm>
        </p:grpSpPr>
        <p:pic>
          <p:nvPicPr>
            <p:cNvPr id="5" name="Picture 4">
              <a:extLst>
                <a:ext uri="{FF2B5EF4-FFF2-40B4-BE49-F238E27FC236}">
                  <a16:creationId xmlns:a16="http://schemas.microsoft.com/office/drawing/2014/main" xmlns="" id="{866550A5-AF54-4842-91E2-350C3EDB8A31}"/>
                </a:ext>
              </a:extLst>
            </p:cNvPr>
            <p:cNvPicPr>
              <a:picLocks noChangeAspect="1"/>
            </p:cNvPicPr>
            <p:nvPr/>
          </p:nvPicPr>
          <p:blipFill rotWithShape="1">
            <a:blip r:embed="rId5"/>
            <a:srcRect b="54875"/>
            <a:stretch/>
          </p:blipFill>
          <p:spPr>
            <a:xfrm>
              <a:off x="310550" y="681037"/>
              <a:ext cx="11283352" cy="2476231"/>
            </a:xfrm>
            <a:prstGeom prst="rect">
              <a:avLst/>
            </a:prstGeom>
          </p:spPr>
        </p:pic>
        <p:pic>
          <p:nvPicPr>
            <p:cNvPr id="10" name="Picture 9">
              <a:extLst>
                <a:ext uri="{FF2B5EF4-FFF2-40B4-BE49-F238E27FC236}">
                  <a16:creationId xmlns:a16="http://schemas.microsoft.com/office/drawing/2014/main" xmlns="" id="{F824E1DD-251C-4E2C-B275-3FB213742DAB}"/>
                </a:ext>
              </a:extLst>
            </p:cNvPr>
            <p:cNvPicPr>
              <a:picLocks noChangeAspect="1"/>
            </p:cNvPicPr>
            <p:nvPr/>
          </p:nvPicPr>
          <p:blipFill rotWithShape="1">
            <a:blip r:embed="rId5"/>
            <a:srcRect t="71090"/>
            <a:stretch/>
          </p:blipFill>
          <p:spPr>
            <a:xfrm>
              <a:off x="310550" y="2635779"/>
              <a:ext cx="11283352" cy="1586442"/>
            </a:xfrm>
            <a:prstGeom prst="rect">
              <a:avLst/>
            </a:prstGeom>
          </p:spPr>
        </p:pic>
      </p:grpSp>
    </p:spTree>
    <p:extLst>
      <p:ext uri="{BB962C8B-B14F-4D97-AF65-F5344CB8AC3E}">
        <p14:creationId xmlns:p14="http://schemas.microsoft.com/office/powerpoint/2010/main" val="2491522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5117B-6405-4E1E-A107-7268BBE5F63D}"/>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DAB6DAC7-A443-4623-9480-7AB7632B8E16}"/>
              </a:ext>
            </a:extLst>
          </p:cNvPr>
          <p:cNvSpPr>
            <a:spLocks noGrp="1"/>
          </p:cNvSpPr>
          <p:nvPr>
            <p:ph idx="1"/>
            <p:custDataLst>
              <p:tags r:id="rId2"/>
            </p:custDataLst>
          </p:nvPr>
        </p:nvSpPr>
        <p:spPr>
          <a:xfrm>
            <a:off x="655608" y="1406397"/>
            <a:ext cx="5866750" cy="4762231"/>
          </a:xfrm>
        </p:spPr>
        <p:txBody>
          <a:bodyPr/>
          <a:lstStyle/>
          <a:p>
            <a:pPr marL="457200" indent="-457200" algn="just">
              <a:lnSpc>
                <a:spcPct val="150000"/>
              </a:lnSpc>
              <a:buFont typeface="+mj-lt"/>
              <a:buAutoNum type="arabicPeriod" startAt="7"/>
            </a:pPr>
            <a:r>
              <a:rPr lang="en-CA" dirty="0"/>
              <a:t>A new window will appear. Enter the </a:t>
            </a:r>
            <a:r>
              <a:rPr lang="en-CA" b="1" dirty="0"/>
              <a:t>Item</a:t>
            </a:r>
            <a:r>
              <a:rPr lang="en-CA" dirty="0"/>
              <a:t> number.</a:t>
            </a:r>
          </a:p>
          <a:p>
            <a:pPr marL="457200" indent="-457200" algn="just">
              <a:lnSpc>
                <a:spcPct val="150000"/>
              </a:lnSpc>
              <a:buFont typeface="+mj-lt"/>
              <a:buAutoNum type="arabicPeriod" startAt="7"/>
            </a:pPr>
            <a:r>
              <a:rPr lang="en-CA" dirty="0"/>
              <a:t>Enter the </a:t>
            </a:r>
            <a:r>
              <a:rPr lang="en-CA" b="1" dirty="0"/>
              <a:t>Warehouse</a:t>
            </a:r>
            <a:r>
              <a:rPr lang="en-CA" dirty="0"/>
              <a:t> name (e.g., “MTL”). </a:t>
            </a:r>
          </a:p>
          <a:p>
            <a:pPr marL="457200" indent="-457200" algn="just">
              <a:lnSpc>
                <a:spcPct val="150000"/>
              </a:lnSpc>
              <a:buFont typeface="+mj-lt"/>
              <a:buAutoNum type="arabicPeriod" startAt="7"/>
            </a:pPr>
            <a:r>
              <a:rPr lang="en-CA" dirty="0"/>
              <a:t>Select the </a:t>
            </a:r>
            <a:r>
              <a:rPr lang="en-CA" b="1" dirty="0"/>
              <a:t>Product Label Type</a:t>
            </a:r>
            <a:r>
              <a:rPr lang="en-CA" dirty="0"/>
              <a:t>. Use the lookup button to retrieve the appropriate label type if needed. </a:t>
            </a:r>
          </a:p>
          <a:p>
            <a:pPr marL="457200" indent="-457200" algn="just">
              <a:lnSpc>
                <a:spcPct val="150000"/>
              </a:lnSpc>
              <a:buFont typeface="+mj-lt"/>
              <a:buAutoNum type="arabicPeriod" startAt="7"/>
            </a:pPr>
            <a:r>
              <a:rPr lang="en-CA" dirty="0"/>
              <a:t>Click on Continue. </a:t>
            </a:r>
          </a:p>
          <a:p>
            <a:pPr marL="457200" indent="-457200" algn="just">
              <a:buFont typeface="+mj-lt"/>
              <a:buAutoNum type="arabicPeriod" startAt="7"/>
            </a:pPr>
            <a:endParaRPr lang="en-CA" dirty="0"/>
          </a:p>
        </p:txBody>
      </p:sp>
      <p:grpSp>
        <p:nvGrpSpPr>
          <p:cNvPr id="8" name="Group 7">
            <a:extLst>
              <a:ext uri="{FF2B5EF4-FFF2-40B4-BE49-F238E27FC236}">
                <a16:creationId xmlns:a16="http://schemas.microsoft.com/office/drawing/2014/main" xmlns="" id="{C4763662-8B5E-48D4-8C38-47BF55C8F936}"/>
              </a:ext>
            </a:extLst>
          </p:cNvPr>
          <p:cNvGrpSpPr/>
          <p:nvPr>
            <p:custDataLst>
              <p:tags r:id="rId3"/>
            </p:custDataLst>
          </p:nvPr>
        </p:nvGrpSpPr>
        <p:grpSpPr>
          <a:xfrm>
            <a:off x="6832121" y="1104181"/>
            <a:ext cx="4831442" cy="5064447"/>
            <a:chOff x="4358566" y="479807"/>
            <a:chExt cx="4993118" cy="5487591"/>
          </a:xfrm>
        </p:grpSpPr>
        <p:pic>
          <p:nvPicPr>
            <p:cNvPr id="5" name="Picture 4">
              <a:extLst>
                <a:ext uri="{FF2B5EF4-FFF2-40B4-BE49-F238E27FC236}">
                  <a16:creationId xmlns:a16="http://schemas.microsoft.com/office/drawing/2014/main" xmlns="" id="{D37B9B20-AAC1-4980-9280-E8C84FA85548}"/>
                </a:ext>
              </a:extLst>
            </p:cNvPr>
            <p:cNvPicPr>
              <a:picLocks noChangeAspect="1"/>
            </p:cNvPicPr>
            <p:nvPr/>
          </p:nvPicPr>
          <p:blipFill rotWithShape="1">
            <a:blip r:embed="rId6"/>
            <a:srcRect b="38817"/>
            <a:stretch/>
          </p:blipFill>
          <p:spPr>
            <a:xfrm>
              <a:off x="4358566" y="479807"/>
              <a:ext cx="4993118" cy="4057688"/>
            </a:xfrm>
            <a:prstGeom prst="rect">
              <a:avLst/>
            </a:prstGeom>
          </p:spPr>
        </p:pic>
        <p:pic>
          <p:nvPicPr>
            <p:cNvPr id="7" name="Picture 6">
              <a:extLst>
                <a:ext uri="{FF2B5EF4-FFF2-40B4-BE49-F238E27FC236}">
                  <a16:creationId xmlns:a16="http://schemas.microsoft.com/office/drawing/2014/main" xmlns="" id="{5F9CFBF0-90E1-4BC5-9E76-49A8460B1417}"/>
                </a:ext>
              </a:extLst>
            </p:cNvPr>
            <p:cNvPicPr>
              <a:picLocks noChangeAspect="1"/>
            </p:cNvPicPr>
            <p:nvPr/>
          </p:nvPicPr>
          <p:blipFill rotWithShape="1">
            <a:blip r:embed="rId6"/>
            <a:srcRect t="71806"/>
            <a:stretch/>
          </p:blipFill>
          <p:spPr>
            <a:xfrm>
              <a:off x="4358566" y="4097548"/>
              <a:ext cx="4993118" cy="1869850"/>
            </a:xfrm>
            <a:prstGeom prst="rect">
              <a:avLst/>
            </a:prstGeom>
          </p:spPr>
        </p:pic>
      </p:grpSp>
    </p:spTree>
    <p:extLst>
      <p:ext uri="{BB962C8B-B14F-4D97-AF65-F5344CB8AC3E}">
        <p14:creationId xmlns:p14="http://schemas.microsoft.com/office/powerpoint/2010/main" val="680920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5117B-6405-4E1E-A107-7268BBE5F63D}"/>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DAB6DAC7-A443-4623-9480-7AB7632B8E16}"/>
              </a:ext>
            </a:extLst>
          </p:cNvPr>
          <p:cNvSpPr>
            <a:spLocks noGrp="1"/>
          </p:cNvSpPr>
          <p:nvPr>
            <p:ph idx="1"/>
            <p:custDataLst>
              <p:tags r:id="rId2"/>
            </p:custDataLst>
          </p:nvPr>
        </p:nvSpPr>
        <p:spPr>
          <a:xfrm>
            <a:off x="707368" y="1362974"/>
            <a:ext cx="5762444" cy="4813989"/>
          </a:xfrm>
        </p:spPr>
        <p:txBody>
          <a:bodyPr/>
          <a:lstStyle/>
          <a:p>
            <a:pPr marL="457200" indent="-457200" algn="just">
              <a:lnSpc>
                <a:spcPct val="150000"/>
              </a:lnSpc>
              <a:buFont typeface="+mj-lt"/>
              <a:buAutoNum type="arabicPeriod" startAt="11"/>
            </a:pPr>
            <a:r>
              <a:rPr lang="fr-CA" dirty="0"/>
              <a:t>A second </a:t>
            </a:r>
            <a:r>
              <a:rPr lang="fr-CA" dirty="0" err="1"/>
              <a:t>window</a:t>
            </a:r>
            <a:r>
              <a:rPr lang="fr-CA" dirty="0"/>
              <a:t> </a:t>
            </a:r>
            <a:r>
              <a:rPr lang="fr-CA" dirty="0" err="1"/>
              <a:t>will</a:t>
            </a:r>
            <a:r>
              <a:rPr lang="fr-CA" dirty="0"/>
              <a:t> </a:t>
            </a:r>
            <a:r>
              <a:rPr lang="fr-CA" dirty="0" err="1"/>
              <a:t>appear</a:t>
            </a:r>
            <a:r>
              <a:rPr lang="fr-CA" dirty="0"/>
              <a:t>. </a:t>
            </a:r>
          </a:p>
          <a:p>
            <a:pPr marL="0" indent="0" algn="just">
              <a:lnSpc>
                <a:spcPct val="150000"/>
              </a:lnSpc>
              <a:buNone/>
            </a:pPr>
            <a:r>
              <a:rPr lang="fr-CA" dirty="0"/>
              <a:t>In the </a:t>
            </a:r>
            <a:r>
              <a:rPr lang="fr-CA" b="1" dirty="0"/>
              <a:t>General</a:t>
            </a:r>
            <a:r>
              <a:rPr lang="fr-CA" dirty="0"/>
              <a:t> section, enter the </a:t>
            </a:r>
            <a:r>
              <a:rPr lang="en-CA" dirty="0"/>
              <a:t>output device code in the </a:t>
            </a:r>
            <a:r>
              <a:rPr lang="en-CA" b="1" dirty="0"/>
              <a:t>Device</a:t>
            </a:r>
            <a:r>
              <a:rPr lang="en-CA" dirty="0"/>
              <a:t> field  (i.e., label printer). This is used </a:t>
            </a:r>
            <a:r>
              <a:rPr lang="en-US" dirty="0"/>
              <a:t>by printing resources to select the output destination.</a:t>
            </a:r>
          </a:p>
          <a:p>
            <a:pPr algn="just">
              <a:lnSpc>
                <a:spcPct val="150000"/>
              </a:lnSpc>
            </a:pPr>
            <a:endParaRPr lang="en-US" dirty="0"/>
          </a:p>
          <a:p>
            <a:pPr marL="0" indent="0">
              <a:lnSpc>
                <a:spcPct val="150000"/>
              </a:lnSpc>
              <a:buNone/>
            </a:pPr>
            <a:r>
              <a:rPr lang="en-CA" dirty="0"/>
              <a:t> </a:t>
            </a:r>
          </a:p>
        </p:txBody>
      </p:sp>
      <p:pic>
        <p:nvPicPr>
          <p:cNvPr id="7" name="Picture 6">
            <a:extLst>
              <a:ext uri="{FF2B5EF4-FFF2-40B4-BE49-F238E27FC236}">
                <a16:creationId xmlns:a16="http://schemas.microsoft.com/office/drawing/2014/main" xmlns="" id="{00E5AD05-CFFF-4EAE-BE6A-B36148AC456D}"/>
              </a:ext>
            </a:extLst>
          </p:cNvPr>
          <p:cNvPicPr>
            <a:picLocks noChangeAspect="1"/>
          </p:cNvPicPr>
          <p:nvPr>
            <p:custDataLst>
              <p:tags r:id="rId3"/>
            </p:custDataLst>
          </p:nvPr>
        </p:nvPicPr>
        <p:blipFill>
          <a:blip r:embed="rId6"/>
          <a:stretch>
            <a:fillRect/>
          </a:stretch>
        </p:blipFill>
        <p:spPr>
          <a:xfrm>
            <a:off x="6780362" y="1164787"/>
            <a:ext cx="5050291" cy="5012176"/>
          </a:xfrm>
          <a:prstGeom prst="rect">
            <a:avLst/>
          </a:prstGeom>
        </p:spPr>
      </p:pic>
    </p:spTree>
    <p:extLst>
      <p:ext uri="{BB962C8B-B14F-4D97-AF65-F5344CB8AC3E}">
        <p14:creationId xmlns:p14="http://schemas.microsoft.com/office/powerpoint/2010/main" val="960736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5117B-6405-4E1E-A107-7268BBE5F63D}"/>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DAB6DAC7-A443-4623-9480-7AB7632B8E16}"/>
              </a:ext>
            </a:extLst>
          </p:cNvPr>
          <p:cNvSpPr>
            <a:spLocks noGrp="1"/>
          </p:cNvSpPr>
          <p:nvPr>
            <p:ph idx="1"/>
            <p:custDataLst>
              <p:tags r:id="rId2"/>
            </p:custDataLst>
          </p:nvPr>
        </p:nvSpPr>
        <p:spPr>
          <a:xfrm>
            <a:off x="838200" y="1362974"/>
            <a:ext cx="5465309" cy="4813989"/>
          </a:xfrm>
        </p:spPr>
        <p:txBody>
          <a:bodyPr/>
          <a:lstStyle/>
          <a:p>
            <a:pPr marL="457200" indent="-457200" algn="just">
              <a:lnSpc>
                <a:spcPct val="150000"/>
              </a:lnSpc>
              <a:buFont typeface="+mj-lt"/>
              <a:buAutoNum type="arabicPeriod" startAt="12"/>
            </a:pPr>
            <a:r>
              <a:rPr lang="en-US" dirty="0"/>
              <a:t>Choose the number of labels to be printed for the item in the </a:t>
            </a:r>
            <a:r>
              <a:rPr lang="en-CA" b="1" dirty="0"/>
              <a:t>Number of Copies </a:t>
            </a:r>
            <a:r>
              <a:rPr lang="en-CA" dirty="0"/>
              <a:t>field.</a:t>
            </a:r>
            <a:r>
              <a:rPr lang="en-US" dirty="0"/>
              <a:t> The default value is set to 1 but it may be overridden. </a:t>
            </a:r>
          </a:p>
          <a:p>
            <a:pPr algn="just">
              <a:lnSpc>
                <a:spcPct val="150000"/>
              </a:lnSpc>
            </a:pPr>
            <a:endParaRPr lang="en-US" dirty="0"/>
          </a:p>
          <a:p>
            <a:pPr marL="0" indent="0">
              <a:lnSpc>
                <a:spcPct val="150000"/>
              </a:lnSpc>
              <a:buNone/>
            </a:pPr>
            <a:r>
              <a:rPr lang="en-CA" dirty="0"/>
              <a:t> </a:t>
            </a:r>
          </a:p>
        </p:txBody>
      </p:sp>
      <p:pic>
        <p:nvPicPr>
          <p:cNvPr id="6" name="Picture 5">
            <a:extLst>
              <a:ext uri="{FF2B5EF4-FFF2-40B4-BE49-F238E27FC236}">
                <a16:creationId xmlns:a16="http://schemas.microsoft.com/office/drawing/2014/main" xmlns="" id="{C514EA77-A45B-460C-B373-7A9B466807EF}"/>
              </a:ext>
            </a:extLst>
          </p:cNvPr>
          <p:cNvPicPr>
            <a:picLocks noChangeAspect="1"/>
          </p:cNvPicPr>
          <p:nvPr>
            <p:custDataLst>
              <p:tags r:id="rId3"/>
            </p:custDataLst>
          </p:nvPr>
        </p:nvPicPr>
        <p:blipFill>
          <a:blip r:embed="rId6"/>
          <a:stretch>
            <a:fillRect/>
          </a:stretch>
        </p:blipFill>
        <p:spPr>
          <a:xfrm>
            <a:off x="6780362" y="1164787"/>
            <a:ext cx="5050291" cy="5012176"/>
          </a:xfrm>
          <a:prstGeom prst="rect">
            <a:avLst/>
          </a:prstGeom>
        </p:spPr>
      </p:pic>
    </p:spTree>
    <p:extLst>
      <p:ext uri="{BB962C8B-B14F-4D97-AF65-F5344CB8AC3E}">
        <p14:creationId xmlns:p14="http://schemas.microsoft.com/office/powerpoint/2010/main" val="3583274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669665-1554-4293-B7F4-B0E79F147B6F}"/>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686BECAB-C7F6-4A12-B057-2E5FCAE0172C}"/>
              </a:ext>
            </a:extLst>
          </p:cNvPr>
          <p:cNvSpPr>
            <a:spLocks noGrp="1"/>
          </p:cNvSpPr>
          <p:nvPr>
            <p:ph idx="1"/>
            <p:custDataLst>
              <p:tags r:id="rId2"/>
            </p:custDataLst>
          </p:nvPr>
        </p:nvSpPr>
        <p:spPr>
          <a:xfrm>
            <a:off x="838200" y="1390650"/>
            <a:ext cx="5848350" cy="4786313"/>
          </a:xfrm>
        </p:spPr>
        <p:txBody>
          <a:bodyPr/>
          <a:lstStyle/>
          <a:p>
            <a:pPr marL="457200" indent="-457200" algn="just">
              <a:lnSpc>
                <a:spcPct val="150000"/>
              </a:lnSpc>
              <a:buFont typeface="+mj-lt"/>
              <a:buAutoNum type="arabicPeriod" startAt="13"/>
            </a:pPr>
            <a:r>
              <a:rPr lang="fr-CA" dirty="0"/>
              <a:t>Note </a:t>
            </a:r>
            <a:r>
              <a:rPr lang="fr-CA" dirty="0" err="1"/>
              <a:t>that</a:t>
            </a:r>
            <a:r>
              <a:rPr lang="fr-CA" dirty="0"/>
              <a:t> the </a:t>
            </a:r>
            <a:r>
              <a:rPr lang="fr-CA" b="1" dirty="0"/>
              <a:t>Format</a:t>
            </a:r>
            <a:r>
              <a:rPr lang="fr-CA" dirty="0"/>
              <a:t> </a:t>
            </a:r>
            <a:r>
              <a:rPr lang="fr-CA" dirty="0" err="1"/>
              <a:t>field</a:t>
            </a:r>
            <a:r>
              <a:rPr lang="fr-CA" dirty="0"/>
              <a:t> </a:t>
            </a:r>
            <a:r>
              <a:rPr lang="fr-CA" dirty="0" err="1"/>
              <a:t>is</a:t>
            </a:r>
            <a:r>
              <a:rPr lang="fr-CA" dirty="0"/>
              <a:t> a </a:t>
            </a:r>
            <a:r>
              <a:rPr lang="en-US" dirty="0"/>
              <a:t>default value retrieved from the attribute value defined for the Item Warehouse Label Requests view in the view attributes table.</a:t>
            </a:r>
            <a:r>
              <a:rPr lang="fr-CA" dirty="0"/>
              <a:t> </a:t>
            </a:r>
            <a:r>
              <a:rPr lang="en-US" dirty="0"/>
              <a:t>No change is therefore required for this field.</a:t>
            </a:r>
            <a:endParaRPr lang="en-CA" dirty="0"/>
          </a:p>
        </p:txBody>
      </p:sp>
      <p:pic>
        <p:nvPicPr>
          <p:cNvPr id="5" name="Picture 4">
            <a:extLst>
              <a:ext uri="{FF2B5EF4-FFF2-40B4-BE49-F238E27FC236}">
                <a16:creationId xmlns:a16="http://schemas.microsoft.com/office/drawing/2014/main" xmlns="" id="{F22FC37E-BB0A-4463-B4EF-96560D0EC1FC}"/>
              </a:ext>
            </a:extLst>
          </p:cNvPr>
          <p:cNvPicPr>
            <a:picLocks noChangeAspect="1"/>
          </p:cNvPicPr>
          <p:nvPr>
            <p:custDataLst>
              <p:tags r:id="rId3"/>
            </p:custDataLst>
          </p:nvPr>
        </p:nvPicPr>
        <p:blipFill rotWithShape="1">
          <a:blip r:embed="rId5"/>
          <a:srcRect b="18135"/>
          <a:stretch/>
        </p:blipFill>
        <p:spPr>
          <a:xfrm>
            <a:off x="7161250" y="1226334"/>
            <a:ext cx="4385928" cy="4405331"/>
          </a:xfrm>
          <a:prstGeom prst="rect">
            <a:avLst/>
          </a:prstGeom>
        </p:spPr>
      </p:pic>
    </p:spTree>
    <p:extLst>
      <p:ext uri="{BB962C8B-B14F-4D97-AF65-F5344CB8AC3E}">
        <p14:creationId xmlns:p14="http://schemas.microsoft.com/office/powerpoint/2010/main" val="2653033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5117B-6405-4E1E-A107-7268BBE5F63D}"/>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4" name="Content Placeholder 2">
            <a:extLst>
              <a:ext uri="{FF2B5EF4-FFF2-40B4-BE49-F238E27FC236}">
                <a16:creationId xmlns:a16="http://schemas.microsoft.com/office/drawing/2014/main" xmlns="" id="{81EC83BF-9965-4A95-A561-21680AA931B5}"/>
              </a:ext>
            </a:extLst>
          </p:cNvPr>
          <p:cNvSpPr>
            <a:spLocks noGrp="1"/>
          </p:cNvSpPr>
          <p:nvPr>
            <p:ph idx="1"/>
            <p:custDataLst>
              <p:tags r:id="rId2"/>
            </p:custDataLst>
          </p:nvPr>
        </p:nvSpPr>
        <p:spPr>
          <a:xfrm>
            <a:off x="838200" y="1362974"/>
            <a:ext cx="5465309" cy="4813989"/>
          </a:xfrm>
        </p:spPr>
        <p:txBody>
          <a:bodyPr/>
          <a:lstStyle/>
          <a:p>
            <a:pPr marL="457200" indent="-457200" algn="just">
              <a:lnSpc>
                <a:spcPct val="150000"/>
              </a:lnSpc>
              <a:buFont typeface="+mj-lt"/>
              <a:buAutoNum type="arabicPeriod" startAt="14"/>
            </a:pPr>
            <a:r>
              <a:rPr lang="fr-CA" dirty="0"/>
              <a:t>Click on </a:t>
            </a:r>
            <a:r>
              <a:rPr lang="fr-CA" b="1" dirty="0"/>
              <a:t>Save</a:t>
            </a:r>
            <a:r>
              <a:rPr lang="fr-CA" dirty="0"/>
              <a:t> or </a:t>
            </a:r>
            <a:r>
              <a:rPr lang="fr-CA" b="1" dirty="0" err="1"/>
              <a:t>Submit</a:t>
            </a:r>
            <a:r>
              <a:rPr lang="fr-CA" dirty="0"/>
              <a:t>. </a:t>
            </a:r>
            <a:endParaRPr lang="en-US" dirty="0"/>
          </a:p>
          <a:p>
            <a:pPr algn="just">
              <a:lnSpc>
                <a:spcPct val="150000"/>
              </a:lnSpc>
            </a:pPr>
            <a:endParaRPr lang="en-US" dirty="0"/>
          </a:p>
          <a:p>
            <a:pPr marL="0" indent="0">
              <a:lnSpc>
                <a:spcPct val="150000"/>
              </a:lnSpc>
              <a:buNone/>
            </a:pPr>
            <a:r>
              <a:rPr lang="en-CA" dirty="0"/>
              <a:t> </a:t>
            </a:r>
          </a:p>
        </p:txBody>
      </p:sp>
      <p:pic>
        <p:nvPicPr>
          <p:cNvPr id="6" name="Picture 5">
            <a:extLst>
              <a:ext uri="{FF2B5EF4-FFF2-40B4-BE49-F238E27FC236}">
                <a16:creationId xmlns:a16="http://schemas.microsoft.com/office/drawing/2014/main" xmlns="" id="{48B84E0F-7237-45A6-B9CF-08C1494900E8}"/>
              </a:ext>
            </a:extLst>
          </p:cNvPr>
          <p:cNvPicPr>
            <a:picLocks noChangeAspect="1"/>
          </p:cNvPicPr>
          <p:nvPr>
            <p:custDataLst>
              <p:tags r:id="rId3"/>
            </p:custDataLst>
          </p:nvPr>
        </p:nvPicPr>
        <p:blipFill>
          <a:blip r:embed="rId5"/>
          <a:stretch>
            <a:fillRect/>
          </a:stretch>
        </p:blipFill>
        <p:spPr>
          <a:xfrm>
            <a:off x="7366894" y="604687"/>
            <a:ext cx="4228446" cy="5648625"/>
          </a:xfrm>
          <a:prstGeom prst="rect">
            <a:avLst/>
          </a:prstGeom>
        </p:spPr>
      </p:pic>
    </p:spTree>
    <p:extLst>
      <p:ext uri="{BB962C8B-B14F-4D97-AF65-F5344CB8AC3E}">
        <p14:creationId xmlns:p14="http://schemas.microsoft.com/office/powerpoint/2010/main" val="3872691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5117B-6405-4E1E-A107-7268BBE5F63D}"/>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4" name="Content Placeholder 2">
            <a:extLst>
              <a:ext uri="{FF2B5EF4-FFF2-40B4-BE49-F238E27FC236}">
                <a16:creationId xmlns:a16="http://schemas.microsoft.com/office/drawing/2014/main" xmlns="" id="{81EC83BF-9965-4A95-A561-21680AA931B5}"/>
              </a:ext>
            </a:extLst>
          </p:cNvPr>
          <p:cNvSpPr>
            <a:spLocks noGrp="1"/>
          </p:cNvSpPr>
          <p:nvPr>
            <p:ph idx="1"/>
            <p:custDataLst>
              <p:tags r:id="rId2"/>
            </p:custDataLst>
          </p:nvPr>
        </p:nvSpPr>
        <p:spPr>
          <a:xfrm>
            <a:off x="838200" y="1162050"/>
            <a:ext cx="10515600" cy="5014913"/>
          </a:xfrm>
        </p:spPr>
        <p:txBody>
          <a:bodyPr/>
          <a:lstStyle/>
          <a:p>
            <a:pPr marL="457200" indent="-457200" algn="just">
              <a:lnSpc>
                <a:spcPct val="150000"/>
              </a:lnSpc>
              <a:buFont typeface="+mj-lt"/>
              <a:buAutoNum type="arabicPeriod" startAt="15"/>
            </a:pPr>
            <a:r>
              <a:rPr lang="en-US" dirty="0"/>
              <a:t>If you clicked </a:t>
            </a:r>
            <a:r>
              <a:rPr lang="en-US" u="sng" dirty="0"/>
              <a:t>Save</a:t>
            </a:r>
            <a:r>
              <a:rPr lang="en-US" dirty="0"/>
              <a:t>, then select the Print Labels action from the Actions Toolbar of the Details page.</a:t>
            </a:r>
          </a:p>
          <a:p>
            <a:pPr marL="0" indent="0">
              <a:lnSpc>
                <a:spcPct val="150000"/>
              </a:lnSpc>
              <a:buNone/>
            </a:pPr>
            <a:r>
              <a:rPr lang="en-CA" dirty="0"/>
              <a:t> </a:t>
            </a:r>
          </a:p>
        </p:txBody>
      </p:sp>
      <p:pic>
        <p:nvPicPr>
          <p:cNvPr id="8" name="Picture 7">
            <a:extLst>
              <a:ext uri="{FF2B5EF4-FFF2-40B4-BE49-F238E27FC236}">
                <a16:creationId xmlns:a16="http://schemas.microsoft.com/office/drawing/2014/main" xmlns="" id="{7550970A-B14B-41A3-ADBD-E703C22D8024}"/>
              </a:ext>
            </a:extLst>
          </p:cNvPr>
          <p:cNvPicPr>
            <a:picLocks noChangeAspect="1"/>
          </p:cNvPicPr>
          <p:nvPr>
            <p:custDataLst>
              <p:tags r:id="rId3"/>
            </p:custDataLst>
          </p:nvPr>
        </p:nvPicPr>
        <p:blipFill>
          <a:blip r:embed="rId5"/>
          <a:stretch>
            <a:fillRect/>
          </a:stretch>
        </p:blipFill>
        <p:spPr>
          <a:xfrm>
            <a:off x="1066800" y="2373313"/>
            <a:ext cx="8199241" cy="3984624"/>
          </a:xfrm>
          <a:prstGeom prst="rect">
            <a:avLst/>
          </a:prstGeom>
        </p:spPr>
      </p:pic>
    </p:spTree>
    <p:extLst>
      <p:ext uri="{BB962C8B-B14F-4D97-AF65-F5344CB8AC3E}">
        <p14:creationId xmlns:p14="http://schemas.microsoft.com/office/powerpoint/2010/main" val="3452709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5117B-6405-4E1E-A107-7268BBE5F63D}"/>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4" name="Content Placeholder 2">
            <a:extLst>
              <a:ext uri="{FF2B5EF4-FFF2-40B4-BE49-F238E27FC236}">
                <a16:creationId xmlns:a16="http://schemas.microsoft.com/office/drawing/2014/main" xmlns="" id="{81EC83BF-9965-4A95-A561-21680AA931B5}"/>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50000"/>
              </a:lnSpc>
              <a:buFont typeface="+mj-lt"/>
              <a:buAutoNum type="arabicPeriod" startAt="16"/>
            </a:pPr>
            <a:r>
              <a:rPr lang="en-US" dirty="0">
                <a:effectLst/>
              </a:rPr>
              <a:t>If you clicked </a:t>
            </a:r>
            <a:r>
              <a:rPr lang="en-US" u="sng" dirty="0">
                <a:effectLst/>
              </a:rPr>
              <a:t>Submit</a:t>
            </a:r>
            <a:r>
              <a:rPr lang="en-US" b="1" dirty="0"/>
              <a:t>: </a:t>
            </a:r>
          </a:p>
          <a:p>
            <a:pPr marL="457200" lvl="1" indent="0" algn="just">
              <a:lnSpc>
                <a:spcPct val="150000"/>
              </a:lnSpc>
              <a:buNone/>
            </a:pPr>
            <a:r>
              <a:rPr lang="en-US" sz="2400" dirty="0">
                <a:solidFill>
                  <a:schemeClr val="accent2"/>
                </a:solidFill>
                <a:effectLst/>
              </a:rPr>
              <a:t>16.1</a:t>
            </a:r>
            <a:r>
              <a:rPr lang="en-US" sz="2400" dirty="0">
                <a:effectLst/>
              </a:rPr>
              <a:t> Then click the </a:t>
            </a:r>
            <a:r>
              <a:rPr lang="en-US" sz="2400" b="1" dirty="0">
                <a:effectLst/>
              </a:rPr>
              <a:t>Go to Search Page</a:t>
            </a:r>
            <a:r>
              <a:rPr lang="en-US" sz="2400" dirty="0">
                <a:effectLst/>
              </a:rPr>
              <a:t> action (i.e., the </a:t>
            </a:r>
            <a:r>
              <a:rPr lang="en-US" sz="2400" b="1" dirty="0">
                <a:effectLst/>
              </a:rPr>
              <a:t>Up </a:t>
            </a:r>
            <a:r>
              <a:rPr lang="en-US" sz="2400" dirty="0">
                <a:effectLst/>
              </a:rPr>
              <a:t>arrow) to return to the view's Search page. </a:t>
            </a:r>
          </a:p>
          <a:p>
            <a:pPr marL="0" indent="0" algn="just">
              <a:lnSpc>
                <a:spcPct val="150000"/>
              </a:lnSpc>
              <a:buNone/>
            </a:pPr>
            <a:endParaRPr lang="en-US" dirty="0">
              <a:effectLst/>
            </a:endParaRPr>
          </a:p>
          <a:p>
            <a:pPr marL="0" indent="0" algn="just">
              <a:lnSpc>
                <a:spcPct val="150000"/>
              </a:lnSpc>
              <a:buNone/>
            </a:pPr>
            <a:endParaRPr lang="en-US" dirty="0">
              <a:effectLst/>
            </a:endParaRPr>
          </a:p>
          <a:p>
            <a:pPr marL="0" indent="0" algn="just">
              <a:lnSpc>
                <a:spcPct val="150000"/>
              </a:lnSpc>
              <a:buNone/>
            </a:pPr>
            <a:endParaRPr lang="en-CA" dirty="0"/>
          </a:p>
        </p:txBody>
      </p:sp>
      <p:pic>
        <p:nvPicPr>
          <p:cNvPr id="5" name="Picture 4">
            <a:extLst>
              <a:ext uri="{FF2B5EF4-FFF2-40B4-BE49-F238E27FC236}">
                <a16:creationId xmlns:a16="http://schemas.microsoft.com/office/drawing/2014/main" xmlns="" id="{07AB4861-8E4F-421D-A329-4DFD53A31984}"/>
              </a:ext>
            </a:extLst>
          </p:cNvPr>
          <p:cNvPicPr>
            <a:picLocks noChangeAspect="1"/>
          </p:cNvPicPr>
          <p:nvPr>
            <p:custDataLst>
              <p:tags r:id="rId3"/>
            </p:custDataLst>
          </p:nvPr>
        </p:nvPicPr>
        <p:blipFill>
          <a:blip r:embed="rId5"/>
          <a:stretch>
            <a:fillRect/>
          </a:stretch>
        </p:blipFill>
        <p:spPr>
          <a:xfrm>
            <a:off x="471577" y="3429000"/>
            <a:ext cx="11248846" cy="1196518"/>
          </a:xfrm>
          <a:prstGeom prst="rect">
            <a:avLst/>
          </a:prstGeom>
        </p:spPr>
      </p:pic>
    </p:spTree>
    <p:extLst>
      <p:ext uri="{BB962C8B-B14F-4D97-AF65-F5344CB8AC3E}">
        <p14:creationId xmlns:p14="http://schemas.microsoft.com/office/powerpoint/2010/main" val="3841372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13DB31-6F96-4B20-AD6E-C23B0BAB264E}"/>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D771D13A-06C0-415C-BF09-F5FEA155ECFA}"/>
              </a:ext>
            </a:extLst>
          </p:cNvPr>
          <p:cNvSpPr>
            <a:spLocks noGrp="1"/>
          </p:cNvSpPr>
          <p:nvPr>
            <p:ph idx="1"/>
            <p:custDataLst>
              <p:tags r:id="rId2"/>
            </p:custDataLst>
          </p:nvPr>
        </p:nvSpPr>
        <p:spPr>
          <a:xfrm>
            <a:off x="838200" y="1311216"/>
            <a:ext cx="10515600" cy="4865748"/>
          </a:xfrm>
        </p:spPr>
        <p:txBody>
          <a:bodyPr/>
          <a:lstStyle/>
          <a:p>
            <a:pPr marL="457200" lvl="1" indent="0">
              <a:lnSpc>
                <a:spcPct val="150000"/>
              </a:lnSpc>
              <a:buNone/>
            </a:pPr>
            <a:r>
              <a:rPr lang="fr-CA" sz="2400" dirty="0">
                <a:solidFill>
                  <a:schemeClr val="accent2"/>
                </a:solidFill>
              </a:rPr>
              <a:t>16.2</a:t>
            </a:r>
            <a:r>
              <a:rPr lang="fr-CA" sz="2400" dirty="0"/>
              <a:t> </a:t>
            </a:r>
            <a:r>
              <a:rPr lang="en-US" sz="2400" dirty="0">
                <a:effectLst/>
              </a:rPr>
              <a:t>From th</a:t>
            </a:r>
            <a:r>
              <a:rPr lang="en-US" sz="2400" dirty="0"/>
              <a:t>e search page, c</a:t>
            </a:r>
            <a:r>
              <a:rPr lang="en-US" sz="2400" dirty="0">
                <a:effectLst/>
              </a:rPr>
              <a:t>lick on the Use Record as Criteria for Action button and select the </a:t>
            </a:r>
            <a:r>
              <a:rPr lang="en-US" sz="2400" b="1" dirty="0">
                <a:effectLst/>
              </a:rPr>
              <a:t>Print Labels</a:t>
            </a:r>
            <a:r>
              <a:rPr lang="en-US" sz="2400" dirty="0">
                <a:effectLst/>
              </a:rPr>
              <a:t> action.</a:t>
            </a:r>
          </a:p>
          <a:p>
            <a:pPr marL="0" indent="0">
              <a:lnSpc>
                <a:spcPct val="150000"/>
              </a:lnSpc>
              <a:buNone/>
            </a:pPr>
            <a:r>
              <a:rPr lang="fr-CA" dirty="0"/>
              <a:t> </a:t>
            </a:r>
            <a:endParaRPr lang="en-CA" dirty="0"/>
          </a:p>
        </p:txBody>
      </p:sp>
      <p:pic>
        <p:nvPicPr>
          <p:cNvPr id="5" name="Picture 4">
            <a:extLst>
              <a:ext uri="{FF2B5EF4-FFF2-40B4-BE49-F238E27FC236}">
                <a16:creationId xmlns:a16="http://schemas.microsoft.com/office/drawing/2014/main" xmlns="" id="{4A52E5AF-8DB1-4F71-9F9C-0B271CC8816B}"/>
              </a:ext>
            </a:extLst>
          </p:cNvPr>
          <p:cNvPicPr>
            <a:picLocks noChangeAspect="1"/>
          </p:cNvPicPr>
          <p:nvPr>
            <p:custDataLst>
              <p:tags r:id="rId3"/>
            </p:custDataLst>
          </p:nvPr>
        </p:nvPicPr>
        <p:blipFill>
          <a:blip r:embed="rId5"/>
          <a:stretch>
            <a:fillRect/>
          </a:stretch>
        </p:blipFill>
        <p:spPr>
          <a:xfrm>
            <a:off x="582283" y="2869678"/>
            <a:ext cx="10771517" cy="2957177"/>
          </a:xfrm>
          <a:prstGeom prst="rect">
            <a:avLst/>
          </a:prstGeom>
        </p:spPr>
      </p:pic>
    </p:spTree>
    <p:extLst>
      <p:ext uri="{BB962C8B-B14F-4D97-AF65-F5344CB8AC3E}">
        <p14:creationId xmlns:p14="http://schemas.microsoft.com/office/powerpoint/2010/main" val="629800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4B94EC-EEE8-4E64-87CB-318DD3BB191E}"/>
              </a:ext>
            </a:extLst>
          </p:cNvPr>
          <p:cNvSpPr>
            <a:spLocks noGrp="1"/>
          </p:cNvSpPr>
          <p:nvPr>
            <p:ph type="title"/>
            <p:custDataLst>
              <p:tags r:id="rId1"/>
            </p:custDataLst>
          </p:nvPr>
        </p:nvSpPr>
        <p:spPr/>
        <p:txBody>
          <a:bodyPr/>
          <a:lstStyle/>
          <a:p>
            <a:r>
              <a:rPr lang="fr-CA" sz="3600" dirty="0"/>
              <a:t>Item Warehouse Label </a:t>
            </a:r>
            <a:r>
              <a:rPr lang="fr-CA" sz="3600" dirty="0" err="1"/>
              <a:t>Requests</a:t>
            </a:r>
            <a:endParaRPr lang="en-CA" dirty="0"/>
          </a:p>
        </p:txBody>
      </p:sp>
      <p:sp>
        <p:nvSpPr>
          <p:cNvPr id="3" name="Content Placeholder 2">
            <a:extLst>
              <a:ext uri="{FF2B5EF4-FFF2-40B4-BE49-F238E27FC236}">
                <a16:creationId xmlns:a16="http://schemas.microsoft.com/office/drawing/2014/main" xmlns="" id="{B3D4DA7B-FB22-4994-8229-199EC26C13DF}"/>
              </a:ext>
            </a:extLst>
          </p:cNvPr>
          <p:cNvSpPr>
            <a:spLocks noGrp="1"/>
          </p:cNvSpPr>
          <p:nvPr>
            <p:ph idx="1"/>
            <p:custDataLst>
              <p:tags r:id="rId2"/>
            </p:custDataLst>
          </p:nvPr>
        </p:nvSpPr>
        <p:spPr>
          <a:xfrm>
            <a:off x="838200" y="1371600"/>
            <a:ext cx="10515600" cy="4805363"/>
          </a:xfrm>
        </p:spPr>
        <p:txBody>
          <a:bodyPr/>
          <a:lstStyle/>
          <a:p>
            <a:pPr marL="457200" indent="-457200" algn="just">
              <a:lnSpc>
                <a:spcPct val="200000"/>
              </a:lnSpc>
              <a:buFont typeface="+mj-lt"/>
              <a:buAutoNum type="arabicPeriod" startAt="16"/>
            </a:pPr>
            <a:r>
              <a:rPr lang="en-US" dirty="0"/>
              <a:t>Once the Print Labels action has been selected:  </a:t>
            </a:r>
          </a:p>
          <a:p>
            <a:pPr lvl="1" algn="just">
              <a:lnSpc>
                <a:spcPct val="200000"/>
              </a:lnSpc>
              <a:buFont typeface="Wingdings" panose="05000000000000000000" pitchFamily="2" charset="2"/>
              <a:buChar char="ü"/>
            </a:pPr>
            <a:r>
              <a:rPr lang="en-US" sz="2400" dirty="0"/>
              <a:t> The selected labels will be sent to the label printing software. </a:t>
            </a:r>
          </a:p>
          <a:p>
            <a:pPr algn="just">
              <a:lnSpc>
                <a:spcPct val="200000"/>
              </a:lnSpc>
            </a:pPr>
            <a:r>
              <a:rPr lang="en-US" dirty="0"/>
              <a:t> And once the labels are printed:</a:t>
            </a:r>
          </a:p>
          <a:p>
            <a:pPr lvl="1" algn="just">
              <a:lnSpc>
                <a:spcPct val="200000"/>
              </a:lnSpc>
              <a:buFont typeface="Wingdings" panose="05000000000000000000" pitchFamily="2" charset="2"/>
              <a:buChar char="ü"/>
            </a:pPr>
            <a:r>
              <a:rPr lang="en-US" sz="2400" dirty="0"/>
              <a:t> The request record will be deleted from the item warehouse label requests table. </a:t>
            </a:r>
            <a:endParaRPr lang="en-CA" sz="2400" dirty="0"/>
          </a:p>
        </p:txBody>
      </p:sp>
    </p:spTree>
    <p:extLst>
      <p:ext uri="{BB962C8B-B14F-4D97-AF65-F5344CB8AC3E}">
        <p14:creationId xmlns:p14="http://schemas.microsoft.com/office/powerpoint/2010/main" val="7099928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3"/>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3"/>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1"/>
</p:tagLst>
</file>

<file path=ppt/tags/tag23.xml><?xml version="1.0" encoding="utf-8"?>
<p:tagLst xmlns:a="http://schemas.openxmlformats.org/drawingml/2006/main" xmlns:r="http://schemas.openxmlformats.org/officeDocument/2006/relationships" xmlns:p="http://schemas.openxmlformats.org/presentationml/2006/main">
  <p:tag name="NUM" val="2"/>
</p:tagLst>
</file>

<file path=ppt/tags/tag24.xml><?xml version="1.0" encoding="utf-8"?>
<p:tagLst xmlns:a="http://schemas.openxmlformats.org/drawingml/2006/main" xmlns:r="http://schemas.openxmlformats.org/officeDocument/2006/relationships" xmlns:p="http://schemas.openxmlformats.org/presentationml/2006/main">
  <p:tag name="NUM" val="3"/>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1"/>
</p:tagLst>
</file>

<file path=ppt/tags/tag29.xml><?xml version="1.0" encoding="utf-8"?>
<p:tagLst xmlns:a="http://schemas.openxmlformats.org/drawingml/2006/main" xmlns:r="http://schemas.openxmlformats.org/officeDocument/2006/relationships" xmlns:p="http://schemas.openxmlformats.org/presentationml/2006/main">
  <p:tag name="NUM" val="2"/>
</p:tagLst>
</file>

<file path=ppt/tags/tag30.xml><?xml version="1.0" encoding="utf-8"?>
<p:tagLst xmlns:a="http://schemas.openxmlformats.org/drawingml/2006/main" xmlns:r="http://schemas.openxmlformats.org/officeDocument/2006/relationships" xmlns:p="http://schemas.openxmlformats.org/presentationml/2006/main">
  <p:tag name="NUM" val="3"/>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2"/>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3"/>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3"/>
</p:tagLst>
</file>

<file path=ppt/tags/tag53.xml><?xml version="1.0" encoding="utf-8"?>
<p:tagLst xmlns:a="http://schemas.openxmlformats.org/drawingml/2006/main" xmlns:r="http://schemas.openxmlformats.org/officeDocument/2006/relationships" xmlns:p="http://schemas.openxmlformats.org/presentationml/2006/main">
  <p:tag name="NUM" val="1"/>
</p:tagLst>
</file>

<file path=ppt/tags/tag54.xml><?xml version="1.0" encoding="utf-8"?>
<p:tagLst xmlns:a="http://schemas.openxmlformats.org/drawingml/2006/main" xmlns:r="http://schemas.openxmlformats.org/officeDocument/2006/relationships" xmlns:p="http://schemas.openxmlformats.org/presentationml/2006/main">
  <p:tag name="NUM" val="2"/>
</p:tagLst>
</file>

<file path=ppt/tags/tag55.xml><?xml version="1.0" encoding="utf-8"?>
<p:tagLst xmlns:a="http://schemas.openxmlformats.org/drawingml/2006/main" xmlns:r="http://schemas.openxmlformats.org/officeDocument/2006/relationships" xmlns:p="http://schemas.openxmlformats.org/presentationml/2006/main">
  <p:tag name="NUM" val="3"/>
</p:tagLst>
</file>

<file path=ppt/tags/tag56.xml><?xml version="1.0" encoding="utf-8"?>
<p:tagLst xmlns:a="http://schemas.openxmlformats.org/drawingml/2006/main" xmlns:r="http://schemas.openxmlformats.org/officeDocument/2006/relationships" xmlns:p="http://schemas.openxmlformats.org/presentationml/2006/main">
  <p:tag name="NUM" val="1"/>
</p:tagLst>
</file>

<file path=ppt/tags/tag57.xml><?xml version="1.0" encoding="utf-8"?>
<p:tagLst xmlns:a="http://schemas.openxmlformats.org/drawingml/2006/main" xmlns:r="http://schemas.openxmlformats.org/officeDocument/2006/relationships" xmlns:p="http://schemas.openxmlformats.org/presentationml/2006/main">
  <p:tag name="NUM" val="2"/>
</p:tagLst>
</file>

<file path=ppt/tags/tag58.xml><?xml version="1.0" encoding="utf-8"?>
<p:tagLst xmlns:a="http://schemas.openxmlformats.org/drawingml/2006/main" xmlns:r="http://schemas.openxmlformats.org/officeDocument/2006/relationships" xmlns:p="http://schemas.openxmlformats.org/presentationml/2006/main">
  <p:tag name="NUM" val="3"/>
</p:tagLst>
</file>

<file path=ppt/tags/tag59.xml><?xml version="1.0" encoding="utf-8"?>
<p:tagLst xmlns:a="http://schemas.openxmlformats.org/drawingml/2006/main" xmlns:r="http://schemas.openxmlformats.org/officeDocument/2006/relationships" xmlns:p="http://schemas.openxmlformats.org/presentationml/2006/main">
  <p:tag name="NUM" val="1"/>
</p:tagLst>
</file>

<file path=ppt/tags/tag60.xml><?xml version="1.0" encoding="utf-8"?>
<p:tagLst xmlns:a="http://schemas.openxmlformats.org/drawingml/2006/main" xmlns:r="http://schemas.openxmlformats.org/officeDocument/2006/relationships" xmlns:p="http://schemas.openxmlformats.org/presentationml/2006/main">
  <p:tag name="NUM" val="2"/>
</p:tagLst>
</file>

<file path=ppt/tags/tag61.xml><?xml version="1.0" encoding="utf-8"?>
<p:tagLst xmlns:a="http://schemas.openxmlformats.org/drawingml/2006/main" xmlns:r="http://schemas.openxmlformats.org/officeDocument/2006/relationships" xmlns:p="http://schemas.openxmlformats.org/presentationml/2006/main">
  <p:tag name="NUM" val="3"/>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0D2C95-BABC-47AD-A1E1-702DCD8872B0}">
  <ds:schemaRefs>
    <ds:schemaRef ds:uri="c7454f8d-4c17-43a4-bc16-0cf0fc914fca"/>
    <ds:schemaRef ds:uri="eb899797-80f6-4e69-af82-8dc567209ed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3.xml><?xml version="1.0" encoding="utf-8"?>
<ds:datastoreItem xmlns:ds="http://schemas.openxmlformats.org/officeDocument/2006/customXml" ds:itemID="{AFFBF169-F236-445F-8790-F0E77ED0921C}"/>
</file>

<file path=docProps/app.xml><?xml version="1.0" encoding="utf-8"?>
<Properties xmlns="http://schemas.openxmlformats.org/officeDocument/2006/extended-properties" xmlns:vt="http://schemas.openxmlformats.org/officeDocument/2006/docPropsVTypes">
  <TotalTime>5679</TotalTime>
  <Words>822</Words>
  <Application>Microsoft Office PowerPoint</Application>
  <PresentationFormat>Grand écran</PresentationFormat>
  <Paragraphs>92</Paragraphs>
  <Slides>24</Slides>
  <Notes>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Arial</vt:lpstr>
      <vt:lpstr>Calibri</vt:lpstr>
      <vt:lpstr>Calibri Light</vt:lpstr>
      <vt:lpstr>Wingdings</vt:lpstr>
      <vt:lpstr>Office Theme</vt:lpstr>
      <vt:lpstr>Production Item Label Master &amp; Item Warehouse Label Requests</vt:lpstr>
      <vt:lpstr>Table of Contents</vt:lpstr>
      <vt:lpstr>Item Label Master</vt:lpstr>
      <vt:lpstr>Item Label Master</vt:lpstr>
      <vt:lpstr>Item Label Master </vt:lpstr>
      <vt:lpstr>Item Label Master </vt:lpstr>
      <vt:lpstr>Item Label Master </vt:lpstr>
      <vt:lpstr>Item Label Master </vt:lpstr>
      <vt:lpstr>Item Label Master </vt:lpstr>
      <vt:lpstr>Item Label Master </vt:lpstr>
      <vt:lpstr>Item Label Master </vt:lpstr>
      <vt:lpstr>Item Warehouse Label Requests</vt:lpstr>
      <vt:lpstr>Item Warehouse Label Requests</vt:lpstr>
      <vt:lpstr>Item Warehouse Label Requests</vt:lpstr>
      <vt:lpstr>Item Warehouse Label Requests</vt:lpstr>
      <vt:lpstr>Item Warehouse Label Requests</vt:lpstr>
      <vt:lpstr>Item Warehouse Label Requests</vt:lpstr>
      <vt:lpstr>Item Warehouse Label Requests</vt:lpstr>
      <vt:lpstr>Item Warehouse Label Requests</vt:lpstr>
      <vt:lpstr>Item Warehouse Label Requests</vt:lpstr>
      <vt:lpstr>Item Warehouse Label Requests</vt:lpstr>
      <vt:lpstr>Item Warehouse Label Requests</vt:lpstr>
      <vt:lpstr>Item Warehouse Label Requests</vt:lpstr>
      <vt:lpstr>Item Warehouse Label Requests</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1334</cp:revision>
  <dcterms:created xsi:type="dcterms:W3CDTF">2016-08-24T13:01:38Z</dcterms:created>
  <dcterms:modified xsi:type="dcterms:W3CDTF">2020-10-22T11:58:01Z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