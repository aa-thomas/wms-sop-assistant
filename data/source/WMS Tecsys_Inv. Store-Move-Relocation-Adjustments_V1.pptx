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5.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6.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7.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8.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9.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56" r:id="rId5"/>
    <p:sldId id="286" r:id="rId6"/>
    <p:sldId id="290" r:id="rId7"/>
    <p:sldId id="302" r:id="rId8"/>
    <p:sldId id="296" r:id="rId9"/>
    <p:sldId id="297" r:id="rId10"/>
    <p:sldId id="298" r:id="rId11"/>
    <p:sldId id="300" r:id="rId12"/>
    <p:sldId id="301" r:id="rId13"/>
    <p:sldId id="291" r:id="rId14"/>
    <p:sldId id="295" r:id="rId15"/>
    <p:sldId id="305" r:id="rId16"/>
    <p:sldId id="306" r:id="rId17"/>
    <p:sldId id="307" r:id="rId18"/>
    <p:sldId id="308" r:id="rId19"/>
    <p:sldId id="292" r:id="rId20"/>
    <p:sldId id="304" r:id="rId21"/>
    <p:sldId id="309" r:id="rId22"/>
    <p:sldId id="310" r:id="rId23"/>
    <p:sldId id="312" r:id="rId24"/>
    <p:sldId id="293" r:id="rId25"/>
    <p:sldId id="303" r:id="rId26"/>
    <p:sldId id="313" r:id="rId27"/>
    <p:sldId id="31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2"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5380" autoAdjust="0"/>
  </p:normalViewPr>
  <p:slideViewPr>
    <p:cSldViewPr snapToGrid="0">
      <p:cViewPr varScale="1">
        <p:scale>
          <a:sx n="105" d="100"/>
          <a:sy n="105" d="100"/>
        </p:scale>
        <p:origin x="630" y="114"/>
      </p:cViewPr>
      <p:guideLst/>
    </p:cSldViewPr>
  </p:slideViewPr>
  <p:notesTextViewPr>
    <p:cViewPr>
      <p:scale>
        <a:sx n="1" d="1"/>
        <a:sy n="1" d="1"/>
      </p:scale>
      <p:origin x="0" y="0"/>
    </p:cViewPr>
  </p:notesTextViewPr>
  <p:notesViewPr>
    <p:cSldViewPr snapToGrid="0">
      <p:cViewPr varScale="1">
        <p:scale>
          <a:sx n="57" d="100"/>
          <a:sy n="57" d="100"/>
        </p:scale>
        <p:origin x="249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92392353-EED1-43F1-8536-AABCCFA93E75}"/>
    <pc:docChg chg="undo custSel addSld delSld modSld sldOrd">
      <pc:chgData name="Ella Vetter" userId="c6918cf5-f6c0-43cc-8499-a1f635017de9" providerId="ADAL" clId="{92392353-EED1-43F1-8536-AABCCFA93E75}" dt="2020-08-19T20:38:43.631" v="3005" actId="1038"/>
      <pc:docMkLst>
        <pc:docMk/>
      </pc:docMkLst>
      <pc:sldChg chg="modSp add del mod">
        <pc:chgData name="Ella Vetter" userId="c6918cf5-f6c0-43cc-8499-a1f635017de9" providerId="ADAL" clId="{92392353-EED1-43F1-8536-AABCCFA93E75}" dt="2020-08-17T20:05:32.273" v="25" actId="47"/>
        <pc:sldMkLst>
          <pc:docMk/>
          <pc:sldMk cId="4108423597" sldId="256"/>
        </pc:sldMkLst>
      </pc:sldChg>
      <pc:sldChg chg="modSp add del mod modNotesTx">
        <pc:chgData name="Ella Vetter" userId="c6918cf5-f6c0-43cc-8499-a1f635017de9" providerId="ADAL" clId="{92392353-EED1-43F1-8536-AABCCFA93E75}" dt="2020-08-18T19:03:24.015" v="2873" actId="20577"/>
        <pc:sldMkLst>
          <pc:docMk/>
          <pc:sldMk cId="1993397138" sldId="286"/>
        </pc:sldMkLst>
      </pc:sldChg>
      <pc:sldChg chg="del">
        <pc:chgData name="Ella Vetter" userId="c6918cf5-f6c0-43cc-8499-a1f635017de9" providerId="ADAL" clId="{92392353-EED1-43F1-8536-AABCCFA93E75}" dt="2020-08-17T20:05:30.089" v="17" actId="47"/>
        <pc:sldMkLst>
          <pc:docMk/>
          <pc:sldMk cId="1119100617" sldId="287"/>
        </pc:sldMkLst>
      </pc:sldChg>
      <pc:sldChg chg="delSp modSp add del mod">
        <pc:chgData name="Ella Vetter" userId="c6918cf5-f6c0-43cc-8499-a1f635017de9" providerId="ADAL" clId="{92392353-EED1-43F1-8536-AABCCFA93E75}" dt="2020-08-18T17:53:45.138" v="1426" actId="478"/>
        <pc:sldMkLst>
          <pc:docMk/>
          <pc:sldMk cId="185546831" sldId="288"/>
        </pc:sldMkLst>
      </pc:sldChg>
      <pc:sldChg chg="del">
        <pc:chgData name="Ella Vetter" userId="c6918cf5-f6c0-43cc-8499-a1f635017de9" providerId="ADAL" clId="{92392353-EED1-43F1-8536-AABCCFA93E75}" dt="2020-08-17T20:05:30.575" v="18" actId="47"/>
        <pc:sldMkLst>
          <pc:docMk/>
          <pc:sldMk cId="103818715" sldId="289"/>
        </pc:sldMkLst>
      </pc:sldChg>
      <pc:sldChg chg="add del">
        <pc:chgData name="Ella Vetter" userId="c6918cf5-f6c0-43cc-8499-a1f635017de9" providerId="ADAL" clId="{92392353-EED1-43F1-8536-AABCCFA93E75}" dt="2020-08-17T20:05:45.607" v="38" actId="47"/>
        <pc:sldMkLst>
          <pc:docMk/>
          <pc:sldMk cId="872510863" sldId="289"/>
        </pc:sldMkLst>
      </pc:sldChg>
      <pc:sldChg chg="delSp modSp add mod">
        <pc:chgData name="Ella Vetter" userId="c6918cf5-f6c0-43cc-8499-a1f635017de9" providerId="ADAL" clId="{92392353-EED1-43F1-8536-AABCCFA93E75}" dt="2020-08-18T18:45:28.047" v="2511" actId="478"/>
        <pc:sldMkLst>
          <pc:docMk/>
          <pc:sldMk cId="3833047504" sldId="289"/>
        </pc:sldMkLst>
      </pc:sldChg>
      <pc:sldChg chg="add del">
        <pc:chgData name="Ella Vetter" userId="c6918cf5-f6c0-43cc-8499-a1f635017de9" providerId="ADAL" clId="{92392353-EED1-43F1-8536-AABCCFA93E75}" dt="2020-08-17T20:05:46.006" v="39" actId="47"/>
        <pc:sldMkLst>
          <pc:docMk/>
          <pc:sldMk cId="362456070" sldId="290"/>
        </pc:sldMkLst>
      </pc:sldChg>
      <pc:sldChg chg="delSp modSp add mod ord">
        <pc:chgData name="Ella Vetter" userId="c6918cf5-f6c0-43cc-8499-a1f635017de9" providerId="ADAL" clId="{92392353-EED1-43F1-8536-AABCCFA93E75}" dt="2020-08-18T19:03:32.837" v="2874" actId="478"/>
        <pc:sldMkLst>
          <pc:docMk/>
          <pc:sldMk cId="455073494" sldId="290"/>
        </pc:sldMkLst>
      </pc:sldChg>
      <pc:sldChg chg="add del">
        <pc:chgData name="Ella Vetter" userId="c6918cf5-f6c0-43cc-8499-a1f635017de9" providerId="ADAL" clId="{92392353-EED1-43F1-8536-AABCCFA93E75}" dt="2020-08-17T20:05:37.701" v="31" actId="47"/>
        <pc:sldMkLst>
          <pc:docMk/>
          <pc:sldMk cId="871549301" sldId="290"/>
        </pc:sldMkLst>
      </pc:sldChg>
      <pc:sldChg chg="add del">
        <pc:chgData name="Ella Vetter" userId="c6918cf5-f6c0-43cc-8499-a1f635017de9" providerId="ADAL" clId="{92392353-EED1-43F1-8536-AABCCFA93E75}" dt="2020-08-17T20:05:38.173" v="32" actId="47"/>
        <pc:sldMkLst>
          <pc:docMk/>
          <pc:sldMk cId="2770565150" sldId="291"/>
        </pc:sldMkLst>
      </pc:sldChg>
      <pc:sldChg chg="new del">
        <pc:chgData name="Ella Vetter" userId="c6918cf5-f6c0-43cc-8499-a1f635017de9" providerId="ADAL" clId="{92392353-EED1-43F1-8536-AABCCFA93E75}" dt="2020-08-18T17:48:48.135" v="1365" actId="47"/>
        <pc:sldMkLst>
          <pc:docMk/>
          <pc:sldMk cId="4250103720" sldId="291"/>
        </pc:sldMkLst>
      </pc:sldChg>
      <pc:sldChg chg="del">
        <pc:chgData name="Ella Vetter" userId="c6918cf5-f6c0-43cc-8499-a1f635017de9" providerId="ADAL" clId="{92392353-EED1-43F1-8536-AABCCFA93E75}" dt="2020-08-17T20:05:29.322" v="16" actId="47"/>
        <pc:sldMkLst>
          <pc:docMk/>
          <pc:sldMk cId="2581183036" sldId="292"/>
        </pc:sldMkLst>
      </pc:sldChg>
      <pc:sldChg chg="add del">
        <pc:chgData name="Ella Vetter" userId="c6918cf5-f6c0-43cc-8499-a1f635017de9" providerId="ADAL" clId="{92392353-EED1-43F1-8536-AABCCFA93E75}" dt="2020-08-17T20:05:38.664" v="33" actId="47"/>
        <pc:sldMkLst>
          <pc:docMk/>
          <pc:sldMk cId="363628062" sldId="293"/>
        </pc:sldMkLst>
      </pc:sldChg>
      <pc:sldChg chg="modSp add mod">
        <pc:chgData name="Ella Vetter" userId="c6918cf5-f6c0-43cc-8499-a1f635017de9" providerId="ADAL" clId="{92392353-EED1-43F1-8536-AABCCFA93E75}" dt="2020-08-18T19:03:43.695" v="2877" actId="20577"/>
        <pc:sldMkLst>
          <pc:docMk/>
          <pc:sldMk cId="3024852514" sldId="306"/>
        </pc:sldMkLst>
      </pc:sldChg>
      <pc:sldChg chg="addSp delSp modSp add mod ord">
        <pc:chgData name="Ella Vetter" userId="c6918cf5-f6c0-43cc-8499-a1f635017de9" providerId="ADAL" clId="{92392353-EED1-43F1-8536-AABCCFA93E75}" dt="2020-08-18T17:56:10.998" v="1519" actId="1037"/>
        <pc:sldMkLst>
          <pc:docMk/>
          <pc:sldMk cId="1934543794" sldId="307"/>
        </pc:sldMkLst>
      </pc:sldChg>
      <pc:sldChg chg="addSp delSp modSp new mod">
        <pc:chgData name="Ella Vetter" userId="c6918cf5-f6c0-43cc-8499-a1f635017de9" providerId="ADAL" clId="{92392353-EED1-43F1-8536-AABCCFA93E75}" dt="2020-08-18T18:01:28.719" v="1637" actId="11"/>
        <pc:sldMkLst>
          <pc:docMk/>
          <pc:sldMk cId="1172688657" sldId="308"/>
        </pc:sldMkLst>
      </pc:sldChg>
      <pc:sldChg chg="addSp delSp modSp add mod addCm delCm modCm">
        <pc:chgData name="Ella Vetter" userId="c6918cf5-f6c0-43cc-8499-a1f635017de9" providerId="ADAL" clId="{92392353-EED1-43F1-8536-AABCCFA93E75}" dt="2020-08-19T20:37:28.569" v="2984" actId="1035"/>
        <pc:sldMkLst>
          <pc:docMk/>
          <pc:sldMk cId="1733414533" sldId="309"/>
        </pc:sldMkLst>
      </pc:sldChg>
      <pc:sldChg chg="addSp delSp modSp add mod ord">
        <pc:chgData name="Ella Vetter" userId="c6918cf5-f6c0-43cc-8499-a1f635017de9" providerId="ADAL" clId="{92392353-EED1-43F1-8536-AABCCFA93E75}" dt="2020-08-18T18:45:35.885" v="2512" actId="11"/>
        <pc:sldMkLst>
          <pc:docMk/>
          <pc:sldMk cId="1485438195" sldId="310"/>
        </pc:sldMkLst>
      </pc:sldChg>
      <pc:sldChg chg="addSp delSp modSp add mod">
        <pc:chgData name="Ella Vetter" userId="c6918cf5-f6c0-43cc-8499-a1f635017de9" providerId="ADAL" clId="{92392353-EED1-43F1-8536-AABCCFA93E75}" dt="2020-08-18T18:45:56.234" v="2514" actId="11"/>
        <pc:sldMkLst>
          <pc:docMk/>
          <pc:sldMk cId="3894083741" sldId="311"/>
        </pc:sldMkLst>
      </pc:sldChg>
      <pc:sldChg chg="addSp delSp modSp add mod">
        <pc:chgData name="Ella Vetter" userId="c6918cf5-f6c0-43cc-8499-a1f635017de9" providerId="ADAL" clId="{92392353-EED1-43F1-8536-AABCCFA93E75}" dt="2020-08-18T19:08:21.585" v="2938" actId="1582"/>
        <pc:sldMkLst>
          <pc:docMk/>
          <pc:sldMk cId="2671936823" sldId="312"/>
        </pc:sldMkLst>
      </pc:sldChg>
      <pc:sldChg chg="addSp delSp modSp add mod">
        <pc:chgData name="Ella Vetter" userId="c6918cf5-f6c0-43cc-8499-a1f635017de9" providerId="ADAL" clId="{92392353-EED1-43F1-8536-AABCCFA93E75}" dt="2020-08-18T18:51:59.521" v="2674" actId="20577"/>
        <pc:sldMkLst>
          <pc:docMk/>
          <pc:sldMk cId="4207432350" sldId="313"/>
        </pc:sldMkLst>
      </pc:sldChg>
      <pc:sldChg chg="addSp delSp modSp new mod">
        <pc:chgData name="Ella Vetter" userId="c6918cf5-f6c0-43cc-8499-a1f635017de9" providerId="ADAL" clId="{92392353-EED1-43F1-8536-AABCCFA93E75}" dt="2020-08-18T18:44:43.458" v="2501" actId="1035"/>
        <pc:sldMkLst>
          <pc:docMk/>
          <pc:sldMk cId="2641429719" sldId="314"/>
        </pc:sldMkLst>
      </pc:sldChg>
      <pc:sldChg chg="modSp add mod ord">
        <pc:chgData name="Ella Vetter" userId="c6918cf5-f6c0-43cc-8499-a1f635017de9" providerId="ADAL" clId="{92392353-EED1-43F1-8536-AABCCFA93E75}" dt="2020-08-18T18:45:45.626" v="2513" actId="11"/>
        <pc:sldMkLst>
          <pc:docMk/>
          <pc:sldMk cId="707049838" sldId="315"/>
        </pc:sldMkLst>
      </pc:sldChg>
      <pc:sldChg chg="addSp delSp modSp add mod ord">
        <pc:chgData name="Ella Vetter" userId="c6918cf5-f6c0-43cc-8499-a1f635017de9" providerId="ADAL" clId="{92392353-EED1-43F1-8536-AABCCFA93E75}" dt="2020-08-18T19:09:12.584" v="2939" actId="11"/>
        <pc:sldMkLst>
          <pc:docMk/>
          <pc:sldMk cId="2975947291" sldId="316"/>
        </pc:sldMkLst>
      </pc:sldChg>
      <pc:sldChg chg="addSp delSp modSp add mod addCm delCm modCm">
        <pc:chgData name="Ella Vetter" userId="c6918cf5-f6c0-43cc-8499-a1f635017de9" providerId="ADAL" clId="{92392353-EED1-43F1-8536-AABCCFA93E75}" dt="2020-08-19T20:38:43.631" v="3005" actId="1038"/>
        <pc:sldMkLst>
          <pc:docMk/>
          <pc:sldMk cId="3517795346" sldId="317"/>
        </pc:sldMkLst>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ldChg>
      <pc:sldChg chg="addSp delSp modSp mod">
        <pc:chgData name="Han-Li Tremblay" userId="852346c9-b2bc-4eee-843e-ad7d28b9aba1" providerId="ADAL" clId="{2E0B1CA8-B862-41C6-A286-E72890825192}" dt="2020-05-14T14:45:09.129" v="21" actId="1076"/>
        <pc:sldMkLst>
          <pc:docMk/>
          <pc:sldMk cId="187358022" sldId="316"/>
        </pc:sldMkLst>
      </pc:sldChg>
      <pc:sldChg chg="modSp mod">
        <pc:chgData name="Han-Li Tremblay" userId="852346c9-b2bc-4eee-843e-ad7d28b9aba1" providerId="ADAL" clId="{2E0B1CA8-B862-41C6-A286-E72890825192}" dt="2020-05-14T14:46:13.854" v="89" actId="11"/>
        <pc:sldMkLst>
          <pc:docMk/>
          <pc:sldMk cId="1918947853" sldId="317"/>
        </pc:sldMkLst>
      </pc:sldChg>
      <pc:sldChg chg="modSp mod">
        <pc:chgData name="Han-Li Tremblay" userId="852346c9-b2bc-4eee-843e-ad7d28b9aba1" providerId="ADAL" clId="{2E0B1CA8-B862-41C6-A286-E72890825192}" dt="2020-05-14T14:46:37.556" v="90" actId="20577"/>
        <pc:sldMkLst>
          <pc:docMk/>
          <pc:sldMk cId="3983940405" sldId="334"/>
        </pc:sldMkLst>
      </pc:sldChg>
    </pc:docChg>
  </pc:docChgLst>
  <pc:docChgLst>
    <pc:chgData name="Guy Jeannot" userId="44888a96-5339-44e1-ac78-5631c3fa59a4" providerId="ADAL" clId="{2D37E07C-757C-4A2B-8C65-5B4DD3BB559A}"/>
    <pc:docChg chg="custSel modSld">
      <pc:chgData name="Guy Jeannot" userId="44888a96-5339-44e1-ac78-5631c3fa59a4" providerId="ADAL" clId="{2D37E07C-757C-4A2B-8C65-5B4DD3BB559A}" dt="2025-04-30T16:00:18.402" v="0" actId="700"/>
      <pc:docMkLst>
        <pc:docMk/>
      </pc:docMkLst>
      <pc:sldChg chg="modSp mod modClrScheme chgLayout">
        <pc:chgData name="Guy Jeannot" userId="44888a96-5339-44e1-ac78-5631c3fa59a4" providerId="ADAL" clId="{2D37E07C-757C-4A2B-8C65-5B4DD3BB559A}" dt="2025-04-30T16:00:18.402" v="0" actId="700"/>
        <pc:sldMkLst>
          <pc:docMk/>
          <pc:sldMk cId="2012647861" sldId="313"/>
        </pc:sldMkLst>
        <pc:spChg chg="mod ord">
          <ac:chgData name="Guy Jeannot" userId="44888a96-5339-44e1-ac78-5631c3fa59a4" providerId="ADAL" clId="{2D37E07C-757C-4A2B-8C65-5B4DD3BB559A}" dt="2025-04-30T16:00:18.402" v="0" actId="700"/>
          <ac:spMkLst>
            <pc:docMk/>
            <pc:sldMk cId="2012647861" sldId="313"/>
            <ac:spMk id="2" creationId="{0B7B979D-B8C1-4B27-9E10-2FF0C4C74F7E}"/>
          </ac:spMkLst>
        </pc:spChg>
        <pc:spChg chg="mod ord">
          <ac:chgData name="Guy Jeannot" userId="44888a96-5339-44e1-ac78-5631c3fa59a4" providerId="ADAL" clId="{2D37E07C-757C-4A2B-8C65-5B4DD3BB559A}" dt="2025-04-30T16:00:18.402" v="0" actId="700"/>
          <ac:spMkLst>
            <pc:docMk/>
            <pc:sldMk cId="2012647861" sldId="313"/>
            <ac:spMk id="7" creationId="{7FF66D5F-66E7-43C8-B529-808F4EBA8835}"/>
          </ac:spMkLst>
        </pc:spChg>
      </pc:sldChg>
    </pc:docChg>
  </pc:docChgLst>
  <pc:docChgLst>
    <pc:chgData name="Ella Vetter" userId="c6918cf5-f6c0-43cc-8499-a1f635017de9" providerId="ADAL" clId="{8A7B33B4-7EE0-4589-A210-C7F940B5FF45}"/>
    <pc:docChg chg="undo custSel addSld delSld modSld">
      <pc:chgData name="Ella Vetter" userId="c6918cf5-f6c0-43cc-8499-a1f635017de9" providerId="ADAL" clId="{8A7B33B4-7EE0-4589-A210-C7F940B5FF45}" dt="2020-08-24T16:41:59.607" v="253" actId="20577"/>
      <pc:docMkLst>
        <pc:docMk/>
      </pc:docMkLst>
      <pc:sldChg chg="modSp mod">
        <pc:chgData name="Ella Vetter" userId="c6918cf5-f6c0-43cc-8499-a1f635017de9" providerId="ADAL" clId="{8A7B33B4-7EE0-4589-A210-C7F940B5FF45}" dt="2020-08-24T16:40:00.732" v="60" actId="20577"/>
        <pc:sldMkLst>
          <pc:docMk/>
          <pc:sldMk cId="4108423597" sldId="256"/>
        </pc:sldMkLst>
      </pc:sldChg>
      <pc:sldChg chg="modSp mod">
        <pc:chgData name="Ella Vetter" userId="c6918cf5-f6c0-43cc-8499-a1f635017de9" providerId="ADAL" clId="{8A7B33B4-7EE0-4589-A210-C7F940B5FF45}" dt="2020-08-24T16:41:04.136" v="177" actId="20577"/>
        <pc:sldMkLst>
          <pc:docMk/>
          <pc:sldMk cId="1993397138" sldId="286"/>
        </pc:sldMkLst>
      </pc:sldChg>
      <pc:sldChg chg="del">
        <pc:chgData name="Ella Vetter" userId="c6918cf5-f6c0-43cc-8499-a1f635017de9" providerId="ADAL" clId="{8A7B33B4-7EE0-4589-A210-C7F940B5FF45}" dt="2020-08-24T16:39:44.955" v="0" actId="47"/>
        <pc:sldMkLst>
          <pc:docMk/>
          <pc:sldMk cId="185546831" sldId="288"/>
        </pc:sldMkLst>
      </pc:sldChg>
      <pc:sldChg chg="del">
        <pc:chgData name="Ella Vetter" userId="c6918cf5-f6c0-43cc-8499-a1f635017de9" providerId="ADAL" clId="{8A7B33B4-7EE0-4589-A210-C7F940B5FF45}" dt="2020-08-24T16:39:45.472" v="4" actId="47"/>
        <pc:sldMkLst>
          <pc:docMk/>
          <pc:sldMk cId="3833047504" sldId="289"/>
        </pc:sldMkLst>
      </pc:sldChg>
      <pc:sldChg chg="modSp mod">
        <pc:chgData name="Ella Vetter" userId="c6918cf5-f6c0-43cc-8499-a1f635017de9" providerId="ADAL" clId="{8A7B33B4-7EE0-4589-A210-C7F940B5FF45}" dt="2020-08-24T16:41:08.104" v="182" actId="20577"/>
        <pc:sldMkLst>
          <pc:docMk/>
          <pc:sldMk cId="455073494" sldId="290"/>
        </pc:sldMkLst>
      </pc:sldChg>
      <pc:sldChg chg="modSp add mod">
        <pc:chgData name="Ella Vetter" userId="c6918cf5-f6c0-43cc-8499-a1f635017de9" providerId="ADAL" clId="{8A7B33B4-7EE0-4589-A210-C7F940B5FF45}" dt="2020-08-24T16:41:25.406" v="213" actId="20577"/>
        <pc:sldMkLst>
          <pc:docMk/>
          <pc:sldMk cId="4159938269" sldId="291"/>
        </pc:sldMkLst>
      </pc:sldChg>
      <pc:sldChg chg="modSp add mod">
        <pc:chgData name="Ella Vetter" userId="c6918cf5-f6c0-43cc-8499-a1f635017de9" providerId="ADAL" clId="{8A7B33B4-7EE0-4589-A210-C7F940B5FF45}" dt="2020-08-24T16:41:31.547" v="233" actId="20577"/>
        <pc:sldMkLst>
          <pc:docMk/>
          <pc:sldMk cId="2922155720" sldId="292"/>
        </pc:sldMkLst>
      </pc:sldChg>
      <pc:sldChg chg="modSp add mod">
        <pc:chgData name="Ella Vetter" userId="c6918cf5-f6c0-43cc-8499-a1f635017de9" providerId="ADAL" clId="{8A7B33B4-7EE0-4589-A210-C7F940B5FF45}" dt="2020-08-24T16:41:59.607" v="253" actId="20577"/>
        <pc:sldMkLst>
          <pc:docMk/>
          <pc:sldMk cId="1889372762" sldId="293"/>
        </pc:sldMkLst>
      </pc:sldChg>
      <pc:sldChg chg="modSp del mod">
        <pc:chgData name="Ella Vetter" userId="c6918cf5-f6c0-43cc-8499-a1f635017de9" providerId="ADAL" clId="{8A7B33B4-7EE0-4589-A210-C7F940B5FF45}" dt="2020-08-24T16:41:17.952" v="196" actId="47"/>
        <pc:sldMkLst>
          <pc:docMk/>
          <pc:sldMk cId="3024852514" sldId="306"/>
        </pc:sldMkLst>
      </pc:sldChg>
      <pc:sldChg chg="del">
        <pc:chgData name="Ella Vetter" userId="c6918cf5-f6c0-43cc-8499-a1f635017de9" providerId="ADAL" clId="{8A7B33B4-7EE0-4589-A210-C7F940B5FF45}" dt="2020-08-24T16:39:45.078" v="1" actId="47"/>
        <pc:sldMkLst>
          <pc:docMk/>
          <pc:sldMk cId="1934543794" sldId="307"/>
        </pc:sldMkLst>
      </pc:sldChg>
      <pc:sldChg chg="del">
        <pc:chgData name="Ella Vetter" userId="c6918cf5-f6c0-43cc-8499-a1f635017de9" providerId="ADAL" clId="{8A7B33B4-7EE0-4589-A210-C7F940B5FF45}" dt="2020-08-24T16:39:45.215" v="2" actId="47"/>
        <pc:sldMkLst>
          <pc:docMk/>
          <pc:sldMk cId="1172688657" sldId="308"/>
        </pc:sldMkLst>
      </pc:sldChg>
      <pc:sldChg chg="del">
        <pc:chgData name="Ella Vetter" userId="c6918cf5-f6c0-43cc-8499-a1f635017de9" providerId="ADAL" clId="{8A7B33B4-7EE0-4589-A210-C7F940B5FF45}" dt="2020-08-24T16:39:45.342" v="3" actId="47"/>
        <pc:sldMkLst>
          <pc:docMk/>
          <pc:sldMk cId="1733414533" sldId="309"/>
        </pc:sldMkLst>
      </pc:sldChg>
      <pc:sldChg chg="del">
        <pc:chgData name="Ella Vetter" userId="c6918cf5-f6c0-43cc-8499-a1f635017de9" providerId="ADAL" clId="{8A7B33B4-7EE0-4589-A210-C7F940B5FF45}" dt="2020-08-24T16:39:45.607" v="5" actId="47"/>
        <pc:sldMkLst>
          <pc:docMk/>
          <pc:sldMk cId="1485438195" sldId="310"/>
        </pc:sldMkLst>
      </pc:sldChg>
      <pc:sldChg chg="del">
        <pc:chgData name="Ella Vetter" userId="c6918cf5-f6c0-43cc-8499-a1f635017de9" providerId="ADAL" clId="{8A7B33B4-7EE0-4589-A210-C7F940B5FF45}" dt="2020-08-24T16:39:46.326" v="8" actId="47"/>
        <pc:sldMkLst>
          <pc:docMk/>
          <pc:sldMk cId="3894083741" sldId="311"/>
        </pc:sldMkLst>
      </pc:sldChg>
      <pc:sldChg chg="del">
        <pc:chgData name="Ella Vetter" userId="c6918cf5-f6c0-43cc-8499-a1f635017de9" providerId="ADAL" clId="{8A7B33B4-7EE0-4589-A210-C7F940B5FF45}" dt="2020-08-24T16:39:46.542" v="9" actId="47"/>
        <pc:sldMkLst>
          <pc:docMk/>
          <pc:sldMk cId="2671936823" sldId="312"/>
        </pc:sldMkLst>
      </pc:sldChg>
      <pc:sldChg chg="del">
        <pc:chgData name="Ella Vetter" userId="c6918cf5-f6c0-43cc-8499-a1f635017de9" providerId="ADAL" clId="{8A7B33B4-7EE0-4589-A210-C7F940B5FF45}" dt="2020-08-24T16:39:46.741" v="10" actId="47"/>
        <pc:sldMkLst>
          <pc:docMk/>
          <pc:sldMk cId="4207432350" sldId="313"/>
        </pc:sldMkLst>
      </pc:sldChg>
      <pc:sldChg chg="del">
        <pc:chgData name="Ella Vetter" userId="c6918cf5-f6c0-43cc-8499-a1f635017de9" providerId="ADAL" clId="{8A7B33B4-7EE0-4589-A210-C7F940B5FF45}" dt="2020-08-24T16:39:45.736" v="6" actId="47"/>
        <pc:sldMkLst>
          <pc:docMk/>
          <pc:sldMk cId="2641429719" sldId="314"/>
        </pc:sldMkLst>
      </pc:sldChg>
      <pc:sldChg chg="del">
        <pc:chgData name="Ella Vetter" userId="c6918cf5-f6c0-43cc-8499-a1f635017de9" providerId="ADAL" clId="{8A7B33B4-7EE0-4589-A210-C7F940B5FF45}" dt="2020-08-24T16:39:45.881" v="7" actId="47"/>
        <pc:sldMkLst>
          <pc:docMk/>
          <pc:sldMk cId="707049838" sldId="315"/>
        </pc:sldMkLst>
      </pc:sldChg>
      <pc:sldChg chg="del">
        <pc:chgData name="Ella Vetter" userId="c6918cf5-f6c0-43cc-8499-a1f635017de9" providerId="ADAL" clId="{8A7B33B4-7EE0-4589-A210-C7F940B5FF45}" dt="2020-08-24T16:39:47.224" v="11" actId="47"/>
        <pc:sldMkLst>
          <pc:docMk/>
          <pc:sldMk cId="2975947291" sldId="316"/>
        </pc:sldMkLst>
      </pc:sldChg>
      <pc:sldChg chg="del">
        <pc:chgData name="Ella Vetter" userId="c6918cf5-f6c0-43cc-8499-a1f635017de9" providerId="ADAL" clId="{8A7B33B4-7EE0-4589-A210-C7F940B5FF45}" dt="2020-08-24T16:39:47.527" v="12" actId="47"/>
        <pc:sldMkLst>
          <pc:docMk/>
          <pc:sldMk cId="3517795346" sldId="317"/>
        </pc:sldMkLst>
      </pc:sldChg>
    </pc:docChg>
  </pc:docChgLst>
  <pc:docChgLst>
    <pc:chgData name="Ella Vetter" userId="c6918cf5-f6c0-43cc-8499-a1f635017de9" providerId="ADAL" clId="{03D8DEAE-739D-469B-904C-2522E9DFB65E}"/>
    <pc:docChg chg="undo custSel addSld delSld modSld sldOrd">
      <pc:chgData name="Ella Vetter" userId="c6918cf5-f6c0-43cc-8499-a1f635017de9" providerId="ADAL" clId="{03D8DEAE-739D-469B-904C-2522E9DFB65E}" dt="2020-08-17T20:04:23.132" v="3635" actId="20577"/>
      <pc:docMkLst>
        <pc:docMk/>
      </pc:docMkLst>
      <pc:sldChg chg="modSp mod">
        <pc:chgData name="Ella Vetter" userId="c6918cf5-f6c0-43cc-8499-a1f635017de9" providerId="ADAL" clId="{03D8DEAE-739D-469B-904C-2522E9DFB65E}" dt="2020-08-17T19:04:15.442" v="20" actId="20577"/>
        <pc:sldMkLst>
          <pc:docMk/>
          <pc:sldMk cId="4108423597" sldId="256"/>
        </pc:sldMkLst>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ldChg>
      <pc:sldChg chg="modSp add mod modNotesTx">
        <pc:chgData name="Ella Vetter" userId="c6918cf5-f6c0-43cc-8499-a1f635017de9" providerId="ADAL" clId="{03D8DEAE-739D-469B-904C-2522E9DFB65E}" dt="2020-08-17T20:03:03.883" v="3507" actId="1035"/>
        <pc:sldMkLst>
          <pc:docMk/>
          <pc:sldMk cId="1993397138" sldId="286"/>
        </pc:sldMkLst>
      </pc:sldChg>
      <pc:sldChg chg="modSp add mod">
        <pc:chgData name="Ella Vetter" userId="c6918cf5-f6c0-43cc-8499-a1f635017de9" providerId="ADAL" clId="{03D8DEAE-739D-469B-904C-2522E9DFB65E}" dt="2020-08-17T20:03:23.808" v="3541" actId="20577"/>
        <pc:sldMkLst>
          <pc:docMk/>
          <pc:sldMk cId="1119100617" sldId="287"/>
        </pc:sldMkLst>
      </pc:sldChg>
      <pc:sldChg chg="add">
        <pc:chgData name="Ella Vetter" userId="c6918cf5-f6c0-43cc-8499-a1f635017de9" providerId="ADAL" clId="{03D8DEAE-739D-469B-904C-2522E9DFB65E}" dt="2020-08-17T20:03:08.406" v="3508"/>
        <pc:sldMkLst>
          <pc:docMk/>
          <pc:sldMk cId="185546831" sldId="288"/>
        </pc:sldMkLst>
      </pc:sldChg>
      <pc:sldChg chg="modSp add mod">
        <pc:chgData name="Ella Vetter" userId="c6918cf5-f6c0-43cc-8499-a1f635017de9" providerId="ADAL" clId="{03D8DEAE-739D-469B-904C-2522E9DFB65E}" dt="2020-08-17T20:03:35.390" v="3576" actId="20577"/>
        <pc:sldMkLst>
          <pc:docMk/>
          <pc:sldMk cId="103818715" sldId="289"/>
        </pc:sldMkLst>
      </pc:sldChg>
      <pc:sldChg chg="modSp add mod">
        <pc:chgData name="Ella Vetter" userId="c6918cf5-f6c0-43cc-8499-a1f635017de9" providerId="ADAL" clId="{03D8DEAE-739D-469B-904C-2522E9DFB65E}" dt="2020-08-17T20:03:48.846" v="3598" actId="20577"/>
        <pc:sldMkLst>
          <pc:docMk/>
          <pc:sldMk cId="871549301" sldId="290"/>
        </pc:sldMkLst>
      </pc:sldChg>
      <pc:sldChg chg="modSp add mod">
        <pc:chgData name="Ella Vetter" userId="c6918cf5-f6c0-43cc-8499-a1f635017de9" providerId="ADAL" clId="{03D8DEAE-739D-469B-904C-2522E9DFB65E}" dt="2020-08-17T20:04:00.374" v="3620" actId="20577"/>
        <pc:sldMkLst>
          <pc:docMk/>
          <pc:sldMk cId="2770565150" sldId="291"/>
        </pc:sldMkLst>
      </pc:sldChg>
      <pc:sldChg chg="modSp add mod">
        <pc:chgData name="Ella Vetter" userId="c6918cf5-f6c0-43cc-8499-a1f635017de9" providerId="ADAL" clId="{03D8DEAE-739D-469B-904C-2522E9DFB65E}" dt="2020-08-17T20:04:14.678" v="3625" actId="403"/>
        <pc:sldMkLst>
          <pc:docMk/>
          <pc:sldMk cId="2581183036" sldId="292"/>
        </pc:sldMkLst>
      </pc:sldChg>
      <pc:sldChg chg="modSp add mod ord">
        <pc:chgData name="Ella Vetter" userId="c6918cf5-f6c0-43cc-8499-a1f635017de9" providerId="ADAL" clId="{03D8DEAE-739D-469B-904C-2522E9DFB65E}" dt="2020-08-17T20:04:23.132" v="3635" actId="20577"/>
        <pc:sldMkLst>
          <pc:docMk/>
          <pc:sldMk cId="363628062" sldId="293"/>
        </pc:sldMkLst>
      </pc:sldChg>
    </pc:docChg>
  </pc:docChgLst>
  <pc:docChgLst>
    <pc:chgData name="Ella Vetter" userId="c6918cf5-f6c0-43cc-8499-a1f635017de9" providerId="ADAL" clId="{8E2AA938-9B24-4813-A4D8-C26B8F0A005E}"/>
    <pc:docChg chg="undo custSel mod addSld delSld modSld sldOrd">
      <pc:chgData name="Ella Vetter" userId="c6918cf5-f6c0-43cc-8499-a1f635017de9" providerId="ADAL" clId="{8E2AA938-9B24-4813-A4D8-C26B8F0A005E}" dt="2020-08-26T12:30:21.809" v="4248" actId="20577"/>
      <pc:docMkLst>
        <pc:docMk/>
      </pc:docMkLst>
      <pc:sldChg chg="modSp mod">
        <pc:chgData name="Ella Vetter" userId="c6918cf5-f6c0-43cc-8499-a1f635017de9" providerId="ADAL" clId="{8E2AA938-9B24-4813-A4D8-C26B8F0A005E}" dt="2020-08-24T21:40:32.174" v="3398" actId="20577"/>
        <pc:sldMkLst>
          <pc:docMk/>
          <pc:sldMk cId="4108423597" sldId="256"/>
        </pc:sldMkLst>
      </pc:sldChg>
      <pc:sldChg chg="modSp mod">
        <pc:chgData name="Ella Vetter" userId="c6918cf5-f6c0-43cc-8499-a1f635017de9" providerId="ADAL" clId="{8E2AA938-9B24-4813-A4D8-C26B8F0A005E}" dt="2020-08-26T12:12:00.090" v="4116" actId="20577"/>
        <pc:sldMkLst>
          <pc:docMk/>
          <pc:sldMk cId="1993397138" sldId="286"/>
        </pc:sldMkLst>
      </pc:sldChg>
      <pc:sldChg chg="modSp mod">
        <pc:chgData name="Ella Vetter" userId="c6918cf5-f6c0-43cc-8499-a1f635017de9" providerId="ADAL" clId="{8E2AA938-9B24-4813-A4D8-C26B8F0A005E}" dt="2020-08-24T20:33:18.117" v="903" actId="20577"/>
        <pc:sldMkLst>
          <pc:docMk/>
          <pc:sldMk cId="455073494" sldId="290"/>
        </pc:sldMkLst>
      </pc:sldChg>
      <pc:sldChg chg="modSp mod">
        <pc:chgData name="Ella Vetter" userId="c6918cf5-f6c0-43cc-8499-a1f635017de9" providerId="ADAL" clId="{8E2AA938-9B24-4813-A4D8-C26B8F0A005E}" dt="2020-08-26T12:12:15.553" v="4117" actId="20577"/>
        <pc:sldMkLst>
          <pc:docMk/>
          <pc:sldMk cId="1889372762" sldId="293"/>
        </pc:sldMkLst>
      </pc:sldChg>
      <pc:sldChg chg="modSp new del mod">
        <pc:chgData name="Ella Vetter" userId="c6918cf5-f6c0-43cc-8499-a1f635017de9" providerId="ADAL" clId="{8E2AA938-9B24-4813-A4D8-C26B8F0A005E}" dt="2020-08-24T20:29:09.190" v="824" actId="47"/>
        <pc:sldMkLst>
          <pc:docMk/>
          <pc:sldMk cId="1127959499" sldId="294"/>
        </pc:sldMkLst>
      </pc:sldChg>
      <pc:sldChg chg="addSp delSp modSp add mod ord">
        <pc:chgData name="Ella Vetter" userId="c6918cf5-f6c0-43cc-8499-a1f635017de9" providerId="ADAL" clId="{8E2AA938-9B24-4813-A4D8-C26B8F0A005E}" dt="2020-08-26T12:10:33.229" v="4101" actId="1076"/>
        <pc:sldMkLst>
          <pc:docMk/>
          <pc:sldMk cId="3539404128" sldId="295"/>
        </pc:sldMkLst>
      </pc:sldChg>
      <pc:sldChg chg="addSp delSp modSp add mod">
        <pc:chgData name="Ella Vetter" userId="c6918cf5-f6c0-43cc-8499-a1f635017de9" providerId="ADAL" clId="{8E2AA938-9B24-4813-A4D8-C26B8F0A005E}" dt="2020-08-26T12:09:54.930" v="4095" actId="1076"/>
        <pc:sldMkLst>
          <pc:docMk/>
          <pc:sldMk cId="2372604991" sldId="296"/>
        </pc:sldMkLst>
      </pc:sldChg>
      <pc:sldChg chg="addSp delSp modSp add mod">
        <pc:chgData name="Ella Vetter" userId="c6918cf5-f6c0-43cc-8499-a1f635017de9" providerId="ADAL" clId="{8E2AA938-9B24-4813-A4D8-C26B8F0A005E}" dt="2020-08-26T12:12:57.634" v="4137" actId="1076"/>
        <pc:sldMkLst>
          <pc:docMk/>
          <pc:sldMk cId="539804999" sldId="297"/>
        </pc:sldMkLst>
      </pc:sldChg>
      <pc:sldChg chg="addSp delSp modSp new mod modNotesTx">
        <pc:chgData name="Ella Vetter" userId="c6918cf5-f6c0-43cc-8499-a1f635017de9" providerId="ADAL" clId="{8E2AA938-9B24-4813-A4D8-C26B8F0A005E}" dt="2020-08-26T12:24:13.671" v="4230" actId="20577"/>
        <pc:sldMkLst>
          <pc:docMk/>
          <pc:sldMk cId="4113617368" sldId="298"/>
        </pc:sldMkLst>
      </pc:sldChg>
      <pc:sldChg chg="delSp add del mod modNotesTx">
        <pc:chgData name="Ella Vetter" userId="c6918cf5-f6c0-43cc-8499-a1f635017de9" providerId="ADAL" clId="{8E2AA938-9B24-4813-A4D8-C26B8F0A005E}" dt="2020-08-24T20:30:33.667" v="834" actId="47"/>
        <pc:sldMkLst>
          <pc:docMk/>
          <pc:sldMk cId="770477158" sldId="299"/>
        </pc:sldMkLst>
      </pc:sldChg>
      <pc:sldChg chg="addSp delSp modSp add mod modNotesTx">
        <pc:chgData name="Ella Vetter" userId="c6918cf5-f6c0-43cc-8499-a1f635017de9" providerId="ADAL" clId="{8E2AA938-9B24-4813-A4D8-C26B8F0A005E}" dt="2020-08-26T12:24:45.009" v="4231" actId="20577"/>
        <pc:sldMkLst>
          <pc:docMk/>
          <pc:sldMk cId="2706913782" sldId="300"/>
        </pc:sldMkLst>
      </pc:sldChg>
      <pc:sldChg chg="addSp delSp modSp new mod">
        <pc:chgData name="Ella Vetter" userId="c6918cf5-f6c0-43cc-8499-a1f635017de9" providerId="ADAL" clId="{8E2AA938-9B24-4813-A4D8-C26B8F0A005E}" dt="2020-08-26T12:25:17.675" v="4232" actId="20577"/>
        <pc:sldMkLst>
          <pc:docMk/>
          <pc:sldMk cId="3813398827" sldId="301"/>
        </pc:sldMkLst>
      </pc:sldChg>
      <pc:sldChg chg="modSp new mod">
        <pc:chgData name="Ella Vetter" userId="c6918cf5-f6c0-43cc-8499-a1f635017de9" providerId="ADAL" clId="{8E2AA938-9B24-4813-A4D8-C26B8F0A005E}" dt="2020-08-26T12:23:42.033" v="4229" actId="20577"/>
        <pc:sldMkLst>
          <pc:docMk/>
          <pc:sldMk cId="2016514200" sldId="302"/>
        </pc:sldMkLst>
      </pc:sldChg>
      <pc:sldChg chg="addSp delSp modSp new mod">
        <pc:chgData name="Ella Vetter" userId="c6918cf5-f6c0-43cc-8499-a1f635017de9" providerId="ADAL" clId="{8E2AA938-9B24-4813-A4D8-C26B8F0A005E}" dt="2020-08-26T12:11:40.361" v="4111" actId="1076"/>
        <pc:sldMkLst>
          <pc:docMk/>
          <pc:sldMk cId="2365852003" sldId="303"/>
        </pc:sldMkLst>
      </pc:sldChg>
      <pc:sldChg chg="addSp delSp modSp new mod modNotesTx">
        <pc:chgData name="Ella Vetter" userId="c6918cf5-f6c0-43cc-8499-a1f635017de9" providerId="ADAL" clId="{8E2AA938-9B24-4813-A4D8-C26B8F0A005E}" dt="2020-08-26T12:11:05.741" v="4105" actId="1076"/>
        <pc:sldMkLst>
          <pc:docMk/>
          <pc:sldMk cId="3229829956" sldId="304"/>
        </pc:sldMkLst>
      </pc:sldChg>
      <pc:sldChg chg="addSp delSp modSp new mod">
        <pc:chgData name="Ella Vetter" userId="c6918cf5-f6c0-43cc-8499-a1f635017de9" providerId="ADAL" clId="{8E2AA938-9B24-4813-A4D8-C26B8F0A005E}" dt="2020-08-26T12:26:14.359" v="4235" actId="1076"/>
        <pc:sldMkLst>
          <pc:docMk/>
          <pc:sldMk cId="1616034378" sldId="305"/>
        </pc:sldMkLst>
      </pc:sldChg>
      <pc:sldChg chg="addSp delSp modSp add mod">
        <pc:chgData name="Ella Vetter" userId="c6918cf5-f6c0-43cc-8499-a1f635017de9" providerId="ADAL" clId="{8E2AA938-9B24-4813-A4D8-C26B8F0A005E}" dt="2020-08-26T12:14:35.659" v="4168" actId="1076"/>
        <pc:sldMkLst>
          <pc:docMk/>
          <pc:sldMk cId="3584324722" sldId="306"/>
        </pc:sldMkLst>
      </pc:sldChg>
      <pc:sldChg chg="addSp delSp modSp add mod">
        <pc:chgData name="Ella Vetter" userId="c6918cf5-f6c0-43cc-8499-a1f635017de9" providerId="ADAL" clId="{8E2AA938-9B24-4813-A4D8-C26B8F0A005E}" dt="2020-08-26T12:27:11.880" v="4237" actId="20577"/>
        <pc:sldMkLst>
          <pc:docMk/>
          <pc:sldMk cId="54522683" sldId="307"/>
        </pc:sldMkLst>
      </pc:sldChg>
      <pc:sldChg chg="add del">
        <pc:chgData name="Ella Vetter" userId="c6918cf5-f6c0-43cc-8499-a1f635017de9" providerId="ADAL" clId="{8E2AA938-9B24-4813-A4D8-C26B8F0A005E}" dt="2020-08-24T20:54:59.534" v="1715" actId="47"/>
        <pc:sldMkLst>
          <pc:docMk/>
          <pc:sldMk cId="1611526395" sldId="307"/>
        </pc:sldMkLst>
      </pc:sldChg>
      <pc:sldChg chg="addSp delSp modSp add del mod setBg">
        <pc:chgData name="Ella Vetter" userId="c6918cf5-f6c0-43cc-8499-a1f635017de9" providerId="ADAL" clId="{8E2AA938-9B24-4813-A4D8-C26B8F0A005E}" dt="2020-08-26T12:27:37.646" v="4239" actId="20577"/>
        <pc:sldMkLst>
          <pc:docMk/>
          <pc:sldMk cId="904944465" sldId="308"/>
        </pc:sldMkLst>
      </pc:sldChg>
      <pc:sldChg chg="addSp delSp modSp add mod">
        <pc:chgData name="Ella Vetter" userId="c6918cf5-f6c0-43cc-8499-a1f635017de9" providerId="ADAL" clId="{8E2AA938-9B24-4813-A4D8-C26B8F0A005E}" dt="2020-08-25T19:19:48.094" v="4065" actId="14100"/>
        <pc:sldMkLst>
          <pc:docMk/>
          <pc:sldMk cId="426957452" sldId="309"/>
        </pc:sldMkLst>
      </pc:sldChg>
      <pc:sldChg chg="addSp delSp modSp add mod">
        <pc:chgData name="Ella Vetter" userId="c6918cf5-f6c0-43cc-8499-a1f635017de9" providerId="ADAL" clId="{8E2AA938-9B24-4813-A4D8-C26B8F0A005E}" dt="2020-08-26T12:28:27.458" v="4241" actId="20577"/>
        <pc:sldMkLst>
          <pc:docMk/>
          <pc:sldMk cId="1079393582" sldId="310"/>
        </pc:sldMkLst>
      </pc:sldChg>
      <pc:sldChg chg="addSp modSp add del mod">
        <pc:chgData name="Ella Vetter" userId="c6918cf5-f6c0-43cc-8499-a1f635017de9" providerId="ADAL" clId="{8E2AA938-9B24-4813-A4D8-C26B8F0A005E}" dt="2020-08-24T21:34:04.012" v="3369" actId="47"/>
        <pc:sldMkLst>
          <pc:docMk/>
          <pc:sldMk cId="1239286285" sldId="311"/>
        </pc:sldMkLst>
      </pc:sldChg>
      <pc:sldChg chg="addSp delSp modSp add mod">
        <pc:chgData name="Ella Vetter" userId="c6918cf5-f6c0-43cc-8499-a1f635017de9" providerId="ADAL" clId="{8E2AA938-9B24-4813-A4D8-C26B8F0A005E}" dt="2020-08-26T12:17:37.712" v="4198" actId="164"/>
        <pc:sldMkLst>
          <pc:docMk/>
          <pc:sldMk cId="3534539223" sldId="312"/>
        </pc:sldMkLst>
      </pc:sldChg>
      <pc:sldChg chg="addSp delSp modSp add mod">
        <pc:chgData name="Ella Vetter" userId="c6918cf5-f6c0-43cc-8499-a1f635017de9" providerId="ADAL" clId="{8E2AA938-9B24-4813-A4D8-C26B8F0A005E}" dt="2020-08-25T19:07:02.388" v="4013" actId="1035"/>
        <pc:sldMkLst>
          <pc:docMk/>
          <pc:sldMk cId="2012647861" sldId="313"/>
        </pc:sldMkLst>
      </pc:sldChg>
      <pc:sldChg chg="addSp delSp modSp add mod">
        <pc:chgData name="Ella Vetter" userId="c6918cf5-f6c0-43cc-8499-a1f635017de9" providerId="ADAL" clId="{8E2AA938-9B24-4813-A4D8-C26B8F0A005E}" dt="2020-08-26T12:30:21.809" v="4248" actId="20577"/>
        <pc:sldMkLst>
          <pc:docMk/>
          <pc:sldMk cId="1202335388" sldId="314"/>
        </pc:sldMkLst>
      </pc:sldChg>
      <pc:sldChg chg="addSp delSp modSp add del mod">
        <pc:chgData name="Ella Vetter" userId="c6918cf5-f6c0-43cc-8499-a1f635017de9" providerId="ADAL" clId="{8E2AA938-9B24-4813-A4D8-C26B8F0A005E}" dt="2020-08-24T21:49:11.640" v="3557" actId="47"/>
        <pc:sldMkLst>
          <pc:docMk/>
          <pc:sldMk cId="706824997" sldId="315"/>
        </pc:sldMkLst>
      </pc:sldChg>
      <pc:sldChg chg="modSp add del mod ord">
        <pc:chgData name="Ella Vetter" userId="c6918cf5-f6c0-43cc-8499-a1f635017de9" providerId="ADAL" clId="{8E2AA938-9B24-4813-A4D8-C26B8F0A005E}" dt="2020-08-25T17:29:51.734" v="3860" actId="47"/>
        <pc:sldMkLst>
          <pc:docMk/>
          <pc:sldMk cId="2357774565" sldId="315"/>
        </pc:sldMkLst>
      </pc:sldChg>
      <pc:sldChg chg="add del">
        <pc:chgData name="Ella Vetter" userId="c6918cf5-f6c0-43cc-8499-a1f635017de9" providerId="ADAL" clId="{8E2AA938-9B24-4813-A4D8-C26B8F0A005E}" dt="2020-08-24T21:47:19.076" v="3522" actId="47"/>
        <pc:sldMkLst>
          <pc:docMk/>
          <pc:sldMk cId="3688473407" sldId="315"/>
        </pc:sldMkLst>
      </pc:sldChg>
      <pc:sldChg chg="add del">
        <pc:chgData name="Ella Vetter" userId="c6918cf5-f6c0-43cc-8499-a1f635017de9" providerId="ADAL" clId="{8E2AA938-9B24-4813-A4D8-C26B8F0A005E}" dt="2020-08-24T21:47:19.718" v="3523" actId="47"/>
        <pc:sldMkLst>
          <pc:docMk/>
          <pc:sldMk cId="1295873868" sldId="316"/>
        </pc:sldMkLst>
      </pc:sldChg>
      <pc:sldChg chg="delSp modSp add del mod ord">
        <pc:chgData name="Ella Vetter" userId="c6918cf5-f6c0-43cc-8499-a1f635017de9" providerId="ADAL" clId="{8E2AA938-9B24-4813-A4D8-C26B8F0A005E}" dt="2020-08-24T22:21:13.605" v="3675" actId="47"/>
        <pc:sldMkLst>
          <pc:docMk/>
          <pc:sldMk cId="3195018586" sldId="316"/>
        </pc:sldMkLst>
      </pc:sldChg>
      <pc:sldChg chg="addSp delSp modSp add del mod ord modNotesTx">
        <pc:chgData name="Ella Vetter" userId="c6918cf5-f6c0-43cc-8499-a1f635017de9" providerId="ADAL" clId="{8E2AA938-9B24-4813-A4D8-C26B8F0A005E}" dt="2020-08-25T17:29:52.178" v="3861" actId="47"/>
        <pc:sldMkLst>
          <pc:docMk/>
          <pc:sldMk cId="3561934108" sldId="316"/>
        </pc:sldMkLst>
      </pc:sldChg>
      <pc:sldChg chg="modSp new del mod">
        <pc:chgData name="Ella Vetter" userId="c6918cf5-f6c0-43cc-8499-a1f635017de9" providerId="ADAL" clId="{8E2AA938-9B24-4813-A4D8-C26B8F0A005E}" dt="2020-08-25T17:29:52.654" v="3862" actId="47"/>
        <pc:sldMkLst>
          <pc:docMk/>
          <pc:sldMk cId="2339919562" sldId="31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4/30/2025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2025-04-30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sz="1200" b="0" cap="none" dirty="0">
              <a:solidFill>
                <a:schemeClr val="tx2"/>
              </a:solidFill>
              <a:latin typeface="Abadi" panose="020B0604020104020204" pitchFamily="34" charset="0"/>
            </a:endParaRPr>
          </a:p>
        </p:txBody>
      </p:sp>
      <p:sp>
        <p:nvSpPr>
          <p:cNvPr id="4" name="Slide Number Placeholder 3"/>
          <p:cNvSpPr>
            <a:spLocks noGrp="1"/>
          </p:cNvSpPr>
          <p:nvPr>
            <p:ph type="sldNum" sz="quarter" idx="5"/>
          </p:nvPr>
        </p:nvSpPr>
        <p:spPr/>
        <p:txBody>
          <a:bodyPr/>
          <a:lstStyle/>
          <a:p>
            <a:fld id="{B4FA5FA9-7139-4C72-AA69-017BCD15C1C5}" type="slidenum">
              <a:rPr lang="en-CA" smtClean="0"/>
              <a:t>7</a:t>
            </a:fld>
            <a:endParaRPr lang="en-CA"/>
          </a:p>
        </p:txBody>
      </p:sp>
    </p:spTree>
    <p:extLst>
      <p:ext uri="{BB962C8B-B14F-4D97-AF65-F5344CB8AC3E}">
        <p14:creationId xmlns:p14="http://schemas.microsoft.com/office/powerpoint/2010/main" val="4263187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sz="1200" b="0" cap="none" dirty="0">
              <a:solidFill>
                <a:schemeClr val="tx2"/>
              </a:solidFill>
              <a:latin typeface="Abadi" panose="020B0604020104020204" pitchFamily="34" charset="0"/>
            </a:endParaRPr>
          </a:p>
        </p:txBody>
      </p:sp>
      <p:sp>
        <p:nvSpPr>
          <p:cNvPr id="4" name="Slide Number Placeholder 3"/>
          <p:cNvSpPr>
            <a:spLocks noGrp="1"/>
          </p:cNvSpPr>
          <p:nvPr>
            <p:ph type="sldNum" sz="quarter" idx="5"/>
          </p:nvPr>
        </p:nvSpPr>
        <p:spPr/>
        <p:txBody>
          <a:bodyPr/>
          <a:lstStyle/>
          <a:p>
            <a:fld id="{B4FA5FA9-7139-4C72-AA69-017BCD15C1C5}" type="slidenum">
              <a:rPr lang="en-CA" smtClean="0"/>
              <a:t>8</a:t>
            </a:fld>
            <a:endParaRPr lang="en-CA"/>
          </a:p>
        </p:txBody>
      </p:sp>
    </p:spTree>
    <p:extLst>
      <p:ext uri="{BB962C8B-B14F-4D97-AF65-F5344CB8AC3E}">
        <p14:creationId xmlns:p14="http://schemas.microsoft.com/office/powerpoint/2010/main" val="91139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a:t>
            </a:fld>
            <a:endParaRPr lang="en-CA"/>
          </a:p>
        </p:txBody>
      </p:sp>
    </p:spTree>
    <p:extLst>
      <p:ext uri="{BB962C8B-B14F-4D97-AF65-F5344CB8AC3E}">
        <p14:creationId xmlns:p14="http://schemas.microsoft.com/office/powerpoint/2010/main" val="125667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15</a:t>
            </a:fld>
            <a:endParaRPr lang="en-CA"/>
          </a:p>
        </p:txBody>
      </p:sp>
    </p:spTree>
    <p:extLst>
      <p:ext uri="{BB962C8B-B14F-4D97-AF65-F5344CB8AC3E}">
        <p14:creationId xmlns:p14="http://schemas.microsoft.com/office/powerpoint/2010/main" val="2733957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17</a:t>
            </a:fld>
            <a:endParaRPr lang="en-CA"/>
          </a:p>
        </p:txBody>
      </p:sp>
    </p:spTree>
    <p:extLst>
      <p:ext uri="{BB962C8B-B14F-4D97-AF65-F5344CB8AC3E}">
        <p14:creationId xmlns:p14="http://schemas.microsoft.com/office/powerpoint/2010/main" val="2167535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18</a:t>
            </a:fld>
            <a:endParaRPr lang="en-CA"/>
          </a:p>
        </p:txBody>
      </p:sp>
    </p:spTree>
    <p:extLst>
      <p:ext uri="{BB962C8B-B14F-4D97-AF65-F5344CB8AC3E}">
        <p14:creationId xmlns:p14="http://schemas.microsoft.com/office/powerpoint/2010/main" val="4011256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19</a:t>
            </a:fld>
            <a:endParaRPr lang="en-CA"/>
          </a:p>
        </p:txBody>
      </p:sp>
    </p:spTree>
    <p:extLst>
      <p:ext uri="{BB962C8B-B14F-4D97-AF65-F5344CB8AC3E}">
        <p14:creationId xmlns:p14="http://schemas.microsoft.com/office/powerpoint/2010/main" val="1731470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20</a:t>
            </a:fld>
            <a:endParaRPr lang="en-CA"/>
          </a:p>
        </p:txBody>
      </p:sp>
    </p:spTree>
    <p:extLst>
      <p:ext uri="{BB962C8B-B14F-4D97-AF65-F5344CB8AC3E}">
        <p14:creationId xmlns:p14="http://schemas.microsoft.com/office/powerpoint/2010/main" val="2167654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dirty="0"/>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4.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5.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11.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8.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9.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8.xml"/><Relationship Id="rId7" Type="http://schemas.openxmlformats.org/officeDocument/2006/relationships/image" Target="../media/image10.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39.xml"/><Relationship Id="rId9"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0.xml"/></Relationships>
</file>

<file path=ppt/slides/_rels/slide1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1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4.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5.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image" Target="../media/image16.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15.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3.xml"/></Relationships>
</file>

<file path=ppt/slides/_rels/slide22.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17.png"/><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Inventory Store, Move, Relocation and Adjustments</a:t>
            </a:r>
            <a:endParaRPr lang="en-US" sz="4400" b="1" dirty="0"/>
          </a:p>
        </p:txBody>
      </p:sp>
      <p:sp>
        <p:nvSpPr>
          <p:cNvPr id="3" name="Subtitle 2"/>
          <p:cNvSpPr>
            <a:spLocks noGrp="1"/>
          </p:cNvSpPr>
          <p:nvPr>
            <p:ph type="subTitle" idx="1"/>
            <p:custDataLst>
              <p:tags r:id="rId2"/>
            </p:custDataLst>
          </p:nvPr>
        </p:nvSpPr>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id="{37B56F8A-6BEF-459C-AFA4-6D790D24F1CB}"/>
              </a:ext>
            </a:extLst>
          </p:cNvPr>
          <p:cNvSpPr>
            <a:spLocks noGrp="1"/>
          </p:cNvSpPr>
          <p:nvPr>
            <p:ph idx="1"/>
            <p:custDataLst>
              <p:tags r:id="rId2"/>
            </p:custDataLst>
          </p:nvPr>
        </p:nvSpPr>
        <p:spPr>
          <a:xfrm>
            <a:off x="838200" y="1932815"/>
            <a:ext cx="10515600" cy="3139248"/>
          </a:xfrm>
        </p:spPr>
        <p:txBody>
          <a:bodyPr/>
          <a:lstStyle/>
          <a:p>
            <a:pPr marL="0" indent="0" algn="just">
              <a:lnSpc>
                <a:spcPct val="150000"/>
              </a:lnSpc>
              <a:buNone/>
            </a:pPr>
            <a:r>
              <a:rPr lang="en-CA" sz="2400" dirty="0"/>
              <a:t>Store (</a:t>
            </a:r>
            <a:r>
              <a:rPr lang="en-CA" sz="2400" dirty="0" err="1"/>
              <a:t>Putaway</a:t>
            </a:r>
            <a:r>
              <a:rPr lang="en-CA" dirty="0"/>
              <a:t>).</a:t>
            </a:r>
            <a:r>
              <a:rPr lang="en-CA" sz="2400" dirty="0"/>
              <a:t>…</a:t>
            </a:r>
            <a:r>
              <a:rPr lang="en-CA" dirty="0"/>
              <a:t>......................................................................................................3</a:t>
            </a:r>
            <a:endParaRPr lang="en-CA" sz="2400" b="1" dirty="0"/>
          </a:p>
          <a:p>
            <a:pPr marL="0" indent="0" algn="just">
              <a:lnSpc>
                <a:spcPct val="150000"/>
              </a:lnSpc>
              <a:buNone/>
            </a:pPr>
            <a:r>
              <a:rPr lang="en-CA" dirty="0"/>
              <a:t>Inventory Move.........................................................................................................10</a:t>
            </a:r>
          </a:p>
          <a:p>
            <a:pPr marL="0" indent="0" algn="just">
              <a:lnSpc>
                <a:spcPct val="150000"/>
              </a:lnSpc>
              <a:buNone/>
            </a:pPr>
            <a:r>
              <a:rPr lang="en-CA" dirty="0"/>
              <a:t>Inventory Relocation.................................................................................................16</a:t>
            </a:r>
          </a:p>
          <a:p>
            <a:pPr marL="0" indent="0" algn="just">
              <a:lnSpc>
                <a:spcPct val="150000"/>
              </a:lnSpc>
              <a:buNone/>
            </a:pPr>
            <a:r>
              <a:rPr lang="en-CA" dirty="0"/>
              <a:t>Inventory Adjustments.………………………….................................................................21</a:t>
            </a:r>
          </a:p>
          <a:p>
            <a:pPr marL="0" indent="0" algn="just">
              <a:lnSpc>
                <a:spcPct val="150000"/>
              </a:lnSpc>
              <a:buNone/>
            </a:pPr>
            <a:endParaRPr lang="en-CA" dirty="0"/>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Store (</a:t>
            </a:r>
            <a:r>
              <a:rPr lang="en-CA" sz="4400" b="1" dirty="0" err="1"/>
              <a:t>Putaway</a:t>
            </a:r>
            <a:r>
              <a:rPr lang="en-CA" sz="4400" b="1" dirty="0"/>
              <a:t>)</a:t>
            </a:r>
          </a:p>
        </p:txBody>
      </p:sp>
    </p:spTree>
    <p:extLst>
      <p:ext uri="{BB962C8B-B14F-4D97-AF65-F5344CB8AC3E}">
        <p14:creationId xmlns:p14="http://schemas.microsoft.com/office/powerpoint/2010/main" val="455073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9BE70-AFE7-4663-8C41-E8C3157D13D7}"/>
              </a:ext>
            </a:extLst>
          </p:cNvPr>
          <p:cNvSpPr>
            <a:spLocks noGrp="1"/>
          </p:cNvSpPr>
          <p:nvPr>
            <p:ph type="title"/>
            <p:custDataLst>
              <p:tags r:id="rId1"/>
            </p:custDataLst>
          </p:nvPr>
        </p:nvSpPr>
        <p:spPr/>
        <p:txBody>
          <a:bodyPr/>
          <a:lstStyle/>
          <a:p>
            <a:r>
              <a:rPr lang="fr-CA" dirty="0"/>
              <a:t>Store</a:t>
            </a:r>
            <a:endParaRPr lang="en-CA" dirty="0"/>
          </a:p>
        </p:txBody>
      </p:sp>
      <p:sp>
        <p:nvSpPr>
          <p:cNvPr id="3" name="Content Placeholder 2">
            <a:extLst>
              <a:ext uri="{FF2B5EF4-FFF2-40B4-BE49-F238E27FC236}">
                <a16:creationId xmlns:a16="http://schemas.microsoft.com/office/drawing/2014/main" id="{911CFC19-1B83-410A-A414-4E85674107D4}"/>
              </a:ext>
            </a:extLst>
          </p:cNvPr>
          <p:cNvSpPr>
            <a:spLocks noGrp="1"/>
          </p:cNvSpPr>
          <p:nvPr>
            <p:ph idx="1"/>
            <p:custDataLst>
              <p:tags r:id="rId2"/>
            </p:custDataLst>
          </p:nvPr>
        </p:nvSpPr>
        <p:spPr>
          <a:xfrm>
            <a:off x="533400" y="1392489"/>
            <a:ext cx="10515600" cy="4351338"/>
          </a:xfrm>
        </p:spPr>
        <p:txBody>
          <a:bodyPr/>
          <a:lstStyle/>
          <a:p>
            <a:pPr lvl="1" algn="just">
              <a:lnSpc>
                <a:spcPct val="200000"/>
              </a:lnSpc>
              <a:buFont typeface="Wingdings" panose="05000000000000000000" pitchFamily="2" charset="2"/>
              <a:buChar char="ü"/>
            </a:pPr>
            <a:r>
              <a:rPr lang="en-US" sz="2400" dirty="0"/>
              <a:t> This menu allows the storage of a product to a specified location, </a:t>
            </a:r>
            <a:r>
              <a:rPr lang="en-US" sz="2400" b="1" dirty="0"/>
              <a:t>directed by the mobile device</a:t>
            </a:r>
            <a:r>
              <a:rPr lang="en-US" sz="2400" dirty="0"/>
              <a:t>.</a:t>
            </a:r>
            <a:endParaRPr lang="fr-CA" sz="2400" b="0" dirty="0">
              <a:solidFill>
                <a:schemeClr val="tx2"/>
              </a:solidFill>
            </a:endParaRPr>
          </a:p>
          <a:p>
            <a:pPr lvl="1" algn="just">
              <a:lnSpc>
                <a:spcPct val="200000"/>
              </a:lnSpc>
              <a:buFont typeface="Wingdings" panose="05000000000000000000" pitchFamily="2" charset="2"/>
              <a:buChar char="ü"/>
            </a:pPr>
            <a:r>
              <a:rPr lang="en-US" sz="2400" b="1" dirty="0"/>
              <a:t> Completion of storage is performed automatically </a:t>
            </a:r>
            <a:r>
              <a:rPr lang="en-US" sz="2400" dirty="0"/>
              <a:t>using a mobile </a:t>
            </a:r>
            <a:r>
              <a:rPr lang="en-CA" sz="2400" dirty="0"/>
              <a:t>device and the system </a:t>
            </a:r>
            <a:r>
              <a:rPr lang="en-US" sz="2400" b="1" dirty="0"/>
              <a:t>will automatically update inventory records </a:t>
            </a:r>
            <a:r>
              <a:rPr lang="en-US" sz="2400" dirty="0"/>
              <a:t>to reflect the new location of the product. </a:t>
            </a:r>
            <a:endParaRPr lang="en-CA" sz="2400" dirty="0"/>
          </a:p>
          <a:p>
            <a:pPr marL="0" indent="0">
              <a:buNone/>
            </a:pPr>
            <a:endParaRPr lang="en-CA" dirty="0"/>
          </a:p>
        </p:txBody>
      </p:sp>
    </p:spTree>
    <p:extLst>
      <p:ext uri="{BB962C8B-B14F-4D97-AF65-F5344CB8AC3E}">
        <p14:creationId xmlns:p14="http://schemas.microsoft.com/office/powerpoint/2010/main" val="2016514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5E25-572D-44D3-9790-746B0CE380B8}"/>
              </a:ext>
            </a:extLst>
          </p:cNvPr>
          <p:cNvSpPr>
            <a:spLocks noGrp="1"/>
          </p:cNvSpPr>
          <p:nvPr>
            <p:ph type="title"/>
            <p:custDataLst>
              <p:tags r:id="rId1"/>
            </p:custDataLst>
          </p:nvPr>
        </p:nvSpPr>
        <p:spPr/>
        <p:txBody>
          <a:bodyPr/>
          <a:lstStyle/>
          <a:p>
            <a:r>
              <a:rPr lang="fr-CA" dirty="0"/>
              <a:t>Store</a:t>
            </a:r>
            <a:endParaRPr lang="en-CA" dirty="0"/>
          </a:p>
        </p:txBody>
      </p:sp>
      <p:sp>
        <p:nvSpPr>
          <p:cNvPr id="4" name="Content Placeholder 2">
            <a:extLst>
              <a:ext uri="{FF2B5EF4-FFF2-40B4-BE49-F238E27FC236}">
                <a16:creationId xmlns:a16="http://schemas.microsoft.com/office/drawing/2014/main" id="{FE6854AA-727D-42D0-AAE3-E00304BBB0F3}"/>
              </a:ext>
            </a:extLst>
          </p:cNvPr>
          <p:cNvSpPr>
            <a:spLocks noGrp="1"/>
          </p:cNvSpPr>
          <p:nvPr>
            <p:ph idx="1"/>
            <p:custDataLst>
              <p:tags r:id="rId2"/>
            </p:custDataLst>
          </p:nvPr>
        </p:nvSpPr>
        <p:spPr>
          <a:xfrm>
            <a:off x="935182" y="1712612"/>
            <a:ext cx="5257800" cy="4351338"/>
          </a:xfrm>
        </p:spPr>
        <p:txBody>
          <a:bodyPr/>
          <a:lstStyle/>
          <a:p>
            <a:pPr marL="457200" indent="-457200" algn="just">
              <a:lnSpc>
                <a:spcPct val="150000"/>
              </a:lnSpc>
              <a:buFont typeface="+mj-lt"/>
              <a:buAutoNum type="arabicPeriod"/>
            </a:pPr>
            <a:r>
              <a:rPr lang="en-US" dirty="0"/>
              <a:t>With a </a:t>
            </a:r>
            <a:r>
              <a:rPr lang="en-US" u="sng" dirty="0"/>
              <a:t>mobile device</a:t>
            </a:r>
            <a:r>
              <a:rPr lang="en-US" dirty="0"/>
              <a:t>, select the </a:t>
            </a:r>
            <a:r>
              <a:rPr lang="en-US" b="1" dirty="0"/>
              <a:t>Store</a:t>
            </a:r>
            <a:r>
              <a:rPr lang="en-US" dirty="0"/>
              <a:t> resource.</a:t>
            </a:r>
            <a:endParaRPr lang="en-US" b="1" dirty="0"/>
          </a:p>
          <a:p>
            <a:pPr marL="457200" indent="-457200" algn="just">
              <a:lnSpc>
                <a:spcPct val="150000"/>
              </a:lnSpc>
              <a:buFont typeface="+mj-lt"/>
              <a:buAutoNum type="arabicPeriod"/>
            </a:pPr>
            <a:r>
              <a:rPr lang="en-US" dirty="0"/>
              <a:t>Under the Store resource, click on </a:t>
            </a:r>
            <a:r>
              <a:rPr lang="en-US" b="1" dirty="0"/>
              <a:t>Store.</a:t>
            </a:r>
          </a:p>
        </p:txBody>
      </p:sp>
      <p:pic>
        <p:nvPicPr>
          <p:cNvPr id="5" name="Picture 4">
            <a:extLst>
              <a:ext uri="{FF2B5EF4-FFF2-40B4-BE49-F238E27FC236}">
                <a16:creationId xmlns:a16="http://schemas.microsoft.com/office/drawing/2014/main" id="{5B1925A2-1960-4C88-98FE-F9A8306A0A70}"/>
              </a:ext>
            </a:extLst>
          </p:cNvPr>
          <p:cNvPicPr>
            <a:picLocks noChangeAspect="1"/>
          </p:cNvPicPr>
          <p:nvPr>
            <p:custDataLst>
              <p:tags r:id="rId3"/>
            </p:custDataLst>
          </p:nvPr>
        </p:nvPicPr>
        <p:blipFill>
          <a:blip r:embed="rId5"/>
          <a:stretch>
            <a:fillRect/>
          </a:stretch>
        </p:blipFill>
        <p:spPr>
          <a:xfrm>
            <a:off x="7670043" y="1026663"/>
            <a:ext cx="2944536" cy="4429176"/>
          </a:xfrm>
          <a:prstGeom prst="rect">
            <a:avLst/>
          </a:prstGeom>
        </p:spPr>
      </p:pic>
    </p:spTree>
    <p:extLst>
      <p:ext uri="{BB962C8B-B14F-4D97-AF65-F5344CB8AC3E}">
        <p14:creationId xmlns:p14="http://schemas.microsoft.com/office/powerpoint/2010/main" val="237260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5E25-572D-44D3-9790-746B0CE380B8}"/>
              </a:ext>
            </a:extLst>
          </p:cNvPr>
          <p:cNvSpPr>
            <a:spLocks noGrp="1"/>
          </p:cNvSpPr>
          <p:nvPr>
            <p:ph type="title"/>
            <p:custDataLst>
              <p:tags r:id="rId1"/>
            </p:custDataLst>
          </p:nvPr>
        </p:nvSpPr>
        <p:spPr/>
        <p:txBody>
          <a:bodyPr/>
          <a:lstStyle/>
          <a:p>
            <a:r>
              <a:rPr lang="fr-CA" dirty="0"/>
              <a:t>Store</a:t>
            </a:r>
            <a:endParaRPr lang="en-CA" dirty="0"/>
          </a:p>
        </p:txBody>
      </p:sp>
      <p:sp>
        <p:nvSpPr>
          <p:cNvPr id="4" name="Content Placeholder 2">
            <a:extLst>
              <a:ext uri="{FF2B5EF4-FFF2-40B4-BE49-F238E27FC236}">
                <a16:creationId xmlns:a16="http://schemas.microsoft.com/office/drawing/2014/main" id="{FE6854AA-727D-42D0-AAE3-E00304BBB0F3}"/>
              </a:ext>
            </a:extLst>
          </p:cNvPr>
          <p:cNvSpPr>
            <a:spLocks noGrp="1"/>
          </p:cNvSpPr>
          <p:nvPr>
            <p:ph idx="1"/>
            <p:custDataLst>
              <p:tags r:id="rId2"/>
            </p:custDataLst>
          </p:nvPr>
        </p:nvSpPr>
        <p:spPr>
          <a:xfrm>
            <a:off x="838200" y="1197963"/>
            <a:ext cx="5257800" cy="4338313"/>
          </a:xfrm>
        </p:spPr>
        <p:txBody>
          <a:bodyPr/>
          <a:lstStyle/>
          <a:p>
            <a:pPr marL="457200" indent="-457200" algn="just">
              <a:lnSpc>
                <a:spcPct val="150000"/>
              </a:lnSpc>
              <a:buFont typeface="+mj-lt"/>
              <a:buAutoNum type="arabicPeriod" startAt="3"/>
            </a:pPr>
            <a:r>
              <a:rPr lang="en-US" dirty="0"/>
              <a:t>Enter the Tag or Container to be stored.</a:t>
            </a:r>
            <a:r>
              <a:rPr lang="fr-FR" dirty="0"/>
              <a:t> </a:t>
            </a:r>
          </a:p>
          <a:p>
            <a:pPr marL="457200" indent="-457200" algn="just">
              <a:lnSpc>
                <a:spcPct val="150000"/>
              </a:lnSpc>
              <a:buFont typeface="+mj-lt"/>
              <a:buAutoNum type="arabicPeriod" startAt="3"/>
            </a:pPr>
            <a:r>
              <a:rPr lang="fr-FR" dirty="0"/>
              <a:t>Click Continue</a:t>
            </a:r>
            <a:r>
              <a:rPr lang="fr-FR" sz="2400" b="0" cap="none" dirty="0">
                <a:solidFill>
                  <a:schemeClr val="tx2"/>
                </a:solidFill>
                <a:latin typeface="Abadi" panose="020B0604020104020204" pitchFamily="34" charset="0"/>
              </a:rPr>
              <a:t>. </a:t>
            </a:r>
            <a:r>
              <a:rPr lang="en-GB" sz="2400" b="0" cap="none" dirty="0">
                <a:solidFill>
                  <a:schemeClr val="tx2"/>
                </a:solidFill>
                <a:latin typeface="Abadi" panose="020B0604020104020204" pitchFamily="34" charset="0"/>
              </a:rPr>
              <a:t> </a:t>
            </a:r>
          </a:p>
          <a:p>
            <a:pPr marL="0" indent="0" algn="just">
              <a:lnSpc>
                <a:spcPct val="150000"/>
              </a:lnSpc>
              <a:buNone/>
            </a:pPr>
            <a:r>
              <a:rPr lang="en-US" dirty="0"/>
              <a:t> </a:t>
            </a:r>
            <a:endParaRPr lang="en-US" b="1" dirty="0"/>
          </a:p>
        </p:txBody>
      </p:sp>
      <p:pic>
        <p:nvPicPr>
          <p:cNvPr id="6" name="Picture 5">
            <a:extLst>
              <a:ext uri="{FF2B5EF4-FFF2-40B4-BE49-F238E27FC236}">
                <a16:creationId xmlns:a16="http://schemas.microsoft.com/office/drawing/2014/main" id="{A94AD22E-C85C-449B-8014-83D6B256FA23}"/>
              </a:ext>
            </a:extLst>
          </p:cNvPr>
          <p:cNvPicPr>
            <a:picLocks noChangeAspect="1"/>
          </p:cNvPicPr>
          <p:nvPr>
            <p:custDataLst>
              <p:tags r:id="rId3"/>
            </p:custDataLst>
          </p:nvPr>
        </p:nvPicPr>
        <p:blipFill>
          <a:blip r:embed="rId5"/>
          <a:stretch>
            <a:fillRect/>
          </a:stretch>
        </p:blipFill>
        <p:spPr>
          <a:xfrm>
            <a:off x="7211856" y="1122131"/>
            <a:ext cx="3665409" cy="3968753"/>
          </a:xfrm>
          <a:prstGeom prst="rect">
            <a:avLst/>
          </a:prstGeom>
        </p:spPr>
      </p:pic>
    </p:spTree>
    <p:extLst>
      <p:ext uri="{BB962C8B-B14F-4D97-AF65-F5344CB8AC3E}">
        <p14:creationId xmlns:p14="http://schemas.microsoft.com/office/powerpoint/2010/main" val="539804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E21F2-A287-4C51-B3A0-494DFF6DCAFD}"/>
              </a:ext>
            </a:extLst>
          </p:cNvPr>
          <p:cNvSpPr>
            <a:spLocks noGrp="1"/>
          </p:cNvSpPr>
          <p:nvPr>
            <p:ph type="title"/>
            <p:custDataLst>
              <p:tags r:id="rId1"/>
            </p:custDataLst>
          </p:nvPr>
        </p:nvSpPr>
        <p:spPr/>
        <p:txBody>
          <a:bodyPr/>
          <a:lstStyle/>
          <a:p>
            <a:r>
              <a:rPr lang="fr-CA" dirty="0"/>
              <a:t>Store</a:t>
            </a:r>
            <a:endParaRPr lang="en-CA" dirty="0"/>
          </a:p>
        </p:txBody>
      </p:sp>
      <p:sp>
        <p:nvSpPr>
          <p:cNvPr id="6" name="Content Placeholder 2">
            <a:extLst>
              <a:ext uri="{FF2B5EF4-FFF2-40B4-BE49-F238E27FC236}">
                <a16:creationId xmlns:a16="http://schemas.microsoft.com/office/drawing/2014/main" id="{24DC5C10-1C07-4DEC-94BD-1CC70983C6F8}"/>
              </a:ext>
            </a:extLst>
          </p:cNvPr>
          <p:cNvSpPr>
            <a:spLocks noGrp="1"/>
          </p:cNvSpPr>
          <p:nvPr>
            <p:ph idx="1"/>
            <p:custDataLst>
              <p:tags r:id="rId2"/>
            </p:custDataLst>
          </p:nvPr>
        </p:nvSpPr>
        <p:spPr>
          <a:xfrm>
            <a:off x="838200" y="1197963"/>
            <a:ext cx="6127376" cy="4338313"/>
          </a:xfrm>
        </p:spPr>
        <p:txBody>
          <a:bodyPr/>
          <a:lstStyle/>
          <a:p>
            <a:pPr marL="0" indent="0" algn="just">
              <a:lnSpc>
                <a:spcPct val="150000"/>
              </a:lnSpc>
              <a:buNone/>
            </a:pPr>
            <a:r>
              <a:rPr lang="en-US" dirty="0"/>
              <a:t>The page of the Store Tag Command view is displayed. </a:t>
            </a:r>
          </a:p>
          <a:p>
            <a:pPr marL="457200" indent="-457200" algn="just">
              <a:lnSpc>
                <a:spcPct val="150000"/>
              </a:lnSpc>
              <a:buFont typeface="+mj-lt"/>
              <a:buAutoNum type="arabicPeriod" startAt="5"/>
            </a:pPr>
            <a:r>
              <a:rPr lang="en-US" dirty="0"/>
              <a:t>Take the product specified and physically move it to the Next Location.</a:t>
            </a:r>
          </a:p>
          <a:p>
            <a:pPr marL="457200" indent="-457200" algn="just">
              <a:lnSpc>
                <a:spcPct val="150000"/>
              </a:lnSpc>
              <a:buFont typeface="+mj-lt"/>
              <a:buAutoNum type="arabicPeriod" startAt="5"/>
            </a:pPr>
            <a:r>
              <a:rPr lang="en-US" dirty="0"/>
              <a:t>Confirm the drop-off point. </a:t>
            </a:r>
          </a:p>
          <a:p>
            <a:pPr marL="0" indent="0" algn="just">
              <a:lnSpc>
                <a:spcPct val="150000"/>
              </a:lnSpc>
              <a:buNone/>
            </a:pPr>
            <a:r>
              <a:rPr lang="en-US" dirty="0"/>
              <a:t>Note: The final destination is always set to Yes.</a:t>
            </a:r>
          </a:p>
        </p:txBody>
      </p:sp>
      <p:pic>
        <p:nvPicPr>
          <p:cNvPr id="8" name="Picture 7">
            <a:extLst>
              <a:ext uri="{FF2B5EF4-FFF2-40B4-BE49-F238E27FC236}">
                <a16:creationId xmlns:a16="http://schemas.microsoft.com/office/drawing/2014/main" id="{39BCD21F-8056-4651-BB95-B0D064A7E3F6}"/>
              </a:ext>
            </a:extLst>
          </p:cNvPr>
          <p:cNvPicPr>
            <a:picLocks noChangeAspect="1"/>
          </p:cNvPicPr>
          <p:nvPr>
            <p:custDataLst>
              <p:tags r:id="rId3"/>
            </p:custDataLst>
          </p:nvPr>
        </p:nvPicPr>
        <p:blipFill>
          <a:blip r:embed="rId6"/>
          <a:stretch>
            <a:fillRect/>
          </a:stretch>
        </p:blipFill>
        <p:spPr>
          <a:xfrm>
            <a:off x="7892818" y="477663"/>
            <a:ext cx="3460982" cy="5270854"/>
          </a:xfrm>
          <a:prstGeom prst="rect">
            <a:avLst/>
          </a:prstGeom>
        </p:spPr>
      </p:pic>
    </p:spTree>
    <p:extLst>
      <p:ext uri="{BB962C8B-B14F-4D97-AF65-F5344CB8AC3E}">
        <p14:creationId xmlns:p14="http://schemas.microsoft.com/office/powerpoint/2010/main" val="4113617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E21F2-A287-4C51-B3A0-494DFF6DCAFD}"/>
              </a:ext>
            </a:extLst>
          </p:cNvPr>
          <p:cNvSpPr>
            <a:spLocks noGrp="1"/>
          </p:cNvSpPr>
          <p:nvPr>
            <p:ph type="title"/>
            <p:custDataLst>
              <p:tags r:id="rId1"/>
            </p:custDataLst>
          </p:nvPr>
        </p:nvSpPr>
        <p:spPr/>
        <p:txBody>
          <a:bodyPr/>
          <a:lstStyle/>
          <a:p>
            <a:r>
              <a:rPr lang="fr-CA" dirty="0"/>
              <a:t>Store</a:t>
            </a:r>
            <a:endParaRPr lang="en-CA" dirty="0"/>
          </a:p>
        </p:txBody>
      </p:sp>
      <p:sp>
        <p:nvSpPr>
          <p:cNvPr id="6" name="Content Placeholder 2">
            <a:extLst>
              <a:ext uri="{FF2B5EF4-FFF2-40B4-BE49-F238E27FC236}">
                <a16:creationId xmlns:a16="http://schemas.microsoft.com/office/drawing/2014/main" id="{24DC5C10-1C07-4DEC-94BD-1CC70983C6F8}"/>
              </a:ext>
            </a:extLst>
          </p:cNvPr>
          <p:cNvSpPr>
            <a:spLocks noGrp="1"/>
          </p:cNvSpPr>
          <p:nvPr>
            <p:ph idx="1"/>
            <p:custDataLst>
              <p:tags r:id="rId2"/>
            </p:custDataLst>
          </p:nvPr>
        </p:nvSpPr>
        <p:spPr>
          <a:xfrm>
            <a:off x="838200" y="1197963"/>
            <a:ext cx="6127376" cy="4338313"/>
          </a:xfrm>
        </p:spPr>
        <p:txBody>
          <a:bodyPr/>
          <a:lstStyle/>
          <a:p>
            <a:pPr marL="457200" indent="-457200" algn="just">
              <a:lnSpc>
                <a:spcPct val="150000"/>
              </a:lnSpc>
              <a:buFont typeface="+mj-lt"/>
              <a:buAutoNum type="arabicPeriod" startAt="7"/>
            </a:pPr>
            <a:r>
              <a:rPr lang="en-US" dirty="0"/>
              <a:t>Eventually, change the quantity if, for any reason, it is not possible to store the entire quantity.  In such a situation, the remaining quantities will be stored later.</a:t>
            </a:r>
          </a:p>
          <a:p>
            <a:pPr marL="457200" indent="-457200" algn="just">
              <a:lnSpc>
                <a:spcPct val="150000"/>
              </a:lnSpc>
              <a:buFont typeface="+mj-lt"/>
              <a:buAutoNum type="arabicPeriod" startAt="7"/>
            </a:pPr>
            <a:r>
              <a:rPr lang="en-US" dirty="0"/>
              <a:t>If the quantity has been changed, enter a valid reason code (e.g., RMAX for “</a:t>
            </a:r>
            <a:r>
              <a:rPr lang="en-CA" dirty="0"/>
              <a:t>Replenishment Quantity Maximization”)</a:t>
            </a:r>
            <a:endParaRPr lang="en-US" dirty="0"/>
          </a:p>
          <a:p>
            <a:pPr marL="457200" indent="-457200" algn="just">
              <a:lnSpc>
                <a:spcPct val="150000"/>
              </a:lnSpc>
              <a:buFont typeface="+mj-lt"/>
              <a:buAutoNum type="arabicPeriod" startAt="7"/>
            </a:pPr>
            <a:r>
              <a:rPr lang="en-US" dirty="0"/>
              <a:t>Click Continue. </a:t>
            </a:r>
          </a:p>
        </p:txBody>
      </p:sp>
      <p:pic>
        <p:nvPicPr>
          <p:cNvPr id="4" name="Picture 3">
            <a:extLst>
              <a:ext uri="{FF2B5EF4-FFF2-40B4-BE49-F238E27FC236}">
                <a16:creationId xmlns:a16="http://schemas.microsoft.com/office/drawing/2014/main" id="{E08407FB-E832-4FD0-84C2-74BE0201FE76}"/>
              </a:ext>
            </a:extLst>
          </p:cNvPr>
          <p:cNvPicPr>
            <a:picLocks noChangeAspect="1"/>
          </p:cNvPicPr>
          <p:nvPr>
            <p:custDataLst>
              <p:tags r:id="rId3"/>
            </p:custDataLst>
          </p:nvPr>
        </p:nvPicPr>
        <p:blipFill>
          <a:blip r:embed="rId6"/>
          <a:stretch>
            <a:fillRect/>
          </a:stretch>
        </p:blipFill>
        <p:spPr>
          <a:xfrm>
            <a:off x="7448448" y="827680"/>
            <a:ext cx="3249338" cy="5078878"/>
          </a:xfrm>
          <a:prstGeom prst="rect">
            <a:avLst/>
          </a:prstGeom>
        </p:spPr>
      </p:pic>
    </p:spTree>
    <p:extLst>
      <p:ext uri="{BB962C8B-B14F-4D97-AF65-F5344CB8AC3E}">
        <p14:creationId xmlns:p14="http://schemas.microsoft.com/office/powerpoint/2010/main" val="2706913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7883D-DCB4-47EA-BB87-1DDA713788D2}"/>
              </a:ext>
            </a:extLst>
          </p:cNvPr>
          <p:cNvSpPr>
            <a:spLocks noGrp="1"/>
          </p:cNvSpPr>
          <p:nvPr>
            <p:ph type="title"/>
            <p:custDataLst>
              <p:tags r:id="rId1"/>
            </p:custDataLst>
          </p:nvPr>
        </p:nvSpPr>
        <p:spPr/>
        <p:txBody>
          <a:bodyPr/>
          <a:lstStyle/>
          <a:p>
            <a:r>
              <a:rPr lang="fr-CA" dirty="0"/>
              <a:t>Store</a:t>
            </a:r>
            <a:endParaRPr lang="en-CA" dirty="0"/>
          </a:p>
        </p:txBody>
      </p:sp>
      <p:sp>
        <p:nvSpPr>
          <p:cNvPr id="3" name="Content Placeholder 2">
            <a:extLst>
              <a:ext uri="{FF2B5EF4-FFF2-40B4-BE49-F238E27FC236}">
                <a16:creationId xmlns:a16="http://schemas.microsoft.com/office/drawing/2014/main" id="{8CCEFA39-C2A0-482F-AF40-CA9F1CB0FAC8}"/>
              </a:ext>
            </a:extLst>
          </p:cNvPr>
          <p:cNvSpPr>
            <a:spLocks noGrp="1"/>
          </p:cNvSpPr>
          <p:nvPr>
            <p:ph idx="1"/>
            <p:custDataLst>
              <p:tags r:id="rId2"/>
            </p:custDataLst>
          </p:nvPr>
        </p:nvSpPr>
        <p:spPr>
          <a:xfrm>
            <a:off x="581526" y="1412306"/>
            <a:ext cx="10772274" cy="4351338"/>
          </a:xfrm>
        </p:spPr>
        <p:txBody>
          <a:bodyPr/>
          <a:lstStyle/>
          <a:p>
            <a:pPr marL="457200" indent="-457200" algn="just">
              <a:lnSpc>
                <a:spcPct val="150000"/>
              </a:lnSpc>
              <a:buFont typeface="+mj-lt"/>
              <a:buAutoNum type="arabicPeriod" startAt="10"/>
              <a:defRPr/>
            </a:pPr>
            <a:r>
              <a:rPr lang="en-US" dirty="0"/>
              <a:t>Once all the store commands have been completed, click Close in the top right corner of the page.</a:t>
            </a:r>
          </a:p>
          <a:p>
            <a:pPr marL="457200" indent="-457200" algn="just">
              <a:lnSpc>
                <a:spcPct val="150000"/>
              </a:lnSpc>
              <a:buFont typeface="+mj-lt"/>
              <a:buAutoNum type="arabicPeriod" startAt="10"/>
              <a:defRPr/>
            </a:pPr>
            <a:endParaRPr lang="en-US" dirty="0"/>
          </a:p>
          <a:p>
            <a:pPr marL="0" indent="0" algn="just">
              <a:lnSpc>
                <a:spcPct val="150000"/>
              </a:lnSpc>
              <a:buNone/>
              <a:defRPr/>
            </a:pPr>
            <a:endParaRPr lang="fr-FR" dirty="0"/>
          </a:p>
          <a:p>
            <a:pPr marL="457200" lvl="1" indent="-457200" algn="just">
              <a:lnSpc>
                <a:spcPct val="150000"/>
              </a:lnSpc>
              <a:spcBef>
                <a:spcPts val="1000"/>
              </a:spcBef>
              <a:buFont typeface="Wingdings" panose="05000000000000000000" pitchFamily="2" charset="2"/>
              <a:buChar char="ü"/>
              <a:defRPr/>
            </a:pPr>
            <a:r>
              <a:rPr lang="en-US" sz="2400" dirty="0"/>
              <a:t> You have now completed the store process. The system will update inventory records to reflect the new location of the product. </a:t>
            </a:r>
            <a:endParaRPr lang="fr-FR" dirty="0"/>
          </a:p>
          <a:p>
            <a:pPr algn="just"/>
            <a:endParaRPr lang="en-CA" dirty="0"/>
          </a:p>
        </p:txBody>
      </p:sp>
      <p:pic>
        <p:nvPicPr>
          <p:cNvPr id="7" name="Picture 6">
            <a:extLst>
              <a:ext uri="{FF2B5EF4-FFF2-40B4-BE49-F238E27FC236}">
                <a16:creationId xmlns:a16="http://schemas.microsoft.com/office/drawing/2014/main" id="{088BF1FB-0C6A-4B80-8BF0-023DB4C5EEB4}"/>
              </a:ext>
            </a:extLst>
          </p:cNvPr>
          <p:cNvPicPr>
            <a:picLocks noChangeAspect="1"/>
          </p:cNvPicPr>
          <p:nvPr>
            <p:custDataLst>
              <p:tags r:id="rId3"/>
            </p:custDataLst>
          </p:nvPr>
        </p:nvPicPr>
        <p:blipFill>
          <a:blip r:embed="rId6"/>
          <a:stretch>
            <a:fillRect/>
          </a:stretch>
        </p:blipFill>
        <p:spPr>
          <a:xfrm>
            <a:off x="581526" y="2923657"/>
            <a:ext cx="10956758" cy="505343"/>
          </a:xfrm>
          <a:prstGeom prst="rect">
            <a:avLst/>
          </a:prstGeom>
        </p:spPr>
      </p:pic>
    </p:spTree>
    <p:extLst>
      <p:ext uri="{BB962C8B-B14F-4D97-AF65-F5344CB8AC3E}">
        <p14:creationId xmlns:p14="http://schemas.microsoft.com/office/powerpoint/2010/main" val="3813398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Inventory Move</a:t>
            </a:r>
          </a:p>
        </p:txBody>
      </p:sp>
    </p:spTree>
    <p:extLst>
      <p:ext uri="{BB962C8B-B14F-4D97-AF65-F5344CB8AC3E}">
        <p14:creationId xmlns:p14="http://schemas.microsoft.com/office/powerpoint/2010/main" val="4159938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5E25-572D-44D3-9790-746B0CE380B8}"/>
              </a:ext>
            </a:extLst>
          </p:cNvPr>
          <p:cNvSpPr>
            <a:spLocks noGrp="1"/>
          </p:cNvSpPr>
          <p:nvPr>
            <p:ph type="title"/>
            <p:custDataLst>
              <p:tags r:id="rId1"/>
            </p:custDataLst>
          </p:nvPr>
        </p:nvSpPr>
        <p:spPr/>
        <p:txBody>
          <a:bodyPr/>
          <a:lstStyle/>
          <a:p>
            <a:r>
              <a:rPr lang="fr-CA" dirty="0"/>
              <a:t>Inventory Move</a:t>
            </a:r>
            <a:endParaRPr lang="en-CA" dirty="0"/>
          </a:p>
        </p:txBody>
      </p:sp>
      <p:sp>
        <p:nvSpPr>
          <p:cNvPr id="3" name="Content Placeholder 2">
            <a:extLst>
              <a:ext uri="{FF2B5EF4-FFF2-40B4-BE49-F238E27FC236}">
                <a16:creationId xmlns:a16="http://schemas.microsoft.com/office/drawing/2014/main" id="{CA98C164-6E00-4AEF-95DD-0A4B15DD4B80}"/>
              </a:ext>
            </a:extLst>
          </p:cNvPr>
          <p:cNvSpPr>
            <a:spLocks noGrp="1"/>
          </p:cNvSpPr>
          <p:nvPr>
            <p:ph idx="1"/>
            <p:custDataLst>
              <p:tags r:id="rId2"/>
            </p:custDataLst>
          </p:nvPr>
        </p:nvSpPr>
        <p:spPr>
          <a:xfrm>
            <a:off x="838200" y="1386836"/>
            <a:ext cx="7487653" cy="4351338"/>
          </a:xfrm>
        </p:spPr>
        <p:txBody>
          <a:bodyPr/>
          <a:lstStyle/>
          <a:p>
            <a:pPr algn="just">
              <a:lnSpc>
                <a:spcPct val="150000"/>
              </a:lnSpc>
              <a:buFont typeface="Wingdings" panose="05000000000000000000" pitchFamily="2" charset="2"/>
              <a:buChar char="ü"/>
            </a:pPr>
            <a:r>
              <a:rPr lang="en-US" sz="2400" dirty="0"/>
              <a:t> Inventory Move is used to</a:t>
            </a:r>
            <a:r>
              <a:rPr lang="en-US" sz="2400" b="1" dirty="0"/>
              <a:t> move inventory from one location to another</a:t>
            </a:r>
            <a:r>
              <a:rPr lang="en-US" sz="2400" dirty="0"/>
              <a:t>. </a:t>
            </a:r>
            <a:r>
              <a:rPr lang="en-US" dirty="0"/>
              <a:t>This is performed using a mobile device. </a:t>
            </a:r>
          </a:p>
          <a:p>
            <a:pPr marL="0" indent="0" algn="just">
              <a:lnSpc>
                <a:spcPct val="150000"/>
              </a:lnSpc>
              <a:buNone/>
            </a:pPr>
            <a:endParaRPr lang="en-US" sz="1000" dirty="0"/>
          </a:p>
          <a:p>
            <a:pPr marL="457200" indent="-457200" algn="just">
              <a:lnSpc>
                <a:spcPct val="150000"/>
              </a:lnSpc>
              <a:buFont typeface="+mj-lt"/>
              <a:buAutoNum type="arabicPeriod"/>
            </a:pPr>
            <a:r>
              <a:rPr lang="en-US" dirty="0"/>
              <a:t>With a </a:t>
            </a:r>
            <a:r>
              <a:rPr lang="en-US" u="sng" dirty="0"/>
              <a:t>mobile device</a:t>
            </a:r>
            <a:r>
              <a:rPr lang="en-US" dirty="0"/>
              <a:t>, select the </a:t>
            </a:r>
            <a:r>
              <a:rPr lang="en-US" b="1" dirty="0"/>
              <a:t>Inventory</a:t>
            </a:r>
            <a:r>
              <a:rPr lang="en-US" dirty="0"/>
              <a:t> resource.</a:t>
            </a:r>
            <a:endParaRPr lang="en-US" b="1" dirty="0"/>
          </a:p>
          <a:p>
            <a:pPr marL="457200" indent="-457200" algn="just">
              <a:lnSpc>
                <a:spcPct val="150000"/>
              </a:lnSpc>
              <a:buFont typeface="+mj-lt"/>
              <a:buAutoNum type="arabicPeriod"/>
            </a:pPr>
            <a:r>
              <a:rPr lang="en-US" dirty="0"/>
              <a:t>Under the Inventory resource, click on </a:t>
            </a:r>
            <a:r>
              <a:rPr lang="en-US" b="1" dirty="0"/>
              <a:t>Move.</a:t>
            </a:r>
          </a:p>
          <a:p>
            <a:pPr marL="0" indent="0" algn="just">
              <a:lnSpc>
                <a:spcPct val="150000"/>
              </a:lnSpc>
              <a:buNone/>
            </a:pPr>
            <a:endParaRPr lang="en-US" sz="2400" dirty="0"/>
          </a:p>
          <a:p>
            <a:pPr marL="0" indent="0">
              <a:lnSpc>
                <a:spcPct val="150000"/>
              </a:lnSpc>
              <a:buNone/>
            </a:pPr>
            <a:endParaRPr lang="en-CA" dirty="0"/>
          </a:p>
        </p:txBody>
      </p:sp>
      <p:pic>
        <p:nvPicPr>
          <p:cNvPr id="6" name="Picture 5">
            <a:extLst>
              <a:ext uri="{FF2B5EF4-FFF2-40B4-BE49-F238E27FC236}">
                <a16:creationId xmlns:a16="http://schemas.microsoft.com/office/drawing/2014/main" id="{2A48CD36-08B4-447E-9E01-4DA7F89B497C}"/>
              </a:ext>
            </a:extLst>
          </p:cNvPr>
          <p:cNvPicPr>
            <a:picLocks noChangeAspect="1"/>
          </p:cNvPicPr>
          <p:nvPr>
            <p:custDataLst>
              <p:tags r:id="rId3"/>
            </p:custDataLst>
          </p:nvPr>
        </p:nvPicPr>
        <p:blipFill>
          <a:blip r:embed="rId5"/>
          <a:stretch>
            <a:fillRect/>
          </a:stretch>
        </p:blipFill>
        <p:spPr>
          <a:xfrm>
            <a:off x="8506312" y="688602"/>
            <a:ext cx="2667028" cy="5049572"/>
          </a:xfrm>
          <a:prstGeom prst="rect">
            <a:avLst/>
          </a:prstGeom>
        </p:spPr>
      </p:pic>
    </p:spTree>
    <p:extLst>
      <p:ext uri="{BB962C8B-B14F-4D97-AF65-F5344CB8AC3E}">
        <p14:creationId xmlns:p14="http://schemas.microsoft.com/office/powerpoint/2010/main" val="3539404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0390F-4B90-420D-AEC8-096576E6FA26}"/>
              </a:ext>
            </a:extLst>
          </p:cNvPr>
          <p:cNvSpPr>
            <a:spLocks noGrp="1"/>
          </p:cNvSpPr>
          <p:nvPr>
            <p:ph type="title"/>
            <p:custDataLst>
              <p:tags r:id="rId1"/>
            </p:custDataLst>
          </p:nvPr>
        </p:nvSpPr>
        <p:spPr/>
        <p:txBody>
          <a:bodyPr/>
          <a:lstStyle/>
          <a:p>
            <a:r>
              <a:rPr lang="fr-CA" dirty="0"/>
              <a:t>Inventory Move</a:t>
            </a:r>
            <a:br>
              <a:rPr lang="fr-CA" dirty="0"/>
            </a:br>
            <a:endParaRPr lang="en-CA" dirty="0"/>
          </a:p>
        </p:txBody>
      </p:sp>
      <p:sp>
        <p:nvSpPr>
          <p:cNvPr id="3" name="Content Placeholder 2">
            <a:extLst>
              <a:ext uri="{FF2B5EF4-FFF2-40B4-BE49-F238E27FC236}">
                <a16:creationId xmlns:a16="http://schemas.microsoft.com/office/drawing/2014/main" id="{4166D65E-E314-473C-B73C-28E800ABCD27}"/>
              </a:ext>
            </a:extLst>
          </p:cNvPr>
          <p:cNvSpPr>
            <a:spLocks noGrp="1"/>
          </p:cNvSpPr>
          <p:nvPr>
            <p:ph idx="1"/>
            <p:custDataLst>
              <p:tags r:id="rId2"/>
            </p:custDataLst>
          </p:nvPr>
        </p:nvSpPr>
        <p:spPr>
          <a:xfrm>
            <a:off x="838200" y="1071649"/>
            <a:ext cx="5402179" cy="4351338"/>
          </a:xfrm>
        </p:spPr>
        <p:txBody>
          <a:bodyPr/>
          <a:lstStyle/>
          <a:p>
            <a:pPr marL="457200" lvl="1" indent="-457200" algn="just">
              <a:lnSpc>
                <a:spcPct val="150000"/>
              </a:lnSpc>
              <a:buFont typeface="+mj-lt"/>
              <a:buAutoNum type="arabicPeriod" startAt="3"/>
            </a:pPr>
            <a:r>
              <a:rPr lang="en-US" sz="2400" dirty="0"/>
              <a:t>Enter the Tag or the Container.</a:t>
            </a:r>
          </a:p>
          <a:p>
            <a:pPr marL="457200" lvl="1" indent="-457200" algn="just">
              <a:lnSpc>
                <a:spcPct val="150000"/>
              </a:lnSpc>
              <a:buFont typeface="+mj-lt"/>
              <a:buAutoNum type="arabicPeriod" startAt="3"/>
            </a:pPr>
            <a:r>
              <a:rPr lang="en-US" sz="2400" dirty="0"/>
              <a:t>Usually, the Requested Location is left blank. The location of the product will be thus determined according to the storage rules previously defined. If desired, specify the Requested Location to force the product to be stored in a specific location. </a:t>
            </a:r>
          </a:p>
          <a:p>
            <a:pPr marL="457200" lvl="1" indent="-457200" algn="just">
              <a:lnSpc>
                <a:spcPct val="150000"/>
              </a:lnSpc>
              <a:buFont typeface="+mj-lt"/>
              <a:buAutoNum type="arabicPeriod" startAt="3"/>
            </a:pPr>
            <a:r>
              <a:rPr lang="en-US" sz="2400" dirty="0"/>
              <a:t>Click Continue. </a:t>
            </a:r>
          </a:p>
          <a:p>
            <a:pPr marL="0" lvl="1" indent="0" algn="just">
              <a:lnSpc>
                <a:spcPct val="150000"/>
              </a:lnSpc>
              <a:buNone/>
            </a:pPr>
            <a:r>
              <a:rPr lang="en-US" sz="2400" dirty="0">
                <a:latin typeface="Abadi" panose="020B0604020104020204" pitchFamily="34" charset="0"/>
              </a:rPr>
              <a:t> </a:t>
            </a:r>
          </a:p>
        </p:txBody>
      </p:sp>
      <p:pic>
        <p:nvPicPr>
          <p:cNvPr id="5" name="Picture 4">
            <a:extLst>
              <a:ext uri="{FF2B5EF4-FFF2-40B4-BE49-F238E27FC236}">
                <a16:creationId xmlns:a16="http://schemas.microsoft.com/office/drawing/2014/main" id="{058C95B1-E710-42C9-AF94-71881DF3B9AD}"/>
              </a:ext>
            </a:extLst>
          </p:cNvPr>
          <p:cNvPicPr>
            <a:picLocks noChangeAspect="1"/>
          </p:cNvPicPr>
          <p:nvPr>
            <p:custDataLst>
              <p:tags r:id="rId3"/>
            </p:custDataLst>
          </p:nvPr>
        </p:nvPicPr>
        <p:blipFill>
          <a:blip r:embed="rId5"/>
          <a:stretch>
            <a:fillRect/>
          </a:stretch>
        </p:blipFill>
        <p:spPr>
          <a:xfrm>
            <a:off x="6854555" y="749400"/>
            <a:ext cx="3326399" cy="5359199"/>
          </a:xfrm>
          <a:prstGeom prst="rect">
            <a:avLst/>
          </a:prstGeom>
        </p:spPr>
      </p:pic>
    </p:spTree>
    <p:extLst>
      <p:ext uri="{BB962C8B-B14F-4D97-AF65-F5344CB8AC3E}">
        <p14:creationId xmlns:p14="http://schemas.microsoft.com/office/powerpoint/2010/main" val="1616034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0390F-4B90-420D-AEC8-096576E6FA26}"/>
              </a:ext>
            </a:extLst>
          </p:cNvPr>
          <p:cNvSpPr>
            <a:spLocks noGrp="1"/>
          </p:cNvSpPr>
          <p:nvPr>
            <p:ph type="title"/>
            <p:custDataLst>
              <p:tags r:id="rId1"/>
            </p:custDataLst>
          </p:nvPr>
        </p:nvSpPr>
        <p:spPr/>
        <p:txBody>
          <a:bodyPr/>
          <a:lstStyle/>
          <a:p>
            <a:r>
              <a:rPr lang="fr-CA" dirty="0"/>
              <a:t>Inventory Move</a:t>
            </a:r>
            <a:br>
              <a:rPr lang="fr-CA" dirty="0"/>
            </a:br>
            <a:endParaRPr lang="en-CA" dirty="0"/>
          </a:p>
        </p:txBody>
      </p:sp>
      <p:sp>
        <p:nvSpPr>
          <p:cNvPr id="4" name="Content Placeholder 2">
            <a:extLst>
              <a:ext uri="{FF2B5EF4-FFF2-40B4-BE49-F238E27FC236}">
                <a16:creationId xmlns:a16="http://schemas.microsoft.com/office/drawing/2014/main" id="{5618DB27-6C83-4865-9A9C-B2A32DDE71D3}"/>
              </a:ext>
            </a:extLst>
          </p:cNvPr>
          <p:cNvSpPr>
            <a:spLocks noGrp="1"/>
          </p:cNvSpPr>
          <p:nvPr>
            <p:ph idx="1"/>
            <p:custDataLst>
              <p:tags r:id="rId2"/>
            </p:custDataLst>
          </p:nvPr>
        </p:nvSpPr>
        <p:spPr>
          <a:xfrm>
            <a:off x="838200" y="1235241"/>
            <a:ext cx="5690937" cy="4187745"/>
          </a:xfrm>
        </p:spPr>
        <p:txBody>
          <a:bodyPr/>
          <a:lstStyle/>
          <a:p>
            <a:pPr marL="457200" lvl="1" indent="-457200">
              <a:lnSpc>
                <a:spcPct val="150000"/>
              </a:lnSpc>
              <a:buFont typeface="+mj-lt"/>
              <a:buAutoNum type="arabicPeriod" startAt="6"/>
            </a:pPr>
            <a:r>
              <a:rPr lang="en-US" sz="2400" dirty="0"/>
              <a:t>Confirm the drop-off point. </a:t>
            </a:r>
          </a:p>
          <a:p>
            <a:pPr marL="457200" lvl="1" indent="-457200">
              <a:lnSpc>
                <a:spcPct val="150000"/>
              </a:lnSpc>
              <a:buFont typeface="+mj-lt"/>
              <a:buAutoNum type="arabicPeriod" startAt="6"/>
            </a:pPr>
            <a:r>
              <a:rPr lang="en-US" sz="2400" dirty="0"/>
              <a:t>Then, click Continue. </a:t>
            </a:r>
          </a:p>
          <a:p>
            <a:pPr marL="457200" lvl="1" indent="-457200">
              <a:lnSpc>
                <a:spcPct val="150000"/>
              </a:lnSpc>
              <a:buFont typeface="+mj-lt"/>
              <a:buAutoNum type="arabicPeriod" startAt="6"/>
            </a:pPr>
            <a:endParaRPr lang="en-US" sz="2400" dirty="0"/>
          </a:p>
        </p:txBody>
      </p:sp>
      <p:pic>
        <p:nvPicPr>
          <p:cNvPr id="5" name="Picture 4">
            <a:extLst>
              <a:ext uri="{FF2B5EF4-FFF2-40B4-BE49-F238E27FC236}">
                <a16:creationId xmlns:a16="http://schemas.microsoft.com/office/drawing/2014/main" id="{DEEB6D98-1639-4E1E-8B09-D64929FBF841}"/>
              </a:ext>
            </a:extLst>
          </p:cNvPr>
          <p:cNvPicPr>
            <a:picLocks noChangeAspect="1"/>
          </p:cNvPicPr>
          <p:nvPr>
            <p:custDataLst>
              <p:tags r:id="rId3"/>
            </p:custDataLst>
          </p:nvPr>
        </p:nvPicPr>
        <p:blipFill>
          <a:blip r:embed="rId5"/>
          <a:stretch>
            <a:fillRect/>
          </a:stretch>
        </p:blipFill>
        <p:spPr>
          <a:xfrm>
            <a:off x="6701589" y="777909"/>
            <a:ext cx="3335593" cy="5302182"/>
          </a:xfrm>
          <a:prstGeom prst="rect">
            <a:avLst/>
          </a:prstGeom>
        </p:spPr>
      </p:pic>
    </p:spTree>
    <p:extLst>
      <p:ext uri="{BB962C8B-B14F-4D97-AF65-F5344CB8AC3E}">
        <p14:creationId xmlns:p14="http://schemas.microsoft.com/office/powerpoint/2010/main" val="3584324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0390F-4B90-420D-AEC8-096576E6FA26}"/>
              </a:ext>
            </a:extLst>
          </p:cNvPr>
          <p:cNvSpPr>
            <a:spLocks noGrp="1"/>
          </p:cNvSpPr>
          <p:nvPr>
            <p:ph type="title"/>
            <p:custDataLst>
              <p:tags r:id="rId1"/>
            </p:custDataLst>
          </p:nvPr>
        </p:nvSpPr>
        <p:spPr/>
        <p:txBody>
          <a:bodyPr/>
          <a:lstStyle/>
          <a:p>
            <a:r>
              <a:rPr lang="fr-CA" dirty="0"/>
              <a:t>Inventory Move</a:t>
            </a:r>
            <a:br>
              <a:rPr lang="fr-CA" dirty="0"/>
            </a:br>
            <a:endParaRPr lang="en-CA" dirty="0"/>
          </a:p>
        </p:txBody>
      </p:sp>
      <p:sp>
        <p:nvSpPr>
          <p:cNvPr id="4" name="Content Placeholder 2">
            <a:extLst>
              <a:ext uri="{FF2B5EF4-FFF2-40B4-BE49-F238E27FC236}">
                <a16:creationId xmlns:a16="http://schemas.microsoft.com/office/drawing/2014/main" id="{5618DB27-6C83-4865-9A9C-B2A32DDE71D3}"/>
              </a:ext>
            </a:extLst>
          </p:cNvPr>
          <p:cNvSpPr>
            <a:spLocks noGrp="1"/>
          </p:cNvSpPr>
          <p:nvPr>
            <p:ph idx="1"/>
            <p:custDataLst>
              <p:tags r:id="rId2"/>
            </p:custDataLst>
          </p:nvPr>
        </p:nvSpPr>
        <p:spPr>
          <a:xfrm>
            <a:off x="831983" y="1235241"/>
            <a:ext cx="5697154" cy="4187745"/>
          </a:xfrm>
        </p:spPr>
        <p:txBody>
          <a:bodyPr/>
          <a:lstStyle/>
          <a:p>
            <a:pPr marL="0" lvl="1" indent="0" algn="just">
              <a:lnSpc>
                <a:spcPct val="150000"/>
              </a:lnSpc>
              <a:buNone/>
            </a:pPr>
            <a:r>
              <a:rPr lang="en-US" sz="2400" dirty="0"/>
              <a:t>Additional note – </a:t>
            </a:r>
            <a:r>
              <a:rPr lang="en-US" sz="2400" b="1" dirty="0"/>
              <a:t>A partial quantity may be moved</a:t>
            </a:r>
            <a:r>
              <a:rPr lang="en-US" sz="2400" dirty="0"/>
              <a:t>. In that case, in the Store Tag Command page:</a:t>
            </a:r>
          </a:p>
          <a:p>
            <a:pPr marL="457200" lvl="1" indent="-457200">
              <a:lnSpc>
                <a:spcPct val="150000"/>
              </a:lnSpc>
              <a:buFont typeface="+mj-lt"/>
              <a:buAutoNum type="arabicPeriod"/>
            </a:pPr>
            <a:r>
              <a:rPr lang="en-US" sz="2400" dirty="0"/>
              <a:t> Confirm the drop-off point.</a:t>
            </a:r>
          </a:p>
          <a:p>
            <a:pPr marL="457200" lvl="1" indent="-457200">
              <a:lnSpc>
                <a:spcPct val="150000"/>
              </a:lnSpc>
              <a:buFont typeface="+mj-lt"/>
              <a:buAutoNum type="arabicPeriod"/>
            </a:pPr>
            <a:r>
              <a:rPr lang="en-US" sz="2400" dirty="0"/>
              <a:t>Change the Input Quantity.</a:t>
            </a:r>
          </a:p>
          <a:p>
            <a:pPr marL="457200" lvl="1" indent="-457200">
              <a:lnSpc>
                <a:spcPct val="150000"/>
              </a:lnSpc>
              <a:buFont typeface="+mj-lt"/>
              <a:buAutoNum type="arabicPeriod"/>
            </a:pPr>
            <a:r>
              <a:rPr lang="en-US" sz="2400" dirty="0"/>
              <a:t>Enter a Reason code,</a:t>
            </a:r>
          </a:p>
          <a:p>
            <a:pPr marL="457200" lvl="1" indent="-457200">
              <a:lnSpc>
                <a:spcPct val="150000"/>
              </a:lnSpc>
              <a:buFont typeface="+mj-lt"/>
              <a:buAutoNum type="arabicPeriod"/>
            </a:pPr>
            <a:r>
              <a:rPr lang="en-US" sz="2400" dirty="0"/>
              <a:t>And click Continue. </a:t>
            </a:r>
          </a:p>
          <a:p>
            <a:pPr marL="0" lvl="1" indent="0">
              <a:lnSpc>
                <a:spcPct val="150000"/>
              </a:lnSpc>
              <a:buNone/>
            </a:pPr>
            <a:endParaRPr lang="en-US" sz="2400" dirty="0"/>
          </a:p>
        </p:txBody>
      </p:sp>
      <p:pic>
        <p:nvPicPr>
          <p:cNvPr id="5" name="Picture 4">
            <a:extLst>
              <a:ext uri="{FF2B5EF4-FFF2-40B4-BE49-F238E27FC236}">
                <a16:creationId xmlns:a16="http://schemas.microsoft.com/office/drawing/2014/main" id="{5F18367F-F749-470D-8CD3-E3C3F6FEBAEC}"/>
              </a:ext>
            </a:extLst>
          </p:cNvPr>
          <p:cNvPicPr>
            <a:picLocks noChangeAspect="1"/>
          </p:cNvPicPr>
          <p:nvPr>
            <p:custDataLst>
              <p:tags r:id="rId3"/>
            </p:custDataLst>
          </p:nvPr>
        </p:nvPicPr>
        <p:blipFill>
          <a:blip r:embed="rId5"/>
          <a:stretch>
            <a:fillRect/>
          </a:stretch>
        </p:blipFill>
        <p:spPr>
          <a:xfrm>
            <a:off x="6791137" y="899681"/>
            <a:ext cx="4950168" cy="5058638"/>
          </a:xfrm>
          <a:prstGeom prst="rect">
            <a:avLst/>
          </a:prstGeom>
        </p:spPr>
      </p:pic>
    </p:spTree>
    <p:extLst>
      <p:ext uri="{BB962C8B-B14F-4D97-AF65-F5344CB8AC3E}">
        <p14:creationId xmlns:p14="http://schemas.microsoft.com/office/powerpoint/2010/main" val="54522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0390F-4B90-420D-AEC8-096576E6FA26}"/>
              </a:ext>
            </a:extLst>
          </p:cNvPr>
          <p:cNvSpPr>
            <a:spLocks noGrp="1"/>
          </p:cNvSpPr>
          <p:nvPr>
            <p:ph type="title"/>
            <p:custDataLst>
              <p:tags r:id="rId1"/>
            </p:custDataLst>
          </p:nvPr>
        </p:nvSpPr>
        <p:spPr/>
        <p:txBody>
          <a:bodyPr/>
          <a:lstStyle/>
          <a:p>
            <a:r>
              <a:rPr lang="fr-CA"/>
              <a:t>Inventory Move</a:t>
            </a:r>
            <a:br>
              <a:rPr lang="fr-CA"/>
            </a:br>
            <a:endParaRPr lang="en-CA" dirty="0"/>
          </a:p>
        </p:txBody>
      </p:sp>
      <p:sp>
        <p:nvSpPr>
          <p:cNvPr id="4" name="Content Placeholder 2">
            <a:extLst>
              <a:ext uri="{FF2B5EF4-FFF2-40B4-BE49-F238E27FC236}">
                <a16:creationId xmlns:a16="http://schemas.microsoft.com/office/drawing/2014/main" id="{5618DB27-6C83-4865-9A9C-B2A32DDE71D3}"/>
              </a:ext>
            </a:extLst>
          </p:cNvPr>
          <p:cNvSpPr>
            <a:spLocks noGrp="1"/>
          </p:cNvSpPr>
          <p:nvPr>
            <p:ph idx="1"/>
            <p:custDataLst>
              <p:tags r:id="rId2"/>
            </p:custDataLst>
          </p:nvPr>
        </p:nvSpPr>
        <p:spPr>
          <a:xfrm>
            <a:off x="586596" y="1235241"/>
            <a:ext cx="6648717" cy="4187745"/>
          </a:xfrm>
        </p:spPr>
        <p:txBody>
          <a:bodyPr/>
          <a:lstStyle/>
          <a:p>
            <a:pPr marL="0" lvl="1" indent="0" algn="just">
              <a:lnSpc>
                <a:spcPct val="130000"/>
              </a:lnSpc>
              <a:buNone/>
            </a:pPr>
            <a:r>
              <a:rPr lang="en-US" sz="2100" dirty="0"/>
              <a:t>Additional note – </a:t>
            </a:r>
            <a:r>
              <a:rPr lang="en-US" sz="2100" b="1" dirty="0"/>
              <a:t>The destination location can be overridden</a:t>
            </a:r>
            <a:r>
              <a:rPr lang="en-US" sz="2100" dirty="0"/>
              <a:t>. In that case, in the Store Tag Command page:</a:t>
            </a:r>
          </a:p>
          <a:p>
            <a:pPr marL="457200" lvl="1" indent="-457200" algn="just">
              <a:lnSpc>
                <a:spcPct val="130000"/>
              </a:lnSpc>
              <a:buFont typeface="+mj-lt"/>
              <a:buAutoNum type="arabicPeriod"/>
            </a:pPr>
            <a:r>
              <a:rPr lang="en-US" sz="2100" dirty="0"/>
              <a:t> Confirm the new drop-off point.</a:t>
            </a:r>
          </a:p>
          <a:p>
            <a:pPr marL="457200" lvl="1" indent="-457200" algn="just">
              <a:lnSpc>
                <a:spcPct val="130000"/>
              </a:lnSpc>
              <a:buFont typeface="+mj-lt"/>
              <a:buAutoNum type="arabicPeriod"/>
            </a:pPr>
            <a:r>
              <a:rPr lang="en-US" sz="2100" dirty="0"/>
              <a:t>If applicable, change the Final location to No.</a:t>
            </a:r>
          </a:p>
          <a:p>
            <a:pPr marL="457200" lvl="1" indent="-457200" algn="just">
              <a:lnSpc>
                <a:spcPct val="130000"/>
              </a:lnSpc>
              <a:buFont typeface="+mj-lt"/>
              <a:buAutoNum type="arabicPeriod"/>
            </a:pPr>
            <a:r>
              <a:rPr lang="en-US" sz="2100" dirty="0"/>
              <a:t>Click Continue.</a:t>
            </a:r>
          </a:p>
          <a:p>
            <a:pPr marL="457200" lvl="1" indent="-457200" algn="just">
              <a:lnSpc>
                <a:spcPct val="130000"/>
              </a:lnSpc>
              <a:buFont typeface="+mj-lt"/>
              <a:buAutoNum type="arabicPeriod"/>
            </a:pPr>
            <a:r>
              <a:rPr lang="en-US" sz="2100" dirty="0"/>
              <a:t>A message to confirm will appear:</a:t>
            </a:r>
          </a:p>
          <a:p>
            <a:pPr marL="914400" lvl="2" indent="-457200" algn="just">
              <a:lnSpc>
                <a:spcPct val="130000"/>
              </a:lnSpc>
              <a:buFont typeface="Wingdings" panose="05000000000000000000" pitchFamily="2" charset="2"/>
              <a:buChar char="Ø"/>
            </a:pPr>
            <a:r>
              <a:rPr lang="en-US" sz="2100" dirty="0"/>
              <a:t>Select Yes to confirm this is the final location. The associated queued command will be deleted from the system. </a:t>
            </a:r>
          </a:p>
          <a:p>
            <a:pPr marL="914400" lvl="2" indent="-457200" algn="just">
              <a:lnSpc>
                <a:spcPct val="130000"/>
              </a:lnSpc>
              <a:buFont typeface="Wingdings" panose="05000000000000000000" pitchFamily="2" charset="2"/>
              <a:buChar char="Ø"/>
            </a:pPr>
            <a:r>
              <a:rPr lang="en-US" sz="2100" dirty="0"/>
              <a:t>Select No if this is not the final location. The queued command will be kept in the system. </a:t>
            </a:r>
          </a:p>
          <a:p>
            <a:pPr marL="0" lvl="1" indent="0">
              <a:lnSpc>
                <a:spcPct val="130000"/>
              </a:lnSpc>
              <a:buNone/>
            </a:pPr>
            <a:endParaRPr lang="en-US" sz="2000" dirty="0"/>
          </a:p>
          <a:p>
            <a:pPr marL="342900" lvl="1" indent="-342900">
              <a:lnSpc>
                <a:spcPct val="130000"/>
              </a:lnSpc>
              <a:buFont typeface="Wingdings" panose="05000000000000000000" pitchFamily="2" charset="2"/>
              <a:buChar char="Ø"/>
            </a:pPr>
            <a:endParaRPr lang="en-US" sz="2000" dirty="0"/>
          </a:p>
          <a:p>
            <a:pPr marL="342900" lvl="1" indent="-342900">
              <a:lnSpc>
                <a:spcPct val="130000"/>
              </a:lnSpc>
              <a:buFont typeface="Wingdings" panose="05000000000000000000" pitchFamily="2" charset="2"/>
              <a:buChar char="Ø"/>
            </a:pPr>
            <a:endParaRPr lang="en-US" sz="2000" dirty="0"/>
          </a:p>
          <a:p>
            <a:pPr marL="0" lvl="1" indent="0">
              <a:lnSpc>
                <a:spcPct val="130000"/>
              </a:lnSpc>
              <a:buNone/>
            </a:pPr>
            <a:endParaRPr lang="en-US" sz="2000" dirty="0"/>
          </a:p>
        </p:txBody>
      </p:sp>
      <p:pic>
        <p:nvPicPr>
          <p:cNvPr id="12" name="Picture 11">
            <a:extLst>
              <a:ext uri="{FF2B5EF4-FFF2-40B4-BE49-F238E27FC236}">
                <a16:creationId xmlns:a16="http://schemas.microsoft.com/office/drawing/2014/main" id="{296CC3C2-140C-42F5-B657-7500B0A65459}"/>
              </a:ext>
            </a:extLst>
          </p:cNvPr>
          <p:cNvPicPr>
            <a:picLocks noChangeAspect="1"/>
          </p:cNvPicPr>
          <p:nvPr>
            <p:custDataLst>
              <p:tags r:id="rId3"/>
            </p:custDataLst>
          </p:nvPr>
        </p:nvPicPr>
        <p:blipFill>
          <a:blip r:embed="rId7"/>
          <a:stretch>
            <a:fillRect/>
          </a:stretch>
        </p:blipFill>
        <p:spPr>
          <a:xfrm>
            <a:off x="7641551" y="5426112"/>
            <a:ext cx="3291968" cy="674123"/>
          </a:xfrm>
          <a:prstGeom prst="rect">
            <a:avLst/>
          </a:prstGeom>
        </p:spPr>
      </p:pic>
      <p:grpSp>
        <p:nvGrpSpPr>
          <p:cNvPr id="6" name="Group 5">
            <a:extLst>
              <a:ext uri="{FF2B5EF4-FFF2-40B4-BE49-F238E27FC236}">
                <a16:creationId xmlns:a16="http://schemas.microsoft.com/office/drawing/2014/main" id="{013DC44F-141B-41D7-962C-7C4EF2A92769}"/>
              </a:ext>
            </a:extLst>
          </p:cNvPr>
          <p:cNvGrpSpPr/>
          <p:nvPr>
            <p:custDataLst>
              <p:tags r:id="rId4"/>
            </p:custDataLst>
          </p:nvPr>
        </p:nvGrpSpPr>
        <p:grpSpPr>
          <a:xfrm>
            <a:off x="7610101" y="447464"/>
            <a:ext cx="3337461" cy="4822131"/>
            <a:chOff x="7610101" y="583944"/>
            <a:chExt cx="3337461" cy="4822131"/>
          </a:xfrm>
        </p:grpSpPr>
        <p:pic>
          <p:nvPicPr>
            <p:cNvPr id="11" name="Picture 10">
              <a:extLst>
                <a:ext uri="{FF2B5EF4-FFF2-40B4-BE49-F238E27FC236}">
                  <a16:creationId xmlns:a16="http://schemas.microsoft.com/office/drawing/2014/main" id="{A7998A0B-87A6-408A-B519-20573F459152}"/>
                </a:ext>
              </a:extLst>
            </p:cNvPr>
            <p:cNvPicPr>
              <a:picLocks noChangeAspect="1"/>
            </p:cNvPicPr>
            <p:nvPr/>
          </p:nvPicPr>
          <p:blipFill rotWithShape="1">
            <a:blip r:embed="rId8"/>
            <a:srcRect b="17972"/>
            <a:stretch/>
          </p:blipFill>
          <p:spPr>
            <a:xfrm>
              <a:off x="7655594" y="583944"/>
              <a:ext cx="3277925" cy="4377136"/>
            </a:xfrm>
            <a:prstGeom prst="rect">
              <a:avLst/>
            </a:prstGeom>
          </p:spPr>
        </p:pic>
        <p:pic>
          <p:nvPicPr>
            <p:cNvPr id="5" name="Picture 4">
              <a:extLst>
                <a:ext uri="{FF2B5EF4-FFF2-40B4-BE49-F238E27FC236}">
                  <a16:creationId xmlns:a16="http://schemas.microsoft.com/office/drawing/2014/main" id="{D9598942-6678-4C97-AA3C-B4BD7B3EC875}"/>
                </a:ext>
              </a:extLst>
            </p:cNvPr>
            <p:cNvPicPr>
              <a:picLocks noChangeAspect="1"/>
            </p:cNvPicPr>
            <p:nvPr/>
          </p:nvPicPr>
          <p:blipFill>
            <a:blip r:embed="rId9"/>
            <a:stretch>
              <a:fillRect/>
            </a:stretch>
          </p:blipFill>
          <p:spPr>
            <a:xfrm>
              <a:off x="7610101" y="4961080"/>
              <a:ext cx="3337461" cy="444995"/>
            </a:xfrm>
            <a:prstGeom prst="rect">
              <a:avLst/>
            </a:prstGeom>
          </p:spPr>
        </p:pic>
      </p:grpSp>
    </p:spTree>
    <p:extLst>
      <p:ext uri="{BB962C8B-B14F-4D97-AF65-F5344CB8AC3E}">
        <p14:creationId xmlns:p14="http://schemas.microsoft.com/office/powerpoint/2010/main" val="904944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Inventory Relocation</a:t>
            </a:r>
          </a:p>
        </p:txBody>
      </p:sp>
    </p:spTree>
    <p:extLst>
      <p:ext uri="{BB962C8B-B14F-4D97-AF65-F5344CB8AC3E}">
        <p14:creationId xmlns:p14="http://schemas.microsoft.com/office/powerpoint/2010/main" val="2922155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F2D9-6E38-4FF7-827A-1C81D9A15515}"/>
              </a:ext>
            </a:extLst>
          </p:cNvPr>
          <p:cNvSpPr>
            <a:spLocks noGrp="1"/>
          </p:cNvSpPr>
          <p:nvPr>
            <p:ph type="title"/>
            <p:custDataLst>
              <p:tags r:id="rId1"/>
            </p:custDataLst>
          </p:nvPr>
        </p:nvSpPr>
        <p:spPr/>
        <p:txBody>
          <a:bodyPr/>
          <a:lstStyle/>
          <a:p>
            <a:r>
              <a:rPr lang="fr-CA" dirty="0"/>
              <a:t>Inventory Relocation</a:t>
            </a:r>
            <a:endParaRPr lang="en-CA" dirty="0"/>
          </a:p>
        </p:txBody>
      </p:sp>
      <p:sp>
        <p:nvSpPr>
          <p:cNvPr id="3" name="Content Placeholder 2">
            <a:extLst>
              <a:ext uri="{FF2B5EF4-FFF2-40B4-BE49-F238E27FC236}">
                <a16:creationId xmlns:a16="http://schemas.microsoft.com/office/drawing/2014/main" id="{2A0DF5B9-CB55-4E13-806C-D973F8A4007C}"/>
              </a:ext>
            </a:extLst>
          </p:cNvPr>
          <p:cNvSpPr>
            <a:spLocks noGrp="1"/>
          </p:cNvSpPr>
          <p:nvPr>
            <p:ph idx="1"/>
            <p:custDataLst>
              <p:tags r:id="rId2"/>
            </p:custDataLst>
          </p:nvPr>
        </p:nvSpPr>
        <p:spPr>
          <a:xfrm>
            <a:off x="838200" y="1145047"/>
            <a:ext cx="6477000" cy="4351338"/>
          </a:xfrm>
        </p:spPr>
        <p:txBody>
          <a:bodyPr/>
          <a:lstStyle/>
          <a:p>
            <a:pPr algn="just">
              <a:lnSpc>
                <a:spcPct val="150000"/>
              </a:lnSpc>
              <a:buFont typeface="Wingdings" panose="05000000000000000000" pitchFamily="2" charset="2"/>
              <a:buChar char="ü"/>
            </a:pPr>
            <a:r>
              <a:rPr lang="en-US" dirty="0"/>
              <a:t> Inventory Relocation is </a:t>
            </a:r>
            <a:r>
              <a:rPr lang="en-US" b="1" dirty="0"/>
              <a:t>another method of moving inventory </a:t>
            </a:r>
            <a:r>
              <a:rPr lang="en-US" dirty="0"/>
              <a:t>from one location to another. This is performed using a </a:t>
            </a:r>
            <a:r>
              <a:rPr lang="en-US" b="1" dirty="0"/>
              <a:t>desktop computer</a:t>
            </a:r>
            <a:r>
              <a:rPr lang="en-US" dirty="0"/>
              <a:t>. </a:t>
            </a:r>
          </a:p>
          <a:p>
            <a:pPr marL="0" indent="0" algn="just">
              <a:lnSpc>
                <a:spcPct val="150000"/>
              </a:lnSpc>
              <a:buNone/>
            </a:pPr>
            <a:endParaRPr lang="en-US" sz="600" dirty="0"/>
          </a:p>
          <a:p>
            <a:pPr marL="457200" indent="-457200" algn="just">
              <a:lnSpc>
                <a:spcPct val="150000"/>
              </a:lnSpc>
              <a:buFont typeface="+mj-lt"/>
              <a:buAutoNum type="arabicPeriod"/>
            </a:pPr>
            <a:r>
              <a:rPr lang="en-US" dirty="0"/>
              <a:t>On a </a:t>
            </a:r>
            <a:r>
              <a:rPr lang="en-US" u="sng" dirty="0"/>
              <a:t>desktop computer</a:t>
            </a:r>
            <a:r>
              <a:rPr lang="en-US" dirty="0"/>
              <a:t>, select the </a:t>
            </a:r>
            <a:r>
              <a:rPr lang="en-US" b="1" dirty="0"/>
              <a:t>Inventory Management</a:t>
            </a:r>
            <a:r>
              <a:rPr lang="en-US" dirty="0"/>
              <a:t> resource.</a:t>
            </a:r>
            <a:endParaRPr lang="en-US" b="1" dirty="0"/>
          </a:p>
          <a:p>
            <a:pPr marL="457200" indent="-457200" algn="just">
              <a:lnSpc>
                <a:spcPct val="150000"/>
              </a:lnSpc>
              <a:buFont typeface="+mj-lt"/>
              <a:buAutoNum type="arabicPeriod"/>
            </a:pPr>
            <a:r>
              <a:rPr lang="en-US" dirty="0"/>
              <a:t>Under the Inventory Management resource, click on </a:t>
            </a:r>
            <a:r>
              <a:rPr lang="en-US" b="1" dirty="0"/>
              <a:t>Inventory.</a:t>
            </a:r>
          </a:p>
          <a:p>
            <a:pPr marL="457200" indent="-457200" algn="just">
              <a:lnSpc>
                <a:spcPct val="150000"/>
              </a:lnSpc>
              <a:buFont typeface="+mj-lt"/>
              <a:buAutoNum type="arabicPeriod"/>
            </a:pPr>
            <a:r>
              <a:rPr lang="en-US" dirty="0"/>
              <a:t>Under Inventory, select </a:t>
            </a:r>
            <a:r>
              <a:rPr lang="en-US" b="1" dirty="0"/>
              <a:t>Inventory Relocation</a:t>
            </a:r>
            <a:r>
              <a:rPr lang="en-US" dirty="0"/>
              <a:t>. </a:t>
            </a:r>
          </a:p>
          <a:p>
            <a:pPr marL="457200" indent="-457200" algn="just">
              <a:lnSpc>
                <a:spcPct val="150000"/>
              </a:lnSpc>
              <a:buFont typeface="+mj-lt"/>
              <a:buAutoNum type="arabicPeriod"/>
            </a:pPr>
            <a:endParaRPr lang="en-US" b="1" dirty="0"/>
          </a:p>
          <a:p>
            <a:pPr marL="0" indent="0" algn="just">
              <a:lnSpc>
                <a:spcPct val="150000"/>
              </a:lnSpc>
              <a:buNone/>
            </a:pPr>
            <a:endParaRPr lang="en-CA" dirty="0"/>
          </a:p>
        </p:txBody>
      </p:sp>
      <p:pic>
        <p:nvPicPr>
          <p:cNvPr id="6" name="Picture 5">
            <a:extLst>
              <a:ext uri="{FF2B5EF4-FFF2-40B4-BE49-F238E27FC236}">
                <a16:creationId xmlns:a16="http://schemas.microsoft.com/office/drawing/2014/main" id="{66ED6B98-DC61-478E-BADF-395EEDD60E9F}"/>
              </a:ext>
            </a:extLst>
          </p:cNvPr>
          <p:cNvPicPr>
            <a:picLocks noChangeAspect="1"/>
          </p:cNvPicPr>
          <p:nvPr>
            <p:custDataLst>
              <p:tags r:id="rId3"/>
            </p:custDataLst>
          </p:nvPr>
        </p:nvPicPr>
        <p:blipFill>
          <a:blip r:embed="rId6"/>
          <a:stretch>
            <a:fillRect/>
          </a:stretch>
        </p:blipFill>
        <p:spPr>
          <a:xfrm>
            <a:off x="7559830" y="638931"/>
            <a:ext cx="3088117" cy="5363570"/>
          </a:xfrm>
          <a:prstGeom prst="rect">
            <a:avLst/>
          </a:prstGeom>
        </p:spPr>
      </p:pic>
    </p:spTree>
    <p:extLst>
      <p:ext uri="{BB962C8B-B14F-4D97-AF65-F5344CB8AC3E}">
        <p14:creationId xmlns:p14="http://schemas.microsoft.com/office/powerpoint/2010/main" val="3229829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F2D9-6E38-4FF7-827A-1C81D9A15515}"/>
              </a:ext>
            </a:extLst>
          </p:cNvPr>
          <p:cNvSpPr>
            <a:spLocks noGrp="1"/>
          </p:cNvSpPr>
          <p:nvPr>
            <p:ph type="title"/>
            <p:custDataLst>
              <p:tags r:id="rId1"/>
            </p:custDataLst>
          </p:nvPr>
        </p:nvSpPr>
        <p:spPr/>
        <p:txBody>
          <a:bodyPr/>
          <a:lstStyle/>
          <a:p>
            <a:r>
              <a:rPr lang="fr-CA" dirty="0"/>
              <a:t>Inventory Relocation</a:t>
            </a:r>
            <a:endParaRPr lang="en-CA" dirty="0"/>
          </a:p>
        </p:txBody>
      </p:sp>
      <p:sp>
        <p:nvSpPr>
          <p:cNvPr id="6" name="Content Placeholder 5">
            <a:extLst>
              <a:ext uri="{FF2B5EF4-FFF2-40B4-BE49-F238E27FC236}">
                <a16:creationId xmlns:a16="http://schemas.microsoft.com/office/drawing/2014/main" id="{362D90F8-6D7C-4F72-8851-E7A98B6A0134}"/>
              </a:ext>
            </a:extLst>
          </p:cNvPr>
          <p:cNvSpPr>
            <a:spLocks noGrp="1"/>
          </p:cNvSpPr>
          <p:nvPr>
            <p:ph idx="1"/>
            <p:custDataLst>
              <p:tags r:id="rId2"/>
            </p:custDataLst>
          </p:nvPr>
        </p:nvSpPr>
        <p:spPr>
          <a:xfrm>
            <a:off x="838199" y="977285"/>
            <a:ext cx="10824411" cy="4351338"/>
          </a:xfrm>
        </p:spPr>
        <p:txBody>
          <a:bodyPr/>
          <a:lstStyle/>
          <a:p>
            <a:pPr marL="457200" indent="-457200" algn="just">
              <a:lnSpc>
                <a:spcPct val="150000"/>
              </a:lnSpc>
              <a:buFont typeface="+mj-lt"/>
              <a:buAutoNum type="arabicPeriod" startAt="4"/>
            </a:pPr>
            <a:r>
              <a:rPr lang="en-US" dirty="0"/>
              <a:t>From the new window, enter the item that you wish to relocate in the search criteria. </a:t>
            </a:r>
          </a:p>
          <a:p>
            <a:pPr marL="457200" indent="-457200" algn="just">
              <a:lnSpc>
                <a:spcPct val="150000"/>
              </a:lnSpc>
              <a:buFont typeface="+mj-lt"/>
              <a:buAutoNum type="arabicPeriod" startAt="4"/>
            </a:pPr>
            <a:r>
              <a:rPr lang="en-US" dirty="0"/>
              <a:t>Select the View Record Details button of the desired record. Note: The Relocatable field must be set to Yes. </a:t>
            </a:r>
          </a:p>
          <a:p>
            <a:pPr marL="0" indent="0" algn="just">
              <a:lnSpc>
                <a:spcPct val="150000"/>
              </a:lnSpc>
              <a:buNone/>
            </a:pPr>
            <a:endParaRPr lang="en-CA" dirty="0"/>
          </a:p>
        </p:txBody>
      </p:sp>
      <p:pic>
        <p:nvPicPr>
          <p:cNvPr id="4" name="Picture 3">
            <a:extLst>
              <a:ext uri="{FF2B5EF4-FFF2-40B4-BE49-F238E27FC236}">
                <a16:creationId xmlns:a16="http://schemas.microsoft.com/office/drawing/2014/main" id="{6570E73C-F4C4-4916-A5C5-9EBB5433FDAD}"/>
              </a:ext>
            </a:extLst>
          </p:cNvPr>
          <p:cNvPicPr>
            <a:picLocks noChangeAspect="1"/>
          </p:cNvPicPr>
          <p:nvPr>
            <p:custDataLst>
              <p:tags r:id="rId3"/>
            </p:custDataLst>
          </p:nvPr>
        </p:nvPicPr>
        <p:blipFill>
          <a:blip r:embed="rId6"/>
          <a:stretch>
            <a:fillRect/>
          </a:stretch>
        </p:blipFill>
        <p:spPr>
          <a:xfrm>
            <a:off x="1251284" y="3429000"/>
            <a:ext cx="8973560" cy="2902789"/>
          </a:xfrm>
          <a:prstGeom prst="rect">
            <a:avLst/>
          </a:prstGeom>
        </p:spPr>
      </p:pic>
    </p:spTree>
    <p:extLst>
      <p:ext uri="{BB962C8B-B14F-4D97-AF65-F5344CB8AC3E}">
        <p14:creationId xmlns:p14="http://schemas.microsoft.com/office/powerpoint/2010/main" val="426957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F2D9-6E38-4FF7-827A-1C81D9A15515}"/>
              </a:ext>
            </a:extLst>
          </p:cNvPr>
          <p:cNvSpPr>
            <a:spLocks noGrp="1"/>
          </p:cNvSpPr>
          <p:nvPr>
            <p:ph type="title"/>
            <p:custDataLst>
              <p:tags r:id="rId1"/>
            </p:custDataLst>
          </p:nvPr>
        </p:nvSpPr>
        <p:spPr/>
        <p:txBody>
          <a:bodyPr/>
          <a:lstStyle/>
          <a:p>
            <a:r>
              <a:rPr lang="fr-CA" dirty="0"/>
              <a:t>Inventory Relocation</a:t>
            </a:r>
            <a:endParaRPr lang="en-CA" dirty="0"/>
          </a:p>
        </p:txBody>
      </p:sp>
      <p:sp>
        <p:nvSpPr>
          <p:cNvPr id="4" name="Content Placeholder 5">
            <a:extLst>
              <a:ext uri="{FF2B5EF4-FFF2-40B4-BE49-F238E27FC236}">
                <a16:creationId xmlns:a16="http://schemas.microsoft.com/office/drawing/2014/main" id="{E94C57BC-9D18-484A-AD2E-B0723A05C2FE}"/>
              </a:ext>
            </a:extLst>
          </p:cNvPr>
          <p:cNvSpPr>
            <a:spLocks noGrp="1"/>
          </p:cNvSpPr>
          <p:nvPr>
            <p:ph idx="1"/>
            <p:custDataLst>
              <p:tags r:id="rId2"/>
            </p:custDataLst>
          </p:nvPr>
        </p:nvSpPr>
        <p:spPr>
          <a:xfrm>
            <a:off x="656892" y="1340686"/>
            <a:ext cx="4501703" cy="4351338"/>
          </a:xfrm>
        </p:spPr>
        <p:txBody>
          <a:bodyPr/>
          <a:lstStyle/>
          <a:p>
            <a:pPr marL="457200" indent="-457200" algn="just">
              <a:lnSpc>
                <a:spcPct val="150000"/>
              </a:lnSpc>
              <a:buFont typeface="+mj-lt"/>
              <a:buAutoNum type="arabicPeriod" startAt="6"/>
            </a:pPr>
            <a:r>
              <a:rPr lang="en-US" sz="2200" dirty="0"/>
              <a:t>From the new page, enter a reason code. </a:t>
            </a:r>
          </a:p>
          <a:p>
            <a:pPr marL="457200" indent="-457200" algn="just">
              <a:lnSpc>
                <a:spcPct val="150000"/>
              </a:lnSpc>
              <a:buFont typeface="+mj-lt"/>
              <a:buAutoNum type="arabicPeriod" startAt="6"/>
            </a:pPr>
            <a:r>
              <a:rPr lang="en-US" sz="2200" dirty="0"/>
              <a:t>Specify a location in the To Location field. </a:t>
            </a:r>
          </a:p>
          <a:p>
            <a:pPr marL="457200" indent="-457200" algn="just">
              <a:lnSpc>
                <a:spcPct val="150000"/>
              </a:lnSpc>
              <a:buFont typeface="+mj-lt"/>
              <a:buAutoNum type="arabicPeriod" startAt="6"/>
            </a:pPr>
            <a:r>
              <a:rPr lang="en-US" sz="2200" dirty="0"/>
              <a:t>Eventually, change the Generate Store field to Yes if you want to create a queued command which will be transmitted to a mobile device. Otherwise, select No.   </a:t>
            </a:r>
          </a:p>
          <a:p>
            <a:pPr marL="0" indent="0" algn="just">
              <a:lnSpc>
                <a:spcPct val="150000"/>
              </a:lnSpc>
              <a:buNone/>
            </a:pPr>
            <a:endParaRPr lang="en-US" sz="2200" dirty="0"/>
          </a:p>
          <a:p>
            <a:pPr marL="457200" indent="-457200" algn="just">
              <a:lnSpc>
                <a:spcPct val="150000"/>
              </a:lnSpc>
              <a:buFont typeface="+mj-lt"/>
              <a:buAutoNum type="arabicPeriod" startAt="6"/>
            </a:pPr>
            <a:endParaRPr lang="en-CA" sz="2200" dirty="0"/>
          </a:p>
        </p:txBody>
      </p:sp>
      <p:pic>
        <p:nvPicPr>
          <p:cNvPr id="6" name="Picture 5">
            <a:extLst>
              <a:ext uri="{FF2B5EF4-FFF2-40B4-BE49-F238E27FC236}">
                <a16:creationId xmlns:a16="http://schemas.microsoft.com/office/drawing/2014/main" id="{5A5A67E4-A174-4FB3-A62F-097DE354866F}"/>
              </a:ext>
            </a:extLst>
          </p:cNvPr>
          <p:cNvPicPr>
            <a:picLocks noChangeAspect="1"/>
          </p:cNvPicPr>
          <p:nvPr>
            <p:custDataLst>
              <p:tags r:id="rId3"/>
            </p:custDataLst>
          </p:nvPr>
        </p:nvPicPr>
        <p:blipFill>
          <a:blip r:embed="rId6"/>
          <a:stretch>
            <a:fillRect/>
          </a:stretch>
        </p:blipFill>
        <p:spPr>
          <a:xfrm>
            <a:off x="5426342" y="1347537"/>
            <a:ext cx="6455651" cy="3994484"/>
          </a:xfrm>
          <a:prstGeom prst="rect">
            <a:avLst/>
          </a:prstGeom>
        </p:spPr>
      </p:pic>
    </p:spTree>
    <p:extLst>
      <p:ext uri="{BB962C8B-B14F-4D97-AF65-F5344CB8AC3E}">
        <p14:creationId xmlns:p14="http://schemas.microsoft.com/office/powerpoint/2010/main" val="1079393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F2D9-6E38-4FF7-827A-1C81D9A15515}"/>
              </a:ext>
            </a:extLst>
          </p:cNvPr>
          <p:cNvSpPr>
            <a:spLocks noGrp="1"/>
          </p:cNvSpPr>
          <p:nvPr>
            <p:ph type="title"/>
            <p:custDataLst>
              <p:tags r:id="rId1"/>
            </p:custDataLst>
          </p:nvPr>
        </p:nvSpPr>
        <p:spPr/>
        <p:txBody>
          <a:bodyPr/>
          <a:lstStyle/>
          <a:p>
            <a:r>
              <a:rPr lang="fr-CA" dirty="0"/>
              <a:t>Inventory Relocation</a:t>
            </a:r>
            <a:endParaRPr lang="en-CA" dirty="0"/>
          </a:p>
        </p:txBody>
      </p:sp>
      <p:sp>
        <p:nvSpPr>
          <p:cNvPr id="4" name="Content Placeholder 5">
            <a:extLst>
              <a:ext uri="{FF2B5EF4-FFF2-40B4-BE49-F238E27FC236}">
                <a16:creationId xmlns:a16="http://schemas.microsoft.com/office/drawing/2014/main" id="{E94C57BC-9D18-484A-AD2E-B0723A05C2FE}"/>
              </a:ext>
            </a:extLst>
          </p:cNvPr>
          <p:cNvSpPr>
            <a:spLocks noGrp="1"/>
          </p:cNvSpPr>
          <p:nvPr>
            <p:ph idx="1"/>
            <p:custDataLst>
              <p:tags r:id="rId2"/>
            </p:custDataLst>
          </p:nvPr>
        </p:nvSpPr>
        <p:spPr>
          <a:xfrm>
            <a:off x="639641" y="1360678"/>
            <a:ext cx="4247148" cy="4165813"/>
          </a:xfrm>
        </p:spPr>
        <p:txBody>
          <a:bodyPr/>
          <a:lstStyle/>
          <a:p>
            <a:pPr marL="457200" indent="-457200" algn="just">
              <a:lnSpc>
                <a:spcPct val="150000"/>
              </a:lnSpc>
              <a:buFont typeface="+mj-lt"/>
              <a:buAutoNum type="arabicPeriod" startAt="9"/>
            </a:pPr>
            <a:r>
              <a:rPr lang="en-US" sz="2200" dirty="0"/>
              <a:t>Enter the Input Quantity. </a:t>
            </a:r>
          </a:p>
          <a:p>
            <a:pPr marL="457200" indent="-457200" algn="just">
              <a:lnSpc>
                <a:spcPct val="150000"/>
              </a:lnSpc>
              <a:buFont typeface="+mj-lt"/>
              <a:buAutoNum type="arabicPeriod" startAt="9"/>
            </a:pPr>
            <a:r>
              <a:rPr lang="en-US" sz="2200" dirty="0"/>
              <a:t>Change the New Label field to Yes if you want to print a new tag. </a:t>
            </a:r>
          </a:p>
          <a:p>
            <a:pPr marL="457200" indent="-457200" algn="just">
              <a:lnSpc>
                <a:spcPct val="150000"/>
              </a:lnSpc>
              <a:buFont typeface="+mj-lt"/>
              <a:buAutoNum type="arabicPeriod" startAt="9"/>
            </a:pPr>
            <a:r>
              <a:rPr lang="en-US" sz="2200" dirty="0"/>
              <a:t>Click Submit.</a:t>
            </a:r>
          </a:p>
          <a:p>
            <a:pPr marL="457200" indent="-457200" algn="just">
              <a:lnSpc>
                <a:spcPct val="150000"/>
              </a:lnSpc>
              <a:buFont typeface="+mj-lt"/>
              <a:buAutoNum type="arabicPeriod" startAt="9"/>
            </a:pPr>
            <a:endParaRPr lang="en-CA" sz="2200" dirty="0"/>
          </a:p>
        </p:txBody>
      </p:sp>
      <p:grpSp>
        <p:nvGrpSpPr>
          <p:cNvPr id="7" name="Group 6">
            <a:extLst>
              <a:ext uri="{FF2B5EF4-FFF2-40B4-BE49-F238E27FC236}">
                <a16:creationId xmlns:a16="http://schemas.microsoft.com/office/drawing/2014/main" id="{016801EF-C38A-4A6B-B4D8-A35B9756C0BC}"/>
              </a:ext>
            </a:extLst>
          </p:cNvPr>
          <p:cNvGrpSpPr/>
          <p:nvPr>
            <p:custDataLst>
              <p:tags r:id="rId3"/>
            </p:custDataLst>
          </p:nvPr>
        </p:nvGrpSpPr>
        <p:grpSpPr>
          <a:xfrm>
            <a:off x="5085348" y="1309525"/>
            <a:ext cx="6815214" cy="4525047"/>
            <a:chOff x="5085348" y="1309525"/>
            <a:chExt cx="6815214" cy="4525047"/>
          </a:xfrm>
        </p:grpSpPr>
        <p:pic>
          <p:nvPicPr>
            <p:cNvPr id="6" name="Picture 5">
              <a:extLst>
                <a:ext uri="{FF2B5EF4-FFF2-40B4-BE49-F238E27FC236}">
                  <a16:creationId xmlns:a16="http://schemas.microsoft.com/office/drawing/2014/main" id="{B0869838-86F3-4F74-8EB2-5E789F1D5574}"/>
                </a:ext>
              </a:extLst>
            </p:cNvPr>
            <p:cNvPicPr>
              <a:picLocks noChangeAspect="1"/>
            </p:cNvPicPr>
            <p:nvPr/>
          </p:nvPicPr>
          <p:blipFill>
            <a:blip r:embed="rId6"/>
            <a:stretch>
              <a:fillRect/>
            </a:stretch>
          </p:blipFill>
          <p:spPr>
            <a:xfrm>
              <a:off x="5085348" y="1309525"/>
              <a:ext cx="6815214" cy="4216966"/>
            </a:xfrm>
            <a:prstGeom prst="rect">
              <a:avLst/>
            </a:prstGeom>
          </p:spPr>
        </p:pic>
        <p:pic>
          <p:nvPicPr>
            <p:cNvPr id="5" name="Picture 4">
              <a:extLst>
                <a:ext uri="{FF2B5EF4-FFF2-40B4-BE49-F238E27FC236}">
                  <a16:creationId xmlns:a16="http://schemas.microsoft.com/office/drawing/2014/main" id="{7D3ECEEC-F1DE-4721-99EE-81AE5057E820}"/>
                </a:ext>
              </a:extLst>
            </p:cNvPr>
            <p:cNvPicPr>
              <a:picLocks noChangeAspect="1"/>
            </p:cNvPicPr>
            <p:nvPr/>
          </p:nvPicPr>
          <p:blipFill>
            <a:blip r:embed="rId7"/>
            <a:stretch>
              <a:fillRect/>
            </a:stretch>
          </p:blipFill>
          <p:spPr>
            <a:xfrm>
              <a:off x="5085348" y="5548476"/>
              <a:ext cx="6815214" cy="286096"/>
            </a:xfrm>
            <a:prstGeom prst="rect">
              <a:avLst/>
            </a:prstGeom>
          </p:spPr>
        </p:pic>
      </p:grpSp>
    </p:spTree>
    <p:extLst>
      <p:ext uri="{BB962C8B-B14F-4D97-AF65-F5344CB8AC3E}">
        <p14:creationId xmlns:p14="http://schemas.microsoft.com/office/powerpoint/2010/main" val="3534539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a:xfrm>
            <a:off x="1524000" y="1415662"/>
            <a:ext cx="9144000" cy="2387600"/>
          </a:xfrm>
        </p:spPr>
        <p:txBody>
          <a:bodyPr/>
          <a:lstStyle/>
          <a:p>
            <a:r>
              <a:rPr lang="en-CA" sz="4400" b="1" dirty="0"/>
              <a:t>Inventory Adjustments </a:t>
            </a:r>
            <a:br>
              <a:rPr lang="en-CA" sz="4400" b="1" dirty="0"/>
            </a:br>
            <a:endParaRPr lang="en-CA" sz="4400" b="1" dirty="0"/>
          </a:p>
        </p:txBody>
      </p:sp>
    </p:spTree>
    <p:extLst>
      <p:ext uri="{BB962C8B-B14F-4D97-AF65-F5344CB8AC3E}">
        <p14:creationId xmlns:p14="http://schemas.microsoft.com/office/powerpoint/2010/main" val="1889372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B979D-B8C1-4B27-9E10-2FF0C4C74F7E}"/>
              </a:ext>
            </a:extLst>
          </p:cNvPr>
          <p:cNvSpPr>
            <a:spLocks noGrp="1"/>
          </p:cNvSpPr>
          <p:nvPr>
            <p:ph type="title"/>
            <p:custDataLst>
              <p:tags r:id="rId1"/>
            </p:custDataLst>
          </p:nvPr>
        </p:nvSpPr>
        <p:spPr/>
        <p:txBody>
          <a:bodyPr/>
          <a:lstStyle/>
          <a:p>
            <a:r>
              <a:rPr lang="fr-CA" dirty="0"/>
              <a:t>Inventory </a:t>
            </a:r>
            <a:r>
              <a:rPr lang="fr-CA" dirty="0" err="1"/>
              <a:t>Adjustments</a:t>
            </a:r>
            <a:r>
              <a:rPr lang="fr-CA" dirty="0"/>
              <a:t>  </a:t>
            </a:r>
            <a:endParaRPr lang="en-CA" dirty="0"/>
          </a:p>
        </p:txBody>
      </p:sp>
      <p:sp>
        <p:nvSpPr>
          <p:cNvPr id="3" name="Content Placeholder 2">
            <a:extLst>
              <a:ext uri="{FF2B5EF4-FFF2-40B4-BE49-F238E27FC236}">
                <a16:creationId xmlns:a16="http://schemas.microsoft.com/office/drawing/2014/main" id="{B88CE968-78E1-4882-BE14-4BAF6E48142A}"/>
              </a:ext>
            </a:extLst>
          </p:cNvPr>
          <p:cNvSpPr>
            <a:spLocks noGrp="1"/>
          </p:cNvSpPr>
          <p:nvPr>
            <p:ph idx="1"/>
            <p:custDataLst>
              <p:tags r:id="rId2"/>
            </p:custDataLst>
          </p:nvPr>
        </p:nvSpPr>
        <p:spPr>
          <a:xfrm>
            <a:off x="838199" y="1253331"/>
            <a:ext cx="6701589" cy="4351338"/>
          </a:xfrm>
        </p:spPr>
        <p:txBody>
          <a:bodyPr/>
          <a:lstStyle/>
          <a:p>
            <a:pPr algn="just">
              <a:lnSpc>
                <a:spcPct val="150000"/>
              </a:lnSpc>
              <a:buFont typeface="Wingdings" panose="05000000000000000000" pitchFamily="2" charset="2"/>
              <a:buChar char="ü"/>
            </a:pPr>
            <a:r>
              <a:rPr lang="en-US" sz="2400" dirty="0"/>
              <a:t> Inventory Adjustment is used to </a:t>
            </a:r>
            <a:r>
              <a:rPr lang="en-US" sz="2400" b="1" dirty="0"/>
              <a:t>adjust the inventory levels to the actual quantity in a location for an item</a:t>
            </a:r>
            <a:r>
              <a:rPr lang="en-US" sz="2400" dirty="0"/>
              <a:t>.</a:t>
            </a:r>
          </a:p>
          <a:p>
            <a:pPr marL="457200" indent="-457200" algn="just">
              <a:lnSpc>
                <a:spcPct val="150000"/>
              </a:lnSpc>
              <a:buFont typeface="+mj-lt"/>
              <a:buAutoNum type="arabicPeriod"/>
            </a:pPr>
            <a:r>
              <a:rPr lang="en-US" dirty="0"/>
              <a:t>On a </a:t>
            </a:r>
            <a:r>
              <a:rPr lang="en-US" u="sng" dirty="0"/>
              <a:t>desktop computer</a:t>
            </a:r>
            <a:r>
              <a:rPr lang="en-US" dirty="0"/>
              <a:t>, select the </a:t>
            </a:r>
            <a:r>
              <a:rPr lang="en-US" b="1" dirty="0"/>
              <a:t>Inventory Management</a:t>
            </a:r>
            <a:r>
              <a:rPr lang="en-US" dirty="0"/>
              <a:t> resource.</a:t>
            </a:r>
            <a:endParaRPr lang="en-US" b="1" dirty="0"/>
          </a:p>
          <a:p>
            <a:pPr marL="457200" indent="-457200" algn="just">
              <a:lnSpc>
                <a:spcPct val="150000"/>
              </a:lnSpc>
              <a:buFont typeface="+mj-lt"/>
              <a:buAutoNum type="arabicPeriod"/>
            </a:pPr>
            <a:r>
              <a:rPr lang="en-US" dirty="0"/>
              <a:t>Under the Inventory Management resource, click on </a:t>
            </a:r>
            <a:r>
              <a:rPr lang="en-US" b="1" dirty="0"/>
              <a:t>Inventory.</a:t>
            </a:r>
          </a:p>
          <a:p>
            <a:pPr marL="457200" indent="-457200" algn="just">
              <a:lnSpc>
                <a:spcPct val="150000"/>
              </a:lnSpc>
              <a:buFont typeface="+mj-lt"/>
              <a:buAutoNum type="arabicPeriod"/>
            </a:pPr>
            <a:r>
              <a:rPr lang="en-US" dirty="0"/>
              <a:t>Under Inventory, select </a:t>
            </a:r>
            <a:r>
              <a:rPr lang="en-US" b="1" dirty="0"/>
              <a:t>Inventory Adjustments</a:t>
            </a:r>
            <a:r>
              <a:rPr lang="en-US" dirty="0"/>
              <a:t>. </a:t>
            </a:r>
            <a:endParaRPr lang="en-US" sz="2400" dirty="0"/>
          </a:p>
          <a:p>
            <a:pPr marL="0" indent="0" algn="just">
              <a:lnSpc>
                <a:spcPct val="150000"/>
              </a:lnSpc>
              <a:buNone/>
            </a:pPr>
            <a:r>
              <a:rPr lang="en-CA" dirty="0"/>
              <a:t> </a:t>
            </a:r>
          </a:p>
        </p:txBody>
      </p:sp>
      <p:pic>
        <p:nvPicPr>
          <p:cNvPr id="6" name="Picture 5">
            <a:extLst>
              <a:ext uri="{FF2B5EF4-FFF2-40B4-BE49-F238E27FC236}">
                <a16:creationId xmlns:a16="http://schemas.microsoft.com/office/drawing/2014/main" id="{8DE0400A-861E-4408-9BCB-82DD345712FB}"/>
              </a:ext>
            </a:extLst>
          </p:cNvPr>
          <p:cNvPicPr>
            <a:picLocks noChangeAspect="1"/>
          </p:cNvPicPr>
          <p:nvPr>
            <p:custDataLst>
              <p:tags r:id="rId3"/>
            </p:custDataLst>
          </p:nvPr>
        </p:nvPicPr>
        <p:blipFill>
          <a:blip r:embed="rId5"/>
          <a:stretch>
            <a:fillRect/>
          </a:stretch>
        </p:blipFill>
        <p:spPr>
          <a:xfrm>
            <a:off x="7957716" y="541421"/>
            <a:ext cx="3021466" cy="5477159"/>
          </a:xfrm>
          <a:prstGeom prst="rect">
            <a:avLst/>
          </a:prstGeom>
        </p:spPr>
      </p:pic>
    </p:spTree>
    <p:extLst>
      <p:ext uri="{BB962C8B-B14F-4D97-AF65-F5344CB8AC3E}">
        <p14:creationId xmlns:p14="http://schemas.microsoft.com/office/powerpoint/2010/main" val="2365852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B979D-B8C1-4B27-9E10-2FF0C4C74F7E}"/>
              </a:ext>
            </a:extLst>
          </p:cNvPr>
          <p:cNvSpPr>
            <a:spLocks noGrp="1"/>
          </p:cNvSpPr>
          <p:nvPr>
            <p:ph type="ctrTitle"/>
            <p:custDataLst>
              <p:tags r:id="rId1"/>
            </p:custDataLst>
          </p:nvPr>
        </p:nvSpPr>
        <p:spPr/>
        <p:txBody>
          <a:bodyPr/>
          <a:lstStyle/>
          <a:p>
            <a:r>
              <a:rPr lang="fr-CA" dirty="0"/>
              <a:t>Inventory </a:t>
            </a:r>
            <a:r>
              <a:rPr lang="fr-CA" dirty="0" err="1"/>
              <a:t>Adjustments</a:t>
            </a:r>
            <a:r>
              <a:rPr lang="fr-CA" dirty="0"/>
              <a:t> </a:t>
            </a:r>
            <a:endParaRPr lang="en-CA" dirty="0"/>
          </a:p>
        </p:txBody>
      </p:sp>
      <p:sp>
        <p:nvSpPr>
          <p:cNvPr id="7" name="Content Placeholder 5">
            <a:extLst>
              <a:ext uri="{FF2B5EF4-FFF2-40B4-BE49-F238E27FC236}">
                <a16:creationId xmlns:a16="http://schemas.microsoft.com/office/drawing/2014/main" id="{7FF66D5F-66E7-43C8-B529-808F4EBA8835}"/>
              </a:ext>
            </a:extLst>
          </p:cNvPr>
          <p:cNvSpPr>
            <a:spLocks noGrp="1"/>
          </p:cNvSpPr>
          <p:nvPr>
            <p:ph type="subTitle" idx="1"/>
            <p:custDataLst>
              <p:tags r:id="rId2"/>
            </p:custDataLst>
          </p:nvPr>
        </p:nvSpPr>
        <p:spPr/>
        <p:txBody>
          <a:bodyPr/>
          <a:lstStyle/>
          <a:p>
            <a:pPr marL="457200" indent="-457200" algn="just">
              <a:lnSpc>
                <a:spcPct val="150000"/>
              </a:lnSpc>
              <a:buFont typeface="+mj-lt"/>
              <a:buAutoNum type="arabicPeriod" startAt="4"/>
            </a:pPr>
            <a:r>
              <a:rPr lang="en-US" dirty="0"/>
              <a:t>From the new window, enter the item that you wish to adjust in the search criteria. </a:t>
            </a:r>
          </a:p>
          <a:p>
            <a:pPr marL="457200" indent="-457200" algn="just">
              <a:lnSpc>
                <a:spcPct val="150000"/>
              </a:lnSpc>
              <a:buFont typeface="+mj-lt"/>
              <a:buAutoNum type="arabicPeriod" startAt="4"/>
            </a:pPr>
            <a:r>
              <a:rPr lang="en-US" dirty="0"/>
              <a:t>Select the View Record Details button of the desired record. Note: The Adjustable field must be set to Yes. </a:t>
            </a:r>
          </a:p>
          <a:p>
            <a:pPr marL="0" indent="0" algn="just">
              <a:lnSpc>
                <a:spcPct val="150000"/>
              </a:lnSpc>
              <a:buNone/>
            </a:pPr>
            <a:endParaRPr lang="en-CA" dirty="0"/>
          </a:p>
        </p:txBody>
      </p:sp>
      <p:pic>
        <p:nvPicPr>
          <p:cNvPr id="4" name="Picture 3">
            <a:extLst>
              <a:ext uri="{FF2B5EF4-FFF2-40B4-BE49-F238E27FC236}">
                <a16:creationId xmlns:a16="http://schemas.microsoft.com/office/drawing/2014/main" id="{28606142-EC60-4BC1-9883-74FA4510349E}"/>
              </a:ext>
            </a:extLst>
          </p:cNvPr>
          <p:cNvPicPr>
            <a:picLocks noChangeAspect="1"/>
          </p:cNvPicPr>
          <p:nvPr>
            <p:custDataLst>
              <p:tags r:id="rId3"/>
            </p:custDataLst>
          </p:nvPr>
        </p:nvPicPr>
        <p:blipFill>
          <a:blip r:embed="rId5"/>
          <a:stretch>
            <a:fillRect/>
          </a:stretch>
        </p:blipFill>
        <p:spPr>
          <a:xfrm>
            <a:off x="1362974" y="3748735"/>
            <a:ext cx="9145438" cy="2582470"/>
          </a:xfrm>
          <a:prstGeom prst="rect">
            <a:avLst/>
          </a:prstGeom>
        </p:spPr>
      </p:pic>
    </p:spTree>
    <p:extLst>
      <p:ext uri="{BB962C8B-B14F-4D97-AF65-F5344CB8AC3E}">
        <p14:creationId xmlns:p14="http://schemas.microsoft.com/office/powerpoint/2010/main" val="2012647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B979D-B8C1-4B27-9E10-2FF0C4C74F7E}"/>
              </a:ext>
            </a:extLst>
          </p:cNvPr>
          <p:cNvSpPr>
            <a:spLocks noGrp="1"/>
          </p:cNvSpPr>
          <p:nvPr>
            <p:ph type="title"/>
            <p:custDataLst>
              <p:tags r:id="rId1"/>
            </p:custDataLst>
          </p:nvPr>
        </p:nvSpPr>
        <p:spPr/>
        <p:txBody>
          <a:bodyPr/>
          <a:lstStyle/>
          <a:p>
            <a:r>
              <a:rPr lang="fr-CA" dirty="0"/>
              <a:t>Inventory </a:t>
            </a:r>
            <a:r>
              <a:rPr lang="fr-CA" dirty="0" err="1"/>
              <a:t>Adjustments</a:t>
            </a:r>
            <a:r>
              <a:rPr lang="fr-CA" dirty="0"/>
              <a:t> </a:t>
            </a:r>
            <a:endParaRPr lang="en-CA" dirty="0"/>
          </a:p>
        </p:txBody>
      </p:sp>
      <p:sp>
        <p:nvSpPr>
          <p:cNvPr id="4" name="Content Placeholder 5">
            <a:extLst>
              <a:ext uri="{FF2B5EF4-FFF2-40B4-BE49-F238E27FC236}">
                <a16:creationId xmlns:a16="http://schemas.microsoft.com/office/drawing/2014/main" id="{7670D3AB-8540-46F9-A183-E9C38F4BC6BC}"/>
              </a:ext>
            </a:extLst>
          </p:cNvPr>
          <p:cNvSpPr>
            <a:spLocks noGrp="1"/>
          </p:cNvSpPr>
          <p:nvPr>
            <p:ph idx="1"/>
            <p:custDataLst>
              <p:tags r:id="rId2"/>
            </p:custDataLst>
          </p:nvPr>
        </p:nvSpPr>
        <p:spPr>
          <a:xfrm>
            <a:off x="838200" y="1145184"/>
            <a:ext cx="8551445" cy="4351338"/>
          </a:xfrm>
        </p:spPr>
        <p:txBody>
          <a:bodyPr/>
          <a:lstStyle/>
          <a:p>
            <a:pPr marL="457200" indent="-457200" algn="just">
              <a:lnSpc>
                <a:spcPct val="130000"/>
              </a:lnSpc>
              <a:buFont typeface="+mj-lt"/>
              <a:buAutoNum type="arabicPeriod" startAt="6"/>
            </a:pPr>
            <a:r>
              <a:rPr lang="en-US" sz="2200" dirty="0"/>
              <a:t>From the new page, enter the reason code “INV”. </a:t>
            </a:r>
          </a:p>
          <a:p>
            <a:pPr marL="457200" indent="-457200" algn="just">
              <a:lnSpc>
                <a:spcPct val="130000"/>
              </a:lnSpc>
              <a:buFont typeface="+mj-lt"/>
              <a:buAutoNum type="arabicPeriod" startAt="6"/>
            </a:pPr>
            <a:r>
              <a:rPr lang="en-US" sz="2200" dirty="0"/>
              <a:t>Enter a new Quantity in the Input Quantity field. This can be 0.  </a:t>
            </a:r>
          </a:p>
          <a:p>
            <a:pPr marL="457200" indent="-457200" algn="just">
              <a:lnSpc>
                <a:spcPct val="130000"/>
              </a:lnSpc>
              <a:buFont typeface="+mj-lt"/>
              <a:buAutoNum type="arabicPeriod" startAt="6"/>
            </a:pPr>
            <a:r>
              <a:rPr lang="en-US" sz="2200" dirty="0"/>
              <a:t>Click Submit. </a:t>
            </a:r>
          </a:p>
          <a:p>
            <a:pPr marL="0" indent="0" algn="just">
              <a:lnSpc>
                <a:spcPct val="150000"/>
              </a:lnSpc>
              <a:buNone/>
            </a:pPr>
            <a:endParaRPr lang="en-US" sz="2200" dirty="0"/>
          </a:p>
          <a:p>
            <a:pPr marL="457200" indent="-457200" algn="just">
              <a:lnSpc>
                <a:spcPct val="150000"/>
              </a:lnSpc>
              <a:buFont typeface="+mj-lt"/>
              <a:buAutoNum type="arabicPeriod" startAt="6"/>
            </a:pPr>
            <a:endParaRPr lang="en-CA" sz="2200" dirty="0"/>
          </a:p>
        </p:txBody>
      </p:sp>
      <p:grpSp>
        <p:nvGrpSpPr>
          <p:cNvPr id="7" name="Group 6">
            <a:extLst>
              <a:ext uri="{FF2B5EF4-FFF2-40B4-BE49-F238E27FC236}">
                <a16:creationId xmlns:a16="http://schemas.microsoft.com/office/drawing/2014/main" id="{ED4AE898-036F-49F1-8FCD-E302177B0C36}"/>
              </a:ext>
            </a:extLst>
          </p:cNvPr>
          <p:cNvGrpSpPr/>
          <p:nvPr>
            <p:custDataLst>
              <p:tags r:id="rId3"/>
            </p:custDataLst>
          </p:nvPr>
        </p:nvGrpSpPr>
        <p:grpSpPr>
          <a:xfrm>
            <a:off x="838200" y="2971522"/>
            <a:ext cx="6595827" cy="3305059"/>
            <a:chOff x="838200" y="3246154"/>
            <a:chExt cx="6595827" cy="3305059"/>
          </a:xfrm>
        </p:grpSpPr>
        <p:pic>
          <p:nvPicPr>
            <p:cNvPr id="6" name="Picture 5">
              <a:extLst>
                <a:ext uri="{FF2B5EF4-FFF2-40B4-BE49-F238E27FC236}">
                  <a16:creationId xmlns:a16="http://schemas.microsoft.com/office/drawing/2014/main" id="{D4B8379F-55CC-4524-B192-B4C469128A55}"/>
                </a:ext>
              </a:extLst>
            </p:cNvPr>
            <p:cNvPicPr>
              <a:picLocks noChangeAspect="1"/>
            </p:cNvPicPr>
            <p:nvPr/>
          </p:nvPicPr>
          <p:blipFill rotWithShape="1">
            <a:blip r:embed="rId5"/>
            <a:srcRect b="45225"/>
            <a:stretch/>
          </p:blipFill>
          <p:spPr>
            <a:xfrm>
              <a:off x="838201" y="3246154"/>
              <a:ext cx="6595826" cy="3030428"/>
            </a:xfrm>
            <a:prstGeom prst="rect">
              <a:avLst/>
            </a:prstGeom>
          </p:spPr>
        </p:pic>
        <p:pic>
          <p:nvPicPr>
            <p:cNvPr id="5" name="Picture 4">
              <a:extLst>
                <a:ext uri="{FF2B5EF4-FFF2-40B4-BE49-F238E27FC236}">
                  <a16:creationId xmlns:a16="http://schemas.microsoft.com/office/drawing/2014/main" id="{7B056308-6DCE-4597-90B3-5815C209892C}"/>
                </a:ext>
              </a:extLst>
            </p:cNvPr>
            <p:cNvPicPr>
              <a:picLocks noChangeAspect="1"/>
            </p:cNvPicPr>
            <p:nvPr/>
          </p:nvPicPr>
          <p:blipFill>
            <a:blip r:embed="rId6"/>
            <a:stretch>
              <a:fillRect/>
            </a:stretch>
          </p:blipFill>
          <p:spPr>
            <a:xfrm>
              <a:off x="838200" y="6276581"/>
              <a:ext cx="6595826" cy="274632"/>
            </a:xfrm>
            <a:prstGeom prst="rect">
              <a:avLst/>
            </a:prstGeom>
          </p:spPr>
        </p:pic>
      </p:grpSp>
    </p:spTree>
    <p:extLst>
      <p:ext uri="{BB962C8B-B14F-4D97-AF65-F5344CB8AC3E}">
        <p14:creationId xmlns:p14="http://schemas.microsoft.com/office/powerpoint/2010/main" val="12023353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1"/>
</p:tagLst>
</file>

<file path=ppt/tags/tag31.xml><?xml version="1.0" encoding="utf-8"?>
<p:tagLst xmlns:a="http://schemas.openxmlformats.org/drawingml/2006/main" xmlns:r="http://schemas.openxmlformats.org/officeDocument/2006/relationships" xmlns:p="http://schemas.openxmlformats.org/presentationml/2006/main">
  <p:tag name="NUM" val="2"/>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4"/>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3"/>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1"/>
</p:tagLst>
</file>

<file path=ppt/tags/tag48.xml><?xml version="1.0" encoding="utf-8"?>
<p:tagLst xmlns:a="http://schemas.openxmlformats.org/drawingml/2006/main" xmlns:r="http://schemas.openxmlformats.org/officeDocument/2006/relationships" xmlns:p="http://schemas.openxmlformats.org/presentationml/2006/main">
  <p:tag name="NUM" val="2"/>
</p:tagLst>
</file>

<file path=ppt/tags/tag49.xml><?xml version="1.0" encoding="utf-8"?>
<p:tagLst xmlns:a="http://schemas.openxmlformats.org/drawingml/2006/main" xmlns:r="http://schemas.openxmlformats.org/officeDocument/2006/relationships" xmlns:p="http://schemas.openxmlformats.org/presentationml/2006/main">
  <p:tag name="NUM" val="3"/>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2"/>
</p:tagLst>
</file>

<file path=ppt/tags/tag52.xml><?xml version="1.0" encoding="utf-8"?>
<p:tagLst xmlns:a="http://schemas.openxmlformats.org/drawingml/2006/main" xmlns:r="http://schemas.openxmlformats.org/officeDocument/2006/relationships" xmlns:p="http://schemas.openxmlformats.org/presentationml/2006/main">
  <p:tag name="NUM" val="3"/>
</p:tagLst>
</file>

<file path=ppt/tags/tag53.xml><?xml version="1.0" encoding="utf-8"?>
<p:tagLst xmlns:a="http://schemas.openxmlformats.org/drawingml/2006/main" xmlns:r="http://schemas.openxmlformats.org/officeDocument/2006/relationships" xmlns:p="http://schemas.openxmlformats.org/presentationml/2006/main">
  <p:tag name="NUM" val="1"/>
</p:tagLst>
</file>

<file path=ppt/tags/tag54.xml><?xml version="1.0" encoding="utf-8"?>
<p:tagLst xmlns:a="http://schemas.openxmlformats.org/drawingml/2006/main" xmlns:r="http://schemas.openxmlformats.org/officeDocument/2006/relationships" xmlns:p="http://schemas.openxmlformats.org/presentationml/2006/main">
  <p:tag name="NUM" val="1"/>
</p:tagLst>
</file>

<file path=ppt/tags/tag55.xml><?xml version="1.0" encoding="utf-8"?>
<p:tagLst xmlns:a="http://schemas.openxmlformats.org/drawingml/2006/main" xmlns:r="http://schemas.openxmlformats.org/officeDocument/2006/relationships" xmlns:p="http://schemas.openxmlformats.org/presentationml/2006/main">
  <p:tag name="NUM" val="2"/>
</p:tagLst>
</file>

<file path=ppt/tags/tag56.xml><?xml version="1.0" encoding="utf-8"?>
<p:tagLst xmlns:a="http://schemas.openxmlformats.org/drawingml/2006/main" xmlns:r="http://schemas.openxmlformats.org/officeDocument/2006/relationships" xmlns:p="http://schemas.openxmlformats.org/presentationml/2006/main">
  <p:tag name="NUM" val="3"/>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1"/>
</p:tagLst>
</file>

<file path=ppt/tags/tag61.xml><?xml version="1.0" encoding="utf-8"?>
<p:tagLst xmlns:a="http://schemas.openxmlformats.org/drawingml/2006/main" xmlns:r="http://schemas.openxmlformats.org/officeDocument/2006/relationships" xmlns:p="http://schemas.openxmlformats.org/presentationml/2006/main">
  <p:tag name="NUM" val="2"/>
</p:tagLst>
</file>

<file path=ppt/tags/tag62.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3" ma:contentTypeDescription="Create a new document." ma:contentTypeScope="" ma:versionID="82d4447324967e8ec7d03b380bd5841e">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ba4089d00d29558e445e70de257f6fa5"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0D2C95-BABC-47AD-A1E1-702DCD8872B0}">
  <ds:schemaRefs>
    <ds:schemaRef ds:uri="http://purl.org/dc/dcmitype/"/>
    <ds:schemaRef ds:uri="http://schemas.microsoft.com/office/2006/documentManagement/types"/>
    <ds:schemaRef ds:uri="http://purl.org/dc/terms/"/>
    <ds:schemaRef ds:uri="e462bd94-50ae-4fcb-8a4d-76eef9bd0f1d"/>
    <ds:schemaRef ds:uri="http://purl.org/dc/elements/1.1/"/>
    <ds:schemaRef ds:uri="http://www.w3.org/XML/1998/namespace"/>
    <ds:schemaRef ds:uri="http://schemas.microsoft.com/office/2006/metadata/properties"/>
    <ds:schemaRef ds:uri="698a266e-b205-4ba7-a043-296de9e9eb89"/>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B0686233-9770-46AF-8D1D-9BCA40F6950C}"/>
</file>

<file path=customXml/itemProps3.xml><?xml version="1.0" encoding="utf-8"?>
<ds:datastoreItem xmlns:ds="http://schemas.openxmlformats.org/officeDocument/2006/customXml" ds:itemID="{B250BBAA-866C-4D31-85A4-D240381A7E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10185</TotalTime>
  <Words>832</Words>
  <Application>Microsoft Office PowerPoint</Application>
  <PresentationFormat>Grand écran</PresentationFormat>
  <Paragraphs>103</Paragraphs>
  <Slides>24</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24</vt:i4>
      </vt:variant>
    </vt:vector>
  </HeadingPairs>
  <TitlesOfParts>
    <vt:vector size="29" baseType="lpstr">
      <vt:lpstr>Abadi</vt:lpstr>
      <vt:lpstr>Arial</vt:lpstr>
      <vt:lpstr>Calibri</vt:lpstr>
      <vt:lpstr>Wingdings</vt:lpstr>
      <vt:lpstr>Office Theme</vt:lpstr>
      <vt:lpstr>Inventory Store, Move, Relocation and Adjustments</vt:lpstr>
      <vt:lpstr>Table of Contents</vt:lpstr>
      <vt:lpstr>Store (Putaway)</vt:lpstr>
      <vt:lpstr>Store</vt:lpstr>
      <vt:lpstr>Store</vt:lpstr>
      <vt:lpstr>Store</vt:lpstr>
      <vt:lpstr>Store</vt:lpstr>
      <vt:lpstr>Store</vt:lpstr>
      <vt:lpstr>Store</vt:lpstr>
      <vt:lpstr>Inventory Move</vt:lpstr>
      <vt:lpstr>Inventory Move</vt:lpstr>
      <vt:lpstr>Inventory Move </vt:lpstr>
      <vt:lpstr>Inventory Move </vt:lpstr>
      <vt:lpstr>Inventory Move </vt:lpstr>
      <vt:lpstr>Inventory Move </vt:lpstr>
      <vt:lpstr>Inventory Relocation</vt:lpstr>
      <vt:lpstr>Inventory Relocation</vt:lpstr>
      <vt:lpstr>Inventory Relocation</vt:lpstr>
      <vt:lpstr>Inventory Relocation</vt:lpstr>
      <vt:lpstr>Inventory Relocation</vt:lpstr>
      <vt:lpstr>Inventory Adjustments  </vt:lpstr>
      <vt:lpstr>Inventory Adjustments  </vt:lpstr>
      <vt:lpstr>Inventory Adjustments </vt:lpstr>
      <vt:lpstr>Inventory Adjustments </vt:lpstr>
    </vt:vector>
  </TitlesOfParts>
  <Company>Walter Surface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Guy Jeannot</cp:lastModifiedBy>
  <cp:revision>29</cp:revision>
  <cp:lastPrinted>2025-04-30T15:46:08Z</cp:lastPrinted>
  <dcterms:created xsi:type="dcterms:W3CDTF">2016-08-24T13:01:38Z</dcterms:created>
  <dcterms:modified xsi:type="dcterms:W3CDTF">2025-04-30T16:00:29Z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y fmtid="{D5CDD505-2E9C-101B-9397-08002B2CF9AE}" pid="3" name="MediaServiceImageTags">
    <vt:lpwstr/>
  </property>
</Properties>
</file>