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4.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notesSlides/notesSlide5.xml" ContentType="application/vnd.openxmlformats-officedocument.presentationml.notesSlide+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6.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notesSlides/notesSlide7.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8.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9.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notesSlides/notesSlide10.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11.xml" ContentType="application/vnd.openxmlformats-officedocument.presentationml.notesSlide+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notesSlides/notesSlide12.xml" ContentType="application/vnd.openxmlformats-officedocument.presentationml.notesSlide+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3"/>
  </p:notesMasterIdLst>
  <p:handoutMasterIdLst>
    <p:handoutMasterId r:id="rId94"/>
  </p:handoutMasterIdLst>
  <p:sldIdLst>
    <p:sldId id="256" r:id="rId5"/>
    <p:sldId id="286" r:id="rId6"/>
    <p:sldId id="296" r:id="rId7"/>
    <p:sldId id="303" r:id="rId8"/>
    <p:sldId id="311" r:id="rId9"/>
    <p:sldId id="304" r:id="rId10"/>
    <p:sldId id="305" r:id="rId11"/>
    <p:sldId id="306" r:id="rId12"/>
    <p:sldId id="307" r:id="rId13"/>
    <p:sldId id="308" r:id="rId14"/>
    <p:sldId id="309" r:id="rId15"/>
    <p:sldId id="310" r:id="rId16"/>
    <p:sldId id="312" r:id="rId17"/>
    <p:sldId id="313" r:id="rId18"/>
    <p:sldId id="314" r:id="rId19"/>
    <p:sldId id="315" r:id="rId20"/>
    <p:sldId id="316" r:id="rId21"/>
    <p:sldId id="392" r:id="rId22"/>
    <p:sldId id="317" r:id="rId23"/>
    <p:sldId id="318" r:id="rId24"/>
    <p:sldId id="297" r:id="rId25"/>
    <p:sldId id="319" r:id="rId26"/>
    <p:sldId id="322" r:id="rId27"/>
    <p:sldId id="323" r:id="rId28"/>
    <p:sldId id="324" r:id="rId29"/>
    <p:sldId id="325" r:id="rId30"/>
    <p:sldId id="320" r:id="rId31"/>
    <p:sldId id="326" r:id="rId32"/>
    <p:sldId id="327" r:id="rId33"/>
    <p:sldId id="328" r:id="rId34"/>
    <p:sldId id="329" r:id="rId35"/>
    <p:sldId id="330" r:id="rId36"/>
    <p:sldId id="331" r:id="rId37"/>
    <p:sldId id="332" r:id="rId38"/>
    <p:sldId id="321" r:id="rId39"/>
    <p:sldId id="334" r:id="rId40"/>
    <p:sldId id="333" r:id="rId41"/>
    <p:sldId id="338" r:id="rId42"/>
    <p:sldId id="339" r:id="rId43"/>
    <p:sldId id="341" r:id="rId44"/>
    <p:sldId id="298" r:id="rId45"/>
    <p:sldId id="342" r:id="rId46"/>
    <p:sldId id="340" r:id="rId47"/>
    <p:sldId id="346" r:id="rId48"/>
    <p:sldId id="350" r:id="rId49"/>
    <p:sldId id="344" r:id="rId50"/>
    <p:sldId id="393" r:id="rId51"/>
    <p:sldId id="347" r:id="rId52"/>
    <p:sldId id="351" r:id="rId53"/>
    <p:sldId id="348" r:id="rId54"/>
    <p:sldId id="354" r:id="rId55"/>
    <p:sldId id="349" r:id="rId56"/>
    <p:sldId id="299" r:id="rId57"/>
    <p:sldId id="355" r:id="rId58"/>
    <p:sldId id="357" r:id="rId59"/>
    <p:sldId id="360" r:id="rId60"/>
    <p:sldId id="361" r:id="rId61"/>
    <p:sldId id="300" r:id="rId62"/>
    <p:sldId id="363" r:id="rId63"/>
    <p:sldId id="364" r:id="rId64"/>
    <p:sldId id="366" r:id="rId65"/>
    <p:sldId id="367" r:id="rId66"/>
    <p:sldId id="368" r:id="rId67"/>
    <p:sldId id="370" r:id="rId68"/>
    <p:sldId id="369" r:id="rId69"/>
    <p:sldId id="371" r:id="rId70"/>
    <p:sldId id="301" r:id="rId71"/>
    <p:sldId id="343" r:id="rId72"/>
    <p:sldId id="385" r:id="rId73"/>
    <p:sldId id="386" r:id="rId74"/>
    <p:sldId id="356" r:id="rId75"/>
    <p:sldId id="374" r:id="rId76"/>
    <p:sldId id="375" r:id="rId77"/>
    <p:sldId id="372" r:id="rId78"/>
    <p:sldId id="373" r:id="rId79"/>
    <p:sldId id="376" r:id="rId80"/>
    <p:sldId id="377" r:id="rId81"/>
    <p:sldId id="302" r:id="rId82"/>
    <p:sldId id="387" r:id="rId83"/>
    <p:sldId id="379" r:id="rId84"/>
    <p:sldId id="380" r:id="rId85"/>
    <p:sldId id="381" r:id="rId86"/>
    <p:sldId id="382" r:id="rId87"/>
    <p:sldId id="384" r:id="rId88"/>
    <p:sldId id="383" r:id="rId89"/>
    <p:sldId id="388" r:id="rId90"/>
    <p:sldId id="389" r:id="rId91"/>
    <p:sldId id="391"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4"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4587BA-AE63-47D0-8D7E-382CF98BB41F}" v="966" dt="2020-09-03T15:52:43.7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00" autoAdjust="0"/>
    <p:restoredTop sz="83859" autoAdjust="0"/>
  </p:normalViewPr>
  <p:slideViewPr>
    <p:cSldViewPr snapToGrid="0">
      <p:cViewPr varScale="1">
        <p:scale>
          <a:sx n="62" d="100"/>
          <a:sy n="62" d="100"/>
        </p:scale>
        <p:origin x="102" y="6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slide" Target="slides/slide85.xml"/><Relationship Id="rId97"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notesMaster" Target="notesMasters/notesMaster1.xml"/><Relationship Id="rId98"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handoutMaster" Target="handoutMasters/handoutMaster1.xml"/><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1D4587BA-AE63-47D0-8D7E-382CF98BB41F}"/>
    <pc:docChg chg="undo custSel modSld">
      <pc:chgData name="Ella Vetter" userId="c6918cf5-f6c0-43cc-8499-a1f635017de9" providerId="ADAL" clId="{1D4587BA-AE63-47D0-8D7E-382CF98BB41F}" dt="2020-09-03T15:52:53.095" v="170" actId="1076"/>
      <pc:docMkLst>
        <pc:docMk/>
      </pc:docMkLst>
      <pc:sldChg chg="modSp mod">
        <pc:chgData name="Ella Vetter" userId="c6918cf5-f6c0-43cc-8499-a1f635017de9" providerId="ADAL" clId="{1D4587BA-AE63-47D0-8D7E-382CF98BB41F}" dt="2020-09-03T15:35:36.261" v="0" actId="13926"/>
        <pc:sldMkLst>
          <pc:docMk/>
          <pc:sldMk cId="843239012" sldId="305"/>
        </pc:sldMkLst>
        <pc:spChg chg="mod">
          <ac:chgData name="Ella Vetter" userId="c6918cf5-f6c0-43cc-8499-a1f635017de9" providerId="ADAL" clId="{1D4587BA-AE63-47D0-8D7E-382CF98BB41F}" dt="2020-09-03T15:35:36.261" v="0" actId="13926"/>
          <ac:spMkLst>
            <pc:docMk/>
            <pc:sldMk cId="843239012" sldId="305"/>
            <ac:spMk id="3" creationId="{1805A40B-989D-4B18-9082-4FE6E30194D2}"/>
          </ac:spMkLst>
        </pc:spChg>
      </pc:sldChg>
      <pc:sldChg chg="modSp mod">
        <pc:chgData name="Ella Vetter" userId="c6918cf5-f6c0-43cc-8499-a1f635017de9" providerId="ADAL" clId="{1D4587BA-AE63-47D0-8D7E-382CF98BB41F}" dt="2020-09-03T15:47:06.666" v="160" actId="20577"/>
        <pc:sldMkLst>
          <pc:docMk/>
          <pc:sldMk cId="4042690723" sldId="308"/>
        </pc:sldMkLst>
        <pc:spChg chg="mod">
          <ac:chgData name="Ella Vetter" userId="c6918cf5-f6c0-43cc-8499-a1f635017de9" providerId="ADAL" clId="{1D4587BA-AE63-47D0-8D7E-382CF98BB41F}" dt="2020-09-03T15:47:06.666" v="160" actId="20577"/>
          <ac:spMkLst>
            <pc:docMk/>
            <pc:sldMk cId="4042690723" sldId="308"/>
            <ac:spMk id="3" creationId="{1805A40B-989D-4B18-9082-4FE6E30194D2}"/>
          </ac:spMkLst>
        </pc:spChg>
      </pc:sldChg>
      <pc:sldChg chg="modSp mod">
        <pc:chgData name="Ella Vetter" userId="c6918cf5-f6c0-43cc-8499-a1f635017de9" providerId="ADAL" clId="{1D4587BA-AE63-47D0-8D7E-382CF98BB41F}" dt="2020-09-03T15:50:18.131" v="169" actId="20577"/>
        <pc:sldMkLst>
          <pc:docMk/>
          <pc:sldMk cId="282190394" sldId="314"/>
        </pc:sldMkLst>
        <pc:spChg chg="mod">
          <ac:chgData name="Ella Vetter" userId="c6918cf5-f6c0-43cc-8499-a1f635017de9" providerId="ADAL" clId="{1D4587BA-AE63-47D0-8D7E-382CF98BB41F}" dt="2020-09-03T15:50:18.131" v="169" actId="20577"/>
          <ac:spMkLst>
            <pc:docMk/>
            <pc:sldMk cId="282190394" sldId="314"/>
            <ac:spMk id="3" creationId="{1805A40B-989D-4B18-9082-4FE6E30194D2}"/>
          </ac:spMkLst>
        </pc:spChg>
      </pc:sldChg>
      <pc:sldChg chg="modSp mod">
        <pc:chgData name="Ella Vetter" userId="c6918cf5-f6c0-43cc-8499-a1f635017de9" providerId="ADAL" clId="{1D4587BA-AE63-47D0-8D7E-382CF98BB41F}" dt="2020-09-03T15:38:15.107" v="7" actId="1035"/>
        <pc:sldMkLst>
          <pc:docMk/>
          <pc:sldMk cId="1335134810" sldId="316"/>
        </pc:sldMkLst>
        <pc:spChg chg="mod">
          <ac:chgData name="Ella Vetter" userId="c6918cf5-f6c0-43cc-8499-a1f635017de9" providerId="ADAL" clId="{1D4587BA-AE63-47D0-8D7E-382CF98BB41F}" dt="2020-09-03T15:38:13.570" v="3" actId="14100"/>
          <ac:spMkLst>
            <pc:docMk/>
            <pc:sldMk cId="1335134810" sldId="316"/>
            <ac:spMk id="5" creationId="{B1161005-56BE-4FF9-A58D-FAC838CF54EC}"/>
          </ac:spMkLst>
        </pc:spChg>
        <pc:picChg chg="mod">
          <ac:chgData name="Ella Vetter" userId="c6918cf5-f6c0-43cc-8499-a1f635017de9" providerId="ADAL" clId="{1D4587BA-AE63-47D0-8D7E-382CF98BB41F}" dt="2020-09-03T15:38:15.107" v="7" actId="1035"/>
          <ac:picMkLst>
            <pc:docMk/>
            <pc:sldMk cId="1335134810" sldId="316"/>
            <ac:picMk id="6" creationId="{EE735734-887E-46A0-8BB9-E46746E32803}"/>
          </ac:picMkLst>
        </pc:picChg>
      </pc:sldChg>
      <pc:sldChg chg="modSp mod">
        <pc:chgData name="Ella Vetter" userId="c6918cf5-f6c0-43cc-8499-a1f635017de9" providerId="ADAL" clId="{1D4587BA-AE63-47D0-8D7E-382CF98BB41F}" dt="2020-09-03T15:46:00.058" v="159" actId="1076"/>
        <pc:sldMkLst>
          <pc:docMk/>
          <pc:sldMk cId="3244350928" sldId="318"/>
        </pc:sldMkLst>
        <pc:spChg chg="mod">
          <ac:chgData name="Ella Vetter" userId="c6918cf5-f6c0-43cc-8499-a1f635017de9" providerId="ADAL" clId="{1D4587BA-AE63-47D0-8D7E-382CF98BB41F}" dt="2020-09-03T15:45:58.834" v="158" actId="14100"/>
          <ac:spMkLst>
            <pc:docMk/>
            <pc:sldMk cId="3244350928" sldId="318"/>
            <ac:spMk id="3" creationId="{12F08C71-60E9-483C-8BA1-CAE03C9E0219}"/>
          </ac:spMkLst>
        </pc:spChg>
        <pc:picChg chg="mod">
          <ac:chgData name="Ella Vetter" userId="c6918cf5-f6c0-43cc-8499-a1f635017de9" providerId="ADAL" clId="{1D4587BA-AE63-47D0-8D7E-382CF98BB41F}" dt="2020-09-03T15:46:00.058" v="159" actId="1076"/>
          <ac:picMkLst>
            <pc:docMk/>
            <pc:sldMk cId="3244350928" sldId="318"/>
            <ac:picMk id="6" creationId="{D6DDE189-EF09-43C6-AAD7-21C37E9F6D84}"/>
          </ac:picMkLst>
        </pc:picChg>
      </pc:sldChg>
      <pc:sldChg chg="modSp mod">
        <pc:chgData name="Ella Vetter" userId="c6918cf5-f6c0-43cc-8499-a1f635017de9" providerId="ADAL" clId="{1D4587BA-AE63-47D0-8D7E-382CF98BB41F}" dt="2020-09-03T15:48:32.725" v="164" actId="20577"/>
        <pc:sldMkLst>
          <pc:docMk/>
          <pc:sldMk cId="2480617741" sldId="361"/>
        </pc:sldMkLst>
        <pc:spChg chg="mod">
          <ac:chgData name="Ella Vetter" userId="c6918cf5-f6c0-43cc-8499-a1f635017de9" providerId="ADAL" clId="{1D4587BA-AE63-47D0-8D7E-382CF98BB41F}" dt="2020-09-03T15:48:32.725" v="164" actId="20577"/>
          <ac:spMkLst>
            <pc:docMk/>
            <pc:sldMk cId="2480617741" sldId="361"/>
            <ac:spMk id="5" creationId="{9117A412-F4EC-46FA-90F7-2851FE89A42C}"/>
          </ac:spMkLst>
        </pc:spChg>
      </pc:sldChg>
      <pc:sldChg chg="modSp mod">
        <pc:chgData name="Ella Vetter" userId="c6918cf5-f6c0-43cc-8499-a1f635017de9" providerId="ADAL" clId="{1D4587BA-AE63-47D0-8D7E-382CF98BB41F}" dt="2020-09-03T15:52:53.095" v="170" actId="1076"/>
        <pc:sldMkLst>
          <pc:docMk/>
          <pc:sldMk cId="1924998722" sldId="368"/>
        </pc:sldMkLst>
        <pc:spChg chg="mod">
          <ac:chgData name="Ella Vetter" userId="c6918cf5-f6c0-43cc-8499-a1f635017de9" providerId="ADAL" clId="{1D4587BA-AE63-47D0-8D7E-382CF98BB41F}" dt="2020-09-03T15:49:14.319" v="165" actId="20577"/>
          <ac:spMkLst>
            <pc:docMk/>
            <pc:sldMk cId="1924998722" sldId="368"/>
            <ac:spMk id="3" creationId="{32EAAC42-8F6F-45E7-ABE0-97C1F86D2EC3}"/>
          </ac:spMkLst>
        </pc:spChg>
        <pc:picChg chg="mod">
          <ac:chgData name="Ella Vetter" userId="c6918cf5-f6c0-43cc-8499-a1f635017de9" providerId="ADAL" clId="{1D4587BA-AE63-47D0-8D7E-382CF98BB41F}" dt="2020-09-03T15:52:53.095" v="170" actId="1076"/>
          <ac:picMkLst>
            <pc:docMk/>
            <pc:sldMk cId="1924998722" sldId="368"/>
            <ac:picMk id="7" creationId="{5D9D6D12-E9C3-415F-BD0A-987C6D7394B8}"/>
          </ac:picMkLst>
        </pc:picChg>
      </pc:sldChg>
      <pc:sldChg chg="modSp mod">
        <pc:chgData name="Ella Vetter" userId="c6918cf5-f6c0-43cc-8499-a1f635017de9" providerId="ADAL" clId="{1D4587BA-AE63-47D0-8D7E-382CF98BB41F}" dt="2020-09-03T15:49:23.197" v="166" actId="20577"/>
        <pc:sldMkLst>
          <pc:docMk/>
          <pc:sldMk cId="46568915" sldId="371"/>
        </pc:sldMkLst>
        <pc:spChg chg="mod">
          <ac:chgData name="Ella Vetter" userId="c6918cf5-f6c0-43cc-8499-a1f635017de9" providerId="ADAL" clId="{1D4587BA-AE63-47D0-8D7E-382CF98BB41F}" dt="2020-09-03T15:49:23.197" v="166" actId="20577"/>
          <ac:spMkLst>
            <pc:docMk/>
            <pc:sldMk cId="46568915" sldId="371"/>
            <ac:spMk id="4" creationId="{7F50026F-0601-4601-9DC8-3FDB8E92AFFF}"/>
          </ac:spMkLst>
        </pc:spChg>
      </pc:sldChg>
      <pc:sldChg chg="modSp mod">
        <pc:chgData name="Ella Vetter" userId="c6918cf5-f6c0-43cc-8499-a1f635017de9" providerId="ADAL" clId="{1D4587BA-AE63-47D0-8D7E-382CF98BB41F}" dt="2020-09-03T15:49:35.201" v="167" actId="20577"/>
        <pc:sldMkLst>
          <pc:docMk/>
          <pc:sldMk cId="2329393524" sldId="388"/>
        </pc:sldMkLst>
        <pc:spChg chg="mod">
          <ac:chgData name="Ella Vetter" userId="c6918cf5-f6c0-43cc-8499-a1f635017de9" providerId="ADAL" clId="{1D4587BA-AE63-47D0-8D7E-382CF98BB41F}" dt="2020-09-03T15:49:35.201" v="167" actId="20577"/>
          <ac:spMkLst>
            <pc:docMk/>
            <pc:sldMk cId="2329393524" sldId="388"/>
            <ac:spMk id="3" creationId="{7A5AA2E4-9CB0-4D59-9741-08327A06E43E}"/>
          </ac:spMkLst>
        </pc:spChg>
      </pc:sldChg>
      <pc:sldChg chg="modSp mod modNotesTx">
        <pc:chgData name="Ella Vetter" userId="c6918cf5-f6c0-43cc-8499-a1f635017de9" providerId="ADAL" clId="{1D4587BA-AE63-47D0-8D7E-382CF98BB41F}" dt="2020-09-03T15:44:18.107" v="157" actId="1035"/>
        <pc:sldMkLst>
          <pc:docMk/>
          <pc:sldMk cId="2514723993" sldId="392"/>
        </pc:sldMkLst>
        <pc:spChg chg="mod">
          <ac:chgData name="Ella Vetter" userId="c6918cf5-f6c0-43cc-8499-a1f635017de9" providerId="ADAL" clId="{1D4587BA-AE63-47D0-8D7E-382CF98BB41F}" dt="2020-09-03T15:44:18.107" v="157" actId="1035"/>
          <ac:spMkLst>
            <pc:docMk/>
            <pc:sldMk cId="2514723993" sldId="392"/>
            <ac:spMk id="3" creationId="{FCFDFB78-C852-4FBD-A563-3F2B3D12C816}"/>
          </ac:spMkLst>
        </pc:spChg>
        <pc:picChg chg="mod">
          <ac:chgData name="Ella Vetter" userId="c6918cf5-f6c0-43cc-8499-a1f635017de9" providerId="ADAL" clId="{1D4587BA-AE63-47D0-8D7E-382CF98BB41F}" dt="2020-09-03T15:44:18.107" v="157" actId="1035"/>
          <ac:picMkLst>
            <pc:docMk/>
            <pc:sldMk cId="2514723993" sldId="392"/>
            <ac:picMk id="5" creationId="{E876838C-9973-435F-881E-ABA163355A74}"/>
          </ac:picMkLst>
        </pc:picChg>
        <pc:picChg chg="mod">
          <ac:chgData name="Ella Vetter" userId="c6918cf5-f6c0-43cc-8499-a1f635017de9" providerId="ADAL" clId="{1D4587BA-AE63-47D0-8D7E-382CF98BB41F}" dt="2020-09-03T15:44:18.107" v="157" actId="1035"/>
          <ac:picMkLst>
            <pc:docMk/>
            <pc:sldMk cId="2514723993" sldId="392"/>
            <ac:picMk id="7" creationId="{69826241-1642-4977-B50F-F8A5F8C0AF44}"/>
          </ac:picMkLst>
        </pc:picChg>
      </pc:sldChg>
    </pc:docChg>
  </pc:docChgLst>
  <pc:docChgLst>
    <pc:chgData name="Ella Vetter" userId="c6918cf5-f6c0-43cc-8499-a1f635017de9" providerId="ADAL" clId="{FA0E1AF2-DC0D-4463-B10F-F8984940A880}"/>
    <pc:docChg chg="undo custSel addSld delSld modSld sldOrd">
      <pc:chgData name="Ella Vetter" userId="c6918cf5-f6c0-43cc-8499-a1f635017de9" providerId="ADAL" clId="{FA0E1AF2-DC0D-4463-B10F-F8984940A880}" dt="2020-08-26T11:58:29.582" v="5837" actId="113"/>
      <pc:docMkLst>
        <pc:docMk/>
      </pc:docMkLst>
      <pc:sldChg chg="modSp mod">
        <pc:chgData name="Ella Vetter" userId="c6918cf5-f6c0-43cc-8499-a1f635017de9" providerId="ADAL" clId="{FA0E1AF2-DC0D-4463-B10F-F8984940A880}" dt="2020-08-26T11:41:01.104" v="5773" actId="113"/>
        <pc:sldMkLst>
          <pc:docMk/>
          <pc:sldMk cId="1993397138" sldId="286"/>
        </pc:sldMkLst>
        <pc:spChg chg="mod">
          <ac:chgData name="Ella Vetter" userId="c6918cf5-f6c0-43cc-8499-a1f635017de9" providerId="ADAL" clId="{FA0E1AF2-DC0D-4463-B10F-F8984940A880}" dt="2020-08-25T14:05:09.311" v="5487" actId="13926"/>
          <ac:spMkLst>
            <pc:docMk/>
            <pc:sldMk cId="1993397138" sldId="286"/>
            <ac:spMk id="2" creationId="{12D641C7-2ECD-475C-8E11-88F1001E6E55}"/>
          </ac:spMkLst>
        </pc:spChg>
        <pc:spChg chg="mod">
          <ac:chgData name="Ella Vetter" userId="c6918cf5-f6c0-43cc-8499-a1f635017de9" providerId="ADAL" clId="{FA0E1AF2-DC0D-4463-B10F-F8984940A880}" dt="2020-08-26T11:41:01.104" v="5773" actId="113"/>
          <ac:spMkLst>
            <pc:docMk/>
            <pc:sldMk cId="1993397138" sldId="286"/>
            <ac:spMk id="3" creationId="{37B56F8A-6BEF-459C-AFA4-6D790D24F1CB}"/>
          </ac:spMkLst>
        </pc:spChg>
      </pc:sldChg>
      <pc:sldChg chg="modSp mod">
        <pc:chgData name="Ella Vetter" userId="c6918cf5-f6c0-43cc-8499-a1f635017de9" providerId="ADAL" clId="{FA0E1AF2-DC0D-4463-B10F-F8984940A880}" dt="2020-08-25T00:38:38.532" v="2347" actId="20577"/>
        <pc:sldMkLst>
          <pc:docMk/>
          <pc:sldMk cId="455073494" sldId="290"/>
        </pc:sldMkLst>
        <pc:spChg chg="mod">
          <ac:chgData name="Ella Vetter" userId="c6918cf5-f6c0-43cc-8499-a1f635017de9" providerId="ADAL" clId="{FA0E1AF2-DC0D-4463-B10F-F8984940A880}" dt="2020-08-25T00:38:38.532" v="2347" actId="20577"/>
          <ac:spMkLst>
            <pc:docMk/>
            <pc:sldMk cId="455073494" sldId="290"/>
            <ac:spMk id="2" creationId="{BD0A18F3-9F12-464B-BC50-F741E79EDDDA}"/>
          </ac:spMkLst>
        </pc:spChg>
      </pc:sldChg>
      <pc:sldChg chg="addSp delSp modSp mod modNotesTx">
        <pc:chgData name="Ella Vetter" userId="c6918cf5-f6c0-43cc-8499-a1f635017de9" providerId="ADAL" clId="{FA0E1AF2-DC0D-4463-B10F-F8984940A880}" dt="2020-08-26T11:57:07.235" v="5835"/>
        <pc:sldMkLst>
          <pc:docMk/>
          <pc:sldMk cId="790872940" sldId="291"/>
        </pc:sldMkLst>
        <pc:spChg chg="mod">
          <ac:chgData name="Ella Vetter" userId="c6918cf5-f6c0-43cc-8499-a1f635017de9" providerId="ADAL" clId="{FA0E1AF2-DC0D-4463-B10F-F8984940A880}" dt="2020-08-24T21:59:46.881" v="342" actId="1076"/>
          <ac:spMkLst>
            <pc:docMk/>
            <pc:sldMk cId="790872940" sldId="291"/>
            <ac:spMk id="2" creationId="{42494805-9B1E-48B4-A100-290CACF667AA}"/>
          </ac:spMkLst>
        </pc:spChg>
        <pc:spChg chg="mod">
          <ac:chgData name="Ella Vetter" userId="c6918cf5-f6c0-43cc-8499-a1f635017de9" providerId="ADAL" clId="{FA0E1AF2-DC0D-4463-B10F-F8984940A880}" dt="2020-08-26T11:57:07.235" v="5835"/>
          <ac:spMkLst>
            <pc:docMk/>
            <pc:sldMk cId="790872940" sldId="291"/>
            <ac:spMk id="3" creationId="{30704483-69B8-4F7E-8D15-93BF77814DE9}"/>
          </ac:spMkLst>
        </pc:spChg>
        <pc:picChg chg="add del mod">
          <ac:chgData name="Ella Vetter" userId="c6918cf5-f6c0-43cc-8499-a1f635017de9" providerId="ADAL" clId="{FA0E1AF2-DC0D-4463-B10F-F8984940A880}" dt="2020-08-24T22:00:20.925" v="351" actId="478"/>
          <ac:picMkLst>
            <pc:docMk/>
            <pc:sldMk cId="790872940" sldId="291"/>
            <ac:picMk id="5" creationId="{1112D756-54B2-47C2-B8D2-2576E970AC6F}"/>
          </ac:picMkLst>
        </pc:picChg>
        <pc:picChg chg="add mod ord">
          <ac:chgData name="Ella Vetter" userId="c6918cf5-f6c0-43cc-8499-a1f635017de9" providerId="ADAL" clId="{FA0E1AF2-DC0D-4463-B10F-F8984940A880}" dt="2020-08-25T14:15:50.557" v="5565" actId="1076"/>
          <ac:picMkLst>
            <pc:docMk/>
            <pc:sldMk cId="790872940" sldId="291"/>
            <ac:picMk id="5" creationId="{7E03886F-D584-4767-AD8F-4B0CE25C03B1}"/>
          </ac:picMkLst>
        </pc:picChg>
        <pc:picChg chg="add mod">
          <ac:chgData name="Ella Vetter" userId="c6918cf5-f6c0-43cc-8499-a1f635017de9" providerId="ADAL" clId="{FA0E1AF2-DC0D-4463-B10F-F8984940A880}" dt="2020-08-25T14:15:53.373" v="5571" actId="1036"/>
          <ac:picMkLst>
            <pc:docMk/>
            <pc:sldMk cId="790872940" sldId="291"/>
            <ac:picMk id="7" creationId="{B4C0B56C-DFE4-4F53-9CB0-A42AF4641369}"/>
          </ac:picMkLst>
        </pc:picChg>
        <pc:picChg chg="add del mod">
          <ac:chgData name="Ella Vetter" userId="c6918cf5-f6c0-43cc-8499-a1f635017de9" providerId="ADAL" clId="{FA0E1AF2-DC0D-4463-B10F-F8984940A880}" dt="2020-08-24T22:02:10.459" v="367" actId="478"/>
          <ac:picMkLst>
            <pc:docMk/>
            <pc:sldMk cId="790872940" sldId="291"/>
            <ac:picMk id="7" creationId="{C257B989-04E5-4931-BFD7-C35720B372FE}"/>
          </ac:picMkLst>
        </pc:picChg>
        <pc:picChg chg="add del mod ord">
          <ac:chgData name="Ella Vetter" userId="c6918cf5-f6c0-43cc-8499-a1f635017de9" providerId="ADAL" clId="{FA0E1AF2-DC0D-4463-B10F-F8984940A880}" dt="2020-08-25T12:37:24.972" v="4950" actId="478"/>
          <ac:picMkLst>
            <pc:docMk/>
            <pc:sldMk cId="790872940" sldId="291"/>
            <ac:picMk id="9" creationId="{192DCCC9-5A84-49AB-B9A7-A0FE5AB204A5}"/>
          </ac:picMkLst>
        </pc:picChg>
        <pc:picChg chg="add del mod">
          <ac:chgData name="Ella Vetter" userId="c6918cf5-f6c0-43cc-8499-a1f635017de9" providerId="ADAL" clId="{FA0E1AF2-DC0D-4463-B10F-F8984940A880}" dt="2020-08-25T12:37:11.792" v="4945" actId="478"/>
          <ac:picMkLst>
            <pc:docMk/>
            <pc:sldMk cId="790872940" sldId="291"/>
            <ac:picMk id="11" creationId="{F8E12B32-9B41-4C3D-8316-831C6AFAC566}"/>
          </ac:picMkLst>
        </pc:picChg>
        <pc:cxnChg chg="add mod ord">
          <ac:chgData name="Ella Vetter" userId="c6918cf5-f6c0-43cc-8499-a1f635017de9" providerId="ADAL" clId="{FA0E1AF2-DC0D-4463-B10F-F8984940A880}" dt="2020-08-25T14:15:53.373" v="5571" actId="1036"/>
          <ac:cxnSpMkLst>
            <pc:docMk/>
            <pc:sldMk cId="790872940" sldId="291"/>
            <ac:cxnSpMk id="13" creationId="{E79304EA-66C1-4860-BBDA-7315EF9AC7A8}"/>
          </ac:cxnSpMkLst>
        </pc:cxnChg>
      </pc:sldChg>
      <pc:sldChg chg="addSp delSp modSp add mod modNotesTx">
        <pc:chgData name="Ella Vetter" userId="c6918cf5-f6c0-43cc-8499-a1f635017de9" providerId="ADAL" clId="{FA0E1AF2-DC0D-4463-B10F-F8984940A880}" dt="2020-08-24T22:03:17.837" v="399" actId="20577"/>
        <pc:sldMkLst>
          <pc:docMk/>
          <pc:sldMk cId="593880506" sldId="292"/>
        </pc:sldMkLst>
        <pc:spChg chg="del">
          <ac:chgData name="Ella Vetter" userId="c6918cf5-f6c0-43cc-8499-a1f635017de9" providerId="ADAL" clId="{FA0E1AF2-DC0D-4463-B10F-F8984940A880}" dt="2020-08-24T21:55:43.320" v="185" actId="22"/>
          <ac:spMkLst>
            <pc:docMk/>
            <pc:sldMk cId="593880506" sldId="292"/>
            <ac:spMk id="3" creationId="{30704483-69B8-4F7E-8D15-93BF77814DE9}"/>
          </ac:spMkLst>
        </pc:spChg>
        <pc:spChg chg="add mod">
          <ac:chgData name="Ella Vetter" userId="c6918cf5-f6c0-43cc-8499-a1f635017de9" providerId="ADAL" clId="{FA0E1AF2-DC0D-4463-B10F-F8984940A880}" dt="2020-08-24T22:03:17.837" v="399" actId="20577"/>
          <ac:spMkLst>
            <pc:docMk/>
            <pc:sldMk cId="593880506" sldId="292"/>
            <ac:spMk id="7" creationId="{AED017D7-9ED7-4489-AB73-CBD7AC0E4AAF}"/>
          </ac:spMkLst>
        </pc:spChg>
        <pc:picChg chg="add mod ord">
          <ac:chgData name="Ella Vetter" userId="c6918cf5-f6c0-43cc-8499-a1f635017de9" providerId="ADAL" clId="{FA0E1AF2-DC0D-4463-B10F-F8984940A880}" dt="2020-08-24T21:58:17.457" v="278" actId="1076"/>
          <ac:picMkLst>
            <pc:docMk/>
            <pc:sldMk cId="593880506" sldId="292"/>
            <ac:picMk id="5" creationId="{3FC9ACD4-357F-499F-930C-DED892DFD52E}"/>
          </ac:picMkLst>
        </pc:picChg>
      </pc:sldChg>
      <pc:sldChg chg="addSp delSp modSp add mod">
        <pc:chgData name="Ella Vetter" userId="c6918cf5-f6c0-43cc-8499-a1f635017de9" providerId="ADAL" clId="{FA0E1AF2-DC0D-4463-B10F-F8984940A880}" dt="2020-08-26T11:58:29.582" v="5837" actId="113"/>
        <pc:sldMkLst>
          <pc:docMk/>
          <pc:sldMk cId="2938559902" sldId="293"/>
        </pc:sldMkLst>
        <pc:spChg chg="mod">
          <ac:chgData name="Ella Vetter" userId="c6918cf5-f6c0-43cc-8499-a1f635017de9" providerId="ADAL" clId="{FA0E1AF2-DC0D-4463-B10F-F8984940A880}" dt="2020-08-25T12:42:45.741" v="5026" actId="13926"/>
          <ac:spMkLst>
            <pc:docMk/>
            <pc:sldMk cId="2938559902" sldId="293"/>
            <ac:spMk id="2" creationId="{42494805-9B1E-48B4-A100-290CACF667AA}"/>
          </ac:spMkLst>
        </pc:spChg>
        <pc:spChg chg="mod">
          <ac:chgData name="Ella Vetter" userId="c6918cf5-f6c0-43cc-8499-a1f635017de9" providerId="ADAL" clId="{FA0E1AF2-DC0D-4463-B10F-F8984940A880}" dt="2020-08-26T11:58:29.582" v="5837" actId="113"/>
          <ac:spMkLst>
            <pc:docMk/>
            <pc:sldMk cId="2938559902" sldId="293"/>
            <ac:spMk id="3" creationId="{30704483-69B8-4F7E-8D15-93BF77814DE9}"/>
          </ac:spMkLst>
        </pc:spChg>
        <pc:picChg chg="add del mod modCrop">
          <ac:chgData name="Ella Vetter" userId="c6918cf5-f6c0-43cc-8499-a1f635017de9" providerId="ADAL" clId="{FA0E1AF2-DC0D-4463-B10F-F8984940A880}" dt="2020-08-25T12:41:35.997" v="5001" actId="478"/>
          <ac:picMkLst>
            <pc:docMk/>
            <pc:sldMk cId="2938559902" sldId="293"/>
            <ac:picMk id="5" creationId="{EA824878-BEE6-4027-A8BB-DEB693168778}"/>
          </ac:picMkLst>
        </pc:picChg>
        <pc:picChg chg="add del mod">
          <ac:chgData name="Ella Vetter" userId="c6918cf5-f6c0-43cc-8499-a1f635017de9" providerId="ADAL" clId="{FA0E1AF2-DC0D-4463-B10F-F8984940A880}" dt="2020-08-25T12:42:32.570" v="5014" actId="478"/>
          <ac:picMkLst>
            <pc:docMk/>
            <pc:sldMk cId="2938559902" sldId="293"/>
            <ac:picMk id="6" creationId="{6CF03239-7679-4711-A217-394F499CB402}"/>
          </ac:picMkLst>
        </pc:picChg>
        <pc:picChg chg="add mod">
          <ac:chgData name="Ella Vetter" userId="c6918cf5-f6c0-43cc-8499-a1f635017de9" providerId="ADAL" clId="{FA0E1AF2-DC0D-4463-B10F-F8984940A880}" dt="2020-08-25T12:42:41.869" v="5025" actId="1035"/>
          <ac:picMkLst>
            <pc:docMk/>
            <pc:sldMk cId="2938559902" sldId="293"/>
            <ac:picMk id="8" creationId="{94CD09F7-566D-4A76-9A11-473D7C5F460E}"/>
          </ac:picMkLst>
        </pc:picChg>
      </pc:sldChg>
      <pc:sldChg chg="addSp delSp modSp new del mod">
        <pc:chgData name="Ella Vetter" userId="c6918cf5-f6c0-43cc-8499-a1f635017de9" providerId="ADAL" clId="{FA0E1AF2-DC0D-4463-B10F-F8984940A880}" dt="2020-08-24T22:16:26.497" v="747" actId="47"/>
        <pc:sldMkLst>
          <pc:docMk/>
          <pc:sldMk cId="1155422379" sldId="294"/>
        </pc:sldMkLst>
        <pc:spChg chg="mod">
          <ac:chgData name="Ella Vetter" userId="c6918cf5-f6c0-43cc-8499-a1f635017de9" providerId="ADAL" clId="{FA0E1AF2-DC0D-4463-B10F-F8984940A880}" dt="2020-08-24T22:14:17.785" v="675"/>
          <ac:spMkLst>
            <pc:docMk/>
            <pc:sldMk cId="1155422379" sldId="294"/>
            <ac:spMk id="2" creationId="{8534B222-B475-446C-A6B5-AC2C029C9E0C}"/>
          </ac:spMkLst>
        </pc:spChg>
        <pc:spChg chg="del">
          <ac:chgData name="Ella Vetter" userId="c6918cf5-f6c0-43cc-8499-a1f635017de9" providerId="ADAL" clId="{FA0E1AF2-DC0D-4463-B10F-F8984940A880}" dt="2020-08-24T22:14:08.085" v="669" actId="478"/>
          <ac:spMkLst>
            <pc:docMk/>
            <pc:sldMk cId="1155422379" sldId="294"/>
            <ac:spMk id="3" creationId="{49763F3D-47AD-4FE6-BD91-B4F0DF3139AE}"/>
          </ac:spMkLst>
        </pc:spChg>
        <pc:spChg chg="add mod">
          <ac:chgData name="Ella Vetter" userId="c6918cf5-f6c0-43cc-8499-a1f635017de9" providerId="ADAL" clId="{FA0E1AF2-DC0D-4463-B10F-F8984940A880}" dt="2020-08-24T22:14:56.625" v="722" actId="20577"/>
          <ac:spMkLst>
            <pc:docMk/>
            <pc:sldMk cId="1155422379" sldId="294"/>
            <ac:spMk id="6" creationId="{AC3ED2E4-95E8-4D2D-8E0B-4955952B4596}"/>
          </ac:spMkLst>
        </pc:spChg>
        <pc:picChg chg="add mod">
          <ac:chgData name="Ella Vetter" userId="c6918cf5-f6c0-43cc-8499-a1f635017de9" providerId="ADAL" clId="{FA0E1AF2-DC0D-4463-B10F-F8984940A880}" dt="2020-08-24T22:14:13.114" v="674" actId="1076"/>
          <ac:picMkLst>
            <pc:docMk/>
            <pc:sldMk cId="1155422379" sldId="294"/>
            <ac:picMk id="5" creationId="{F39D0757-67F8-4D92-8A20-D9BEB76F18B0}"/>
          </ac:picMkLst>
        </pc:picChg>
      </pc:sldChg>
      <pc:sldChg chg="add">
        <pc:chgData name="Ella Vetter" userId="c6918cf5-f6c0-43cc-8499-a1f635017de9" providerId="ADAL" clId="{FA0E1AF2-DC0D-4463-B10F-F8984940A880}" dt="2020-08-24T22:27:41.939" v="793"/>
        <pc:sldMkLst>
          <pc:docMk/>
          <pc:sldMk cId="1571073684" sldId="294"/>
        </pc:sldMkLst>
      </pc:sldChg>
      <pc:sldChg chg="modSp add mod ord">
        <pc:chgData name="Ella Vetter" userId="c6918cf5-f6c0-43cc-8499-a1f635017de9" providerId="ADAL" clId="{FA0E1AF2-DC0D-4463-B10F-F8984940A880}" dt="2020-08-25T00:43:43.199" v="2588"/>
        <pc:sldMkLst>
          <pc:docMk/>
          <pc:sldMk cId="1765761067" sldId="295"/>
        </pc:sldMkLst>
        <pc:spChg chg="mod">
          <ac:chgData name="Ella Vetter" userId="c6918cf5-f6c0-43cc-8499-a1f635017de9" providerId="ADAL" clId="{FA0E1AF2-DC0D-4463-B10F-F8984940A880}" dt="2020-08-25T00:43:24.586" v="2586"/>
          <ac:spMkLst>
            <pc:docMk/>
            <pc:sldMk cId="1765761067" sldId="295"/>
            <ac:spMk id="2" creationId="{BD0A18F3-9F12-464B-BC50-F741E79EDDDA}"/>
          </ac:spMkLst>
        </pc:spChg>
      </pc:sldChg>
      <pc:sldChg chg="modSp add mod">
        <pc:chgData name="Ella Vetter" userId="c6918cf5-f6c0-43cc-8499-a1f635017de9" providerId="ADAL" clId="{FA0E1AF2-DC0D-4463-B10F-F8984940A880}" dt="2020-08-25T00:44:00.480" v="2617" actId="404"/>
        <pc:sldMkLst>
          <pc:docMk/>
          <pc:sldMk cId="2778119371" sldId="296"/>
        </pc:sldMkLst>
        <pc:spChg chg="mod">
          <ac:chgData name="Ella Vetter" userId="c6918cf5-f6c0-43cc-8499-a1f635017de9" providerId="ADAL" clId="{FA0E1AF2-DC0D-4463-B10F-F8984940A880}" dt="2020-08-25T00:44:00.480" v="2617" actId="404"/>
          <ac:spMkLst>
            <pc:docMk/>
            <pc:sldMk cId="2778119371" sldId="296"/>
            <ac:spMk id="2" creationId="{BD0A18F3-9F12-464B-BC50-F741E79EDDDA}"/>
          </ac:spMkLst>
        </pc:spChg>
      </pc:sldChg>
      <pc:sldChg chg="modSp new mod modNotesTx">
        <pc:chgData name="Ella Vetter" userId="c6918cf5-f6c0-43cc-8499-a1f635017de9" providerId="ADAL" clId="{FA0E1AF2-DC0D-4463-B10F-F8984940A880}" dt="2020-08-25T19:20:50.488" v="5627" actId="20577"/>
        <pc:sldMkLst>
          <pc:docMk/>
          <pc:sldMk cId="304785108" sldId="297"/>
        </pc:sldMkLst>
        <pc:spChg chg="mod">
          <ac:chgData name="Ella Vetter" userId="c6918cf5-f6c0-43cc-8499-a1f635017de9" providerId="ADAL" clId="{FA0E1AF2-DC0D-4463-B10F-F8984940A880}" dt="2020-08-25T02:51:07.861" v="4009" actId="13926"/>
          <ac:spMkLst>
            <pc:docMk/>
            <pc:sldMk cId="304785108" sldId="297"/>
            <ac:spMk id="2" creationId="{C3ADE153-2732-4F04-9433-39BE462BFB34}"/>
          </ac:spMkLst>
        </pc:spChg>
        <pc:spChg chg="mod">
          <ac:chgData name="Ella Vetter" userId="c6918cf5-f6c0-43cc-8499-a1f635017de9" providerId="ADAL" clId="{FA0E1AF2-DC0D-4463-B10F-F8984940A880}" dt="2020-08-25T19:20:50.488" v="5627" actId="20577"/>
          <ac:spMkLst>
            <pc:docMk/>
            <pc:sldMk cId="304785108" sldId="297"/>
            <ac:spMk id="3" creationId="{ADB403A0-100F-41B6-BF3A-8988ABBC5FB5}"/>
          </ac:spMkLst>
        </pc:spChg>
      </pc:sldChg>
      <pc:sldChg chg="addSp delSp modSp new mod">
        <pc:chgData name="Ella Vetter" userId="c6918cf5-f6c0-43cc-8499-a1f635017de9" providerId="ADAL" clId="{FA0E1AF2-DC0D-4463-B10F-F8984940A880}" dt="2020-08-24T23:34:58.392" v="1136" actId="20577"/>
        <pc:sldMkLst>
          <pc:docMk/>
          <pc:sldMk cId="3253019309" sldId="298"/>
        </pc:sldMkLst>
        <pc:spChg chg="mod">
          <ac:chgData name="Ella Vetter" userId="c6918cf5-f6c0-43cc-8499-a1f635017de9" providerId="ADAL" clId="{FA0E1AF2-DC0D-4463-B10F-F8984940A880}" dt="2020-08-24T23:32:44.115" v="1008" actId="20577"/>
          <ac:spMkLst>
            <pc:docMk/>
            <pc:sldMk cId="3253019309" sldId="298"/>
            <ac:spMk id="2" creationId="{119B526C-C4FD-42CC-A3EA-8FDC9E743DB6}"/>
          </ac:spMkLst>
        </pc:spChg>
        <pc:spChg chg="del mod">
          <ac:chgData name="Ella Vetter" userId="c6918cf5-f6c0-43cc-8499-a1f635017de9" providerId="ADAL" clId="{FA0E1AF2-DC0D-4463-B10F-F8984940A880}" dt="2020-08-24T23:34:18.849" v="1015" actId="478"/>
          <ac:spMkLst>
            <pc:docMk/>
            <pc:sldMk cId="3253019309" sldId="298"/>
            <ac:spMk id="3" creationId="{C11DD253-17D9-4045-A0AE-BC1149CCB18A}"/>
          </ac:spMkLst>
        </pc:spChg>
        <pc:spChg chg="add mod">
          <ac:chgData name="Ella Vetter" userId="c6918cf5-f6c0-43cc-8499-a1f635017de9" providerId="ADAL" clId="{FA0E1AF2-DC0D-4463-B10F-F8984940A880}" dt="2020-08-24T23:34:58.392" v="1136" actId="20577"/>
          <ac:spMkLst>
            <pc:docMk/>
            <pc:sldMk cId="3253019309" sldId="298"/>
            <ac:spMk id="6" creationId="{01D4A65F-49C2-4663-8EBF-7C9CB6F3AF6A}"/>
          </ac:spMkLst>
        </pc:spChg>
        <pc:picChg chg="add mod">
          <ac:chgData name="Ella Vetter" userId="c6918cf5-f6c0-43cc-8499-a1f635017de9" providerId="ADAL" clId="{FA0E1AF2-DC0D-4463-B10F-F8984940A880}" dt="2020-08-24T23:33:55.717" v="1013" actId="1076"/>
          <ac:picMkLst>
            <pc:docMk/>
            <pc:sldMk cId="3253019309" sldId="298"/>
            <ac:picMk id="5" creationId="{49EF4E0B-3019-45AC-A0C9-F635943C7B8E}"/>
          </ac:picMkLst>
        </pc:picChg>
      </pc:sldChg>
      <pc:sldChg chg="addSp delSp modSp add mod">
        <pc:chgData name="Ella Vetter" userId="c6918cf5-f6c0-43cc-8499-a1f635017de9" providerId="ADAL" clId="{FA0E1AF2-DC0D-4463-B10F-F8984940A880}" dt="2020-08-24T23:49:57.905" v="1583" actId="20577"/>
        <pc:sldMkLst>
          <pc:docMk/>
          <pc:sldMk cId="451944156" sldId="299"/>
        </pc:sldMkLst>
        <pc:spChg chg="add mod">
          <ac:chgData name="Ella Vetter" userId="c6918cf5-f6c0-43cc-8499-a1f635017de9" providerId="ADAL" clId="{FA0E1AF2-DC0D-4463-B10F-F8984940A880}" dt="2020-08-24T23:49:57.905" v="1583" actId="20577"/>
          <ac:spMkLst>
            <pc:docMk/>
            <pc:sldMk cId="451944156" sldId="299"/>
            <ac:spMk id="4" creationId="{248D6EA0-2B95-4B1C-9C5E-2A6A580D4BD3}"/>
          </ac:spMkLst>
        </pc:spChg>
        <pc:spChg chg="del">
          <ac:chgData name="Ella Vetter" userId="c6918cf5-f6c0-43cc-8499-a1f635017de9" providerId="ADAL" clId="{FA0E1AF2-DC0D-4463-B10F-F8984940A880}" dt="2020-08-24T23:35:17.521" v="1138" actId="478"/>
          <ac:spMkLst>
            <pc:docMk/>
            <pc:sldMk cId="451944156" sldId="299"/>
            <ac:spMk id="6" creationId="{01D4A65F-49C2-4663-8EBF-7C9CB6F3AF6A}"/>
          </ac:spMkLst>
        </pc:spChg>
        <pc:grpChg chg="add mod">
          <ac:chgData name="Ella Vetter" userId="c6918cf5-f6c0-43cc-8499-a1f635017de9" providerId="ADAL" clId="{FA0E1AF2-DC0D-4463-B10F-F8984940A880}" dt="2020-08-24T23:49:56.677" v="1581" actId="1076"/>
          <ac:grpSpMkLst>
            <pc:docMk/>
            <pc:sldMk cId="451944156" sldId="299"/>
            <ac:grpSpMk id="11" creationId="{FB69A8E9-302E-4B16-866A-1510F3892251}"/>
          </ac:grpSpMkLst>
        </pc:grpChg>
        <pc:picChg chg="del">
          <ac:chgData name="Ella Vetter" userId="c6918cf5-f6c0-43cc-8499-a1f635017de9" providerId="ADAL" clId="{FA0E1AF2-DC0D-4463-B10F-F8984940A880}" dt="2020-08-24T23:35:18.980" v="1139" actId="478"/>
          <ac:picMkLst>
            <pc:docMk/>
            <pc:sldMk cId="451944156" sldId="299"/>
            <ac:picMk id="5" creationId="{49EF4E0B-3019-45AC-A0C9-F635943C7B8E}"/>
          </ac:picMkLst>
        </pc:picChg>
        <pc:picChg chg="add mod modCrop">
          <ac:chgData name="Ella Vetter" userId="c6918cf5-f6c0-43cc-8499-a1f635017de9" providerId="ADAL" clId="{FA0E1AF2-DC0D-4463-B10F-F8984940A880}" dt="2020-08-24T23:49:52.489" v="1579" actId="164"/>
          <ac:picMkLst>
            <pc:docMk/>
            <pc:sldMk cId="451944156" sldId="299"/>
            <ac:picMk id="8" creationId="{BAB7E816-474C-4D40-9597-F12189518376}"/>
          </ac:picMkLst>
        </pc:picChg>
        <pc:picChg chg="add mod modCrop">
          <ac:chgData name="Ella Vetter" userId="c6918cf5-f6c0-43cc-8499-a1f635017de9" providerId="ADAL" clId="{FA0E1AF2-DC0D-4463-B10F-F8984940A880}" dt="2020-08-24T23:49:52.489" v="1579" actId="164"/>
          <ac:picMkLst>
            <pc:docMk/>
            <pc:sldMk cId="451944156" sldId="299"/>
            <ac:picMk id="10" creationId="{CFFE6988-68A6-4D4A-BD8F-8E3A642ADEE9}"/>
          </ac:picMkLst>
        </pc:picChg>
      </pc:sldChg>
      <pc:sldChg chg="addSp delSp modSp add mod">
        <pc:chgData name="Ella Vetter" userId="c6918cf5-f6c0-43cc-8499-a1f635017de9" providerId="ADAL" clId="{FA0E1AF2-DC0D-4463-B10F-F8984940A880}" dt="2020-08-26T11:43:05.330" v="5775" actId="20577"/>
        <pc:sldMkLst>
          <pc:docMk/>
          <pc:sldMk cId="94124536" sldId="300"/>
        </pc:sldMkLst>
        <pc:spChg chg="mod">
          <ac:chgData name="Ella Vetter" userId="c6918cf5-f6c0-43cc-8499-a1f635017de9" providerId="ADAL" clId="{FA0E1AF2-DC0D-4463-B10F-F8984940A880}" dt="2020-08-24T23:40:18.098" v="1211" actId="1076"/>
          <ac:spMkLst>
            <pc:docMk/>
            <pc:sldMk cId="94124536" sldId="300"/>
            <ac:spMk id="2" creationId="{119B526C-C4FD-42CC-A3EA-8FDC9E743DB6}"/>
          </ac:spMkLst>
        </pc:spChg>
        <pc:spChg chg="mod">
          <ac:chgData name="Ella Vetter" userId="c6918cf5-f6c0-43cc-8499-a1f635017de9" providerId="ADAL" clId="{FA0E1AF2-DC0D-4463-B10F-F8984940A880}" dt="2020-08-26T11:43:05.330" v="5775" actId="20577"/>
          <ac:spMkLst>
            <pc:docMk/>
            <pc:sldMk cId="94124536" sldId="300"/>
            <ac:spMk id="4" creationId="{248D6EA0-2B95-4B1C-9C5E-2A6A580D4BD3}"/>
          </ac:spMkLst>
        </pc:spChg>
        <pc:grpChg chg="add del mod">
          <ac:chgData name="Ella Vetter" userId="c6918cf5-f6c0-43cc-8499-a1f635017de9" providerId="ADAL" clId="{FA0E1AF2-DC0D-4463-B10F-F8984940A880}" dt="2020-08-25T00:21:39.231" v="2028" actId="478"/>
          <ac:grpSpMkLst>
            <pc:docMk/>
            <pc:sldMk cId="94124536" sldId="300"/>
            <ac:grpSpMk id="8" creationId="{419312C5-502B-4843-BA91-23F384140608}"/>
          </ac:grpSpMkLst>
        </pc:grpChg>
        <pc:grpChg chg="add del mod">
          <ac:chgData name="Ella Vetter" userId="c6918cf5-f6c0-43cc-8499-a1f635017de9" providerId="ADAL" clId="{FA0E1AF2-DC0D-4463-B10F-F8984940A880}" dt="2020-08-26T11:18:56.450" v="5660" actId="478"/>
          <ac:grpSpMkLst>
            <pc:docMk/>
            <pc:sldMk cId="94124536" sldId="300"/>
            <ac:grpSpMk id="13" creationId="{7A7BA132-8D51-47A9-8835-ACA3965F9001}"/>
          </ac:grpSpMkLst>
        </pc:grpChg>
        <pc:picChg chg="add mod modCrop">
          <ac:chgData name="Ella Vetter" userId="c6918cf5-f6c0-43cc-8499-a1f635017de9" providerId="ADAL" clId="{FA0E1AF2-DC0D-4463-B10F-F8984940A880}" dt="2020-08-24T23:50:57.315" v="1594" actId="164"/>
          <ac:picMkLst>
            <pc:docMk/>
            <pc:sldMk cId="94124536" sldId="300"/>
            <ac:picMk id="5" creationId="{2E652ED6-A87A-4682-8C0C-0DDF9D22F750}"/>
          </ac:picMkLst>
        </pc:picChg>
        <pc:picChg chg="add mod">
          <ac:chgData name="Ella Vetter" userId="c6918cf5-f6c0-43cc-8499-a1f635017de9" providerId="ADAL" clId="{FA0E1AF2-DC0D-4463-B10F-F8984940A880}" dt="2020-08-26T11:19:00.240" v="5663" actId="14100"/>
          <ac:picMkLst>
            <pc:docMk/>
            <pc:sldMk cId="94124536" sldId="300"/>
            <ac:picMk id="5" creationId="{533E498F-E1B7-4B10-A760-DDF4848B6F3C}"/>
          </ac:picMkLst>
        </pc:picChg>
        <pc:picChg chg="add mod modCrop">
          <ac:chgData name="Ella Vetter" userId="c6918cf5-f6c0-43cc-8499-a1f635017de9" providerId="ADAL" clId="{FA0E1AF2-DC0D-4463-B10F-F8984940A880}" dt="2020-08-24T23:50:57.315" v="1594" actId="164"/>
          <ac:picMkLst>
            <pc:docMk/>
            <pc:sldMk cId="94124536" sldId="300"/>
            <ac:picMk id="7" creationId="{166C4ED7-3EB8-4E4A-A016-328C29079619}"/>
          </ac:picMkLst>
        </pc:picChg>
        <pc:picChg chg="add mod modCrop">
          <ac:chgData name="Ella Vetter" userId="c6918cf5-f6c0-43cc-8499-a1f635017de9" providerId="ADAL" clId="{FA0E1AF2-DC0D-4463-B10F-F8984940A880}" dt="2020-08-25T00:21:51.779" v="2035" actId="164"/>
          <ac:picMkLst>
            <pc:docMk/>
            <pc:sldMk cId="94124536" sldId="300"/>
            <ac:picMk id="10" creationId="{713C4B3E-E27E-4EE2-8904-7C8F5CAEF948}"/>
          </ac:picMkLst>
        </pc:picChg>
        <pc:picChg chg="add mod modCrop">
          <ac:chgData name="Ella Vetter" userId="c6918cf5-f6c0-43cc-8499-a1f635017de9" providerId="ADAL" clId="{FA0E1AF2-DC0D-4463-B10F-F8984940A880}" dt="2020-08-25T00:21:51.779" v="2035" actId="164"/>
          <ac:picMkLst>
            <pc:docMk/>
            <pc:sldMk cId="94124536" sldId="300"/>
            <ac:picMk id="12" creationId="{BA5B73A3-695C-4183-A823-7182F02322E6}"/>
          </ac:picMkLst>
        </pc:picChg>
      </pc:sldChg>
      <pc:sldChg chg="addSp delSp modSp add mod">
        <pc:chgData name="Ella Vetter" userId="c6918cf5-f6c0-43cc-8499-a1f635017de9" providerId="ADAL" clId="{FA0E1AF2-DC0D-4463-B10F-F8984940A880}" dt="2020-08-25T19:21:09.565" v="5630" actId="14100"/>
        <pc:sldMkLst>
          <pc:docMk/>
          <pc:sldMk cId="1667915067" sldId="301"/>
        </pc:sldMkLst>
        <pc:spChg chg="mod">
          <ac:chgData name="Ella Vetter" userId="c6918cf5-f6c0-43cc-8499-a1f635017de9" providerId="ADAL" clId="{FA0E1AF2-DC0D-4463-B10F-F8984940A880}" dt="2020-08-25T19:21:09.565" v="5630" actId="14100"/>
          <ac:spMkLst>
            <pc:docMk/>
            <pc:sldMk cId="1667915067" sldId="301"/>
            <ac:spMk id="4" creationId="{248D6EA0-2B95-4B1C-9C5E-2A6A580D4BD3}"/>
          </ac:spMkLst>
        </pc:spChg>
        <pc:picChg chg="add del mod">
          <ac:chgData name="Ella Vetter" userId="c6918cf5-f6c0-43cc-8499-a1f635017de9" providerId="ADAL" clId="{FA0E1AF2-DC0D-4463-B10F-F8984940A880}" dt="2020-08-25T00:22:29.372" v="2038" actId="478"/>
          <ac:picMkLst>
            <pc:docMk/>
            <pc:sldMk cId="1667915067" sldId="301"/>
            <ac:picMk id="5" creationId="{F3B8945F-137C-4389-823B-AC081BD954AB}"/>
          </ac:picMkLst>
        </pc:picChg>
        <pc:picChg chg="add mod">
          <ac:chgData name="Ella Vetter" userId="c6918cf5-f6c0-43cc-8499-a1f635017de9" providerId="ADAL" clId="{FA0E1AF2-DC0D-4463-B10F-F8984940A880}" dt="2020-08-25T00:22:38.254" v="2045" actId="1036"/>
          <ac:picMkLst>
            <pc:docMk/>
            <pc:sldMk cId="1667915067" sldId="301"/>
            <ac:picMk id="7" creationId="{D50BBF3C-F748-4052-957F-9A7F1B90B459}"/>
          </ac:picMkLst>
        </pc:picChg>
      </pc:sldChg>
      <pc:sldChg chg="addSp modSp add mod modNotesTx">
        <pc:chgData name="Ella Vetter" userId="c6918cf5-f6c0-43cc-8499-a1f635017de9" providerId="ADAL" clId="{FA0E1AF2-DC0D-4463-B10F-F8984940A880}" dt="2020-08-25T19:21:21.840" v="5637" actId="1035"/>
        <pc:sldMkLst>
          <pc:docMk/>
          <pc:sldMk cId="1503978986" sldId="302"/>
        </pc:sldMkLst>
        <pc:spChg chg="mod">
          <ac:chgData name="Ella Vetter" userId="c6918cf5-f6c0-43cc-8499-a1f635017de9" providerId="ADAL" clId="{FA0E1AF2-DC0D-4463-B10F-F8984940A880}" dt="2020-08-25T19:21:21.840" v="5637" actId="1035"/>
          <ac:spMkLst>
            <pc:docMk/>
            <pc:sldMk cId="1503978986" sldId="302"/>
            <ac:spMk id="4" creationId="{248D6EA0-2B95-4B1C-9C5E-2A6A580D4BD3}"/>
          </ac:spMkLst>
        </pc:spChg>
        <pc:picChg chg="add mod modCrop">
          <ac:chgData name="Ella Vetter" userId="c6918cf5-f6c0-43cc-8499-a1f635017de9" providerId="ADAL" clId="{FA0E1AF2-DC0D-4463-B10F-F8984940A880}" dt="2020-08-25T19:21:21.840" v="5637" actId="1035"/>
          <ac:picMkLst>
            <pc:docMk/>
            <pc:sldMk cId="1503978986" sldId="302"/>
            <ac:picMk id="5" creationId="{0986DCAF-36FE-4D01-B730-5A82154B8A21}"/>
          </ac:picMkLst>
        </pc:picChg>
      </pc:sldChg>
      <pc:sldChg chg="addSp delSp modSp add mod">
        <pc:chgData name="Ella Vetter" userId="c6918cf5-f6c0-43cc-8499-a1f635017de9" providerId="ADAL" clId="{FA0E1AF2-DC0D-4463-B10F-F8984940A880}" dt="2020-08-25T19:21:31.282" v="5638" actId="1076"/>
        <pc:sldMkLst>
          <pc:docMk/>
          <pc:sldMk cId="268276809" sldId="303"/>
        </pc:sldMkLst>
        <pc:spChg chg="mod">
          <ac:chgData name="Ella Vetter" userId="c6918cf5-f6c0-43cc-8499-a1f635017de9" providerId="ADAL" clId="{FA0E1AF2-DC0D-4463-B10F-F8984940A880}" dt="2020-08-25T00:04:35.868" v="1670" actId="20577"/>
          <ac:spMkLst>
            <pc:docMk/>
            <pc:sldMk cId="268276809" sldId="303"/>
            <ac:spMk id="4" creationId="{248D6EA0-2B95-4B1C-9C5E-2A6A580D4BD3}"/>
          </ac:spMkLst>
        </pc:spChg>
        <pc:picChg chg="add del mod">
          <ac:chgData name="Ella Vetter" userId="c6918cf5-f6c0-43cc-8499-a1f635017de9" providerId="ADAL" clId="{FA0E1AF2-DC0D-4463-B10F-F8984940A880}" dt="2020-08-25T00:03:50.908" v="1658" actId="478"/>
          <ac:picMkLst>
            <pc:docMk/>
            <pc:sldMk cId="268276809" sldId="303"/>
            <ac:picMk id="5" creationId="{26C7F661-4870-451F-8C04-AF77C8585ECE}"/>
          </ac:picMkLst>
        </pc:picChg>
        <pc:picChg chg="add mod">
          <ac:chgData name="Ella Vetter" userId="c6918cf5-f6c0-43cc-8499-a1f635017de9" providerId="ADAL" clId="{FA0E1AF2-DC0D-4463-B10F-F8984940A880}" dt="2020-08-25T19:21:31.282" v="5638" actId="1076"/>
          <ac:picMkLst>
            <pc:docMk/>
            <pc:sldMk cId="268276809" sldId="303"/>
            <ac:picMk id="7" creationId="{3F26B82A-5C6F-4B1F-969C-82D7822CC4DC}"/>
          </ac:picMkLst>
        </pc:picChg>
      </pc:sldChg>
      <pc:sldChg chg="addSp modSp add mod">
        <pc:chgData name="Ella Vetter" userId="c6918cf5-f6c0-43cc-8499-a1f635017de9" providerId="ADAL" clId="{FA0E1AF2-DC0D-4463-B10F-F8984940A880}" dt="2020-08-25T00:05:26.808" v="1690" actId="1076"/>
        <pc:sldMkLst>
          <pc:docMk/>
          <pc:sldMk cId="2644748147" sldId="304"/>
        </pc:sldMkLst>
        <pc:spChg chg="mod">
          <ac:chgData name="Ella Vetter" userId="c6918cf5-f6c0-43cc-8499-a1f635017de9" providerId="ADAL" clId="{FA0E1AF2-DC0D-4463-B10F-F8984940A880}" dt="2020-08-25T00:05:22.701" v="1688" actId="20577"/>
          <ac:spMkLst>
            <pc:docMk/>
            <pc:sldMk cId="2644748147" sldId="304"/>
            <ac:spMk id="4" creationId="{248D6EA0-2B95-4B1C-9C5E-2A6A580D4BD3}"/>
          </ac:spMkLst>
        </pc:spChg>
        <pc:picChg chg="add mod">
          <ac:chgData name="Ella Vetter" userId="c6918cf5-f6c0-43cc-8499-a1f635017de9" providerId="ADAL" clId="{FA0E1AF2-DC0D-4463-B10F-F8984940A880}" dt="2020-08-25T00:05:26.808" v="1690" actId="1076"/>
          <ac:picMkLst>
            <pc:docMk/>
            <pc:sldMk cId="2644748147" sldId="304"/>
            <ac:picMk id="5" creationId="{EC14C25D-F357-42DD-A2CC-DA204BC47D38}"/>
          </ac:picMkLst>
        </pc:picChg>
      </pc:sldChg>
      <pc:sldChg chg="addSp modSp new mod">
        <pc:chgData name="Ella Vetter" userId="c6918cf5-f6c0-43cc-8499-a1f635017de9" providerId="ADAL" clId="{FA0E1AF2-DC0D-4463-B10F-F8984940A880}" dt="2020-08-26T11:37:58.400" v="5741" actId="20577"/>
        <pc:sldMkLst>
          <pc:docMk/>
          <pc:sldMk cId="2707112466" sldId="305"/>
        </pc:sldMkLst>
        <pc:spChg chg="mod">
          <ac:chgData name="Ella Vetter" userId="c6918cf5-f6c0-43cc-8499-a1f635017de9" providerId="ADAL" clId="{FA0E1AF2-DC0D-4463-B10F-F8984940A880}" dt="2020-08-25T00:05:49.902" v="1697"/>
          <ac:spMkLst>
            <pc:docMk/>
            <pc:sldMk cId="2707112466" sldId="305"/>
            <ac:spMk id="2" creationId="{42EB3DC3-53D1-47DC-BD63-91AB7F05744D}"/>
          </ac:spMkLst>
        </pc:spChg>
        <pc:spChg chg="mod">
          <ac:chgData name="Ella Vetter" userId="c6918cf5-f6c0-43cc-8499-a1f635017de9" providerId="ADAL" clId="{FA0E1AF2-DC0D-4463-B10F-F8984940A880}" dt="2020-08-26T11:37:58.400" v="5741" actId="20577"/>
          <ac:spMkLst>
            <pc:docMk/>
            <pc:sldMk cId="2707112466" sldId="305"/>
            <ac:spMk id="3" creationId="{B58DFD31-3964-4BB1-A184-53540DC4ACF5}"/>
          </ac:spMkLst>
        </pc:spChg>
        <pc:picChg chg="add mod">
          <ac:chgData name="Ella Vetter" userId="c6918cf5-f6c0-43cc-8499-a1f635017de9" providerId="ADAL" clId="{FA0E1AF2-DC0D-4463-B10F-F8984940A880}" dt="2020-08-25T00:06:57.964" v="1718" actId="14100"/>
          <ac:picMkLst>
            <pc:docMk/>
            <pc:sldMk cId="2707112466" sldId="305"/>
            <ac:picMk id="5" creationId="{ED0D70EB-8B80-49D7-880D-E67DE34EB8BA}"/>
          </ac:picMkLst>
        </pc:picChg>
      </pc:sldChg>
      <pc:sldChg chg="addSp modSp new mod">
        <pc:chgData name="Ella Vetter" userId="c6918cf5-f6c0-43cc-8499-a1f635017de9" providerId="ADAL" clId="{FA0E1AF2-DC0D-4463-B10F-F8984940A880}" dt="2020-08-25T00:24:06.400" v="2051" actId="14100"/>
        <pc:sldMkLst>
          <pc:docMk/>
          <pc:sldMk cId="3751286997" sldId="306"/>
        </pc:sldMkLst>
        <pc:spChg chg="mod">
          <ac:chgData name="Ella Vetter" userId="c6918cf5-f6c0-43cc-8499-a1f635017de9" providerId="ADAL" clId="{FA0E1AF2-DC0D-4463-B10F-F8984940A880}" dt="2020-08-25T00:07:52.291" v="1735"/>
          <ac:spMkLst>
            <pc:docMk/>
            <pc:sldMk cId="3751286997" sldId="306"/>
            <ac:spMk id="2" creationId="{423C41C5-4464-43EE-9E93-E6C64D89ACF7}"/>
          </ac:spMkLst>
        </pc:spChg>
        <pc:spChg chg="mod">
          <ac:chgData name="Ella Vetter" userId="c6918cf5-f6c0-43cc-8499-a1f635017de9" providerId="ADAL" clId="{FA0E1AF2-DC0D-4463-B10F-F8984940A880}" dt="2020-08-25T00:24:04.056" v="2050" actId="1076"/>
          <ac:spMkLst>
            <pc:docMk/>
            <pc:sldMk cId="3751286997" sldId="306"/>
            <ac:spMk id="3" creationId="{FFA82682-91AD-44D2-91CC-5688FF1A4039}"/>
          </ac:spMkLst>
        </pc:spChg>
        <pc:picChg chg="add mod">
          <ac:chgData name="Ella Vetter" userId="c6918cf5-f6c0-43cc-8499-a1f635017de9" providerId="ADAL" clId="{FA0E1AF2-DC0D-4463-B10F-F8984940A880}" dt="2020-08-25T00:24:06.400" v="2051" actId="14100"/>
          <ac:picMkLst>
            <pc:docMk/>
            <pc:sldMk cId="3751286997" sldId="306"/>
            <ac:picMk id="5" creationId="{596DF875-D746-4BF8-A079-8D4189FBB029}"/>
          </ac:picMkLst>
        </pc:picChg>
      </pc:sldChg>
      <pc:sldChg chg="addSp delSp modSp new mod modNotesTx">
        <pc:chgData name="Ella Vetter" userId="c6918cf5-f6c0-43cc-8499-a1f635017de9" providerId="ADAL" clId="{FA0E1AF2-DC0D-4463-B10F-F8984940A880}" dt="2020-08-26T11:46:11.793" v="5791" actId="20577"/>
        <pc:sldMkLst>
          <pc:docMk/>
          <pc:sldMk cId="2255646412" sldId="307"/>
        </pc:sldMkLst>
        <pc:spChg chg="mod">
          <ac:chgData name="Ella Vetter" userId="c6918cf5-f6c0-43cc-8499-a1f635017de9" providerId="ADAL" clId="{FA0E1AF2-DC0D-4463-B10F-F8984940A880}" dt="2020-08-25T00:10:57.294" v="1759" actId="20577"/>
          <ac:spMkLst>
            <pc:docMk/>
            <pc:sldMk cId="2255646412" sldId="307"/>
            <ac:spMk id="2" creationId="{A7CA5952-342D-443C-8A91-CAA26AAC77A0}"/>
          </ac:spMkLst>
        </pc:spChg>
        <pc:spChg chg="del">
          <ac:chgData name="Ella Vetter" userId="c6918cf5-f6c0-43cc-8499-a1f635017de9" providerId="ADAL" clId="{FA0E1AF2-DC0D-4463-B10F-F8984940A880}" dt="2020-08-25T00:10:59.049" v="1760"/>
          <ac:spMkLst>
            <pc:docMk/>
            <pc:sldMk cId="2255646412" sldId="307"/>
            <ac:spMk id="3" creationId="{B931F991-6A6D-431F-AE91-18B11EEC5187}"/>
          </ac:spMkLst>
        </pc:spChg>
        <pc:spChg chg="add mod">
          <ac:chgData name="Ella Vetter" userId="c6918cf5-f6c0-43cc-8499-a1f635017de9" providerId="ADAL" clId="{FA0E1AF2-DC0D-4463-B10F-F8984940A880}" dt="2020-08-26T11:46:11.793" v="5791" actId="20577"/>
          <ac:spMkLst>
            <pc:docMk/>
            <pc:sldMk cId="2255646412" sldId="307"/>
            <ac:spMk id="4" creationId="{C2F6BBDD-1C3B-4756-A6E4-887767A93D41}"/>
          </ac:spMkLst>
        </pc:spChg>
        <pc:picChg chg="add mod">
          <ac:chgData name="Ella Vetter" userId="c6918cf5-f6c0-43cc-8499-a1f635017de9" providerId="ADAL" clId="{FA0E1AF2-DC0D-4463-B10F-F8984940A880}" dt="2020-08-25T00:27:23.170" v="2084" actId="14100"/>
          <ac:picMkLst>
            <pc:docMk/>
            <pc:sldMk cId="2255646412" sldId="307"/>
            <ac:picMk id="6" creationId="{6CAAF85B-C341-494D-8B34-E2BD6C6097A4}"/>
          </ac:picMkLst>
        </pc:picChg>
      </pc:sldChg>
      <pc:sldChg chg="modSp add del mod">
        <pc:chgData name="Ella Vetter" userId="c6918cf5-f6c0-43cc-8499-a1f635017de9" providerId="ADAL" clId="{FA0E1AF2-DC0D-4463-B10F-F8984940A880}" dt="2020-08-25T00:24:26.775" v="2057" actId="47"/>
        <pc:sldMkLst>
          <pc:docMk/>
          <pc:sldMk cId="1945843813" sldId="308"/>
        </pc:sldMkLst>
        <pc:spChg chg="mod">
          <ac:chgData name="Ella Vetter" userId="c6918cf5-f6c0-43cc-8499-a1f635017de9" providerId="ADAL" clId="{FA0E1AF2-DC0D-4463-B10F-F8984940A880}" dt="2020-08-25T00:24:21.880" v="2053" actId="21"/>
          <ac:spMkLst>
            <pc:docMk/>
            <pc:sldMk cId="1945843813" sldId="308"/>
            <ac:spMk id="4" creationId="{C2F6BBDD-1C3B-4756-A6E4-887767A93D41}"/>
          </ac:spMkLst>
        </pc:spChg>
      </pc:sldChg>
      <pc:sldChg chg="modSp add mod">
        <pc:chgData name="Ella Vetter" userId="c6918cf5-f6c0-43cc-8499-a1f635017de9" providerId="ADAL" clId="{FA0E1AF2-DC0D-4463-B10F-F8984940A880}" dt="2020-08-25T02:54:23.594" v="4119" actId="20577"/>
        <pc:sldMkLst>
          <pc:docMk/>
          <pc:sldMk cId="1845744666" sldId="309"/>
        </pc:sldMkLst>
        <pc:spChg chg="mod">
          <ac:chgData name="Ella Vetter" userId="c6918cf5-f6c0-43cc-8499-a1f635017de9" providerId="ADAL" clId="{FA0E1AF2-DC0D-4463-B10F-F8984940A880}" dt="2020-08-25T02:54:23.594" v="4119" actId="20577"/>
          <ac:spMkLst>
            <pc:docMk/>
            <pc:sldMk cId="1845744666" sldId="309"/>
            <ac:spMk id="4" creationId="{C2F6BBDD-1C3B-4756-A6E4-887767A93D41}"/>
          </ac:spMkLst>
        </pc:spChg>
      </pc:sldChg>
      <pc:sldChg chg="addSp delSp modSp new mod">
        <pc:chgData name="Ella Vetter" userId="c6918cf5-f6c0-43cc-8499-a1f635017de9" providerId="ADAL" clId="{FA0E1AF2-DC0D-4463-B10F-F8984940A880}" dt="2020-08-25T19:21:53.415" v="5643" actId="20577"/>
        <pc:sldMkLst>
          <pc:docMk/>
          <pc:sldMk cId="1472949927" sldId="310"/>
        </pc:sldMkLst>
        <pc:spChg chg="mod">
          <ac:chgData name="Ella Vetter" userId="c6918cf5-f6c0-43cc-8499-a1f635017de9" providerId="ADAL" clId="{FA0E1AF2-DC0D-4463-B10F-F8984940A880}" dt="2020-08-25T00:20:34.388" v="2021"/>
          <ac:spMkLst>
            <pc:docMk/>
            <pc:sldMk cId="1472949927" sldId="310"/>
            <ac:spMk id="2" creationId="{D6A340BC-6E32-4540-83CF-CD17A18972A4}"/>
          </ac:spMkLst>
        </pc:spChg>
        <pc:spChg chg="mod">
          <ac:chgData name="Ella Vetter" userId="c6918cf5-f6c0-43cc-8499-a1f635017de9" providerId="ADAL" clId="{FA0E1AF2-DC0D-4463-B10F-F8984940A880}" dt="2020-08-25T19:21:53.415" v="5643" actId="20577"/>
          <ac:spMkLst>
            <pc:docMk/>
            <pc:sldMk cId="1472949927" sldId="310"/>
            <ac:spMk id="3" creationId="{1EE2E636-4A45-4B16-95DE-31517C3D0099}"/>
          </ac:spMkLst>
        </pc:spChg>
        <pc:picChg chg="add del mod">
          <ac:chgData name="Ella Vetter" userId="c6918cf5-f6c0-43cc-8499-a1f635017de9" providerId="ADAL" clId="{FA0E1AF2-DC0D-4463-B10F-F8984940A880}" dt="2020-08-25T00:25:18.006" v="2063" actId="478"/>
          <ac:picMkLst>
            <pc:docMk/>
            <pc:sldMk cId="1472949927" sldId="310"/>
            <ac:picMk id="5" creationId="{3C9317A5-85AA-4A7D-9C17-56E2935AC958}"/>
          </ac:picMkLst>
        </pc:picChg>
        <pc:picChg chg="add mod">
          <ac:chgData name="Ella Vetter" userId="c6918cf5-f6c0-43cc-8499-a1f635017de9" providerId="ADAL" clId="{FA0E1AF2-DC0D-4463-B10F-F8984940A880}" dt="2020-08-25T00:25:20.048" v="2065" actId="1076"/>
          <ac:picMkLst>
            <pc:docMk/>
            <pc:sldMk cId="1472949927" sldId="310"/>
            <ac:picMk id="7" creationId="{5A4D9241-C897-4718-AB7D-6D9E667717F6}"/>
          </ac:picMkLst>
        </pc:picChg>
      </pc:sldChg>
      <pc:sldChg chg="addSp delSp modSp new del mod ord modShow">
        <pc:chgData name="Ella Vetter" userId="c6918cf5-f6c0-43cc-8499-a1f635017de9" providerId="ADAL" clId="{FA0E1AF2-DC0D-4463-B10F-F8984940A880}" dt="2020-08-25T00:54:57.378" v="3104" actId="47"/>
        <pc:sldMkLst>
          <pc:docMk/>
          <pc:sldMk cId="2913271527" sldId="311"/>
        </pc:sldMkLst>
        <pc:spChg chg="mod">
          <ac:chgData name="Ella Vetter" userId="c6918cf5-f6c0-43cc-8499-a1f635017de9" providerId="ADAL" clId="{FA0E1AF2-DC0D-4463-B10F-F8984940A880}" dt="2020-08-25T00:45:09.038" v="2704" actId="20577"/>
          <ac:spMkLst>
            <pc:docMk/>
            <pc:sldMk cId="2913271527" sldId="311"/>
            <ac:spMk id="2" creationId="{2B6B49B9-350B-4FB3-86E1-680DA898D151}"/>
          </ac:spMkLst>
        </pc:spChg>
        <pc:spChg chg="del mod">
          <ac:chgData name="Ella Vetter" userId="c6918cf5-f6c0-43cc-8499-a1f635017de9" providerId="ADAL" clId="{FA0E1AF2-DC0D-4463-B10F-F8984940A880}" dt="2020-08-25T00:29:46.012" v="2148" actId="478"/>
          <ac:spMkLst>
            <pc:docMk/>
            <pc:sldMk cId="2913271527" sldId="311"/>
            <ac:spMk id="3" creationId="{2C717855-6C03-4CA3-90EF-8A5731EB5D37}"/>
          </ac:spMkLst>
        </pc:spChg>
        <pc:spChg chg="add del mod">
          <ac:chgData name="Ella Vetter" userId="c6918cf5-f6c0-43cc-8499-a1f635017de9" providerId="ADAL" clId="{FA0E1AF2-DC0D-4463-B10F-F8984940A880}" dt="2020-08-25T00:29:41.898" v="2145"/>
          <ac:spMkLst>
            <pc:docMk/>
            <pc:sldMk cId="2913271527" sldId="311"/>
            <ac:spMk id="4" creationId="{0856EF28-634C-470C-88BF-854950A2A6C6}"/>
          </ac:spMkLst>
        </pc:spChg>
        <pc:spChg chg="add mod">
          <ac:chgData name="Ella Vetter" userId="c6918cf5-f6c0-43cc-8499-a1f635017de9" providerId="ADAL" clId="{FA0E1AF2-DC0D-4463-B10F-F8984940A880}" dt="2020-08-25T00:33:03.278" v="2297" actId="20577"/>
          <ac:spMkLst>
            <pc:docMk/>
            <pc:sldMk cId="2913271527" sldId="311"/>
            <ac:spMk id="5" creationId="{9A3E3EE8-3C1D-49F8-BA94-A9762414A6A0}"/>
          </ac:spMkLst>
        </pc:spChg>
        <pc:spChg chg="add del mod">
          <ac:chgData name="Ella Vetter" userId="c6918cf5-f6c0-43cc-8499-a1f635017de9" providerId="ADAL" clId="{FA0E1AF2-DC0D-4463-B10F-F8984940A880}" dt="2020-08-25T00:29:47.933" v="2149" actId="478"/>
          <ac:spMkLst>
            <pc:docMk/>
            <pc:sldMk cId="2913271527" sldId="311"/>
            <ac:spMk id="7" creationId="{B7C148C1-43D9-416A-8215-ECB50FCB42C5}"/>
          </ac:spMkLst>
        </pc:spChg>
        <pc:picChg chg="add mod">
          <ac:chgData name="Ella Vetter" userId="c6918cf5-f6c0-43cc-8499-a1f635017de9" providerId="ADAL" clId="{FA0E1AF2-DC0D-4463-B10F-F8984940A880}" dt="2020-08-25T00:32:28.295" v="2260" actId="1076"/>
          <ac:picMkLst>
            <pc:docMk/>
            <pc:sldMk cId="2913271527" sldId="311"/>
            <ac:picMk id="9" creationId="{D6C4E55A-BB76-4827-8A3F-CF046EBABEAB}"/>
          </ac:picMkLst>
        </pc:picChg>
      </pc:sldChg>
      <pc:sldChg chg="delSp modSp add del mod">
        <pc:chgData name="Ella Vetter" userId="c6918cf5-f6c0-43cc-8499-a1f635017de9" providerId="ADAL" clId="{FA0E1AF2-DC0D-4463-B10F-F8984940A880}" dt="2020-08-25T00:41:26.811" v="2527" actId="47"/>
        <pc:sldMkLst>
          <pc:docMk/>
          <pc:sldMk cId="1056571804" sldId="312"/>
        </pc:sldMkLst>
        <pc:spChg chg="mod">
          <ac:chgData name="Ella Vetter" userId="c6918cf5-f6c0-43cc-8499-a1f635017de9" providerId="ADAL" clId="{FA0E1AF2-DC0D-4463-B10F-F8984940A880}" dt="2020-08-25T00:34:20.570" v="2324" actId="11"/>
          <ac:spMkLst>
            <pc:docMk/>
            <pc:sldMk cId="1056571804" sldId="312"/>
            <ac:spMk id="5" creationId="{9A3E3EE8-3C1D-49F8-BA94-A9762414A6A0}"/>
          </ac:spMkLst>
        </pc:spChg>
        <pc:picChg chg="del">
          <ac:chgData name="Ella Vetter" userId="c6918cf5-f6c0-43cc-8499-a1f635017de9" providerId="ADAL" clId="{FA0E1AF2-DC0D-4463-B10F-F8984940A880}" dt="2020-08-25T00:33:19.816" v="2317" actId="478"/>
          <ac:picMkLst>
            <pc:docMk/>
            <pc:sldMk cId="1056571804" sldId="312"/>
            <ac:picMk id="9" creationId="{D6C4E55A-BB76-4827-8A3F-CF046EBABEAB}"/>
          </ac:picMkLst>
        </pc:picChg>
      </pc:sldChg>
      <pc:sldChg chg="modSp add mod">
        <pc:chgData name="Ella Vetter" userId="c6918cf5-f6c0-43cc-8499-a1f635017de9" providerId="ADAL" clId="{FA0E1AF2-DC0D-4463-B10F-F8984940A880}" dt="2020-08-25T00:44:12.233" v="2658" actId="20577"/>
        <pc:sldMkLst>
          <pc:docMk/>
          <pc:sldMk cId="2164022111" sldId="312"/>
        </pc:sldMkLst>
        <pc:spChg chg="mod">
          <ac:chgData name="Ella Vetter" userId="c6918cf5-f6c0-43cc-8499-a1f635017de9" providerId="ADAL" clId="{FA0E1AF2-DC0D-4463-B10F-F8984940A880}" dt="2020-08-25T00:44:12.233" v="2658" actId="20577"/>
          <ac:spMkLst>
            <pc:docMk/>
            <pc:sldMk cId="2164022111" sldId="312"/>
            <ac:spMk id="2" creationId="{BD0A18F3-9F12-464B-BC50-F741E79EDDDA}"/>
          </ac:spMkLst>
        </pc:spChg>
      </pc:sldChg>
      <pc:sldChg chg="add del">
        <pc:chgData name="Ella Vetter" userId="c6918cf5-f6c0-43cc-8499-a1f635017de9" providerId="ADAL" clId="{FA0E1AF2-DC0D-4463-B10F-F8984940A880}" dt="2020-08-25T00:41:21.946" v="2525" actId="47"/>
        <pc:sldMkLst>
          <pc:docMk/>
          <pc:sldMk cId="531892922" sldId="313"/>
        </pc:sldMkLst>
      </pc:sldChg>
      <pc:sldChg chg="modSp add mod modNotesTx">
        <pc:chgData name="Ella Vetter" userId="c6918cf5-f6c0-43cc-8499-a1f635017de9" providerId="ADAL" clId="{FA0E1AF2-DC0D-4463-B10F-F8984940A880}" dt="2020-08-25T12:50:09.267" v="5054" actId="13926"/>
        <pc:sldMkLst>
          <pc:docMk/>
          <pc:sldMk cId="583338459" sldId="313"/>
        </pc:sldMkLst>
        <pc:spChg chg="mod">
          <ac:chgData name="Ella Vetter" userId="c6918cf5-f6c0-43cc-8499-a1f635017de9" providerId="ADAL" clId="{FA0E1AF2-DC0D-4463-B10F-F8984940A880}" dt="2020-08-25T12:50:09.267" v="5054" actId="13926"/>
          <ac:spMkLst>
            <pc:docMk/>
            <pc:sldMk cId="583338459" sldId="313"/>
            <ac:spMk id="2" creationId="{BD0A18F3-9F12-464B-BC50-F741E79EDDDA}"/>
          </ac:spMkLst>
        </pc:spChg>
      </pc:sldChg>
      <pc:sldChg chg="addSp modSp new mod">
        <pc:chgData name="Ella Vetter" userId="c6918cf5-f6c0-43cc-8499-a1f635017de9" providerId="ADAL" clId="{FA0E1AF2-DC0D-4463-B10F-F8984940A880}" dt="2020-08-25T14:26:31.746" v="5620" actId="20577"/>
        <pc:sldMkLst>
          <pc:docMk/>
          <pc:sldMk cId="1926348322" sldId="314"/>
        </pc:sldMkLst>
        <pc:spChg chg="mod">
          <ac:chgData name="Ella Vetter" userId="c6918cf5-f6c0-43cc-8499-a1f635017de9" providerId="ADAL" clId="{FA0E1AF2-DC0D-4463-B10F-F8984940A880}" dt="2020-08-25T00:45:22.446" v="2736" actId="20577"/>
          <ac:spMkLst>
            <pc:docMk/>
            <pc:sldMk cId="1926348322" sldId="314"/>
            <ac:spMk id="2" creationId="{8A9E6F8E-2CFB-46C6-9CB4-684F9DB0C7C6}"/>
          </ac:spMkLst>
        </pc:spChg>
        <pc:spChg chg="mod">
          <ac:chgData name="Ella Vetter" userId="c6918cf5-f6c0-43cc-8499-a1f635017de9" providerId="ADAL" clId="{FA0E1AF2-DC0D-4463-B10F-F8984940A880}" dt="2020-08-25T14:26:31.746" v="5620" actId="20577"/>
          <ac:spMkLst>
            <pc:docMk/>
            <pc:sldMk cId="1926348322" sldId="314"/>
            <ac:spMk id="3" creationId="{B35256F5-6094-4A46-A183-82855CA64831}"/>
          </ac:spMkLst>
        </pc:spChg>
        <pc:picChg chg="add mod">
          <ac:chgData name="Ella Vetter" userId="c6918cf5-f6c0-43cc-8499-a1f635017de9" providerId="ADAL" clId="{FA0E1AF2-DC0D-4463-B10F-F8984940A880}" dt="2020-08-25T00:47:55.781" v="2783" actId="1076"/>
          <ac:picMkLst>
            <pc:docMk/>
            <pc:sldMk cId="1926348322" sldId="314"/>
            <ac:picMk id="5" creationId="{E38708E1-2D31-4B49-9897-4EB86CCB267B}"/>
          </ac:picMkLst>
        </pc:picChg>
      </pc:sldChg>
      <pc:sldChg chg="add del">
        <pc:chgData name="Ella Vetter" userId="c6918cf5-f6c0-43cc-8499-a1f635017de9" providerId="ADAL" clId="{FA0E1AF2-DC0D-4463-B10F-F8984940A880}" dt="2020-08-25T00:41:22.980" v="2526" actId="47"/>
        <pc:sldMkLst>
          <pc:docMk/>
          <pc:sldMk cId="2995252043" sldId="314"/>
        </pc:sldMkLst>
      </pc:sldChg>
      <pc:sldChg chg="addSp delSp modSp add mod">
        <pc:chgData name="Ella Vetter" userId="c6918cf5-f6c0-43cc-8499-a1f635017de9" providerId="ADAL" clId="{FA0E1AF2-DC0D-4463-B10F-F8984940A880}" dt="2020-08-26T11:43:20.920" v="5776" actId="20577"/>
        <pc:sldMkLst>
          <pc:docMk/>
          <pc:sldMk cId="660170791" sldId="315"/>
        </pc:sldMkLst>
        <pc:spChg chg="del mod">
          <ac:chgData name="Ella Vetter" userId="c6918cf5-f6c0-43cc-8499-a1f635017de9" providerId="ADAL" clId="{FA0E1AF2-DC0D-4463-B10F-F8984940A880}" dt="2020-08-25T00:51:38.547" v="2930" actId="478"/>
          <ac:spMkLst>
            <pc:docMk/>
            <pc:sldMk cId="660170791" sldId="315"/>
            <ac:spMk id="3" creationId="{B35256F5-6094-4A46-A183-82855CA64831}"/>
          </ac:spMkLst>
        </pc:spChg>
        <pc:spChg chg="add mod">
          <ac:chgData name="Ella Vetter" userId="c6918cf5-f6c0-43cc-8499-a1f635017de9" providerId="ADAL" clId="{FA0E1AF2-DC0D-4463-B10F-F8984940A880}" dt="2020-08-26T11:43:20.920" v="5776" actId="20577"/>
          <ac:spMkLst>
            <pc:docMk/>
            <pc:sldMk cId="660170791" sldId="315"/>
            <ac:spMk id="6" creationId="{66F4CC2B-E1FF-4E56-8804-4C4B371960E9}"/>
          </ac:spMkLst>
        </pc:spChg>
        <pc:picChg chg="add mod">
          <ac:chgData name="Ella Vetter" userId="c6918cf5-f6c0-43cc-8499-a1f635017de9" providerId="ADAL" clId="{FA0E1AF2-DC0D-4463-B10F-F8984940A880}" dt="2020-08-26T11:29:07.979" v="5686" actId="14100"/>
          <ac:picMkLst>
            <pc:docMk/>
            <pc:sldMk cId="660170791" sldId="315"/>
            <ac:picMk id="4" creationId="{A883C7E4-7900-4CAF-82CC-09D56E6C130F}"/>
          </ac:picMkLst>
        </pc:picChg>
        <pc:picChg chg="del">
          <ac:chgData name="Ella Vetter" userId="c6918cf5-f6c0-43cc-8499-a1f635017de9" providerId="ADAL" clId="{FA0E1AF2-DC0D-4463-B10F-F8984940A880}" dt="2020-08-25T00:48:27.164" v="2825" actId="478"/>
          <ac:picMkLst>
            <pc:docMk/>
            <pc:sldMk cId="660170791" sldId="315"/>
            <ac:picMk id="5" creationId="{E38708E1-2D31-4B49-9897-4EB86CCB267B}"/>
          </ac:picMkLst>
        </pc:picChg>
        <pc:picChg chg="add del mod">
          <ac:chgData name="Ella Vetter" userId="c6918cf5-f6c0-43cc-8499-a1f635017de9" providerId="ADAL" clId="{FA0E1AF2-DC0D-4463-B10F-F8984940A880}" dt="2020-08-26T11:29:03.247" v="5683" actId="478"/>
          <ac:picMkLst>
            <pc:docMk/>
            <pc:sldMk cId="660170791" sldId="315"/>
            <ac:picMk id="8" creationId="{FDB33DE6-97D7-4012-81E1-13282726CB8F}"/>
          </ac:picMkLst>
        </pc:picChg>
      </pc:sldChg>
      <pc:sldChg chg="addSp modSp new mod modNotesTx">
        <pc:chgData name="Ella Vetter" userId="c6918cf5-f6c0-43cc-8499-a1f635017de9" providerId="ADAL" clId="{FA0E1AF2-DC0D-4463-B10F-F8984940A880}" dt="2020-08-25T02:44:02.886" v="3920" actId="20577"/>
        <pc:sldMkLst>
          <pc:docMk/>
          <pc:sldMk cId="2996801013" sldId="316"/>
        </pc:sldMkLst>
        <pc:spChg chg="mod">
          <ac:chgData name="Ella Vetter" userId="c6918cf5-f6c0-43cc-8499-a1f635017de9" providerId="ADAL" clId="{FA0E1AF2-DC0D-4463-B10F-F8984940A880}" dt="2020-08-25T00:52:21.671" v="2951" actId="20577"/>
          <ac:spMkLst>
            <pc:docMk/>
            <pc:sldMk cId="2996801013" sldId="316"/>
            <ac:spMk id="2" creationId="{25E9A656-E062-4FD3-9756-BE4C804FEDB3}"/>
          </ac:spMkLst>
        </pc:spChg>
        <pc:spChg chg="mod">
          <ac:chgData name="Ella Vetter" userId="c6918cf5-f6c0-43cc-8499-a1f635017de9" providerId="ADAL" clId="{FA0E1AF2-DC0D-4463-B10F-F8984940A880}" dt="2020-08-25T02:44:02.886" v="3920" actId="20577"/>
          <ac:spMkLst>
            <pc:docMk/>
            <pc:sldMk cId="2996801013" sldId="316"/>
            <ac:spMk id="3" creationId="{041D95EE-D09C-4207-BEDE-1A4C667A2A62}"/>
          </ac:spMkLst>
        </pc:spChg>
        <pc:picChg chg="add mod">
          <ac:chgData name="Ella Vetter" userId="c6918cf5-f6c0-43cc-8499-a1f635017de9" providerId="ADAL" clId="{FA0E1AF2-DC0D-4463-B10F-F8984940A880}" dt="2020-08-25T00:54:34.198" v="3078" actId="14100"/>
          <ac:picMkLst>
            <pc:docMk/>
            <pc:sldMk cId="2996801013" sldId="316"/>
            <ac:picMk id="5" creationId="{D7915760-9EAD-4F38-A200-4FA28D5A60DF}"/>
          </ac:picMkLst>
        </pc:picChg>
      </pc:sldChg>
      <pc:sldChg chg="addSp delSp modSp add mod modNotesTx">
        <pc:chgData name="Ella Vetter" userId="c6918cf5-f6c0-43cc-8499-a1f635017de9" providerId="ADAL" clId="{FA0E1AF2-DC0D-4463-B10F-F8984940A880}" dt="2020-08-26T11:43:49.699" v="5780" actId="20577"/>
        <pc:sldMkLst>
          <pc:docMk/>
          <pc:sldMk cId="1211612193" sldId="317"/>
        </pc:sldMkLst>
        <pc:spChg chg="mod">
          <ac:chgData name="Ella Vetter" userId="c6918cf5-f6c0-43cc-8499-a1f635017de9" providerId="ADAL" clId="{FA0E1AF2-DC0D-4463-B10F-F8984940A880}" dt="2020-08-26T11:43:49.699" v="5780" actId="20577"/>
          <ac:spMkLst>
            <pc:docMk/>
            <pc:sldMk cId="1211612193" sldId="317"/>
            <ac:spMk id="3" creationId="{041D95EE-D09C-4207-BEDE-1A4C667A2A62}"/>
          </ac:spMkLst>
        </pc:spChg>
        <pc:grpChg chg="add del mod">
          <ac:chgData name="Ella Vetter" userId="c6918cf5-f6c0-43cc-8499-a1f635017de9" providerId="ADAL" clId="{FA0E1AF2-DC0D-4463-B10F-F8984940A880}" dt="2020-08-26T11:19:53.718" v="5664" actId="478"/>
          <ac:grpSpMkLst>
            <pc:docMk/>
            <pc:sldMk cId="1211612193" sldId="317"/>
            <ac:grpSpMk id="9" creationId="{C595B669-673D-4A29-A414-E18C1286C77A}"/>
          </ac:grpSpMkLst>
        </pc:grpChg>
        <pc:picChg chg="add mod">
          <ac:chgData name="Ella Vetter" userId="c6918cf5-f6c0-43cc-8499-a1f635017de9" providerId="ADAL" clId="{FA0E1AF2-DC0D-4463-B10F-F8984940A880}" dt="2020-08-26T11:19:58.008" v="5666" actId="1076"/>
          <ac:picMkLst>
            <pc:docMk/>
            <pc:sldMk cId="1211612193" sldId="317"/>
            <ac:picMk id="5" creationId="{245EA773-6660-4AA1-9663-7649AD8254EF}"/>
          </ac:picMkLst>
        </pc:picChg>
        <pc:picChg chg="del">
          <ac:chgData name="Ella Vetter" userId="c6918cf5-f6c0-43cc-8499-a1f635017de9" providerId="ADAL" clId="{FA0E1AF2-DC0D-4463-B10F-F8984940A880}" dt="2020-08-25T00:55:02.889" v="3107" actId="478"/>
          <ac:picMkLst>
            <pc:docMk/>
            <pc:sldMk cId="1211612193" sldId="317"/>
            <ac:picMk id="5" creationId="{D7915760-9EAD-4F38-A200-4FA28D5A60DF}"/>
          </ac:picMkLst>
        </pc:picChg>
        <pc:picChg chg="add mod modCrop">
          <ac:chgData name="Ella Vetter" userId="c6918cf5-f6c0-43cc-8499-a1f635017de9" providerId="ADAL" clId="{FA0E1AF2-DC0D-4463-B10F-F8984940A880}" dt="2020-08-25T00:55:45.266" v="3120" actId="164"/>
          <ac:picMkLst>
            <pc:docMk/>
            <pc:sldMk cId="1211612193" sldId="317"/>
            <ac:picMk id="6" creationId="{36643EB5-16B2-424E-80F1-E9E008E9ED51}"/>
          </ac:picMkLst>
        </pc:picChg>
        <pc:picChg chg="add mod modCrop">
          <ac:chgData name="Ella Vetter" userId="c6918cf5-f6c0-43cc-8499-a1f635017de9" providerId="ADAL" clId="{FA0E1AF2-DC0D-4463-B10F-F8984940A880}" dt="2020-08-25T00:55:45.266" v="3120" actId="164"/>
          <ac:picMkLst>
            <pc:docMk/>
            <pc:sldMk cId="1211612193" sldId="317"/>
            <ac:picMk id="8" creationId="{D6C181B9-2066-4F18-9854-A1EC57D7DC9C}"/>
          </ac:picMkLst>
        </pc:picChg>
      </pc:sldChg>
      <pc:sldChg chg="addSp delSp modSp new mod modNotesTx">
        <pc:chgData name="Ella Vetter" userId="c6918cf5-f6c0-43cc-8499-a1f635017de9" providerId="ADAL" clId="{FA0E1AF2-DC0D-4463-B10F-F8984940A880}" dt="2020-08-26T11:49:58.092" v="5797" actId="20577"/>
        <pc:sldMkLst>
          <pc:docMk/>
          <pc:sldMk cId="1489422014" sldId="318"/>
        </pc:sldMkLst>
        <pc:spChg chg="mod">
          <ac:chgData name="Ella Vetter" userId="c6918cf5-f6c0-43cc-8499-a1f635017de9" providerId="ADAL" clId="{FA0E1AF2-DC0D-4463-B10F-F8984940A880}" dt="2020-08-25T03:02:29.548" v="4254" actId="13926"/>
          <ac:spMkLst>
            <pc:docMk/>
            <pc:sldMk cId="1489422014" sldId="318"/>
            <ac:spMk id="2" creationId="{D355530A-BE1E-4150-9837-89D64A249CEB}"/>
          </ac:spMkLst>
        </pc:spChg>
        <pc:spChg chg="del">
          <ac:chgData name="Ella Vetter" userId="c6918cf5-f6c0-43cc-8499-a1f635017de9" providerId="ADAL" clId="{FA0E1AF2-DC0D-4463-B10F-F8984940A880}" dt="2020-08-25T02:58:49.238" v="4213" actId="478"/>
          <ac:spMkLst>
            <pc:docMk/>
            <pc:sldMk cId="1489422014" sldId="318"/>
            <ac:spMk id="3" creationId="{FAD1AF74-BBD2-4D27-9449-C2EFC28A8F7E}"/>
          </ac:spMkLst>
        </pc:spChg>
        <pc:spChg chg="add mod">
          <ac:chgData name="Ella Vetter" userId="c6918cf5-f6c0-43cc-8499-a1f635017de9" providerId="ADAL" clId="{FA0E1AF2-DC0D-4463-B10F-F8984940A880}" dt="2020-08-26T11:49:58.092" v="5797" actId="20577"/>
          <ac:spMkLst>
            <pc:docMk/>
            <pc:sldMk cId="1489422014" sldId="318"/>
            <ac:spMk id="6" creationId="{65048D7C-D12F-4121-A3AA-FFE82FDB490E}"/>
          </ac:spMkLst>
        </pc:spChg>
        <pc:picChg chg="add mod">
          <ac:chgData name="Ella Vetter" userId="c6918cf5-f6c0-43cc-8499-a1f635017de9" providerId="ADAL" clId="{FA0E1AF2-DC0D-4463-B10F-F8984940A880}" dt="2020-08-25T00:56:05.383" v="3125" actId="1076"/>
          <ac:picMkLst>
            <pc:docMk/>
            <pc:sldMk cId="1489422014" sldId="318"/>
            <ac:picMk id="5" creationId="{6FB4CB7E-ACE9-4DA0-911F-5DC49099843D}"/>
          </ac:picMkLst>
        </pc:picChg>
      </pc:sldChg>
      <pc:sldChg chg="addSp modSp new mod">
        <pc:chgData name="Ella Vetter" userId="c6918cf5-f6c0-43cc-8499-a1f635017de9" providerId="ADAL" clId="{FA0E1AF2-DC0D-4463-B10F-F8984940A880}" dt="2020-08-25T03:11:08.876" v="4347" actId="1036"/>
        <pc:sldMkLst>
          <pc:docMk/>
          <pc:sldMk cId="1336675675" sldId="319"/>
        </pc:sldMkLst>
        <pc:spChg chg="mod">
          <ac:chgData name="Ella Vetter" userId="c6918cf5-f6c0-43cc-8499-a1f635017de9" providerId="ADAL" clId="{FA0E1AF2-DC0D-4463-B10F-F8984940A880}" dt="2020-08-25T02:49:03.832" v="3969" actId="13926"/>
          <ac:spMkLst>
            <pc:docMk/>
            <pc:sldMk cId="1336675675" sldId="319"/>
            <ac:spMk id="2" creationId="{131A747B-C1E0-4C98-A3EF-AA8CFF1707F8}"/>
          </ac:spMkLst>
        </pc:spChg>
        <pc:spChg chg="mod">
          <ac:chgData name="Ella Vetter" userId="c6918cf5-f6c0-43cc-8499-a1f635017de9" providerId="ADAL" clId="{FA0E1AF2-DC0D-4463-B10F-F8984940A880}" dt="2020-08-25T02:49:01.230" v="3968" actId="13926"/>
          <ac:spMkLst>
            <pc:docMk/>
            <pc:sldMk cId="1336675675" sldId="319"/>
            <ac:spMk id="3" creationId="{4408E174-328E-4B92-BC2F-D7C003C5E78E}"/>
          </ac:spMkLst>
        </pc:spChg>
        <pc:picChg chg="add mod">
          <ac:chgData name="Ella Vetter" userId="c6918cf5-f6c0-43cc-8499-a1f635017de9" providerId="ADAL" clId="{FA0E1AF2-DC0D-4463-B10F-F8984940A880}" dt="2020-08-25T03:11:08.876" v="4347" actId="1036"/>
          <ac:picMkLst>
            <pc:docMk/>
            <pc:sldMk cId="1336675675" sldId="319"/>
            <ac:picMk id="5" creationId="{7088D506-0359-40DB-BEB9-357E55F4013A}"/>
          </ac:picMkLst>
        </pc:picChg>
      </pc:sldChg>
      <pc:sldChg chg="addSp delSp modSp add mod">
        <pc:chgData name="Ella Vetter" userId="c6918cf5-f6c0-43cc-8499-a1f635017de9" providerId="ADAL" clId="{FA0E1AF2-DC0D-4463-B10F-F8984940A880}" dt="2020-08-26T11:43:24.904" v="5777" actId="20577"/>
        <pc:sldMkLst>
          <pc:docMk/>
          <pc:sldMk cId="355661852" sldId="320"/>
        </pc:sldMkLst>
        <pc:spChg chg="mod">
          <ac:chgData name="Ella Vetter" userId="c6918cf5-f6c0-43cc-8499-a1f635017de9" providerId="ADAL" clId="{FA0E1AF2-DC0D-4463-B10F-F8984940A880}" dt="2020-08-26T11:43:24.904" v="5777" actId="20577"/>
          <ac:spMkLst>
            <pc:docMk/>
            <pc:sldMk cId="355661852" sldId="320"/>
            <ac:spMk id="6" creationId="{66F4CC2B-E1FF-4E56-8804-4C4B371960E9}"/>
          </ac:spMkLst>
        </pc:spChg>
        <pc:grpChg chg="add del mod">
          <ac:chgData name="Ella Vetter" userId="c6918cf5-f6c0-43cc-8499-a1f635017de9" providerId="ADAL" clId="{FA0E1AF2-DC0D-4463-B10F-F8984940A880}" dt="2020-08-26T11:37:00.049" v="5710" actId="478"/>
          <ac:grpSpMkLst>
            <pc:docMk/>
            <pc:sldMk cId="355661852" sldId="320"/>
            <ac:grpSpMk id="18" creationId="{EFD8594F-03FE-47D6-88FE-8E7020E608A3}"/>
          </ac:grpSpMkLst>
        </pc:grpChg>
        <pc:picChg chg="add del mod">
          <ac:chgData name="Ella Vetter" userId="c6918cf5-f6c0-43cc-8499-a1f635017de9" providerId="ADAL" clId="{FA0E1AF2-DC0D-4463-B10F-F8984940A880}" dt="2020-08-25T02:22:31.536" v="3603" actId="478"/>
          <ac:picMkLst>
            <pc:docMk/>
            <pc:sldMk cId="355661852" sldId="320"/>
            <ac:picMk id="4" creationId="{0A416AFD-082E-4E2F-B409-F0236EA84A17}"/>
          </ac:picMkLst>
        </pc:picChg>
        <pc:picChg chg="add mod">
          <ac:chgData name="Ella Vetter" userId="c6918cf5-f6c0-43cc-8499-a1f635017de9" providerId="ADAL" clId="{FA0E1AF2-DC0D-4463-B10F-F8984940A880}" dt="2020-08-26T11:37:04.330" v="5713" actId="1076"/>
          <ac:picMkLst>
            <pc:docMk/>
            <pc:sldMk cId="355661852" sldId="320"/>
            <ac:picMk id="4" creationId="{6B9AAF1A-EFD9-4A0A-A7F0-48D76318A6C1}"/>
          </ac:picMkLst>
        </pc:picChg>
        <pc:picChg chg="add del mod">
          <ac:chgData name="Ella Vetter" userId="c6918cf5-f6c0-43cc-8499-a1f635017de9" providerId="ADAL" clId="{FA0E1AF2-DC0D-4463-B10F-F8984940A880}" dt="2020-08-25T02:22:32.793" v="3604" actId="478"/>
          <ac:picMkLst>
            <pc:docMk/>
            <pc:sldMk cId="355661852" sldId="320"/>
            <ac:picMk id="7" creationId="{00D12E5D-FD60-40A5-952C-F3EC23F06DD0}"/>
          </ac:picMkLst>
        </pc:picChg>
        <pc:picChg chg="del">
          <ac:chgData name="Ella Vetter" userId="c6918cf5-f6c0-43cc-8499-a1f635017de9" providerId="ADAL" clId="{FA0E1AF2-DC0D-4463-B10F-F8984940A880}" dt="2020-08-25T02:13:48.672" v="3324" actId="478"/>
          <ac:picMkLst>
            <pc:docMk/>
            <pc:sldMk cId="355661852" sldId="320"/>
            <ac:picMk id="8" creationId="{FDB33DE6-97D7-4012-81E1-13282726CB8F}"/>
          </ac:picMkLst>
        </pc:picChg>
        <pc:picChg chg="add mod modCrop">
          <ac:chgData name="Ella Vetter" userId="c6918cf5-f6c0-43cc-8499-a1f635017de9" providerId="ADAL" clId="{FA0E1AF2-DC0D-4463-B10F-F8984940A880}" dt="2020-08-25T02:24:58.238" v="3718" actId="164"/>
          <ac:picMkLst>
            <pc:docMk/>
            <pc:sldMk cId="355661852" sldId="320"/>
            <ac:picMk id="10" creationId="{58BD3896-4F1F-4F1F-BEE1-58ACB641FB4E}"/>
          </ac:picMkLst>
        </pc:picChg>
        <pc:picChg chg="add mod modCrop">
          <ac:chgData name="Ella Vetter" userId="c6918cf5-f6c0-43cc-8499-a1f635017de9" providerId="ADAL" clId="{FA0E1AF2-DC0D-4463-B10F-F8984940A880}" dt="2020-08-25T02:24:58.238" v="3718" actId="164"/>
          <ac:picMkLst>
            <pc:docMk/>
            <pc:sldMk cId="355661852" sldId="320"/>
            <ac:picMk id="12" creationId="{953E2D77-FB90-41AF-92E8-D35185BB347E}"/>
          </ac:picMkLst>
        </pc:picChg>
        <pc:picChg chg="add mod modCrop">
          <ac:chgData name="Ella Vetter" userId="c6918cf5-f6c0-43cc-8499-a1f635017de9" providerId="ADAL" clId="{FA0E1AF2-DC0D-4463-B10F-F8984940A880}" dt="2020-08-25T02:24:58.238" v="3718" actId="164"/>
          <ac:picMkLst>
            <pc:docMk/>
            <pc:sldMk cId="355661852" sldId="320"/>
            <ac:picMk id="14" creationId="{25FB3FD6-3470-48AA-A6FE-CA1A0AD90A61}"/>
          </ac:picMkLst>
        </pc:picChg>
        <pc:picChg chg="add mod">
          <ac:chgData name="Ella Vetter" userId="c6918cf5-f6c0-43cc-8499-a1f635017de9" providerId="ADAL" clId="{FA0E1AF2-DC0D-4463-B10F-F8984940A880}" dt="2020-08-25T02:22:39.759" v="3610" actId="571"/>
          <ac:picMkLst>
            <pc:docMk/>
            <pc:sldMk cId="355661852" sldId="320"/>
            <ac:picMk id="15" creationId="{6F9F5964-1D23-4505-B1B8-568B46D1A51B}"/>
          </ac:picMkLst>
        </pc:picChg>
        <pc:picChg chg="add mod modCrop">
          <ac:chgData name="Ella Vetter" userId="c6918cf5-f6c0-43cc-8499-a1f635017de9" providerId="ADAL" clId="{FA0E1AF2-DC0D-4463-B10F-F8984940A880}" dt="2020-08-25T02:24:58.238" v="3718" actId="164"/>
          <ac:picMkLst>
            <pc:docMk/>
            <pc:sldMk cId="355661852" sldId="320"/>
            <ac:picMk id="17" creationId="{C99A00D8-FCF7-4A03-A669-A9F3B39311AD}"/>
          </ac:picMkLst>
        </pc:picChg>
      </pc:sldChg>
      <pc:sldChg chg="addSp delSp modSp add mod addCm delCm">
        <pc:chgData name="Ella Vetter" userId="c6918cf5-f6c0-43cc-8499-a1f635017de9" providerId="ADAL" clId="{FA0E1AF2-DC0D-4463-B10F-F8984940A880}" dt="2020-08-26T11:47:28.105" v="5792" actId="20577"/>
        <pc:sldMkLst>
          <pc:docMk/>
          <pc:sldMk cId="3742540212" sldId="321"/>
        </pc:sldMkLst>
        <pc:spChg chg="mod">
          <ac:chgData name="Ella Vetter" userId="c6918cf5-f6c0-43cc-8499-a1f635017de9" providerId="ADAL" clId="{FA0E1AF2-DC0D-4463-B10F-F8984940A880}" dt="2020-08-26T11:47:28.105" v="5792" actId="20577"/>
          <ac:spMkLst>
            <pc:docMk/>
            <pc:sldMk cId="3742540212" sldId="321"/>
            <ac:spMk id="6" creationId="{66F4CC2B-E1FF-4E56-8804-4C4B371960E9}"/>
          </ac:spMkLst>
        </pc:spChg>
        <pc:grpChg chg="add del mod">
          <ac:chgData name="Ella Vetter" userId="c6918cf5-f6c0-43cc-8499-a1f635017de9" providerId="ADAL" clId="{FA0E1AF2-DC0D-4463-B10F-F8984940A880}" dt="2020-08-25T02:26:26.639" v="3722" actId="478"/>
          <ac:grpSpMkLst>
            <pc:docMk/>
            <pc:sldMk cId="3742540212" sldId="321"/>
            <ac:grpSpMk id="11" creationId="{1B05E77C-2766-47D2-BAE6-570888FBE3C5}"/>
          </ac:grpSpMkLst>
        </pc:grpChg>
        <pc:grpChg chg="add del mod">
          <ac:chgData name="Ella Vetter" userId="c6918cf5-f6c0-43cc-8499-a1f635017de9" providerId="ADAL" clId="{FA0E1AF2-DC0D-4463-B10F-F8984940A880}" dt="2020-08-25T02:27:15.916" v="3740" actId="21"/>
          <ac:grpSpMkLst>
            <pc:docMk/>
            <pc:sldMk cId="3742540212" sldId="321"/>
            <ac:grpSpMk id="16" creationId="{9DEAA1BA-C628-4E13-8432-691C17B9AF12}"/>
          </ac:grpSpMkLst>
        </pc:grpChg>
        <pc:grpChg chg="add mod">
          <ac:chgData name="Ella Vetter" userId="c6918cf5-f6c0-43cc-8499-a1f635017de9" providerId="ADAL" clId="{FA0E1AF2-DC0D-4463-B10F-F8984940A880}" dt="2020-08-25T02:28:52.420" v="3772" actId="14100"/>
          <ac:grpSpMkLst>
            <pc:docMk/>
            <pc:sldMk cId="3742540212" sldId="321"/>
            <ac:grpSpMk id="21" creationId="{3C40726E-AFA8-4E2C-AA9D-5F3455876C89}"/>
          </ac:grpSpMkLst>
        </pc:grpChg>
        <pc:picChg chg="del">
          <ac:chgData name="Ella Vetter" userId="c6918cf5-f6c0-43cc-8499-a1f635017de9" providerId="ADAL" clId="{FA0E1AF2-DC0D-4463-B10F-F8984940A880}" dt="2020-08-25T02:15:25.550" v="3365" actId="478"/>
          <ac:picMkLst>
            <pc:docMk/>
            <pc:sldMk cId="3742540212" sldId="321"/>
            <ac:picMk id="4" creationId="{0A416AFD-082E-4E2F-B409-F0236EA84A17}"/>
          </ac:picMkLst>
        </pc:picChg>
        <pc:picChg chg="add del mod topLvl modCrop">
          <ac:chgData name="Ella Vetter" userId="c6918cf5-f6c0-43cc-8499-a1f635017de9" providerId="ADAL" clId="{FA0E1AF2-DC0D-4463-B10F-F8984940A880}" dt="2020-08-25T02:26:26.639" v="3722" actId="478"/>
          <ac:picMkLst>
            <pc:docMk/>
            <pc:sldMk cId="3742540212" sldId="321"/>
            <ac:picMk id="5" creationId="{6164D8DE-15CD-4AC4-81DE-ACFE50CFBCE2}"/>
          </ac:picMkLst>
        </pc:picChg>
        <pc:picChg chg="add mod">
          <ac:chgData name="Ella Vetter" userId="c6918cf5-f6c0-43cc-8499-a1f635017de9" providerId="ADAL" clId="{FA0E1AF2-DC0D-4463-B10F-F8984940A880}" dt="2020-08-25T02:28:49.243" v="3771" actId="1037"/>
          <ac:picMkLst>
            <pc:docMk/>
            <pc:sldMk cId="3742540212" sldId="321"/>
            <ac:picMk id="8" creationId="{1EC84A5C-C36A-4267-A5D5-C553C2605DB5}"/>
          </ac:picMkLst>
        </pc:picChg>
        <pc:picChg chg="add del mod topLvl modCrop">
          <ac:chgData name="Ella Vetter" userId="c6918cf5-f6c0-43cc-8499-a1f635017de9" providerId="ADAL" clId="{FA0E1AF2-DC0D-4463-B10F-F8984940A880}" dt="2020-08-25T02:26:29.048" v="3725" actId="478"/>
          <ac:picMkLst>
            <pc:docMk/>
            <pc:sldMk cId="3742540212" sldId="321"/>
            <ac:picMk id="10" creationId="{C8182F1E-743F-4C6B-8EF1-C21A9FE492F8}"/>
          </ac:picMkLst>
        </pc:picChg>
        <pc:picChg chg="add mod modCrop">
          <ac:chgData name="Ella Vetter" userId="c6918cf5-f6c0-43cc-8499-a1f635017de9" providerId="ADAL" clId="{FA0E1AF2-DC0D-4463-B10F-F8984940A880}" dt="2020-08-25T02:27:05.774" v="3735" actId="164"/>
          <ac:picMkLst>
            <pc:docMk/>
            <pc:sldMk cId="3742540212" sldId="321"/>
            <ac:picMk id="13" creationId="{3A72CAFE-F83B-4B0D-AE6D-3B28418A2D9E}"/>
          </ac:picMkLst>
        </pc:picChg>
        <pc:picChg chg="add mod modCrop">
          <ac:chgData name="Ella Vetter" userId="c6918cf5-f6c0-43cc-8499-a1f635017de9" providerId="ADAL" clId="{FA0E1AF2-DC0D-4463-B10F-F8984940A880}" dt="2020-08-25T02:27:05.774" v="3735" actId="164"/>
          <ac:picMkLst>
            <pc:docMk/>
            <pc:sldMk cId="3742540212" sldId="321"/>
            <ac:picMk id="15" creationId="{DA29C344-188F-4557-A54D-9C7C696C97D3}"/>
          </ac:picMkLst>
        </pc:picChg>
        <pc:picChg chg="add mod modCrop">
          <ac:chgData name="Ella Vetter" userId="c6918cf5-f6c0-43cc-8499-a1f635017de9" providerId="ADAL" clId="{FA0E1AF2-DC0D-4463-B10F-F8984940A880}" dt="2020-08-25T02:28:28.170" v="3752" actId="164"/>
          <ac:picMkLst>
            <pc:docMk/>
            <pc:sldMk cId="3742540212" sldId="321"/>
            <ac:picMk id="18" creationId="{3D3FF830-0B66-42C0-B5EB-581BDFBC124C}"/>
          </ac:picMkLst>
        </pc:picChg>
        <pc:picChg chg="add mod modCrop">
          <ac:chgData name="Ella Vetter" userId="c6918cf5-f6c0-43cc-8499-a1f635017de9" providerId="ADAL" clId="{FA0E1AF2-DC0D-4463-B10F-F8984940A880}" dt="2020-08-25T02:28:28.170" v="3752" actId="164"/>
          <ac:picMkLst>
            <pc:docMk/>
            <pc:sldMk cId="3742540212" sldId="321"/>
            <ac:picMk id="20" creationId="{91D73026-66C9-460E-AB78-443F5DB9ACE5}"/>
          </ac:picMkLst>
        </pc:picChg>
      </pc:sldChg>
      <pc:sldChg chg="addSp delSp modSp new del mod">
        <pc:chgData name="Ella Vetter" userId="c6918cf5-f6c0-43cc-8499-a1f635017de9" providerId="ADAL" clId="{FA0E1AF2-DC0D-4463-B10F-F8984940A880}" dt="2020-08-25T02:28:57.136" v="3773" actId="47"/>
        <pc:sldMkLst>
          <pc:docMk/>
          <pc:sldMk cId="1239576636" sldId="322"/>
        </pc:sldMkLst>
        <pc:spChg chg="del">
          <ac:chgData name="Ella Vetter" userId="c6918cf5-f6c0-43cc-8499-a1f635017de9" providerId="ADAL" clId="{FA0E1AF2-DC0D-4463-B10F-F8984940A880}" dt="2020-08-25T02:27:13.865" v="3739" actId="478"/>
          <ac:spMkLst>
            <pc:docMk/>
            <pc:sldMk cId="1239576636" sldId="322"/>
            <ac:spMk id="2" creationId="{DF9FB575-CE58-4A1B-B760-D6331A660006}"/>
          </ac:spMkLst>
        </pc:spChg>
        <pc:spChg chg="del">
          <ac:chgData name="Ella Vetter" userId="c6918cf5-f6c0-43cc-8499-a1f635017de9" providerId="ADAL" clId="{FA0E1AF2-DC0D-4463-B10F-F8984940A880}" dt="2020-08-25T02:27:13.865" v="3739" actId="478"/>
          <ac:spMkLst>
            <pc:docMk/>
            <pc:sldMk cId="1239576636" sldId="322"/>
            <ac:spMk id="3" creationId="{19498D37-5A5A-4DC9-A3A8-AF9AA98A30F5}"/>
          </ac:spMkLst>
        </pc:spChg>
        <pc:grpChg chg="add mod">
          <ac:chgData name="Ella Vetter" userId="c6918cf5-f6c0-43cc-8499-a1f635017de9" providerId="ADAL" clId="{FA0E1AF2-DC0D-4463-B10F-F8984940A880}" dt="2020-08-25T02:27:22.897" v="3742" actId="1076"/>
          <ac:grpSpMkLst>
            <pc:docMk/>
            <pc:sldMk cId="1239576636" sldId="322"/>
            <ac:grpSpMk id="4" creationId="{2AB253AC-DD0C-4495-B289-2A9B6CC1C802}"/>
          </ac:grpSpMkLst>
        </pc:grpChg>
        <pc:picChg chg="mod">
          <ac:chgData name="Ella Vetter" userId="c6918cf5-f6c0-43cc-8499-a1f635017de9" providerId="ADAL" clId="{FA0E1AF2-DC0D-4463-B10F-F8984940A880}" dt="2020-08-25T02:27:16.734" v="3741"/>
          <ac:picMkLst>
            <pc:docMk/>
            <pc:sldMk cId="1239576636" sldId="322"/>
            <ac:picMk id="5" creationId="{9A721680-AC9A-4B3E-961F-C406C4353BA3}"/>
          </ac:picMkLst>
        </pc:picChg>
        <pc:picChg chg="mod">
          <ac:chgData name="Ella Vetter" userId="c6918cf5-f6c0-43cc-8499-a1f635017de9" providerId="ADAL" clId="{FA0E1AF2-DC0D-4463-B10F-F8984940A880}" dt="2020-08-25T02:27:16.734" v="3741"/>
          <ac:picMkLst>
            <pc:docMk/>
            <pc:sldMk cId="1239576636" sldId="322"/>
            <ac:picMk id="6" creationId="{1EC10C6E-369A-4EA5-8BA4-5276EDFCF7F8}"/>
          </ac:picMkLst>
        </pc:picChg>
        <pc:picChg chg="add mod">
          <ac:chgData name="Ella Vetter" userId="c6918cf5-f6c0-43cc-8499-a1f635017de9" providerId="ADAL" clId="{FA0E1AF2-DC0D-4463-B10F-F8984940A880}" dt="2020-08-25T02:27:43.204" v="3745" actId="1076"/>
          <ac:picMkLst>
            <pc:docMk/>
            <pc:sldMk cId="1239576636" sldId="322"/>
            <ac:picMk id="8" creationId="{94079B16-7225-4355-ABF6-CC94B1C94367}"/>
          </ac:picMkLst>
        </pc:picChg>
      </pc:sldChg>
      <pc:sldChg chg="addSp delSp modSp new mod">
        <pc:chgData name="Ella Vetter" userId="c6918cf5-f6c0-43cc-8499-a1f635017de9" providerId="ADAL" clId="{FA0E1AF2-DC0D-4463-B10F-F8984940A880}" dt="2020-08-25T14:11:46.161" v="5547" actId="20577"/>
        <pc:sldMkLst>
          <pc:docMk/>
          <pc:sldMk cId="2683890875" sldId="322"/>
        </pc:sldMkLst>
        <pc:spChg chg="mod">
          <ac:chgData name="Ella Vetter" userId="c6918cf5-f6c0-43cc-8499-a1f635017de9" providerId="ADAL" clId="{FA0E1AF2-DC0D-4463-B10F-F8984940A880}" dt="2020-08-25T02:29:59.104" v="3802"/>
          <ac:spMkLst>
            <pc:docMk/>
            <pc:sldMk cId="2683890875" sldId="322"/>
            <ac:spMk id="2" creationId="{0BB9B473-612B-43FA-B815-4314EC34A532}"/>
          </ac:spMkLst>
        </pc:spChg>
        <pc:spChg chg="mod">
          <ac:chgData name="Ella Vetter" userId="c6918cf5-f6c0-43cc-8499-a1f635017de9" providerId="ADAL" clId="{FA0E1AF2-DC0D-4463-B10F-F8984940A880}" dt="2020-08-25T14:11:46.161" v="5547" actId="20577"/>
          <ac:spMkLst>
            <pc:docMk/>
            <pc:sldMk cId="2683890875" sldId="322"/>
            <ac:spMk id="3" creationId="{3F324399-CC6F-4316-867F-221AE253B9F8}"/>
          </ac:spMkLst>
        </pc:spChg>
        <pc:grpChg chg="add del mod">
          <ac:chgData name="Ella Vetter" userId="c6918cf5-f6c0-43cc-8499-a1f635017de9" providerId="ADAL" clId="{FA0E1AF2-DC0D-4463-B10F-F8984940A880}" dt="2020-08-25T02:40:13.907" v="3875" actId="478"/>
          <ac:grpSpMkLst>
            <pc:docMk/>
            <pc:sldMk cId="2683890875" sldId="322"/>
            <ac:grpSpMk id="8" creationId="{D7098582-BA7A-4515-8E08-60DB66072D86}"/>
          </ac:grpSpMkLst>
        </pc:grpChg>
        <pc:picChg chg="add mod modCrop">
          <ac:chgData name="Ella Vetter" userId="c6918cf5-f6c0-43cc-8499-a1f635017de9" providerId="ADAL" clId="{FA0E1AF2-DC0D-4463-B10F-F8984940A880}" dt="2020-08-25T02:36:19.796" v="3828" actId="164"/>
          <ac:picMkLst>
            <pc:docMk/>
            <pc:sldMk cId="2683890875" sldId="322"/>
            <ac:picMk id="5" creationId="{4EE96F7E-C2B4-43B8-A0EF-1691302D8B1E}"/>
          </ac:picMkLst>
        </pc:picChg>
        <pc:picChg chg="add mod modCrop">
          <ac:chgData name="Ella Vetter" userId="c6918cf5-f6c0-43cc-8499-a1f635017de9" providerId="ADAL" clId="{FA0E1AF2-DC0D-4463-B10F-F8984940A880}" dt="2020-08-25T02:36:19.796" v="3828" actId="164"/>
          <ac:picMkLst>
            <pc:docMk/>
            <pc:sldMk cId="2683890875" sldId="322"/>
            <ac:picMk id="7" creationId="{C51F7662-580E-4797-82BC-13004FD65929}"/>
          </ac:picMkLst>
        </pc:picChg>
        <pc:picChg chg="add del mod">
          <ac:chgData name="Ella Vetter" userId="c6918cf5-f6c0-43cc-8499-a1f635017de9" providerId="ADAL" clId="{FA0E1AF2-DC0D-4463-B10F-F8984940A880}" dt="2020-08-25T02:37:21.250" v="3841" actId="478"/>
          <ac:picMkLst>
            <pc:docMk/>
            <pc:sldMk cId="2683890875" sldId="322"/>
            <ac:picMk id="10" creationId="{95109819-D753-4B96-B4A1-4B58C304B790}"/>
          </ac:picMkLst>
        </pc:picChg>
        <pc:picChg chg="add del mod">
          <ac:chgData name="Ella Vetter" userId="c6918cf5-f6c0-43cc-8499-a1f635017de9" providerId="ADAL" clId="{FA0E1AF2-DC0D-4463-B10F-F8984940A880}" dt="2020-08-25T02:40:16.256" v="3878" actId="478"/>
          <ac:picMkLst>
            <pc:docMk/>
            <pc:sldMk cId="2683890875" sldId="322"/>
            <ac:picMk id="12" creationId="{9517C727-9F55-41E2-8560-E82DBE70F4AC}"/>
          </ac:picMkLst>
        </pc:picChg>
        <pc:picChg chg="add del mod">
          <ac:chgData name="Ella Vetter" userId="c6918cf5-f6c0-43cc-8499-a1f635017de9" providerId="ADAL" clId="{FA0E1AF2-DC0D-4463-B10F-F8984940A880}" dt="2020-08-25T02:38:39.139" v="3855" actId="478"/>
          <ac:picMkLst>
            <pc:docMk/>
            <pc:sldMk cId="2683890875" sldId="322"/>
            <ac:picMk id="14" creationId="{76C3DF84-51EF-4D11-B4BB-ADE3D1465900}"/>
          </ac:picMkLst>
        </pc:picChg>
        <pc:picChg chg="add del">
          <ac:chgData name="Ella Vetter" userId="c6918cf5-f6c0-43cc-8499-a1f635017de9" providerId="ADAL" clId="{FA0E1AF2-DC0D-4463-B10F-F8984940A880}" dt="2020-08-25T02:40:15.286" v="3877" actId="22"/>
          <ac:picMkLst>
            <pc:docMk/>
            <pc:sldMk cId="2683890875" sldId="322"/>
            <ac:picMk id="16" creationId="{1A121AD4-6C1E-4AB3-8B3F-10BD4DBB9B7C}"/>
          </ac:picMkLst>
        </pc:picChg>
        <pc:picChg chg="add">
          <ac:chgData name="Ella Vetter" userId="c6918cf5-f6c0-43cc-8499-a1f635017de9" providerId="ADAL" clId="{FA0E1AF2-DC0D-4463-B10F-F8984940A880}" dt="2020-08-25T02:40:16.473" v="3879" actId="22"/>
          <ac:picMkLst>
            <pc:docMk/>
            <pc:sldMk cId="2683890875" sldId="322"/>
            <ac:picMk id="18" creationId="{C7BF0AB1-DB18-4ADB-9FB9-C0BFF34D443B}"/>
          </ac:picMkLst>
        </pc:picChg>
      </pc:sldChg>
      <pc:sldChg chg="addSp delSp modSp add mod">
        <pc:chgData name="Ella Vetter" userId="c6918cf5-f6c0-43cc-8499-a1f635017de9" providerId="ADAL" clId="{FA0E1AF2-DC0D-4463-B10F-F8984940A880}" dt="2020-08-26T11:38:29.069" v="5743" actId="1076"/>
        <pc:sldMkLst>
          <pc:docMk/>
          <pc:sldMk cId="855012651" sldId="323"/>
        </pc:sldMkLst>
        <pc:spChg chg="del">
          <ac:chgData name="Ella Vetter" userId="c6918cf5-f6c0-43cc-8499-a1f635017de9" providerId="ADAL" clId="{FA0E1AF2-DC0D-4463-B10F-F8984940A880}" dt="2020-08-25T02:40:45.100" v="3881" actId="478"/>
          <ac:spMkLst>
            <pc:docMk/>
            <pc:sldMk cId="855012651" sldId="323"/>
            <ac:spMk id="3" creationId="{3F324399-CC6F-4316-867F-221AE253B9F8}"/>
          </ac:spMkLst>
        </pc:spChg>
        <pc:spChg chg="add mod">
          <ac:chgData name="Ella Vetter" userId="c6918cf5-f6c0-43cc-8499-a1f635017de9" providerId="ADAL" clId="{FA0E1AF2-DC0D-4463-B10F-F8984940A880}" dt="2020-08-25T14:10:03.879" v="5545" actId="11"/>
          <ac:spMkLst>
            <pc:docMk/>
            <pc:sldMk cId="855012651" sldId="323"/>
            <ac:spMk id="13" creationId="{49363403-39AC-481B-A96D-7EFF156D51BF}"/>
          </ac:spMkLst>
        </pc:spChg>
        <pc:grpChg chg="del">
          <ac:chgData name="Ella Vetter" userId="c6918cf5-f6c0-43cc-8499-a1f635017de9" providerId="ADAL" clId="{FA0E1AF2-DC0D-4463-B10F-F8984940A880}" dt="2020-08-25T02:39:32.112" v="3870" actId="478"/>
          <ac:grpSpMkLst>
            <pc:docMk/>
            <pc:sldMk cId="855012651" sldId="323"/>
            <ac:grpSpMk id="8" creationId="{D7098582-BA7A-4515-8E08-60DB66072D86}"/>
          </ac:grpSpMkLst>
        </pc:grpChg>
        <pc:picChg chg="add mod">
          <ac:chgData name="Ella Vetter" userId="c6918cf5-f6c0-43cc-8499-a1f635017de9" providerId="ADAL" clId="{FA0E1AF2-DC0D-4463-B10F-F8984940A880}" dt="2020-08-26T11:38:29.069" v="5743" actId="1076"/>
          <ac:picMkLst>
            <pc:docMk/>
            <pc:sldMk cId="855012651" sldId="323"/>
            <ac:picMk id="4" creationId="{0FD71F59-91F3-4D6D-B887-70FB8D4FAFA4}"/>
          </ac:picMkLst>
        </pc:picChg>
        <pc:picChg chg="add del mod">
          <ac:chgData name="Ella Vetter" userId="c6918cf5-f6c0-43cc-8499-a1f635017de9" providerId="ADAL" clId="{FA0E1AF2-DC0D-4463-B10F-F8984940A880}" dt="2020-08-25T02:39:34.451" v="3871" actId="478"/>
          <ac:picMkLst>
            <pc:docMk/>
            <pc:sldMk cId="855012651" sldId="323"/>
            <ac:picMk id="6" creationId="{DED2CFFB-932A-4752-8258-20507E0AFDB0}"/>
          </ac:picMkLst>
        </pc:picChg>
        <pc:picChg chg="add del mod">
          <ac:chgData name="Ella Vetter" userId="c6918cf5-f6c0-43cc-8499-a1f635017de9" providerId="ADAL" clId="{FA0E1AF2-DC0D-4463-B10F-F8984940A880}" dt="2020-08-25T02:40:27.974" v="3880" actId="478"/>
          <ac:picMkLst>
            <pc:docMk/>
            <pc:sldMk cId="855012651" sldId="323"/>
            <ac:picMk id="10" creationId="{023682AB-04FE-4FB2-92EA-CA5233390B3A}"/>
          </ac:picMkLst>
        </pc:picChg>
        <pc:picChg chg="del">
          <ac:chgData name="Ella Vetter" userId="c6918cf5-f6c0-43cc-8499-a1f635017de9" providerId="ADAL" clId="{FA0E1AF2-DC0D-4463-B10F-F8984940A880}" dt="2020-08-25T02:39:34.451" v="3871" actId="478"/>
          <ac:picMkLst>
            <pc:docMk/>
            <pc:sldMk cId="855012651" sldId="323"/>
            <ac:picMk id="12" creationId="{9517C727-9F55-41E2-8560-E82DBE70F4AC}"/>
          </ac:picMkLst>
        </pc:picChg>
        <pc:picChg chg="del">
          <ac:chgData name="Ella Vetter" userId="c6918cf5-f6c0-43cc-8499-a1f635017de9" providerId="ADAL" clId="{FA0E1AF2-DC0D-4463-B10F-F8984940A880}" dt="2020-08-25T02:38:41.525" v="3857" actId="478"/>
          <ac:picMkLst>
            <pc:docMk/>
            <pc:sldMk cId="855012651" sldId="323"/>
            <ac:picMk id="14" creationId="{76C3DF84-51EF-4D11-B4BB-ADE3D1465900}"/>
          </ac:picMkLst>
        </pc:picChg>
        <pc:picChg chg="add mod">
          <ac:chgData name="Ella Vetter" userId="c6918cf5-f6c0-43cc-8499-a1f635017de9" providerId="ADAL" clId="{FA0E1AF2-DC0D-4463-B10F-F8984940A880}" dt="2020-08-25T12:11:32.730" v="4720" actId="1036"/>
          <ac:picMkLst>
            <pc:docMk/>
            <pc:sldMk cId="855012651" sldId="323"/>
            <ac:picMk id="16" creationId="{7F83A537-FA2A-4E33-9684-BF9502652F8D}"/>
          </ac:picMkLst>
        </pc:picChg>
      </pc:sldChg>
      <pc:sldChg chg="modSp new del mod">
        <pc:chgData name="Ella Vetter" userId="c6918cf5-f6c0-43cc-8499-a1f635017de9" providerId="ADAL" clId="{FA0E1AF2-DC0D-4463-B10F-F8984940A880}" dt="2020-08-25T14:03:31.395" v="5465" actId="47"/>
        <pc:sldMkLst>
          <pc:docMk/>
          <pc:sldMk cId="3138157504" sldId="324"/>
        </pc:sldMkLst>
        <pc:spChg chg="mod">
          <ac:chgData name="Ella Vetter" userId="c6918cf5-f6c0-43cc-8499-a1f635017de9" providerId="ADAL" clId="{FA0E1AF2-DC0D-4463-B10F-F8984940A880}" dt="2020-08-25T03:20:36.448" v="4445" actId="13926"/>
          <ac:spMkLst>
            <pc:docMk/>
            <pc:sldMk cId="3138157504" sldId="324"/>
            <ac:spMk id="2" creationId="{C8CC47E0-0B57-4EAC-A1B8-9F908F13C425}"/>
          </ac:spMkLst>
        </pc:spChg>
        <pc:spChg chg="mod">
          <ac:chgData name="Ella Vetter" userId="c6918cf5-f6c0-43cc-8499-a1f635017de9" providerId="ADAL" clId="{FA0E1AF2-DC0D-4463-B10F-F8984940A880}" dt="2020-08-25T14:03:26.702" v="5463" actId="21"/>
          <ac:spMkLst>
            <pc:docMk/>
            <pc:sldMk cId="3138157504" sldId="324"/>
            <ac:spMk id="3" creationId="{284C342E-8F5B-48C3-9D08-59C573FA664B}"/>
          </ac:spMkLst>
        </pc:spChg>
      </pc:sldChg>
      <pc:sldChg chg="addSp delSp modSp new mod">
        <pc:chgData name="Ella Vetter" userId="c6918cf5-f6c0-43cc-8499-a1f635017de9" providerId="ADAL" clId="{FA0E1AF2-DC0D-4463-B10F-F8984940A880}" dt="2020-08-26T11:43:53.086" v="5781" actId="20577"/>
        <pc:sldMkLst>
          <pc:docMk/>
          <pc:sldMk cId="613118505" sldId="325"/>
        </pc:sldMkLst>
        <pc:spChg chg="mod">
          <ac:chgData name="Ella Vetter" userId="c6918cf5-f6c0-43cc-8499-a1f635017de9" providerId="ADAL" clId="{FA0E1AF2-DC0D-4463-B10F-F8984940A880}" dt="2020-08-25T03:02:21.151" v="4251" actId="20577"/>
          <ac:spMkLst>
            <pc:docMk/>
            <pc:sldMk cId="613118505" sldId="325"/>
            <ac:spMk id="2" creationId="{3A9392A3-EEBC-48BA-864A-F5A0B324026A}"/>
          </ac:spMkLst>
        </pc:spChg>
        <pc:spChg chg="mod">
          <ac:chgData name="Ella Vetter" userId="c6918cf5-f6c0-43cc-8499-a1f635017de9" providerId="ADAL" clId="{FA0E1AF2-DC0D-4463-B10F-F8984940A880}" dt="2020-08-26T11:43:53.086" v="5781" actId="20577"/>
          <ac:spMkLst>
            <pc:docMk/>
            <pc:sldMk cId="613118505" sldId="325"/>
            <ac:spMk id="3" creationId="{899E1F1C-DA87-4650-9F7B-4179E9F17557}"/>
          </ac:spMkLst>
        </pc:spChg>
        <pc:grpChg chg="add del mod">
          <ac:chgData name="Ella Vetter" userId="c6918cf5-f6c0-43cc-8499-a1f635017de9" providerId="ADAL" clId="{FA0E1AF2-DC0D-4463-B10F-F8984940A880}" dt="2020-08-26T11:22:01.514" v="5667" actId="478"/>
          <ac:grpSpMkLst>
            <pc:docMk/>
            <pc:sldMk cId="613118505" sldId="325"/>
            <ac:grpSpMk id="8" creationId="{21E3EDBC-945A-44DE-94A8-3BB4A49468D2}"/>
          </ac:grpSpMkLst>
        </pc:grpChg>
        <pc:picChg chg="add mod modCrop">
          <ac:chgData name="Ella Vetter" userId="c6918cf5-f6c0-43cc-8499-a1f635017de9" providerId="ADAL" clId="{FA0E1AF2-DC0D-4463-B10F-F8984940A880}" dt="2020-08-25T03:04:32.947" v="4272" actId="164"/>
          <ac:picMkLst>
            <pc:docMk/>
            <pc:sldMk cId="613118505" sldId="325"/>
            <ac:picMk id="5" creationId="{54851715-08C3-4E95-A5E6-30FD44A24A52}"/>
          </ac:picMkLst>
        </pc:picChg>
        <pc:picChg chg="add mod">
          <ac:chgData name="Ella Vetter" userId="c6918cf5-f6c0-43cc-8499-a1f635017de9" providerId="ADAL" clId="{FA0E1AF2-DC0D-4463-B10F-F8984940A880}" dt="2020-08-26T11:22:04.481" v="5670" actId="1076"/>
          <ac:picMkLst>
            <pc:docMk/>
            <pc:sldMk cId="613118505" sldId="325"/>
            <ac:picMk id="6" creationId="{F1E2B79A-CD22-493D-BBFD-252A98DEB855}"/>
          </ac:picMkLst>
        </pc:picChg>
        <pc:picChg chg="add mod modCrop">
          <ac:chgData name="Ella Vetter" userId="c6918cf5-f6c0-43cc-8499-a1f635017de9" providerId="ADAL" clId="{FA0E1AF2-DC0D-4463-B10F-F8984940A880}" dt="2020-08-25T03:04:32.947" v="4272" actId="164"/>
          <ac:picMkLst>
            <pc:docMk/>
            <pc:sldMk cId="613118505" sldId="325"/>
            <ac:picMk id="7" creationId="{0A8F0121-F21E-48AD-9305-8EAEE86C7E22}"/>
          </ac:picMkLst>
        </pc:picChg>
      </pc:sldChg>
      <pc:sldChg chg="new del">
        <pc:chgData name="Ella Vetter" userId="c6918cf5-f6c0-43cc-8499-a1f635017de9" providerId="ADAL" clId="{FA0E1AF2-DC0D-4463-B10F-F8984940A880}" dt="2020-08-25T03:02:14.994" v="4231" actId="47"/>
        <pc:sldMkLst>
          <pc:docMk/>
          <pc:sldMk cId="2426563417" sldId="326"/>
        </pc:sldMkLst>
      </pc:sldChg>
      <pc:sldChg chg="addSp delSp modSp add mod modNotesTx">
        <pc:chgData name="Ella Vetter" userId="c6918cf5-f6c0-43cc-8499-a1f635017de9" providerId="ADAL" clId="{FA0E1AF2-DC0D-4463-B10F-F8984940A880}" dt="2020-08-26T11:50:38.064" v="5799" actId="20577"/>
        <pc:sldMkLst>
          <pc:docMk/>
          <pc:sldMk cId="4122450598" sldId="326"/>
        </pc:sldMkLst>
        <pc:spChg chg="mod">
          <ac:chgData name="Ella Vetter" userId="c6918cf5-f6c0-43cc-8499-a1f635017de9" providerId="ADAL" clId="{FA0E1AF2-DC0D-4463-B10F-F8984940A880}" dt="2020-08-26T11:50:38.064" v="5799" actId="20577"/>
          <ac:spMkLst>
            <pc:docMk/>
            <pc:sldMk cId="4122450598" sldId="326"/>
            <ac:spMk id="3" creationId="{899E1F1C-DA87-4650-9F7B-4179E9F17557}"/>
          </ac:spMkLst>
        </pc:spChg>
        <pc:grpChg chg="add del mod">
          <ac:chgData name="Ella Vetter" userId="c6918cf5-f6c0-43cc-8499-a1f635017de9" providerId="ADAL" clId="{FA0E1AF2-DC0D-4463-B10F-F8984940A880}" dt="2020-08-26T11:22:28.310" v="5671" actId="478"/>
          <ac:grpSpMkLst>
            <pc:docMk/>
            <pc:sldMk cId="4122450598" sldId="326"/>
            <ac:grpSpMk id="8" creationId="{F93108B9-BFC0-4D0F-91CD-E39793DDFA5A}"/>
          </ac:grpSpMkLst>
        </pc:grpChg>
        <pc:picChg chg="add mod modCrop">
          <ac:chgData name="Ella Vetter" userId="c6918cf5-f6c0-43cc-8499-a1f635017de9" providerId="ADAL" clId="{FA0E1AF2-DC0D-4463-B10F-F8984940A880}" dt="2020-08-25T03:08:53.145" v="4297" actId="164"/>
          <ac:picMkLst>
            <pc:docMk/>
            <pc:sldMk cId="4122450598" sldId="326"/>
            <ac:picMk id="5" creationId="{F2243335-6D9D-4B42-B766-84D36327F1A8}"/>
          </ac:picMkLst>
        </pc:picChg>
        <pc:picChg chg="add mod">
          <ac:chgData name="Ella Vetter" userId="c6918cf5-f6c0-43cc-8499-a1f635017de9" providerId="ADAL" clId="{FA0E1AF2-DC0D-4463-B10F-F8984940A880}" dt="2020-08-26T11:22:31.658" v="5674" actId="1076"/>
          <ac:picMkLst>
            <pc:docMk/>
            <pc:sldMk cId="4122450598" sldId="326"/>
            <ac:picMk id="6" creationId="{4C3D862E-9B3E-4324-9BD5-73C9B313B65A}"/>
          </ac:picMkLst>
        </pc:picChg>
        <pc:picChg chg="add mod modCrop">
          <ac:chgData name="Ella Vetter" userId="c6918cf5-f6c0-43cc-8499-a1f635017de9" providerId="ADAL" clId="{FA0E1AF2-DC0D-4463-B10F-F8984940A880}" dt="2020-08-25T03:08:53.145" v="4297" actId="164"/>
          <ac:picMkLst>
            <pc:docMk/>
            <pc:sldMk cId="4122450598" sldId="326"/>
            <ac:picMk id="7" creationId="{E5B30BFC-AB49-451F-98B5-B86BE85D5B09}"/>
          </ac:picMkLst>
        </pc:picChg>
      </pc:sldChg>
      <pc:sldChg chg="addSp delSp modSp new mod">
        <pc:chgData name="Ella Vetter" userId="c6918cf5-f6c0-43cc-8499-a1f635017de9" providerId="ADAL" clId="{FA0E1AF2-DC0D-4463-B10F-F8984940A880}" dt="2020-08-25T14:04:20.024" v="5479" actId="20577"/>
        <pc:sldMkLst>
          <pc:docMk/>
          <pc:sldMk cId="346958985" sldId="327"/>
        </pc:sldMkLst>
        <pc:spChg chg="mod">
          <ac:chgData name="Ella Vetter" userId="c6918cf5-f6c0-43cc-8499-a1f635017de9" providerId="ADAL" clId="{FA0E1AF2-DC0D-4463-B10F-F8984940A880}" dt="2020-08-25T03:18:17.506" v="4412"/>
          <ac:spMkLst>
            <pc:docMk/>
            <pc:sldMk cId="346958985" sldId="327"/>
            <ac:spMk id="2" creationId="{0BAA5B65-B93C-4701-A414-51A980A21B22}"/>
          </ac:spMkLst>
        </pc:spChg>
        <pc:spChg chg="mod">
          <ac:chgData name="Ella Vetter" userId="c6918cf5-f6c0-43cc-8499-a1f635017de9" providerId="ADAL" clId="{FA0E1AF2-DC0D-4463-B10F-F8984940A880}" dt="2020-08-25T14:04:20.024" v="5479" actId="20577"/>
          <ac:spMkLst>
            <pc:docMk/>
            <pc:sldMk cId="346958985" sldId="327"/>
            <ac:spMk id="3" creationId="{79930FCA-412E-4AB2-91F4-0E9F8EABE933}"/>
          </ac:spMkLst>
        </pc:spChg>
        <pc:grpChg chg="add del mod">
          <ac:chgData name="Ella Vetter" userId="c6918cf5-f6c0-43cc-8499-a1f635017de9" providerId="ADAL" clId="{FA0E1AF2-DC0D-4463-B10F-F8984940A880}" dt="2020-08-25T03:22:32.363" v="4460" actId="165"/>
          <ac:grpSpMkLst>
            <pc:docMk/>
            <pc:sldMk cId="346958985" sldId="327"/>
            <ac:grpSpMk id="8" creationId="{EE1C2C1A-7B87-4B6C-A631-7C15938FEFFD}"/>
          </ac:grpSpMkLst>
        </pc:grpChg>
        <pc:grpChg chg="add del mod">
          <ac:chgData name="Ella Vetter" userId="c6918cf5-f6c0-43cc-8499-a1f635017de9" providerId="ADAL" clId="{FA0E1AF2-DC0D-4463-B10F-F8984940A880}" dt="2020-08-25T12:54:04.378" v="5070" actId="165"/>
          <ac:grpSpMkLst>
            <pc:docMk/>
            <pc:sldMk cId="346958985" sldId="327"/>
            <ac:grpSpMk id="9" creationId="{231BFE6C-C3B8-4BFA-8116-D03E3B80E449}"/>
          </ac:grpSpMkLst>
        </pc:grpChg>
        <pc:grpChg chg="add del mod">
          <ac:chgData name="Ella Vetter" userId="c6918cf5-f6c0-43cc-8499-a1f635017de9" providerId="ADAL" clId="{FA0E1AF2-DC0D-4463-B10F-F8984940A880}" dt="2020-08-25T12:54:54.769" v="5086" actId="165"/>
          <ac:grpSpMkLst>
            <pc:docMk/>
            <pc:sldMk cId="346958985" sldId="327"/>
            <ac:grpSpMk id="11" creationId="{A79D81AE-403B-4AF0-8187-9185DB00402D}"/>
          </ac:grpSpMkLst>
        </pc:grpChg>
        <pc:grpChg chg="add del mod">
          <ac:chgData name="Ella Vetter" userId="c6918cf5-f6c0-43cc-8499-a1f635017de9" providerId="ADAL" clId="{FA0E1AF2-DC0D-4463-B10F-F8984940A880}" dt="2020-08-25T14:03:16.444" v="5458" actId="21"/>
          <ac:grpSpMkLst>
            <pc:docMk/>
            <pc:sldMk cId="346958985" sldId="327"/>
            <ac:grpSpMk id="12" creationId="{9BF20ED3-D961-48BD-B40E-D1AF02749C6D}"/>
          </ac:grpSpMkLst>
        </pc:grpChg>
        <pc:picChg chg="add del mod topLvl">
          <ac:chgData name="Ella Vetter" userId="c6918cf5-f6c0-43cc-8499-a1f635017de9" providerId="ADAL" clId="{FA0E1AF2-DC0D-4463-B10F-F8984940A880}" dt="2020-08-25T12:54:05.517" v="5071" actId="478"/>
          <ac:picMkLst>
            <pc:docMk/>
            <pc:sldMk cId="346958985" sldId="327"/>
            <ac:picMk id="5" creationId="{0D796625-3517-437C-8F74-7649AC1FF14A}"/>
          </ac:picMkLst>
        </pc:picChg>
        <pc:picChg chg="add mod topLvl">
          <ac:chgData name="Ella Vetter" userId="c6918cf5-f6c0-43cc-8499-a1f635017de9" providerId="ADAL" clId="{FA0E1AF2-DC0D-4463-B10F-F8984940A880}" dt="2020-08-25T12:55:03.927" v="5111" actId="164"/>
          <ac:picMkLst>
            <pc:docMk/>
            <pc:sldMk cId="346958985" sldId="327"/>
            <ac:picMk id="6" creationId="{F4069932-9B74-406D-836C-D78784AED69A}"/>
          </ac:picMkLst>
        </pc:picChg>
        <pc:picChg chg="add del mod topLvl">
          <ac:chgData name="Ella Vetter" userId="c6918cf5-f6c0-43cc-8499-a1f635017de9" providerId="ADAL" clId="{FA0E1AF2-DC0D-4463-B10F-F8984940A880}" dt="2020-08-25T12:54:21.448" v="5076" actId="478"/>
          <ac:picMkLst>
            <pc:docMk/>
            <pc:sldMk cId="346958985" sldId="327"/>
            <ac:picMk id="7" creationId="{D0860501-4C97-449C-97B8-4714C24ABFAC}"/>
          </ac:picMkLst>
        </pc:picChg>
        <pc:picChg chg="add mod topLvl">
          <ac:chgData name="Ella Vetter" userId="c6918cf5-f6c0-43cc-8499-a1f635017de9" providerId="ADAL" clId="{FA0E1AF2-DC0D-4463-B10F-F8984940A880}" dt="2020-08-25T12:55:03.927" v="5111" actId="164"/>
          <ac:picMkLst>
            <pc:docMk/>
            <pc:sldMk cId="346958985" sldId="327"/>
            <ac:picMk id="10" creationId="{712B4CBF-1F40-4118-B62F-D310324F6DF5}"/>
          </ac:picMkLst>
        </pc:picChg>
      </pc:sldChg>
      <pc:sldChg chg="new del">
        <pc:chgData name="Ella Vetter" userId="c6918cf5-f6c0-43cc-8499-a1f635017de9" providerId="ADAL" clId="{FA0E1AF2-DC0D-4463-B10F-F8984940A880}" dt="2020-08-25T03:17:58.221" v="4405" actId="680"/>
        <pc:sldMkLst>
          <pc:docMk/>
          <pc:sldMk cId="812618985" sldId="327"/>
        </pc:sldMkLst>
      </pc:sldChg>
      <pc:sldChg chg="new del">
        <pc:chgData name="Ella Vetter" userId="c6918cf5-f6c0-43cc-8499-a1f635017de9" providerId="ADAL" clId="{FA0E1AF2-DC0D-4463-B10F-F8984940A880}" dt="2020-08-25T03:02:15.308" v="4232" actId="47"/>
        <pc:sldMkLst>
          <pc:docMk/>
          <pc:sldMk cId="2084554821" sldId="327"/>
        </pc:sldMkLst>
      </pc:sldChg>
      <pc:sldChg chg="add del">
        <pc:chgData name="Ella Vetter" userId="c6918cf5-f6c0-43cc-8499-a1f635017de9" providerId="ADAL" clId="{FA0E1AF2-DC0D-4463-B10F-F8984940A880}" dt="2020-08-25T03:07:13.993" v="4287" actId="47"/>
        <pc:sldMkLst>
          <pc:docMk/>
          <pc:sldMk cId="2420410315" sldId="327"/>
        </pc:sldMkLst>
      </pc:sldChg>
      <pc:sldChg chg="addSp delSp modSp new mod modNotesTx">
        <pc:chgData name="Ella Vetter" userId="c6918cf5-f6c0-43cc-8499-a1f635017de9" providerId="ADAL" clId="{FA0E1AF2-DC0D-4463-B10F-F8984940A880}" dt="2020-08-25T12:55:59.296" v="5125" actId="164"/>
        <pc:sldMkLst>
          <pc:docMk/>
          <pc:sldMk cId="895017439" sldId="328"/>
        </pc:sldMkLst>
        <pc:spChg chg="mod">
          <ac:chgData name="Ella Vetter" userId="c6918cf5-f6c0-43cc-8499-a1f635017de9" providerId="ADAL" clId="{FA0E1AF2-DC0D-4463-B10F-F8984940A880}" dt="2020-08-25T03:20:28.659" v="4444"/>
          <ac:spMkLst>
            <pc:docMk/>
            <pc:sldMk cId="895017439" sldId="328"/>
            <ac:spMk id="2" creationId="{8398B803-AACB-4805-8354-009E31261F8B}"/>
          </ac:spMkLst>
        </pc:spChg>
        <pc:spChg chg="del">
          <ac:chgData name="Ella Vetter" userId="c6918cf5-f6c0-43cc-8499-a1f635017de9" providerId="ADAL" clId="{FA0E1AF2-DC0D-4463-B10F-F8984940A880}" dt="2020-08-25T03:21:50.896" v="4447" actId="478"/>
          <ac:spMkLst>
            <pc:docMk/>
            <pc:sldMk cId="895017439" sldId="328"/>
            <ac:spMk id="3" creationId="{266FAAE8-2CEE-4718-835F-6E72EFB250DA}"/>
          </ac:spMkLst>
        </pc:spChg>
        <pc:spChg chg="add mod">
          <ac:chgData name="Ella Vetter" userId="c6918cf5-f6c0-43cc-8499-a1f635017de9" providerId="ADAL" clId="{FA0E1AF2-DC0D-4463-B10F-F8984940A880}" dt="2020-08-25T12:50:43.088" v="5055" actId="14100"/>
          <ac:spMkLst>
            <pc:docMk/>
            <pc:sldMk cId="895017439" sldId="328"/>
            <ac:spMk id="4" creationId="{02AAE0BF-6748-4F38-8A66-BE5B91525092}"/>
          </ac:spMkLst>
        </pc:spChg>
        <pc:grpChg chg="add del mod">
          <ac:chgData name="Ella Vetter" userId="c6918cf5-f6c0-43cc-8499-a1f635017de9" providerId="ADAL" clId="{FA0E1AF2-DC0D-4463-B10F-F8984940A880}" dt="2020-08-25T12:55:29.233" v="5112" actId="478"/>
          <ac:grpSpMkLst>
            <pc:docMk/>
            <pc:sldMk cId="895017439" sldId="328"/>
            <ac:grpSpMk id="9" creationId="{90B75C81-BC24-4E10-8C61-CBEBCE6E427C}"/>
          </ac:grpSpMkLst>
        </pc:grpChg>
        <pc:grpChg chg="add mod">
          <ac:chgData name="Ella Vetter" userId="c6918cf5-f6c0-43cc-8499-a1f635017de9" providerId="ADAL" clId="{FA0E1AF2-DC0D-4463-B10F-F8984940A880}" dt="2020-08-25T12:55:59.296" v="5125" actId="164"/>
          <ac:grpSpMkLst>
            <pc:docMk/>
            <pc:sldMk cId="895017439" sldId="328"/>
            <ac:grpSpMk id="11" creationId="{772EC504-F0A3-4BA3-B2EB-2E86DF3E0634}"/>
          </ac:grpSpMkLst>
        </pc:grpChg>
        <pc:picChg chg="add mod">
          <ac:chgData name="Ella Vetter" userId="c6918cf5-f6c0-43cc-8499-a1f635017de9" providerId="ADAL" clId="{FA0E1AF2-DC0D-4463-B10F-F8984940A880}" dt="2020-08-25T12:55:59.296" v="5125" actId="164"/>
          <ac:picMkLst>
            <pc:docMk/>
            <pc:sldMk cId="895017439" sldId="328"/>
            <ac:picMk id="5" creationId="{8082B919-E734-4215-ACB3-CCC5B76D8D7D}"/>
          </ac:picMkLst>
        </pc:picChg>
        <pc:picChg chg="add mod">
          <ac:chgData name="Ella Vetter" userId="c6918cf5-f6c0-43cc-8499-a1f635017de9" providerId="ADAL" clId="{FA0E1AF2-DC0D-4463-B10F-F8984940A880}" dt="2020-08-25T03:23:35.003" v="4468" actId="164"/>
          <ac:picMkLst>
            <pc:docMk/>
            <pc:sldMk cId="895017439" sldId="328"/>
            <ac:picMk id="6" creationId="{601E572A-5008-4C32-B179-EFAECA912903}"/>
          </ac:picMkLst>
        </pc:picChg>
        <pc:picChg chg="add mod">
          <ac:chgData name="Ella Vetter" userId="c6918cf5-f6c0-43cc-8499-a1f635017de9" providerId="ADAL" clId="{FA0E1AF2-DC0D-4463-B10F-F8984940A880}" dt="2020-08-25T03:23:35.003" v="4468" actId="164"/>
          <ac:picMkLst>
            <pc:docMk/>
            <pc:sldMk cId="895017439" sldId="328"/>
            <ac:picMk id="8" creationId="{DA45D673-4195-407E-850D-7BB947E3B5E4}"/>
          </ac:picMkLst>
        </pc:picChg>
        <pc:picChg chg="add mod">
          <ac:chgData name="Ella Vetter" userId="c6918cf5-f6c0-43cc-8499-a1f635017de9" providerId="ADAL" clId="{FA0E1AF2-DC0D-4463-B10F-F8984940A880}" dt="2020-08-25T12:55:59.296" v="5125" actId="164"/>
          <ac:picMkLst>
            <pc:docMk/>
            <pc:sldMk cId="895017439" sldId="328"/>
            <ac:picMk id="10" creationId="{67FC5461-051C-4009-AE9A-211266EA844D}"/>
          </ac:picMkLst>
        </pc:picChg>
      </pc:sldChg>
      <pc:sldChg chg="addSp modSp new mod">
        <pc:chgData name="Ella Vetter" userId="c6918cf5-f6c0-43cc-8499-a1f635017de9" providerId="ADAL" clId="{FA0E1AF2-DC0D-4463-B10F-F8984940A880}" dt="2020-08-26T11:53:33.458" v="5807" actId="20577"/>
        <pc:sldMkLst>
          <pc:docMk/>
          <pc:sldMk cId="4275020425" sldId="329"/>
        </pc:sldMkLst>
        <pc:spChg chg="mod">
          <ac:chgData name="Ella Vetter" userId="c6918cf5-f6c0-43cc-8499-a1f635017de9" providerId="ADAL" clId="{FA0E1AF2-DC0D-4463-B10F-F8984940A880}" dt="2020-08-25T11:58:56.991" v="4602" actId="13926"/>
          <ac:spMkLst>
            <pc:docMk/>
            <pc:sldMk cId="4275020425" sldId="329"/>
            <ac:spMk id="2" creationId="{40BDBA68-3C32-47C4-8E1A-01DDC0AF4579}"/>
          </ac:spMkLst>
        </pc:spChg>
        <pc:spChg chg="mod">
          <ac:chgData name="Ella Vetter" userId="c6918cf5-f6c0-43cc-8499-a1f635017de9" providerId="ADAL" clId="{FA0E1AF2-DC0D-4463-B10F-F8984940A880}" dt="2020-08-26T11:53:33.458" v="5807" actId="20577"/>
          <ac:spMkLst>
            <pc:docMk/>
            <pc:sldMk cId="4275020425" sldId="329"/>
            <ac:spMk id="3" creationId="{F3C42853-DC4F-457A-B606-6BE946FDD32D}"/>
          </ac:spMkLst>
        </pc:spChg>
        <pc:picChg chg="add mod">
          <ac:chgData name="Ella Vetter" userId="c6918cf5-f6c0-43cc-8499-a1f635017de9" providerId="ADAL" clId="{FA0E1AF2-DC0D-4463-B10F-F8984940A880}" dt="2020-08-25T11:58:38.333" v="4598" actId="1076"/>
          <ac:picMkLst>
            <pc:docMk/>
            <pc:sldMk cId="4275020425" sldId="329"/>
            <ac:picMk id="5" creationId="{3A361892-0634-42B4-997B-A3D0969253D5}"/>
          </ac:picMkLst>
        </pc:picChg>
      </pc:sldChg>
      <pc:sldChg chg="addSp delSp modSp add mod addCm delCm modNotesTx">
        <pc:chgData name="Ella Vetter" userId="c6918cf5-f6c0-43cc-8499-a1f635017de9" providerId="ADAL" clId="{FA0E1AF2-DC0D-4463-B10F-F8984940A880}" dt="2020-08-26T11:53:48.745" v="5809" actId="20577"/>
        <pc:sldMkLst>
          <pc:docMk/>
          <pc:sldMk cId="4159469977" sldId="330"/>
        </pc:sldMkLst>
        <pc:spChg chg="mod">
          <ac:chgData name="Ella Vetter" userId="c6918cf5-f6c0-43cc-8499-a1f635017de9" providerId="ADAL" clId="{FA0E1AF2-DC0D-4463-B10F-F8984940A880}" dt="2020-08-25T13:37:39.790" v="5152" actId="13926"/>
          <ac:spMkLst>
            <pc:docMk/>
            <pc:sldMk cId="4159469977" sldId="330"/>
            <ac:spMk id="2" creationId="{40BDBA68-3C32-47C4-8E1A-01DDC0AF4579}"/>
          </ac:spMkLst>
        </pc:spChg>
        <pc:spChg chg="del">
          <ac:chgData name="Ella Vetter" userId="c6918cf5-f6c0-43cc-8499-a1f635017de9" providerId="ADAL" clId="{FA0E1AF2-DC0D-4463-B10F-F8984940A880}" dt="2020-08-25T11:58:50.142" v="4600" actId="478"/>
          <ac:spMkLst>
            <pc:docMk/>
            <pc:sldMk cId="4159469977" sldId="330"/>
            <ac:spMk id="3" creationId="{F3C42853-DC4F-457A-B606-6BE946FDD32D}"/>
          </ac:spMkLst>
        </pc:spChg>
        <pc:spChg chg="add mod">
          <ac:chgData name="Ella Vetter" userId="c6918cf5-f6c0-43cc-8499-a1f635017de9" providerId="ADAL" clId="{FA0E1AF2-DC0D-4463-B10F-F8984940A880}" dt="2020-08-26T11:53:48.745" v="5809" actId="20577"/>
          <ac:spMkLst>
            <pc:docMk/>
            <pc:sldMk cId="4159469977" sldId="330"/>
            <ac:spMk id="6" creationId="{1F54AFC6-7D6D-4569-B184-ED951B39FDB8}"/>
          </ac:spMkLst>
        </pc:spChg>
        <pc:grpChg chg="add del mod">
          <ac:chgData name="Ella Vetter" userId="c6918cf5-f6c0-43cc-8499-a1f635017de9" providerId="ADAL" clId="{FA0E1AF2-DC0D-4463-B10F-F8984940A880}" dt="2020-08-26T11:23:40.105" v="5680" actId="478"/>
          <ac:grpSpMkLst>
            <pc:docMk/>
            <pc:sldMk cId="4159469977" sldId="330"/>
            <ac:grpSpMk id="11" creationId="{D34C19BC-2331-4598-A41D-BF2629D67D0A}"/>
          </ac:grpSpMkLst>
        </pc:grpChg>
        <pc:picChg chg="add mod">
          <ac:chgData name="Ella Vetter" userId="c6918cf5-f6c0-43cc-8499-a1f635017de9" providerId="ADAL" clId="{FA0E1AF2-DC0D-4463-B10F-F8984940A880}" dt="2020-08-26T11:23:42.121" v="5682" actId="1076"/>
          <ac:picMkLst>
            <pc:docMk/>
            <pc:sldMk cId="4159469977" sldId="330"/>
            <ac:picMk id="4" creationId="{32FB12DC-4BB8-45D9-900A-663B7F9628CD}"/>
          </ac:picMkLst>
        </pc:picChg>
        <pc:picChg chg="del">
          <ac:chgData name="Ella Vetter" userId="c6918cf5-f6c0-43cc-8499-a1f635017de9" providerId="ADAL" clId="{FA0E1AF2-DC0D-4463-B10F-F8984940A880}" dt="2020-08-25T11:58:51.093" v="4601" actId="478"/>
          <ac:picMkLst>
            <pc:docMk/>
            <pc:sldMk cId="4159469977" sldId="330"/>
            <ac:picMk id="5" creationId="{3A361892-0634-42B4-997B-A3D0969253D5}"/>
          </ac:picMkLst>
        </pc:picChg>
        <pc:picChg chg="add mod modCrop">
          <ac:chgData name="Ella Vetter" userId="c6918cf5-f6c0-43cc-8499-a1f635017de9" providerId="ADAL" clId="{FA0E1AF2-DC0D-4463-B10F-F8984940A880}" dt="2020-08-25T12:57:19.953" v="5134" actId="164"/>
          <ac:picMkLst>
            <pc:docMk/>
            <pc:sldMk cId="4159469977" sldId="330"/>
            <ac:picMk id="8" creationId="{96A3B2AB-7FDB-4CBA-9F44-57E4E8AC19A6}"/>
          </ac:picMkLst>
        </pc:picChg>
        <pc:picChg chg="add mod modCrop">
          <ac:chgData name="Ella Vetter" userId="c6918cf5-f6c0-43cc-8499-a1f635017de9" providerId="ADAL" clId="{FA0E1AF2-DC0D-4463-B10F-F8984940A880}" dt="2020-08-25T12:57:19.953" v="5134" actId="164"/>
          <ac:picMkLst>
            <pc:docMk/>
            <pc:sldMk cId="4159469977" sldId="330"/>
            <ac:picMk id="10" creationId="{0C887970-3C23-420A-BEDE-C8EDAEC661F0}"/>
          </ac:picMkLst>
        </pc:picChg>
      </pc:sldChg>
      <pc:sldChg chg="addSp delSp modSp add mod">
        <pc:chgData name="Ella Vetter" userId="c6918cf5-f6c0-43cc-8499-a1f635017de9" providerId="ADAL" clId="{FA0E1AF2-DC0D-4463-B10F-F8984940A880}" dt="2020-08-25T14:04:40.810" v="5481" actId="14100"/>
        <pc:sldMkLst>
          <pc:docMk/>
          <pc:sldMk cId="3784255560" sldId="331"/>
        </pc:sldMkLst>
        <pc:spChg chg="mod">
          <ac:chgData name="Ella Vetter" userId="c6918cf5-f6c0-43cc-8499-a1f635017de9" providerId="ADAL" clId="{FA0E1AF2-DC0D-4463-B10F-F8984940A880}" dt="2020-08-25T13:45:53.400" v="5190" actId="13926"/>
          <ac:spMkLst>
            <pc:docMk/>
            <pc:sldMk cId="3784255560" sldId="331"/>
            <ac:spMk id="2" creationId="{40BDBA68-3C32-47C4-8E1A-01DDC0AF4579}"/>
          </ac:spMkLst>
        </pc:spChg>
        <pc:spChg chg="mod">
          <ac:chgData name="Ella Vetter" userId="c6918cf5-f6c0-43cc-8499-a1f635017de9" providerId="ADAL" clId="{FA0E1AF2-DC0D-4463-B10F-F8984940A880}" dt="2020-08-25T14:04:40.810" v="5481" actId="14100"/>
          <ac:spMkLst>
            <pc:docMk/>
            <pc:sldMk cId="3784255560" sldId="331"/>
            <ac:spMk id="6" creationId="{1F54AFC6-7D6D-4569-B184-ED951B39FDB8}"/>
          </ac:spMkLst>
        </pc:spChg>
        <pc:picChg chg="add del mod">
          <ac:chgData name="Ella Vetter" userId="c6918cf5-f6c0-43cc-8499-a1f635017de9" providerId="ADAL" clId="{FA0E1AF2-DC0D-4463-B10F-F8984940A880}" dt="2020-08-25T13:55:41.696" v="5336" actId="478"/>
          <ac:picMkLst>
            <pc:docMk/>
            <pc:sldMk cId="3784255560" sldId="331"/>
            <ac:picMk id="4" creationId="{A3804946-6031-4793-A454-E5D34FAD4517}"/>
          </ac:picMkLst>
        </pc:picChg>
        <pc:picChg chg="add mod">
          <ac:chgData name="Ella Vetter" userId="c6918cf5-f6c0-43cc-8499-a1f635017de9" providerId="ADAL" clId="{FA0E1AF2-DC0D-4463-B10F-F8984940A880}" dt="2020-08-25T13:55:46.920" v="5339" actId="1076"/>
          <ac:picMkLst>
            <pc:docMk/>
            <pc:sldMk cId="3784255560" sldId="331"/>
            <ac:picMk id="7" creationId="{EDD259CB-2061-42F0-B36A-0F469EAA51DA}"/>
          </ac:picMkLst>
        </pc:picChg>
      </pc:sldChg>
      <pc:sldChg chg="addSp modSp new mod modNotesTx">
        <pc:chgData name="Ella Vetter" userId="c6918cf5-f6c0-43cc-8499-a1f635017de9" providerId="ADAL" clId="{FA0E1AF2-DC0D-4463-B10F-F8984940A880}" dt="2020-08-25T14:13:19.493" v="5553" actId="20577"/>
        <pc:sldMkLst>
          <pc:docMk/>
          <pc:sldMk cId="2640390751" sldId="332"/>
        </pc:sldMkLst>
        <pc:spChg chg="mod">
          <ac:chgData name="Ella Vetter" userId="c6918cf5-f6c0-43cc-8499-a1f635017de9" providerId="ADAL" clId="{FA0E1AF2-DC0D-4463-B10F-F8984940A880}" dt="2020-08-25T12:14:36.863" v="4741" actId="20577"/>
          <ac:spMkLst>
            <pc:docMk/>
            <pc:sldMk cId="2640390751" sldId="332"/>
            <ac:spMk id="2" creationId="{28933B4E-46FB-46FD-BE15-049B47D00062}"/>
          </ac:spMkLst>
        </pc:spChg>
        <pc:spChg chg="mod">
          <ac:chgData name="Ella Vetter" userId="c6918cf5-f6c0-43cc-8499-a1f635017de9" providerId="ADAL" clId="{FA0E1AF2-DC0D-4463-B10F-F8984940A880}" dt="2020-08-25T14:13:19.493" v="5553" actId="20577"/>
          <ac:spMkLst>
            <pc:docMk/>
            <pc:sldMk cId="2640390751" sldId="332"/>
            <ac:spMk id="3" creationId="{D48A71B9-64B2-4201-9733-F9EDE2E5C656}"/>
          </ac:spMkLst>
        </pc:spChg>
        <pc:picChg chg="add mod">
          <ac:chgData name="Ella Vetter" userId="c6918cf5-f6c0-43cc-8499-a1f635017de9" providerId="ADAL" clId="{FA0E1AF2-DC0D-4463-B10F-F8984940A880}" dt="2020-08-25T12:26:48.230" v="4806" actId="1076"/>
          <ac:picMkLst>
            <pc:docMk/>
            <pc:sldMk cId="2640390751" sldId="332"/>
            <ac:picMk id="5" creationId="{D920816E-5B23-4056-B1AA-D47F92674D1D}"/>
          </ac:picMkLst>
        </pc:picChg>
      </pc:sldChg>
      <pc:sldChg chg="addSp delSp modSp add mod modNotesTx">
        <pc:chgData name="Ella Vetter" userId="c6918cf5-f6c0-43cc-8499-a1f635017de9" providerId="ADAL" clId="{FA0E1AF2-DC0D-4463-B10F-F8984940A880}" dt="2020-08-25T12:49:38.717" v="5042" actId="20577"/>
        <pc:sldMkLst>
          <pc:docMk/>
          <pc:sldMk cId="952723248" sldId="333"/>
        </pc:sldMkLst>
        <pc:spChg chg="mod">
          <ac:chgData name="Ella Vetter" userId="c6918cf5-f6c0-43cc-8499-a1f635017de9" providerId="ADAL" clId="{FA0E1AF2-DC0D-4463-B10F-F8984940A880}" dt="2020-08-25T12:49:38.717" v="5042" actId="20577"/>
          <ac:spMkLst>
            <pc:docMk/>
            <pc:sldMk cId="952723248" sldId="333"/>
            <ac:spMk id="3" creationId="{D48A71B9-64B2-4201-9733-F9EDE2E5C656}"/>
          </ac:spMkLst>
        </pc:spChg>
        <pc:grpChg chg="add del mod">
          <ac:chgData name="Ella Vetter" userId="c6918cf5-f6c0-43cc-8499-a1f635017de9" providerId="ADAL" clId="{FA0E1AF2-DC0D-4463-B10F-F8984940A880}" dt="2020-08-25T12:28:57.295" v="4908" actId="478"/>
          <ac:grpSpMkLst>
            <pc:docMk/>
            <pc:sldMk cId="952723248" sldId="333"/>
            <ac:grpSpMk id="9" creationId="{D95A573D-CF6D-42F5-A3D0-CD66D6317C05}"/>
          </ac:grpSpMkLst>
        </pc:grpChg>
        <pc:grpChg chg="add mod">
          <ac:chgData name="Ella Vetter" userId="c6918cf5-f6c0-43cc-8499-a1f635017de9" providerId="ADAL" clId="{FA0E1AF2-DC0D-4463-B10F-F8984940A880}" dt="2020-08-25T12:29:27.134" v="4919" actId="1076"/>
          <ac:grpSpMkLst>
            <pc:docMk/>
            <pc:sldMk cId="952723248" sldId="333"/>
            <ac:grpSpMk id="14" creationId="{FC51EDB2-3DA2-47E6-9067-B800C2543069}"/>
          </ac:grpSpMkLst>
        </pc:grpChg>
        <pc:picChg chg="del">
          <ac:chgData name="Ella Vetter" userId="c6918cf5-f6c0-43cc-8499-a1f635017de9" providerId="ADAL" clId="{FA0E1AF2-DC0D-4463-B10F-F8984940A880}" dt="2020-08-25T12:26:52.329" v="4808" actId="478"/>
          <ac:picMkLst>
            <pc:docMk/>
            <pc:sldMk cId="952723248" sldId="333"/>
            <ac:picMk id="5" creationId="{D920816E-5B23-4056-B1AA-D47F92674D1D}"/>
          </ac:picMkLst>
        </pc:picChg>
        <pc:picChg chg="add mod modCrop">
          <ac:chgData name="Ella Vetter" userId="c6918cf5-f6c0-43cc-8499-a1f635017de9" providerId="ADAL" clId="{FA0E1AF2-DC0D-4463-B10F-F8984940A880}" dt="2020-08-25T12:28:37.479" v="4907" actId="164"/>
          <ac:picMkLst>
            <pc:docMk/>
            <pc:sldMk cId="952723248" sldId="333"/>
            <ac:picMk id="6" creationId="{FFF4A2C3-0973-4F46-995C-2E0B0F5CD44B}"/>
          </ac:picMkLst>
        </pc:picChg>
        <pc:picChg chg="add mod modCrop">
          <ac:chgData name="Ella Vetter" userId="c6918cf5-f6c0-43cc-8499-a1f635017de9" providerId="ADAL" clId="{FA0E1AF2-DC0D-4463-B10F-F8984940A880}" dt="2020-08-25T12:28:37.479" v="4907" actId="164"/>
          <ac:picMkLst>
            <pc:docMk/>
            <pc:sldMk cId="952723248" sldId="333"/>
            <ac:picMk id="8" creationId="{3BF5F2A3-33F9-4EEB-A329-B2F762F72802}"/>
          </ac:picMkLst>
        </pc:picChg>
        <pc:picChg chg="add mod modCrop">
          <ac:chgData name="Ella Vetter" userId="c6918cf5-f6c0-43cc-8499-a1f635017de9" providerId="ADAL" clId="{FA0E1AF2-DC0D-4463-B10F-F8984940A880}" dt="2020-08-25T12:29:15.858" v="4915" actId="164"/>
          <ac:picMkLst>
            <pc:docMk/>
            <pc:sldMk cId="952723248" sldId="333"/>
            <ac:picMk id="11" creationId="{8AB01F32-D4A5-4F80-A764-23C9069D7099}"/>
          </ac:picMkLst>
        </pc:picChg>
        <pc:picChg chg="add mod modCrop">
          <ac:chgData name="Ella Vetter" userId="c6918cf5-f6c0-43cc-8499-a1f635017de9" providerId="ADAL" clId="{FA0E1AF2-DC0D-4463-B10F-F8984940A880}" dt="2020-08-25T12:29:15.858" v="4915" actId="164"/>
          <ac:picMkLst>
            <pc:docMk/>
            <pc:sldMk cId="952723248" sldId="333"/>
            <ac:picMk id="13" creationId="{9F2F8214-13E9-4101-A0CC-63D88F43D4BC}"/>
          </ac:picMkLst>
        </pc:picChg>
      </pc:sldChg>
      <pc:sldChg chg="addSp delSp modSp new mod modNotesTx">
        <pc:chgData name="Ella Vetter" userId="c6918cf5-f6c0-43cc-8499-a1f635017de9" providerId="ADAL" clId="{FA0E1AF2-DC0D-4463-B10F-F8984940A880}" dt="2020-08-26T11:52:47.698" v="5806" actId="20577"/>
        <pc:sldMkLst>
          <pc:docMk/>
          <pc:sldMk cId="2804533773" sldId="334"/>
        </pc:sldMkLst>
        <pc:spChg chg="mod">
          <ac:chgData name="Ella Vetter" userId="c6918cf5-f6c0-43cc-8499-a1f635017de9" providerId="ADAL" clId="{FA0E1AF2-DC0D-4463-B10F-F8984940A880}" dt="2020-08-25T12:39:19.484" v="4970" actId="13926"/>
          <ac:spMkLst>
            <pc:docMk/>
            <pc:sldMk cId="2804533773" sldId="334"/>
            <ac:spMk id="2" creationId="{A857FCDE-6744-43DF-9E0C-9414418FF622}"/>
          </ac:spMkLst>
        </pc:spChg>
        <pc:spChg chg="mod">
          <ac:chgData name="Ella Vetter" userId="c6918cf5-f6c0-43cc-8499-a1f635017de9" providerId="ADAL" clId="{FA0E1AF2-DC0D-4463-B10F-F8984940A880}" dt="2020-08-26T11:52:47.698" v="5806" actId="20577"/>
          <ac:spMkLst>
            <pc:docMk/>
            <pc:sldMk cId="2804533773" sldId="334"/>
            <ac:spMk id="3" creationId="{367492CF-10E5-47CA-9631-B808366C403E}"/>
          </ac:spMkLst>
        </pc:spChg>
        <pc:picChg chg="add del mod">
          <ac:chgData name="Ella Vetter" userId="c6918cf5-f6c0-43cc-8499-a1f635017de9" providerId="ADAL" clId="{FA0E1AF2-DC0D-4463-B10F-F8984940A880}" dt="2020-08-26T11:22:56.340" v="5675" actId="478"/>
          <ac:picMkLst>
            <pc:docMk/>
            <pc:sldMk cId="2804533773" sldId="334"/>
            <ac:picMk id="5" creationId="{562990E7-F30D-49C4-BB8E-888308C45B8F}"/>
          </ac:picMkLst>
        </pc:picChg>
        <pc:picChg chg="add mod">
          <ac:chgData name="Ella Vetter" userId="c6918cf5-f6c0-43cc-8499-a1f635017de9" providerId="ADAL" clId="{FA0E1AF2-DC0D-4463-B10F-F8984940A880}" dt="2020-08-26T11:23:01.295" v="5679" actId="1076"/>
          <ac:picMkLst>
            <pc:docMk/>
            <pc:sldMk cId="2804533773" sldId="334"/>
            <ac:picMk id="6" creationId="{DA68D509-1731-4044-89E7-421EB26A0F21}"/>
          </ac:picMkLst>
        </pc:picChg>
      </pc:sldChg>
      <pc:sldChg chg="new del">
        <pc:chgData name="Ella Vetter" userId="c6918cf5-f6c0-43cc-8499-a1f635017de9" providerId="ADAL" clId="{FA0E1AF2-DC0D-4463-B10F-F8984940A880}" dt="2020-08-25T13:44:55.305" v="5177" actId="680"/>
        <pc:sldMkLst>
          <pc:docMk/>
          <pc:sldMk cId="1864631038" sldId="335"/>
        </pc:sldMkLst>
      </pc:sldChg>
      <pc:sldChg chg="addSp modSp new mod modNotesTx">
        <pc:chgData name="Ella Vetter" userId="c6918cf5-f6c0-43cc-8499-a1f635017de9" providerId="ADAL" clId="{FA0E1AF2-DC0D-4463-B10F-F8984940A880}" dt="2020-08-26T11:54:38.220" v="5819" actId="20577"/>
        <pc:sldMkLst>
          <pc:docMk/>
          <pc:sldMk cId="1886048795" sldId="335"/>
        </pc:sldMkLst>
        <pc:spChg chg="mod">
          <ac:chgData name="Ella Vetter" userId="c6918cf5-f6c0-43cc-8499-a1f635017de9" providerId="ADAL" clId="{FA0E1AF2-DC0D-4463-B10F-F8984940A880}" dt="2020-08-25T13:45:58.965" v="5191"/>
          <ac:spMkLst>
            <pc:docMk/>
            <pc:sldMk cId="1886048795" sldId="335"/>
            <ac:spMk id="2" creationId="{9F5E449F-57B6-419B-B740-2E6D6807730C}"/>
          </ac:spMkLst>
        </pc:spChg>
        <pc:spChg chg="mod">
          <ac:chgData name="Ella Vetter" userId="c6918cf5-f6c0-43cc-8499-a1f635017de9" providerId="ADAL" clId="{FA0E1AF2-DC0D-4463-B10F-F8984940A880}" dt="2020-08-26T11:54:38.220" v="5819" actId="20577"/>
          <ac:spMkLst>
            <pc:docMk/>
            <pc:sldMk cId="1886048795" sldId="335"/>
            <ac:spMk id="3" creationId="{D3E9A936-F6CE-46C2-91AF-563298050AE7}"/>
          </ac:spMkLst>
        </pc:spChg>
        <pc:picChg chg="add mod">
          <ac:chgData name="Ella Vetter" userId="c6918cf5-f6c0-43cc-8499-a1f635017de9" providerId="ADAL" clId="{FA0E1AF2-DC0D-4463-B10F-F8984940A880}" dt="2020-08-25T13:58:26.621" v="5400" actId="1036"/>
          <ac:picMkLst>
            <pc:docMk/>
            <pc:sldMk cId="1886048795" sldId="335"/>
            <ac:picMk id="5" creationId="{FE1FEFE5-6542-4B3F-8B2B-04D00091BB3B}"/>
          </ac:picMkLst>
        </pc:picChg>
        <pc:picChg chg="add mod">
          <ac:chgData name="Ella Vetter" userId="c6918cf5-f6c0-43cc-8499-a1f635017de9" providerId="ADAL" clId="{FA0E1AF2-DC0D-4463-B10F-F8984940A880}" dt="2020-08-25T13:58:26.621" v="5400" actId="1036"/>
          <ac:picMkLst>
            <pc:docMk/>
            <pc:sldMk cId="1886048795" sldId="335"/>
            <ac:picMk id="7" creationId="{3B37DC01-16DB-4488-88D6-7DE1673B63BC}"/>
          </ac:picMkLst>
        </pc:picChg>
      </pc:sldChg>
      <pc:sldChg chg="new del modNotesTx">
        <pc:chgData name="Ella Vetter" userId="c6918cf5-f6c0-43cc-8499-a1f635017de9" providerId="ADAL" clId="{FA0E1AF2-DC0D-4463-B10F-F8984940A880}" dt="2020-08-25T13:48:21.321" v="5204" actId="680"/>
        <pc:sldMkLst>
          <pc:docMk/>
          <pc:sldMk cId="1005192471" sldId="336"/>
        </pc:sldMkLst>
      </pc:sldChg>
      <pc:sldChg chg="addSp modSp new mod modNotesTx">
        <pc:chgData name="Ella Vetter" userId="c6918cf5-f6c0-43cc-8499-a1f635017de9" providerId="ADAL" clId="{FA0E1AF2-DC0D-4463-B10F-F8984940A880}" dt="2020-08-26T11:40:13.320" v="5764" actId="1035"/>
        <pc:sldMkLst>
          <pc:docMk/>
          <pc:sldMk cId="2173531294" sldId="336"/>
        </pc:sldMkLst>
        <pc:spChg chg="mod">
          <ac:chgData name="Ella Vetter" userId="c6918cf5-f6c0-43cc-8499-a1f635017de9" providerId="ADAL" clId="{FA0E1AF2-DC0D-4463-B10F-F8984940A880}" dt="2020-08-25T13:59:01.706" v="5404"/>
          <ac:spMkLst>
            <pc:docMk/>
            <pc:sldMk cId="2173531294" sldId="336"/>
            <ac:spMk id="2" creationId="{3E53069B-A1DB-4AB5-AD8D-8C043961A0C6}"/>
          </ac:spMkLst>
        </pc:spChg>
        <pc:spChg chg="mod">
          <ac:chgData name="Ella Vetter" userId="c6918cf5-f6c0-43cc-8499-a1f635017de9" providerId="ADAL" clId="{FA0E1AF2-DC0D-4463-B10F-F8984940A880}" dt="2020-08-26T11:40:13.320" v="5764" actId="1035"/>
          <ac:spMkLst>
            <pc:docMk/>
            <pc:sldMk cId="2173531294" sldId="336"/>
            <ac:spMk id="3" creationId="{F1E84EFB-46DE-4662-8039-B92499859B2E}"/>
          </ac:spMkLst>
        </pc:spChg>
        <pc:grpChg chg="add mod">
          <ac:chgData name="Ella Vetter" userId="c6918cf5-f6c0-43cc-8499-a1f635017de9" providerId="ADAL" clId="{FA0E1AF2-DC0D-4463-B10F-F8984940A880}" dt="2020-08-26T11:40:13.320" v="5764" actId="1035"/>
          <ac:grpSpMkLst>
            <pc:docMk/>
            <pc:sldMk cId="2173531294" sldId="336"/>
            <ac:grpSpMk id="8" creationId="{A324340E-55CF-4D8A-AC25-9A794BB7E411}"/>
          </ac:grpSpMkLst>
        </pc:grpChg>
        <pc:picChg chg="add mod modCrop">
          <ac:chgData name="Ella Vetter" userId="c6918cf5-f6c0-43cc-8499-a1f635017de9" providerId="ADAL" clId="{FA0E1AF2-DC0D-4463-B10F-F8984940A880}" dt="2020-08-25T13:59:46.406" v="5423" actId="164"/>
          <ac:picMkLst>
            <pc:docMk/>
            <pc:sldMk cId="2173531294" sldId="336"/>
            <ac:picMk id="5" creationId="{AD61199E-2024-48F1-A85B-CD0E94054447}"/>
          </ac:picMkLst>
        </pc:picChg>
        <pc:picChg chg="add mod modCrop">
          <ac:chgData name="Ella Vetter" userId="c6918cf5-f6c0-43cc-8499-a1f635017de9" providerId="ADAL" clId="{FA0E1AF2-DC0D-4463-B10F-F8984940A880}" dt="2020-08-25T13:59:46.406" v="5423" actId="164"/>
          <ac:picMkLst>
            <pc:docMk/>
            <pc:sldMk cId="2173531294" sldId="336"/>
            <ac:picMk id="7" creationId="{DB9BC374-6C95-4695-9643-8BDC49E86C29}"/>
          </ac:picMkLst>
        </pc:picChg>
      </pc:sldChg>
      <pc:sldChg chg="addSp delSp modSp new mod">
        <pc:chgData name="Ella Vetter" userId="c6918cf5-f6c0-43cc-8499-a1f635017de9" providerId="ADAL" clId="{FA0E1AF2-DC0D-4463-B10F-F8984940A880}" dt="2020-08-25T14:03:48.920" v="5470" actId="14100"/>
        <pc:sldMkLst>
          <pc:docMk/>
          <pc:sldMk cId="559255426" sldId="337"/>
        </pc:sldMkLst>
        <pc:spChg chg="mod">
          <ac:chgData name="Ella Vetter" userId="c6918cf5-f6c0-43cc-8499-a1f635017de9" providerId="ADAL" clId="{FA0E1AF2-DC0D-4463-B10F-F8984940A880}" dt="2020-08-25T14:03:14.486" v="5457"/>
          <ac:spMkLst>
            <pc:docMk/>
            <pc:sldMk cId="559255426" sldId="337"/>
            <ac:spMk id="2" creationId="{D443789D-BB0B-41BA-9930-00B91CDBF322}"/>
          </ac:spMkLst>
        </pc:spChg>
        <pc:spChg chg="del">
          <ac:chgData name="Ella Vetter" userId="c6918cf5-f6c0-43cc-8499-a1f635017de9" providerId="ADAL" clId="{FA0E1AF2-DC0D-4463-B10F-F8984940A880}" dt="2020-08-25T14:03:18.144" v="5459" actId="478"/>
          <ac:spMkLst>
            <pc:docMk/>
            <pc:sldMk cId="559255426" sldId="337"/>
            <ac:spMk id="3" creationId="{DA2B4469-0B27-46F2-A23C-4A8E0EC8BF92}"/>
          </ac:spMkLst>
        </pc:spChg>
        <pc:grpChg chg="add mod">
          <ac:chgData name="Ella Vetter" userId="c6918cf5-f6c0-43cc-8499-a1f635017de9" providerId="ADAL" clId="{FA0E1AF2-DC0D-4463-B10F-F8984940A880}" dt="2020-08-25T14:03:48.920" v="5470" actId="14100"/>
          <ac:grpSpMkLst>
            <pc:docMk/>
            <pc:sldMk cId="559255426" sldId="337"/>
            <ac:grpSpMk id="4" creationId="{7E81C577-AC70-4FF2-B53C-0309768A40DF}"/>
          </ac:grpSpMkLst>
        </pc:grpChg>
        <pc:picChg chg="mod">
          <ac:chgData name="Ella Vetter" userId="c6918cf5-f6c0-43cc-8499-a1f635017de9" providerId="ADAL" clId="{FA0E1AF2-DC0D-4463-B10F-F8984940A880}" dt="2020-08-25T14:03:18.370" v="5460"/>
          <ac:picMkLst>
            <pc:docMk/>
            <pc:sldMk cId="559255426" sldId="337"/>
            <ac:picMk id="5" creationId="{ADC44A40-4482-4340-BC3F-611E798BBBD5}"/>
          </ac:picMkLst>
        </pc:picChg>
        <pc:picChg chg="mod">
          <ac:chgData name="Ella Vetter" userId="c6918cf5-f6c0-43cc-8499-a1f635017de9" providerId="ADAL" clId="{FA0E1AF2-DC0D-4463-B10F-F8984940A880}" dt="2020-08-25T14:03:18.370" v="5460"/>
          <ac:picMkLst>
            <pc:docMk/>
            <pc:sldMk cId="559255426" sldId="337"/>
            <ac:picMk id="6" creationId="{3C3FCD5B-5B3A-4E90-9942-C48A55DE1C52}"/>
          </ac:picMkLst>
        </pc:picChg>
      </pc:sldChg>
    </pc:docChg>
  </pc:docChgLst>
  <pc:docChgLst>
    <pc:chgData name="Ella Vetter" userId="c6918cf5-f6c0-43cc-8499-a1f635017de9" providerId="ADAL" clId="{03D8DEAE-739D-469B-904C-2522E9DFB65E}"/>
    <pc:docChg chg="undo custSel addSld delSld modSld sldOrd">
      <pc:chgData name="Ella Vetter" userId="c6918cf5-f6c0-43cc-8499-a1f635017de9" providerId="ADAL" clId="{03D8DEAE-739D-469B-904C-2522E9DFB65E}" dt="2020-08-17T20:04:23.132" v="3635" actId="20577"/>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7T20:03:03.883" v="3507" actId="1035"/>
        <pc:sldMkLst>
          <pc:docMk/>
          <pc:sldMk cId="1993397138" sldId="286"/>
        </pc:sldMkLst>
        <pc:spChg chg="mod">
          <ac:chgData name="Ella Vetter" userId="c6918cf5-f6c0-43cc-8499-a1f635017de9" providerId="ADAL" clId="{03D8DEAE-739D-469B-904C-2522E9DFB65E}" dt="2020-08-17T20:03:03.883" v="3507" actId="1035"/>
          <ac:spMkLst>
            <pc:docMk/>
            <pc:sldMk cId="1993397138" sldId="286"/>
            <ac:spMk id="3" creationId="{37B56F8A-6BEF-459C-AFA4-6D790D24F1CB}"/>
          </ac:spMkLst>
        </pc:spChg>
      </pc:sldChg>
      <pc:sldChg chg="modSp add mod">
        <pc:chgData name="Ella Vetter" userId="c6918cf5-f6c0-43cc-8499-a1f635017de9" providerId="ADAL" clId="{03D8DEAE-739D-469B-904C-2522E9DFB65E}" dt="2020-08-17T20:03:23.808" v="3541" actId="20577"/>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ldChg>
      <pc:sldChg chg="add">
        <pc:chgData name="Ella Vetter" userId="c6918cf5-f6c0-43cc-8499-a1f635017de9" providerId="ADAL" clId="{03D8DEAE-739D-469B-904C-2522E9DFB65E}" dt="2020-08-17T20:03:08.406" v="3508"/>
        <pc:sldMkLst>
          <pc:docMk/>
          <pc:sldMk cId="185546831" sldId="288"/>
        </pc:sldMkLst>
      </pc:sldChg>
      <pc:sldChg chg="modSp add mod">
        <pc:chgData name="Ella Vetter" userId="c6918cf5-f6c0-43cc-8499-a1f635017de9" providerId="ADAL" clId="{03D8DEAE-739D-469B-904C-2522E9DFB65E}" dt="2020-08-17T20:03:35.390" v="3576" actId="20577"/>
        <pc:sldMkLst>
          <pc:docMk/>
          <pc:sldMk cId="103818715" sldId="289"/>
        </pc:sldMkLst>
        <pc:spChg chg="mod">
          <ac:chgData name="Ella Vetter" userId="c6918cf5-f6c0-43cc-8499-a1f635017de9" providerId="ADAL" clId="{03D8DEAE-739D-469B-904C-2522E9DFB65E}" dt="2020-08-17T20:03:35.390" v="3576" actId="20577"/>
          <ac:spMkLst>
            <pc:docMk/>
            <pc:sldMk cId="103818715" sldId="289"/>
            <ac:spMk id="2" creationId="{BD0A18F3-9F12-464B-BC50-F741E79EDDDA}"/>
          </ac:spMkLst>
        </pc:spChg>
      </pc:sldChg>
      <pc:sldChg chg="modSp add mod">
        <pc:chgData name="Ella Vetter" userId="c6918cf5-f6c0-43cc-8499-a1f635017de9" providerId="ADAL" clId="{03D8DEAE-739D-469B-904C-2522E9DFB65E}" dt="2020-08-17T20:03:48.846" v="3598" actId="20577"/>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ldChg>
      <pc:sldChg chg="modSp add mod">
        <pc:chgData name="Ella Vetter" userId="c6918cf5-f6c0-43cc-8499-a1f635017de9" providerId="ADAL" clId="{03D8DEAE-739D-469B-904C-2522E9DFB65E}" dt="2020-08-17T20:04:00.374" v="3620" actId="20577"/>
        <pc:sldMkLst>
          <pc:docMk/>
          <pc:sldMk cId="2770565150" sldId="291"/>
        </pc:sldMkLst>
        <pc:spChg chg="mod">
          <ac:chgData name="Ella Vetter" userId="c6918cf5-f6c0-43cc-8499-a1f635017de9" providerId="ADAL" clId="{03D8DEAE-739D-469B-904C-2522E9DFB65E}" dt="2020-08-17T20:04:00.374" v="3620" actId="20577"/>
          <ac:spMkLst>
            <pc:docMk/>
            <pc:sldMk cId="2770565150" sldId="291"/>
            <ac:spMk id="2" creationId="{BD0A18F3-9F12-464B-BC50-F741E79EDDDA}"/>
          </ac:spMkLst>
        </pc:spChg>
      </pc:sldChg>
      <pc:sldChg chg="modSp add mod">
        <pc:chgData name="Ella Vetter" userId="c6918cf5-f6c0-43cc-8499-a1f635017de9" providerId="ADAL" clId="{03D8DEAE-739D-469B-904C-2522E9DFB65E}" dt="2020-08-17T20:04:14.678" v="3625" actId="403"/>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ldChg>
      <pc:sldChg chg="modSp add mod ord">
        <pc:chgData name="Ella Vetter" userId="c6918cf5-f6c0-43cc-8499-a1f635017de9" providerId="ADAL" clId="{03D8DEAE-739D-469B-904C-2522E9DFB65E}" dt="2020-08-17T20:04:23.132" v="3635" actId="20577"/>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ldChg>
    </pc:docChg>
  </pc:docChgLst>
  <pc:docChgLst>
    <pc:chgData name="Ella Vetter" userId="c6918cf5-f6c0-43cc-8499-a1f635017de9" providerId="ADAL" clId="{92392353-EED1-43F1-8536-AABCCFA93E75}"/>
    <pc:docChg chg="undo custSel addSld delSld modSld sldOrd">
      <pc:chgData name="Ella Vetter" userId="c6918cf5-f6c0-43cc-8499-a1f635017de9" providerId="ADAL" clId="{92392353-EED1-43F1-8536-AABCCFA93E75}" dt="2020-08-19T20:38:43.631" v="3005" actId="1038"/>
      <pc:docMkLst>
        <pc:docMk/>
      </pc:docMkLst>
      <pc:sldChg chg="modSp add del mod">
        <pc:chgData name="Ella Vetter" userId="c6918cf5-f6c0-43cc-8499-a1f635017de9" providerId="ADAL" clId="{92392353-EED1-43F1-8536-AABCCFA93E75}" dt="2020-08-17T20:05:32.273" v="25" actId="47"/>
        <pc:sldMkLst>
          <pc:docMk/>
          <pc:sldMk cId="4108423597" sldId="256"/>
        </pc:sldMkLst>
        <pc:spChg chg="mod">
          <ac:chgData name="Ella Vetter" userId="c6918cf5-f6c0-43cc-8499-a1f635017de9" providerId="ADAL" clId="{92392353-EED1-43F1-8536-AABCCFA93E75}" dt="2020-08-17T20:05:26.126" v="15" actId="20577"/>
          <ac:spMkLst>
            <pc:docMk/>
            <pc:sldMk cId="4108423597" sldId="256"/>
            <ac:spMk id="2" creationId="{00000000-0000-0000-0000-000000000000}"/>
          </ac:spMkLst>
        </pc:spChg>
      </pc:sldChg>
      <pc:sldChg chg="modSp add del mod modNotesTx">
        <pc:chgData name="Ella Vetter" userId="c6918cf5-f6c0-43cc-8499-a1f635017de9" providerId="ADAL" clId="{92392353-EED1-43F1-8536-AABCCFA93E75}" dt="2020-08-18T19:03:24.015" v="2873" actId="20577"/>
        <pc:sldMkLst>
          <pc:docMk/>
          <pc:sldMk cId="1993397138" sldId="286"/>
        </pc:sldMkLst>
        <pc:spChg chg="mod">
          <ac:chgData name="Ella Vetter" userId="c6918cf5-f6c0-43cc-8499-a1f635017de9" providerId="ADAL" clId="{92392353-EED1-43F1-8536-AABCCFA93E75}" dt="2020-08-18T19:03:24.015" v="2873" actId="20577"/>
          <ac:spMkLst>
            <pc:docMk/>
            <pc:sldMk cId="1993397138" sldId="286"/>
            <ac:spMk id="3" creationId="{37B56F8A-6BEF-459C-AFA4-6D790D24F1CB}"/>
          </ac:spMkLst>
        </pc:spChg>
      </pc:sldChg>
      <pc:sldChg chg="del">
        <pc:chgData name="Ella Vetter" userId="c6918cf5-f6c0-43cc-8499-a1f635017de9" providerId="ADAL" clId="{92392353-EED1-43F1-8536-AABCCFA93E75}" dt="2020-08-17T20:05:30.089" v="17" actId="47"/>
        <pc:sldMkLst>
          <pc:docMk/>
          <pc:sldMk cId="1119100617" sldId="287"/>
        </pc:sldMkLst>
      </pc:sldChg>
      <pc:sldChg chg="delSp modSp add del mod">
        <pc:chgData name="Ella Vetter" userId="c6918cf5-f6c0-43cc-8499-a1f635017de9" providerId="ADAL" clId="{92392353-EED1-43F1-8536-AABCCFA93E75}" dt="2020-08-18T17:53:45.138" v="1426" actId="478"/>
        <pc:sldMkLst>
          <pc:docMk/>
          <pc:sldMk cId="185546831" sldId="288"/>
        </pc:sldMkLst>
        <pc:spChg chg="mod">
          <ac:chgData name="Ella Vetter" userId="c6918cf5-f6c0-43cc-8499-a1f635017de9" providerId="ADAL" clId="{92392353-EED1-43F1-8536-AABCCFA93E75}" dt="2020-08-17T20:52:02.090" v="1196" actId="108"/>
          <ac:spMkLst>
            <pc:docMk/>
            <pc:sldMk cId="185546831" sldId="288"/>
            <ac:spMk id="2" creationId="{BD0A18F3-9F12-464B-BC50-F741E79EDDDA}"/>
          </ac:spMkLst>
        </pc:spChg>
        <pc:spChg chg="del">
          <ac:chgData name="Ella Vetter" userId="c6918cf5-f6c0-43cc-8499-a1f635017de9" providerId="ADAL" clId="{92392353-EED1-43F1-8536-AABCCFA93E75}" dt="2020-08-18T17:53:45.138" v="1426" actId="478"/>
          <ac:spMkLst>
            <pc:docMk/>
            <pc:sldMk cId="185546831" sldId="288"/>
            <ac:spMk id="3" creationId="{EEF38455-45AA-47D0-8328-2077E428FA3B}"/>
          </ac:spMkLst>
        </pc:spChg>
      </pc:sldChg>
      <pc:sldChg chg="del">
        <pc:chgData name="Ella Vetter" userId="c6918cf5-f6c0-43cc-8499-a1f635017de9" providerId="ADAL" clId="{92392353-EED1-43F1-8536-AABCCFA93E75}" dt="2020-08-17T20:05:30.575" v="18" actId="47"/>
        <pc:sldMkLst>
          <pc:docMk/>
          <pc:sldMk cId="103818715" sldId="289"/>
        </pc:sldMkLst>
      </pc:sldChg>
      <pc:sldChg chg="add del">
        <pc:chgData name="Ella Vetter" userId="c6918cf5-f6c0-43cc-8499-a1f635017de9" providerId="ADAL" clId="{92392353-EED1-43F1-8536-AABCCFA93E75}" dt="2020-08-17T20:05:45.607" v="38" actId="47"/>
        <pc:sldMkLst>
          <pc:docMk/>
          <pc:sldMk cId="872510863" sldId="289"/>
        </pc:sldMkLst>
      </pc:sldChg>
      <pc:sldChg chg="delSp modSp add mod">
        <pc:chgData name="Ella Vetter" userId="c6918cf5-f6c0-43cc-8499-a1f635017de9" providerId="ADAL" clId="{92392353-EED1-43F1-8536-AABCCFA93E75}" dt="2020-08-18T18:45:28.047" v="2511" actId="478"/>
        <pc:sldMkLst>
          <pc:docMk/>
          <pc:sldMk cId="3833047504" sldId="289"/>
        </pc:sldMkLst>
        <pc:spChg chg="mod">
          <ac:chgData name="Ella Vetter" userId="c6918cf5-f6c0-43cc-8499-a1f635017de9" providerId="ADAL" clId="{92392353-EED1-43F1-8536-AABCCFA93E75}" dt="2020-08-17T20:52:21.547" v="1208" actId="20577"/>
          <ac:spMkLst>
            <pc:docMk/>
            <pc:sldMk cId="3833047504" sldId="289"/>
            <ac:spMk id="2" creationId="{BD0A18F3-9F12-464B-BC50-F741E79EDDDA}"/>
          </ac:spMkLst>
        </pc:spChg>
        <pc:spChg chg="del">
          <ac:chgData name="Ella Vetter" userId="c6918cf5-f6c0-43cc-8499-a1f635017de9" providerId="ADAL" clId="{92392353-EED1-43F1-8536-AABCCFA93E75}" dt="2020-08-18T18:45:28.047" v="2511" actId="478"/>
          <ac:spMkLst>
            <pc:docMk/>
            <pc:sldMk cId="3833047504" sldId="289"/>
            <ac:spMk id="3" creationId="{EEF38455-45AA-47D0-8328-2077E428FA3B}"/>
          </ac:spMkLst>
        </pc:spChg>
      </pc:sldChg>
      <pc:sldChg chg="add del">
        <pc:chgData name="Ella Vetter" userId="c6918cf5-f6c0-43cc-8499-a1f635017de9" providerId="ADAL" clId="{92392353-EED1-43F1-8536-AABCCFA93E75}" dt="2020-08-17T20:05:46.006" v="39" actId="47"/>
        <pc:sldMkLst>
          <pc:docMk/>
          <pc:sldMk cId="362456070" sldId="290"/>
        </pc:sldMkLst>
      </pc:sldChg>
      <pc:sldChg chg="delSp modSp add mod ord">
        <pc:chgData name="Ella Vetter" userId="c6918cf5-f6c0-43cc-8499-a1f635017de9" providerId="ADAL" clId="{92392353-EED1-43F1-8536-AABCCFA93E75}" dt="2020-08-18T19:03:32.837" v="2874" actId="478"/>
        <pc:sldMkLst>
          <pc:docMk/>
          <pc:sldMk cId="455073494" sldId="290"/>
        </pc:sldMkLst>
        <pc:spChg chg="mod">
          <ac:chgData name="Ella Vetter" userId="c6918cf5-f6c0-43cc-8499-a1f635017de9" providerId="ADAL" clId="{92392353-EED1-43F1-8536-AABCCFA93E75}" dt="2020-08-18T17:48:01.355" v="1318"/>
          <ac:spMkLst>
            <pc:docMk/>
            <pc:sldMk cId="455073494" sldId="290"/>
            <ac:spMk id="2" creationId="{BD0A18F3-9F12-464B-BC50-F741E79EDDDA}"/>
          </ac:spMkLst>
        </pc:spChg>
        <pc:spChg chg="del">
          <ac:chgData name="Ella Vetter" userId="c6918cf5-f6c0-43cc-8499-a1f635017de9" providerId="ADAL" clId="{92392353-EED1-43F1-8536-AABCCFA93E75}" dt="2020-08-18T19:03:32.837" v="2874" actId="478"/>
          <ac:spMkLst>
            <pc:docMk/>
            <pc:sldMk cId="455073494" sldId="290"/>
            <ac:spMk id="3" creationId="{EEF38455-45AA-47D0-8328-2077E428FA3B}"/>
          </ac:spMkLst>
        </pc:spChg>
      </pc:sldChg>
      <pc:sldChg chg="add del">
        <pc:chgData name="Ella Vetter" userId="c6918cf5-f6c0-43cc-8499-a1f635017de9" providerId="ADAL" clId="{92392353-EED1-43F1-8536-AABCCFA93E75}" dt="2020-08-17T20:05:37.701" v="31" actId="47"/>
        <pc:sldMkLst>
          <pc:docMk/>
          <pc:sldMk cId="871549301" sldId="290"/>
        </pc:sldMkLst>
      </pc:sldChg>
      <pc:sldChg chg="add del">
        <pc:chgData name="Ella Vetter" userId="c6918cf5-f6c0-43cc-8499-a1f635017de9" providerId="ADAL" clId="{92392353-EED1-43F1-8536-AABCCFA93E75}" dt="2020-08-17T20:05:38.173" v="32" actId="47"/>
        <pc:sldMkLst>
          <pc:docMk/>
          <pc:sldMk cId="2770565150" sldId="291"/>
        </pc:sldMkLst>
      </pc:sldChg>
      <pc:sldChg chg="new del">
        <pc:chgData name="Ella Vetter" userId="c6918cf5-f6c0-43cc-8499-a1f635017de9" providerId="ADAL" clId="{92392353-EED1-43F1-8536-AABCCFA93E75}" dt="2020-08-18T17:48:48.135" v="1365" actId="47"/>
        <pc:sldMkLst>
          <pc:docMk/>
          <pc:sldMk cId="4250103720" sldId="291"/>
        </pc:sldMkLst>
      </pc:sldChg>
      <pc:sldChg chg="del">
        <pc:chgData name="Ella Vetter" userId="c6918cf5-f6c0-43cc-8499-a1f635017de9" providerId="ADAL" clId="{92392353-EED1-43F1-8536-AABCCFA93E75}" dt="2020-08-17T20:05:29.322" v="16" actId="47"/>
        <pc:sldMkLst>
          <pc:docMk/>
          <pc:sldMk cId="2581183036" sldId="292"/>
        </pc:sldMkLst>
      </pc:sldChg>
      <pc:sldChg chg="add del">
        <pc:chgData name="Ella Vetter" userId="c6918cf5-f6c0-43cc-8499-a1f635017de9" providerId="ADAL" clId="{92392353-EED1-43F1-8536-AABCCFA93E75}" dt="2020-08-17T20:05:38.664" v="33" actId="47"/>
        <pc:sldMkLst>
          <pc:docMk/>
          <pc:sldMk cId="363628062" sldId="293"/>
        </pc:sldMkLst>
      </pc:sldChg>
      <pc:sldChg chg="modSp add mod">
        <pc:chgData name="Ella Vetter" userId="c6918cf5-f6c0-43cc-8499-a1f635017de9" providerId="ADAL" clId="{92392353-EED1-43F1-8536-AABCCFA93E75}" dt="2020-08-18T19:03:43.695" v="2877" actId="20577"/>
        <pc:sldMkLst>
          <pc:docMk/>
          <pc:sldMk cId="3024852514" sldId="306"/>
        </pc:sldMkLst>
        <pc:spChg chg="mod">
          <ac:chgData name="Ella Vetter" userId="c6918cf5-f6c0-43cc-8499-a1f635017de9" providerId="ADAL" clId="{92392353-EED1-43F1-8536-AABCCFA93E75}" dt="2020-08-18T17:48:59.582" v="1366" actId="13926"/>
          <ac:spMkLst>
            <pc:docMk/>
            <pc:sldMk cId="3024852514" sldId="306"/>
            <ac:spMk id="2" creationId="{67990642-98C9-4E05-8DEA-8CB111834A2B}"/>
          </ac:spMkLst>
        </pc:spChg>
        <pc:spChg chg="mod">
          <ac:chgData name="Ella Vetter" userId="c6918cf5-f6c0-43cc-8499-a1f635017de9" providerId="ADAL" clId="{92392353-EED1-43F1-8536-AABCCFA93E75}" dt="2020-08-18T19:03:43.695" v="2877" actId="20577"/>
          <ac:spMkLst>
            <pc:docMk/>
            <pc:sldMk cId="3024852514" sldId="306"/>
            <ac:spMk id="4" creationId="{EB1BD3C0-FF3E-4E6D-9033-B223EF53FA24}"/>
          </ac:spMkLst>
        </pc:spChg>
      </pc:sldChg>
      <pc:sldChg chg="addSp delSp modSp add mod ord">
        <pc:chgData name="Ella Vetter" userId="c6918cf5-f6c0-43cc-8499-a1f635017de9" providerId="ADAL" clId="{92392353-EED1-43F1-8536-AABCCFA93E75}" dt="2020-08-18T17:56:10.998" v="1519" actId="1037"/>
        <pc:sldMkLst>
          <pc:docMk/>
          <pc:sldMk cId="1934543794" sldId="307"/>
        </pc:sldMkLst>
        <pc:spChg chg="mod">
          <ac:chgData name="Ella Vetter" userId="c6918cf5-f6c0-43cc-8499-a1f635017de9" providerId="ADAL" clId="{92392353-EED1-43F1-8536-AABCCFA93E75}" dt="2020-08-18T17:51:44.397" v="1391" actId="113"/>
          <ac:spMkLst>
            <pc:docMk/>
            <pc:sldMk cId="1934543794" sldId="307"/>
            <ac:spMk id="2" creationId="{67990642-98C9-4E05-8DEA-8CB111834A2B}"/>
          </ac:spMkLst>
        </pc:spChg>
        <pc:spChg chg="del">
          <ac:chgData name="Ella Vetter" userId="c6918cf5-f6c0-43cc-8499-a1f635017de9" providerId="ADAL" clId="{92392353-EED1-43F1-8536-AABCCFA93E75}" dt="2020-08-18T17:51:45.921" v="1392" actId="478"/>
          <ac:spMkLst>
            <pc:docMk/>
            <pc:sldMk cId="1934543794" sldId="307"/>
            <ac:spMk id="4" creationId="{EB1BD3C0-FF3E-4E6D-9033-B223EF53FA24}"/>
          </ac:spMkLst>
        </pc:spChg>
        <pc:spChg chg="add del mod">
          <ac:chgData name="Ella Vetter" userId="c6918cf5-f6c0-43cc-8499-a1f635017de9" providerId="ADAL" clId="{92392353-EED1-43F1-8536-AABCCFA93E75}" dt="2020-08-18T17:51:47.205" v="1393" actId="478"/>
          <ac:spMkLst>
            <pc:docMk/>
            <pc:sldMk cId="1934543794" sldId="307"/>
            <ac:spMk id="5" creationId="{9B6137B2-E076-4A85-90E4-5B941999EB1D}"/>
          </ac:spMkLst>
        </pc:spChg>
        <pc:spChg chg="add mod">
          <ac:chgData name="Ella Vetter" userId="c6918cf5-f6c0-43cc-8499-a1f635017de9" providerId="ADAL" clId="{92392353-EED1-43F1-8536-AABCCFA93E75}" dt="2020-08-18T17:55:57.840" v="1511" actId="20577"/>
          <ac:spMkLst>
            <pc:docMk/>
            <pc:sldMk cId="1934543794" sldId="307"/>
            <ac:spMk id="8" creationId="{92E67459-6C18-4BD1-8104-145AB4A8FC43}"/>
          </ac:spMkLst>
        </pc:spChg>
        <pc:picChg chg="add mod">
          <ac:chgData name="Ella Vetter" userId="c6918cf5-f6c0-43cc-8499-a1f635017de9" providerId="ADAL" clId="{92392353-EED1-43F1-8536-AABCCFA93E75}" dt="2020-08-18T17:56:10.998" v="1519" actId="1037"/>
          <ac:picMkLst>
            <pc:docMk/>
            <pc:sldMk cId="1934543794" sldId="307"/>
            <ac:picMk id="7" creationId="{DFD03059-2B43-47AE-9AFD-57C17E43A87D}"/>
          </ac:picMkLst>
        </pc:picChg>
      </pc:sldChg>
      <pc:sldChg chg="addSp delSp modSp new mod">
        <pc:chgData name="Ella Vetter" userId="c6918cf5-f6c0-43cc-8499-a1f635017de9" providerId="ADAL" clId="{92392353-EED1-43F1-8536-AABCCFA93E75}" dt="2020-08-18T18:01:28.719" v="1637" actId="11"/>
        <pc:sldMkLst>
          <pc:docMk/>
          <pc:sldMk cId="1172688657" sldId="308"/>
        </pc:sldMkLst>
        <pc:spChg chg="del">
          <ac:chgData name="Ella Vetter" userId="c6918cf5-f6c0-43cc-8499-a1f635017de9" providerId="ADAL" clId="{92392353-EED1-43F1-8536-AABCCFA93E75}" dt="2020-08-18T17:59:07.332" v="1525" actId="478"/>
          <ac:spMkLst>
            <pc:docMk/>
            <pc:sldMk cId="1172688657" sldId="308"/>
            <ac:spMk id="2" creationId="{EA8F2687-F2F5-4F55-879D-EC7812FC3E9E}"/>
          </ac:spMkLst>
        </pc:spChg>
        <pc:spChg chg="del">
          <ac:chgData name="Ella Vetter" userId="c6918cf5-f6c0-43cc-8499-a1f635017de9" providerId="ADAL" clId="{92392353-EED1-43F1-8536-AABCCFA93E75}" dt="2020-08-18T17:58:57.096" v="1522" actId="478"/>
          <ac:spMkLst>
            <pc:docMk/>
            <pc:sldMk cId="1172688657" sldId="308"/>
            <ac:spMk id="3" creationId="{04B1798E-6822-4DE5-8D68-9A65199850D8}"/>
          </ac:spMkLst>
        </pc:spChg>
        <pc:spChg chg="add mod">
          <ac:chgData name="Ella Vetter" userId="c6918cf5-f6c0-43cc-8499-a1f635017de9" providerId="ADAL" clId="{92392353-EED1-43F1-8536-AABCCFA93E75}" dt="2020-08-18T17:59:07.853" v="1526"/>
          <ac:spMkLst>
            <pc:docMk/>
            <pc:sldMk cId="1172688657" sldId="308"/>
            <ac:spMk id="6" creationId="{CA491AE6-8732-4272-A30A-3874BEF1770B}"/>
          </ac:spMkLst>
        </pc:spChg>
        <pc:spChg chg="add mod">
          <ac:chgData name="Ella Vetter" userId="c6918cf5-f6c0-43cc-8499-a1f635017de9" providerId="ADAL" clId="{92392353-EED1-43F1-8536-AABCCFA93E75}" dt="2020-08-18T18:01:28.719" v="1637" actId="11"/>
          <ac:spMkLst>
            <pc:docMk/>
            <pc:sldMk cId="1172688657" sldId="308"/>
            <ac:spMk id="8" creationId="{A6355D29-7354-415B-B2D7-C9997E6E9931}"/>
          </ac:spMkLst>
        </pc:spChg>
        <pc:picChg chg="add mod">
          <ac:chgData name="Ella Vetter" userId="c6918cf5-f6c0-43cc-8499-a1f635017de9" providerId="ADAL" clId="{92392353-EED1-43F1-8536-AABCCFA93E75}" dt="2020-08-18T17:59:01.547" v="1524" actId="1076"/>
          <ac:picMkLst>
            <pc:docMk/>
            <pc:sldMk cId="1172688657" sldId="308"/>
            <ac:picMk id="5" creationId="{37F2AC17-5DA7-4794-910C-82B017AC5E68}"/>
          </ac:picMkLst>
        </pc:picChg>
      </pc:sldChg>
      <pc:sldChg chg="addSp delSp modSp add mod addCm delCm modCm">
        <pc:chgData name="Ella Vetter" userId="c6918cf5-f6c0-43cc-8499-a1f635017de9" providerId="ADAL" clId="{92392353-EED1-43F1-8536-AABCCFA93E75}" dt="2020-08-19T20:37:28.569" v="2984" actId="1035"/>
        <pc:sldMkLst>
          <pc:docMk/>
          <pc:sldMk cId="1733414533" sldId="309"/>
        </pc:sldMkLst>
        <pc:spChg chg="mod">
          <ac:chgData name="Ella Vetter" userId="c6918cf5-f6c0-43cc-8499-a1f635017de9" providerId="ADAL" clId="{92392353-EED1-43F1-8536-AABCCFA93E75}" dt="2020-08-19T20:37:28.569" v="2984" actId="1035"/>
          <ac:spMkLst>
            <pc:docMk/>
            <pc:sldMk cId="1733414533" sldId="309"/>
            <ac:spMk id="8" creationId="{A6355D29-7354-415B-B2D7-C9997E6E9931}"/>
          </ac:spMkLst>
        </pc:spChg>
        <pc:picChg chg="add mod">
          <ac:chgData name="Ella Vetter" userId="c6918cf5-f6c0-43cc-8499-a1f635017de9" providerId="ADAL" clId="{92392353-EED1-43F1-8536-AABCCFA93E75}" dt="2020-08-19T20:36:32.306" v="2978" actId="1035"/>
          <ac:picMkLst>
            <pc:docMk/>
            <pc:sldMk cId="1733414533" sldId="309"/>
            <ac:picMk id="3" creationId="{20BE8656-A820-4FE6-B9BB-84EAB2F3A7A9}"/>
          </ac:picMkLst>
        </pc:picChg>
        <pc:picChg chg="del">
          <ac:chgData name="Ella Vetter" userId="c6918cf5-f6c0-43cc-8499-a1f635017de9" providerId="ADAL" clId="{92392353-EED1-43F1-8536-AABCCFA93E75}" dt="2020-08-18T18:01:46.123" v="1640" actId="478"/>
          <ac:picMkLst>
            <pc:docMk/>
            <pc:sldMk cId="1733414533" sldId="309"/>
            <ac:picMk id="5" creationId="{37F2AC17-5DA7-4794-910C-82B017AC5E68}"/>
          </ac:picMkLst>
        </pc:picChg>
      </pc:sldChg>
      <pc:sldChg chg="addSp delSp modSp add mod ord">
        <pc:chgData name="Ella Vetter" userId="c6918cf5-f6c0-43cc-8499-a1f635017de9" providerId="ADAL" clId="{92392353-EED1-43F1-8536-AABCCFA93E75}" dt="2020-08-18T18:45:35.885" v="2512" actId="11"/>
        <pc:sldMkLst>
          <pc:docMk/>
          <pc:sldMk cId="1485438195" sldId="310"/>
        </pc:sldMkLst>
        <pc:spChg chg="mod">
          <ac:chgData name="Ella Vetter" userId="c6918cf5-f6c0-43cc-8499-a1f635017de9" providerId="ADAL" clId="{92392353-EED1-43F1-8536-AABCCFA93E75}" dt="2020-08-18T18:06:38.260" v="1783" actId="20577"/>
          <ac:spMkLst>
            <pc:docMk/>
            <pc:sldMk cId="1485438195" sldId="310"/>
            <ac:spMk id="6" creationId="{CA491AE6-8732-4272-A30A-3874BEF1770B}"/>
          </ac:spMkLst>
        </pc:spChg>
        <pc:spChg chg="mod">
          <ac:chgData name="Ella Vetter" userId="c6918cf5-f6c0-43cc-8499-a1f635017de9" providerId="ADAL" clId="{92392353-EED1-43F1-8536-AABCCFA93E75}" dt="2020-08-18T18:45:35.885" v="2512" actId="11"/>
          <ac:spMkLst>
            <pc:docMk/>
            <pc:sldMk cId="1485438195" sldId="310"/>
            <ac:spMk id="8" creationId="{A6355D29-7354-415B-B2D7-C9997E6E9931}"/>
          </ac:spMkLst>
        </pc:spChg>
        <pc:picChg chg="del">
          <ac:chgData name="Ella Vetter" userId="c6918cf5-f6c0-43cc-8499-a1f635017de9" providerId="ADAL" clId="{92392353-EED1-43F1-8536-AABCCFA93E75}" dt="2020-08-18T18:04:49.613" v="1688" actId="478"/>
          <ac:picMkLst>
            <pc:docMk/>
            <pc:sldMk cId="1485438195" sldId="310"/>
            <ac:picMk id="3" creationId="{20BE8656-A820-4FE6-B9BB-84EAB2F3A7A9}"/>
          </ac:picMkLst>
        </pc:picChg>
        <pc:picChg chg="add del mod">
          <ac:chgData name="Ella Vetter" userId="c6918cf5-f6c0-43cc-8499-a1f635017de9" providerId="ADAL" clId="{92392353-EED1-43F1-8536-AABCCFA93E75}" dt="2020-08-18T18:08:14.077" v="1831" actId="478"/>
          <ac:picMkLst>
            <pc:docMk/>
            <pc:sldMk cId="1485438195" sldId="310"/>
            <ac:picMk id="4" creationId="{0AE42319-55F3-42D5-A8D4-938F553BEEDB}"/>
          </ac:picMkLst>
        </pc:picChg>
        <pc:picChg chg="add del mod">
          <ac:chgData name="Ella Vetter" userId="c6918cf5-f6c0-43cc-8499-a1f635017de9" providerId="ADAL" clId="{92392353-EED1-43F1-8536-AABCCFA93E75}" dt="2020-08-18T18:41:17.464" v="2401" actId="478"/>
          <ac:picMkLst>
            <pc:docMk/>
            <pc:sldMk cId="1485438195" sldId="310"/>
            <ac:picMk id="7" creationId="{B4E1E038-7B97-400F-A0D5-8573FC8279D1}"/>
          </ac:picMkLst>
        </pc:picChg>
        <pc:picChg chg="add mod">
          <ac:chgData name="Ella Vetter" userId="c6918cf5-f6c0-43cc-8499-a1f635017de9" providerId="ADAL" clId="{92392353-EED1-43F1-8536-AABCCFA93E75}" dt="2020-08-18T18:41:57.494" v="2450" actId="1076"/>
          <ac:picMkLst>
            <pc:docMk/>
            <pc:sldMk cId="1485438195" sldId="310"/>
            <ac:picMk id="10" creationId="{43B1F1B5-604B-4B48-97B0-B370677BF09B}"/>
          </ac:picMkLst>
        </pc:picChg>
      </pc:sldChg>
      <pc:sldChg chg="addSp delSp modSp add mod">
        <pc:chgData name="Ella Vetter" userId="c6918cf5-f6c0-43cc-8499-a1f635017de9" providerId="ADAL" clId="{92392353-EED1-43F1-8536-AABCCFA93E75}" dt="2020-08-18T18:45:56.234" v="2514" actId="11"/>
        <pc:sldMkLst>
          <pc:docMk/>
          <pc:sldMk cId="3894083741" sldId="311"/>
        </pc:sldMkLst>
        <pc:spChg chg="mod">
          <ac:chgData name="Ella Vetter" userId="c6918cf5-f6c0-43cc-8499-a1f635017de9" providerId="ADAL" clId="{92392353-EED1-43F1-8536-AABCCFA93E75}" dt="2020-08-18T18:45:56.234" v="2514" actId="11"/>
          <ac:spMkLst>
            <pc:docMk/>
            <pc:sldMk cId="3894083741" sldId="311"/>
            <ac:spMk id="8" creationId="{A6355D29-7354-415B-B2D7-C9997E6E9931}"/>
          </ac:spMkLst>
        </pc:spChg>
        <pc:grpChg chg="add mod">
          <ac:chgData name="Ella Vetter" userId="c6918cf5-f6c0-43cc-8499-a1f635017de9" providerId="ADAL" clId="{92392353-EED1-43F1-8536-AABCCFA93E75}" dt="2020-08-18T18:14:13.157" v="1896" actId="14100"/>
          <ac:grpSpMkLst>
            <pc:docMk/>
            <pc:sldMk cId="3894083741" sldId="311"/>
            <ac:grpSpMk id="11" creationId="{0BFBDF97-E4E9-4E8F-803D-0402BEC02712}"/>
          </ac:grpSpMkLst>
        </pc:grpChg>
        <pc:picChg chg="add del">
          <ac:chgData name="Ella Vetter" userId="c6918cf5-f6c0-43cc-8499-a1f635017de9" providerId="ADAL" clId="{92392353-EED1-43F1-8536-AABCCFA93E75}" dt="2020-08-18T18:13:33.075" v="1873" actId="22"/>
          <ac:picMkLst>
            <pc:docMk/>
            <pc:sldMk cId="3894083741" sldId="311"/>
            <ac:picMk id="3" creationId="{79EE15F6-0005-44CB-9898-908F7F635E38}"/>
          </ac:picMkLst>
        </pc:picChg>
        <pc:picChg chg="add mod modCrop">
          <ac:chgData name="Ella Vetter" userId="c6918cf5-f6c0-43cc-8499-a1f635017de9" providerId="ADAL" clId="{92392353-EED1-43F1-8536-AABCCFA93E75}" dt="2020-08-18T18:14:02.598" v="1893" actId="164"/>
          <ac:picMkLst>
            <pc:docMk/>
            <pc:sldMk cId="3894083741" sldId="311"/>
            <ac:picMk id="5" creationId="{F5AD04B4-F6FF-4C93-A9F9-DAD39623522B}"/>
          </ac:picMkLst>
        </pc:picChg>
        <pc:picChg chg="del">
          <ac:chgData name="Ella Vetter" userId="c6918cf5-f6c0-43cc-8499-a1f635017de9" providerId="ADAL" clId="{92392353-EED1-43F1-8536-AABCCFA93E75}" dt="2020-08-18T18:12:22.183" v="1870" actId="478"/>
          <ac:picMkLst>
            <pc:docMk/>
            <pc:sldMk cId="3894083741" sldId="311"/>
            <ac:picMk id="7" creationId="{B4E1E038-7B97-400F-A0D5-8573FC8279D1}"/>
          </ac:picMkLst>
        </pc:picChg>
        <pc:picChg chg="add mod modCrop">
          <ac:chgData name="Ella Vetter" userId="c6918cf5-f6c0-43cc-8499-a1f635017de9" providerId="ADAL" clId="{92392353-EED1-43F1-8536-AABCCFA93E75}" dt="2020-08-18T18:14:02.598" v="1893" actId="164"/>
          <ac:picMkLst>
            <pc:docMk/>
            <pc:sldMk cId="3894083741" sldId="311"/>
            <ac:picMk id="10" creationId="{1E604F17-C03F-4E50-A0C0-9C02E8F95DC6}"/>
          </ac:picMkLst>
        </pc:picChg>
      </pc:sldChg>
      <pc:sldChg chg="addSp delSp modSp add mod">
        <pc:chgData name="Ella Vetter" userId="c6918cf5-f6c0-43cc-8499-a1f635017de9" providerId="ADAL" clId="{92392353-EED1-43F1-8536-AABCCFA93E75}" dt="2020-08-18T19:08:21.585" v="2938" actId="1582"/>
        <pc:sldMkLst>
          <pc:docMk/>
          <pc:sldMk cId="2671936823" sldId="312"/>
        </pc:sldMkLst>
        <pc:spChg chg="add mod">
          <ac:chgData name="Ella Vetter" userId="c6918cf5-f6c0-43cc-8499-a1f635017de9" providerId="ADAL" clId="{92392353-EED1-43F1-8536-AABCCFA93E75}" dt="2020-08-18T19:08:21.585" v="2938" actId="1582"/>
          <ac:spMkLst>
            <pc:docMk/>
            <pc:sldMk cId="2671936823" sldId="312"/>
            <ac:spMk id="2" creationId="{37D8896B-7F2A-4B14-9618-57088EB4D089}"/>
          </ac:spMkLst>
        </pc:spChg>
        <pc:spChg chg="mod">
          <ac:chgData name="Ella Vetter" userId="c6918cf5-f6c0-43cc-8499-a1f635017de9" providerId="ADAL" clId="{92392353-EED1-43F1-8536-AABCCFA93E75}" dt="2020-08-18T19:08:00.502" v="2932" actId="14100"/>
          <ac:spMkLst>
            <pc:docMk/>
            <pc:sldMk cId="2671936823" sldId="312"/>
            <ac:spMk id="8" creationId="{A6355D29-7354-415B-B2D7-C9997E6E9931}"/>
          </ac:spMkLst>
        </pc:spChg>
        <pc:grpChg chg="del">
          <ac:chgData name="Ella Vetter" userId="c6918cf5-f6c0-43cc-8499-a1f635017de9" providerId="ADAL" clId="{92392353-EED1-43F1-8536-AABCCFA93E75}" dt="2020-08-18T18:14:44.694" v="1999" actId="478"/>
          <ac:grpSpMkLst>
            <pc:docMk/>
            <pc:sldMk cId="2671936823" sldId="312"/>
            <ac:grpSpMk id="11" creationId="{0BFBDF97-E4E9-4E8F-803D-0402BEC02712}"/>
          </ac:grpSpMkLst>
        </pc:grpChg>
        <pc:picChg chg="add del mod">
          <ac:chgData name="Ella Vetter" userId="c6918cf5-f6c0-43cc-8499-a1f635017de9" providerId="ADAL" clId="{92392353-EED1-43F1-8536-AABCCFA93E75}" dt="2020-08-18T18:22:03.038" v="2101" actId="478"/>
          <ac:picMkLst>
            <pc:docMk/>
            <pc:sldMk cId="2671936823" sldId="312"/>
            <ac:picMk id="3" creationId="{5342DAB7-B4D2-4095-B390-280BE86C48AF}"/>
          </ac:picMkLst>
        </pc:picChg>
        <pc:picChg chg="add mod">
          <ac:chgData name="Ella Vetter" userId="c6918cf5-f6c0-43cc-8499-a1f635017de9" providerId="ADAL" clId="{92392353-EED1-43F1-8536-AABCCFA93E75}" dt="2020-08-18T19:08:04.304" v="2934" actId="14100"/>
          <ac:picMkLst>
            <pc:docMk/>
            <pc:sldMk cId="2671936823" sldId="312"/>
            <ac:picMk id="7" creationId="{7D39384F-70E7-48DC-B790-24E817AC5170}"/>
          </ac:picMkLst>
        </pc:picChg>
      </pc:sldChg>
      <pc:sldChg chg="addSp delSp modSp add mod">
        <pc:chgData name="Ella Vetter" userId="c6918cf5-f6c0-43cc-8499-a1f635017de9" providerId="ADAL" clId="{92392353-EED1-43F1-8536-AABCCFA93E75}" dt="2020-08-18T18:51:59.521" v="2674" actId="20577"/>
        <pc:sldMkLst>
          <pc:docMk/>
          <pc:sldMk cId="4207432350" sldId="313"/>
        </pc:sldMkLst>
        <pc:spChg chg="add mod">
          <ac:chgData name="Ella Vetter" userId="c6918cf5-f6c0-43cc-8499-a1f635017de9" providerId="ADAL" clId="{92392353-EED1-43F1-8536-AABCCFA93E75}" dt="2020-08-18T18:51:59.521" v="2674" actId="20577"/>
          <ac:spMkLst>
            <pc:docMk/>
            <pc:sldMk cId="4207432350" sldId="313"/>
            <ac:spMk id="5" creationId="{6C5FE9C9-DE55-4905-A115-9BC7C9FE06AF}"/>
          </ac:spMkLst>
        </pc:spChg>
        <pc:spChg chg="del mod">
          <ac:chgData name="Ella Vetter" userId="c6918cf5-f6c0-43cc-8499-a1f635017de9" providerId="ADAL" clId="{92392353-EED1-43F1-8536-AABCCFA93E75}" dt="2020-08-18T18:26:30.922" v="2109" actId="478"/>
          <ac:spMkLst>
            <pc:docMk/>
            <pc:sldMk cId="4207432350" sldId="313"/>
            <ac:spMk id="8" creationId="{A6355D29-7354-415B-B2D7-C9997E6E9931}"/>
          </ac:spMkLst>
        </pc:spChg>
        <pc:picChg chg="add del mod">
          <ac:chgData name="Ella Vetter" userId="c6918cf5-f6c0-43cc-8499-a1f635017de9" providerId="ADAL" clId="{92392353-EED1-43F1-8536-AABCCFA93E75}" dt="2020-08-18T18:50:01.597" v="2585" actId="21"/>
          <ac:picMkLst>
            <pc:docMk/>
            <pc:sldMk cId="4207432350" sldId="313"/>
            <ac:picMk id="3" creationId="{A4A58BD4-91B1-4059-9A5D-23503F2564E0}"/>
          </ac:picMkLst>
        </pc:picChg>
        <pc:picChg chg="add mod">
          <ac:chgData name="Ella Vetter" userId="c6918cf5-f6c0-43cc-8499-a1f635017de9" providerId="ADAL" clId="{92392353-EED1-43F1-8536-AABCCFA93E75}" dt="2020-08-18T18:51:41.330" v="2649" actId="1035"/>
          <ac:picMkLst>
            <pc:docMk/>
            <pc:sldMk cId="4207432350" sldId="313"/>
            <ac:picMk id="4" creationId="{9DAF586A-1AEB-4437-B060-3074FD966C3E}"/>
          </ac:picMkLst>
        </pc:picChg>
        <pc:picChg chg="del">
          <ac:chgData name="Ella Vetter" userId="c6918cf5-f6c0-43cc-8499-a1f635017de9" providerId="ADAL" clId="{92392353-EED1-43F1-8536-AABCCFA93E75}" dt="2020-08-18T18:22:13.384" v="2107" actId="478"/>
          <ac:picMkLst>
            <pc:docMk/>
            <pc:sldMk cId="4207432350" sldId="313"/>
            <ac:picMk id="7" creationId="{7D39384F-70E7-48DC-B790-24E817AC5170}"/>
          </ac:picMkLst>
        </pc:picChg>
      </pc:sldChg>
      <pc:sldChg chg="addSp delSp modSp new mod">
        <pc:chgData name="Ella Vetter" userId="c6918cf5-f6c0-43cc-8499-a1f635017de9" providerId="ADAL" clId="{92392353-EED1-43F1-8536-AABCCFA93E75}" dt="2020-08-18T18:44:43.458" v="2501" actId="1035"/>
        <pc:sldMkLst>
          <pc:docMk/>
          <pc:sldMk cId="2641429719" sldId="314"/>
        </pc:sldMkLst>
        <pc:spChg chg="mod">
          <ac:chgData name="Ella Vetter" userId="c6918cf5-f6c0-43cc-8499-a1f635017de9" providerId="ADAL" clId="{92392353-EED1-43F1-8536-AABCCFA93E75}" dt="2020-08-18T18:37:13.753" v="2367"/>
          <ac:spMkLst>
            <pc:docMk/>
            <pc:sldMk cId="2641429719" sldId="314"/>
            <ac:spMk id="2" creationId="{DB315D18-CCA7-4798-8D25-2EC67FB6436D}"/>
          </ac:spMkLst>
        </pc:spChg>
        <pc:spChg chg="del">
          <ac:chgData name="Ella Vetter" userId="c6918cf5-f6c0-43cc-8499-a1f635017de9" providerId="ADAL" clId="{92392353-EED1-43F1-8536-AABCCFA93E75}" dt="2020-08-18T18:37:15.690" v="2368" actId="478"/>
          <ac:spMkLst>
            <pc:docMk/>
            <pc:sldMk cId="2641429719" sldId="314"/>
            <ac:spMk id="3" creationId="{1B7664AC-F9C5-4618-B40E-981BF7DDF9D4}"/>
          </ac:spMkLst>
        </pc:spChg>
        <pc:spChg chg="add mod">
          <ac:chgData name="Ella Vetter" userId="c6918cf5-f6c0-43cc-8499-a1f635017de9" providerId="ADAL" clId="{92392353-EED1-43F1-8536-AABCCFA93E75}" dt="2020-08-18T18:44:43.458" v="2501" actId="1035"/>
          <ac:spMkLst>
            <pc:docMk/>
            <pc:sldMk cId="2641429719" sldId="314"/>
            <ac:spMk id="5" creationId="{E8F1E7E4-1F6A-4578-BE0F-EB88052B96E9}"/>
          </ac:spMkLst>
        </pc:spChg>
        <pc:picChg chg="add mod ord">
          <ac:chgData name="Ella Vetter" userId="c6918cf5-f6c0-43cc-8499-a1f635017de9" providerId="ADAL" clId="{92392353-EED1-43F1-8536-AABCCFA93E75}" dt="2020-08-18T18:44:30.364" v="2498" actId="1037"/>
          <ac:picMkLst>
            <pc:docMk/>
            <pc:sldMk cId="2641429719" sldId="314"/>
            <ac:picMk id="7" creationId="{E02E8284-DFF6-4BE0-AA39-707651399F0E}"/>
          </ac:picMkLst>
        </pc:picChg>
        <pc:picChg chg="add mod">
          <ac:chgData name="Ella Vetter" userId="c6918cf5-f6c0-43cc-8499-a1f635017de9" providerId="ADAL" clId="{92392353-EED1-43F1-8536-AABCCFA93E75}" dt="2020-08-18T18:44:19.948" v="2489" actId="1076"/>
          <ac:picMkLst>
            <pc:docMk/>
            <pc:sldMk cId="2641429719" sldId="314"/>
            <ac:picMk id="9" creationId="{B8D000C2-C307-4F6E-AD18-524F354731FF}"/>
          </ac:picMkLst>
        </pc:picChg>
      </pc:sldChg>
      <pc:sldChg chg="modSp add mod ord">
        <pc:chgData name="Ella Vetter" userId="c6918cf5-f6c0-43cc-8499-a1f635017de9" providerId="ADAL" clId="{92392353-EED1-43F1-8536-AABCCFA93E75}" dt="2020-08-18T18:45:45.626" v="2513" actId="11"/>
        <pc:sldMkLst>
          <pc:docMk/>
          <pc:sldMk cId="707049838" sldId="315"/>
        </pc:sldMkLst>
        <pc:spChg chg="mod">
          <ac:chgData name="Ella Vetter" userId="c6918cf5-f6c0-43cc-8499-a1f635017de9" providerId="ADAL" clId="{92392353-EED1-43F1-8536-AABCCFA93E75}" dt="2020-08-18T18:45:45.626" v="2513" actId="11"/>
          <ac:spMkLst>
            <pc:docMk/>
            <pc:sldMk cId="707049838" sldId="315"/>
            <ac:spMk id="8" creationId="{A6355D29-7354-415B-B2D7-C9997E6E9931}"/>
          </ac:spMkLst>
        </pc:spChg>
        <pc:picChg chg="mod">
          <ac:chgData name="Ella Vetter" userId="c6918cf5-f6c0-43cc-8499-a1f635017de9" providerId="ADAL" clId="{92392353-EED1-43F1-8536-AABCCFA93E75}" dt="2020-08-18T18:45:15.369" v="2510" actId="14100"/>
          <ac:picMkLst>
            <pc:docMk/>
            <pc:sldMk cId="707049838" sldId="315"/>
            <ac:picMk id="7" creationId="{B4E1E038-7B97-400F-A0D5-8573FC8279D1}"/>
          </ac:picMkLst>
        </pc:picChg>
      </pc:sldChg>
      <pc:sldChg chg="addSp delSp modSp add mod ord">
        <pc:chgData name="Ella Vetter" userId="c6918cf5-f6c0-43cc-8499-a1f635017de9" providerId="ADAL" clId="{92392353-EED1-43F1-8536-AABCCFA93E75}" dt="2020-08-18T19:09:12.584" v="2939" actId="11"/>
        <pc:sldMkLst>
          <pc:docMk/>
          <pc:sldMk cId="2975947291" sldId="316"/>
        </pc:sldMkLst>
        <pc:spChg chg="mod">
          <ac:chgData name="Ella Vetter" userId="c6918cf5-f6c0-43cc-8499-a1f635017de9" providerId="ADAL" clId="{92392353-EED1-43F1-8536-AABCCFA93E75}" dt="2020-08-18T19:09:12.584" v="2939" actId="11"/>
          <ac:spMkLst>
            <pc:docMk/>
            <pc:sldMk cId="2975947291" sldId="316"/>
            <ac:spMk id="8" creationId="{A6355D29-7354-415B-B2D7-C9997E6E9931}"/>
          </ac:spMkLst>
        </pc:spChg>
        <pc:picChg chg="add mod">
          <ac:chgData name="Ella Vetter" userId="c6918cf5-f6c0-43cc-8499-a1f635017de9" providerId="ADAL" clId="{92392353-EED1-43F1-8536-AABCCFA93E75}" dt="2020-08-18T19:06:35.954" v="2919" actId="1076"/>
          <ac:picMkLst>
            <pc:docMk/>
            <pc:sldMk cId="2975947291" sldId="316"/>
            <ac:picMk id="3" creationId="{B1B24DB6-3187-4967-B772-2C6E76B707FD}"/>
          </ac:picMkLst>
        </pc:picChg>
        <pc:picChg chg="del">
          <ac:chgData name="Ella Vetter" userId="c6918cf5-f6c0-43cc-8499-a1f635017de9" providerId="ADAL" clId="{92392353-EED1-43F1-8536-AABCCFA93E75}" dt="2020-08-18T18:47:10.534" v="2523" actId="478"/>
          <ac:picMkLst>
            <pc:docMk/>
            <pc:sldMk cId="2975947291" sldId="316"/>
            <ac:picMk id="7" creationId="{7D39384F-70E7-48DC-B790-24E817AC5170}"/>
          </ac:picMkLst>
        </pc:picChg>
      </pc:sldChg>
      <pc:sldChg chg="addSp delSp modSp add mod addCm delCm modCm">
        <pc:chgData name="Ella Vetter" userId="c6918cf5-f6c0-43cc-8499-a1f635017de9" providerId="ADAL" clId="{92392353-EED1-43F1-8536-AABCCFA93E75}" dt="2020-08-19T20:38:43.631" v="3005" actId="1038"/>
        <pc:sldMkLst>
          <pc:docMk/>
          <pc:sldMk cId="3517795346" sldId="317"/>
        </pc:sldMkLst>
        <pc:spChg chg="mod">
          <ac:chgData name="Ella Vetter" userId="c6918cf5-f6c0-43cc-8499-a1f635017de9" providerId="ADAL" clId="{92392353-EED1-43F1-8536-AABCCFA93E75}" dt="2020-08-19T20:38:25.847" v="2997" actId="948"/>
          <ac:spMkLst>
            <pc:docMk/>
            <pc:sldMk cId="3517795346" sldId="317"/>
            <ac:spMk id="8" creationId="{A6355D29-7354-415B-B2D7-C9997E6E9931}"/>
          </ac:spMkLst>
        </pc:spChg>
        <pc:spChg chg="add mod">
          <ac:chgData name="Ella Vetter" userId="c6918cf5-f6c0-43cc-8499-a1f635017de9" providerId="ADAL" clId="{92392353-EED1-43F1-8536-AABCCFA93E75}" dt="2020-08-18T19:02:25.148" v="2858" actId="20577"/>
          <ac:spMkLst>
            <pc:docMk/>
            <pc:sldMk cId="3517795346" sldId="317"/>
            <ac:spMk id="10" creationId="{9AF37158-6C9B-4C74-AD8C-63B72A4D7FC8}"/>
          </ac:spMkLst>
        </pc:spChg>
        <pc:picChg chg="add del">
          <ac:chgData name="Ella Vetter" userId="c6918cf5-f6c0-43cc-8499-a1f635017de9" providerId="ADAL" clId="{92392353-EED1-43F1-8536-AABCCFA93E75}" dt="2020-08-19T20:37:55.258" v="2988" actId="22"/>
          <ac:picMkLst>
            <pc:docMk/>
            <pc:sldMk cId="3517795346" sldId="317"/>
            <ac:picMk id="3" creationId="{4DB1B46E-3B99-4A45-85B4-6CC82D207548}"/>
          </ac:picMkLst>
        </pc:picChg>
        <pc:picChg chg="del">
          <ac:chgData name="Ella Vetter" userId="c6918cf5-f6c0-43cc-8499-a1f635017de9" providerId="ADAL" clId="{92392353-EED1-43F1-8536-AABCCFA93E75}" dt="2020-08-18T18:54:09.882" v="2680" actId="478"/>
          <ac:picMkLst>
            <pc:docMk/>
            <pc:sldMk cId="3517795346" sldId="317"/>
            <ac:picMk id="3" creationId="{B1B24DB6-3187-4967-B772-2C6E76B707FD}"/>
          </ac:picMkLst>
        </pc:picChg>
        <pc:picChg chg="add mod">
          <ac:chgData name="Ella Vetter" userId="c6918cf5-f6c0-43cc-8499-a1f635017de9" providerId="ADAL" clId="{92392353-EED1-43F1-8536-AABCCFA93E75}" dt="2020-08-19T20:38:43.631" v="3005" actId="1038"/>
          <ac:picMkLst>
            <pc:docMk/>
            <pc:sldMk cId="3517795346" sldId="317"/>
            <ac:picMk id="4" creationId="{707970B7-C6C9-443A-A1A3-67F34A1B913F}"/>
          </ac:picMkLst>
        </pc:picChg>
        <pc:picChg chg="add mod">
          <ac:chgData name="Ella Vetter" userId="c6918cf5-f6c0-43cc-8499-a1f635017de9" providerId="ADAL" clId="{92392353-EED1-43F1-8536-AABCCFA93E75}" dt="2020-08-19T20:38:43.631" v="3005" actId="1038"/>
          <ac:picMkLst>
            <pc:docMk/>
            <pc:sldMk cId="3517795346" sldId="317"/>
            <ac:picMk id="7" creationId="{B974B8A9-7C0C-401C-B857-F4D9ABF8E335}"/>
          </ac:picMkLst>
        </pc:picChg>
      </pc:sldChg>
    </pc:docChg>
  </pc:docChgLst>
  <pc:docChgLst>
    <pc:chgData name="Ella" userId="c6918cf5-f6c0-43cc-8499-a1f635017de9" providerId="ADAL" clId="{249B3CC9-393A-4A7B-A8F9-F21BC3FFE1E4}"/>
    <pc:docChg chg="undo custSel modSld">
      <pc:chgData name="Ella" userId="c6918cf5-f6c0-43cc-8499-a1f635017de9" providerId="ADAL" clId="{249B3CC9-393A-4A7B-A8F9-F21BC3FFE1E4}" dt="2020-09-02T01:25:40.856" v="122" actId="11"/>
      <pc:docMkLst>
        <pc:docMk/>
      </pc:docMkLst>
      <pc:sldChg chg="modSp mod modNotesTx">
        <pc:chgData name="Ella" userId="c6918cf5-f6c0-43cc-8499-a1f635017de9" providerId="ADAL" clId="{249B3CC9-393A-4A7B-A8F9-F21BC3FFE1E4}" dt="2020-09-02T01:21:52.328" v="110" actId="5793"/>
        <pc:sldMkLst>
          <pc:docMk/>
          <pc:sldMk cId="1993397138" sldId="286"/>
        </pc:sldMkLst>
        <pc:spChg chg="mod">
          <ac:chgData name="Ella" userId="c6918cf5-f6c0-43cc-8499-a1f635017de9" providerId="ADAL" clId="{249B3CC9-393A-4A7B-A8F9-F21BC3FFE1E4}" dt="2020-09-02T01:21:49.366" v="109" actId="1035"/>
          <ac:spMkLst>
            <pc:docMk/>
            <pc:sldMk cId="1993397138" sldId="286"/>
            <ac:spMk id="3" creationId="{37B56F8A-6BEF-459C-AFA4-6D790D24F1CB}"/>
          </ac:spMkLst>
        </pc:spChg>
      </pc:sldChg>
      <pc:sldChg chg="modSp mod">
        <pc:chgData name="Ella" userId="c6918cf5-f6c0-43cc-8499-a1f635017de9" providerId="ADAL" clId="{249B3CC9-393A-4A7B-A8F9-F21BC3FFE1E4}" dt="2020-09-02T00:57:38.704" v="37" actId="14100"/>
        <pc:sldMkLst>
          <pc:docMk/>
          <pc:sldMk cId="3470451285" sldId="303"/>
        </pc:sldMkLst>
        <pc:spChg chg="mod">
          <ac:chgData name="Ella" userId="c6918cf5-f6c0-43cc-8499-a1f635017de9" providerId="ADAL" clId="{249B3CC9-393A-4A7B-A8F9-F21BC3FFE1E4}" dt="2020-09-02T00:57:38.704" v="37" actId="14100"/>
          <ac:spMkLst>
            <pc:docMk/>
            <pc:sldMk cId="3470451285" sldId="303"/>
            <ac:spMk id="3" creationId="{49DE0792-526A-4BA4-B267-13F43C36580F}"/>
          </ac:spMkLst>
        </pc:spChg>
      </pc:sldChg>
      <pc:sldChg chg="modSp mod">
        <pc:chgData name="Ella" userId="c6918cf5-f6c0-43cc-8499-a1f635017de9" providerId="ADAL" clId="{249B3CC9-393A-4A7B-A8F9-F21BC3FFE1E4}" dt="2020-09-02T00:58:31.276" v="38" actId="14100"/>
        <pc:sldMkLst>
          <pc:docMk/>
          <pc:sldMk cId="3229775647" sldId="304"/>
        </pc:sldMkLst>
        <pc:spChg chg="mod">
          <ac:chgData name="Ella" userId="c6918cf5-f6c0-43cc-8499-a1f635017de9" providerId="ADAL" clId="{249B3CC9-393A-4A7B-A8F9-F21BC3FFE1E4}" dt="2020-09-02T00:58:31.276" v="38" actId="14100"/>
          <ac:spMkLst>
            <pc:docMk/>
            <pc:sldMk cId="3229775647" sldId="304"/>
            <ac:spMk id="3" creationId="{1805A40B-989D-4B18-9082-4FE6E30194D2}"/>
          </ac:spMkLst>
        </pc:spChg>
      </pc:sldChg>
      <pc:sldChg chg="modSp mod">
        <pc:chgData name="Ella" userId="c6918cf5-f6c0-43cc-8499-a1f635017de9" providerId="ADAL" clId="{249B3CC9-393A-4A7B-A8F9-F21BC3FFE1E4}" dt="2020-09-02T00:58:54.450" v="39" actId="14100"/>
        <pc:sldMkLst>
          <pc:docMk/>
          <pc:sldMk cId="2061828964" sldId="306"/>
        </pc:sldMkLst>
        <pc:spChg chg="mod">
          <ac:chgData name="Ella" userId="c6918cf5-f6c0-43cc-8499-a1f635017de9" providerId="ADAL" clId="{249B3CC9-393A-4A7B-A8F9-F21BC3FFE1E4}" dt="2020-09-02T00:58:54.450" v="39" actId="14100"/>
          <ac:spMkLst>
            <pc:docMk/>
            <pc:sldMk cId="2061828964" sldId="306"/>
            <ac:spMk id="3" creationId="{1805A40B-989D-4B18-9082-4FE6E30194D2}"/>
          </ac:spMkLst>
        </pc:spChg>
      </pc:sldChg>
      <pc:sldChg chg="modSp mod">
        <pc:chgData name="Ella" userId="c6918cf5-f6c0-43cc-8499-a1f635017de9" providerId="ADAL" clId="{249B3CC9-393A-4A7B-A8F9-F21BC3FFE1E4}" dt="2020-09-02T01:00:22.862" v="42" actId="20577"/>
        <pc:sldMkLst>
          <pc:docMk/>
          <pc:sldMk cId="282190394" sldId="314"/>
        </pc:sldMkLst>
        <pc:spChg chg="mod">
          <ac:chgData name="Ella" userId="c6918cf5-f6c0-43cc-8499-a1f635017de9" providerId="ADAL" clId="{249B3CC9-393A-4A7B-A8F9-F21BC3FFE1E4}" dt="2020-09-02T01:00:22.862" v="42" actId="20577"/>
          <ac:spMkLst>
            <pc:docMk/>
            <pc:sldMk cId="282190394" sldId="314"/>
            <ac:spMk id="3" creationId="{1805A40B-989D-4B18-9082-4FE6E30194D2}"/>
          </ac:spMkLst>
        </pc:spChg>
      </pc:sldChg>
      <pc:sldChg chg="modSp mod">
        <pc:chgData name="Ella" userId="c6918cf5-f6c0-43cc-8499-a1f635017de9" providerId="ADAL" clId="{249B3CC9-393A-4A7B-A8F9-F21BC3FFE1E4}" dt="2020-09-02T01:22:58.141" v="111" actId="11"/>
        <pc:sldMkLst>
          <pc:docMk/>
          <pc:sldMk cId="3244350928" sldId="318"/>
        </pc:sldMkLst>
        <pc:spChg chg="mod">
          <ac:chgData name="Ella" userId="c6918cf5-f6c0-43cc-8499-a1f635017de9" providerId="ADAL" clId="{249B3CC9-393A-4A7B-A8F9-F21BC3FFE1E4}" dt="2020-09-02T01:22:58.141" v="111" actId="11"/>
          <ac:spMkLst>
            <pc:docMk/>
            <pc:sldMk cId="3244350928" sldId="318"/>
            <ac:spMk id="3" creationId="{12F08C71-60E9-483C-8BA1-CAE03C9E0219}"/>
          </ac:spMkLst>
        </pc:spChg>
      </pc:sldChg>
      <pc:sldChg chg="modSp mod">
        <pc:chgData name="Ella" userId="c6918cf5-f6c0-43cc-8499-a1f635017de9" providerId="ADAL" clId="{249B3CC9-393A-4A7B-A8F9-F21BC3FFE1E4}" dt="2020-09-02T00:50:06.094" v="15" actId="20577"/>
        <pc:sldMkLst>
          <pc:docMk/>
          <pc:sldMk cId="3909628450" sldId="319"/>
        </pc:sldMkLst>
        <pc:spChg chg="mod">
          <ac:chgData name="Ella" userId="c6918cf5-f6c0-43cc-8499-a1f635017de9" providerId="ADAL" clId="{249B3CC9-393A-4A7B-A8F9-F21BC3FFE1E4}" dt="2020-09-02T00:50:06.094" v="15" actId="20577"/>
          <ac:spMkLst>
            <pc:docMk/>
            <pc:sldMk cId="3909628450" sldId="319"/>
            <ac:spMk id="3" creationId="{88260861-4547-4617-B304-A8EB80E2B352}"/>
          </ac:spMkLst>
        </pc:spChg>
      </pc:sldChg>
      <pc:sldChg chg="modSp mod">
        <pc:chgData name="Ella" userId="c6918cf5-f6c0-43cc-8499-a1f635017de9" providerId="ADAL" clId="{249B3CC9-393A-4A7B-A8F9-F21BC3FFE1E4}" dt="2020-09-02T01:03:09.487" v="45" actId="20577"/>
        <pc:sldMkLst>
          <pc:docMk/>
          <pc:sldMk cId="1601085813" sldId="330"/>
        </pc:sldMkLst>
        <pc:spChg chg="mod">
          <ac:chgData name="Ella" userId="c6918cf5-f6c0-43cc-8499-a1f635017de9" providerId="ADAL" clId="{249B3CC9-393A-4A7B-A8F9-F21BC3FFE1E4}" dt="2020-09-02T01:03:09.487" v="45" actId="20577"/>
          <ac:spMkLst>
            <pc:docMk/>
            <pc:sldMk cId="1601085813" sldId="330"/>
            <ac:spMk id="3" creationId="{FFFFD025-D433-4B4E-82C6-8B2AF3505614}"/>
          </ac:spMkLst>
        </pc:spChg>
      </pc:sldChg>
      <pc:sldChg chg="modSp mod">
        <pc:chgData name="Ella" userId="c6918cf5-f6c0-43cc-8499-a1f635017de9" providerId="ADAL" clId="{249B3CC9-393A-4A7B-A8F9-F21BC3FFE1E4}" dt="2020-09-02T01:23:30.072" v="112" actId="11"/>
        <pc:sldMkLst>
          <pc:docMk/>
          <pc:sldMk cId="1523608583" sldId="341"/>
        </pc:sldMkLst>
        <pc:spChg chg="mod">
          <ac:chgData name="Ella" userId="c6918cf5-f6c0-43cc-8499-a1f635017de9" providerId="ADAL" clId="{249B3CC9-393A-4A7B-A8F9-F21BC3FFE1E4}" dt="2020-09-02T01:23:30.072" v="112" actId="11"/>
          <ac:spMkLst>
            <pc:docMk/>
            <pc:sldMk cId="1523608583" sldId="341"/>
            <ac:spMk id="3" creationId="{76969D74-315A-469F-A7EF-25EB693D694B}"/>
          </ac:spMkLst>
        </pc:spChg>
      </pc:sldChg>
      <pc:sldChg chg="modSp mod">
        <pc:chgData name="Ella" userId="c6918cf5-f6c0-43cc-8499-a1f635017de9" providerId="ADAL" clId="{249B3CC9-393A-4A7B-A8F9-F21BC3FFE1E4}" dt="2020-09-02T01:06:02.301" v="52" actId="14100"/>
        <pc:sldMkLst>
          <pc:docMk/>
          <pc:sldMk cId="2708525981" sldId="346"/>
        </pc:sldMkLst>
        <pc:spChg chg="mod">
          <ac:chgData name="Ella" userId="c6918cf5-f6c0-43cc-8499-a1f635017de9" providerId="ADAL" clId="{249B3CC9-393A-4A7B-A8F9-F21BC3FFE1E4}" dt="2020-09-02T01:06:02.301" v="52" actId="14100"/>
          <ac:spMkLst>
            <pc:docMk/>
            <pc:sldMk cId="2708525981" sldId="346"/>
            <ac:spMk id="3" creationId="{772FCA95-063C-4A49-8D8A-1C134943018F}"/>
          </ac:spMkLst>
        </pc:spChg>
      </pc:sldChg>
      <pc:sldChg chg="modSp mod">
        <pc:chgData name="Ella" userId="c6918cf5-f6c0-43cc-8499-a1f635017de9" providerId="ADAL" clId="{249B3CC9-393A-4A7B-A8F9-F21BC3FFE1E4}" dt="2020-09-02T01:06:42.031" v="53" actId="14100"/>
        <pc:sldMkLst>
          <pc:docMk/>
          <pc:sldMk cId="1637017233" sldId="347"/>
        </pc:sldMkLst>
        <pc:spChg chg="mod">
          <ac:chgData name="Ella" userId="c6918cf5-f6c0-43cc-8499-a1f635017de9" providerId="ADAL" clId="{249B3CC9-393A-4A7B-A8F9-F21BC3FFE1E4}" dt="2020-09-02T01:06:42.031" v="53" actId="14100"/>
          <ac:spMkLst>
            <pc:docMk/>
            <pc:sldMk cId="1637017233" sldId="347"/>
            <ac:spMk id="4" creationId="{853B0246-C8E4-49D2-B04E-DD3EAEF22C3C}"/>
          </ac:spMkLst>
        </pc:spChg>
      </pc:sldChg>
      <pc:sldChg chg="modSp mod">
        <pc:chgData name="Ella" userId="c6918cf5-f6c0-43cc-8499-a1f635017de9" providerId="ADAL" clId="{249B3CC9-393A-4A7B-A8F9-F21BC3FFE1E4}" dt="2020-09-02T01:08:51.489" v="59" actId="20577"/>
        <pc:sldMkLst>
          <pc:docMk/>
          <pc:sldMk cId="316630846" sldId="349"/>
        </pc:sldMkLst>
        <pc:spChg chg="mod">
          <ac:chgData name="Ella" userId="c6918cf5-f6c0-43cc-8499-a1f635017de9" providerId="ADAL" clId="{249B3CC9-393A-4A7B-A8F9-F21BC3FFE1E4}" dt="2020-09-02T01:08:51.489" v="59" actId="20577"/>
          <ac:spMkLst>
            <pc:docMk/>
            <pc:sldMk cId="316630846" sldId="349"/>
            <ac:spMk id="3" creationId="{772FCA95-063C-4A49-8D8A-1C134943018F}"/>
          </ac:spMkLst>
        </pc:spChg>
      </pc:sldChg>
      <pc:sldChg chg="modSp mod">
        <pc:chgData name="Ella" userId="c6918cf5-f6c0-43cc-8499-a1f635017de9" providerId="ADAL" clId="{249B3CC9-393A-4A7B-A8F9-F21BC3FFE1E4}" dt="2020-09-02T01:09:07.165" v="64" actId="20577"/>
        <pc:sldMkLst>
          <pc:docMk/>
          <pc:sldMk cId="1584319405" sldId="360"/>
        </pc:sldMkLst>
        <pc:spChg chg="mod">
          <ac:chgData name="Ella" userId="c6918cf5-f6c0-43cc-8499-a1f635017de9" providerId="ADAL" clId="{249B3CC9-393A-4A7B-A8F9-F21BC3FFE1E4}" dt="2020-09-02T01:09:07.165" v="64" actId="20577"/>
          <ac:spMkLst>
            <pc:docMk/>
            <pc:sldMk cId="1584319405" sldId="360"/>
            <ac:spMk id="3" creationId="{772FCA95-063C-4A49-8D8A-1C134943018F}"/>
          </ac:spMkLst>
        </pc:spChg>
      </pc:sldChg>
      <pc:sldChg chg="modSp mod">
        <pc:chgData name="Ella" userId="c6918cf5-f6c0-43cc-8499-a1f635017de9" providerId="ADAL" clId="{249B3CC9-393A-4A7B-A8F9-F21BC3FFE1E4}" dt="2020-09-02T00:52:21.496" v="25" actId="20577"/>
        <pc:sldMkLst>
          <pc:docMk/>
          <pc:sldMk cId="2480617741" sldId="361"/>
        </pc:sldMkLst>
        <pc:spChg chg="mod">
          <ac:chgData name="Ella" userId="c6918cf5-f6c0-43cc-8499-a1f635017de9" providerId="ADAL" clId="{249B3CC9-393A-4A7B-A8F9-F21BC3FFE1E4}" dt="2020-09-02T00:52:21.496" v="25" actId="20577"/>
          <ac:spMkLst>
            <pc:docMk/>
            <pc:sldMk cId="2480617741" sldId="361"/>
            <ac:spMk id="5" creationId="{9117A412-F4EC-46FA-90F7-2851FE89A42C}"/>
          </ac:spMkLst>
        </pc:spChg>
      </pc:sldChg>
      <pc:sldChg chg="modSp mod">
        <pc:chgData name="Ella" userId="c6918cf5-f6c0-43cc-8499-a1f635017de9" providerId="ADAL" clId="{249B3CC9-393A-4A7B-A8F9-F21BC3FFE1E4}" dt="2020-09-02T01:11:08.309" v="66" actId="123"/>
        <pc:sldMkLst>
          <pc:docMk/>
          <pc:sldMk cId="804613293" sldId="364"/>
        </pc:sldMkLst>
        <pc:spChg chg="mod">
          <ac:chgData name="Ella" userId="c6918cf5-f6c0-43cc-8499-a1f635017de9" providerId="ADAL" clId="{249B3CC9-393A-4A7B-A8F9-F21BC3FFE1E4}" dt="2020-09-02T01:11:08.309" v="66" actId="123"/>
          <ac:spMkLst>
            <pc:docMk/>
            <pc:sldMk cId="804613293" sldId="364"/>
            <ac:spMk id="4" creationId="{CA769A5E-02B4-4CC2-A623-BBB759B966D6}"/>
          </ac:spMkLst>
        </pc:spChg>
      </pc:sldChg>
      <pc:sldChg chg="modSp mod">
        <pc:chgData name="Ella" userId="c6918cf5-f6c0-43cc-8499-a1f635017de9" providerId="ADAL" clId="{249B3CC9-393A-4A7B-A8F9-F21BC3FFE1E4}" dt="2020-09-02T01:11:16.990" v="67" actId="255"/>
        <pc:sldMkLst>
          <pc:docMk/>
          <pc:sldMk cId="935836766" sldId="366"/>
        </pc:sldMkLst>
        <pc:spChg chg="mod">
          <ac:chgData name="Ella" userId="c6918cf5-f6c0-43cc-8499-a1f635017de9" providerId="ADAL" clId="{249B3CC9-393A-4A7B-A8F9-F21BC3FFE1E4}" dt="2020-09-02T01:11:16.990" v="67" actId="255"/>
          <ac:spMkLst>
            <pc:docMk/>
            <pc:sldMk cId="935836766" sldId="366"/>
            <ac:spMk id="4" creationId="{CA769A5E-02B4-4CC2-A623-BBB759B966D6}"/>
          </ac:spMkLst>
        </pc:spChg>
      </pc:sldChg>
      <pc:sldChg chg="modSp mod">
        <pc:chgData name="Ella" userId="c6918cf5-f6c0-43cc-8499-a1f635017de9" providerId="ADAL" clId="{249B3CC9-393A-4A7B-A8F9-F21BC3FFE1E4}" dt="2020-09-02T00:52:32.279" v="26" actId="20577"/>
        <pc:sldMkLst>
          <pc:docMk/>
          <pc:sldMk cId="1924998722" sldId="368"/>
        </pc:sldMkLst>
        <pc:spChg chg="mod">
          <ac:chgData name="Ella" userId="c6918cf5-f6c0-43cc-8499-a1f635017de9" providerId="ADAL" clId="{249B3CC9-393A-4A7B-A8F9-F21BC3FFE1E4}" dt="2020-09-02T00:52:32.279" v="26" actId="20577"/>
          <ac:spMkLst>
            <pc:docMk/>
            <pc:sldMk cId="1924998722" sldId="368"/>
            <ac:spMk id="3" creationId="{32EAAC42-8F6F-45E7-ABE0-97C1F86D2EC3}"/>
          </ac:spMkLst>
        </pc:spChg>
      </pc:sldChg>
      <pc:sldChg chg="modSp mod">
        <pc:chgData name="Ella" userId="c6918cf5-f6c0-43cc-8499-a1f635017de9" providerId="ADAL" clId="{249B3CC9-393A-4A7B-A8F9-F21BC3FFE1E4}" dt="2020-09-02T01:12:55.506" v="71" actId="2710"/>
        <pc:sldMkLst>
          <pc:docMk/>
          <pc:sldMk cId="2756164693" sldId="369"/>
        </pc:sldMkLst>
        <pc:spChg chg="mod">
          <ac:chgData name="Ella" userId="c6918cf5-f6c0-43cc-8499-a1f635017de9" providerId="ADAL" clId="{249B3CC9-393A-4A7B-A8F9-F21BC3FFE1E4}" dt="2020-09-02T01:12:55.506" v="71" actId="2710"/>
          <ac:spMkLst>
            <pc:docMk/>
            <pc:sldMk cId="2756164693" sldId="369"/>
            <ac:spMk id="4" creationId="{7F50026F-0601-4601-9DC8-3FDB8E92AFFF}"/>
          </ac:spMkLst>
        </pc:spChg>
      </pc:sldChg>
      <pc:sldChg chg="modSp mod">
        <pc:chgData name="Ella" userId="c6918cf5-f6c0-43cc-8499-a1f635017de9" providerId="ADAL" clId="{249B3CC9-393A-4A7B-A8F9-F21BC3FFE1E4}" dt="2020-09-02T01:24:05.439" v="114" actId="1076"/>
        <pc:sldMkLst>
          <pc:docMk/>
          <pc:sldMk cId="2711812175" sldId="370"/>
        </pc:sldMkLst>
        <pc:spChg chg="mod">
          <ac:chgData name="Ella" userId="c6918cf5-f6c0-43cc-8499-a1f635017de9" providerId="ADAL" clId="{249B3CC9-393A-4A7B-A8F9-F21BC3FFE1E4}" dt="2020-09-02T01:24:03.138" v="113" actId="14100"/>
          <ac:spMkLst>
            <pc:docMk/>
            <pc:sldMk cId="2711812175" sldId="370"/>
            <ac:spMk id="3" creationId="{E502C799-2804-4DB1-8FCF-94B9F18AC904}"/>
          </ac:spMkLst>
        </pc:spChg>
        <pc:picChg chg="mod">
          <ac:chgData name="Ella" userId="c6918cf5-f6c0-43cc-8499-a1f635017de9" providerId="ADAL" clId="{249B3CC9-393A-4A7B-A8F9-F21BC3FFE1E4}" dt="2020-09-02T01:24:05.439" v="114" actId="1076"/>
          <ac:picMkLst>
            <pc:docMk/>
            <pc:sldMk cId="2711812175" sldId="370"/>
            <ac:picMk id="4" creationId="{4A3C9A83-D3CF-4042-ABF8-AD57ABD5D16C}"/>
          </ac:picMkLst>
        </pc:picChg>
      </pc:sldChg>
      <pc:sldChg chg="modSp mod">
        <pc:chgData name="Ella" userId="c6918cf5-f6c0-43cc-8499-a1f635017de9" providerId="ADAL" clId="{249B3CC9-393A-4A7B-A8F9-F21BC3FFE1E4}" dt="2020-09-02T00:52:37.474" v="27" actId="20577"/>
        <pc:sldMkLst>
          <pc:docMk/>
          <pc:sldMk cId="46568915" sldId="371"/>
        </pc:sldMkLst>
        <pc:spChg chg="mod">
          <ac:chgData name="Ella" userId="c6918cf5-f6c0-43cc-8499-a1f635017de9" providerId="ADAL" clId="{249B3CC9-393A-4A7B-A8F9-F21BC3FFE1E4}" dt="2020-09-02T00:52:37.474" v="27" actId="20577"/>
          <ac:spMkLst>
            <pc:docMk/>
            <pc:sldMk cId="46568915" sldId="371"/>
            <ac:spMk id="4" creationId="{7F50026F-0601-4601-9DC8-3FDB8E92AFFF}"/>
          </ac:spMkLst>
        </pc:spChg>
      </pc:sldChg>
      <pc:sldChg chg="modSp mod">
        <pc:chgData name="Ella" userId="c6918cf5-f6c0-43cc-8499-a1f635017de9" providerId="ADAL" clId="{249B3CC9-393A-4A7B-A8F9-F21BC3FFE1E4}" dt="2020-09-02T01:15:05.482" v="77" actId="313"/>
        <pc:sldMkLst>
          <pc:docMk/>
          <pc:sldMk cId="1850000305" sldId="372"/>
        </pc:sldMkLst>
        <pc:spChg chg="mod">
          <ac:chgData name="Ella" userId="c6918cf5-f6c0-43cc-8499-a1f635017de9" providerId="ADAL" clId="{249B3CC9-393A-4A7B-A8F9-F21BC3FFE1E4}" dt="2020-09-02T01:15:05.482" v="77" actId="313"/>
          <ac:spMkLst>
            <pc:docMk/>
            <pc:sldMk cId="1850000305" sldId="372"/>
            <ac:spMk id="3" creationId="{79B7D532-717E-4A0D-A2A7-2C6901074751}"/>
          </ac:spMkLst>
        </pc:spChg>
      </pc:sldChg>
      <pc:sldChg chg="modSp mod">
        <pc:chgData name="Ella" userId="c6918cf5-f6c0-43cc-8499-a1f635017de9" providerId="ADAL" clId="{249B3CC9-393A-4A7B-A8F9-F21BC3FFE1E4}" dt="2020-09-02T01:15:27.573" v="80" actId="20577"/>
        <pc:sldMkLst>
          <pc:docMk/>
          <pc:sldMk cId="2314228282" sldId="373"/>
        </pc:sldMkLst>
        <pc:spChg chg="mod">
          <ac:chgData name="Ella" userId="c6918cf5-f6c0-43cc-8499-a1f635017de9" providerId="ADAL" clId="{249B3CC9-393A-4A7B-A8F9-F21BC3FFE1E4}" dt="2020-09-02T01:15:27.573" v="80" actId="20577"/>
          <ac:spMkLst>
            <pc:docMk/>
            <pc:sldMk cId="2314228282" sldId="373"/>
            <ac:spMk id="3" creationId="{BA3D5AD7-89CA-4CBA-997C-164EB71A849A}"/>
          </ac:spMkLst>
        </pc:spChg>
      </pc:sldChg>
      <pc:sldChg chg="modSp mod">
        <pc:chgData name="Ella" userId="c6918cf5-f6c0-43cc-8499-a1f635017de9" providerId="ADAL" clId="{249B3CC9-393A-4A7B-A8F9-F21BC3FFE1E4}" dt="2020-09-02T01:14:39.928" v="72" actId="113"/>
        <pc:sldMkLst>
          <pc:docMk/>
          <pc:sldMk cId="2492456922" sldId="374"/>
        </pc:sldMkLst>
        <pc:spChg chg="mod">
          <ac:chgData name="Ella" userId="c6918cf5-f6c0-43cc-8499-a1f635017de9" providerId="ADAL" clId="{249B3CC9-393A-4A7B-A8F9-F21BC3FFE1E4}" dt="2020-09-02T01:14:39.928" v="72" actId="113"/>
          <ac:spMkLst>
            <pc:docMk/>
            <pc:sldMk cId="2492456922" sldId="374"/>
            <ac:spMk id="3" creationId="{FA8B3688-F8BA-4867-920C-238344519AC5}"/>
          </ac:spMkLst>
        </pc:spChg>
      </pc:sldChg>
      <pc:sldChg chg="modSp mod">
        <pc:chgData name="Ella" userId="c6918cf5-f6c0-43cc-8499-a1f635017de9" providerId="ADAL" clId="{249B3CC9-393A-4A7B-A8F9-F21BC3FFE1E4}" dt="2020-09-02T01:14:44.723" v="73" actId="113"/>
        <pc:sldMkLst>
          <pc:docMk/>
          <pc:sldMk cId="3406308708" sldId="375"/>
        </pc:sldMkLst>
        <pc:spChg chg="mod">
          <ac:chgData name="Ella" userId="c6918cf5-f6c0-43cc-8499-a1f635017de9" providerId="ADAL" clId="{249B3CC9-393A-4A7B-A8F9-F21BC3FFE1E4}" dt="2020-09-02T01:14:44.723" v="73" actId="113"/>
          <ac:spMkLst>
            <pc:docMk/>
            <pc:sldMk cId="3406308708" sldId="375"/>
            <ac:spMk id="3" creationId="{FA8B3688-F8BA-4867-920C-238344519AC5}"/>
          </ac:spMkLst>
        </pc:spChg>
      </pc:sldChg>
      <pc:sldChg chg="modSp mod">
        <pc:chgData name="Ella" userId="c6918cf5-f6c0-43cc-8499-a1f635017de9" providerId="ADAL" clId="{249B3CC9-393A-4A7B-A8F9-F21BC3FFE1E4}" dt="2020-09-02T01:15:45.576" v="81" actId="113"/>
        <pc:sldMkLst>
          <pc:docMk/>
          <pc:sldMk cId="3458718088" sldId="376"/>
        </pc:sldMkLst>
        <pc:spChg chg="mod">
          <ac:chgData name="Ella" userId="c6918cf5-f6c0-43cc-8499-a1f635017de9" providerId="ADAL" clId="{249B3CC9-393A-4A7B-A8F9-F21BC3FFE1E4}" dt="2020-09-02T01:15:45.576" v="81" actId="113"/>
          <ac:spMkLst>
            <pc:docMk/>
            <pc:sldMk cId="3458718088" sldId="376"/>
            <ac:spMk id="3" creationId="{4189FFAB-21CD-434C-87C6-20E330D83B09}"/>
          </ac:spMkLst>
        </pc:spChg>
      </pc:sldChg>
      <pc:sldChg chg="modSp mod">
        <pc:chgData name="Ella" userId="c6918cf5-f6c0-43cc-8499-a1f635017de9" providerId="ADAL" clId="{249B3CC9-393A-4A7B-A8F9-F21BC3FFE1E4}" dt="2020-09-02T01:24:37.389" v="115" actId="11"/>
        <pc:sldMkLst>
          <pc:docMk/>
          <pc:sldMk cId="2023514314" sldId="381"/>
        </pc:sldMkLst>
        <pc:spChg chg="mod">
          <ac:chgData name="Ella" userId="c6918cf5-f6c0-43cc-8499-a1f635017de9" providerId="ADAL" clId="{249B3CC9-393A-4A7B-A8F9-F21BC3FFE1E4}" dt="2020-09-02T01:24:37.389" v="115" actId="11"/>
          <ac:spMkLst>
            <pc:docMk/>
            <pc:sldMk cId="2023514314" sldId="381"/>
            <ac:spMk id="3" creationId="{80C23005-F594-4895-A41C-07068485B1A5}"/>
          </ac:spMkLst>
        </pc:spChg>
      </pc:sldChg>
      <pc:sldChg chg="modSp mod">
        <pc:chgData name="Ella" userId="c6918cf5-f6c0-43cc-8499-a1f635017de9" providerId="ADAL" clId="{249B3CC9-393A-4A7B-A8F9-F21BC3FFE1E4}" dt="2020-09-02T01:24:44.403" v="116" actId="11"/>
        <pc:sldMkLst>
          <pc:docMk/>
          <pc:sldMk cId="3344844148" sldId="382"/>
        </pc:sldMkLst>
        <pc:spChg chg="mod">
          <ac:chgData name="Ella" userId="c6918cf5-f6c0-43cc-8499-a1f635017de9" providerId="ADAL" clId="{249B3CC9-393A-4A7B-A8F9-F21BC3FFE1E4}" dt="2020-09-02T01:24:44.403" v="116" actId="11"/>
          <ac:spMkLst>
            <pc:docMk/>
            <pc:sldMk cId="3344844148" sldId="382"/>
            <ac:spMk id="3" creationId="{80C23005-F594-4895-A41C-07068485B1A5}"/>
          </ac:spMkLst>
        </pc:spChg>
      </pc:sldChg>
      <pc:sldChg chg="modSp mod">
        <pc:chgData name="Ella" userId="c6918cf5-f6c0-43cc-8499-a1f635017de9" providerId="ADAL" clId="{249B3CC9-393A-4A7B-A8F9-F21BC3FFE1E4}" dt="2020-09-02T01:25:06.205" v="118" actId="11"/>
        <pc:sldMkLst>
          <pc:docMk/>
          <pc:sldMk cId="3006433251" sldId="383"/>
        </pc:sldMkLst>
        <pc:spChg chg="mod">
          <ac:chgData name="Ella" userId="c6918cf5-f6c0-43cc-8499-a1f635017de9" providerId="ADAL" clId="{249B3CC9-393A-4A7B-A8F9-F21BC3FFE1E4}" dt="2020-09-02T01:25:06.205" v="118" actId="11"/>
          <ac:spMkLst>
            <pc:docMk/>
            <pc:sldMk cId="3006433251" sldId="383"/>
            <ac:spMk id="4" creationId="{9479968F-07F9-415B-BAC8-7B01CB107E5A}"/>
          </ac:spMkLst>
        </pc:spChg>
        <pc:picChg chg="mod">
          <ac:chgData name="Ella" userId="c6918cf5-f6c0-43cc-8499-a1f635017de9" providerId="ADAL" clId="{249B3CC9-393A-4A7B-A8F9-F21BC3FFE1E4}" dt="2020-09-02T01:18:20.651" v="90" actId="1076"/>
          <ac:picMkLst>
            <pc:docMk/>
            <pc:sldMk cId="3006433251" sldId="383"/>
            <ac:picMk id="6" creationId="{244C873C-C364-480E-BF9A-1F31CCCE6685}"/>
          </ac:picMkLst>
        </pc:picChg>
      </pc:sldChg>
      <pc:sldChg chg="modSp mod">
        <pc:chgData name="Ella" userId="c6918cf5-f6c0-43cc-8499-a1f635017de9" providerId="ADAL" clId="{249B3CC9-393A-4A7B-A8F9-F21BC3FFE1E4}" dt="2020-09-02T01:24:56.207" v="117" actId="11"/>
        <pc:sldMkLst>
          <pc:docMk/>
          <pc:sldMk cId="2580735243" sldId="384"/>
        </pc:sldMkLst>
        <pc:spChg chg="mod">
          <ac:chgData name="Ella" userId="c6918cf5-f6c0-43cc-8499-a1f635017de9" providerId="ADAL" clId="{249B3CC9-393A-4A7B-A8F9-F21BC3FFE1E4}" dt="2020-09-02T01:24:56.207" v="117" actId="11"/>
          <ac:spMkLst>
            <pc:docMk/>
            <pc:sldMk cId="2580735243" sldId="384"/>
            <ac:spMk id="3" creationId="{80C23005-F594-4895-A41C-07068485B1A5}"/>
          </ac:spMkLst>
        </pc:spChg>
      </pc:sldChg>
      <pc:sldChg chg="modSp mod">
        <pc:chgData name="Ella" userId="c6918cf5-f6c0-43cc-8499-a1f635017de9" providerId="ADAL" clId="{249B3CC9-393A-4A7B-A8F9-F21BC3FFE1E4}" dt="2020-09-02T01:16:18.515" v="82" actId="14100"/>
        <pc:sldMkLst>
          <pc:docMk/>
          <pc:sldMk cId="2245104936" sldId="387"/>
        </pc:sldMkLst>
        <pc:spChg chg="mod">
          <ac:chgData name="Ella" userId="c6918cf5-f6c0-43cc-8499-a1f635017de9" providerId="ADAL" clId="{249B3CC9-393A-4A7B-A8F9-F21BC3FFE1E4}" dt="2020-09-02T01:16:18.515" v="82" actId="14100"/>
          <ac:spMkLst>
            <pc:docMk/>
            <pc:sldMk cId="2245104936" sldId="387"/>
            <ac:spMk id="3" creationId="{4ECF7546-0358-454B-9F23-FBB78227859F}"/>
          </ac:spMkLst>
        </pc:spChg>
      </pc:sldChg>
      <pc:sldChg chg="modSp mod">
        <pc:chgData name="Ella" userId="c6918cf5-f6c0-43cc-8499-a1f635017de9" providerId="ADAL" clId="{249B3CC9-393A-4A7B-A8F9-F21BC3FFE1E4}" dt="2020-09-02T01:25:24.012" v="120" actId="11"/>
        <pc:sldMkLst>
          <pc:docMk/>
          <pc:sldMk cId="2329393524" sldId="388"/>
        </pc:sldMkLst>
        <pc:spChg chg="mod">
          <ac:chgData name="Ella" userId="c6918cf5-f6c0-43cc-8499-a1f635017de9" providerId="ADAL" clId="{249B3CC9-393A-4A7B-A8F9-F21BC3FFE1E4}" dt="2020-09-02T01:25:24.012" v="120" actId="11"/>
          <ac:spMkLst>
            <pc:docMk/>
            <pc:sldMk cId="2329393524" sldId="388"/>
            <ac:spMk id="3" creationId="{7A5AA2E4-9CB0-4D59-9741-08327A06E43E}"/>
          </ac:spMkLst>
        </pc:spChg>
      </pc:sldChg>
      <pc:sldChg chg="modSp mod">
        <pc:chgData name="Ella" userId="c6918cf5-f6c0-43cc-8499-a1f635017de9" providerId="ADAL" clId="{249B3CC9-393A-4A7B-A8F9-F21BC3FFE1E4}" dt="2020-09-02T01:25:34.057" v="121" actId="11"/>
        <pc:sldMkLst>
          <pc:docMk/>
          <pc:sldMk cId="3375085823" sldId="389"/>
        </pc:sldMkLst>
        <pc:spChg chg="mod">
          <ac:chgData name="Ella" userId="c6918cf5-f6c0-43cc-8499-a1f635017de9" providerId="ADAL" clId="{249B3CC9-393A-4A7B-A8F9-F21BC3FFE1E4}" dt="2020-09-02T01:25:34.057" v="121" actId="11"/>
          <ac:spMkLst>
            <pc:docMk/>
            <pc:sldMk cId="3375085823" sldId="389"/>
            <ac:spMk id="3" creationId="{750F6A95-CDF6-4C38-8412-8B761A8B7536}"/>
          </ac:spMkLst>
        </pc:spChg>
      </pc:sldChg>
      <pc:sldChg chg="modSp mod">
        <pc:chgData name="Ella" userId="c6918cf5-f6c0-43cc-8499-a1f635017de9" providerId="ADAL" clId="{249B3CC9-393A-4A7B-A8F9-F21BC3FFE1E4}" dt="2020-09-02T01:25:40.856" v="122" actId="11"/>
        <pc:sldMkLst>
          <pc:docMk/>
          <pc:sldMk cId="1231121153" sldId="391"/>
        </pc:sldMkLst>
        <pc:spChg chg="mod">
          <ac:chgData name="Ella" userId="c6918cf5-f6c0-43cc-8499-a1f635017de9" providerId="ADAL" clId="{249B3CC9-393A-4A7B-A8F9-F21BC3FFE1E4}" dt="2020-09-02T01:25:40.856" v="122" actId="11"/>
          <ac:spMkLst>
            <pc:docMk/>
            <pc:sldMk cId="1231121153" sldId="391"/>
            <ac:spMk id="3" creationId="{750F6A95-CDF6-4C38-8412-8B761A8B7536}"/>
          </ac:spMkLst>
        </pc:spChg>
      </pc:sldChg>
    </pc:docChg>
  </pc:docChgLst>
  <pc:docChgLst>
    <pc:chgData name="Han-Li Tremblay" userId="852346c9-b2bc-4eee-843e-ad7d28b9aba1" providerId="ADAL" clId="{661E3991-0811-423A-8EC5-7A235BFCB4D0}"/>
    <pc:docChg chg="modSld">
      <pc:chgData name="Han-Li Tremblay" userId="852346c9-b2bc-4eee-843e-ad7d28b9aba1" providerId="ADAL" clId="{661E3991-0811-423A-8EC5-7A235BFCB4D0}" dt="2020-08-25T20:03:43.298" v="46" actId="20577"/>
      <pc:docMkLst>
        <pc:docMk/>
      </pc:docMkLst>
      <pc:sldChg chg="modSp mod">
        <pc:chgData name="Han-Li Tremblay" userId="852346c9-b2bc-4eee-843e-ad7d28b9aba1" providerId="ADAL" clId="{661E3991-0811-423A-8EC5-7A235BFCB4D0}" dt="2020-08-25T20:03:36.570" v="43" actId="20577"/>
        <pc:sldMkLst>
          <pc:docMk/>
          <pc:sldMk cId="1993397138" sldId="286"/>
        </pc:sldMkLst>
        <pc:spChg chg="mod">
          <ac:chgData name="Han-Li Tremblay" userId="852346c9-b2bc-4eee-843e-ad7d28b9aba1" providerId="ADAL" clId="{661E3991-0811-423A-8EC5-7A235BFCB4D0}" dt="2020-08-25T20:03:36.570" v="43" actId="20577"/>
          <ac:spMkLst>
            <pc:docMk/>
            <pc:sldMk cId="1993397138" sldId="286"/>
            <ac:spMk id="3" creationId="{37B56F8A-6BEF-459C-AFA4-6D790D24F1CB}"/>
          </ac:spMkLst>
        </pc:spChg>
      </pc:sldChg>
      <pc:sldChg chg="modSp mod">
        <pc:chgData name="Han-Li Tremblay" userId="852346c9-b2bc-4eee-843e-ad7d28b9aba1" providerId="ADAL" clId="{661E3991-0811-423A-8EC5-7A235BFCB4D0}" dt="2020-08-25T20:03:31.395" v="40" actId="20577"/>
        <pc:sldMkLst>
          <pc:docMk/>
          <pc:sldMk cId="455073494" sldId="290"/>
        </pc:sldMkLst>
        <pc:spChg chg="mod">
          <ac:chgData name="Han-Li Tremblay" userId="852346c9-b2bc-4eee-843e-ad7d28b9aba1" providerId="ADAL" clId="{661E3991-0811-423A-8EC5-7A235BFCB4D0}" dt="2020-08-25T20:03:31.395" v="40" actId="20577"/>
          <ac:spMkLst>
            <pc:docMk/>
            <pc:sldMk cId="455073494" sldId="290"/>
            <ac:spMk id="2" creationId="{BD0A18F3-9F12-464B-BC50-F741E79EDDDA}"/>
          </ac:spMkLst>
        </pc:spChg>
      </pc:sldChg>
      <pc:sldChg chg="modSp mod">
        <pc:chgData name="Han-Li Tremblay" userId="852346c9-b2bc-4eee-843e-ad7d28b9aba1" providerId="ADAL" clId="{661E3991-0811-423A-8EC5-7A235BFCB4D0}" dt="2020-08-25T20:03:43.298" v="46" actId="20577"/>
        <pc:sldMkLst>
          <pc:docMk/>
          <pc:sldMk cId="304785108" sldId="297"/>
        </pc:sldMkLst>
        <pc:spChg chg="mod">
          <ac:chgData name="Han-Li Tremblay" userId="852346c9-b2bc-4eee-843e-ad7d28b9aba1" providerId="ADAL" clId="{661E3991-0811-423A-8EC5-7A235BFCB4D0}" dt="2020-08-25T20:03:28.286" v="37"/>
          <ac:spMkLst>
            <pc:docMk/>
            <pc:sldMk cId="304785108" sldId="297"/>
            <ac:spMk id="2" creationId="{C3ADE153-2732-4F04-9433-39BE462BFB34}"/>
          </ac:spMkLst>
        </pc:spChg>
        <pc:spChg chg="mod">
          <ac:chgData name="Han-Li Tremblay" userId="852346c9-b2bc-4eee-843e-ad7d28b9aba1" providerId="ADAL" clId="{661E3991-0811-423A-8EC5-7A235BFCB4D0}" dt="2020-08-25T20:03:43.298" v="46" actId="20577"/>
          <ac:spMkLst>
            <pc:docMk/>
            <pc:sldMk cId="304785108" sldId="297"/>
            <ac:spMk id="3" creationId="{ADB403A0-100F-41B6-BF3A-8988ABBC5FB5}"/>
          </ac:spMkLst>
        </pc:spChg>
      </pc:sldChg>
      <pc:sldChg chg="modSp mod">
        <pc:chgData name="Han-Li Tremblay" userId="852346c9-b2bc-4eee-843e-ad7d28b9aba1" providerId="ADAL" clId="{661E3991-0811-423A-8EC5-7A235BFCB4D0}" dt="2020-08-25T20:03:24.821" v="36"/>
        <pc:sldMkLst>
          <pc:docMk/>
          <pc:sldMk cId="3253019309" sldId="298"/>
        </pc:sldMkLst>
        <pc:spChg chg="mod">
          <ac:chgData name="Han-Li Tremblay" userId="852346c9-b2bc-4eee-843e-ad7d28b9aba1" providerId="ADAL" clId="{661E3991-0811-423A-8EC5-7A235BFCB4D0}" dt="2020-08-25T20:03:24.821" v="36"/>
          <ac:spMkLst>
            <pc:docMk/>
            <pc:sldMk cId="3253019309" sldId="298"/>
            <ac:spMk id="2" creationId="{119B526C-C4FD-42CC-A3EA-8FDC9E743DB6}"/>
          </ac:spMkLst>
        </pc:spChg>
        <pc:spChg chg="mod">
          <ac:chgData name="Han-Li Tremblay" userId="852346c9-b2bc-4eee-843e-ad7d28b9aba1" providerId="ADAL" clId="{661E3991-0811-423A-8EC5-7A235BFCB4D0}" dt="2020-08-25T19:55:59.445" v="23" actId="20577"/>
          <ac:spMkLst>
            <pc:docMk/>
            <pc:sldMk cId="3253019309" sldId="298"/>
            <ac:spMk id="6" creationId="{01D4A65F-49C2-4663-8EBF-7C9CB6F3AF6A}"/>
          </ac:spMkLst>
        </pc:spChg>
      </pc:sldChg>
      <pc:sldChg chg="modSp mod">
        <pc:chgData name="Han-Li Tremblay" userId="852346c9-b2bc-4eee-843e-ad7d28b9aba1" providerId="ADAL" clId="{661E3991-0811-423A-8EC5-7A235BFCB4D0}" dt="2020-08-25T20:03:21.815" v="35"/>
        <pc:sldMkLst>
          <pc:docMk/>
          <pc:sldMk cId="451944156" sldId="299"/>
        </pc:sldMkLst>
        <pc:spChg chg="mod">
          <ac:chgData name="Han-Li Tremblay" userId="852346c9-b2bc-4eee-843e-ad7d28b9aba1" providerId="ADAL" clId="{661E3991-0811-423A-8EC5-7A235BFCB4D0}" dt="2020-08-25T20:03:21.815" v="35"/>
          <ac:spMkLst>
            <pc:docMk/>
            <pc:sldMk cId="451944156" sldId="299"/>
            <ac:spMk id="2" creationId="{119B526C-C4FD-42CC-A3EA-8FDC9E743DB6}"/>
          </ac:spMkLst>
        </pc:spChg>
      </pc:sldChg>
      <pc:sldChg chg="modSp mod">
        <pc:chgData name="Han-Li Tremblay" userId="852346c9-b2bc-4eee-843e-ad7d28b9aba1" providerId="ADAL" clId="{661E3991-0811-423A-8EC5-7A235BFCB4D0}" dt="2020-08-25T20:03:18.132" v="34"/>
        <pc:sldMkLst>
          <pc:docMk/>
          <pc:sldMk cId="94124536" sldId="300"/>
        </pc:sldMkLst>
        <pc:spChg chg="mod">
          <ac:chgData name="Han-Li Tremblay" userId="852346c9-b2bc-4eee-843e-ad7d28b9aba1" providerId="ADAL" clId="{661E3991-0811-423A-8EC5-7A235BFCB4D0}" dt="2020-08-25T20:03:18.132" v="34"/>
          <ac:spMkLst>
            <pc:docMk/>
            <pc:sldMk cId="94124536" sldId="300"/>
            <ac:spMk id="2" creationId="{119B526C-C4FD-42CC-A3EA-8FDC9E743DB6}"/>
          </ac:spMkLst>
        </pc:spChg>
      </pc:sldChg>
      <pc:sldChg chg="modSp mod">
        <pc:chgData name="Han-Li Tremblay" userId="852346c9-b2bc-4eee-843e-ad7d28b9aba1" providerId="ADAL" clId="{661E3991-0811-423A-8EC5-7A235BFCB4D0}" dt="2020-08-25T20:03:16.350" v="33"/>
        <pc:sldMkLst>
          <pc:docMk/>
          <pc:sldMk cId="1667915067" sldId="301"/>
        </pc:sldMkLst>
        <pc:spChg chg="mod">
          <ac:chgData name="Han-Li Tremblay" userId="852346c9-b2bc-4eee-843e-ad7d28b9aba1" providerId="ADAL" clId="{661E3991-0811-423A-8EC5-7A235BFCB4D0}" dt="2020-08-25T20:03:16.350" v="33"/>
          <ac:spMkLst>
            <pc:docMk/>
            <pc:sldMk cId="1667915067" sldId="301"/>
            <ac:spMk id="2" creationId="{119B526C-C4FD-42CC-A3EA-8FDC9E743DB6}"/>
          </ac:spMkLst>
        </pc:spChg>
      </pc:sldChg>
      <pc:sldChg chg="modSp mod">
        <pc:chgData name="Han-Li Tremblay" userId="852346c9-b2bc-4eee-843e-ad7d28b9aba1" providerId="ADAL" clId="{661E3991-0811-423A-8EC5-7A235BFCB4D0}" dt="2020-08-25T20:03:14.367" v="32"/>
        <pc:sldMkLst>
          <pc:docMk/>
          <pc:sldMk cId="1503978986" sldId="302"/>
        </pc:sldMkLst>
        <pc:spChg chg="mod">
          <ac:chgData name="Han-Li Tremblay" userId="852346c9-b2bc-4eee-843e-ad7d28b9aba1" providerId="ADAL" clId="{661E3991-0811-423A-8EC5-7A235BFCB4D0}" dt="2020-08-25T20:03:14.367" v="32"/>
          <ac:spMkLst>
            <pc:docMk/>
            <pc:sldMk cId="1503978986" sldId="302"/>
            <ac:spMk id="2" creationId="{119B526C-C4FD-42CC-A3EA-8FDC9E743DB6}"/>
          </ac:spMkLst>
        </pc:spChg>
      </pc:sldChg>
      <pc:sldChg chg="modSp mod">
        <pc:chgData name="Han-Li Tremblay" userId="852346c9-b2bc-4eee-843e-ad7d28b9aba1" providerId="ADAL" clId="{661E3991-0811-423A-8EC5-7A235BFCB4D0}" dt="2020-08-25T20:03:07.613" v="31" actId="20577"/>
        <pc:sldMkLst>
          <pc:docMk/>
          <pc:sldMk cId="268276809" sldId="303"/>
        </pc:sldMkLst>
        <pc:spChg chg="mod">
          <ac:chgData name="Han-Li Tremblay" userId="852346c9-b2bc-4eee-843e-ad7d28b9aba1" providerId="ADAL" clId="{661E3991-0811-423A-8EC5-7A235BFCB4D0}" dt="2020-08-25T20:03:07.613" v="31" actId="20577"/>
          <ac:spMkLst>
            <pc:docMk/>
            <pc:sldMk cId="268276809" sldId="303"/>
            <ac:spMk id="2" creationId="{119B526C-C4FD-42CC-A3EA-8FDC9E743DB6}"/>
          </ac:spMkLst>
        </pc:spChg>
      </pc:sldChg>
    </pc:docChg>
  </pc:docChgLst>
  <pc:docChgLst>
    <pc:chgData name="Ella Vetter" userId="c6918cf5-f6c0-43cc-8499-a1f635017de9" providerId="ADAL" clId="{4FD9B147-5176-47BF-AC12-00C438AEB12D}"/>
    <pc:docChg chg="addSld delSld modSld">
      <pc:chgData name="Ella Vetter" userId="c6918cf5-f6c0-43cc-8499-a1f635017de9" providerId="ADAL" clId="{4FD9B147-5176-47BF-AC12-00C438AEB12D}" dt="2020-08-24T21:51:47.296" v="82" actId="20577"/>
      <pc:docMkLst>
        <pc:docMk/>
      </pc:docMkLst>
      <pc:sldChg chg="modSp mod">
        <pc:chgData name="Ella Vetter" userId="c6918cf5-f6c0-43cc-8499-a1f635017de9" providerId="ADAL" clId="{4FD9B147-5176-47BF-AC12-00C438AEB12D}" dt="2020-08-24T21:50:57.524" v="11" actId="20577"/>
        <pc:sldMkLst>
          <pc:docMk/>
          <pc:sldMk cId="4108423597" sldId="256"/>
        </pc:sldMkLst>
        <pc:spChg chg="mod">
          <ac:chgData name="Ella Vetter" userId="c6918cf5-f6c0-43cc-8499-a1f635017de9" providerId="ADAL" clId="{4FD9B147-5176-47BF-AC12-00C438AEB12D}" dt="2020-08-24T21:50:57.524" v="11" actId="20577"/>
          <ac:spMkLst>
            <pc:docMk/>
            <pc:sldMk cId="4108423597" sldId="256"/>
            <ac:spMk id="2" creationId="{00000000-0000-0000-0000-000000000000}"/>
          </ac:spMkLst>
        </pc:spChg>
      </pc:sldChg>
      <pc:sldChg chg="del">
        <pc:chgData name="Ella Vetter" userId="c6918cf5-f6c0-43cc-8499-a1f635017de9" providerId="ADAL" clId="{4FD9B147-5176-47BF-AC12-00C438AEB12D}" dt="2020-08-24T21:51:00.595" v="13" actId="47"/>
        <pc:sldMkLst>
          <pc:docMk/>
          <pc:sldMk cId="185546831" sldId="288"/>
        </pc:sldMkLst>
      </pc:sldChg>
      <pc:sldChg chg="del">
        <pc:chgData name="Ella Vetter" userId="c6918cf5-f6c0-43cc-8499-a1f635017de9" providerId="ADAL" clId="{4FD9B147-5176-47BF-AC12-00C438AEB12D}" dt="2020-08-24T21:51:01.241" v="17" actId="47"/>
        <pc:sldMkLst>
          <pc:docMk/>
          <pc:sldMk cId="3833047504" sldId="289"/>
        </pc:sldMkLst>
      </pc:sldChg>
      <pc:sldChg chg="modSp mod">
        <pc:chgData name="Ella Vetter" userId="c6918cf5-f6c0-43cc-8499-a1f635017de9" providerId="ADAL" clId="{4FD9B147-5176-47BF-AC12-00C438AEB12D}" dt="2020-08-24T21:51:47.296" v="82" actId="20577"/>
        <pc:sldMkLst>
          <pc:docMk/>
          <pc:sldMk cId="455073494" sldId="290"/>
        </pc:sldMkLst>
        <pc:spChg chg="mod">
          <ac:chgData name="Ella Vetter" userId="c6918cf5-f6c0-43cc-8499-a1f635017de9" providerId="ADAL" clId="{4FD9B147-5176-47BF-AC12-00C438AEB12D}" dt="2020-08-24T21:51:47.296" v="82" actId="20577"/>
          <ac:spMkLst>
            <pc:docMk/>
            <pc:sldMk cId="455073494" sldId="290"/>
            <ac:spMk id="2" creationId="{BD0A18F3-9F12-464B-BC50-F741E79EDDDA}"/>
          </ac:spMkLst>
        </pc:spChg>
      </pc:sldChg>
      <pc:sldChg chg="modSp new mod">
        <pc:chgData name="Ella Vetter" userId="c6918cf5-f6c0-43cc-8499-a1f635017de9" providerId="ADAL" clId="{4FD9B147-5176-47BF-AC12-00C438AEB12D}" dt="2020-08-24T21:51:17.066" v="72" actId="20577"/>
        <pc:sldMkLst>
          <pc:docMk/>
          <pc:sldMk cId="790872940" sldId="291"/>
        </pc:sldMkLst>
        <pc:spChg chg="mod">
          <ac:chgData name="Ella Vetter" userId="c6918cf5-f6c0-43cc-8499-a1f635017de9" providerId="ADAL" clId="{4FD9B147-5176-47BF-AC12-00C438AEB12D}" dt="2020-08-24T21:51:17.066" v="72" actId="20577"/>
          <ac:spMkLst>
            <pc:docMk/>
            <pc:sldMk cId="790872940" sldId="291"/>
            <ac:spMk id="2" creationId="{42494805-9B1E-48B4-A100-290CACF667AA}"/>
          </ac:spMkLst>
        </pc:spChg>
      </pc:sldChg>
      <pc:sldChg chg="del">
        <pc:chgData name="Ella Vetter" userId="c6918cf5-f6c0-43cc-8499-a1f635017de9" providerId="ADAL" clId="{4FD9B147-5176-47BF-AC12-00C438AEB12D}" dt="2020-08-24T21:51:00.301" v="12" actId="47"/>
        <pc:sldMkLst>
          <pc:docMk/>
          <pc:sldMk cId="3024852514" sldId="306"/>
        </pc:sldMkLst>
      </pc:sldChg>
      <pc:sldChg chg="del">
        <pc:chgData name="Ella Vetter" userId="c6918cf5-f6c0-43cc-8499-a1f635017de9" providerId="ADAL" clId="{4FD9B147-5176-47BF-AC12-00C438AEB12D}" dt="2020-08-24T21:51:00.765" v="14" actId="47"/>
        <pc:sldMkLst>
          <pc:docMk/>
          <pc:sldMk cId="1934543794" sldId="307"/>
        </pc:sldMkLst>
      </pc:sldChg>
      <pc:sldChg chg="del">
        <pc:chgData name="Ella Vetter" userId="c6918cf5-f6c0-43cc-8499-a1f635017de9" providerId="ADAL" clId="{4FD9B147-5176-47BF-AC12-00C438AEB12D}" dt="2020-08-24T21:51:00.948" v="15" actId="47"/>
        <pc:sldMkLst>
          <pc:docMk/>
          <pc:sldMk cId="1172688657" sldId="308"/>
        </pc:sldMkLst>
      </pc:sldChg>
      <pc:sldChg chg="del">
        <pc:chgData name="Ella Vetter" userId="c6918cf5-f6c0-43cc-8499-a1f635017de9" providerId="ADAL" clId="{4FD9B147-5176-47BF-AC12-00C438AEB12D}" dt="2020-08-24T21:51:01.094" v="16" actId="47"/>
        <pc:sldMkLst>
          <pc:docMk/>
          <pc:sldMk cId="1733414533" sldId="309"/>
        </pc:sldMkLst>
      </pc:sldChg>
      <pc:sldChg chg="del">
        <pc:chgData name="Ella Vetter" userId="c6918cf5-f6c0-43cc-8499-a1f635017de9" providerId="ADAL" clId="{4FD9B147-5176-47BF-AC12-00C438AEB12D}" dt="2020-08-24T21:51:01.390" v="18" actId="47"/>
        <pc:sldMkLst>
          <pc:docMk/>
          <pc:sldMk cId="1485438195" sldId="310"/>
        </pc:sldMkLst>
      </pc:sldChg>
      <pc:sldChg chg="del">
        <pc:chgData name="Ella Vetter" userId="c6918cf5-f6c0-43cc-8499-a1f635017de9" providerId="ADAL" clId="{4FD9B147-5176-47BF-AC12-00C438AEB12D}" dt="2020-08-24T21:51:02.526" v="21" actId="47"/>
        <pc:sldMkLst>
          <pc:docMk/>
          <pc:sldMk cId="3894083741" sldId="311"/>
        </pc:sldMkLst>
      </pc:sldChg>
      <pc:sldChg chg="del">
        <pc:chgData name="Ella Vetter" userId="c6918cf5-f6c0-43cc-8499-a1f635017de9" providerId="ADAL" clId="{4FD9B147-5176-47BF-AC12-00C438AEB12D}" dt="2020-08-24T21:51:02.738" v="22" actId="47"/>
        <pc:sldMkLst>
          <pc:docMk/>
          <pc:sldMk cId="2671936823" sldId="312"/>
        </pc:sldMkLst>
      </pc:sldChg>
      <pc:sldChg chg="del">
        <pc:chgData name="Ella Vetter" userId="c6918cf5-f6c0-43cc-8499-a1f635017de9" providerId="ADAL" clId="{4FD9B147-5176-47BF-AC12-00C438AEB12D}" dt="2020-08-24T21:51:02.950" v="23" actId="47"/>
        <pc:sldMkLst>
          <pc:docMk/>
          <pc:sldMk cId="4207432350" sldId="313"/>
        </pc:sldMkLst>
      </pc:sldChg>
      <pc:sldChg chg="del">
        <pc:chgData name="Ella Vetter" userId="c6918cf5-f6c0-43cc-8499-a1f635017de9" providerId="ADAL" clId="{4FD9B147-5176-47BF-AC12-00C438AEB12D}" dt="2020-08-24T21:51:01.941" v="19" actId="47"/>
        <pc:sldMkLst>
          <pc:docMk/>
          <pc:sldMk cId="2641429719" sldId="314"/>
        </pc:sldMkLst>
      </pc:sldChg>
      <pc:sldChg chg="del">
        <pc:chgData name="Ella Vetter" userId="c6918cf5-f6c0-43cc-8499-a1f635017de9" providerId="ADAL" clId="{4FD9B147-5176-47BF-AC12-00C438AEB12D}" dt="2020-08-24T21:51:02.119" v="20" actId="47"/>
        <pc:sldMkLst>
          <pc:docMk/>
          <pc:sldMk cId="707049838" sldId="315"/>
        </pc:sldMkLst>
      </pc:sldChg>
      <pc:sldChg chg="del">
        <pc:chgData name="Ella Vetter" userId="c6918cf5-f6c0-43cc-8499-a1f635017de9" providerId="ADAL" clId="{4FD9B147-5176-47BF-AC12-00C438AEB12D}" dt="2020-08-24T21:51:03.149" v="24" actId="47"/>
        <pc:sldMkLst>
          <pc:docMk/>
          <pc:sldMk cId="2975947291" sldId="316"/>
        </pc:sldMkLst>
      </pc:sldChg>
      <pc:sldChg chg="del">
        <pc:chgData name="Ella Vetter" userId="c6918cf5-f6c0-43cc-8499-a1f635017de9" providerId="ADAL" clId="{4FD9B147-5176-47BF-AC12-00C438AEB12D}" dt="2020-08-24T21:51:03.709" v="25" actId="47"/>
        <pc:sldMkLst>
          <pc:docMk/>
          <pc:sldMk cId="3517795346" sldId="317"/>
        </pc:sldMkLst>
      </pc:sldChg>
    </pc:docChg>
  </pc:docChgLst>
  <pc:docChgLst>
    <pc:chgData name="Ella Vetter" userId="c6918cf5-f6c0-43cc-8499-a1f635017de9" providerId="ADAL" clId="{249B3CC9-393A-4A7B-A8F9-F21BC3FFE1E4}"/>
    <pc:docChg chg="undo redo custSel addSld delSld modSld sldOrd">
      <pc:chgData name="Ella Vetter" userId="c6918cf5-f6c0-43cc-8499-a1f635017de9" providerId="ADAL" clId="{249B3CC9-393A-4A7B-A8F9-F21BC3FFE1E4}" dt="2020-09-01T21:27:40.621" v="6488" actId="20577"/>
      <pc:docMkLst>
        <pc:docMk/>
      </pc:docMkLst>
      <pc:sldChg chg="modSp mod">
        <pc:chgData name="Ella Vetter" userId="c6918cf5-f6c0-43cc-8499-a1f635017de9" providerId="ADAL" clId="{249B3CC9-393A-4A7B-A8F9-F21BC3FFE1E4}" dt="2020-09-01T21:27:12.333" v="6487" actId="14100"/>
        <pc:sldMkLst>
          <pc:docMk/>
          <pc:sldMk cId="1993397138" sldId="286"/>
        </pc:sldMkLst>
        <pc:spChg chg="mod">
          <ac:chgData name="Ella Vetter" userId="c6918cf5-f6c0-43cc-8499-a1f635017de9" providerId="ADAL" clId="{249B3CC9-393A-4A7B-A8F9-F21BC3FFE1E4}" dt="2020-09-01T14:59:11.413" v="3317" actId="1036"/>
          <ac:spMkLst>
            <pc:docMk/>
            <pc:sldMk cId="1993397138" sldId="286"/>
            <ac:spMk id="2" creationId="{12D641C7-2ECD-475C-8E11-88F1001E6E55}"/>
          </ac:spMkLst>
        </pc:spChg>
        <pc:spChg chg="mod">
          <ac:chgData name="Ella Vetter" userId="c6918cf5-f6c0-43cc-8499-a1f635017de9" providerId="ADAL" clId="{249B3CC9-393A-4A7B-A8F9-F21BC3FFE1E4}" dt="2020-09-01T21:27:12.333" v="6487" actId="14100"/>
          <ac:spMkLst>
            <pc:docMk/>
            <pc:sldMk cId="1993397138" sldId="286"/>
            <ac:spMk id="3" creationId="{37B56F8A-6BEF-459C-AFA4-6D790D24F1CB}"/>
          </ac:spMkLst>
        </pc:spChg>
      </pc:sldChg>
      <pc:sldChg chg="modSp mod">
        <pc:chgData name="Ella Vetter" userId="c6918cf5-f6c0-43cc-8499-a1f635017de9" providerId="ADAL" clId="{249B3CC9-393A-4A7B-A8F9-F21BC3FFE1E4}" dt="2020-09-01T21:27:40.621" v="6488" actId="20577"/>
        <pc:sldMkLst>
          <pc:docMk/>
          <pc:sldMk cId="2552485736" sldId="297"/>
        </pc:sldMkLst>
        <pc:spChg chg="mod">
          <ac:chgData name="Ella Vetter" userId="c6918cf5-f6c0-43cc-8499-a1f635017de9" providerId="ADAL" clId="{249B3CC9-393A-4A7B-A8F9-F21BC3FFE1E4}" dt="2020-09-01T21:27:40.621" v="6488" actId="20577"/>
          <ac:spMkLst>
            <pc:docMk/>
            <pc:sldMk cId="2552485736" sldId="297"/>
            <ac:spMk id="2" creationId="{BD0A18F3-9F12-464B-BC50-F741E79EDDDA}"/>
          </ac:spMkLst>
        </pc:spChg>
      </pc:sldChg>
      <pc:sldChg chg="addSp delSp modSp new add del mod">
        <pc:chgData name="Ella Vetter" userId="c6918cf5-f6c0-43cc-8499-a1f635017de9" providerId="ADAL" clId="{249B3CC9-393A-4A7B-A8F9-F21BC3FFE1E4}" dt="2020-09-01T12:42:01.223" v="1086" actId="113"/>
        <pc:sldMkLst>
          <pc:docMk/>
          <pc:sldMk cId="3470451285" sldId="303"/>
        </pc:sldMkLst>
        <pc:spChg chg="mod">
          <ac:chgData name="Ella Vetter" userId="c6918cf5-f6c0-43cc-8499-a1f635017de9" providerId="ADAL" clId="{249B3CC9-393A-4A7B-A8F9-F21BC3FFE1E4}" dt="2020-09-01T12:26:30.978" v="651"/>
          <ac:spMkLst>
            <pc:docMk/>
            <pc:sldMk cId="3470451285" sldId="303"/>
            <ac:spMk id="2" creationId="{36B4FEE8-E947-4CFD-A6BD-14912E07E1F3}"/>
          </ac:spMkLst>
        </pc:spChg>
        <pc:spChg chg="mod">
          <ac:chgData name="Ella Vetter" userId="c6918cf5-f6c0-43cc-8499-a1f635017de9" providerId="ADAL" clId="{249B3CC9-393A-4A7B-A8F9-F21BC3FFE1E4}" dt="2020-09-01T12:42:01.223" v="1086" actId="113"/>
          <ac:spMkLst>
            <pc:docMk/>
            <pc:sldMk cId="3470451285" sldId="303"/>
            <ac:spMk id="3" creationId="{49DE0792-526A-4BA4-B267-13F43C36580F}"/>
          </ac:spMkLst>
        </pc:spChg>
        <pc:picChg chg="add del mod">
          <ac:chgData name="Ella Vetter" userId="c6918cf5-f6c0-43cc-8499-a1f635017de9" providerId="ADAL" clId="{249B3CC9-393A-4A7B-A8F9-F21BC3FFE1E4}" dt="2020-09-01T12:07:03.154" v="301" actId="478"/>
          <ac:picMkLst>
            <pc:docMk/>
            <pc:sldMk cId="3470451285" sldId="303"/>
            <ac:picMk id="5" creationId="{11C7A538-DA17-4990-9260-012AEF9A44D9}"/>
          </ac:picMkLst>
        </pc:picChg>
        <pc:picChg chg="add del mod">
          <ac:chgData name="Ella Vetter" userId="c6918cf5-f6c0-43cc-8499-a1f635017de9" providerId="ADAL" clId="{249B3CC9-393A-4A7B-A8F9-F21BC3FFE1E4}" dt="2020-09-01T12:20:32.855" v="448" actId="478"/>
          <ac:picMkLst>
            <pc:docMk/>
            <pc:sldMk cId="3470451285" sldId="303"/>
            <ac:picMk id="7" creationId="{904BA7A3-8A55-4765-90B9-2DE6AFCC3DFE}"/>
          </ac:picMkLst>
        </pc:picChg>
      </pc:sldChg>
      <pc:sldChg chg="addSp delSp modSp new mod">
        <pc:chgData name="Ella Vetter" userId="c6918cf5-f6c0-43cc-8499-a1f635017de9" providerId="ADAL" clId="{249B3CC9-393A-4A7B-A8F9-F21BC3FFE1E4}" dt="2020-09-01T12:26:26.597" v="649"/>
        <pc:sldMkLst>
          <pc:docMk/>
          <pc:sldMk cId="3229775647" sldId="304"/>
        </pc:sldMkLst>
        <pc:spChg chg="mod">
          <ac:chgData name="Ella Vetter" userId="c6918cf5-f6c0-43cc-8499-a1f635017de9" providerId="ADAL" clId="{249B3CC9-393A-4A7B-A8F9-F21BC3FFE1E4}" dt="2020-09-01T12:26:26.597" v="649"/>
          <ac:spMkLst>
            <pc:docMk/>
            <pc:sldMk cId="3229775647" sldId="304"/>
            <ac:spMk id="2" creationId="{4178EF54-892E-4579-8422-EEC9DDEC6BF8}"/>
          </ac:spMkLst>
        </pc:spChg>
        <pc:spChg chg="mod">
          <ac:chgData name="Ella Vetter" userId="c6918cf5-f6c0-43cc-8499-a1f635017de9" providerId="ADAL" clId="{249B3CC9-393A-4A7B-A8F9-F21BC3FFE1E4}" dt="2020-09-01T12:11:27.411" v="367" actId="123"/>
          <ac:spMkLst>
            <pc:docMk/>
            <pc:sldMk cId="3229775647" sldId="304"/>
            <ac:spMk id="3" creationId="{1805A40B-989D-4B18-9082-4FE6E30194D2}"/>
          </ac:spMkLst>
        </pc:spChg>
        <pc:picChg chg="add del mod">
          <ac:chgData name="Ella Vetter" userId="c6918cf5-f6c0-43cc-8499-a1f635017de9" providerId="ADAL" clId="{249B3CC9-393A-4A7B-A8F9-F21BC3FFE1E4}" dt="2020-09-01T12:11:11.995" v="359" actId="478"/>
          <ac:picMkLst>
            <pc:docMk/>
            <pc:sldMk cId="3229775647" sldId="304"/>
            <ac:picMk id="5" creationId="{5116D3C5-894F-4185-BE0F-3E5947BF8DE1}"/>
          </ac:picMkLst>
        </pc:picChg>
        <pc:picChg chg="add mod">
          <ac:chgData name="Ella Vetter" userId="c6918cf5-f6c0-43cc-8499-a1f635017de9" providerId="ADAL" clId="{249B3CC9-393A-4A7B-A8F9-F21BC3FFE1E4}" dt="2020-09-01T12:11:26.250" v="366" actId="1076"/>
          <ac:picMkLst>
            <pc:docMk/>
            <pc:sldMk cId="3229775647" sldId="304"/>
            <ac:picMk id="7" creationId="{F50CAACC-2010-4BB5-A40C-418FF1E3653E}"/>
          </ac:picMkLst>
        </pc:picChg>
      </pc:sldChg>
      <pc:sldChg chg="addSp modSp add mod">
        <pc:chgData name="Ella Vetter" userId="c6918cf5-f6c0-43cc-8499-a1f635017de9" providerId="ADAL" clId="{249B3CC9-393A-4A7B-A8F9-F21BC3FFE1E4}" dt="2020-09-01T12:26:24.345" v="648"/>
        <pc:sldMkLst>
          <pc:docMk/>
          <pc:sldMk cId="843239012" sldId="305"/>
        </pc:sldMkLst>
        <pc:spChg chg="mod">
          <ac:chgData name="Ella Vetter" userId="c6918cf5-f6c0-43cc-8499-a1f635017de9" providerId="ADAL" clId="{249B3CC9-393A-4A7B-A8F9-F21BC3FFE1E4}" dt="2020-09-01T12:26:24.345" v="648"/>
          <ac:spMkLst>
            <pc:docMk/>
            <pc:sldMk cId="843239012" sldId="305"/>
            <ac:spMk id="2" creationId="{4178EF54-892E-4579-8422-EEC9DDEC6BF8}"/>
          </ac:spMkLst>
        </pc:spChg>
        <pc:spChg chg="mod">
          <ac:chgData name="Ella Vetter" userId="c6918cf5-f6c0-43cc-8499-a1f635017de9" providerId="ADAL" clId="{249B3CC9-393A-4A7B-A8F9-F21BC3FFE1E4}" dt="2020-09-01T12:16:30.470" v="403" actId="1036"/>
          <ac:spMkLst>
            <pc:docMk/>
            <pc:sldMk cId="843239012" sldId="305"/>
            <ac:spMk id="3" creationId="{1805A40B-989D-4B18-9082-4FE6E30194D2}"/>
          </ac:spMkLst>
        </pc:spChg>
        <pc:picChg chg="add mod">
          <ac:chgData name="Ella Vetter" userId="c6918cf5-f6c0-43cc-8499-a1f635017de9" providerId="ADAL" clId="{249B3CC9-393A-4A7B-A8F9-F21BC3FFE1E4}" dt="2020-09-01T12:16:30.470" v="403" actId="1036"/>
          <ac:picMkLst>
            <pc:docMk/>
            <pc:sldMk cId="843239012" sldId="305"/>
            <ac:picMk id="5" creationId="{8CA063BD-6468-4F10-8ABB-90567A6D8FF9}"/>
          </ac:picMkLst>
        </pc:picChg>
      </pc:sldChg>
      <pc:sldChg chg="addSp delSp modSp add mod">
        <pc:chgData name="Ella Vetter" userId="c6918cf5-f6c0-43cc-8499-a1f635017de9" providerId="ADAL" clId="{249B3CC9-393A-4A7B-A8F9-F21BC3FFE1E4}" dt="2020-09-01T12:43:16.200" v="1093" actId="20577"/>
        <pc:sldMkLst>
          <pc:docMk/>
          <pc:sldMk cId="2061828964" sldId="306"/>
        </pc:sldMkLst>
        <pc:spChg chg="mod">
          <ac:chgData name="Ella Vetter" userId="c6918cf5-f6c0-43cc-8499-a1f635017de9" providerId="ADAL" clId="{249B3CC9-393A-4A7B-A8F9-F21BC3FFE1E4}" dt="2020-09-01T12:26:18.525" v="645"/>
          <ac:spMkLst>
            <pc:docMk/>
            <pc:sldMk cId="2061828964" sldId="306"/>
            <ac:spMk id="2" creationId="{4178EF54-892E-4579-8422-EEC9DDEC6BF8}"/>
          </ac:spMkLst>
        </pc:spChg>
        <pc:spChg chg="mod">
          <ac:chgData name="Ella Vetter" userId="c6918cf5-f6c0-43cc-8499-a1f635017de9" providerId="ADAL" clId="{249B3CC9-393A-4A7B-A8F9-F21BC3FFE1E4}" dt="2020-09-01T12:43:16.200" v="1093" actId="20577"/>
          <ac:spMkLst>
            <pc:docMk/>
            <pc:sldMk cId="2061828964" sldId="306"/>
            <ac:spMk id="3" creationId="{1805A40B-989D-4B18-9082-4FE6E30194D2}"/>
          </ac:spMkLst>
        </pc:spChg>
        <pc:grpChg chg="add mod">
          <ac:chgData name="Ella Vetter" userId="c6918cf5-f6c0-43cc-8499-a1f635017de9" providerId="ADAL" clId="{249B3CC9-393A-4A7B-A8F9-F21BC3FFE1E4}" dt="2020-09-01T12:26:20.783" v="646" actId="1076"/>
          <ac:grpSpMkLst>
            <pc:docMk/>
            <pc:sldMk cId="2061828964" sldId="306"/>
            <ac:grpSpMk id="10" creationId="{71306CE0-2E3B-4D1B-9E30-D5251956DDBB}"/>
          </ac:grpSpMkLst>
        </pc:grpChg>
        <pc:picChg chg="add del mod">
          <ac:chgData name="Ella Vetter" userId="c6918cf5-f6c0-43cc-8499-a1f635017de9" providerId="ADAL" clId="{249B3CC9-393A-4A7B-A8F9-F21BC3FFE1E4}" dt="2020-09-01T12:15:28.707" v="378" actId="478"/>
          <ac:picMkLst>
            <pc:docMk/>
            <pc:sldMk cId="2061828964" sldId="306"/>
            <ac:picMk id="5" creationId="{C61C946C-9A90-464E-9DB3-CB098C726660}"/>
          </ac:picMkLst>
        </pc:picChg>
        <pc:picChg chg="add mod modCrop">
          <ac:chgData name="Ella Vetter" userId="c6918cf5-f6c0-43cc-8499-a1f635017de9" providerId="ADAL" clId="{249B3CC9-393A-4A7B-A8F9-F21BC3FFE1E4}" dt="2020-09-01T12:16:08.016" v="385" actId="164"/>
          <ac:picMkLst>
            <pc:docMk/>
            <pc:sldMk cId="2061828964" sldId="306"/>
            <ac:picMk id="7" creationId="{4B5F8B59-015C-4AD6-AC14-F33ECE43620B}"/>
          </ac:picMkLst>
        </pc:picChg>
        <pc:picChg chg="add mod modCrop">
          <ac:chgData name="Ella Vetter" userId="c6918cf5-f6c0-43cc-8499-a1f635017de9" providerId="ADAL" clId="{249B3CC9-393A-4A7B-A8F9-F21BC3FFE1E4}" dt="2020-09-01T12:16:08.016" v="385" actId="164"/>
          <ac:picMkLst>
            <pc:docMk/>
            <pc:sldMk cId="2061828964" sldId="306"/>
            <ac:picMk id="9" creationId="{B15BFDED-2844-4A8F-A5BD-93AD1B87B65F}"/>
          </ac:picMkLst>
        </pc:picChg>
      </pc:sldChg>
      <pc:sldChg chg="addSp modSp add mod">
        <pc:chgData name="Ella Vetter" userId="c6918cf5-f6c0-43cc-8499-a1f635017de9" providerId="ADAL" clId="{249B3CC9-393A-4A7B-A8F9-F21BC3FFE1E4}" dt="2020-09-01T12:32:35.754" v="891" actId="20577"/>
        <pc:sldMkLst>
          <pc:docMk/>
          <pc:sldMk cId="119371038" sldId="307"/>
        </pc:sldMkLst>
        <pc:spChg chg="mod">
          <ac:chgData name="Ella Vetter" userId="c6918cf5-f6c0-43cc-8499-a1f635017de9" providerId="ADAL" clId="{249B3CC9-393A-4A7B-A8F9-F21BC3FFE1E4}" dt="2020-09-01T12:26:13.832" v="643"/>
          <ac:spMkLst>
            <pc:docMk/>
            <pc:sldMk cId="119371038" sldId="307"/>
            <ac:spMk id="2" creationId="{4178EF54-892E-4579-8422-EEC9DDEC6BF8}"/>
          </ac:spMkLst>
        </pc:spChg>
        <pc:spChg chg="mod">
          <ac:chgData name="Ella Vetter" userId="c6918cf5-f6c0-43cc-8499-a1f635017de9" providerId="ADAL" clId="{249B3CC9-393A-4A7B-A8F9-F21BC3FFE1E4}" dt="2020-09-01T12:32:35.754" v="891" actId="20577"/>
          <ac:spMkLst>
            <pc:docMk/>
            <pc:sldMk cId="119371038" sldId="307"/>
            <ac:spMk id="3" creationId="{1805A40B-989D-4B18-9082-4FE6E30194D2}"/>
          </ac:spMkLst>
        </pc:spChg>
        <pc:picChg chg="add mod">
          <ac:chgData name="Ella Vetter" userId="c6918cf5-f6c0-43cc-8499-a1f635017de9" providerId="ADAL" clId="{249B3CC9-393A-4A7B-A8F9-F21BC3FFE1E4}" dt="2020-09-01T12:32:12.759" v="837" actId="1076"/>
          <ac:picMkLst>
            <pc:docMk/>
            <pc:sldMk cId="119371038" sldId="307"/>
            <ac:picMk id="5" creationId="{B61571CB-6FA2-4EC6-9932-436E730F3441}"/>
          </ac:picMkLst>
        </pc:picChg>
      </pc:sldChg>
      <pc:sldChg chg="addSp delSp modSp add mod">
        <pc:chgData name="Ella Vetter" userId="c6918cf5-f6c0-43cc-8499-a1f635017de9" providerId="ADAL" clId="{249B3CC9-393A-4A7B-A8F9-F21BC3FFE1E4}" dt="2020-09-01T12:44:00.985" v="1140" actId="20577"/>
        <pc:sldMkLst>
          <pc:docMk/>
          <pc:sldMk cId="4042690723" sldId="308"/>
        </pc:sldMkLst>
        <pc:spChg chg="mod">
          <ac:chgData name="Ella Vetter" userId="c6918cf5-f6c0-43cc-8499-a1f635017de9" providerId="ADAL" clId="{249B3CC9-393A-4A7B-A8F9-F21BC3FFE1E4}" dt="2020-09-01T12:26:11.943" v="642"/>
          <ac:spMkLst>
            <pc:docMk/>
            <pc:sldMk cId="4042690723" sldId="308"/>
            <ac:spMk id="2" creationId="{4178EF54-892E-4579-8422-EEC9DDEC6BF8}"/>
          </ac:spMkLst>
        </pc:spChg>
        <pc:spChg chg="mod">
          <ac:chgData name="Ella Vetter" userId="c6918cf5-f6c0-43cc-8499-a1f635017de9" providerId="ADAL" clId="{249B3CC9-393A-4A7B-A8F9-F21BC3FFE1E4}" dt="2020-09-01T12:44:00.985" v="1140" actId="20577"/>
          <ac:spMkLst>
            <pc:docMk/>
            <pc:sldMk cId="4042690723" sldId="308"/>
            <ac:spMk id="3" creationId="{1805A40B-989D-4B18-9082-4FE6E30194D2}"/>
          </ac:spMkLst>
        </pc:spChg>
        <pc:picChg chg="del">
          <ac:chgData name="Ella Vetter" userId="c6918cf5-f6c0-43cc-8499-a1f635017de9" providerId="ADAL" clId="{249B3CC9-393A-4A7B-A8F9-F21BC3FFE1E4}" dt="2020-09-01T12:17:38.907" v="412" actId="478"/>
          <ac:picMkLst>
            <pc:docMk/>
            <pc:sldMk cId="4042690723" sldId="308"/>
            <ac:picMk id="5" creationId="{B61571CB-6FA2-4EC6-9932-436E730F3441}"/>
          </ac:picMkLst>
        </pc:picChg>
        <pc:picChg chg="add mod">
          <ac:chgData name="Ella Vetter" userId="c6918cf5-f6c0-43cc-8499-a1f635017de9" providerId="ADAL" clId="{249B3CC9-393A-4A7B-A8F9-F21BC3FFE1E4}" dt="2020-09-01T12:43:55.690" v="1139" actId="1076"/>
          <ac:picMkLst>
            <pc:docMk/>
            <pc:sldMk cId="4042690723" sldId="308"/>
            <ac:picMk id="6" creationId="{3BC03D30-4F8B-4BBB-9A2D-61BE89173EC9}"/>
          </ac:picMkLst>
        </pc:picChg>
      </pc:sldChg>
      <pc:sldChg chg="addSp delSp modSp add mod">
        <pc:chgData name="Ella Vetter" userId="c6918cf5-f6c0-43cc-8499-a1f635017de9" providerId="ADAL" clId="{249B3CC9-393A-4A7B-A8F9-F21BC3FFE1E4}" dt="2020-09-01T12:40:38.652" v="1019" actId="115"/>
        <pc:sldMkLst>
          <pc:docMk/>
          <pc:sldMk cId="3451428416" sldId="309"/>
        </pc:sldMkLst>
        <pc:spChg chg="mod">
          <ac:chgData name="Ella Vetter" userId="c6918cf5-f6c0-43cc-8499-a1f635017de9" providerId="ADAL" clId="{249B3CC9-393A-4A7B-A8F9-F21BC3FFE1E4}" dt="2020-09-01T12:26:09.499" v="641" actId="20577"/>
          <ac:spMkLst>
            <pc:docMk/>
            <pc:sldMk cId="3451428416" sldId="309"/>
            <ac:spMk id="2" creationId="{4178EF54-892E-4579-8422-EEC9DDEC6BF8}"/>
          </ac:spMkLst>
        </pc:spChg>
        <pc:spChg chg="del mod">
          <ac:chgData name="Ella Vetter" userId="c6918cf5-f6c0-43cc-8499-a1f635017de9" providerId="ADAL" clId="{249B3CC9-393A-4A7B-A8F9-F21BC3FFE1E4}" dt="2020-09-01T12:23:46.400" v="600" actId="478"/>
          <ac:spMkLst>
            <pc:docMk/>
            <pc:sldMk cId="3451428416" sldId="309"/>
            <ac:spMk id="3" creationId="{1805A40B-989D-4B18-9082-4FE6E30194D2}"/>
          </ac:spMkLst>
        </pc:spChg>
        <pc:spChg chg="add mod">
          <ac:chgData name="Ella Vetter" userId="c6918cf5-f6c0-43cc-8499-a1f635017de9" providerId="ADAL" clId="{249B3CC9-393A-4A7B-A8F9-F21BC3FFE1E4}" dt="2020-09-01T12:40:38.652" v="1019" actId="115"/>
          <ac:spMkLst>
            <pc:docMk/>
            <pc:sldMk cId="3451428416" sldId="309"/>
            <ac:spMk id="4" creationId="{F0B96CBA-C360-4735-BBDF-8CB2B0BC0C77}"/>
          </ac:spMkLst>
        </pc:spChg>
        <pc:spChg chg="add del mod">
          <ac:chgData name="Ella Vetter" userId="c6918cf5-f6c0-43cc-8499-a1f635017de9" providerId="ADAL" clId="{249B3CC9-393A-4A7B-A8F9-F21BC3FFE1E4}" dt="2020-09-01T12:23:47.923" v="601" actId="478"/>
          <ac:spMkLst>
            <pc:docMk/>
            <pc:sldMk cId="3451428416" sldId="309"/>
            <ac:spMk id="6" creationId="{B0442D09-6C91-4E0F-83E4-675E163F9FE8}"/>
          </ac:spMkLst>
        </pc:spChg>
        <pc:picChg chg="add mod">
          <ac:chgData name="Ella Vetter" userId="c6918cf5-f6c0-43cc-8499-a1f635017de9" providerId="ADAL" clId="{249B3CC9-393A-4A7B-A8F9-F21BC3FFE1E4}" dt="2020-09-01T12:25:54.538" v="613" actId="1076"/>
          <ac:picMkLst>
            <pc:docMk/>
            <pc:sldMk cId="3451428416" sldId="309"/>
            <ac:picMk id="8" creationId="{E56CF275-0221-4969-BBF5-A09B18FDB370}"/>
          </ac:picMkLst>
        </pc:picChg>
      </pc:sldChg>
      <pc:sldChg chg="addSp delSp modSp add mod">
        <pc:chgData name="Ella Vetter" userId="c6918cf5-f6c0-43cc-8499-a1f635017de9" providerId="ADAL" clId="{249B3CC9-393A-4A7B-A8F9-F21BC3FFE1E4}" dt="2020-09-01T12:35:43.290" v="930" actId="1076"/>
        <pc:sldMkLst>
          <pc:docMk/>
          <pc:sldMk cId="2645279837" sldId="310"/>
        </pc:sldMkLst>
        <pc:spChg chg="mod">
          <ac:chgData name="Ella Vetter" userId="c6918cf5-f6c0-43cc-8499-a1f635017de9" providerId="ADAL" clId="{249B3CC9-393A-4A7B-A8F9-F21BC3FFE1E4}" dt="2020-09-01T12:26:15.284" v="644"/>
          <ac:spMkLst>
            <pc:docMk/>
            <pc:sldMk cId="2645279837" sldId="310"/>
            <ac:spMk id="2" creationId="{4178EF54-892E-4579-8422-EEC9DDEC6BF8}"/>
          </ac:spMkLst>
        </pc:spChg>
        <pc:spChg chg="mod">
          <ac:chgData name="Ella Vetter" userId="c6918cf5-f6c0-43cc-8499-a1f635017de9" providerId="ADAL" clId="{249B3CC9-393A-4A7B-A8F9-F21BC3FFE1E4}" dt="2020-09-01T12:34:44.913" v="924" actId="1036"/>
          <ac:spMkLst>
            <pc:docMk/>
            <pc:sldMk cId="2645279837" sldId="310"/>
            <ac:spMk id="3" creationId="{1805A40B-989D-4B18-9082-4FE6E30194D2}"/>
          </ac:spMkLst>
        </pc:spChg>
        <pc:picChg chg="add del mod">
          <ac:chgData name="Ella Vetter" userId="c6918cf5-f6c0-43cc-8499-a1f635017de9" providerId="ADAL" clId="{249B3CC9-393A-4A7B-A8F9-F21BC3FFE1E4}" dt="2020-09-01T12:35:35.935" v="926" actId="478"/>
          <ac:picMkLst>
            <pc:docMk/>
            <pc:sldMk cId="2645279837" sldId="310"/>
            <ac:picMk id="5" creationId="{1F2C3AD4-48DC-444D-AD26-1E2F9829B003}"/>
          </ac:picMkLst>
        </pc:picChg>
        <pc:picChg chg="add mod">
          <ac:chgData name="Ella Vetter" userId="c6918cf5-f6c0-43cc-8499-a1f635017de9" providerId="ADAL" clId="{249B3CC9-393A-4A7B-A8F9-F21BC3FFE1E4}" dt="2020-09-01T12:35:43.290" v="930" actId="1076"/>
          <ac:picMkLst>
            <pc:docMk/>
            <pc:sldMk cId="2645279837" sldId="310"/>
            <ac:picMk id="7" creationId="{B5456A4E-8566-474F-847A-BA605AF7B747}"/>
          </ac:picMkLst>
        </pc:picChg>
      </pc:sldChg>
      <pc:sldChg chg="modSp add mod">
        <pc:chgData name="Ella Vetter" userId="c6918cf5-f6c0-43cc-8499-a1f635017de9" providerId="ADAL" clId="{249B3CC9-393A-4A7B-A8F9-F21BC3FFE1E4}" dt="2020-09-01T12:40:46.176" v="1021" actId="14100"/>
        <pc:sldMkLst>
          <pc:docMk/>
          <pc:sldMk cId="531875096" sldId="311"/>
        </pc:sldMkLst>
        <pc:spChg chg="mod">
          <ac:chgData name="Ella Vetter" userId="c6918cf5-f6c0-43cc-8499-a1f635017de9" providerId="ADAL" clId="{249B3CC9-393A-4A7B-A8F9-F21BC3FFE1E4}" dt="2020-09-01T12:26:28.749" v="650"/>
          <ac:spMkLst>
            <pc:docMk/>
            <pc:sldMk cId="531875096" sldId="311"/>
            <ac:spMk id="2" creationId="{36B4FEE8-E947-4CFD-A6BD-14912E07E1F3}"/>
          </ac:spMkLst>
        </pc:spChg>
        <pc:spChg chg="mod">
          <ac:chgData name="Ella Vetter" userId="c6918cf5-f6c0-43cc-8499-a1f635017de9" providerId="ADAL" clId="{249B3CC9-393A-4A7B-A8F9-F21BC3FFE1E4}" dt="2020-09-01T12:40:46.176" v="1021" actId="14100"/>
          <ac:spMkLst>
            <pc:docMk/>
            <pc:sldMk cId="531875096" sldId="311"/>
            <ac:spMk id="3" creationId="{49DE0792-526A-4BA4-B267-13F43C36580F}"/>
          </ac:spMkLst>
        </pc:spChg>
      </pc:sldChg>
      <pc:sldChg chg="addSp modSp add mod">
        <pc:chgData name="Ella Vetter" userId="c6918cf5-f6c0-43cc-8499-a1f635017de9" providerId="ADAL" clId="{249B3CC9-393A-4A7B-A8F9-F21BC3FFE1E4}" dt="2020-09-01T12:37:35.532" v="953" actId="14100"/>
        <pc:sldMkLst>
          <pc:docMk/>
          <pc:sldMk cId="972791369" sldId="312"/>
        </pc:sldMkLst>
        <pc:spChg chg="mod">
          <ac:chgData name="Ella Vetter" userId="c6918cf5-f6c0-43cc-8499-a1f635017de9" providerId="ADAL" clId="{249B3CC9-393A-4A7B-A8F9-F21BC3FFE1E4}" dt="2020-09-01T12:37:31.892" v="951" actId="20577"/>
          <ac:spMkLst>
            <pc:docMk/>
            <pc:sldMk cId="972791369" sldId="312"/>
            <ac:spMk id="3" creationId="{1805A40B-989D-4B18-9082-4FE6E30194D2}"/>
          </ac:spMkLst>
        </pc:spChg>
        <pc:picChg chg="add mod">
          <ac:chgData name="Ella Vetter" userId="c6918cf5-f6c0-43cc-8499-a1f635017de9" providerId="ADAL" clId="{249B3CC9-393A-4A7B-A8F9-F21BC3FFE1E4}" dt="2020-09-01T12:37:35.532" v="953" actId="14100"/>
          <ac:picMkLst>
            <pc:docMk/>
            <pc:sldMk cId="972791369" sldId="312"/>
            <ac:picMk id="5" creationId="{B5B64BAE-CB21-41BC-81D4-754FCEF4937B}"/>
          </ac:picMkLst>
        </pc:picChg>
      </pc:sldChg>
      <pc:sldChg chg="addSp modSp add mod">
        <pc:chgData name="Ella Vetter" userId="c6918cf5-f6c0-43cc-8499-a1f635017de9" providerId="ADAL" clId="{249B3CC9-393A-4A7B-A8F9-F21BC3FFE1E4}" dt="2020-09-01T12:42:46.361" v="1090" actId="11"/>
        <pc:sldMkLst>
          <pc:docMk/>
          <pc:sldMk cId="2073591052" sldId="313"/>
        </pc:sldMkLst>
        <pc:spChg chg="mod">
          <ac:chgData name="Ella Vetter" userId="c6918cf5-f6c0-43cc-8499-a1f635017de9" providerId="ADAL" clId="{249B3CC9-393A-4A7B-A8F9-F21BC3FFE1E4}" dt="2020-09-01T12:42:46.361" v="1090" actId="11"/>
          <ac:spMkLst>
            <pc:docMk/>
            <pc:sldMk cId="2073591052" sldId="313"/>
            <ac:spMk id="3" creationId="{1805A40B-989D-4B18-9082-4FE6E30194D2}"/>
          </ac:spMkLst>
        </pc:spChg>
        <pc:picChg chg="add mod">
          <ac:chgData name="Ella Vetter" userId="c6918cf5-f6c0-43cc-8499-a1f635017de9" providerId="ADAL" clId="{249B3CC9-393A-4A7B-A8F9-F21BC3FFE1E4}" dt="2020-09-01T12:38:41.953" v="961" actId="1076"/>
          <ac:picMkLst>
            <pc:docMk/>
            <pc:sldMk cId="2073591052" sldId="313"/>
            <ac:picMk id="5" creationId="{6DE9292A-7E3A-4BD3-A4E2-80042BF5B930}"/>
          </ac:picMkLst>
        </pc:picChg>
      </pc:sldChg>
      <pc:sldChg chg="modSp add del mod ord">
        <pc:chgData name="Ella Vetter" userId="c6918cf5-f6c0-43cc-8499-a1f635017de9" providerId="ADAL" clId="{249B3CC9-393A-4A7B-A8F9-F21BC3FFE1E4}" dt="2020-09-01T12:47:20.130" v="1223" actId="13926"/>
        <pc:sldMkLst>
          <pc:docMk/>
          <pc:sldMk cId="282190394" sldId="314"/>
        </pc:sldMkLst>
        <pc:spChg chg="mod">
          <ac:chgData name="Ella Vetter" userId="c6918cf5-f6c0-43cc-8499-a1f635017de9" providerId="ADAL" clId="{249B3CC9-393A-4A7B-A8F9-F21BC3FFE1E4}" dt="2020-09-01T12:47:20.130" v="1223" actId="13926"/>
          <ac:spMkLst>
            <pc:docMk/>
            <pc:sldMk cId="282190394" sldId="314"/>
            <ac:spMk id="3" creationId="{1805A40B-989D-4B18-9082-4FE6E30194D2}"/>
          </ac:spMkLst>
        </pc:spChg>
        <pc:picChg chg="mod">
          <ac:chgData name="Ella Vetter" userId="c6918cf5-f6c0-43cc-8499-a1f635017de9" providerId="ADAL" clId="{249B3CC9-393A-4A7B-A8F9-F21BC3FFE1E4}" dt="2020-09-01T12:40:09.821" v="995" actId="1076"/>
          <ac:picMkLst>
            <pc:docMk/>
            <pc:sldMk cId="282190394" sldId="314"/>
            <ac:picMk id="6" creationId="{3BC03D30-4F8B-4BBB-9A2D-61BE89173EC9}"/>
          </ac:picMkLst>
        </pc:picChg>
      </pc:sldChg>
      <pc:sldChg chg="modSp add mod ord">
        <pc:chgData name="Ella Vetter" userId="c6918cf5-f6c0-43cc-8499-a1f635017de9" providerId="ADAL" clId="{249B3CC9-393A-4A7B-A8F9-F21BC3FFE1E4}" dt="2020-09-01T12:43:03.326" v="1092" actId="11"/>
        <pc:sldMkLst>
          <pc:docMk/>
          <pc:sldMk cId="2704664539" sldId="315"/>
        </pc:sldMkLst>
        <pc:spChg chg="mod">
          <ac:chgData name="Ella Vetter" userId="c6918cf5-f6c0-43cc-8499-a1f635017de9" providerId="ADAL" clId="{249B3CC9-393A-4A7B-A8F9-F21BC3FFE1E4}" dt="2020-09-01T12:43:03.326" v="1092" actId="11"/>
          <ac:spMkLst>
            <pc:docMk/>
            <pc:sldMk cId="2704664539" sldId="315"/>
            <ac:spMk id="4" creationId="{F0B96CBA-C360-4735-BBDF-8CB2B0BC0C77}"/>
          </ac:spMkLst>
        </pc:spChg>
      </pc:sldChg>
      <pc:sldChg chg="addSp delSp modSp add mod">
        <pc:chgData name="Ella Vetter" userId="c6918cf5-f6c0-43cc-8499-a1f635017de9" providerId="ADAL" clId="{249B3CC9-393A-4A7B-A8F9-F21BC3FFE1E4}" dt="2020-09-01T12:49:38.198" v="1251" actId="1076"/>
        <pc:sldMkLst>
          <pc:docMk/>
          <pc:sldMk cId="1335134810" sldId="316"/>
        </pc:sldMkLst>
        <pc:spChg chg="mod">
          <ac:chgData name="Ella Vetter" userId="c6918cf5-f6c0-43cc-8499-a1f635017de9" providerId="ADAL" clId="{249B3CC9-393A-4A7B-A8F9-F21BC3FFE1E4}" dt="2020-09-01T12:42:34.950" v="1088" actId="20577"/>
          <ac:spMkLst>
            <pc:docMk/>
            <pc:sldMk cId="1335134810" sldId="316"/>
            <ac:spMk id="4" creationId="{F0B96CBA-C360-4735-BBDF-8CB2B0BC0C77}"/>
          </ac:spMkLst>
        </pc:spChg>
        <pc:spChg chg="add mod">
          <ac:chgData name="Ella Vetter" userId="c6918cf5-f6c0-43cc-8499-a1f635017de9" providerId="ADAL" clId="{249B3CC9-393A-4A7B-A8F9-F21BC3FFE1E4}" dt="2020-09-01T12:49:34.559" v="1248" actId="14100"/>
          <ac:spMkLst>
            <pc:docMk/>
            <pc:sldMk cId="1335134810" sldId="316"/>
            <ac:spMk id="5" creationId="{B1161005-56BE-4FF9-A58D-FAC838CF54EC}"/>
          </ac:spMkLst>
        </pc:spChg>
        <pc:spChg chg="add del">
          <ac:chgData name="Ella Vetter" userId="c6918cf5-f6c0-43cc-8499-a1f635017de9" providerId="ADAL" clId="{249B3CC9-393A-4A7B-A8F9-F21BC3FFE1E4}" dt="2020-09-01T12:45:08.548" v="1161" actId="22"/>
          <ac:spMkLst>
            <pc:docMk/>
            <pc:sldMk cId="1335134810" sldId="316"/>
            <ac:spMk id="6" creationId="{C7F6CF4C-B6B2-4015-84BD-F7D085C14547}"/>
          </ac:spMkLst>
        </pc:spChg>
        <pc:picChg chg="del">
          <ac:chgData name="Ella Vetter" userId="c6918cf5-f6c0-43cc-8499-a1f635017de9" providerId="ADAL" clId="{249B3CC9-393A-4A7B-A8F9-F21BC3FFE1E4}" dt="2020-09-01T12:42:36.448" v="1089" actId="478"/>
          <ac:picMkLst>
            <pc:docMk/>
            <pc:sldMk cId="1335134810" sldId="316"/>
            <ac:picMk id="8" creationId="{E56CF275-0221-4969-BBF5-A09B18FDB370}"/>
          </ac:picMkLst>
        </pc:picChg>
        <pc:picChg chg="add mod">
          <ac:chgData name="Ella Vetter" userId="c6918cf5-f6c0-43cc-8499-a1f635017de9" providerId="ADAL" clId="{249B3CC9-393A-4A7B-A8F9-F21BC3FFE1E4}" dt="2020-09-01T12:49:38.198" v="1251" actId="1076"/>
          <ac:picMkLst>
            <pc:docMk/>
            <pc:sldMk cId="1335134810" sldId="316"/>
            <ac:picMk id="10" creationId="{1141ABF9-3C0A-48CF-A6AF-B07E10345EB6}"/>
          </ac:picMkLst>
        </pc:picChg>
      </pc:sldChg>
      <pc:sldChg chg="addSp modSp new mod">
        <pc:chgData name="Ella Vetter" userId="c6918cf5-f6c0-43cc-8499-a1f635017de9" providerId="ADAL" clId="{249B3CC9-393A-4A7B-A8F9-F21BC3FFE1E4}" dt="2020-09-01T12:50:59.704" v="1259" actId="20577"/>
        <pc:sldMkLst>
          <pc:docMk/>
          <pc:sldMk cId="4148815635" sldId="317"/>
        </pc:sldMkLst>
        <pc:spChg chg="mod">
          <ac:chgData name="Ella Vetter" userId="c6918cf5-f6c0-43cc-8499-a1f635017de9" providerId="ADAL" clId="{249B3CC9-393A-4A7B-A8F9-F21BC3FFE1E4}" dt="2020-09-01T12:46:33.129" v="1190"/>
          <ac:spMkLst>
            <pc:docMk/>
            <pc:sldMk cId="4148815635" sldId="317"/>
            <ac:spMk id="2" creationId="{AD3266ED-1180-4ED9-AFE8-02E6EBC4525E}"/>
          </ac:spMkLst>
        </pc:spChg>
        <pc:spChg chg="mod">
          <ac:chgData name="Ella Vetter" userId="c6918cf5-f6c0-43cc-8499-a1f635017de9" providerId="ADAL" clId="{249B3CC9-393A-4A7B-A8F9-F21BC3FFE1E4}" dt="2020-09-01T12:50:59.704" v="1259" actId="20577"/>
          <ac:spMkLst>
            <pc:docMk/>
            <pc:sldMk cId="4148815635" sldId="317"/>
            <ac:spMk id="3" creationId="{12F08C71-60E9-483C-8BA1-CAE03C9E0219}"/>
          </ac:spMkLst>
        </pc:spChg>
        <pc:picChg chg="add mod modCrop">
          <ac:chgData name="Ella Vetter" userId="c6918cf5-f6c0-43cc-8499-a1f635017de9" providerId="ADAL" clId="{249B3CC9-393A-4A7B-A8F9-F21BC3FFE1E4}" dt="2020-09-01T12:50:54.156" v="1256" actId="1076"/>
          <ac:picMkLst>
            <pc:docMk/>
            <pc:sldMk cId="4148815635" sldId="317"/>
            <ac:picMk id="5" creationId="{20855E9F-DB1D-4BE7-BD72-562DA6BC407D}"/>
          </ac:picMkLst>
        </pc:picChg>
      </pc:sldChg>
      <pc:sldChg chg="addSp modSp add mod">
        <pc:chgData name="Ella Vetter" userId="c6918cf5-f6c0-43cc-8499-a1f635017de9" providerId="ADAL" clId="{249B3CC9-393A-4A7B-A8F9-F21BC3FFE1E4}" dt="2020-09-01T12:57:46.814" v="1482" actId="255"/>
        <pc:sldMkLst>
          <pc:docMk/>
          <pc:sldMk cId="3244350928" sldId="318"/>
        </pc:sldMkLst>
        <pc:spChg chg="mod">
          <ac:chgData name="Ella Vetter" userId="c6918cf5-f6c0-43cc-8499-a1f635017de9" providerId="ADAL" clId="{249B3CC9-393A-4A7B-A8F9-F21BC3FFE1E4}" dt="2020-09-01T12:57:46.814" v="1482" actId="255"/>
          <ac:spMkLst>
            <pc:docMk/>
            <pc:sldMk cId="3244350928" sldId="318"/>
            <ac:spMk id="3" creationId="{12F08C71-60E9-483C-8BA1-CAE03C9E0219}"/>
          </ac:spMkLst>
        </pc:spChg>
        <pc:picChg chg="add mod">
          <ac:chgData name="Ella Vetter" userId="c6918cf5-f6c0-43cc-8499-a1f635017de9" providerId="ADAL" clId="{249B3CC9-393A-4A7B-A8F9-F21BC3FFE1E4}" dt="2020-09-01T12:57:43.319" v="1480" actId="14100"/>
          <ac:picMkLst>
            <pc:docMk/>
            <pc:sldMk cId="3244350928" sldId="318"/>
            <ac:picMk id="5" creationId="{0ABF5339-5775-403B-9378-753C2872E452}"/>
          </ac:picMkLst>
        </pc:picChg>
      </pc:sldChg>
      <pc:sldChg chg="addSp delSp modSp new mod">
        <pc:chgData name="Ella Vetter" userId="c6918cf5-f6c0-43cc-8499-a1f635017de9" providerId="ADAL" clId="{249B3CC9-393A-4A7B-A8F9-F21BC3FFE1E4}" dt="2020-09-01T13:06:06.882" v="1530" actId="113"/>
        <pc:sldMkLst>
          <pc:docMk/>
          <pc:sldMk cId="3909628450" sldId="319"/>
        </pc:sldMkLst>
        <pc:spChg chg="mod">
          <ac:chgData name="Ella Vetter" userId="c6918cf5-f6c0-43cc-8499-a1f635017de9" providerId="ADAL" clId="{249B3CC9-393A-4A7B-A8F9-F21BC3FFE1E4}" dt="2020-09-01T12:51:45.019" v="1289" actId="20577"/>
          <ac:spMkLst>
            <pc:docMk/>
            <pc:sldMk cId="3909628450" sldId="319"/>
            <ac:spMk id="2" creationId="{9EE03170-34BE-467D-B1F4-D2B3C000F05F}"/>
          </ac:spMkLst>
        </pc:spChg>
        <pc:spChg chg="mod">
          <ac:chgData name="Ella Vetter" userId="c6918cf5-f6c0-43cc-8499-a1f635017de9" providerId="ADAL" clId="{249B3CC9-393A-4A7B-A8F9-F21BC3FFE1E4}" dt="2020-09-01T13:06:06.882" v="1530" actId="113"/>
          <ac:spMkLst>
            <pc:docMk/>
            <pc:sldMk cId="3909628450" sldId="319"/>
            <ac:spMk id="3" creationId="{88260861-4547-4617-B304-A8EB80E2B352}"/>
          </ac:spMkLst>
        </pc:spChg>
        <pc:picChg chg="add del">
          <ac:chgData name="Ella Vetter" userId="c6918cf5-f6c0-43cc-8499-a1f635017de9" providerId="ADAL" clId="{249B3CC9-393A-4A7B-A8F9-F21BC3FFE1E4}" dt="2020-09-01T12:52:08.517" v="1291" actId="22"/>
          <ac:picMkLst>
            <pc:docMk/>
            <pc:sldMk cId="3909628450" sldId="319"/>
            <ac:picMk id="5" creationId="{1996BFDC-56CE-40E8-9FC3-BB4CFB96627F}"/>
          </ac:picMkLst>
        </pc:picChg>
      </pc:sldChg>
      <pc:sldChg chg="modSp add mod">
        <pc:chgData name="Ella Vetter" userId="c6918cf5-f6c0-43cc-8499-a1f635017de9" providerId="ADAL" clId="{249B3CC9-393A-4A7B-A8F9-F21BC3FFE1E4}" dt="2020-09-01T13:06:45.337" v="1554" actId="12"/>
        <pc:sldMkLst>
          <pc:docMk/>
          <pc:sldMk cId="1786457304" sldId="320"/>
        </pc:sldMkLst>
        <pc:spChg chg="mod">
          <ac:chgData name="Ella Vetter" userId="c6918cf5-f6c0-43cc-8499-a1f635017de9" providerId="ADAL" clId="{249B3CC9-393A-4A7B-A8F9-F21BC3FFE1E4}" dt="2020-09-01T12:52:13.472" v="1306" actId="20577"/>
          <ac:spMkLst>
            <pc:docMk/>
            <pc:sldMk cId="1786457304" sldId="320"/>
            <ac:spMk id="2" creationId="{9EE03170-34BE-467D-B1F4-D2B3C000F05F}"/>
          </ac:spMkLst>
        </pc:spChg>
        <pc:spChg chg="mod">
          <ac:chgData name="Ella Vetter" userId="c6918cf5-f6c0-43cc-8499-a1f635017de9" providerId="ADAL" clId="{249B3CC9-393A-4A7B-A8F9-F21BC3FFE1E4}" dt="2020-09-01T13:06:45.337" v="1554" actId="12"/>
          <ac:spMkLst>
            <pc:docMk/>
            <pc:sldMk cId="1786457304" sldId="320"/>
            <ac:spMk id="3" creationId="{88260861-4547-4617-B304-A8EB80E2B352}"/>
          </ac:spMkLst>
        </pc:spChg>
      </pc:sldChg>
      <pc:sldChg chg="modSp add mod">
        <pc:chgData name="Ella Vetter" userId="c6918cf5-f6c0-43cc-8499-a1f635017de9" providerId="ADAL" clId="{249B3CC9-393A-4A7B-A8F9-F21BC3FFE1E4}" dt="2020-09-01T13:34:57.583" v="1792" actId="14100"/>
        <pc:sldMkLst>
          <pc:docMk/>
          <pc:sldMk cId="4148897072" sldId="321"/>
        </pc:sldMkLst>
        <pc:spChg chg="mod">
          <ac:chgData name="Ella Vetter" userId="c6918cf5-f6c0-43cc-8499-a1f635017de9" providerId="ADAL" clId="{249B3CC9-393A-4A7B-A8F9-F21BC3FFE1E4}" dt="2020-09-01T12:52:21.986" v="1317" actId="20577"/>
          <ac:spMkLst>
            <pc:docMk/>
            <pc:sldMk cId="4148897072" sldId="321"/>
            <ac:spMk id="2" creationId="{9EE03170-34BE-467D-B1F4-D2B3C000F05F}"/>
          </ac:spMkLst>
        </pc:spChg>
        <pc:spChg chg="mod">
          <ac:chgData name="Ella Vetter" userId="c6918cf5-f6c0-43cc-8499-a1f635017de9" providerId="ADAL" clId="{249B3CC9-393A-4A7B-A8F9-F21BC3FFE1E4}" dt="2020-09-01T13:34:57.583" v="1792" actId="14100"/>
          <ac:spMkLst>
            <pc:docMk/>
            <pc:sldMk cId="4148897072" sldId="321"/>
            <ac:spMk id="3" creationId="{88260861-4547-4617-B304-A8EB80E2B352}"/>
          </ac:spMkLst>
        </pc:spChg>
      </pc:sldChg>
      <pc:sldChg chg="addSp modSp add mod">
        <pc:chgData name="Ella Vetter" userId="c6918cf5-f6c0-43cc-8499-a1f635017de9" providerId="ADAL" clId="{249B3CC9-393A-4A7B-A8F9-F21BC3FFE1E4}" dt="2020-09-01T13:01:02.933" v="1487" actId="1076"/>
        <pc:sldMkLst>
          <pc:docMk/>
          <pc:sldMk cId="3498341605" sldId="322"/>
        </pc:sldMkLst>
        <pc:spChg chg="mod">
          <ac:chgData name="Ella Vetter" userId="c6918cf5-f6c0-43cc-8499-a1f635017de9" providerId="ADAL" clId="{249B3CC9-393A-4A7B-A8F9-F21BC3FFE1E4}" dt="2020-09-01T13:01:01.289" v="1486" actId="2710"/>
          <ac:spMkLst>
            <pc:docMk/>
            <pc:sldMk cId="3498341605" sldId="322"/>
            <ac:spMk id="3" creationId="{88260861-4547-4617-B304-A8EB80E2B352}"/>
          </ac:spMkLst>
        </pc:spChg>
        <pc:picChg chg="add mod">
          <ac:chgData name="Ella Vetter" userId="c6918cf5-f6c0-43cc-8499-a1f635017de9" providerId="ADAL" clId="{249B3CC9-393A-4A7B-A8F9-F21BC3FFE1E4}" dt="2020-09-01T13:01:02.933" v="1487" actId="1076"/>
          <ac:picMkLst>
            <pc:docMk/>
            <pc:sldMk cId="3498341605" sldId="322"/>
            <ac:picMk id="5" creationId="{3764A21E-75CF-4C0E-A013-63969C3685F0}"/>
          </ac:picMkLst>
        </pc:picChg>
      </pc:sldChg>
      <pc:sldChg chg="addSp modSp add mod">
        <pc:chgData name="Ella Vetter" userId="c6918cf5-f6c0-43cc-8499-a1f635017de9" providerId="ADAL" clId="{249B3CC9-393A-4A7B-A8F9-F21BC3FFE1E4}" dt="2020-09-01T13:01:41.979" v="1492" actId="1076"/>
        <pc:sldMkLst>
          <pc:docMk/>
          <pc:sldMk cId="3619051353" sldId="323"/>
        </pc:sldMkLst>
        <pc:spChg chg="mod">
          <ac:chgData name="Ella Vetter" userId="c6918cf5-f6c0-43cc-8499-a1f635017de9" providerId="ADAL" clId="{249B3CC9-393A-4A7B-A8F9-F21BC3FFE1E4}" dt="2020-09-01T13:01:40.827" v="1491" actId="1076"/>
          <ac:spMkLst>
            <pc:docMk/>
            <pc:sldMk cId="3619051353" sldId="323"/>
            <ac:spMk id="3" creationId="{88260861-4547-4617-B304-A8EB80E2B352}"/>
          </ac:spMkLst>
        </pc:spChg>
        <pc:picChg chg="add mod">
          <ac:chgData name="Ella Vetter" userId="c6918cf5-f6c0-43cc-8499-a1f635017de9" providerId="ADAL" clId="{249B3CC9-393A-4A7B-A8F9-F21BC3FFE1E4}" dt="2020-09-01T13:01:41.979" v="1492" actId="1076"/>
          <ac:picMkLst>
            <pc:docMk/>
            <pc:sldMk cId="3619051353" sldId="323"/>
            <ac:picMk id="5" creationId="{46565BC3-E3A4-43E9-AA69-285E64C8D302}"/>
          </ac:picMkLst>
        </pc:picChg>
      </pc:sldChg>
      <pc:sldChg chg="addSp modSp add mod">
        <pc:chgData name="Ella Vetter" userId="c6918cf5-f6c0-43cc-8499-a1f635017de9" providerId="ADAL" clId="{249B3CC9-393A-4A7B-A8F9-F21BC3FFE1E4}" dt="2020-09-01T13:03:53.137" v="1505" actId="208"/>
        <pc:sldMkLst>
          <pc:docMk/>
          <pc:sldMk cId="406123180" sldId="324"/>
        </pc:sldMkLst>
        <pc:spChg chg="mod">
          <ac:chgData name="Ella Vetter" userId="c6918cf5-f6c0-43cc-8499-a1f635017de9" providerId="ADAL" clId="{249B3CC9-393A-4A7B-A8F9-F21BC3FFE1E4}" dt="2020-09-01T13:03:20.491" v="1501" actId="14100"/>
          <ac:spMkLst>
            <pc:docMk/>
            <pc:sldMk cId="406123180" sldId="324"/>
            <ac:spMk id="3" creationId="{88260861-4547-4617-B304-A8EB80E2B352}"/>
          </ac:spMkLst>
        </pc:spChg>
        <pc:picChg chg="add mod modCrop">
          <ac:chgData name="Ella Vetter" userId="c6918cf5-f6c0-43cc-8499-a1f635017de9" providerId="ADAL" clId="{249B3CC9-393A-4A7B-A8F9-F21BC3FFE1E4}" dt="2020-09-01T13:03:21.707" v="1502" actId="1076"/>
          <ac:picMkLst>
            <pc:docMk/>
            <pc:sldMk cId="406123180" sldId="324"/>
            <ac:picMk id="5" creationId="{C27F40EE-FCFD-4BE7-9807-71E8A02C8519}"/>
          </ac:picMkLst>
        </pc:picChg>
        <pc:picChg chg="add mod">
          <ac:chgData name="Ella Vetter" userId="c6918cf5-f6c0-43cc-8499-a1f635017de9" providerId="ADAL" clId="{249B3CC9-393A-4A7B-A8F9-F21BC3FFE1E4}" dt="2020-09-01T13:03:53.137" v="1505" actId="208"/>
          <ac:picMkLst>
            <pc:docMk/>
            <pc:sldMk cId="406123180" sldId="324"/>
            <ac:picMk id="7" creationId="{C778A656-F0E9-4F6F-816B-0030CACBBBF6}"/>
          </ac:picMkLst>
        </pc:picChg>
      </pc:sldChg>
      <pc:sldChg chg="addSp modSp add mod">
        <pc:chgData name="Ella Vetter" userId="c6918cf5-f6c0-43cc-8499-a1f635017de9" providerId="ADAL" clId="{249B3CC9-393A-4A7B-A8F9-F21BC3FFE1E4}" dt="2020-09-01T13:12:19.728" v="1692" actId="20577"/>
        <pc:sldMkLst>
          <pc:docMk/>
          <pc:sldMk cId="2700844925" sldId="325"/>
        </pc:sldMkLst>
        <pc:spChg chg="mod">
          <ac:chgData name="Ella Vetter" userId="c6918cf5-f6c0-43cc-8499-a1f635017de9" providerId="ADAL" clId="{249B3CC9-393A-4A7B-A8F9-F21BC3FFE1E4}" dt="2020-09-01T13:12:19.728" v="1692" actId="20577"/>
          <ac:spMkLst>
            <pc:docMk/>
            <pc:sldMk cId="2700844925" sldId="325"/>
            <ac:spMk id="3" creationId="{88260861-4547-4617-B304-A8EB80E2B352}"/>
          </ac:spMkLst>
        </pc:spChg>
        <pc:picChg chg="add mod">
          <ac:chgData name="Ella Vetter" userId="c6918cf5-f6c0-43cc-8499-a1f635017de9" providerId="ADAL" clId="{249B3CC9-393A-4A7B-A8F9-F21BC3FFE1E4}" dt="2020-09-01T13:04:48.763" v="1516" actId="1076"/>
          <ac:picMkLst>
            <pc:docMk/>
            <pc:sldMk cId="2700844925" sldId="325"/>
            <ac:picMk id="5" creationId="{0A7571B8-B39D-4A2D-9A64-FD5EFDB23B31}"/>
          </ac:picMkLst>
        </pc:picChg>
      </pc:sldChg>
      <pc:sldChg chg="modSp add mod ord">
        <pc:chgData name="Ella Vetter" userId="c6918cf5-f6c0-43cc-8499-a1f635017de9" providerId="ADAL" clId="{249B3CC9-393A-4A7B-A8F9-F21BC3FFE1E4}" dt="2020-09-01T13:06:29.082" v="1551" actId="1076"/>
        <pc:sldMkLst>
          <pc:docMk/>
          <pc:sldMk cId="2158715268" sldId="326"/>
        </pc:sldMkLst>
        <pc:spChg chg="mod">
          <ac:chgData name="Ella Vetter" userId="c6918cf5-f6c0-43cc-8499-a1f635017de9" providerId="ADAL" clId="{249B3CC9-393A-4A7B-A8F9-F21BC3FFE1E4}" dt="2020-09-01T13:06:21.877" v="1543" actId="20577"/>
          <ac:spMkLst>
            <pc:docMk/>
            <pc:sldMk cId="2158715268" sldId="326"/>
            <ac:spMk id="2" creationId="{9EE03170-34BE-467D-B1F4-D2B3C000F05F}"/>
          </ac:spMkLst>
        </pc:spChg>
        <pc:spChg chg="mod">
          <ac:chgData name="Ella Vetter" userId="c6918cf5-f6c0-43cc-8499-a1f635017de9" providerId="ADAL" clId="{249B3CC9-393A-4A7B-A8F9-F21BC3FFE1E4}" dt="2020-09-01T13:06:25.343" v="1550" actId="20577"/>
          <ac:spMkLst>
            <pc:docMk/>
            <pc:sldMk cId="2158715268" sldId="326"/>
            <ac:spMk id="3" creationId="{88260861-4547-4617-B304-A8EB80E2B352}"/>
          </ac:spMkLst>
        </pc:spChg>
        <pc:picChg chg="mod">
          <ac:chgData name="Ella Vetter" userId="c6918cf5-f6c0-43cc-8499-a1f635017de9" providerId="ADAL" clId="{249B3CC9-393A-4A7B-A8F9-F21BC3FFE1E4}" dt="2020-09-01T13:06:29.082" v="1551" actId="1076"/>
          <ac:picMkLst>
            <pc:docMk/>
            <pc:sldMk cId="2158715268" sldId="326"/>
            <ac:picMk id="5" creationId="{3764A21E-75CF-4C0E-A013-63969C3685F0}"/>
          </ac:picMkLst>
        </pc:picChg>
      </pc:sldChg>
      <pc:sldChg chg="addSp delSp modSp new mod">
        <pc:chgData name="Ella Vetter" userId="c6918cf5-f6c0-43cc-8499-a1f635017de9" providerId="ADAL" clId="{249B3CC9-393A-4A7B-A8F9-F21BC3FFE1E4}" dt="2020-09-01T13:27:18.606" v="1720" actId="1076"/>
        <pc:sldMkLst>
          <pc:docMk/>
          <pc:sldMk cId="551799586" sldId="327"/>
        </pc:sldMkLst>
        <pc:spChg chg="mod">
          <ac:chgData name="Ella Vetter" userId="c6918cf5-f6c0-43cc-8499-a1f635017de9" providerId="ADAL" clId="{249B3CC9-393A-4A7B-A8F9-F21BC3FFE1E4}" dt="2020-09-01T13:07:11.991" v="1559"/>
          <ac:spMkLst>
            <pc:docMk/>
            <pc:sldMk cId="551799586" sldId="327"/>
            <ac:spMk id="2" creationId="{27AD3EA4-9D7A-43EC-9B0F-D4E105ADC2E9}"/>
          </ac:spMkLst>
        </pc:spChg>
        <pc:spChg chg="del">
          <ac:chgData name="Ella Vetter" userId="c6918cf5-f6c0-43cc-8499-a1f635017de9" providerId="ADAL" clId="{249B3CC9-393A-4A7B-A8F9-F21BC3FFE1E4}" dt="2020-09-01T13:07:06.231" v="1556" actId="478"/>
          <ac:spMkLst>
            <pc:docMk/>
            <pc:sldMk cId="551799586" sldId="327"/>
            <ac:spMk id="3" creationId="{610D206D-AEE5-4C06-B6F6-E70BE6535F58}"/>
          </ac:spMkLst>
        </pc:spChg>
        <pc:spChg chg="add mod">
          <ac:chgData name="Ella Vetter" userId="c6918cf5-f6c0-43cc-8499-a1f635017de9" providerId="ADAL" clId="{249B3CC9-393A-4A7B-A8F9-F21BC3FFE1E4}" dt="2020-09-01T13:23:50.959" v="1712" actId="14100"/>
          <ac:spMkLst>
            <pc:docMk/>
            <pc:sldMk cId="551799586" sldId="327"/>
            <ac:spMk id="4" creationId="{DBB35024-2D51-4BEB-AB41-C54546641178}"/>
          </ac:spMkLst>
        </pc:spChg>
        <pc:picChg chg="add del mod">
          <ac:chgData name="Ella Vetter" userId="c6918cf5-f6c0-43cc-8499-a1f635017de9" providerId="ADAL" clId="{249B3CC9-393A-4A7B-A8F9-F21BC3FFE1E4}" dt="2020-09-01T13:27:10.653" v="1717" actId="478"/>
          <ac:picMkLst>
            <pc:docMk/>
            <pc:sldMk cId="551799586" sldId="327"/>
            <ac:picMk id="6" creationId="{A4967B2B-E799-4B27-AC31-1877DF6904B0}"/>
          </ac:picMkLst>
        </pc:picChg>
        <pc:picChg chg="add mod">
          <ac:chgData name="Ella Vetter" userId="c6918cf5-f6c0-43cc-8499-a1f635017de9" providerId="ADAL" clId="{249B3CC9-393A-4A7B-A8F9-F21BC3FFE1E4}" dt="2020-09-01T13:27:18.606" v="1720" actId="1076"/>
          <ac:picMkLst>
            <pc:docMk/>
            <pc:sldMk cId="551799586" sldId="327"/>
            <ac:picMk id="8" creationId="{79E83D47-E810-4BB6-BD03-ADA37A7FFE49}"/>
          </ac:picMkLst>
        </pc:picChg>
      </pc:sldChg>
      <pc:sldChg chg="addSp delSp modSp add mod">
        <pc:chgData name="Ella Vetter" userId="c6918cf5-f6c0-43cc-8499-a1f635017de9" providerId="ADAL" clId="{249B3CC9-393A-4A7B-A8F9-F21BC3FFE1E4}" dt="2020-09-01T13:28:16.432" v="1724" actId="1076"/>
        <pc:sldMkLst>
          <pc:docMk/>
          <pc:sldMk cId="814444156" sldId="328"/>
        </pc:sldMkLst>
        <pc:spChg chg="mod">
          <ac:chgData name="Ella Vetter" userId="c6918cf5-f6c0-43cc-8499-a1f635017de9" providerId="ADAL" clId="{249B3CC9-393A-4A7B-A8F9-F21BC3FFE1E4}" dt="2020-09-01T13:07:57.512" v="1584" actId="20577"/>
          <ac:spMkLst>
            <pc:docMk/>
            <pc:sldMk cId="814444156" sldId="328"/>
            <ac:spMk id="4" creationId="{DBB35024-2D51-4BEB-AB41-C54546641178}"/>
          </ac:spMkLst>
        </pc:spChg>
        <pc:picChg chg="add del mod">
          <ac:chgData name="Ella Vetter" userId="c6918cf5-f6c0-43cc-8499-a1f635017de9" providerId="ADAL" clId="{249B3CC9-393A-4A7B-A8F9-F21BC3FFE1E4}" dt="2020-09-01T13:28:10.928" v="1721" actId="478"/>
          <ac:picMkLst>
            <pc:docMk/>
            <pc:sldMk cId="814444156" sldId="328"/>
            <ac:picMk id="5" creationId="{EC3CEE84-DC67-4E34-86D0-56286622E7C5}"/>
          </ac:picMkLst>
        </pc:picChg>
        <pc:picChg chg="add mod">
          <ac:chgData name="Ella Vetter" userId="c6918cf5-f6c0-43cc-8499-a1f635017de9" providerId="ADAL" clId="{249B3CC9-393A-4A7B-A8F9-F21BC3FFE1E4}" dt="2020-09-01T13:28:16.432" v="1724" actId="1076"/>
          <ac:picMkLst>
            <pc:docMk/>
            <pc:sldMk cId="814444156" sldId="328"/>
            <ac:picMk id="7" creationId="{E18A54CB-B718-47E1-B0F7-7A311ECEBE06}"/>
          </ac:picMkLst>
        </pc:picChg>
      </pc:sldChg>
      <pc:sldChg chg="addSp modSp new mod">
        <pc:chgData name="Ella Vetter" userId="c6918cf5-f6c0-43cc-8499-a1f635017de9" providerId="ADAL" clId="{249B3CC9-393A-4A7B-A8F9-F21BC3FFE1E4}" dt="2020-09-01T13:28:47.206" v="1728" actId="1076"/>
        <pc:sldMkLst>
          <pc:docMk/>
          <pc:sldMk cId="938171272" sldId="329"/>
        </pc:sldMkLst>
        <pc:spChg chg="mod">
          <ac:chgData name="Ella Vetter" userId="c6918cf5-f6c0-43cc-8499-a1f635017de9" providerId="ADAL" clId="{249B3CC9-393A-4A7B-A8F9-F21BC3FFE1E4}" dt="2020-09-01T13:08:38.026" v="1598"/>
          <ac:spMkLst>
            <pc:docMk/>
            <pc:sldMk cId="938171272" sldId="329"/>
            <ac:spMk id="2" creationId="{54E30646-4CBA-4D28-9551-817E36B1F2AF}"/>
          </ac:spMkLst>
        </pc:spChg>
        <pc:spChg chg="mod">
          <ac:chgData name="Ella Vetter" userId="c6918cf5-f6c0-43cc-8499-a1f635017de9" providerId="ADAL" clId="{249B3CC9-393A-4A7B-A8F9-F21BC3FFE1E4}" dt="2020-09-01T13:28:47.206" v="1728" actId="1076"/>
          <ac:spMkLst>
            <pc:docMk/>
            <pc:sldMk cId="938171272" sldId="329"/>
            <ac:spMk id="3" creationId="{FCEBE432-59AD-48A6-BCBB-5F1216D6996B}"/>
          </ac:spMkLst>
        </pc:spChg>
        <pc:picChg chg="add mod">
          <ac:chgData name="Ella Vetter" userId="c6918cf5-f6c0-43cc-8499-a1f635017de9" providerId="ADAL" clId="{249B3CC9-393A-4A7B-A8F9-F21BC3FFE1E4}" dt="2020-09-01T13:28:46.638" v="1727" actId="1076"/>
          <ac:picMkLst>
            <pc:docMk/>
            <pc:sldMk cId="938171272" sldId="329"/>
            <ac:picMk id="5" creationId="{8F2CA050-80C4-4604-AF44-5921A186137A}"/>
          </ac:picMkLst>
        </pc:picChg>
      </pc:sldChg>
      <pc:sldChg chg="addSp modSp new mod">
        <pc:chgData name="Ella Vetter" userId="c6918cf5-f6c0-43cc-8499-a1f635017de9" providerId="ADAL" clId="{249B3CC9-393A-4A7B-A8F9-F21BC3FFE1E4}" dt="2020-09-01T13:31:08.453" v="1752" actId="14100"/>
        <pc:sldMkLst>
          <pc:docMk/>
          <pc:sldMk cId="1601085813" sldId="330"/>
        </pc:sldMkLst>
        <pc:spChg chg="mod">
          <ac:chgData name="Ella Vetter" userId="c6918cf5-f6c0-43cc-8499-a1f635017de9" providerId="ADAL" clId="{249B3CC9-393A-4A7B-A8F9-F21BC3FFE1E4}" dt="2020-09-01T13:09:16.194" v="1602"/>
          <ac:spMkLst>
            <pc:docMk/>
            <pc:sldMk cId="1601085813" sldId="330"/>
            <ac:spMk id="2" creationId="{3344E9DC-D59F-43B0-BCDB-9F2552EEE885}"/>
          </ac:spMkLst>
        </pc:spChg>
        <pc:spChg chg="mod">
          <ac:chgData name="Ella Vetter" userId="c6918cf5-f6c0-43cc-8499-a1f635017de9" providerId="ADAL" clId="{249B3CC9-393A-4A7B-A8F9-F21BC3FFE1E4}" dt="2020-09-01T13:31:04.983" v="1750" actId="20577"/>
          <ac:spMkLst>
            <pc:docMk/>
            <pc:sldMk cId="1601085813" sldId="330"/>
            <ac:spMk id="3" creationId="{FFFFD025-D433-4B4E-82C6-8B2AF3505614}"/>
          </ac:spMkLst>
        </pc:spChg>
        <pc:picChg chg="add mod">
          <ac:chgData name="Ella Vetter" userId="c6918cf5-f6c0-43cc-8499-a1f635017de9" providerId="ADAL" clId="{249B3CC9-393A-4A7B-A8F9-F21BC3FFE1E4}" dt="2020-09-01T13:31:08.453" v="1752" actId="14100"/>
          <ac:picMkLst>
            <pc:docMk/>
            <pc:sldMk cId="1601085813" sldId="330"/>
            <ac:picMk id="5" creationId="{0F09331F-DC48-4694-9743-C858B419BAEA}"/>
          </ac:picMkLst>
        </pc:picChg>
      </pc:sldChg>
      <pc:sldChg chg="addSp modSp add mod">
        <pc:chgData name="Ella Vetter" userId="c6918cf5-f6c0-43cc-8499-a1f635017de9" providerId="ADAL" clId="{249B3CC9-393A-4A7B-A8F9-F21BC3FFE1E4}" dt="2020-09-01T13:32:05.387" v="1757" actId="14100"/>
        <pc:sldMkLst>
          <pc:docMk/>
          <pc:sldMk cId="13793043" sldId="331"/>
        </pc:sldMkLst>
        <pc:spChg chg="mod">
          <ac:chgData name="Ella Vetter" userId="c6918cf5-f6c0-43cc-8499-a1f635017de9" providerId="ADAL" clId="{249B3CC9-393A-4A7B-A8F9-F21BC3FFE1E4}" dt="2020-09-01T13:32:05.387" v="1757" actId="14100"/>
          <ac:spMkLst>
            <pc:docMk/>
            <pc:sldMk cId="13793043" sldId="331"/>
            <ac:spMk id="3" creationId="{FFFFD025-D433-4B4E-82C6-8B2AF3505614}"/>
          </ac:spMkLst>
        </pc:spChg>
        <pc:picChg chg="add mod">
          <ac:chgData name="Ella Vetter" userId="c6918cf5-f6c0-43cc-8499-a1f635017de9" providerId="ADAL" clId="{249B3CC9-393A-4A7B-A8F9-F21BC3FFE1E4}" dt="2020-09-01T13:32:02.806" v="1756" actId="1076"/>
          <ac:picMkLst>
            <pc:docMk/>
            <pc:sldMk cId="13793043" sldId="331"/>
            <ac:picMk id="5" creationId="{EAF0AA20-D61A-4127-A8A3-1DE8B334349A}"/>
          </ac:picMkLst>
        </pc:picChg>
      </pc:sldChg>
      <pc:sldChg chg="addSp modSp add mod">
        <pc:chgData name="Ella Vetter" userId="c6918cf5-f6c0-43cc-8499-a1f635017de9" providerId="ADAL" clId="{249B3CC9-393A-4A7B-A8F9-F21BC3FFE1E4}" dt="2020-09-01T13:32:36.849" v="1760" actId="1076"/>
        <pc:sldMkLst>
          <pc:docMk/>
          <pc:sldMk cId="780657407" sldId="332"/>
        </pc:sldMkLst>
        <pc:spChg chg="mod">
          <ac:chgData name="Ella Vetter" userId="c6918cf5-f6c0-43cc-8499-a1f635017de9" providerId="ADAL" clId="{249B3CC9-393A-4A7B-A8F9-F21BC3FFE1E4}" dt="2020-09-01T13:12:50.235" v="1706" actId="20577"/>
          <ac:spMkLst>
            <pc:docMk/>
            <pc:sldMk cId="780657407" sldId="332"/>
            <ac:spMk id="3" creationId="{FFFFD025-D433-4B4E-82C6-8B2AF3505614}"/>
          </ac:spMkLst>
        </pc:spChg>
        <pc:picChg chg="add mod">
          <ac:chgData name="Ella Vetter" userId="c6918cf5-f6c0-43cc-8499-a1f635017de9" providerId="ADAL" clId="{249B3CC9-393A-4A7B-A8F9-F21BC3FFE1E4}" dt="2020-09-01T13:32:36.849" v="1760" actId="1076"/>
          <ac:picMkLst>
            <pc:docMk/>
            <pc:sldMk cId="780657407" sldId="332"/>
            <ac:picMk id="5" creationId="{7FFA38BB-24E3-47BD-A469-4BF4265FB2CE}"/>
          </ac:picMkLst>
        </pc:picChg>
      </pc:sldChg>
      <pc:sldChg chg="addSp delSp modSp add mod">
        <pc:chgData name="Ella Vetter" userId="c6918cf5-f6c0-43cc-8499-a1f635017de9" providerId="ADAL" clId="{249B3CC9-393A-4A7B-A8F9-F21BC3FFE1E4}" dt="2020-09-01T13:44:51.449" v="1967" actId="1076"/>
        <pc:sldMkLst>
          <pc:docMk/>
          <pc:sldMk cId="2216010239" sldId="333"/>
        </pc:sldMkLst>
        <pc:spChg chg="del mod">
          <ac:chgData name="Ella Vetter" userId="c6918cf5-f6c0-43cc-8499-a1f635017de9" providerId="ADAL" clId="{249B3CC9-393A-4A7B-A8F9-F21BC3FFE1E4}" dt="2020-09-01T13:38:15.282" v="1803" actId="478"/>
          <ac:spMkLst>
            <pc:docMk/>
            <pc:sldMk cId="2216010239" sldId="333"/>
            <ac:spMk id="3" creationId="{88260861-4547-4617-B304-A8EB80E2B352}"/>
          </ac:spMkLst>
        </pc:spChg>
        <pc:spChg chg="add mod">
          <ac:chgData name="Ella Vetter" userId="c6918cf5-f6c0-43cc-8499-a1f635017de9" providerId="ADAL" clId="{249B3CC9-393A-4A7B-A8F9-F21BC3FFE1E4}" dt="2020-09-01T13:44:49.604" v="1966" actId="14100"/>
          <ac:spMkLst>
            <pc:docMk/>
            <pc:sldMk cId="2216010239" sldId="333"/>
            <ac:spMk id="4" creationId="{A93DB23E-5B7B-44B4-949C-27F2395C3A7F}"/>
          </ac:spMkLst>
        </pc:spChg>
        <pc:picChg chg="add mod">
          <ac:chgData name="Ella Vetter" userId="c6918cf5-f6c0-43cc-8499-a1f635017de9" providerId="ADAL" clId="{249B3CC9-393A-4A7B-A8F9-F21BC3FFE1E4}" dt="2020-09-01T13:44:51.449" v="1967" actId="1076"/>
          <ac:picMkLst>
            <pc:docMk/>
            <pc:sldMk cId="2216010239" sldId="333"/>
            <ac:picMk id="6" creationId="{1667ACE9-5851-4527-A1D9-CF2AD0FBC1DD}"/>
          </ac:picMkLst>
        </pc:picChg>
      </pc:sldChg>
      <pc:sldChg chg="modSp add mod ord">
        <pc:chgData name="Ella Vetter" userId="c6918cf5-f6c0-43cc-8499-a1f635017de9" providerId="ADAL" clId="{249B3CC9-393A-4A7B-A8F9-F21BC3FFE1E4}" dt="2020-09-01T13:35:05.468" v="1799" actId="1076"/>
        <pc:sldMkLst>
          <pc:docMk/>
          <pc:sldMk cId="2156051444" sldId="334"/>
        </pc:sldMkLst>
        <pc:spChg chg="mod">
          <ac:chgData name="Ella Vetter" userId="c6918cf5-f6c0-43cc-8499-a1f635017de9" providerId="ADAL" clId="{249B3CC9-393A-4A7B-A8F9-F21BC3FFE1E4}" dt="2020-09-01T13:34:50.502" v="1789"/>
          <ac:spMkLst>
            <pc:docMk/>
            <pc:sldMk cId="2156051444" sldId="334"/>
            <ac:spMk id="2" creationId="{9EE03170-34BE-467D-B1F4-D2B3C000F05F}"/>
          </ac:spMkLst>
        </pc:spChg>
        <pc:spChg chg="mod">
          <ac:chgData name="Ella Vetter" userId="c6918cf5-f6c0-43cc-8499-a1f635017de9" providerId="ADAL" clId="{249B3CC9-393A-4A7B-A8F9-F21BC3FFE1E4}" dt="2020-09-01T13:35:01.953" v="1798" actId="20577"/>
          <ac:spMkLst>
            <pc:docMk/>
            <pc:sldMk cId="2156051444" sldId="334"/>
            <ac:spMk id="3" creationId="{88260861-4547-4617-B304-A8EB80E2B352}"/>
          </ac:spMkLst>
        </pc:spChg>
        <pc:picChg chg="mod">
          <ac:chgData name="Ella Vetter" userId="c6918cf5-f6c0-43cc-8499-a1f635017de9" providerId="ADAL" clId="{249B3CC9-393A-4A7B-A8F9-F21BC3FFE1E4}" dt="2020-09-01T13:35:05.468" v="1799" actId="1076"/>
          <ac:picMkLst>
            <pc:docMk/>
            <pc:sldMk cId="2156051444" sldId="334"/>
            <ac:picMk id="5" creationId="{3764A21E-75CF-4C0E-A013-63969C3685F0}"/>
          </ac:picMkLst>
        </pc:picChg>
      </pc:sldChg>
      <pc:sldChg chg="add del">
        <pc:chgData name="Ella Vetter" userId="c6918cf5-f6c0-43cc-8499-a1f635017de9" providerId="ADAL" clId="{249B3CC9-393A-4A7B-A8F9-F21BC3FFE1E4}" dt="2020-09-01T13:40:32.563" v="1828" actId="47"/>
        <pc:sldMkLst>
          <pc:docMk/>
          <pc:sldMk cId="2011818335" sldId="335"/>
        </pc:sldMkLst>
      </pc:sldChg>
      <pc:sldChg chg="add del">
        <pc:chgData name="Ella Vetter" userId="c6918cf5-f6c0-43cc-8499-a1f635017de9" providerId="ADAL" clId="{249B3CC9-393A-4A7B-A8F9-F21BC3FFE1E4}" dt="2020-09-01T13:40:33.221" v="1829" actId="47"/>
        <pc:sldMkLst>
          <pc:docMk/>
          <pc:sldMk cId="128872718" sldId="336"/>
        </pc:sldMkLst>
      </pc:sldChg>
      <pc:sldChg chg="add del">
        <pc:chgData name="Ella Vetter" userId="c6918cf5-f6c0-43cc-8499-a1f635017de9" providerId="ADAL" clId="{249B3CC9-393A-4A7B-A8F9-F21BC3FFE1E4}" dt="2020-09-01T13:40:34.096" v="1830" actId="47"/>
        <pc:sldMkLst>
          <pc:docMk/>
          <pc:sldMk cId="1819148269" sldId="337"/>
        </pc:sldMkLst>
      </pc:sldChg>
      <pc:sldChg chg="addSp modSp add mod">
        <pc:chgData name="Ella Vetter" userId="c6918cf5-f6c0-43cc-8499-a1f635017de9" providerId="ADAL" clId="{249B3CC9-393A-4A7B-A8F9-F21BC3FFE1E4}" dt="2020-09-01T13:45:51.580" v="1976" actId="20577"/>
        <pc:sldMkLst>
          <pc:docMk/>
          <pc:sldMk cId="2145389704" sldId="338"/>
        </pc:sldMkLst>
        <pc:spChg chg="mod">
          <ac:chgData name="Ella Vetter" userId="c6918cf5-f6c0-43cc-8499-a1f635017de9" providerId="ADAL" clId="{249B3CC9-393A-4A7B-A8F9-F21BC3FFE1E4}" dt="2020-09-01T13:45:51.580" v="1976" actId="20577"/>
          <ac:spMkLst>
            <pc:docMk/>
            <pc:sldMk cId="2145389704" sldId="338"/>
            <ac:spMk id="4" creationId="{A93DB23E-5B7B-44B4-949C-27F2395C3A7F}"/>
          </ac:spMkLst>
        </pc:spChg>
        <pc:picChg chg="add mod">
          <ac:chgData name="Ella Vetter" userId="c6918cf5-f6c0-43cc-8499-a1f635017de9" providerId="ADAL" clId="{249B3CC9-393A-4A7B-A8F9-F21BC3FFE1E4}" dt="2020-09-01T13:45:26.906" v="1970" actId="1076"/>
          <ac:picMkLst>
            <pc:docMk/>
            <pc:sldMk cId="2145389704" sldId="338"/>
            <ac:picMk id="5" creationId="{76503A09-CBFD-41D0-AA9F-5EEEBEAE72DB}"/>
          </ac:picMkLst>
        </pc:picChg>
      </pc:sldChg>
      <pc:sldChg chg="modSp new del mod">
        <pc:chgData name="Ella Vetter" userId="c6918cf5-f6c0-43cc-8499-a1f635017de9" providerId="ADAL" clId="{249B3CC9-393A-4A7B-A8F9-F21BC3FFE1E4}" dt="2020-09-01T13:40:31.948" v="1827" actId="47"/>
        <pc:sldMkLst>
          <pc:docMk/>
          <pc:sldMk cId="121654338" sldId="339"/>
        </pc:sldMkLst>
        <pc:spChg chg="mod">
          <ac:chgData name="Ella Vetter" userId="c6918cf5-f6c0-43cc-8499-a1f635017de9" providerId="ADAL" clId="{249B3CC9-393A-4A7B-A8F9-F21BC3FFE1E4}" dt="2020-09-01T13:40:04.835" v="1826"/>
          <ac:spMkLst>
            <pc:docMk/>
            <pc:sldMk cId="121654338" sldId="339"/>
            <ac:spMk id="2" creationId="{89598E9F-C6A9-458C-8C8B-4C1060F79EE1}"/>
          </ac:spMkLst>
        </pc:spChg>
      </pc:sldChg>
      <pc:sldChg chg="addSp modSp add mod">
        <pc:chgData name="Ella Vetter" userId="c6918cf5-f6c0-43cc-8499-a1f635017de9" providerId="ADAL" clId="{249B3CC9-393A-4A7B-A8F9-F21BC3FFE1E4}" dt="2020-09-01T20:55:33.082" v="5895" actId="1035"/>
        <pc:sldMkLst>
          <pc:docMk/>
          <pc:sldMk cId="1336353697" sldId="339"/>
        </pc:sldMkLst>
        <pc:spChg chg="mod">
          <ac:chgData name="Ella Vetter" userId="c6918cf5-f6c0-43cc-8499-a1f635017de9" providerId="ADAL" clId="{249B3CC9-393A-4A7B-A8F9-F21BC3FFE1E4}" dt="2020-09-01T20:55:33.082" v="5895" actId="1035"/>
          <ac:spMkLst>
            <pc:docMk/>
            <pc:sldMk cId="1336353697" sldId="339"/>
            <ac:spMk id="4" creationId="{A93DB23E-5B7B-44B4-949C-27F2395C3A7F}"/>
          </ac:spMkLst>
        </pc:spChg>
        <pc:picChg chg="add mod">
          <ac:chgData name="Ella Vetter" userId="c6918cf5-f6c0-43cc-8499-a1f635017de9" providerId="ADAL" clId="{249B3CC9-393A-4A7B-A8F9-F21BC3FFE1E4}" dt="2020-09-01T13:47:13.033" v="1990" actId="1035"/>
          <ac:picMkLst>
            <pc:docMk/>
            <pc:sldMk cId="1336353697" sldId="339"/>
            <ac:picMk id="5" creationId="{DEB52AAD-89D5-4D6B-9F68-EC03D3FE18AE}"/>
          </ac:picMkLst>
        </pc:picChg>
      </pc:sldChg>
      <pc:sldChg chg="addSp delSp modSp new mod">
        <pc:chgData name="Ella Vetter" userId="c6918cf5-f6c0-43cc-8499-a1f635017de9" providerId="ADAL" clId="{249B3CC9-393A-4A7B-A8F9-F21BC3FFE1E4}" dt="2020-09-01T14:13:37.649" v="2419" actId="1076"/>
        <pc:sldMkLst>
          <pc:docMk/>
          <pc:sldMk cId="4188724268" sldId="340"/>
        </pc:sldMkLst>
        <pc:spChg chg="mod">
          <ac:chgData name="Ella Vetter" userId="c6918cf5-f6c0-43cc-8499-a1f635017de9" providerId="ADAL" clId="{249B3CC9-393A-4A7B-A8F9-F21BC3FFE1E4}" dt="2020-09-01T13:52:07.229" v="2059" actId="20577"/>
          <ac:spMkLst>
            <pc:docMk/>
            <pc:sldMk cId="4188724268" sldId="340"/>
            <ac:spMk id="2" creationId="{83A85B7F-E570-4C6E-9CC3-C187EB7AB049}"/>
          </ac:spMkLst>
        </pc:spChg>
        <pc:spChg chg="mod">
          <ac:chgData name="Ella Vetter" userId="c6918cf5-f6c0-43cc-8499-a1f635017de9" providerId="ADAL" clId="{249B3CC9-393A-4A7B-A8F9-F21BC3FFE1E4}" dt="2020-09-01T14:10:24.523" v="2387" actId="14100"/>
          <ac:spMkLst>
            <pc:docMk/>
            <pc:sldMk cId="4188724268" sldId="340"/>
            <ac:spMk id="3" creationId="{772FCA95-063C-4A49-8D8A-1C134943018F}"/>
          </ac:spMkLst>
        </pc:spChg>
        <pc:picChg chg="add del">
          <ac:chgData name="Ella Vetter" userId="c6918cf5-f6c0-43cc-8499-a1f635017de9" providerId="ADAL" clId="{249B3CC9-393A-4A7B-A8F9-F21BC3FFE1E4}" dt="2020-09-01T14:10:08.406" v="2379" actId="478"/>
          <ac:picMkLst>
            <pc:docMk/>
            <pc:sldMk cId="4188724268" sldId="340"/>
            <ac:picMk id="5" creationId="{4C4B2506-946C-4137-8FB1-E413BEB79374}"/>
          </ac:picMkLst>
        </pc:picChg>
        <pc:picChg chg="add del mod">
          <ac:chgData name="Ella Vetter" userId="c6918cf5-f6c0-43cc-8499-a1f635017de9" providerId="ADAL" clId="{249B3CC9-393A-4A7B-A8F9-F21BC3FFE1E4}" dt="2020-09-01T14:13:33.413" v="2416" actId="478"/>
          <ac:picMkLst>
            <pc:docMk/>
            <pc:sldMk cId="4188724268" sldId="340"/>
            <ac:picMk id="7" creationId="{ADC7DBD1-0554-44DE-AF13-E5C4ABF6C13A}"/>
          </ac:picMkLst>
        </pc:picChg>
        <pc:picChg chg="add mod">
          <ac:chgData name="Ella Vetter" userId="c6918cf5-f6c0-43cc-8499-a1f635017de9" providerId="ADAL" clId="{249B3CC9-393A-4A7B-A8F9-F21BC3FFE1E4}" dt="2020-09-01T14:13:37.649" v="2419" actId="1076"/>
          <ac:picMkLst>
            <pc:docMk/>
            <pc:sldMk cId="4188724268" sldId="340"/>
            <ac:picMk id="9" creationId="{86206578-5EF6-4871-87C8-4FE791AEE3EB}"/>
          </ac:picMkLst>
        </pc:picChg>
      </pc:sldChg>
      <pc:sldChg chg="addSp modSp new mod">
        <pc:chgData name="Ella Vetter" userId="c6918cf5-f6c0-43cc-8499-a1f635017de9" providerId="ADAL" clId="{249B3CC9-393A-4A7B-A8F9-F21BC3FFE1E4}" dt="2020-09-01T13:48:51.706" v="2035" actId="1035"/>
        <pc:sldMkLst>
          <pc:docMk/>
          <pc:sldMk cId="1523608583" sldId="341"/>
        </pc:sldMkLst>
        <pc:spChg chg="mod">
          <ac:chgData name="Ella Vetter" userId="c6918cf5-f6c0-43cc-8499-a1f635017de9" providerId="ADAL" clId="{249B3CC9-393A-4A7B-A8F9-F21BC3FFE1E4}" dt="2020-09-01T13:47:47.726" v="1993"/>
          <ac:spMkLst>
            <pc:docMk/>
            <pc:sldMk cId="1523608583" sldId="341"/>
            <ac:spMk id="2" creationId="{6CCD4C76-610F-4165-8B21-606CD6D6AF2D}"/>
          </ac:spMkLst>
        </pc:spChg>
        <pc:spChg chg="mod">
          <ac:chgData name="Ella Vetter" userId="c6918cf5-f6c0-43cc-8499-a1f635017de9" providerId="ADAL" clId="{249B3CC9-393A-4A7B-A8F9-F21BC3FFE1E4}" dt="2020-09-01T13:48:51.706" v="2035" actId="1035"/>
          <ac:spMkLst>
            <pc:docMk/>
            <pc:sldMk cId="1523608583" sldId="341"/>
            <ac:spMk id="3" creationId="{76969D74-315A-469F-A7EF-25EB693D694B}"/>
          </ac:spMkLst>
        </pc:spChg>
        <pc:picChg chg="add mod">
          <ac:chgData name="Ella Vetter" userId="c6918cf5-f6c0-43cc-8499-a1f635017de9" providerId="ADAL" clId="{249B3CC9-393A-4A7B-A8F9-F21BC3FFE1E4}" dt="2020-09-01T13:48:51.706" v="2035" actId="1035"/>
          <ac:picMkLst>
            <pc:docMk/>
            <pc:sldMk cId="1523608583" sldId="341"/>
            <ac:picMk id="5" creationId="{97C33ACA-6068-4983-98C0-428EE092A1E3}"/>
          </ac:picMkLst>
        </pc:picChg>
      </pc:sldChg>
      <pc:sldChg chg="addSp delSp modSp new mod">
        <pc:chgData name="Ella Vetter" userId="c6918cf5-f6c0-43cc-8499-a1f635017de9" providerId="ADAL" clId="{249B3CC9-393A-4A7B-A8F9-F21BC3FFE1E4}" dt="2020-09-01T13:54:46.667" v="2165" actId="255"/>
        <pc:sldMkLst>
          <pc:docMk/>
          <pc:sldMk cId="2804435516" sldId="342"/>
        </pc:sldMkLst>
        <pc:spChg chg="mod">
          <ac:chgData name="Ella Vetter" userId="c6918cf5-f6c0-43cc-8499-a1f635017de9" providerId="ADAL" clId="{249B3CC9-393A-4A7B-A8F9-F21BC3FFE1E4}" dt="2020-09-01T13:49:29.448" v="2038" actId="113"/>
          <ac:spMkLst>
            <pc:docMk/>
            <pc:sldMk cId="2804435516" sldId="342"/>
            <ac:spMk id="2" creationId="{BB906E66-698D-430E-824F-C24F23BE5C8E}"/>
          </ac:spMkLst>
        </pc:spChg>
        <pc:spChg chg="del">
          <ac:chgData name="Ella Vetter" userId="c6918cf5-f6c0-43cc-8499-a1f635017de9" providerId="ADAL" clId="{249B3CC9-393A-4A7B-A8F9-F21BC3FFE1E4}" dt="2020-09-01T13:50:32.258" v="2039" actId="478"/>
          <ac:spMkLst>
            <pc:docMk/>
            <pc:sldMk cId="2804435516" sldId="342"/>
            <ac:spMk id="3" creationId="{54A147D7-5872-40AC-A4BC-4FF1869FA5C2}"/>
          </ac:spMkLst>
        </pc:spChg>
        <pc:spChg chg="add mod">
          <ac:chgData name="Ella Vetter" userId="c6918cf5-f6c0-43cc-8499-a1f635017de9" providerId="ADAL" clId="{249B3CC9-393A-4A7B-A8F9-F21BC3FFE1E4}" dt="2020-09-01T13:54:46.667" v="2165" actId="255"/>
          <ac:spMkLst>
            <pc:docMk/>
            <pc:sldMk cId="2804435516" sldId="342"/>
            <ac:spMk id="4" creationId="{DE3274C6-9A3F-40FD-886A-A0FEB526E2D7}"/>
          </ac:spMkLst>
        </pc:spChg>
        <pc:picChg chg="add mod">
          <ac:chgData name="Ella Vetter" userId="c6918cf5-f6c0-43cc-8499-a1f635017de9" providerId="ADAL" clId="{249B3CC9-393A-4A7B-A8F9-F21BC3FFE1E4}" dt="2020-09-01T13:52:00.295" v="2046" actId="1076"/>
          <ac:picMkLst>
            <pc:docMk/>
            <pc:sldMk cId="2804435516" sldId="342"/>
            <ac:picMk id="6" creationId="{FF618E08-EE24-4291-8E05-A7136052DA73}"/>
          </ac:picMkLst>
        </pc:picChg>
      </pc:sldChg>
      <pc:sldChg chg="addSp delSp modSp new mod ord modNotesTx">
        <pc:chgData name="Ella Vetter" userId="c6918cf5-f6c0-43cc-8499-a1f635017de9" providerId="ADAL" clId="{249B3CC9-393A-4A7B-A8F9-F21BC3FFE1E4}" dt="2020-09-01T20:16:12.948" v="5314" actId="20577"/>
        <pc:sldMkLst>
          <pc:docMk/>
          <pc:sldMk cId="580566045" sldId="343"/>
        </pc:sldMkLst>
        <pc:spChg chg="mod">
          <ac:chgData name="Ella Vetter" userId="c6918cf5-f6c0-43cc-8499-a1f635017de9" providerId="ADAL" clId="{249B3CC9-393A-4A7B-A8F9-F21BC3FFE1E4}" dt="2020-09-01T20:09:29.380" v="5260" actId="13926"/>
          <ac:spMkLst>
            <pc:docMk/>
            <pc:sldMk cId="580566045" sldId="343"/>
            <ac:spMk id="2" creationId="{5058AF86-F8A7-4EEE-BE3A-D54699863A6D}"/>
          </ac:spMkLst>
        </pc:spChg>
        <pc:spChg chg="mod">
          <ac:chgData name="Ella Vetter" userId="c6918cf5-f6c0-43cc-8499-a1f635017de9" providerId="ADAL" clId="{249B3CC9-393A-4A7B-A8F9-F21BC3FFE1E4}" dt="2020-09-01T20:16:12.948" v="5314" actId="20577"/>
          <ac:spMkLst>
            <pc:docMk/>
            <pc:sldMk cId="580566045" sldId="343"/>
            <ac:spMk id="3" creationId="{0EF28F88-F1E2-4B97-BBA5-52E527F66FA8}"/>
          </ac:spMkLst>
        </pc:spChg>
        <pc:picChg chg="add del mod">
          <ac:chgData name="Ella Vetter" userId="c6918cf5-f6c0-43cc-8499-a1f635017de9" providerId="ADAL" clId="{249B3CC9-393A-4A7B-A8F9-F21BC3FFE1E4}" dt="2020-09-01T14:58:19.953" v="3232" actId="21"/>
          <ac:picMkLst>
            <pc:docMk/>
            <pc:sldMk cId="580566045" sldId="343"/>
            <ac:picMk id="5" creationId="{AA14E436-AD72-4522-AC31-DE4870F60FBE}"/>
          </ac:picMkLst>
        </pc:picChg>
        <pc:picChg chg="add del mod">
          <ac:chgData name="Ella Vetter" userId="c6918cf5-f6c0-43cc-8499-a1f635017de9" providerId="ADAL" clId="{249B3CC9-393A-4A7B-A8F9-F21BC3FFE1E4}" dt="2020-09-01T18:26:32.572" v="3847" actId="478"/>
          <ac:picMkLst>
            <pc:docMk/>
            <pc:sldMk cId="580566045" sldId="343"/>
            <ac:picMk id="7" creationId="{D926970B-75E8-43C1-95D0-4459A8FC6AF9}"/>
          </ac:picMkLst>
        </pc:picChg>
        <pc:picChg chg="add del mod">
          <ac:chgData name="Ella Vetter" userId="c6918cf5-f6c0-43cc-8499-a1f635017de9" providerId="ADAL" clId="{249B3CC9-393A-4A7B-A8F9-F21BC3FFE1E4}" dt="2020-09-01T19:09:40.587" v="4487" actId="21"/>
          <ac:picMkLst>
            <pc:docMk/>
            <pc:sldMk cId="580566045" sldId="343"/>
            <ac:picMk id="9" creationId="{F4F72178-9E94-4C88-AF45-2A47E9CA64E5}"/>
          </ac:picMkLst>
        </pc:picChg>
        <pc:picChg chg="add mod">
          <ac:chgData name="Ella Vetter" userId="c6918cf5-f6c0-43cc-8499-a1f635017de9" providerId="ADAL" clId="{249B3CC9-393A-4A7B-A8F9-F21BC3FFE1E4}" dt="2020-09-01T19:34:08.598" v="4578" actId="1076"/>
          <ac:picMkLst>
            <pc:docMk/>
            <pc:sldMk cId="580566045" sldId="343"/>
            <ac:picMk id="11" creationId="{4A1D779A-B421-4CA8-9E88-3C785C428FE0}"/>
          </ac:picMkLst>
        </pc:picChg>
      </pc:sldChg>
      <pc:sldChg chg="addSp delSp modSp add mod">
        <pc:chgData name="Ella Vetter" userId="c6918cf5-f6c0-43cc-8499-a1f635017de9" providerId="ADAL" clId="{249B3CC9-393A-4A7B-A8F9-F21BC3FFE1E4}" dt="2020-09-01T14:56:51.512" v="3213" actId="11"/>
        <pc:sldMkLst>
          <pc:docMk/>
          <pc:sldMk cId="349095961" sldId="344"/>
        </pc:sldMkLst>
        <pc:spChg chg="del mod">
          <ac:chgData name="Ella Vetter" userId="c6918cf5-f6c0-43cc-8499-a1f635017de9" providerId="ADAL" clId="{249B3CC9-393A-4A7B-A8F9-F21BC3FFE1E4}" dt="2020-09-01T13:56:39.204" v="2221" actId="478"/>
          <ac:spMkLst>
            <pc:docMk/>
            <pc:sldMk cId="349095961" sldId="344"/>
            <ac:spMk id="3" creationId="{772FCA95-063C-4A49-8D8A-1C134943018F}"/>
          </ac:spMkLst>
        </pc:spChg>
        <pc:spChg chg="add mod">
          <ac:chgData name="Ella Vetter" userId="c6918cf5-f6c0-43cc-8499-a1f635017de9" providerId="ADAL" clId="{249B3CC9-393A-4A7B-A8F9-F21BC3FFE1E4}" dt="2020-09-01T14:56:51.512" v="3213" actId="11"/>
          <ac:spMkLst>
            <pc:docMk/>
            <pc:sldMk cId="349095961" sldId="344"/>
            <ac:spMk id="4" creationId="{853B0246-C8E4-49D2-B04E-DD3EAEF22C3C}"/>
          </ac:spMkLst>
        </pc:spChg>
        <pc:picChg chg="add mod">
          <ac:chgData name="Ella Vetter" userId="c6918cf5-f6c0-43cc-8499-a1f635017de9" providerId="ADAL" clId="{249B3CC9-393A-4A7B-A8F9-F21BC3FFE1E4}" dt="2020-09-01T14:20:01.471" v="2613" actId="1076"/>
          <ac:picMkLst>
            <pc:docMk/>
            <pc:sldMk cId="349095961" sldId="344"/>
            <ac:picMk id="6" creationId="{3D279846-92A6-42DE-B050-B687B0411E68}"/>
          </ac:picMkLst>
        </pc:picChg>
      </pc:sldChg>
      <pc:sldChg chg="add del">
        <pc:chgData name="Ella Vetter" userId="c6918cf5-f6c0-43cc-8499-a1f635017de9" providerId="ADAL" clId="{249B3CC9-393A-4A7B-A8F9-F21BC3FFE1E4}" dt="2020-09-01T13:59:59.888" v="2342" actId="47"/>
        <pc:sldMkLst>
          <pc:docMk/>
          <pc:sldMk cId="1852225203" sldId="345"/>
        </pc:sldMkLst>
      </pc:sldChg>
      <pc:sldChg chg="addSp delSp modSp add mod">
        <pc:chgData name="Ella Vetter" userId="c6918cf5-f6c0-43cc-8499-a1f635017de9" providerId="ADAL" clId="{249B3CC9-393A-4A7B-A8F9-F21BC3FFE1E4}" dt="2020-09-01T15:02:03.088" v="3369" actId="115"/>
        <pc:sldMkLst>
          <pc:docMk/>
          <pc:sldMk cId="2708525981" sldId="346"/>
        </pc:sldMkLst>
        <pc:spChg chg="mod">
          <ac:chgData name="Ella Vetter" userId="c6918cf5-f6c0-43cc-8499-a1f635017de9" providerId="ADAL" clId="{249B3CC9-393A-4A7B-A8F9-F21BC3FFE1E4}" dt="2020-09-01T15:02:03.088" v="3369" actId="115"/>
          <ac:spMkLst>
            <pc:docMk/>
            <pc:sldMk cId="2708525981" sldId="346"/>
            <ac:spMk id="3" creationId="{772FCA95-063C-4A49-8D8A-1C134943018F}"/>
          </ac:spMkLst>
        </pc:spChg>
        <pc:picChg chg="add del">
          <ac:chgData name="Ella Vetter" userId="c6918cf5-f6c0-43cc-8499-a1f635017de9" providerId="ADAL" clId="{249B3CC9-393A-4A7B-A8F9-F21BC3FFE1E4}" dt="2020-09-01T14:10:27.224" v="2388" actId="478"/>
          <ac:picMkLst>
            <pc:docMk/>
            <pc:sldMk cId="2708525981" sldId="346"/>
            <ac:picMk id="5" creationId="{54B76D77-9FF1-405F-8D25-46F766A94421}"/>
          </ac:picMkLst>
        </pc:picChg>
        <pc:picChg chg="add del mod">
          <ac:chgData name="Ella Vetter" userId="c6918cf5-f6c0-43cc-8499-a1f635017de9" providerId="ADAL" clId="{249B3CC9-393A-4A7B-A8F9-F21BC3FFE1E4}" dt="2020-09-01T14:11:32.949" v="2398" actId="478"/>
          <ac:picMkLst>
            <pc:docMk/>
            <pc:sldMk cId="2708525981" sldId="346"/>
            <ac:picMk id="7" creationId="{C7D7620D-C6EC-41E7-BEA5-780899E05D94}"/>
          </ac:picMkLst>
        </pc:picChg>
        <pc:picChg chg="add del mod">
          <ac:chgData name="Ella Vetter" userId="c6918cf5-f6c0-43cc-8499-a1f635017de9" providerId="ADAL" clId="{249B3CC9-393A-4A7B-A8F9-F21BC3FFE1E4}" dt="2020-09-01T14:13:48.835" v="2420" actId="478"/>
          <ac:picMkLst>
            <pc:docMk/>
            <pc:sldMk cId="2708525981" sldId="346"/>
            <ac:picMk id="9" creationId="{D21E6711-C65E-4715-859A-EA2E23B7AEC8}"/>
          </ac:picMkLst>
        </pc:picChg>
        <pc:picChg chg="add del">
          <ac:chgData name="Ella Vetter" userId="c6918cf5-f6c0-43cc-8499-a1f635017de9" providerId="ADAL" clId="{249B3CC9-393A-4A7B-A8F9-F21BC3FFE1E4}" dt="2020-09-01T14:13:54.174" v="2422" actId="478"/>
          <ac:picMkLst>
            <pc:docMk/>
            <pc:sldMk cId="2708525981" sldId="346"/>
            <ac:picMk id="11" creationId="{0C5080C2-CDBA-4050-8378-BE50D864879D}"/>
          </ac:picMkLst>
        </pc:picChg>
        <pc:picChg chg="add mod">
          <ac:chgData name="Ella Vetter" userId="c6918cf5-f6c0-43cc-8499-a1f635017de9" providerId="ADAL" clId="{249B3CC9-393A-4A7B-A8F9-F21BC3FFE1E4}" dt="2020-09-01T14:14:27.896" v="2428" actId="1076"/>
          <ac:picMkLst>
            <pc:docMk/>
            <pc:sldMk cId="2708525981" sldId="346"/>
            <ac:picMk id="13" creationId="{B9BF26DE-7BDC-400A-9126-6D9F8009C715}"/>
          </ac:picMkLst>
        </pc:picChg>
      </pc:sldChg>
      <pc:sldChg chg="addSp delSp modSp add mod">
        <pc:chgData name="Ella Vetter" userId="c6918cf5-f6c0-43cc-8499-a1f635017de9" providerId="ADAL" clId="{249B3CC9-393A-4A7B-A8F9-F21BC3FFE1E4}" dt="2020-09-01T14:56:58.095" v="3214" actId="11"/>
        <pc:sldMkLst>
          <pc:docMk/>
          <pc:sldMk cId="1637017233" sldId="347"/>
        </pc:sldMkLst>
        <pc:spChg chg="mod">
          <ac:chgData name="Ella Vetter" userId="c6918cf5-f6c0-43cc-8499-a1f635017de9" providerId="ADAL" clId="{249B3CC9-393A-4A7B-A8F9-F21BC3FFE1E4}" dt="2020-09-01T14:56:58.095" v="3214" actId="11"/>
          <ac:spMkLst>
            <pc:docMk/>
            <pc:sldMk cId="1637017233" sldId="347"/>
            <ac:spMk id="4" creationId="{853B0246-C8E4-49D2-B04E-DD3EAEF22C3C}"/>
          </ac:spMkLst>
        </pc:spChg>
        <pc:picChg chg="add del mod">
          <ac:chgData name="Ella Vetter" userId="c6918cf5-f6c0-43cc-8499-a1f635017de9" providerId="ADAL" clId="{249B3CC9-393A-4A7B-A8F9-F21BC3FFE1E4}" dt="2020-09-01T14:50:17.390" v="3121" actId="478"/>
          <ac:picMkLst>
            <pc:docMk/>
            <pc:sldMk cId="1637017233" sldId="347"/>
            <ac:picMk id="5" creationId="{D4B56477-21B7-4485-9875-F0526BD1360A}"/>
          </ac:picMkLst>
        </pc:picChg>
        <pc:picChg chg="add del mod">
          <ac:chgData name="Ella Vetter" userId="c6918cf5-f6c0-43cc-8499-a1f635017de9" providerId="ADAL" clId="{249B3CC9-393A-4A7B-A8F9-F21BC3FFE1E4}" dt="2020-09-01T14:50:18.538" v="3122" actId="478"/>
          <ac:picMkLst>
            <pc:docMk/>
            <pc:sldMk cId="1637017233" sldId="347"/>
            <ac:picMk id="7" creationId="{336B8090-2B15-4D45-8E0A-5AF7B513929E}"/>
          </ac:picMkLst>
        </pc:picChg>
        <pc:picChg chg="add mod">
          <ac:chgData name="Ella Vetter" userId="c6918cf5-f6c0-43cc-8499-a1f635017de9" providerId="ADAL" clId="{249B3CC9-393A-4A7B-A8F9-F21BC3FFE1E4}" dt="2020-09-01T14:50:22.207" v="3125" actId="1076"/>
          <ac:picMkLst>
            <pc:docMk/>
            <pc:sldMk cId="1637017233" sldId="347"/>
            <ac:picMk id="9" creationId="{F06782EF-AD02-49C9-99B8-8DD1AAE47472}"/>
          </ac:picMkLst>
        </pc:picChg>
      </pc:sldChg>
      <pc:sldChg chg="addSp delSp modSp add mod ord">
        <pc:chgData name="Ella Vetter" userId="c6918cf5-f6c0-43cc-8499-a1f635017de9" providerId="ADAL" clId="{249B3CC9-393A-4A7B-A8F9-F21BC3FFE1E4}" dt="2020-09-01T14:57:06.219" v="3215" actId="11"/>
        <pc:sldMkLst>
          <pc:docMk/>
          <pc:sldMk cId="2822453358" sldId="348"/>
        </pc:sldMkLst>
        <pc:spChg chg="mod">
          <ac:chgData name="Ella Vetter" userId="c6918cf5-f6c0-43cc-8499-a1f635017de9" providerId="ADAL" clId="{249B3CC9-393A-4A7B-A8F9-F21BC3FFE1E4}" dt="2020-09-01T14:57:06.219" v="3215" actId="11"/>
          <ac:spMkLst>
            <pc:docMk/>
            <pc:sldMk cId="2822453358" sldId="348"/>
            <ac:spMk id="4" creationId="{853B0246-C8E4-49D2-B04E-DD3EAEF22C3C}"/>
          </ac:spMkLst>
        </pc:spChg>
        <pc:picChg chg="add del mod">
          <ac:chgData name="Ella Vetter" userId="c6918cf5-f6c0-43cc-8499-a1f635017de9" providerId="ADAL" clId="{249B3CC9-393A-4A7B-A8F9-F21BC3FFE1E4}" dt="2020-09-01T14:30:51.071" v="2916" actId="478"/>
          <ac:picMkLst>
            <pc:docMk/>
            <pc:sldMk cId="2822453358" sldId="348"/>
            <ac:picMk id="5" creationId="{86777548-EAB7-47A4-8BB0-19907B8C87CD}"/>
          </ac:picMkLst>
        </pc:picChg>
        <pc:picChg chg="add mod">
          <ac:chgData name="Ella Vetter" userId="c6918cf5-f6c0-43cc-8499-a1f635017de9" providerId="ADAL" clId="{249B3CC9-393A-4A7B-A8F9-F21BC3FFE1E4}" dt="2020-09-01T14:31:46.253" v="2941" actId="1076"/>
          <ac:picMkLst>
            <pc:docMk/>
            <pc:sldMk cId="2822453358" sldId="348"/>
            <ac:picMk id="7" creationId="{222B332C-13D2-422D-AEF1-1E9F67EF99A3}"/>
          </ac:picMkLst>
        </pc:picChg>
      </pc:sldChg>
      <pc:sldChg chg="addSp delSp modSp add mod ord">
        <pc:chgData name="Ella Vetter" userId="c6918cf5-f6c0-43cc-8499-a1f635017de9" providerId="ADAL" clId="{249B3CC9-393A-4A7B-A8F9-F21BC3FFE1E4}" dt="2020-09-01T15:23:38.760" v="3706" actId="1076"/>
        <pc:sldMkLst>
          <pc:docMk/>
          <pc:sldMk cId="316630846" sldId="349"/>
        </pc:sldMkLst>
        <pc:spChg chg="mod">
          <ac:chgData name="Ella Vetter" userId="c6918cf5-f6c0-43cc-8499-a1f635017de9" providerId="ADAL" clId="{249B3CC9-393A-4A7B-A8F9-F21BC3FFE1E4}" dt="2020-09-01T15:23:33.682" v="3704" actId="20577"/>
          <ac:spMkLst>
            <pc:docMk/>
            <pc:sldMk cId="316630846" sldId="349"/>
            <ac:spMk id="3" creationId="{772FCA95-063C-4A49-8D8A-1C134943018F}"/>
          </ac:spMkLst>
        </pc:spChg>
        <pc:grpChg chg="add del mod">
          <ac:chgData name="Ella Vetter" userId="c6918cf5-f6c0-43cc-8499-a1f635017de9" providerId="ADAL" clId="{249B3CC9-393A-4A7B-A8F9-F21BC3FFE1E4}" dt="2020-09-01T14:53:52.976" v="3162" actId="478"/>
          <ac:grpSpMkLst>
            <pc:docMk/>
            <pc:sldMk cId="316630846" sldId="349"/>
            <ac:grpSpMk id="10" creationId="{FBD17063-1FB9-4EFF-B155-011C878E852C}"/>
          </ac:grpSpMkLst>
        </pc:grpChg>
        <pc:grpChg chg="add mod">
          <ac:chgData name="Ella Vetter" userId="c6918cf5-f6c0-43cc-8499-a1f635017de9" providerId="ADAL" clId="{249B3CC9-393A-4A7B-A8F9-F21BC3FFE1E4}" dt="2020-09-01T15:23:23.725" v="3691" actId="164"/>
          <ac:grpSpMkLst>
            <pc:docMk/>
            <pc:sldMk cId="316630846" sldId="349"/>
            <ac:grpSpMk id="15" creationId="{C2F825B7-28E7-4733-B55A-DC22242DFD88}"/>
          </ac:grpSpMkLst>
        </pc:grpChg>
        <pc:picChg chg="add del mod modCrop">
          <ac:chgData name="Ella Vetter" userId="c6918cf5-f6c0-43cc-8499-a1f635017de9" providerId="ADAL" clId="{249B3CC9-393A-4A7B-A8F9-F21BC3FFE1E4}" dt="2020-09-01T14:53:13.304" v="3144" actId="164"/>
          <ac:picMkLst>
            <pc:docMk/>
            <pc:sldMk cId="316630846" sldId="349"/>
            <ac:picMk id="5" creationId="{F010BADB-4171-4ACB-B359-50D813FD4204}"/>
          </ac:picMkLst>
        </pc:picChg>
        <pc:picChg chg="add del mod modCrop">
          <ac:chgData name="Ella Vetter" userId="c6918cf5-f6c0-43cc-8499-a1f635017de9" providerId="ADAL" clId="{249B3CC9-393A-4A7B-A8F9-F21BC3FFE1E4}" dt="2020-09-01T14:53:13.304" v="3144" actId="164"/>
          <ac:picMkLst>
            <pc:docMk/>
            <pc:sldMk cId="316630846" sldId="349"/>
            <ac:picMk id="7" creationId="{39A5AE9A-736C-4764-9924-2014BA6F2FDC}"/>
          </ac:picMkLst>
        </pc:picChg>
        <pc:picChg chg="add del mod modCrop">
          <ac:chgData name="Ella Vetter" userId="c6918cf5-f6c0-43cc-8499-a1f635017de9" providerId="ADAL" clId="{249B3CC9-393A-4A7B-A8F9-F21BC3FFE1E4}" dt="2020-09-01T14:52:55.965" v="3140" actId="22"/>
          <ac:picMkLst>
            <pc:docMk/>
            <pc:sldMk cId="316630846" sldId="349"/>
            <ac:picMk id="9" creationId="{FF43BC5C-6B9E-43DD-90B7-A70B625B3384}"/>
          </ac:picMkLst>
        </pc:picChg>
        <pc:picChg chg="add mod ord modCrop">
          <ac:chgData name="Ella Vetter" userId="c6918cf5-f6c0-43cc-8499-a1f635017de9" providerId="ADAL" clId="{249B3CC9-393A-4A7B-A8F9-F21BC3FFE1E4}" dt="2020-09-01T15:23:38.760" v="3706" actId="1076"/>
          <ac:picMkLst>
            <pc:docMk/>
            <pc:sldMk cId="316630846" sldId="349"/>
            <ac:picMk id="12" creationId="{94956842-9A00-4370-9810-96B49FCC939E}"/>
          </ac:picMkLst>
        </pc:picChg>
        <pc:picChg chg="add del mod ord modCrop">
          <ac:chgData name="Ella Vetter" userId="c6918cf5-f6c0-43cc-8499-a1f635017de9" providerId="ADAL" clId="{249B3CC9-393A-4A7B-A8F9-F21BC3FFE1E4}" dt="2020-09-01T15:23:26.031" v="3697" actId="22"/>
          <ac:picMkLst>
            <pc:docMk/>
            <pc:sldMk cId="316630846" sldId="349"/>
            <ac:picMk id="14" creationId="{8FD2C9B0-3A0F-444E-BB86-EA134A437A6F}"/>
          </ac:picMkLst>
        </pc:picChg>
      </pc:sldChg>
      <pc:sldChg chg="addSp delSp modSp new mod">
        <pc:chgData name="Ella Vetter" userId="c6918cf5-f6c0-43cc-8499-a1f635017de9" providerId="ADAL" clId="{249B3CC9-393A-4A7B-A8F9-F21BC3FFE1E4}" dt="2020-09-01T14:17:41.900" v="2609" actId="1035"/>
        <pc:sldMkLst>
          <pc:docMk/>
          <pc:sldMk cId="2728193539" sldId="350"/>
        </pc:sldMkLst>
        <pc:spChg chg="mod">
          <ac:chgData name="Ella Vetter" userId="c6918cf5-f6c0-43cc-8499-a1f635017de9" providerId="ADAL" clId="{249B3CC9-393A-4A7B-A8F9-F21BC3FFE1E4}" dt="2020-09-01T14:14:41.750" v="2442" actId="20577"/>
          <ac:spMkLst>
            <pc:docMk/>
            <pc:sldMk cId="2728193539" sldId="350"/>
            <ac:spMk id="2" creationId="{4C9DDD87-9485-4097-9647-DED7F9A15197}"/>
          </ac:spMkLst>
        </pc:spChg>
        <pc:spChg chg="del">
          <ac:chgData name="Ella Vetter" userId="c6918cf5-f6c0-43cc-8499-a1f635017de9" providerId="ADAL" clId="{249B3CC9-393A-4A7B-A8F9-F21BC3FFE1E4}" dt="2020-09-01T14:14:59.264" v="2444" actId="478"/>
          <ac:spMkLst>
            <pc:docMk/>
            <pc:sldMk cId="2728193539" sldId="350"/>
            <ac:spMk id="3" creationId="{538BD4AC-C76C-4747-A4FA-B2CDF475284D}"/>
          </ac:spMkLst>
        </pc:spChg>
        <pc:spChg chg="add mod">
          <ac:chgData name="Ella Vetter" userId="c6918cf5-f6c0-43cc-8499-a1f635017de9" providerId="ADAL" clId="{249B3CC9-393A-4A7B-A8F9-F21BC3FFE1E4}" dt="2020-09-01T14:17:41.900" v="2609" actId="1035"/>
          <ac:spMkLst>
            <pc:docMk/>
            <pc:sldMk cId="2728193539" sldId="350"/>
            <ac:spMk id="4" creationId="{C76A1DC8-C70E-456A-A6F3-02167AFEA734}"/>
          </ac:spMkLst>
        </pc:spChg>
        <pc:grpChg chg="add del mod">
          <ac:chgData name="Ella Vetter" userId="c6918cf5-f6c0-43cc-8499-a1f635017de9" providerId="ADAL" clId="{249B3CC9-393A-4A7B-A8F9-F21BC3FFE1E4}" dt="2020-09-01T14:17:30.595" v="2603" actId="165"/>
          <ac:grpSpMkLst>
            <pc:docMk/>
            <pc:sldMk cId="2728193539" sldId="350"/>
            <ac:grpSpMk id="9" creationId="{9EB338EF-8754-40F1-9E86-7BC8B6B0FCC7}"/>
          </ac:grpSpMkLst>
        </pc:grpChg>
        <pc:grpChg chg="add mod">
          <ac:chgData name="Ella Vetter" userId="c6918cf5-f6c0-43cc-8499-a1f635017de9" providerId="ADAL" clId="{249B3CC9-393A-4A7B-A8F9-F21BC3FFE1E4}" dt="2020-09-01T14:17:38.894" v="2606" actId="1076"/>
          <ac:grpSpMkLst>
            <pc:docMk/>
            <pc:sldMk cId="2728193539" sldId="350"/>
            <ac:grpSpMk id="10" creationId="{61FEA693-AC45-4DF0-ADDA-883F3F29FB46}"/>
          </ac:grpSpMkLst>
        </pc:grpChg>
        <pc:picChg chg="add mod topLvl modCrop">
          <ac:chgData name="Ella Vetter" userId="c6918cf5-f6c0-43cc-8499-a1f635017de9" providerId="ADAL" clId="{249B3CC9-393A-4A7B-A8F9-F21BC3FFE1E4}" dt="2020-09-01T14:17:37.119" v="2605" actId="164"/>
          <ac:picMkLst>
            <pc:docMk/>
            <pc:sldMk cId="2728193539" sldId="350"/>
            <ac:picMk id="6" creationId="{AD651CEC-716B-481E-85B5-A79248D8C472}"/>
          </ac:picMkLst>
        </pc:picChg>
        <pc:picChg chg="add mod topLvl modCrop">
          <ac:chgData name="Ella Vetter" userId="c6918cf5-f6c0-43cc-8499-a1f635017de9" providerId="ADAL" clId="{249B3CC9-393A-4A7B-A8F9-F21BC3FFE1E4}" dt="2020-09-01T14:17:37.119" v="2605" actId="164"/>
          <ac:picMkLst>
            <pc:docMk/>
            <pc:sldMk cId="2728193539" sldId="350"/>
            <ac:picMk id="8" creationId="{F275A890-B56D-43DD-931E-9D8936D0FB7D}"/>
          </ac:picMkLst>
        </pc:picChg>
      </pc:sldChg>
      <pc:sldChg chg="addSp modSp new mod">
        <pc:chgData name="Ella Vetter" userId="c6918cf5-f6c0-43cc-8499-a1f635017de9" providerId="ADAL" clId="{249B3CC9-393A-4A7B-A8F9-F21BC3FFE1E4}" dt="2020-09-01T14:56:20.833" v="3209" actId="1035"/>
        <pc:sldMkLst>
          <pc:docMk/>
          <pc:sldMk cId="3630966021" sldId="351"/>
        </pc:sldMkLst>
        <pc:spChg chg="mod">
          <ac:chgData name="Ella Vetter" userId="c6918cf5-f6c0-43cc-8499-a1f635017de9" providerId="ADAL" clId="{249B3CC9-393A-4A7B-A8F9-F21BC3FFE1E4}" dt="2020-09-01T14:47:33.789" v="3109" actId="13926"/>
          <ac:spMkLst>
            <pc:docMk/>
            <pc:sldMk cId="3630966021" sldId="351"/>
            <ac:spMk id="2" creationId="{B8C641C0-1E8E-4BC4-8171-7A2824148C12}"/>
          </ac:spMkLst>
        </pc:spChg>
        <pc:spChg chg="mod">
          <ac:chgData name="Ella Vetter" userId="c6918cf5-f6c0-43cc-8499-a1f635017de9" providerId="ADAL" clId="{249B3CC9-393A-4A7B-A8F9-F21BC3FFE1E4}" dt="2020-09-01T14:56:18.495" v="3206" actId="1035"/>
          <ac:spMkLst>
            <pc:docMk/>
            <pc:sldMk cId="3630966021" sldId="351"/>
            <ac:spMk id="3" creationId="{E502C799-2804-4DB1-8FCF-94B9F18AC904}"/>
          </ac:spMkLst>
        </pc:spChg>
        <pc:picChg chg="add mod">
          <ac:chgData name="Ella Vetter" userId="c6918cf5-f6c0-43cc-8499-a1f635017de9" providerId="ADAL" clId="{249B3CC9-393A-4A7B-A8F9-F21BC3FFE1E4}" dt="2020-09-01T14:56:20.833" v="3209" actId="1035"/>
          <ac:picMkLst>
            <pc:docMk/>
            <pc:sldMk cId="3630966021" sldId="351"/>
            <ac:picMk id="5" creationId="{050FBDDC-2183-4441-B78C-00C6C3D1CA06}"/>
          </ac:picMkLst>
        </pc:picChg>
      </pc:sldChg>
      <pc:sldChg chg="new del">
        <pc:chgData name="Ella Vetter" userId="c6918cf5-f6c0-43cc-8499-a1f635017de9" providerId="ADAL" clId="{249B3CC9-393A-4A7B-A8F9-F21BC3FFE1E4}" dt="2020-09-01T14:51:53.143" v="3126" actId="47"/>
        <pc:sldMkLst>
          <pc:docMk/>
          <pc:sldMk cId="3819660439" sldId="352"/>
        </pc:sldMkLst>
      </pc:sldChg>
      <pc:sldChg chg="addSp delSp modSp new del mod ord">
        <pc:chgData name="Ella Vetter" userId="c6918cf5-f6c0-43cc-8499-a1f635017de9" providerId="ADAL" clId="{249B3CC9-393A-4A7B-A8F9-F21BC3FFE1E4}" dt="2020-09-01T14:45:17.704" v="3088" actId="47"/>
        <pc:sldMkLst>
          <pc:docMk/>
          <pc:sldMk cId="2910140554" sldId="353"/>
        </pc:sldMkLst>
        <pc:spChg chg="mod">
          <ac:chgData name="Ella Vetter" userId="c6918cf5-f6c0-43cc-8499-a1f635017de9" providerId="ADAL" clId="{249B3CC9-393A-4A7B-A8F9-F21BC3FFE1E4}" dt="2020-09-01T14:32:12.221" v="2957"/>
          <ac:spMkLst>
            <pc:docMk/>
            <pc:sldMk cId="2910140554" sldId="353"/>
            <ac:spMk id="2" creationId="{1B43D2AF-2B95-41D5-9C54-8F2B869A638D}"/>
          </ac:spMkLst>
        </pc:spChg>
        <pc:spChg chg="mod">
          <ac:chgData name="Ella Vetter" userId="c6918cf5-f6c0-43cc-8499-a1f635017de9" providerId="ADAL" clId="{249B3CC9-393A-4A7B-A8F9-F21BC3FFE1E4}" dt="2020-09-01T14:43:44.287" v="3014" actId="20577"/>
          <ac:spMkLst>
            <pc:docMk/>
            <pc:sldMk cId="2910140554" sldId="353"/>
            <ac:spMk id="3" creationId="{ACBCED7B-6B8B-404E-93DF-457A21F1D8BE}"/>
          </ac:spMkLst>
        </pc:spChg>
        <pc:grpChg chg="add del mod">
          <ac:chgData name="Ella Vetter" userId="c6918cf5-f6c0-43cc-8499-a1f635017de9" providerId="ADAL" clId="{249B3CC9-393A-4A7B-A8F9-F21BC3FFE1E4}" dt="2020-09-01T14:41:19.313" v="2977" actId="165"/>
          <ac:grpSpMkLst>
            <pc:docMk/>
            <pc:sldMk cId="2910140554" sldId="353"/>
            <ac:grpSpMk id="8" creationId="{DF246AD0-E663-4197-997C-7A747E60F78F}"/>
          </ac:grpSpMkLst>
        </pc:grpChg>
        <pc:grpChg chg="add del mod">
          <ac:chgData name="Ella Vetter" userId="c6918cf5-f6c0-43cc-8499-a1f635017de9" providerId="ADAL" clId="{249B3CC9-393A-4A7B-A8F9-F21BC3FFE1E4}" dt="2020-09-01T14:41:33.196" v="2980" actId="165"/>
          <ac:grpSpMkLst>
            <pc:docMk/>
            <pc:sldMk cId="2910140554" sldId="353"/>
            <ac:grpSpMk id="9" creationId="{75B0A7B0-A9D5-42C8-8C0D-4B64E25F858E}"/>
          </ac:grpSpMkLst>
        </pc:grpChg>
        <pc:grpChg chg="add del mod">
          <ac:chgData name="Ella Vetter" userId="c6918cf5-f6c0-43cc-8499-a1f635017de9" providerId="ADAL" clId="{249B3CC9-393A-4A7B-A8F9-F21BC3FFE1E4}" dt="2020-09-01T14:41:53.378" v="2985" actId="478"/>
          <ac:grpSpMkLst>
            <pc:docMk/>
            <pc:sldMk cId="2910140554" sldId="353"/>
            <ac:grpSpMk id="10" creationId="{FF8FD4A4-0B11-4AA9-BD86-64EB0E365D21}"/>
          </ac:grpSpMkLst>
        </pc:grpChg>
        <pc:picChg chg="add mod topLvl modCrop">
          <ac:chgData name="Ella Vetter" userId="c6918cf5-f6c0-43cc-8499-a1f635017de9" providerId="ADAL" clId="{249B3CC9-393A-4A7B-A8F9-F21BC3FFE1E4}" dt="2020-09-01T14:41:39.146" v="2983" actId="164"/>
          <ac:picMkLst>
            <pc:docMk/>
            <pc:sldMk cId="2910140554" sldId="353"/>
            <ac:picMk id="5" creationId="{103D79C8-D371-48E1-98B3-BC378BC68720}"/>
          </ac:picMkLst>
        </pc:picChg>
        <pc:picChg chg="add mod topLvl modCrop">
          <ac:chgData name="Ella Vetter" userId="c6918cf5-f6c0-43cc-8499-a1f635017de9" providerId="ADAL" clId="{249B3CC9-393A-4A7B-A8F9-F21BC3FFE1E4}" dt="2020-09-01T14:41:39.146" v="2983" actId="164"/>
          <ac:picMkLst>
            <pc:docMk/>
            <pc:sldMk cId="2910140554" sldId="353"/>
            <ac:picMk id="7" creationId="{DC2D5129-C1EB-4021-BBAD-801A343563E3}"/>
          </ac:picMkLst>
        </pc:picChg>
        <pc:picChg chg="add del mod">
          <ac:chgData name="Ella Vetter" userId="c6918cf5-f6c0-43cc-8499-a1f635017de9" providerId="ADAL" clId="{249B3CC9-393A-4A7B-A8F9-F21BC3FFE1E4}" dt="2020-09-01T14:42:16.163" v="2991" actId="478"/>
          <ac:picMkLst>
            <pc:docMk/>
            <pc:sldMk cId="2910140554" sldId="353"/>
            <ac:picMk id="12" creationId="{94FAFF8E-699B-49CB-937C-76863060067A}"/>
          </ac:picMkLst>
        </pc:picChg>
      </pc:sldChg>
      <pc:sldChg chg="modSp add mod">
        <pc:chgData name="Ella Vetter" userId="c6918cf5-f6c0-43cc-8499-a1f635017de9" providerId="ADAL" clId="{249B3CC9-393A-4A7B-A8F9-F21BC3FFE1E4}" dt="2020-09-01T14:57:23.915" v="3217" actId="11"/>
        <pc:sldMkLst>
          <pc:docMk/>
          <pc:sldMk cId="1030447686" sldId="354"/>
        </pc:sldMkLst>
        <pc:spChg chg="mod">
          <ac:chgData name="Ella Vetter" userId="c6918cf5-f6c0-43cc-8499-a1f635017de9" providerId="ADAL" clId="{249B3CC9-393A-4A7B-A8F9-F21BC3FFE1E4}" dt="2020-09-01T14:57:23.915" v="3217" actId="11"/>
          <ac:spMkLst>
            <pc:docMk/>
            <pc:sldMk cId="1030447686" sldId="354"/>
            <ac:spMk id="3" creationId="{ACBCED7B-6B8B-404E-93DF-457A21F1D8BE}"/>
          </ac:spMkLst>
        </pc:spChg>
        <pc:picChg chg="mod">
          <ac:chgData name="Ella Vetter" userId="c6918cf5-f6c0-43cc-8499-a1f635017de9" providerId="ADAL" clId="{249B3CC9-393A-4A7B-A8F9-F21BC3FFE1E4}" dt="2020-09-01T14:56:28.710" v="3212" actId="1036"/>
          <ac:picMkLst>
            <pc:docMk/>
            <pc:sldMk cId="1030447686" sldId="354"/>
            <ac:picMk id="12" creationId="{94FAFF8E-699B-49CB-937C-76863060067A}"/>
          </ac:picMkLst>
        </pc:picChg>
      </pc:sldChg>
      <pc:sldChg chg="addSp delSp modSp add mod ord">
        <pc:chgData name="Ella Vetter" userId="c6918cf5-f6c0-43cc-8499-a1f635017de9" providerId="ADAL" clId="{249B3CC9-393A-4A7B-A8F9-F21BC3FFE1E4}" dt="2020-09-01T15:00:59.233" v="3346" actId="2710"/>
        <pc:sldMkLst>
          <pc:docMk/>
          <pc:sldMk cId="3489380338" sldId="355"/>
        </pc:sldMkLst>
        <pc:spChg chg="mod">
          <ac:chgData name="Ella Vetter" userId="c6918cf5-f6c0-43cc-8499-a1f635017de9" providerId="ADAL" clId="{249B3CC9-393A-4A7B-A8F9-F21BC3FFE1E4}" dt="2020-09-01T14:58:10.192" v="3229" actId="20577"/>
          <ac:spMkLst>
            <pc:docMk/>
            <pc:sldMk cId="3489380338" sldId="355"/>
            <ac:spMk id="2" creationId="{BB906E66-698D-430E-824F-C24F23BE5C8E}"/>
          </ac:spMkLst>
        </pc:spChg>
        <pc:spChg chg="mod">
          <ac:chgData name="Ella Vetter" userId="c6918cf5-f6c0-43cc-8499-a1f635017de9" providerId="ADAL" clId="{249B3CC9-393A-4A7B-A8F9-F21BC3FFE1E4}" dt="2020-09-01T15:00:59.233" v="3346" actId="2710"/>
          <ac:spMkLst>
            <pc:docMk/>
            <pc:sldMk cId="3489380338" sldId="355"/>
            <ac:spMk id="4" creationId="{DE3274C6-9A3F-40FD-886A-A0FEB526E2D7}"/>
          </ac:spMkLst>
        </pc:spChg>
        <pc:picChg chg="add mod">
          <ac:chgData name="Ella Vetter" userId="c6918cf5-f6c0-43cc-8499-a1f635017de9" providerId="ADAL" clId="{249B3CC9-393A-4A7B-A8F9-F21BC3FFE1E4}" dt="2020-09-01T14:58:22.851" v="3234" actId="1076"/>
          <ac:picMkLst>
            <pc:docMk/>
            <pc:sldMk cId="3489380338" sldId="355"/>
            <ac:picMk id="3" creationId="{C678E425-E9DC-4FAF-A264-791837CD7BC2}"/>
          </ac:picMkLst>
        </pc:picChg>
        <pc:picChg chg="del">
          <ac:chgData name="Ella Vetter" userId="c6918cf5-f6c0-43cc-8499-a1f635017de9" providerId="ADAL" clId="{249B3CC9-393A-4A7B-A8F9-F21BC3FFE1E4}" dt="2020-09-01T14:58:17.699" v="3231" actId="478"/>
          <ac:picMkLst>
            <pc:docMk/>
            <pc:sldMk cId="3489380338" sldId="355"/>
            <ac:picMk id="6" creationId="{FF618E08-EE24-4291-8E05-A7136052DA73}"/>
          </ac:picMkLst>
        </pc:picChg>
      </pc:sldChg>
      <pc:sldChg chg="modSp add mod">
        <pc:chgData name="Ella Vetter" userId="c6918cf5-f6c0-43cc-8499-a1f635017de9" providerId="ADAL" clId="{249B3CC9-393A-4A7B-A8F9-F21BC3FFE1E4}" dt="2020-09-01T14:59:24.223" v="3328" actId="20577"/>
        <pc:sldMkLst>
          <pc:docMk/>
          <pc:sldMk cId="2053715559" sldId="356"/>
        </pc:sldMkLst>
        <pc:spChg chg="mod">
          <ac:chgData name="Ella Vetter" userId="c6918cf5-f6c0-43cc-8499-a1f635017de9" providerId="ADAL" clId="{249B3CC9-393A-4A7B-A8F9-F21BC3FFE1E4}" dt="2020-09-01T14:59:24.223" v="3328" actId="20577"/>
          <ac:spMkLst>
            <pc:docMk/>
            <pc:sldMk cId="2053715559" sldId="356"/>
            <ac:spMk id="2" creationId="{BD0A18F3-9F12-464B-BC50-F741E79EDDDA}"/>
          </ac:spMkLst>
        </pc:spChg>
      </pc:sldChg>
      <pc:sldChg chg="addSp delSp modSp add mod">
        <pc:chgData name="Ella Vetter" userId="c6918cf5-f6c0-43cc-8499-a1f635017de9" providerId="ADAL" clId="{249B3CC9-393A-4A7B-A8F9-F21BC3FFE1E4}" dt="2020-09-01T15:18:24.809" v="3630" actId="1076"/>
        <pc:sldMkLst>
          <pc:docMk/>
          <pc:sldMk cId="116559540" sldId="357"/>
        </pc:sldMkLst>
        <pc:spChg chg="del mod">
          <ac:chgData name="Ella Vetter" userId="c6918cf5-f6c0-43cc-8499-a1f635017de9" providerId="ADAL" clId="{249B3CC9-393A-4A7B-A8F9-F21BC3FFE1E4}" dt="2020-09-01T15:01:35.525" v="3354" actId="478"/>
          <ac:spMkLst>
            <pc:docMk/>
            <pc:sldMk cId="116559540" sldId="357"/>
            <ac:spMk id="4" creationId="{DE3274C6-9A3F-40FD-886A-A0FEB526E2D7}"/>
          </ac:spMkLst>
        </pc:spChg>
        <pc:spChg chg="add mod">
          <ac:chgData name="Ella Vetter" userId="c6918cf5-f6c0-43cc-8499-a1f635017de9" providerId="ADAL" clId="{249B3CC9-393A-4A7B-A8F9-F21BC3FFE1E4}" dt="2020-09-01T15:01:42.567" v="3368" actId="20577"/>
          <ac:spMkLst>
            <pc:docMk/>
            <pc:sldMk cId="116559540" sldId="357"/>
            <ac:spMk id="5" creationId="{9117A412-F4EC-46FA-90F7-2851FE89A42C}"/>
          </ac:spMkLst>
        </pc:spChg>
        <pc:picChg chg="del">
          <ac:chgData name="Ella Vetter" userId="c6918cf5-f6c0-43cc-8499-a1f635017de9" providerId="ADAL" clId="{249B3CC9-393A-4A7B-A8F9-F21BC3FFE1E4}" dt="2020-09-01T15:01:03.417" v="3348" actId="478"/>
          <ac:picMkLst>
            <pc:docMk/>
            <pc:sldMk cId="116559540" sldId="357"/>
            <ac:picMk id="3" creationId="{C678E425-E9DC-4FAF-A264-791837CD7BC2}"/>
          </ac:picMkLst>
        </pc:picChg>
        <pc:picChg chg="add mod">
          <ac:chgData name="Ella Vetter" userId="c6918cf5-f6c0-43cc-8499-a1f635017de9" providerId="ADAL" clId="{249B3CC9-393A-4A7B-A8F9-F21BC3FFE1E4}" dt="2020-09-01T15:18:24.809" v="3630" actId="1076"/>
          <ac:picMkLst>
            <pc:docMk/>
            <pc:sldMk cId="116559540" sldId="357"/>
            <ac:picMk id="7" creationId="{16C51A22-AF1D-41A8-8685-B876F2E1E164}"/>
          </ac:picMkLst>
        </pc:picChg>
      </pc:sldChg>
      <pc:sldChg chg="add del">
        <pc:chgData name="Ella Vetter" userId="c6918cf5-f6c0-43cc-8499-a1f635017de9" providerId="ADAL" clId="{249B3CC9-393A-4A7B-A8F9-F21BC3FFE1E4}" dt="2020-09-01T15:03:11.331" v="3402" actId="47"/>
        <pc:sldMkLst>
          <pc:docMk/>
          <pc:sldMk cId="2765987355" sldId="358"/>
        </pc:sldMkLst>
      </pc:sldChg>
      <pc:sldChg chg="add del">
        <pc:chgData name="Ella Vetter" userId="c6918cf5-f6c0-43cc-8499-a1f635017de9" providerId="ADAL" clId="{249B3CC9-393A-4A7B-A8F9-F21BC3FFE1E4}" dt="2020-09-01T15:03:11.331" v="3402" actId="47"/>
        <pc:sldMkLst>
          <pc:docMk/>
          <pc:sldMk cId="750965411" sldId="359"/>
        </pc:sldMkLst>
      </pc:sldChg>
      <pc:sldChg chg="modSp add mod ord">
        <pc:chgData name="Ella Vetter" userId="c6918cf5-f6c0-43cc-8499-a1f635017de9" providerId="ADAL" clId="{249B3CC9-393A-4A7B-A8F9-F21BC3FFE1E4}" dt="2020-09-01T15:02:29.430" v="3396" actId="20577"/>
        <pc:sldMkLst>
          <pc:docMk/>
          <pc:sldMk cId="1584319405" sldId="360"/>
        </pc:sldMkLst>
        <pc:spChg chg="mod">
          <ac:chgData name="Ella Vetter" userId="c6918cf5-f6c0-43cc-8499-a1f635017de9" providerId="ADAL" clId="{249B3CC9-393A-4A7B-A8F9-F21BC3FFE1E4}" dt="2020-09-01T15:02:13.074" v="3380" actId="20577"/>
          <ac:spMkLst>
            <pc:docMk/>
            <pc:sldMk cId="1584319405" sldId="360"/>
            <ac:spMk id="2" creationId="{83A85B7F-E570-4C6E-9CC3-C187EB7AB049}"/>
          </ac:spMkLst>
        </pc:spChg>
        <pc:spChg chg="mod">
          <ac:chgData name="Ella Vetter" userId="c6918cf5-f6c0-43cc-8499-a1f635017de9" providerId="ADAL" clId="{249B3CC9-393A-4A7B-A8F9-F21BC3FFE1E4}" dt="2020-09-01T15:02:29.430" v="3396" actId="20577"/>
          <ac:spMkLst>
            <pc:docMk/>
            <pc:sldMk cId="1584319405" sldId="360"/>
            <ac:spMk id="3" creationId="{772FCA95-063C-4A49-8D8A-1C134943018F}"/>
          </ac:spMkLst>
        </pc:spChg>
      </pc:sldChg>
      <pc:sldChg chg="modSp add mod ord">
        <pc:chgData name="Ella Vetter" userId="c6918cf5-f6c0-43cc-8499-a1f635017de9" providerId="ADAL" clId="{249B3CC9-393A-4A7B-A8F9-F21BC3FFE1E4}" dt="2020-09-01T15:16:08.041" v="3626" actId="13926"/>
        <pc:sldMkLst>
          <pc:docMk/>
          <pc:sldMk cId="2480617741" sldId="361"/>
        </pc:sldMkLst>
        <pc:spChg chg="mod">
          <ac:chgData name="Ella Vetter" userId="c6918cf5-f6c0-43cc-8499-a1f635017de9" providerId="ADAL" clId="{249B3CC9-393A-4A7B-A8F9-F21BC3FFE1E4}" dt="2020-09-01T15:16:08.041" v="3626" actId="13926"/>
          <ac:spMkLst>
            <pc:docMk/>
            <pc:sldMk cId="2480617741" sldId="361"/>
            <ac:spMk id="5" creationId="{9117A412-F4EC-46FA-90F7-2851FE89A42C}"/>
          </ac:spMkLst>
        </pc:spChg>
      </pc:sldChg>
      <pc:sldChg chg="modSp new del mod modNotesTx">
        <pc:chgData name="Ella Vetter" userId="c6918cf5-f6c0-43cc-8499-a1f635017de9" providerId="ADAL" clId="{249B3CC9-393A-4A7B-A8F9-F21BC3FFE1E4}" dt="2020-09-01T18:42:11.201" v="4163" actId="47"/>
        <pc:sldMkLst>
          <pc:docMk/>
          <pc:sldMk cId="2143059060" sldId="362"/>
        </pc:sldMkLst>
        <pc:spChg chg="mod">
          <ac:chgData name="Ella Vetter" userId="c6918cf5-f6c0-43cc-8499-a1f635017de9" providerId="ADAL" clId="{249B3CC9-393A-4A7B-A8F9-F21BC3FFE1E4}" dt="2020-09-01T15:24:43.816" v="3709" actId="113"/>
          <ac:spMkLst>
            <pc:docMk/>
            <pc:sldMk cId="2143059060" sldId="362"/>
            <ac:spMk id="2" creationId="{E7881772-993C-401A-A645-6B01FF83D0CE}"/>
          </ac:spMkLst>
        </pc:spChg>
        <pc:spChg chg="mod">
          <ac:chgData name="Ella Vetter" userId="c6918cf5-f6c0-43cc-8499-a1f635017de9" providerId="ADAL" clId="{249B3CC9-393A-4A7B-A8F9-F21BC3FFE1E4}" dt="2020-09-01T18:41:21.636" v="4157" actId="20577"/>
          <ac:spMkLst>
            <pc:docMk/>
            <pc:sldMk cId="2143059060" sldId="362"/>
            <ac:spMk id="3" creationId="{22902773-0B23-4BD5-91D1-1A7659A1E7DB}"/>
          </ac:spMkLst>
        </pc:spChg>
      </pc:sldChg>
      <pc:sldChg chg="addSp modSp new mod">
        <pc:chgData name="Ella Vetter" userId="c6918cf5-f6c0-43cc-8499-a1f635017de9" providerId="ADAL" clId="{249B3CC9-393A-4A7B-A8F9-F21BC3FFE1E4}" dt="2020-09-01T18:42:09.464" v="4162" actId="14100"/>
        <pc:sldMkLst>
          <pc:docMk/>
          <pc:sldMk cId="2502749676" sldId="363"/>
        </pc:sldMkLst>
        <pc:spChg chg="mod">
          <ac:chgData name="Ella Vetter" userId="c6918cf5-f6c0-43cc-8499-a1f635017de9" providerId="ADAL" clId="{249B3CC9-393A-4A7B-A8F9-F21BC3FFE1E4}" dt="2020-09-01T15:26:46.478" v="3820" actId="20577"/>
          <ac:spMkLst>
            <pc:docMk/>
            <pc:sldMk cId="2502749676" sldId="363"/>
            <ac:spMk id="2" creationId="{563B4CA4-D692-4A4C-A4E0-4EB8E193ECA3}"/>
          </ac:spMkLst>
        </pc:spChg>
        <pc:spChg chg="mod">
          <ac:chgData name="Ella Vetter" userId="c6918cf5-f6c0-43cc-8499-a1f635017de9" providerId="ADAL" clId="{249B3CC9-393A-4A7B-A8F9-F21BC3FFE1E4}" dt="2020-09-01T18:42:09.464" v="4162" actId="14100"/>
          <ac:spMkLst>
            <pc:docMk/>
            <pc:sldMk cId="2502749676" sldId="363"/>
            <ac:spMk id="3" creationId="{C54C7989-2A5A-4605-A525-37FC58A76BCA}"/>
          </ac:spMkLst>
        </pc:spChg>
        <pc:picChg chg="add mod">
          <ac:chgData name="Ella Vetter" userId="c6918cf5-f6c0-43cc-8499-a1f635017de9" providerId="ADAL" clId="{249B3CC9-393A-4A7B-A8F9-F21BC3FFE1E4}" dt="2020-09-01T18:27:14.323" v="3894" actId="1076"/>
          <ac:picMkLst>
            <pc:docMk/>
            <pc:sldMk cId="2502749676" sldId="363"/>
            <ac:picMk id="5" creationId="{B5C8EF00-63C1-4EC7-B1BC-79C781E7E2D7}"/>
          </ac:picMkLst>
        </pc:picChg>
      </pc:sldChg>
      <pc:sldChg chg="addSp delSp modSp new mod">
        <pc:chgData name="Ella Vetter" userId="c6918cf5-f6c0-43cc-8499-a1f635017de9" providerId="ADAL" clId="{249B3CC9-393A-4A7B-A8F9-F21BC3FFE1E4}" dt="2020-09-01T18:31:57.047" v="3968" actId="1076"/>
        <pc:sldMkLst>
          <pc:docMk/>
          <pc:sldMk cId="804613293" sldId="364"/>
        </pc:sldMkLst>
        <pc:spChg chg="mod">
          <ac:chgData name="Ella Vetter" userId="c6918cf5-f6c0-43cc-8499-a1f635017de9" providerId="ADAL" clId="{249B3CC9-393A-4A7B-A8F9-F21BC3FFE1E4}" dt="2020-09-01T18:27:01.973" v="3890"/>
          <ac:spMkLst>
            <pc:docMk/>
            <pc:sldMk cId="804613293" sldId="364"/>
            <ac:spMk id="2" creationId="{362E1BB0-5A94-440F-A605-E68F52E9E27A}"/>
          </ac:spMkLst>
        </pc:spChg>
        <pc:spChg chg="del">
          <ac:chgData name="Ella Vetter" userId="c6918cf5-f6c0-43cc-8499-a1f635017de9" providerId="ADAL" clId="{249B3CC9-393A-4A7B-A8F9-F21BC3FFE1E4}" dt="2020-09-01T18:27:31.152" v="3895" actId="478"/>
          <ac:spMkLst>
            <pc:docMk/>
            <pc:sldMk cId="804613293" sldId="364"/>
            <ac:spMk id="3" creationId="{D638EEE3-8388-442D-8B83-1CB061BEDAD0}"/>
          </ac:spMkLst>
        </pc:spChg>
        <pc:spChg chg="add mod">
          <ac:chgData name="Ella Vetter" userId="c6918cf5-f6c0-43cc-8499-a1f635017de9" providerId="ADAL" clId="{249B3CC9-393A-4A7B-A8F9-F21BC3FFE1E4}" dt="2020-09-01T18:31:25.073" v="3965" actId="14100"/>
          <ac:spMkLst>
            <pc:docMk/>
            <pc:sldMk cId="804613293" sldId="364"/>
            <ac:spMk id="4" creationId="{CA769A5E-02B4-4CC2-A623-BBB759B966D6}"/>
          </ac:spMkLst>
        </pc:spChg>
        <pc:picChg chg="add mod">
          <ac:chgData name="Ella Vetter" userId="c6918cf5-f6c0-43cc-8499-a1f635017de9" providerId="ADAL" clId="{249B3CC9-393A-4A7B-A8F9-F21BC3FFE1E4}" dt="2020-09-01T18:31:57.047" v="3968" actId="1076"/>
          <ac:picMkLst>
            <pc:docMk/>
            <pc:sldMk cId="804613293" sldId="364"/>
            <ac:picMk id="6" creationId="{83213892-B1AD-4E6E-9720-B556A793EDB0}"/>
          </ac:picMkLst>
        </pc:picChg>
      </pc:sldChg>
      <pc:sldChg chg="new del">
        <pc:chgData name="Ella Vetter" userId="c6918cf5-f6c0-43cc-8499-a1f635017de9" providerId="ADAL" clId="{249B3CC9-393A-4A7B-A8F9-F21BC3FFE1E4}" dt="2020-09-01T18:28:02.975" v="3917" actId="47"/>
        <pc:sldMkLst>
          <pc:docMk/>
          <pc:sldMk cId="2705528923" sldId="365"/>
        </pc:sldMkLst>
      </pc:sldChg>
      <pc:sldChg chg="addSp modSp add mod">
        <pc:chgData name="Ella Vetter" userId="c6918cf5-f6c0-43cc-8499-a1f635017de9" providerId="ADAL" clId="{249B3CC9-393A-4A7B-A8F9-F21BC3FFE1E4}" dt="2020-09-01T18:32:25.978" v="3972" actId="14100"/>
        <pc:sldMkLst>
          <pc:docMk/>
          <pc:sldMk cId="935836766" sldId="366"/>
        </pc:sldMkLst>
        <pc:spChg chg="mod">
          <ac:chgData name="Ella Vetter" userId="c6918cf5-f6c0-43cc-8499-a1f635017de9" providerId="ADAL" clId="{249B3CC9-393A-4A7B-A8F9-F21BC3FFE1E4}" dt="2020-09-01T18:28:29.919" v="3919" actId="14100"/>
          <ac:spMkLst>
            <pc:docMk/>
            <pc:sldMk cId="935836766" sldId="366"/>
            <ac:spMk id="2" creationId="{362E1BB0-5A94-440F-A605-E68F52E9E27A}"/>
          </ac:spMkLst>
        </pc:spChg>
        <pc:spChg chg="mod">
          <ac:chgData name="Ella Vetter" userId="c6918cf5-f6c0-43cc-8499-a1f635017de9" providerId="ADAL" clId="{249B3CC9-393A-4A7B-A8F9-F21BC3FFE1E4}" dt="2020-09-01T18:32:25.978" v="3972" actId="14100"/>
          <ac:spMkLst>
            <pc:docMk/>
            <pc:sldMk cId="935836766" sldId="366"/>
            <ac:spMk id="4" creationId="{CA769A5E-02B4-4CC2-A623-BBB759B966D6}"/>
          </ac:spMkLst>
        </pc:spChg>
        <pc:picChg chg="add mod">
          <ac:chgData name="Ella Vetter" userId="c6918cf5-f6c0-43cc-8499-a1f635017de9" providerId="ADAL" clId="{249B3CC9-393A-4A7B-A8F9-F21BC3FFE1E4}" dt="2020-09-01T18:32:23.114" v="3971" actId="1076"/>
          <ac:picMkLst>
            <pc:docMk/>
            <pc:sldMk cId="935836766" sldId="366"/>
            <ac:picMk id="5" creationId="{F86469BF-2024-4D6B-BB25-57DB609EAECC}"/>
          </ac:picMkLst>
        </pc:picChg>
      </pc:sldChg>
      <pc:sldChg chg="addSp delSp modSp add mod ord">
        <pc:chgData name="Ella Vetter" userId="c6918cf5-f6c0-43cc-8499-a1f635017de9" providerId="ADAL" clId="{249B3CC9-393A-4A7B-A8F9-F21BC3FFE1E4}" dt="2020-09-01T18:39:27.429" v="4062" actId="20578"/>
        <pc:sldMkLst>
          <pc:docMk/>
          <pc:sldMk cId="3917310076" sldId="367"/>
        </pc:sldMkLst>
        <pc:spChg chg="mod">
          <ac:chgData name="Ella Vetter" userId="c6918cf5-f6c0-43cc-8499-a1f635017de9" providerId="ADAL" clId="{249B3CC9-393A-4A7B-A8F9-F21BC3FFE1E4}" dt="2020-09-01T18:34:49.094" v="4045" actId="1076"/>
          <ac:spMkLst>
            <pc:docMk/>
            <pc:sldMk cId="3917310076" sldId="367"/>
            <ac:spMk id="4" creationId="{CA769A5E-02B4-4CC2-A623-BBB759B966D6}"/>
          </ac:spMkLst>
        </pc:spChg>
        <pc:picChg chg="add del mod">
          <ac:chgData name="Ella Vetter" userId="c6918cf5-f6c0-43cc-8499-a1f635017de9" providerId="ADAL" clId="{249B3CC9-393A-4A7B-A8F9-F21BC3FFE1E4}" dt="2020-09-01T18:35:27.838" v="4050" actId="478"/>
          <ac:picMkLst>
            <pc:docMk/>
            <pc:sldMk cId="3917310076" sldId="367"/>
            <ac:picMk id="5" creationId="{63F304A3-3007-4920-855A-7069CA0B7D71}"/>
          </ac:picMkLst>
        </pc:picChg>
        <pc:picChg chg="add mod">
          <ac:chgData name="Ella Vetter" userId="c6918cf5-f6c0-43cc-8499-a1f635017de9" providerId="ADAL" clId="{249B3CC9-393A-4A7B-A8F9-F21BC3FFE1E4}" dt="2020-09-01T18:35:54.751" v="4054" actId="1076"/>
          <ac:picMkLst>
            <pc:docMk/>
            <pc:sldMk cId="3917310076" sldId="367"/>
            <ac:picMk id="7" creationId="{729746CB-132E-4AA0-8EF4-A277FC086288}"/>
          </ac:picMkLst>
        </pc:picChg>
      </pc:sldChg>
      <pc:sldChg chg="addSp modSp new mod">
        <pc:chgData name="Ella Vetter" userId="c6918cf5-f6c0-43cc-8499-a1f635017de9" providerId="ADAL" clId="{249B3CC9-393A-4A7B-A8F9-F21BC3FFE1E4}" dt="2020-09-01T18:44:22.789" v="4206" actId="1076"/>
        <pc:sldMkLst>
          <pc:docMk/>
          <pc:sldMk cId="1924998722" sldId="368"/>
        </pc:sldMkLst>
        <pc:spChg chg="mod">
          <ac:chgData name="Ella Vetter" userId="c6918cf5-f6c0-43cc-8499-a1f635017de9" providerId="ADAL" clId="{249B3CC9-393A-4A7B-A8F9-F21BC3FFE1E4}" dt="2020-09-01T18:39:30.612" v="4063"/>
          <ac:spMkLst>
            <pc:docMk/>
            <pc:sldMk cId="1924998722" sldId="368"/>
            <ac:spMk id="2" creationId="{1F77947D-E8B3-4999-BDDE-A252B2BE625D}"/>
          </ac:spMkLst>
        </pc:spChg>
        <pc:spChg chg="mod">
          <ac:chgData name="Ella Vetter" userId="c6918cf5-f6c0-43cc-8499-a1f635017de9" providerId="ADAL" clId="{249B3CC9-393A-4A7B-A8F9-F21BC3FFE1E4}" dt="2020-09-01T18:44:08.461" v="4204" actId="20577"/>
          <ac:spMkLst>
            <pc:docMk/>
            <pc:sldMk cId="1924998722" sldId="368"/>
            <ac:spMk id="3" creationId="{32EAAC42-8F6F-45E7-ABE0-97C1F86D2EC3}"/>
          </ac:spMkLst>
        </pc:spChg>
        <pc:picChg chg="add mod">
          <ac:chgData name="Ella Vetter" userId="c6918cf5-f6c0-43cc-8499-a1f635017de9" providerId="ADAL" clId="{249B3CC9-393A-4A7B-A8F9-F21BC3FFE1E4}" dt="2020-09-01T18:39:36.514" v="4066" actId="14100"/>
          <ac:picMkLst>
            <pc:docMk/>
            <pc:sldMk cId="1924998722" sldId="368"/>
            <ac:picMk id="5" creationId="{53A8666E-1FF8-4797-B80E-623E06986CC2}"/>
          </ac:picMkLst>
        </pc:picChg>
        <pc:picChg chg="add mod">
          <ac:chgData name="Ella Vetter" userId="c6918cf5-f6c0-43cc-8499-a1f635017de9" providerId="ADAL" clId="{249B3CC9-393A-4A7B-A8F9-F21BC3FFE1E4}" dt="2020-09-01T18:44:22.789" v="4206" actId="1076"/>
          <ac:picMkLst>
            <pc:docMk/>
            <pc:sldMk cId="1924998722" sldId="368"/>
            <ac:picMk id="7" creationId="{5D9D6D12-E9C3-415F-BD0A-987C6D7394B8}"/>
          </ac:picMkLst>
        </pc:picChg>
      </pc:sldChg>
      <pc:sldChg chg="addSp delSp modSp new mod">
        <pc:chgData name="Ella Vetter" userId="c6918cf5-f6c0-43cc-8499-a1f635017de9" providerId="ADAL" clId="{249B3CC9-393A-4A7B-A8F9-F21BC3FFE1E4}" dt="2020-09-01T19:28:11.673" v="4562" actId="1076"/>
        <pc:sldMkLst>
          <pc:docMk/>
          <pc:sldMk cId="2756164693" sldId="369"/>
        </pc:sldMkLst>
        <pc:spChg chg="mod">
          <ac:chgData name="Ella Vetter" userId="c6918cf5-f6c0-43cc-8499-a1f635017de9" providerId="ADAL" clId="{249B3CC9-393A-4A7B-A8F9-F21BC3FFE1E4}" dt="2020-09-01T18:42:43.117" v="4179" actId="20577"/>
          <ac:spMkLst>
            <pc:docMk/>
            <pc:sldMk cId="2756164693" sldId="369"/>
            <ac:spMk id="2" creationId="{6D6600C6-BEF2-43DF-877E-824B00989E44}"/>
          </ac:spMkLst>
        </pc:spChg>
        <pc:spChg chg="del">
          <ac:chgData name="Ella Vetter" userId="c6918cf5-f6c0-43cc-8499-a1f635017de9" providerId="ADAL" clId="{249B3CC9-393A-4A7B-A8F9-F21BC3FFE1E4}" dt="2020-09-01T19:10:14.921" v="4507" actId="478"/>
          <ac:spMkLst>
            <pc:docMk/>
            <pc:sldMk cId="2756164693" sldId="369"/>
            <ac:spMk id="3" creationId="{A8F16039-5F8C-4C9C-B515-E3F9E8045A23}"/>
          </ac:spMkLst>
        </pc:spChg>
        <pc:spChg chg="add mod">
          <ac:chgData name="Ella Vetter" userId="c6918cf5-f6c0-43cc-8499-a1f635017de9" providerId="ADAL" clId="{249B3CC9-393A-4A7B-A8F9-F21BC3FFE1E4}" dt="2020-09-01T19:10:57.419" v="4534" actId="20577"/>
          <ac:spMkLst>
            <pc:docMk/>
            <pc:sldMk cId="2756164693" sldId="369"/>
            <ac:spMk id="4" creationId="{7F50026F-0601-4601-9DC8-3FDB8E92AFFF}"/>
          </ac:spMkLst>
        </pc:spChg>
        <pc:picChg chg="add mod">
          <ac:chgData name="Ella Vetter" userId="c6918cf5-f6c0-43cc-8499-a1f635017de9" providerId="ADAL" clId="{249B3CC9-393A-4A7B-A8F9-F21BC3FFE1E4}" dt="2020-09-01T19:28:11.673" v="4562" actId="1076"/>
          <ac:picMkLst>
            <pc:docMk/>
            <pc:sldMk cId="2756164693" sldId="369"/>
            <ac:picMk id="6" creationId="{E4689AF5-0F86-4676-8C09-452EE4B7946A}"/>
          </ac:picMkLst>
        </pc:picChg>
      </pc:sldChg>
      <pc:sldChg chg="addSp delSp modSp add mod ord">
        <pc:chgData name="Ella Vetter" userId="c6918cf5-f6c0-43cc-8499-a1f635017de9" providerId="ADAL" clId="{249B3CC9-393A-4A7B-A8F9-F21BC3FFE1E4}" dt="2020-09-01T19:10:05.784" v="4506" actId="255"/>
        <pc:sldMkLst>
          <pc:docMk/>
          <pc:sldMk cId="2711812175" sldId="370"/>
        </pc:sldMkLst>
        <pc:spChg chg="mod">
          <ac:chgData name="Ella Vetter" userId="c6918cf5-f6c0-43cc-8499-a1f635017de9" providerId="ADAL" clId="{249B3CC9-393A-4A7B-A8F9-F21BC3FFE1E4}" dt="2020-09-01T18:44:49.920" v="4210"/>
          <ac:spMkLst>
            <pc:docMk/>
            <pc:sldMk cId="2711812175" sldId="370"/>
            <ac:spMk id="2" creationId="{B8C641C0-1E8E-4BC4-8171-7A2824148C12}"/>
          </ac:spMkLst>
        </pc:spChg>
        <pc:spChg chg="mod">
          <ac:chgData name="Ella Vetter" userId="c6918cf5-f6c0-43cc-8499-a1f635017de9" providerId="ADAL" clId="{249B3CC9-393A-4A7B-A8F9-F21BC3FFE1E4}" dt="2020-09-01T19:10:05.784" v="4506" actId="255"/>
          <ac:spMkLst>
            <pc:docMk/>
            <pc:sldMk cId="2711812175" sldId="370"/>
            <ac:spMk id="3" creationId="{E502C799-2804-4DB1-8FCF-94B9F18AC904}"/>
          </ac:spMkLst>
        </pc:spChg>
        <pc:picChg chg="add mod">
          <ac:chgData name="Ella Vetter" userId="c6918cf5-f6c0-43cc-8499-a1f635017de9" providerId="ADAL" clId="{249B3CC9-393A-4A7B-A8F9-F21BC3FFE1E4}" dt="2020-09-01T19:09:44.974" v="4489" actId="1076"/>
          <ac:picMkLst>
            <pc:docMk/>
            <pc:sldMk cId="2711812175" sldId="370"/>
            <ac:picMk id="4" creationId="{4A3C9A83-D3CF-4042-ABF8-AD57ABD5D16C}"/>
          </ac:picMkLst>
        </pc:picChg>
        <pc:picChg chg="del">
          <ac:chgData name="Ella Vetter" userId="c6918cf5-f6c0-43cc-8499-a1f635017de9" providerId="ADAL" clId="{249B3CC9-393A-4A7B-A8F9-F21BC3FFE1E4}" dt="2020-09-01T18:44:52.705" v="4213" actId="478"/>
          <ac:picMkLst>
            <pc:docMk/>
            <pc:sldMk cId="2711812175" sldId="370"/>
            <ac:picMk id="5" creationId="{050FBDDC-2183-4441-B78C-00C6C3D1CA06}"/>
          </ac:picMkLst>
        </pc:picChg>
      </pc:sldChg>
      <pc:sldChg chg="addSp modSp add mod">
        <pc:chgData name="Ella Vetter" userId="c6918cf5-f6c0-43cc-8499-a1f635017de9" providerId="ADAL" clId="{249B3CC9-393A-4A7B-A8F9-F21BC3FFE1E4}" dt="2020-09-01T19:29:33.221" v="4574" actId="14100"/>
        <pc:sldMkLst>
          <pc:docMk/>
          <pc:sldMk cId="46568915" sldId="371"/>
        </pc:sldMkLst>
        <pc:spChg chg="mod">
          <ac:chgData name="Ella Vetter" userId="c6918cf5-f6c0-43cc-8499-a1f635017de9" providerId="ADAL" clId="{249B3CC9-393A-4A7B-A8F9-F21BC3FFE1E4}" dt="2020-09-01T19:12:04.157" v="4552" actId="11"/>
          <ac:spMkLst>
            <pc:docMk/>
            <pc:sldMk cId="46568915" sldId="371"/>
            <ac:spMk id="4" creationId="{7F50026F-0601-4601-9DC8-3FDB8E92AFFF}"/>
          </ac:spMkLst>
        </pc:spChg>
        <pc:picChg chg="add mod">
          <ac:chgData name="Ella Vetter" userId="c6918cf5-f6c0-43cc-8499-a1f635017de9" providerId="ADAL" clId="{249B3CC9-393A-4A7B-A8F9-F21BC3FFE1E4}" dt="2020-09-01T19:28:32.487" v="4565" actId="1076"/>
          <ac:picMkLst>
            <pc:docMk/>
            <pc:sldMk cId="46568915" sldId="371"/>
            <ac:picMk id="5" creationId="{521507C2-F7B4-4F71-9EC6-99CC8D331669}"/>
          </ac:picMkLst>
        </pc:picChg>
        <pc:picChg chg="add mod">
          <ac:chgData name="Ella Vetter" userId="c6918cf5-f6c0-43cc-8499-a1f635017de9" providerId="ADAL" clId="{249B3CC9-393A-4A7B-A8F9-F21BC3FFE1E4}" dt="2020-09-01T19:29:33.221" v="4574" actId="14100"/>
          <ac:picMkLst>
            <pc:docMk/>
            <pc:sldMk cId="46568915" sldId="371"/>
            <ac:picMk id="7" creationId="{3B929B5C-A65A-4A05-B9A3-DA414476A290}"/>
          </ac:picMkLst>
        </pc:picChg>
      </pc:sldChg>
      <pc:sldChg chg="addSp modSp new mod">
        <pc:chgData name="Ella Vetter" userId="c6918cf5-f6c0-43cc-8499-a1f635017de9" providerId="ADAL" clId="{249B3CC9-393A-4A7B-A8F9-F21BC3FFE1E4}" dt="2020-09-01T20:23:22.145" v="5379" actId="1076"/>
        <pc:sldMkLst>
          <pc:docMk/>
          <pc:sldMk cId="1850000305" sldId="372"/>
        </pc:sldMkLst>
        <pc:spChg chg="mod">
          <ac:chgData name="Ella Vetter" userId="c6918cf5-f6c0-43cc-8499-a1f635017de9" providerId="ADAL" clId="{249B3CC9-393A-4A7B-A8F9-F21BC3FFE1E4}" dt="2020-09-01T19:39:20.304" v="4713" actId="20577"/>
          <ac:spMkLst>
            <pc:docMk/>
            <pc:sldMk cId="1850000305" sldId="372"/>
            <ac:spMk id="2" creationId="{2957D34F-1291-4F67-9925-A0903BF55272}"/>
          </ac:spMkLst>
        </pc:spChg>
        <pc:spChg chg="mod">
          <ac:chgData name="Ella Vetter" userId="c6918cf5-f6c0-43cc-8499-a1f635017de9" providerId="ADAL" clId="{249B3CC9-393A-4A7B-A8F9-F21BC3FFE1E4}" dt="2020-09-01T20:22:35.045" v="5375" actId="14100"/>
          <ac:spMkLst>
            <pc:docMk/>
            <pc:sldMk cId="1850000305" sldId="372"/>
            <ac:spMk id="3" creationId="{79B7D532-717E-4A0D-A2A7-2C6901074751}"/>
          </ac:spMkLst>
        </pc:spChg>
        <pc:picChg chg="add mod">
          <ac:chgData name="Ella Vetter" userId="c6918cf5-f6c0-43cc-8499-a1f635017de9" providerId="ADAL" clId="{249B3CC9-393A-4A7B-A8F9-F21BC3FFE1E4}" dt="2020-09-01T20:23:22.145" v="5379" actId="1076"/>
          <ac:picMkLst>
            <pc:docMk/>
            <pc:sldMk cId="1850000305" sldId="372"/>
            <ac:picMk id="5" creationId="{E4006483-0FFA-4B0E-B9BC-5F8D11E225A6}"/>
          </ac:picMkLst>
        </pc:picChg>
      </pc:sldChg>
      <pc:sldChg chg="addSp modSp new mod">
        <pc:chgData name="Ella Vetter" userId="c6918cf5-f6c0-43cc-8499-a1f635017de9" providerId="ADAL" clId="{249B3CC9-393A-4A7B-A8F9-F21BC3FFE1E4}" dt="2020-09-01T20:26:11.100" v="5395" actId="1076"/>
        <pc:sldMkLst>
          <pc:docMk/>
          <pc:sldMk cId="2314228282" sldId="373"/>
        </pc:sldMkLst>
        <pc:spChg chg="mod">
          <ac:chgData name="Ella Vetter" userId="c6918cf5-f6c0-43cc-8499-a1f635017de9" providerId="ADAL" clId="{249B3CC9-393A-4A7B-A8F9-F21BC3FFE1E4}" dt="2020-09-01T19:39:22.664" v="4715" actId="20577"/>
          <ac:spMkLst>
            <pc:docMk/>
            <pc:sldMk cId="2314228282" sldId="373"/>
            <ac:spMk id="2" creationId="{0DB386B6-6315-450F-B597-DB5EC5E7D5F1}"/>
          </ac:spMkLst>
        </pc:spChg>
        <pc:spChg chg="mod">
          <ac:chgData name="Ella Vetter" userId="c6918cf5-f6c0-43cc-8499-a1f635017de9" providerId="ADAL" clId="{249B3CC9-393A-4A7B-A8F9-F21BC3FFE1E4}" dt="2020-09-01T20:26:05.856" v="5394" actId="1076"/>
          <ac:spMkLst>
            <pc:docMk/>
            <pc:sldMk cId="2314228282" sldId="373"/>
            <ac:spMk id="3" creationId="{BA3D5AD7-89CA-4CBA-997C-164EB71A849A}"/>
          </ac:spMkLst>
        </pc:spChg>
        <pc:grpChg chg="add mod">
          <ac:chgData name="Ella Vetter" userId="c6918cf5-f6c0-43cc-8499-a1f635017de9" providerId="ADAL" clId="{249B3CC9-393A-4A7B-A8F9-F21BC3FFE1E4}" dt="2020-09-01T20:26:11.100" v="5395" actId="1076"/>
          <ac:grpSpMkLst>
            <pc:docMk/>
            <pc:sldMk cId="2314228282" sldId="373"/>
            <ac:grpSpMk id="8" creationId="{3863BF1F-E7D3-45AA-957B-DD2A543D99FE}"/>
          </ac:grpSpMkLst>
        </pc:grpChg>
        <pc:picChg chg="add mod modCrop">
          <ac:chgData name="Ella Vetter" userId="c6918cf5-f6c0-43cc-8499-a1f635017de9" providerId="ADAL" clId="{249B3CC9-393A-4A7B-A8F9-F21BC3FFE1E4}" dt="2020-09-01T20:25:53.800" v="5389" actId="164"/>
          <ac:picMkLst>
            <pc:docMk/>
            <pc:sldMk cId="2314228282" sldId="373"/>
            <ac:picMk id="5" creationId="{58030A9E-E903-4922-928D-1BF06C8E163B}"/>
          </ac:picMkLst>
        </pc:picChg>
        <pc:picChg chg="add mod modCrop">
          <ac:chgData name="Ella Vetter" userId="c6918cf5-f6c0-43cc-8499-a1f635017de9" providerId="ADAL" clId="{249B3CC9-393A-4A7B-A8F9-F21BC3FFE1E4}" dt="2020-09-01T20:25:53.800" v="5389" actId="164"/>
          <ac:picMkLst>
            <pc:docMk/>
            <pc:sldMk cId="2314228282" sldId="373"/>
            <ac:picMk id="7" creationId="{5706A09F-D973-4031-85E6-AF33071EE12F}"/>
          </ac:picMkLst>
        </pc:picChg>
      </pc:sldChg>
      <pc:sldChg chg="addSp modSp new mod">
        <pc:chgData name="Ella Vetter" userId="c6918cf5-f6c0-43cc-8499-a1f635017de9" providerId="ADAL" clId="{249B3CC9-393A-4A7B-A8F9-F21BC3FFE1E4}" dt="2020-09-01T20:19:26.313" v="5333" actId="14100"/>
        <pc:sldMkLst>
          <pc:docMk/>
          <pc:sldMk cId="2492456922" sldId="374"/>
        </pc:sldMkLst>
        <pc:spChg chg="mod">
          <ac:chgData name="Ella Vetter" userId="c6918cf5-f6c0-43cc-8499-a1f635017de9" providerId="ADAL" clId="{249B3CC9-393A-4A7B-A8F9-F21BC3FFE1E4}" dt="2020-09-01T19:38:54.425" v="4690" actId="20577"/>
          <ac:spMkLst>
            <pc:docMk/>
            <pc:sldMk cId="2492456922" sldId="374"/>
            <ac:spMk id="2" creationId="{85810C9A-CD81-4665-99A9-B25EBD729A82}"/>
          </ac:spMkLst>
        </pc:spChg>
        <pc:spChg chg="mod">
          <ac:chgData name="Ella Vetter" userId="c6918cf5-f6c0-43cc-8499-a1f635017de9" providerId="ADAL" clId="{249B3CC9-393A-4A7B-A8F9-F21BC3FFE1E4}" dt="2020-09-01T20:19:26.313" v="5333" actId="14100"/>
          <ac:spMkLst>
            <pc:docMk/>
            <pc:sldMk cId="2492456922" sldId="374"/>
            <ac:spMk id="3" creationId="{FA8B3688-F8BA-4867-920C-238344519AC5}"/>
          </ac:spMkLst>
        </pc:spChg>
        <pc:grpChg chg="add mod">
          <ac:chgData name="Ella Vetter" userId="c6918cf5-f6c0-43cc-8499-a1f635017de9" providerId="ADAL" clId="{249B3CC9-393A-4A7B-A8F9-F21BC3FFE1E4}" dt="2020-09-01T20:19:23.169" v="5332" actId="14100"/>
          <ac:grpSpMkLst>
            <pc:docMk/>
            <pc:sldMk cId="2492456922" sldId="374"/>
            <ac:grpSpMk id="8" creationId="{6508AF59-83C8-4314-8067-C16B7D1F7F05}"/>
          </ac:grpSpMkLst>
        </pc:grpChg>
        <pc:picChg chg="add mod modCrop">
          <ac:chgData name="Ella Vetter" userId="c6918cf5-f6c0-43cc-8499-a1f635017de9" providerId="ADAL" clId="{249B3CC9-393A-4A7B-A8F9-F21BC3FFE1E4}" dt="2020-09-01T20:19:18.276" v="5330" actId="164"/>
          <ac:picMkLst>
            <pc:docMk/>
            <pc:sldMk cId="2492456922" sldId="374"/>
            <ac:picMk id="5" creationId="{499E7D34-8DA1-4C19-B921-157134EA2B77}"/>
          </ac:picMkLst>
        </pc:picChg>
        <pc:picChg chg="add mod modCrop">
          <ac:chgData name="Ella Vetter" userId="c6918cf5-f6c0-43cc-8499-a1f635017de9" providerId="ADAL" clId="{249B3CC9-393A-4A7B-A8F9-F21BC3FFE1E4}" dt="2020-09-01T20:19:18.276" v="5330" actId="164"/>
          <ac:picMkLst>
            <pc:docMk/>
            <pc:sldMk cId="2492456922" sldId="374"/>
            <ac:picMk id="7" creationId="{DA04499A-2A6C-41DB-8AD3-11EBD858BE0F}"/>
          </ac:picMkLst>
        </pc:picChg>
      </pc:sldChg>
      <pc:sldChg chg="addSp modSp add mod">
        <pc:chgData name="Ella Vetter" userId="c6918cf5-f6c0-43cc-8499-a1f635017de9" providerId="ADAL" clId="{249B3CC9-393A-4A7B-A8F9-F21BC3FFE1E4}" dt="2020-09-01T20:21:56.159" v="5371" actId="20577"/>
        <pc:sldMkLst>
          <pc:docMk/>
          <pc:sldMk cId="3406308708" sldId="375"/>
        </pc:sldMkLst>
        <pc:spChg chg="mod">
          <ac:chgData name="Ella Vetter" userId="c6918cf5-f6c0-43cc-8499-a1f635017de9" providerId="ADAL" clId="{249B3CC9-393A-4A7B-A8F9-F21BC3FFE1E4}" dt="2020-09-01T19:47:57.646" v="4905" actId="20577"/>
          <ac:spMkLst>
            <pc:docMk/>
            <pc:sldMk cId="3406308708" sldId="375"/>
            <ac:spMk id="2" creationId="{85810C9A-CD81-4665-99A9-B25EBD729A82}"/>
          </ac:spMkLst>
        </pc:spChg>
        <pc:spChg chg="mod">
          <ac:chgData name="Ella Vetter" userId="c6918cf5-f6c0-43cc-8499-a1f635017de9" providerId="ADAL" clId="{249B3CC9-393A-4A7B-A8F9-F21BC3FFE1E4}" dt="2020-09-01T20:21:56.159" v="5371" actId="20577"/>
          <ac:spMkLst>
            <pc:docMk/>
            <pc:sldMk cId="3406308708" sldId="375"/>
            <ac:spMk id="3" creationId="{FA8B3688-F8BA-4867-920C-238344519AC5}"/>
          </ac:spMkLst>
        </pc:spChg>
        <pc:picChg chg="add mod">
          <ac:chgData name="Ella Vetter" userId="c6918cf5-f6c0-43cc-8499-a1f635017de9" providerId="ADAL" clId="{249B3CC9-393A-4A7B-A8F9-F21BC3FFE1E4}" dt="2020-09-01T20:21:36.601" v="5354" actId="1076"/>
          <ac:picMkLst>
            <pc:docMk/>
            <pc:sldMk cId="3406308708" sldId="375"/>
            <ac:picMk id="5" creationId="{58F152DE-7B72-4A26-80EE-FF8141762DBF}"/>
          </ac:picMkLst>
        </pc:picChg>
      </pc:sldChg>
      <pc:sldChg chg="addSp modSp new mod">
        <pc:chgData name="Ella Vetter" userId="c6918cf5-f6c0-43cc-8499-a1f635017de9" providerId="ADAL" clId="{249B3CC9-393A-4A7B-A8F9-F21BC3FFE1E4}" dt="2020-09-01T20:29:47.357" v="5406" actId="1076"/>
        <pc:sldMkLst>
          <pc:docMk/>
          <pc:sldMk cId="3458718088" sldId="376"/>
        </pc:sldMkLst>
        <pc:spChg chg="mod">
          <ac:chgData name="Ella Vetter" userId="c6918cf5-f6c0-43cc-8499-a1f635017de9" providerId="ADAL" clId="{249B3CC9-393A-4A7B-A8F9-F21BC3FFE1E4}" dt="2020-09-01T19:39:49.421" v="4749" actId="20577"/>
          <ac:spMkLst>
            <pc:docMk/>
            <pc:sldMk cId="3458718088" sldId="376"/>
            <ac:spMk id="2" creationId="{182DEDE7-1063-4B10-9DD0-D87B0B7BC6D3}"/>
          </ac:spMkLst>
        </pc:spChg>
        <pc:spChg chg="mod">
          <ac:chgData name="Ella Vetter" userId="c6918cf5-f6c0-43cc-8499-a1f635017de9" providerId="ADAL" clId="{249B3CC9-393A-4A7B-A8F9-F21BC3FFE1E4}" dt="2020-09-01T20:28:36.399" v="5399" actId="20577"/>
          <ac:spMkLst>
            <pc:docMk/>
            <pc:sldMk cId="3458718088" sldId="376"/>
            <ac:spMk id="3" creationId="{4189FFAB-21CD-434C-87C6-20E330D83B09}"/>
          </ac:spMkLst>
        </pc:spChg>
        <pc:picChg chg="add mod">
          <ac:chgData name="Ella Vetter" userId="c6918cf5-f6c0-43cc-8499-a1f635017de9" providerId="ADAL" clId="{249B3CC9-393A-4A7B-A8F9-F21BC3FFE1E4}" dt="2020-09-01T20:29:47.357" v="5406" actId="1076"/>
          <ac:picMkLst>
            <pc:docMk/>
            <pc:sldMk cId="3458718088" sldId="376"/>
            <ac:picMk id="5" creationId="{F37E2760-2258-4589-8A99-50053D801CDD}"/>
          </ac:picMkLst>
        </pc:picChg>
      </pc:sldChg>
      <pc:sldChg chg="addSp delSp modSp new mod">
        <pc:chgData name="Ella Vetter" userId="c6918cf5-f6c0-43cc-8499-a1f635017de9" providerId="ADAL" clId="{249B3CC9-393A-4A7B-A8F9-F21BC3FFE1E4}" dt="2020-09-01T20:30:49.359" v="5422" actId="20577"/>
        <pc:sldMkLst>
          <pc:docMk/>
          <pc:sldMk cId="1644438647" sldId="377"/>
        </pc:sldMkLst>
        <pc:spChg chg="mod">
          <ac:chgData name="Ella Vetter" userId="c6918cf5-f6c0-43cc-8499-a1f635017de9" providerId="ADAL" clId="{249B3CC9-393A-4A7B-A8F9-F21BC3FFE1E4}" dt="2020-09-01T20:30:06.458" v="5418" actId="20577"/>
          <ac:spMkLst>
            <pc:docMk/>
            <pc:sldMk cId="1644438647" sldId="377"/>
            <ac:spMk id="2" creationId="{82DBB580-C9AB-4228-ACDB-63C015C1C5AD}"/>
          </ac:spMkLst>
        </pc:spChg>
        <pc:spChg chg="mod">
          <ac:chgData name="Ella Vetter" userId="c6918cf5-f6c0-43cc-8499-a1f635017de9" providerId="ADAL" clId="{249B3CC9-393A-4A7B-A8F9-F21BC3FFE1E4}" dt="2020-09-01T20:30:49.359" v="5422" actId="20577"/>
          <ac:spMkLst>
            <pc:docMk/>
            <pc:sldMk cId="1644438647" sldId="377"/>
            <ac:spMk id="3" creationId="{F8CEB362-C353-4C01-BFD7-8060D9BCB093}"/>
          </ac:spMkLst>
        </pc:spChg>
        <pc:graphicFrameChg chg="add del mod modGraphic">
          <ac:chgData name="Ella Vetter" userId="c6918cf5-f6c0-43cc-8499-a1f635017de9" providerId="ADAL" clId="{249B3CC9-393A-4A7B-A8F9-F21BC3FFE1E4}" dt="2020-09-01T19:41:08.482" v="4784" actId="21"/>
          <ac:graphicFrameMkLst>
            <pc:docMk/>
            <pc:sldMk cId="1644438647" sldId="377"/>
            <ac:graphicFrameMk id="5" creationId="{92D2EC77-741C-4683-97B0-646FC170E741}"/>
          </ac:graphicFrameMkLst>
        </pc:graphicFrameChg>
        <pc:graphicFrameChg chg="add mod">
          <ac:chgData name="Ella Vetter" userId="c6918cf5-f6c0-43cc-8499-a1f635017de9" providerId="ADAL" clId="{249B3CC9-393A-4A7B-A8F9-F21BC3FFE1E4}" dt="2020-09-01T19:41:27.802" v="4801" actId="1076"/>
          <ac:graphicFrameMkLst>
            <pc:docMk/>
            <pc:sldMk cId="1644438647" sldId="377"/>
            <ac:graphicFrameMk id="7" creationId="{62FBC7F1-E32C-47C7-B6AA-CAF55390405F}"/>
          </ac:graphicFrameMkLst>
        </pc:graphicFrameChg>
      </pc:sldChg>
      <pc:sldChg chg="addSp modSp new del mod">
        <pc:chgData name="Ella Vetter" userId="c6918cf5-f6c0-43cc-8499-a1f635017de9" providerId="ADAL" clId="{249B3CC9-393A-4A7B-A8F9-F21BC3FFE1E4}" dt="2020-09-01T20:41:30.296" v="5850" actId="47"/>
        <pc:sldMkLst>
          <pc:docMk/>
          <pc:sldMk cId="2303864137" sldId="378"/>
        </pc:sldMkLst>
        <pc:spChg chg="mod">
          <ac:chgData name="Ella Vetter" userId="c6918cf5-f6c0-43cc-8499-a1f635017de9" providerId="ADAL" clId="{249B3CC9-393A-4A7B-A8F9-F21BC3FFE1E4}" dt="2020-09-01T19:49:24.600" v="4936" actId="20577"/>
          <ac:spMkLst>
            <pc:docMk/>
            <pc:sldMk cId="2303864137" sldId="378"/>
            <ac:spMk id="2" creationId="{78296BAC-9FC1-471C-982D-7068E0EF9F37}"/>
          </ac:spMkLst>
        </pc:spChg>
        <pc:spChg chg="mod">
          <ac:chgData name="Ella Vetter" userId="c6918cf5-f6c0-43cc-8499-a1f635017de9" providerId="ADAL" clId="{249B3CC9-393A-4A7B-A8F9-F21BC3FFE1E4}" dt="2020-09-01T20:37:32.439" v="5499" actId="20577"/>
          <ac:spMkLst>
            <pc:docMk/>
            <pc:sldMk cId="2303864137" sldId="378"/>
            <ac:spMk id="3" creationId="{4ECF7546-0358-454B-9F23-FBB78227859F}"/>
          </ac:spMkLst>
        </pc:spChg>
        <pc:spChg chg="add mod">
          <ac:chgData name="Ella Vetter" userId="c6918cf5-f6c0-43cc-8499-a1f635017de9" providerId="ADAL" clId="{249B3CC9-393A-4A7B-A8F9-F21BC3FFE1E4}" dt="2020-09-01T19:52:16.863" v="4975" actId="1036"/>
          <ac:spMkLst>
            <pc:docMk/>
            <pc:sldMk cId="2303864137" sldId="378"/>
            <ac:spMk id="5" creationId="{E5A3C6CD-417B-49BE-9728-32EEA240F5CD}"/>
          </ac:spMkLst>
        </pc:spChg>
        <pc:spChg chg="add mod">
          <ac:chgData name="Ella Vetter" userId="c6918cf5-f6c0-43cc-8499-a1f635017de9" providerId="ADAL" clId="{249B3CC9-393A-4A7B-A8F9-F21BC3FFE1E4}" dt="2020-09-01T19:52:16.863" v="4975" actId="1036"/>
          <ac:spMkLst>
            <pc:docMk/>
            <pc:sldMk cId="2303864137" sldId="378"/>
            <ac:spMk id="7" creationId="{4B026763-B664-4245-B9A7-AD48CA28082A}"/>
          </ac:spMkLst>
        </pc:spChg>
        <pc:spChg chg="add mod">
          <ac:chgData name="Ella Vetter" userId="c6918cf5-f6c0-43cc-8499-a1f635017de9" providerId="ADAL" clId="{249B3CC9-393A-4A7B-A8F9-F21BC3FFE1E4}" dt="2020-09-01T19:52:16.863" v="4975" actId="1036"/>
          <ac:spMkLst>
            <pc:docMk/>
            <pc:sldMk cId="2303864137" sldId="378"/>
            <ac:spMk id="9" creationId="{1AA96B2D-BA00-420D-9D4C-B649307F52D6}"/>
          </ac:spMkLst>
        </pc:spChg>
      </pc:sldChg>
      <pc:sldChg chg="addSp delSp modSp new add del mod">
        <pc:chgData name="Ella Vetter" userId="c6918cf5-f6c0-43cc-8499-a1f635017de9" providerId="ADAL" clId="{249B3CC9-393A-4A7B-A8F9-F21BC3FFE1E4}" dt="2020-09-01T20:43:21.683" v="5872" actId="14100"/>
        <pc:sldMkLst>
          <pc:docMk/>
          <pc:sldMk cId="1090890218" sldId="379"/>
        </pc:sldMkLst>
        <pc:spChg chg="mod">
          <ac:chgData name="Ella Vetter" userId="c6918cf5-f6c0-43cc-8499-a1f635017de9" providerId="ADAL" clId="{249B3CC9-393A-4A7B-A8F9-F21BC3FFE1E4}" dt="2020-09-01T19:52:25.637" v="4977"/>
          <ac:spMkLst>
            <pc:docMk/>
            <pc:sldMk cId="1090890218" sldId="379"/>
            <ac:spMk id="2" creationId="{FCD41D92-6DAD-40F0-8394-3C4777F70F3C}"/>
          </ac:spMkLst>
        </pc:spChg>
        <pc:spChg chg="del">
          <ac:chgData name="Ella Vetter" userId="c6918cf5-f6c0-43cc-8499-a1f635017de9" providerId="ADAL" clId="{249B3CC9-393A-4A7B-A8F9-F21BC3FFE1E4}" dt="2020-09-01T20:34:10.291" v="5424" actId="478"/>
          <ac:spMkLst>
            <pc:docMk/>
            <pc:sldMk cId="1090890218" sldId="379"/>
            <ac:spMk id="3" creationId="{80C23005-F594-4895-A41C-07068485B1A5}"/>
          </ac:spMkLst>
        </pc:spChg>
        <pc:picChg chg="add del mod">
          <ac:chgData name="Ella Vetter" userId="c6918cf5-f6c0-43cc-8499-a1f635017de9" providerId="ADAL" clId="{249B3CC9-393A-4A7B-A8F9-F21BC3FFE1E4}" dt="2020-09-01T20:43:13.910" v="5868" actId="478"/>
          <ac:picMkLst>
            <pc:docMk/>
            <pc:sldMk cId="1090890218" sldId="379"/>
            <ac:picMk id="5" creationId="{15095C7C-7D0E-42E1-98BE-DB00EF5E04DA}"/>
          </ac:picMkLst>
        </pc:picChg>
        <pc:picChg chg="add mod">
          <ac:chgData name="Ella Vetter" userId="c6918cf5-f6c0-43cc-8499-a1f635017de9" providerId="ADAL" clId="{249B3CC9-393A-4A7B-A8F9-F21BC3FFE1E4}" dt="2020-09-01T20:43:21.683" v="5872" actId="14100"/>
          <ac:picMkLst>
            <pc:docMk/>
            <pc:sldMk cId="1090890218" sldId="379"/>
            <ac:picMk id="7" creationId="{D09394F1-62E5-40F1-A527-F7324C22B249}"/>
          </ac:picMkLst>
        </pc:picChg>
      </pc:sldChg>
      <pc:sldChg chg="addSp delSp modSp add mod">
        <pc:chgData name="Ella Vetter" userId="c6918cf5-f6c0-43cc-8499-a1f635017de9" providerId="ADAL" clId="{249B3CC9-393A-4A7B-A8F9-F21BC3FFE1E4}" dt="2020-09-01T21:00:41.543" v="5956" actId="20577"/>
        <pc:sldMkLst>
          <pc:docMk/>
          <pc:sldMk cId="2509275615" sldId="380"/>
        </pc:sldMkLst>
        <pc:spChg chg="del">
          <ac:chgData name="Ella Vetter" userId="c6918cf5-f6c0-43cc-8499-a1f635017de9" providerId="ADAL" clId="{249B3CC9-393A-4A7B-A8F9-F21BC3FFE1E4}" dt="2020-09-01T19:52:48.872" v="4980" actId="478"/>
          <ac:spMkLst>
            <pc:docMk/>
            <pc:sldMk cId="2509275615" sldId="380"/>
            <ac:spMk id="3" creationId="{80C23005-F594-4895-A41C-07068485B1A5}"/>
          </ac:spMkLst>
        </pc:spChg>
        <pc:spChg chg="add mod">
          <ac:chgData name="Ella Vetter" userId="c6918cf5-f6c0-43cc-8499-a1f635017de9" providerId="ADAL" clId="{249B3CC9-393A-4A7B-A8F9-F21BC3FFE1E4}" dt="2020-09-01T21:00:41.543" v="5956" actId="20577"/>
          <ac:spMkLst>
            <pc:docMk/>
            <pc:sldMk cId="2509275615" sldId="380"/>
            <ac:spMk id="4" creationId="{BB711F9D-E48A-4B36-B33B-587CE4409B66}"/>
          </ac:spMkLst>
        </pc:spChg>
        <pc:picChg chg="add mod modCrop">
          <ac:chgData name="Ella Vetter" userId="c6918cf5-f6c0-43cc-8499-a1f635017de9" providerId="ADAL" clId="{249B3CC9-393A-4A7B-A8F9-F21BC3FFE1E4}" dt="2020-09-01T20:46:50.670" v="5882" actId="1076"/>
          <ac:picMkLst>
            <pc:docMk/>
            <pc:sldMk cId="2509275615" sldId="380"/>
            <ac:picMk id="6" creationId="{7BF11C3E-B50B-4AF5-9CA0-81946FB16285}"/>
          </ac:picMkLst>
        </pc:picChg>
      </pc:sldChg>
      <pc:sldChg chg="addSp modSp add mod">
        <pc:chgData name="Ella Vetter" userId="c6918cf5-f6c0-43cc-8499-a1f635017de9" providerId="ADAL" clId="{249B3CC9-393A-4A7B-A8F9-F21BC3FFE1E4}" dt="2020-09-01T21:00:50.292" v="5958" actId="14100"/>
        <pc:sldMkLst>
          <pc:docMk/>
          <pc:sldMk cId="2023514314" sldId="381"/>
        </pc:sldMkLst>
        <pc:spChg chg="mod">
          <ac:chgData name="Ella Vetter" userId="c6918cf5-f6c0-43cc-8499-a1f635017de9" providerId="ADAL" clId="{249B3CC9-393A-4A7B-A8F9-F21BC3FFE1E4}" dt="2020-09-01T21:00:50.292" v="5958" actId="14100"/>
          <ac:spMkLst>
            <pc:docMk/>
            <pc:sldMk cId="2023514314" sldId="381"/>
            <ac:spMk id="3" creationId="{80C23005-F594-4895-A41C-07068485B1A5}"/>
          </ac:spMkLst>
        </pc:spChg>
        <pc:picChg chg="add mod">
          <ac:chgData name="Ella Vetter" userId="c6918cf5-f6c0-43cc-8499-a1f635017de9" providerId="ADAL" clId="{249B3CC9-393A-4A7B-A8F9-F21BC3FFE1E4}" dt="2020-09-01T19:57:12.232" v="5114" actId="1076"/>
          <ac:picMkLst>
            <pc:docMk/>
            <pc:sldMk cId="2023514314" sldId="381"/>
            <ac:picMk id="5" creationId="{F2DA3ADE-9E1A-4051-9674-1DBBEF5ED140}"/>
          </ac:picMkLst>
        </pc:picChg>
      </pc:sldChg>
      <pc:sldChg chg="addSp modSp add mod">
        <pc:chgData name="Ella Vetter" userId="c6918cf5-f6c0-43cc-8499-a1f635017de9" providerId="ADAL" clId="{249B3CC9-393A-4A7B-A8F9-F21BC3FFE1E4}" dt="2020-09-01T21:02:03.218" v="5963" actId="1076"/>
        <pc:sldMkLst>
          <pc:docMk/>
          <pc:sldMk cId="3344844148" sldId="382"/>
        </pc:sldMkLst>
        <pc:spChg chg="mod">
          <ac:chgData name="Ella Vetter" userId="c6918cf5-f6c0-43cc-8499-a1f635017de9" providerId="ADAL" clId="{249B3CC9-393A-4A7B-A8F9-F21BC3FFE1E4}" dt="2020-09-01T21:01:59.767" v="5961" actId="14100"/>
          <ac:spMkLst>
            <pc:docMk/>
            <pc:sldMk cId="3344844148" sldId="382"/>
            <ac:spMk id="3" creationId="{80C23005-F594-4895-A41C-07068485B1A5}"/>
          </ac:spMkLst>
        </pc:spChg>
        <pc:picChg chg="add mod">
          <ac:chgData name="Ella Vetter" userId="c6918cf5-f6c0-43cc-8499-a1f635017de9" providerId="ADAL" clId="{249B3CC9-393A-4A7B-A8F9-F21BC3FFE1E4}" dt="2020-09-01T21:02:03.218" v="5963" actId="1076"/>
          <ac:picMkLst>
            <pc:docMk/>
            <pc:sldMk cId="3344844148" sldId="382"/>
            <ac:picMk id="5" creationId="{D35E025B-B06D-4675-8C21-8F36871792BD}"/>
          </ac:picMkLst>
        </pc:picChg>
      </pc:sldChg>
      <pc:sldChg chg="addSp delSp modSp add mod">
        <pc:chgData name="Ella Vetter" userId="c6918cf5-f6c0-43cc-8499-a1f635017de9" providerId="ADAL" clId="{249B3CC9-393A-4A7B-A8F9-F21BC3FFE1E4}" dt="2020-09-01T21:13:03.252" v="6193" actId="1076"/>
        <pc:sldMkLst>
          <pc:docMk/>
          <pc:sldMk cId="3006433251" sldId="383"/>
        </pc:sldMkLst>
        <pc:spChg chg="del">
          <ac:chgData name="Ella Vetter" userId="c6918cf5-f6c0-43cc-8499-a1f635017de9" providerId="ADAL" clId="{249B3CC9-393A-4A7B-A8F9-F21BC3FFE1E4}" dt="2020-09-01T21:08:50.725" v="6160" actId="478"/>
          <ac:spMkLst>
            <pc:docMk/>
            <pc:sldMk cId="3006433251" sldId="383"/>
            <ac:spMk id="3" creationId="{80C23005-F594-4895-A41C-07068485B1A5}"/>
          </ac:spMkLst>
        </pc:spChg>
        <pc:spChg chg="add mod">
          <ac:chgData name="Ella Vetter" userId="c6918cf5-f6c0-43cc-8499-a1f635017de9" providerId="ADAL" clId="{249B3CC9-393A-4A7B-A8F9-F21BC3FFE1E4}" dt="2020-09-01T21:11:57.789" v="6190" actId="20577"/>
          <ac:spMkLst>
            <pc:docMk/>
            <pc:sldMk cId="3006433251" sldId="383"/>
            <ac:spMk id="4" creationId="{9479968F-07F9-415B-BAC8-7B01CB107E5A}"/>
          </ac:spMkLst>
        </pc:spChg>
        <pc:picChg chg="add mod">
          <ac:chgData name="Ella Vetter" userId="c6918cf5-f6c0-43cc-8499-a1f635017de9" providerId="ADAL" clId="{249B3CC9-393A-4A7B-A8F9-F21BC3FFE1E4}" dt="2020-09-01T21:13:03.252" v="6193" actId="1076"/>
          <ac:picMkLst>
            <pc:docMk/>
            <pc:sldMk cId="3006433251" sldId="383"/>
            <ac:picMk id="6" creationId="{244C873C-C364-480E-BF9A-1F31CCCE6685}"/>
          </ac:picMkLst>
        </pc:picChg>
      </pc:sldChg>
      <pc:sldChg chg="addSp modSp add mod">
        <pc:chgData name="Ella Vetter" userId="c6918cf5-f6c0-43cc-8499-a1f635017de9" providerId="ADAL" clId="{249B3CC9-393A-4A7B-A8F9-F21BC3FFE1E4}" dt="2020-09-01T21:10:29.331" v="6166" actId="948"/>
        <pc:sldMkLst>
          <pc:docMk/>
          <pc:sldMk cId="2580735243" sldId="384"/>
        </pc:sldMkLst>
        <pc:spChg chg="mod">
          <ac:chgData name="Ella Vetter" userId="c6918cf5-f6c0-43cc-8499-a1f635017de9" providerId="ADAL" clId="{249B3CC9-393A-4A7B-A8F9-F21BC3FFE1E4}" dt="2020-09-01T21:10:29.331" v="6166" actId="948"/>
          <ac:spMkLst>
            <pc:docMk/>
            <pc:sldMk cId="2580735243" sldId="384"/>
            <ac:spMk id="3" creationId="{80C23005-F594-4895-A41C-07068485B1A5}"/>
          </ac:spMkLst>
        </pc:spChg>
        <pc:picChg chg="add mod">
          <ac:chgData name="Ella Vetter" userId="c6918cf5-f6c0-43cc-8499-a1f635017de9" providerId="ADAL" clId="{249B3CC9-393A-4A7B-A8F9-F21BC3FFE1E4}" dt="2020-09-01T21:10:20.861" v="6164" actId="1076"/>
          <ac:picMkLst>
            <pc:docMk/>
            <pc:sldMk cId="2580735243" sldId="384"/>
            <ac:picMk id="5" creationId="{7BE50115-9D24-435B-BE36-C4D87C0737C5}"/>
          </ac:picMkLst>
        </pc:picChg>
      </pc:sldChg>
      <pc:sldChg chg="addSp delSp modSp add mod">
        <pc:chgData name="Ella Vetter" userId="c6918cf5-f6c0-43cc-8499-a1f635017de9" providerId="ADAL" clId="{249B3CC9-393A-4A7B-A8F9-F21BC3FFE1E4}" dt="2020-09-01T20:15:22.257" v="5299" actId="14100"/>
        <pc:sldMkLst>
          <pc:docMk/>
          <pc:sldMk cId="1746424379" sldId="385"/>
        </pc:sldMkLst>
        <pc:spChg chg="mod">
          <ac:chgData name="Ella Vetter" userId="c6918cf5-f6c0-43cc-8499-a1f635017de9" providerId="ADAL" clId="{249B3CC9-393A-4A7B-A8F9-F21BC3FFE1E4}" dt="2020-09-01T20:09:26.521" v="5259" actId="13926"/>
          <ac:spMkLst>
            <pc:docMk/>
            <pc:sldMk cId="1746424379" sldId="385"/>
            <ac:spMk id="2" creationId="{5058AF86-F8A7-4EEE-BE3A-D54699863A6D}"/>
          </ac:spMkLst>
        </pc:spChg>
        <pc:spChg chg="mod">
          <ac:chgData name="Ella Vetter" userId="c6918cf5-f6c0-43cc-8499-a1f635017de9" providerId="ADAL" clId="{249B3CC9-393A-4A7B-A8F9-F21BC3FFE1E4}" dt="2020-09-01T20:12:04.582" v="5287" actId="255"/>
          <ac:spMkLst>
            <pc:docMk/>
            <pc:sldMk cId="1746424379" sldId="385"/>
            <ac:spMk id="3" creationId="{0EF28F88-F1E2-4B97-BBA5-52E527F66FA8}"/>
          </ac:spMkLst>
        </pc:spChg>
        <pc:picChg chg="add mod">
          <ac:chgData name="Ella Vetter" userId="c6918cf5-f6c0-43cc-8499-a1f635017de9" providerId="ADAL" clId="{249B3CC9-393A-4A7B-A8F9-F21BC3FFE1E4}" dt="2020-09-01T20:15:22.257" v="5299" actId="14100"/>
          <ac:picMkLst>
            <pc:docMk/>
            <pc:sldMk cId="1746424379" sldId="385"/>
            <ac:picMk id="5" creationId="{C7EFF964-50A2-46CA-8137-EC3149FAF22F}"/>
          </ac:picMkLst>
        </pc:picChg>
        <pc:picChg chg="del">
          <ac:chgData name="Ella Vetter" userId="c6918cf5-f6c0-43cc-8499-a1f635017de9" providerId="ADAL" clId="{249B3CC9-393A-4A7B-A8F9-F21BC3FFE1E4}" dt="2020-09-01T20:09:23.897" v="5258" actId="478"/>
          <ac:picMkLst>
            <pc:docMk/>
            <pc:sldMk cId="1746424379" sldId="385"/>
            <ac:picMk id="11" creationId="{4A1D779A-B421-4CA8-9E88-3C785C428FE0}"/>
          </ac:picMkLst>
        </pc:picChg>
      </pc:sldChg>
      <pc:sldChg chg="addSp modSp add mod">
        <pc:chgData name="Ella Vetter" userId="c6918cf5-f6c0-43cc-8499-a1f635017de9" providerId="ADAL" clId="{249B3CC9-393A-4A7B-A8F9-F21BC3FFE1E4}" dt="2020-09-01T20:16:23.668" v="5315" actId="11"/>
        <pc:sldMkLst>
          <pc:docMk/>
          <pc:sldMk cId="3934917865" sldId="386"/>
        </pc:sldMkLst>
        <pc:spChg chg="mod">
          <ac:chgData name="Ella Vetter" userId="c6918cf5-f6c0-43cc-8499-a1f635017de9" providerId="ADAL" clId="{249B3CC9-393A-4A7B-A8F9-F21BC3FFE1E4}" dt="2020-09-01T20:16:23.668" v="5315" actId="11"/>
          <ac:spMkLst>
            <pc:docMk/>
            <pc:sldMk cId="3934917865" sldId="386"/>
            <ac:spMk id="3" creationId="{0EF28F88-F1E2-4B97-BBA5-52E527F66FA8}"/>
          </ac:spMkLst>
        </pc:spChg>
        <pc:picChg chg="add mod">
          <ac:chgData name="Ella Vetter" userId="c6918cf5-f6c0-43cc-8499-a1f635017de9" providerId="ADAL" clId="{249B3CC9-393A-4A7B-A8F9-F21BC3FFE1E4}" dt="2020-09-01T20:15:53.621" v="5302" actId="1076"/>
          <ac:picMkLst>
            <pc:docMk/>
            <pc:sldMk cId="3934917865" sldId="386"/>
            <ac:picMk id="5" creationId="{63700B64-56A5-4E5E-9287-ACC671F23319}"/>
          </ac:picMkLst>
        </pc:picChg>
      </pc:sldChg>
      <pc:sldChg chg="addSp delSp modSp add mod modNotesTx">
        <pc:chgData name="Ella Vetter" userId="c6918cf5-f6c0-43cc-8499-a1f635017de9" providerId="ADAL" clId="{249B3CC9-393A-4A7B-A8F9-F21BC3FFE1E4}" dt="2020-09-01T20:43:34.197" v="5876" actId="20577"/>
        <pc:sldMkLst>
          <pc:docMk/>
          <pc:sldMk cId="2245104936" sldId="387"/>
        </pc:sldMkLst>
        <pc:spChg chg="mod">
          <ac:chgData name="Ella Vetter" userId="c6918cf5-f6c0-43cc-8499-a1f635017de9" providerId="ADAL" clId="{249B3CC9-393A-4A7B-A8F9-F21BC3FFE1E4}" dt="2020-09-01T20:43:34.197" v="5876" actId="20577"/>
          <ac:spMkLst>
            <pc:docMk/>
            <pc:sldMk cId="2245104936" sldId="387"/>
            <ac:spMk id="3" creationId="{4ECF7546-0358-454B-9F23-FBB78227859F}"/>
          </ac:spMkLst>
        </pc:spChg>
        <pc:spChg chg="del">
          <ac:chgData name="Ella Vetter" userId="c6918cf5-f6c0-43cc-8499-a1f635017de9" providerId="ADAL" clId="{249B3CC9-393A-4A7B-A8F9-F21BC3FFE1E4}" dt="2020-09-01T20:38:20.699" v="5505" actId="478"/>
          <ac:spMkLst>
            <pc:docMk/>
            <pc:sldMk cId="2245104936" sldId="387"/>
            <ac:spMk id="5" creationId="{E5A3C6CD-417B-49BE-9728-32EEA240F5CD}"/>
          </ac:spMkLst>
        </pc:spChg>
        <pc:spChg chg="del">
          <ac:chgData name="Ella Vetter" userId="c6918cf5-f6c0-43cc-8499-a1f635017de9" providerId="ADAL" clId="{249B3CC9-393A-4A7B-A8F9-F21BC3FFE1E4}" dt="2020-09-01T20:38:14.358" v="5503" actId="478"/>
          <ac:spMkLst>
            <pc:docMk/>
            <pc:sldMk cId="2245104936" sldId="387"/>
            <ac:spMk id="7" creationId="{4B026763-B664-4245-B9A7-AD48CA28082A}"/>
          </ac:spMkLst>
        </pc:spChg>
        <pc:spChg chg="add del mod">
          <ac:chgData name="Ella Vetter" userId="c6918cf5-f6c0-43cc-8499-a1f635017de9" providerId="ADAL" clId="{249B3CC9-393A-4A7B-A8F9-F21BC3FFE1E4}" dt="2020-09-01T20:38:11.854" v="5502" actId="478"/>
          <ac:spMkLst>
            <pc:docMk/>
            <pc:sldMk cId="2245104936" sldId="387"/>
            <ac:spMk id="8" creationId="{0230658B-6C66-4917-B465-998AF00BBE85}"/>
          </ac:spMkLst>
        </pc:spChg>
        <pc:spChg chg="del">
          <ac:chgData name="Ella Vetter" userId="c6918cf5-f6c0-43cc-8499-a1f635017de9" providerId="ADAL" clId="{249B3CC9-393A-4A7B-A8F9-F21BC3FFE1E4}" dt="2020-09-01T20:38:17.906" v="5504" actId="478"/>
          <ac:spMkLst>
            <pc:docMk/>
            <pc:sldMk cId="2245104936" sldId="387"/>
            <ac:spMk id="9" creationId="{1AA96B2D-BA00-420D-9D4C-B649307F52D6}"/>
          </ac:spMkLst>
        </pc:spChg>
        <pc:spChg chg="add del mod">
          <ac:chgData name="Ella Vetter" userId="c6918cf5-f6c0-43cc-8499-a1f635017de9" providerId="ADAL" clId="{249B3CC9-393A-4A7B-A8F9-F21BC3FFE1E4}" dt="2020-09-01T20:38:11.854" v="5502" actId="478"/>
          <ac:spMkLst>
            <pc:docMk/>
            <pc:sldMk cId="2245104936" sldId="387"/>
            <ac:spMk id="10" creationId="{24DA95A1-17A2-4FA7-9813-16B537D26F8B}"/>
          </ac:spMkLst>
        </pc:spChg>
        <pc:spChg chg="add del mod">
          <ac:chgData name="Ella Vetter" userId="c6918cf5-f6c0-43cc-8499-a1f635017de9" providerId="ADAL" clId="{249B3CC9-393A-4A7B-A8F9-F21BC3FFE1E4}" dt="2020-09-01T20:38:11.854" v="5502" actId="478"/>
          <ac:spMkLst>
            <pc:docMk/>
            <pc:sldMk cId="2245104936" sldId="387"/>
            <ac:spMk id="11" creationId="{A50367FD-5403-47C3-949E-969FE01DDE1B}"/>
          </ac:spMkLst>
        </pc:spChg>
      </pc:sldChg>
      <pc:sldChg chg="addSp modSp new mod">
        <pc:chgData name="Ella Vetter" userId="c6918cf5-f6c0-43cc-8499-a1f635017de9" providerId="ADAL" clId="{249B3CC9-393A-4A7B-A8F9-F21BC3FFE1E4}" dt="2020-09-01T21:24:33.188" v="6444" actId="20577"/>
        <pc:sldMkLst>
          <pc:docMk/>
          <pc:sldMk cId="2329393524" sldId="388"/>
        </pc:sldMkLst>
        <pc:spChg chg="mod">
          <ac:chgData name="Ella Vetter" userId="c6918cf5-f6c0-43cc-8499-a1f635017de9" providerId="ADAL" clId="{249B3CC9-393A-4A7B-A8F9-F21BC3FFE1E4}" dt="2020-09-01T21:13:08.979" v="6195"/>
          <ac:spMkLst>
            <pc:docMk/>
            <pc:sldMk cId="2329393524" sldId="388"/>
            <ac:spMk id="2" creationId="{E2C0C667-B993-4AED-9AF1-8D9A50058EF8}"/>
          </ac:spMkLst>
        </pc:spChg>
        <pc:spChg chg="mod">
          <ac:chgData name="Ella Vetter" userId="c6918cf5-f6c0-43cc-8499-a1f635017de9" providerId="ADAL" clId="{249B3CC9-393A-4A7B-A8F9-F21BC3FFE1E4}" dt="2020-09-01T21:24:33.188" v="6444" actId="20577"/>
          <ac:spMkLst>
            <pc:docMk/>
            <pc:sldMk cId="2329393524" sldId="388"/>
            <ac:spMk id="3" creationId="{7A5AA2E4-9CB0-4D59-9741-08327A06E43E}"/>
          </ac:spMkLst>
        </pc:spChg>
        <pc:picChg chg="add mod">
          <ac:chgData name="Ella Vetter" userId="c6918cf5-f6c0-43cc-8499-a1f635017de9" providerId="ADAL" clId="{249B3CC9-393A-4A7B-A8F9-F21BC3FFE1E4}" dt="2020-09-01T21:16:29.775" v="6294" actId="1076"/>
          <ac:picMkLst>
            <pc:docMk/>
            <pc:sldMk cId="2329393524" sldId="388"/>
            <ac:picMk id="5" creationId="{531B74A2-D675-4192-9497-9231421C3553}"/>
          </ac:picMkLst>
        </pc:picChg>
      </pc:sldChg>
      <pc:sldChg chg="addSp modSp new mod">
        <pc:chgData name="Ella Vetter" userId="c6918cf5-f6c0-43cc-8499-a1f635017de9" providerId="ADAL" clId="{249B3CC9-393A-4A7B-A8F9-F21BC3FFE1E4}" dt="2020-09-01T21:20:18.789" v="6332" actId="1035"/>
        <pc:sldMkLst>
          <pc:docMk/>
          <pc:sldMk cId="3375085823" sldId="389"/>
        </pc:sldMkLst>
        <pc:spChg chg="mod">
          <ac:chgData name="Ella Vetter" userId="c6918cf5-f6c0-43cc-8499-a1f635017de9" providerId="ADAL" clId="{249B3CC9-393A-4A7B-A8F9-F21BC3FFE1E4}" dt="2020-09-01T21:17:51.042" v="6313"/>
          <ac:spMkLst>
            <pc:docMk/>
            <pc:sldMk cId="3375085823" sldId="389"/>
            <ac:spMk id="2" creationId="{C1B220D4-A71C-4684-95DA-3B63702665C3}"/>
          </ac:spMkLst>
        </pc:spChg>
        <pc:spChg chg="mod">
          <ac:chgData name="Ella Vetter" userId="c6918cf5-f6c0-43cc-8499-a1f635017de9" providerId="ADAL" clId="{249B3CC9-393A-4A7B-A8F9-F21BC3FFE1E4}" dt="2020-09-01T21:20:16.625" v="6328" actId="1035"/>
          <ac:spMkLst>
            <pc:docMk/>
            <pc:sldMk cId="3375085823" sldId="389"/>
            <ac:spMk id="3" creationId="{750F6A95-CDF6-4C38-8412-8B761A8B7536}"/>
          </ac:spMkLst>
        </pc:spChg>
        <pc:picChg chg="add mod">
          <ac:chgData name="Ella Vetter" userId="c6918cf5-f6c0-43cc-8499-a1f635017de9" providerId="ADAL" clId="{249B3CC9-393A-4A7B-A8F9-F21BC3FFE1E4}" dt="2020-09-01T21:20:18.789" v="6332" actId="1035"/>
          <ac:picMkLst>
            <pc:docMk/>
            <pc:sldMk cId="3375085823" sldId="389"/>
            <ac:picMk id="5" creationId="{34C93F29-E513-4FF3-9B42-5D204F631B91}"/>
          </ac:picMkLst>
        </pc:picChg>
      </pc:sldChg>
      <pc:sldChg chg="modSp new del mod">
        <pc:chgData name="Ella Vetter" userId="c6918cf5-f6c0-43cc-8499-a1f635017de9" providerId="ADAL" clId="{249B3CC9-393A-4A7B-A8F9-F21BC3FFE1E4}" dt="2020-09-01T21:21:42.375" v="6358" actId="47"/>
        <pc:sldMkLst>
          <pc:docMk/>
          <pc:sldMk cId="3165266359" sldId="390"/>
        </pc:sldMkLst>
        <pc:spChg chg="mod">
          <ac:chgData name="Ella Vetter" userId="c6918cf5-f6c0-43cc-8499-a1f635017de9" providerId="ADAL" clId="{249B3CC9-393A-4A7B-A8F9-F21BC3FFE1E4}" dt="2020-09-01T21:20:53.652" v="6334"/>
          <ac:spMkLst>
            <pc:docMk/>
            <pc:sldMk cId="3165266359" sldId="390"/>
            <ac:spMk id="2" creationId="{807C64E9-2C35-47B3-832E-6E25F4553E91}"/>
          </ac:spMkLst>
        </pc:spChg>
      </pc:sldChg>
      <pc:sldChg chg="addSp delSp modSp add mod">
        <pc:chgData name="Ella Vetter" userId="c6918cf5-f6c0-43cc-8499-a1f635017de9" providerId="ADAL" clId="{249B3CC9-393A-4A7B-A8F9-F21BC3FFE1E4}" dt="2020-09-01T21:22:46.269" v="6435" actId="1076"/>
        <pc:sldMkLst>
          <pc:docMk/>
          <pc:sldMk cId="1231121153" sldId="391"/>
        </pc:sldMkLst>
        <pc:spChg chg="mod">
          <ac:chgData name="Ella Vetter" userId="c6918cf5-f6c0-43cc-8499-a1f635017de9" providerId="ADAL" clId="{249B3CC9-393A-4A7B-A8F9-F21BC3FFE1E4}" dt="2020-09-01T21:22:21.470" v="6432" actId="14100"/>
          <ac:spMkLst>
            <pc:docMk/>
            <pc:sldMk cId="1231121153" sldId="391"/>
            <ac:spMk id="3" creationId="{750F6A95-CDF6-4C38-8412-8B761A8B7536}"/>
          </ac:spMkLst>
        </pc:spChg>
        <pc:picChg chg="del">
          <ac:chgData name="Ella Vetter" userId="c6918cf5-f6c0-43cc-8499-a1f635017de9" providerId="ADAL" clId="{249B3CC9-393A-4A7B-A8F9-F21BC3FFE1E4}" dt="2020-09-01T21:21:50.539" v="6360" actId="478"/>
          <ac:picMkLst>
            <pc:docMk/>
            <pc:sldMk cId="1231121153" sldId="391"/>
            <ac:picMk id="5" creationId="{34C93F29-E513-4FF3-9B42-5D204F631B91}"/>
          </ac:picMkLst>
        </pc:picChg>
        <pc:picChg chg="add mod">
          <ac:chgData name="Ella Vetter" userId="c6918cf5-f6c0-43cc-8499-a1f635017de9" providerId="ADAL" clId="{249B3CC9-393A-4A7B-A8F9-F21BC3FFE1E4}" dt="2020-09-01T21:22:46.269" v="6435" actId="1076"/>
          <ac:picMkLst>
            <pc:docMk/>
            <pc:sldMk cId="1231121153" sldId="391"/>
            <ac:picMk id="6" creationId="{73ACA7FA-BAE3-4BEE-8D03-F43B9268C2F6}"/>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10/2/2020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2020-10-02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a:t>
            </a:fld>
            <a:endParaRPr lang="en-CA"/>
          </a:p>
        </p:txBody>
      </p:sp>
    </p:spTree>
    <p:extLst>
      <p:ext uri="{BB962C8B-B14F-4D97-AF65-F5344CB8AC3E}">
        <p14:creationId xmlns:p14="http://schemas.microsoft.com/office/powerpoint/2010/main" val="2690894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Ici s’assurer que All </a:t>
            </a:r>
            <a:r>
              <a:rPr lang="fr-CA" dirty="0" err="1"/>
              <a:t>Shipment</a:t>
            </a:r>
            <a:r>
              <a:rPr lang="fr-CA" dirty="0"/>
              <a:t> </a:t>
            </a:r>
            <a:r>
              <a:rPr lang="fr-CA" dirty="0" err="1"/>
              <a:t>Order</a:t>
            </a:r>
            <a:r>
              <a:rPr lang="fr-CA" dirty="0"/>
              <a:t> </a:t>
            </a:r>
            <a:r>
              <a:rPr lang="fr-CA" dirty="0" err="1"/>
              <a:t>Include</a:t>
            </a:r>
            <a:r>
              <a:rPr lang="fr-CA" dirty="0"/>
              <a:t> </a:t>
            </a:r>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a:t>
            </a:fld>
            <a:endParaRPr lang="en-CA"/>
          </a:p>
        </p:txBody>
      </p:sp>
    </p:spTree>
    <p:extLst>
      <p:ext uri="{BB962C8B-B14F-4D97-AF65-F5344CB8AC3E}">
        <p14:creationId xmlns:p14="http://schemas.microsoft.com/office/powerpoint/2010/main" val="393330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18</a:t>
            </a:fld>
            <a:endParaRPr lang="en-CA"/>
          </a:p>
        </p:txBody>
      </p:sp>
    </p:spTree>
    <p:extLst>
      <p:ext uri="{BB962C8B-B14F-4D97-AF65-F5344CB8AC3E}">
        <p14:creationId xmlns:p14="http://schemas.microsoft.com/office/powerpoint/2010/main" val="33113953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47</a:t>
            </a:fld>
            <a:endParaRPr lang="en-CA"/>
          </a:p>
        </p:txBody>
      </p:sp>
    </p:spTree>
    <p:extLst>
      <p:ext uri="{BB962C8B-B14F-4D97-AF65-F5344CB8AC3E}">
        <p14:creationId xmlns:p14="http://schemas.microsoft.com/office/powerpoint/2010/main" val="2904598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59</a:t>
            </a:fld>
            <a:endParaRPr lang="en-CA"/>
          </a:p>
        </p:txBody>
      </p:sp>
    </p:spTree>
    <p:extLst>
      <p:ext uri="{BB962C8B-B14F-4D97-AF65-F5344CB8AC3E}">
        <p14:creationId xmlns:p14="http://schemas.microsoft.com/office/powerpoint/2010/main" val="3743745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63</a:t>
            </a:fld>
            <a:endParaRPr lang="en-CA"/>
          </a:p>
        </p:txBody>
      </p:sp>
    </p:spTree>
    <p:extLst>
      <p:ext uri="{BB962C8B-B14F-4D97-AF65-F5344CB8AC3E}">
        <p14:creationId xmlns:p14="http://schemas.microsoft.com/office/powerpoint/2010/main" val="560014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68</a:t>
            </a:fld>
            <a:endParaRPr lang="en-CA"/>
          </a:p>
        </p:txBody>
      </p:sp>
    </p:spTree>
    <p:extLst>
      <p:ext uri="{BB962C8B-B14F-4D97-AF65-F5344CB8AC3E}">
        <p14:creationId xmlns:p14="http://schemas.microsoft.com/office/powerpoint/2010/main" val="1274375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69</a:t>
            </a:fld>
            <a:endParaRPr lang="en-CA"/>
          </a:p>
        </p:txBody>
      </p:sp>
    </p:spTree>
    <p:extLst>
      <p:ext uri="{BB962C8B-B14F-4D97-AF65-F5344CB8AC3E}">
        <p14:creationId xmlns:p14="http://schemas.microsoft.com/office/powerpoint/2010/main" val="3567670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70</a:t>
            </a:fld>
            <a:endParaRPr lang="en-CA"/>
          </a:p>
        </p:txBody>
      </p:sp>
    </p:spTree>
    <p:extLst>
      <p:ext uri="{BB962C8B-B14F-4D97-AF65-F5344CB8AC3E}">
        <p14:creationId xmlns:p14="http://schemas.microsoft.com/office/powerpoint/2010/main" val="16511081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79</a:t>
            </a:fld>
            <a:endParaRPr lang="en-CA"/>
          </a:p>
        </p:txBody>
      </p:sp>
    </p:spTree>
    <p:extLst>
      <p:ext uri="{BB962C8B-B14F-4D97-AF65-F5344CB8AC3E}">
        <p14:creationId xmlns:p14="http://schemas.microsoft.com/office/powerpoint/2010/main" val="2137020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86</a:t>
            </a:fld>
            <a:endParaRPr lang="en-CA"/>
          </a:p>
        </p:txBody>
      </p:sp>
    </p:spTree>
    <p:extLst>
      <p:ext uri="{BB962C8B-B14F-4D97-AF65-F5344CB8AC3E}">
        <p14:creationId xmlns:p14="http://schemas.microsoft.com/office/powerpoint/2010/main" val="1962853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4.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5.png"/><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8.png"/><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9.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10.pn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6.png"/><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1.png"/><Relationship Id="rId5" Type="http://schemas.openxmlformats.org/officeDocument/2006/relationships/slideLayout" Target="../slideLayouts/slideLayout2.xml"/><Relationship Id="rId4" Type="http://schemas.openxmlformats.org/officeDocument/2006/relationships/tags" Target="../tags/tag47.xml"/></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50.xml"/><Relationship Id="rId7" Type="http://schemas.openxmlformats.org/officeDocument/2006/relationships/image" Target="../media/image12.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51.xml"/></Relationships>
</file>

<file path=ppt/slides/_rels/slide19.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4.png"/><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15.png"/><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8.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0.xml"/><Relationship Id="rId1" Type="http://schemas.openxmlformats.org/officeDocument/2006/relationships/tags" Target="../tags/tag59.xml"/></Relationships>
</file>

<file path=ppt/slides/_rels/slide23.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16.png"/><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tags" Target="../tags/tag69.xml"/><Relationship Id="rId7" Type="http://schemas.openxmlformats.org/officeDocument/2006/relationships/image" Target="../media/image18.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17.png"/><Relationship Id="rId5" Type="http://schemas.openxmlformats.org/officeDocument/2006/relationships/slideLayout" Target="../slideLayouts/slideLayout2.xml"/><Relationship Id="rId4" Type="http://schemas.openxmlformats.org/officeDocument/2006/relationships/tags" Target="../tags/tag70.xml"/></Relationships>
</file>

<file path=ppt/slides/_rels/slide26.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image" Target="../media/image19.png"/><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s>
</file>

<file path=ppt/slides/_rels/slide28.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5" Type="http://schemas.openxmlformats.org/officeDocument/2006/relationships/image" Target="../media/image20.png"/><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5" Type="http://schemas.openxmlformats.org/officeDocument/2006/relationships/image" Target="../media/image21.png"/><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22.png"/><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image" Target="../media/image23.png"/><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5" Type="http://schemas.openxmlformats.org/officeDocument/2006/relationships/image" Target="../media/image24.png"/><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5" Type="http://schemas.openxmlformats.org/officeDocument/2006/relationships/image" Target="../media/image25.png"/><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tags" Target="../tags/tag97.xml"/></Relationships>
</file>

<file path=ppt/slides/_rels/slide36.xml.rels><?xml version="1.0" encoding="UTF-8" standalone="yes"?>
<Relationships xmlns="http://schemas.openxmlformats.org/package/2006/relationships"><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 Id="rId5" Type="http://schemas.openxmlformats.org/officeDocument/2006/relationships/image" Target="../media/image26.png"/><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image" Target="../media/image27.png"/><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5" Type="http://schemas.openxmlformats.org/officeDocument/2006/relationships/image" Target="../media/image28.png"/><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image" Target="../media/image29.png"/><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4.xml"/></Relationships>
</file>

<file path=ppt/slides/_rels/slide42.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image" Target="../media/image30.png"/><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5" Type="http://schemas.openxmlformats.org/officeDocument/2006/relationships/image" Target="../media/image31.png"/><Relationship Id="rId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image" Target="../media/image32.png"/><Relationship Id="rId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 Id="rId5" Type="http://schemas.openxmlformats.org/officeDocument/2006/relationships/image" Target="../media/image33.png"/><Relationship Id="rId4"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 Id="rId5" Type="http://schemas.openxmlformats.org/officeDocument/2006/relationships/image" Target="../media/image38.png"/><Relationship Id="rId4"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5" Type="http://schemas.openxmlformats.org/officeDocument/2006/relationships/image" Target="../media/image39.png"/><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 Id="rId5" Type="http://schemas.openxmlformats.org/officeDocument/2006/relationships/image" Target="../media/image40.png"/><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 Id="rId5" Type="http://schemas.openxmlformats.org/officeDocument/2006/relationships/image" Target="../media/image41.png"/><Relationship Id="rId4"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5" Type="http://schemas.openxmlformats.org/officeDocument/2006/relationships/image" Target="../media/image42.png"/><Relationship Id="rId4"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5.xml"/></Relationships>
</file>

<file path=ppt/slides/_rels/slide54.xml.rels><?xml version="1.0" encoding="UTF-8" standalone="yes"?>
<Relationships xmlns="http://schemas.openxmlformats.org/package/2006/relationships"><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 Id="rId5" Type="http://schemas.openxmlformats.org/officeDocument/2006/relationships/image" Target="../media/image43.png"/><Relationship Id="rId4"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image" Target="../media/image44.png"/><Relationship Id="rId4"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5" Type="http://schemas.openxmlformats.org/officeDocument/2006/relationships/image" Target="../media/image32.png"/><Relationship Id="rId4"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6.xml"/><Relationship Id="rId1" Type="http://schemas.openxmlformats.org/officeDocument/2006/relationships/tags" Target="../tags/tag155.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7.xml"/></Relationships>
</file>

<file path=ppt/slides/_rels/slide59.xml.rels><?xml version="1.0" encoding="UTF-8" standalone="yes"?>
<Relationships xmlns="http://schemas.openxmlformats.org/package/2006/relationships"><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image" Target="../media/image45.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 Id="rId5" Type="http://schemas.openxmlformats.org/officeDocument/2006/relationships/image" Target="../media/image46.png"/><Relationship Id="rId4"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5" Type="http://schemas.openxmlformats.org/officeDocument/2006/relationships/image" Target="../media/image47.png"/><Relationship Id="rId4"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 Id="rId5" Type="http://schemas.openxmlformats.org/officeDocument/2006/relationships/image" Target="../media/image48.png"/><Relationship Id="rId4"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tags" Target="../tags/tag172.xml"/><Relationship Id="rId7" Type="http://schemas.openxmlformats.org/officeDocument/2006/relationships/image" Target="../media/image49.png"/><Relationship Id="rId2" Type="http://schemas.openxmlformats.org/officeDocument/2006/relationships/tags" Target="../tags/tag171.xml"/><Relationship Id="rId1" Type="http://schemas.openxmlformats.org/officeDocument/2006/relationships/tags" Target="../tags/tag170.x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173.xml"/></Relationships>
</file>

<file path=ppt/slides/_rels/slide64.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5" Type="http://schemas.openxmlformats.org/officeDocument/2006/relationships/image" Target="../media/image51.png"/><Relationship Id="rId4"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5" Type="http://schemas.openxmlformats.org/officeDocument/2006/relationships/image" Target="../media/image52.png"/><Relationship Id="rId4"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tags" Target="../tags/tag182.xml"/><Relationship Id="rId7" Type="http://schemas.openxmlformats.org/officeDocument/2006/relationships/image" Target="../media/image54.png"/><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image" Target="../media/image53.png"/><Relationship Id="rId5" Type="http://schemas.openxmlformats.org/officeDocument/2006/relationships/slideLayout" Target="../slideLayouts/slideLayout2.xml"/><Relationship Id="rId4" Type="http://schemas.openxmlformats.org/officeDocument/2006/relationships/tags" Target="../tags/tag183.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84.xml"/></Relationships>
</file>

<file path=ppt/slides/_rels/slide68.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image" Target="../media/image55.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image" Target="../media/image56.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6" Type="http://schemas.openxmlformats.org/officeDocument/2006/relationships/image" Target="../media/image57.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94.xml"/></Relationships>
</file>

<file path=ppt/slides/_rels/slide72.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5" Type="http://schemas.openxmlformats.org/officeDocument/2006/relationships/image" Target="../media/image58.png"/><Relationship Id="rId4"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5" Type="http://schemas.openxmlformats.org/officeDocument/2006/relationships/image" Target="../media/image59.png"/><Relationship Id="rId4"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5" Type="http://schemas.openxmlformats.org/officeDocument/2006/relationships/image" Target="../media/image60.png"/><Relationship Id="rId4"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5" Type="http://schemas.openxmlformats.org/officeDocument/2006/relationships/image" Target="../media/image61.png"/><Relationship Id="rId4"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 Id="rId5" Type="http://schemas.openxmlformats.org/officeDocument/2006/relationships/image" Target="../media/image62.png"/><Relationship Id="rId4"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 Id="rId4"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13.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5.xml"/><Relationship Id="rId1" Type="http://schemas.openxmlformats.org/officeDocument/2006/relationships/tags" Target="../tags/tag214.xml"/><Relationship Id="rId4" Type="http://schemas.openxmlformats.org/officeDocument/2006/relationships/notesSlide" Target="../notesSlides/notesSlide11.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7.xml"/><Relationship Id="rId1" Type="http://schemas.openxmlformats.org/officeDocument/2006/relationships/tags" Target="../tags/tag216.xml"/><Relationship Id="rId4" Type="http://schemas.openxmlformats.org/officeDocument/2006/relationships/image" Target="../media/image63.png"/></Relationships>
</file>

<file path=ppt/slides/_rels/slide81.xml.rels><?xml version="1.0" encoding="UTF-8" standalone="yes"?>
<Relationships xmlns="http://schemas.openxmlformats.org/package/2006/relationships"><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 Id="rId5" Type="http://schemas.openxmlformats.org/officeDocument/2006/relationships/image" Target="../media/image64.png"/><Relationship Id="rId4"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 Id="rId5" Type="http://schemas.openxmlformats.org/officeDocument/2006/relationships/image" Target="../media/image65.png"/><Relationship Id="rId4"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 Id="rId5" Type="http://schemas.openxmlformats.org/officeDocument/2006/relationships/image" Target="../media/image66.png"/><Relationship Id="rId4"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 Id="rId5" Type="http://schemas.openxmlformats.org/officeDocument/2006/relationships/image" Target="../media/image67.png"/><Relationship Id="rId4"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 Id="rId5" Type="http://schemas.openxmlformats.org/officeDocument/2006/relationships/image" Target="../media/image68.png"/><Relationship Id="rId4"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tags" Target="../tags/tag235.xml"/><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image" Target="../media/image69.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 Id="rId5" Type="http://schemas.openxmlformats.org/officeDocument/2006/relationships/image" Target="../media/image70.png"/><Relationship Id="rId4"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 Id="rId5" Type="http://schemas.openxmlformats.org/officeDocument/2006/relationships/image" Target="../media/image71.pn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dirty="0"/>
              <a:t>Picking</a:t>
            </a:r>
            <a:endParaRPr lang="en-US" sz="4400" b="1" dirty="0"/>
          </a:p>
        </p:txBody>
      </p:sp>
      <p:sp>
        <p:nvSpPr>
          <p:cNvPr id="3" name="Subtitle 2"/>
          <p:cNvSpPr>
            <a:spLocks noGrp="1"/>
          </p:cNvSpPr>
          <p:nvPr>
            <p:ph type="subTitle" idx="1"/>
            <p:custDataLst>
              <p:tags r:id="rId2"/>
            </p:custDataLst>
          </p:nvPr>
        </p:nvSpPr>
        <p:spPr/>
        <p:txBody>
          <a:bodyPr/>
          <a:lstStyle/>
          <a:p>
            <a:r>
              <a:rPr lang="en-CA" sz="2800" dirty="0"/>
              <a:t> WMS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641C7-2ECD-475C-8E11-88F1001E6E55}"/>
              </a:ext>
            </a:extLst>
          </p:cNvPr>
          <p:cNvSpPr>
            <a:spLocks noGrp="1"/>
          </p:cNvSpPr>
          <p:nvPr>
            <p:ph type="title"/>
            <p:custDataLst>
              <p:tags r:id="rId1"/>
            </p:custDataLst>
          </p:nvPr>
        </p:nvSpPr>
        <p:spPr>
          <a:xfrm>
            <a:off x="838200" y="190955"/>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xmlns="" id="{37B56F8A-6BEF-459C-AFA4-6D790D24F1CB}"/>
              </a:ext>
            </a:extLst>
          </p:cNvPr>
          <p:cNvSpPr>
            <a:spLocks noGrp="1"/>
          </p:cNvSpPr>
          <p:nvPr>
            <p:ph idx="1"/>
            <p:custDataLst>
              <p:tags r:id="rId2"/>
            </p:custDataLst>
          </p:nvPr>
        </p:nvSpPr>
        <p:spPr>
          <a:xfrm>
            <a:off x="838200" y="896863"/>
            <a:ext cx="10515600" cy="5484009"/>
          </a:xfrm>
        </p:spPr>
        <p:txBody>
          <a:bodyPr/>
          <a:lstStyle/>
          <a:p>
            <a:pPr marL="0" indent="0" algn="just">
              <a:lnSpc>
                <a:spcPct val="150000"/>
              </a:lnSpc>
              <a:buNone/>
            </a:pPr>
            <a:r>
              <a:rPr lang="en-CA" sz="2000" dirty="0"/>
              <a:t>Outbound Order Wave……………….…......................................................................................................3</a:t>
            </a:r>
          </a:p>
          <a:p>
            <a:pPr marL="457200" lvl="1" indent="0" algn="just">
              <a:lnSpc>
                <a:spcPct val="150000"/>
              </a:lnSpc>
              <a:buNone/>
            </a:pPr>
            <a:r>
              <a:rPr lang="en-CA" sz="2000" dirty="0"/>
              <a:t>Wave Building, Planning and Release.............................................................................................3 </a:t>
            </a:r>
          </a:p>
          <a:p>
            <a:pPr marL="457200" lvl="1" indent="0" algn="just">
              <a:lnSpc>
                <a:spcPct val="150000"/>
              </a:lnSpc>
              <a:buNone/>
            </a:pPr>
            <a:r>
              <a:rPr lang="en-CA" sz="2000" dirty="0"/>
              <a:t>Additional Options: Cancelation, Suspension, </a:t>
            </a:r>
            <a:r>
              <a:rPr lang="en-CA" sz="2000" dirty="0" err="1"/>
              <a:t>Replanning</a:t>
            </a:r>
            <a:r>
              <a:rPr lang="en-CA" sz="2000" dirty="0"/>
              <a:t>…........................................................21</a:t>
            </a:r>
          </a:p>
          <a:p>
            <a:pPr marL="0" indent="0" algn="just">
              <a:lnSpc>
                <a:spcPct val="150000"/>
              </a:lnSpc>
              <a:buNone/>
            </a:pPr>
            <a:r>
              <a:rPr lang="en-CA" sz="2000" dirty="0"/>
              <a:t>Picking with a Mobile Device................................................................................................................41 </a:t>
            </a:r>
          </a:p>
          <a:p>
            <a:pPr marL="457200" lvl="1" indent="0" algn="just">
              <a:lnSpc>
                <a:spcPct val="150000"/>
              </a:lnSpc>
              <a:buNone/>
            </a:pPr>
            <a:r>
              <a:rPr lang="en-CA" sz="2000" dirty="0"/>
              <a:t>Pick by Order..................................................................................................................................41</a:t>
            </a:r>
          </a:p>
          <a:p>
            <a:pPr marL="457200" lvl="1" indent="0" algn="just">
              <a:lnSpc>
                <a:spcPct val="150000"/>
              </a:lnSpc>
              <a:buNone/>
            </a:pPr>
            <a:r>
              <a:rPr lang="en-CA" sz="2000" dirty="0"/>
              <a:t>Pick by Shipment...........................................................................................................................52</a:t>
            </a:r>
          </a:p>
          <a:p>
            <a:pPr marL="457200" lvl="1" indent="0" algn="just">
              <a:lnSpc>
                <a:spcPct val="150000"/>
              </a:lnSpc>
              <a:buNone/>
            </a:pPr>
            <a:r>
              <a:rPr lang="en-CA" sz="2000" dirty="0"/>
              <a:t>Cluster Picking...............................................................................................................................57</a:t>
            </a:r>
          </a:p>
          <a:p>
            <a:pPr marL="457200" lvl="1" indent="0" algn="just">
              <a:lnSpc>
                <a:spcPct val="150000"/>
              </a:lnSpc>
              <a:buNone/>
            </a:pPr>
            <a:r>
              <a:rPr lang="en-CA" sz="2000" dirty="0"/>
              <a:t>Container Pick Complete...............................................................................................................66</a:t>
            </a:r>
          </a:p>
          <a:p>
            <a:pPr marL="457200" lvl="1" indent="0" algn="just">
              <a:lnSpc>
                <a:spcPct val="150000"/>
              </a:lnSpc>
              <a:buNone/>
            </a:pPr>
            <a:r>
              <a:rPr lang="en-CA" sz="2000" dirty="0"/>
              <a:t>Exceptions……………………................................................................................................................70</a:t>
            </a:r>
          </a:p>
          <a:p>
            <a:pPr marL="0" indent="0" algn="just">
              <a:lnSpc>
                <a:spcPct val="150000"/>
              </a:lnSpc>
              <a:buNone/>
            </a:pPr>
            <a:r>
              <a:rPr lang="en-CA" sz="2000" dirty="0"/>
              <a:t>Conventional Picking…………………………….…..........................................................................................77</a:t>
            </a:r>
            <a:endParaRPr lang="en-CA" sz="2000" b="1" dirty="0"/>
          </a:p>
          <a:p>
            <a:pPr marL="0" indent="0" algn="just">
              <a:lnSpc>
                <a:spcPct val="150000"/>
              </a:lnSpc>
              <a:buNone/>
            </a:pPr>
            <a:endParaRPr lang="en-CA" sz="2000" dirty="0"/>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Outbound Order Wave</a:t>
            </a:r>
            <a:br>
              <a:rPr lang="en-CA" sz="4400" b="1" dirty="0"/>
            </a:br>
            <a:r>
              <a:rPr lang="en-CA" sz="4000" b="1" dirty="0" err="1"/>
              <a:t>Wave</a:t>
            </a:r>
            <a:r>
              <a:rPr lang="en-CA" sz="4000" b="1" dirty="0"/>
              <a:t> Planning and Release</a:t>
            </a:r>
            <a:endParaRPr lang="en-CA" sz="4400" b="1" dirty="0"/>
          </a:p>
        </p:txBody>
      </p:sp>
    </p:spTree>
    <p:extLst>
      <p:ext uri="{BB962C8B-B14F-4D97-AF65-F5344CB8AC3E}">
        <p14:creationId xmlns:p14="http://schemas.microsoft.com/office/powerpoint/2010/main" val="2778119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B4FEE8-E947-4CFD-A6BD-14912E07E1F3}"/>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49DE0792-526A-4BA4-B267-13F43C36580F}"/>
              </a:ext>
            </a:extLst>
          </p:cNvPr>
          <p:cNvSpPr>
            <a:spLocks noGrp="1"/>
          </p:cNvSpPr>
          <p:nvPr>
            <p:ph idx="1"/>
            <p:custDataLst>
              <p:tags r:id="rId2"/>
            </p:custDataLst>
          </p:nvPr>
        </p:nvSpPr>
        <p:spPr>
          <a:xfrm>
            <a:off x="669387" y="1252025"/>
            <a:ext cx="10515600" cy="4826463"/>
          </a:xfrm>
        </p:spPr>
        <p:txBody>
          <a:bodyPr/>
          <a:lstStyle/>
          <a:p>
            <a:pPr algn="just">
              <a:lnSpc>
                <a:spcPct val="150000"/>
              </a:lnSpc>
            </a:pPr>
            <a:r>
              <a:rPr lang="en-US" sz="2200" dirty="0"/>
              <a:t>This process allows you to select outbound orders to be grouped together allowing the release of picking in the warehouse. </a:t>
            </a:r>
          </a:p>
          <a:p>
            <a:pPr algn="just">
              <a:lnSpc>
                <a:spcPct val="150000"/>
              </a:lnSpc>
            </a:pPr>
            <a:r>
              <a:rPr lang="en-US" sz="2200" dirty="0"/>
              <a:t>Building, Planning and Releasing a wave of outbound orders make orders available for picking. </a:t>
            </a:r>
          </a:p>
          <a:p>
            <a:pPr algn="just">
              <a:lnSpc>
                <a:spcPct val="150000"/>
              </a:lnSpc>
            </a:pPr>
            <a:r>
              <a:rPr lang="en-US" sz="2200" dirty="0"/>
              <a:t>Three steps are required : </a:t>
            </a:r>
          </a:p>
          <a:p>
            <a:pPr lvl="1" algn="just">
              <a:lnSpc>
                <a:spcPct val="150000"/>
              </a:lnSpc>
              <a:buFont typeface="Wingdings" panose="05000000000000000000" pitchFamily="2" charset="2"/>
              <a:buChar char="ü"/>
            </a:pPr>
            <a:r>
              <a:rPr lang="en-US" sz="2200" dirty="0"/>
              <a:t> </a:t>
            </a:r>
            <a:r>
              <a:rPr lang="en-US" sz="2200" b="1" dirty="0"/>
              <a:t>Building</a:t>
            </a:r>
            <a:r>
              <a:rPr lang="en-US" sz="2200" dirty="0"/>
              <a:t> the wave of outbound orders, </a:t>
            </a:r>
          </a:p>
          <a:p>
            <a:pPr lvl="1" algn="just">
              <a:lnSpc>
                <a:spcPct val="150000"/>
              </a:lnSpc>
              <a:buFont typeface="Wingdings" panose="05000000000000000000" pitchFamily="2" charset="2"/>
              <a:buChar char="ü"/>
            </a:pPr>
            <a:r>
              <a:rPr lang="en-US" sz="2200" dirty="0"/>
              <a:t> </a:t>
            </a:r>
            <a:r>
              <a:rPr lang="en-US" sz="2200" b="1" dirty="0"/>
              <a:t>Planning</a:t>
            </a:r>
            <a:r>
              <a:rPr lang="en-US" sz="2200" dirty="0"/>
              <a:t> the wave, </a:t>
            </a:r>
          </a:p>
          <a:p>
            <a:pPr lvl="1" algn="just">
              <a:lnSpc>
                <a:spcPct val="150000"/>
              </a:lnSpc>
              <a:buFont typeface="Wingdings" panose="05000000000000000000" pitchFamily="2" charset="2"/>
              <a:buChar char="ü"/>
            </a:pPr>
            <a:r>
              <a:rPr lang="en-US" sz="2200" dirty="0"/>
              <a:t> And </a:t>
            </a:r>
            <a:r>
              <a:rPr lang="en-US" sz="2200" b="1" dirty="0"/>
              <a:t>releasing</a:t>
            </a:r>
            <a:r>
              <a:rPr lang="en-US" sz="2200" dirty="0"/>
              <a:t> the wave, </a:t>
            </a:r>
          </a:p>
        </p:txBody>
      </p:sp>
    </p:spTree>
    <p:extLst>
      <p:ext uri="{BB962C8B-B14F-4D97-AF65-F5344CB8AC3E}">
        <p14:creationId xmlns:p14="http://schemas.microsoft.com/office/powerpoint/2010/main" val="347045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B4FEE8-E947-4CFD-A6BD-14912E07E1F3}"/>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49DE0792-526A-4BA4-B267-13F43C36580F}"/>
              </a:ext>
            </a:extLst>
          </p:cNvPr>
          <p:cNvSpPr>
            <a:spLocks noGrp="1"/>
          </p:cNvSpPr>
          <p:nvPr>
            <p:ph idx="1"/>
            <p:custDataLst>
              <p:tags r:id="rId2"/>
            </p:custDataLst>
          </p:nvPr>
        </p:nvSpPr>
        <p:spPr>
          <a:xfrm>
            <a:off x="669387" y="1344706"/>
            <a:ext cx="6462933" cy="4733783"/>
          </a:xfrm>
        </p:spPr>
        <p:txBody>
          <a:bodyPr/>
          <a:lstStyle/>
          <a:p>
            <a:pPr marL="0" indent="0" algn="just">
              <a:lnSpc>
                <a:spcPct val="150000"/>
              </a:lnSpc>
              <a:buNone/>
            </a:pPr>
            <a:r>
              <a:rPr lang="en-US" sz="2200" dirty="0"/>
              <a:t>To </a:t>
            </a:r>
            <a:r>
              <a:rPr lang="en-US" sz="2200" u="sng" dirty="0"/>
              <a:t>build</a:t>
            </a:r>
            <a:r>
              <a:rPr lang="en-US" sz="2200" dirty="0"/>
              <a:t> a wave of outbound orders, do this: </a:t>
            </a:r>
          </a:p>
          <a:p>
            <a:pPr marL="457200" indent="-457200" algn="just">
              <a:lnSpc>
                <a:spcPct val="150000"/>
              </a:lnSpc>
              <a:buFont typeface="+mj-lt"/>
              <a:buAutoNum type="arabicPeriod"/>
            </a:pPr>
            <a:r>
              <a:rPr lang="en-US" sz="2200" dirty="0"/>
              <a:t>With a </a:t>
            </a:r>
            <a:r>
              <a:rPr lang="en-US" sz="2200" u="sng" dirty="0"/>
              <a:t>desktop computer</a:t>
            </a:r>
            <a:r>
              <a:rPr lang="en-US" sz="2200" dirty="0"/>
              <a:t>, select the </a:t>
            </a:r>
            <a:r>
              <a:rPr lang="en-US" sz="2200" b="1" dirty="0"/>
              <a:t>Outbound Order Management </a:t>
            </a:r>
            <a:r>
              <a:rPr lang="en-US" sz="2200" dirty="0"/>
              <a:t>resource.</a:t>
            </a:r>
          </a:p>
          <a:p>
            <a:pPr marL="457200" indent="-457200" algn="just">
              <a:lnSpc>
                <a:spcPct val="150000"/>
              </a:lnSpc>
              <a:buFont typeface="+mj-lt"/>
              <a:buAutoNum type="arabicPeriod"/>
            </a:pPr>
            <a:r>
              <a:rPr lang="en-US" sz="2200" dirty="0"/>
              <a:t>Under Outbound Order Management, click on </a:t>
            </a:r>
            <a:r>
              <a:rPr lang="en-US" sz="2200" b="1" dirty="0"/>
              <a:t>Orders</a:t>
            </a:r>
            <a:r>
              <a:rPr lang="en-US" sz="2200" dirty="0"/>
              <a:t>.</a:t>
            </a:r>
          </a:p>
          <a:p>
            <a:pPr marL="457200" indent="-457200" algn="just">
              <a:lnSpc>
                <a:spcPct val="150000"/>
              </a:lnSpc>
              <a:buFont typeface="+mj-lt"/>
              <a:buAutoNum type="arabicPeriod"/>
            </a:pPr>
            <a:r>
              <a:rPr lang="en-US" sz="2200" dirty="0"/>
              <a:t>Under Orders, click on </a:t>
            </a:r>
            <a:r>
              <a:rPr lang="en-US" sz="2200" b="1" dirty="0"/>
              <a:t>Outbound Order Planning – US </a:t>
            </a:r>
            <a:r>
              <a:rPr lang="en-US" sz="2200" dirty="0"/>
              <a:t>or</a:t>
            </a:r>
            <a:r>
              <a:rPr lang="en-US" sz="2200" b="1" dirty="0"/>
              <a:t> Outbound Order Planning – Canada </a:t>
            </a:r>
            <a:r>
              <a:rPr lang="en-US" sz="2200" dirty="0"/>
              <a:t>.</a:t>
            </a:r>
          </a:p>
          <a:p>
            <a:pPr marL="0" indent="0" algn="just">
              <a:lnSpc>
                <a:spcPct val="150000"/>
              </a:lnSpc>
              <a:buNone/>
            </a:pPr>
            <a:endParaRPr lang="en-US" sz="2200" dirty="0"/>
          </a:p>
        </p:txBody>
      </p:sp>
      <p:pic>
        <p:nvPicPr>
          <p:cNvPr id="7" name="Picture 6">
            <a:extLst>
              <a:ext uri="{FF2B5EF4-FFF2-40B4-BE49-F238E27FC236}">
                <a16:creationId xmlns:a16="http://schemas.microsoft.com/office/drawing/2014/main" xmlns="" id="{904BA7A3-8A55-4765-90B9-2DE6AFCC3DFE}"/>
              </a:ext>
            </a:extLst>
          </p:cNvPr>
          <p:cNvPicPr>
            <a:picLocks noChangeAspect="1"/>
          </p:cNvPicPr>
          <p:nvPr>
            <p:custDataLst>
              <p:tags r:id="rId3"/>
            </p:custDataLst>
          </p:nvPr>
        </p:nvPicPr>
        <p:blipFill>
          <a:blip r:embed="rId5"/>
          <a:stretch>
            <a:fillRect/>
          </a:stretch>
        </p:blipFill>
        <p:spPr>
          <a:xfrm>
            <a:off x="7590092" y="1027906"/>
            <a:ext cx="3305935" cy="4924937"/>
          </a:xfrm>
          <a:prstGeom prst="rect">
            <a:avLst/>
          </a:prstGeom>
        </p:spPr>
      </p:pic>
    </p:spTree>
    <p:extLst>
      <p:ext uri="{BB962C8B-B14F-4D97-AF65-F5344CB8AC3E}">
        <p14:creationId xmlns:p14="http://schemas.microsoft.com/office/powerpoint/2010/main" val="531875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805A40B-989D-4B18-9082-4FE6E30194D2}"/>
              </a:ext>
            </a:extLst>
          </p:cNvPr>
          <p:cNvSpPr>
            <a:spLocks noGrp="1"/>
          </p:cNvSpPr>
          <p:nvPr>
            <p:ph idx="1"/>
            <p:custDataLst>
              <p:tags r:id="rId2"/>
            </p:custDataLst>
          </p:nvPr>
        </p:nvSpPr>
        <p:spPr>
          <a:xfrm>
            <a:off x="534572" y="1465728"/>
            <a:ext cx="4655993" cy="4415811"/>
          </a:xfrm>
        </p:spPr>
        <p:txBody>
          <a:bodyPr/>
          <a:lstStyle/>
          <a:p>
            <a:pPr marL="457200" indent="-457200" algn="just">
              <a:lnSpc>
                <a:spcPct val="150000"/>
              </a:lnSpc>
              <a:buFont typeface="+mj-lt"/>
              <a:buAutoNum type="arabicPeriod" startAt="4"/>
            </a:pPr>
            <a:r>
              <a:rPr lang="en-US" sz="2200" dirty="0"/>
              <a:t>Specify search criteria for the order(s) you wish to plan. Upon doing so, the results of the search are displayed</a:t>
            </a:r>
            <a:r>
              <a:rPr lang="fr-FR" sz="2200" dirty="0"/>
              <a:t>: </a:t>
            </a:r>
          </a:p>
          <a:p>
            <a:pPr marL="457200" indent="-457200">
              <a:lnSpc>
                <a:spcPct val="150000"/>
              </a:lnSpc>
              <a:buFont typeface="+mj-lt"/>
              <a:buAutoNum type="arabicPeriod" startAt="4"/>
            </a:pPr>
            <a:endParaRPr lang="fr-FR" sz="2200" dirty="0"/>
          </a:p>
          <a:p>
            <a:pPr marL="457200" indent="-457200">
              <a:lnSpc>
                <a:spcPct val="150000"/>
              </a:lnSpc>
              <a:buFont typeface="+mj-lt"/>
              <a:buAutoNum type="arabicPeriod" startAt="4"/>
            </a:pPr>
            <a:endParaRPr lang="fr-FR" sz="2200" dirty="0"/>
          </a:p>
          <a:p>
            <a:pPr marL="457200" indent="-457200">
              <a:lnSpc>
                <a:spcPct val="150000"/>
              </a:lnSpc>
              <a:buFont typeface="+mj-lt"/>
              <a:buAutoNum type="arabicPeriod" startAt="4"/>
            </a:pPr>
            <a:endParaRPr lang="en-CA" sz="2200" dirty="0"/>
          </a:p>
        </p:txBody>
      </p:sp>
      <p:pic>
        <p:nvPicPr>
          <p:cNvPr id="5" name="Picture 4">
            <a:extLst>
              <a:ext uri="{FF2B5EF4-FFF2-40B4-BE49-F238E27FC236}">
                <a16:creationId xmlns:a16="http://schemas.microsoft.com/office/drawing/2014/main" xmlns="" id="{36A112A8-0242-4E73-AE0B-35B4CD1E42C5}"/>
              </a:ext>
            </a:extLst>
          </p:cNvPr>
          <p:cNvPicPr>
            <a:picLocks noChangeAspect="1"/>
          </p:cNvPicPr>
          <p:nvPr>
            <p:custDataLst>
              <p:tags r:id="rId3"/>
            </p:custDataLst>
          </p:nvPr>
        </p:nvPicPr>
        <p:blipFill>
          <a:blip r:embed="rId6"/>
          <a:stretch>
            <a:fillRect/>
          </a:stretch>
        </p:blipFill>
        <p:spPr>
          <a:xfrm>
            <a:off x="5736311" y="1418496"/>
            <a:ext cx="5921117" cy="4694148"/>
          </a:xfrm>
          <a:prstGeom prst="rect">
            <a:avLst/>
          </a:prstGeom>
        </p:spPr>
      </p:pic>
    </p:spTree>
    <p:extLst>
      <p:ext uri="{BB962C8B-B14F-4D97-AF65-F5344CB8AC3E}">
        <p14:creationId xmlns:p14="http://schemas.microsoft.com/office/powerpoint/2010/main" val="3229775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805A40B-989D-4B18-9082-4FE6E30194D2}"/>
              </a:ext>
            </a:extLst>
          </p:cNvPr>
          <p:cNvSpPr>
            <a:spLocks noGrp="1"/>
          </p:cNvSpPr>
          <p:nvPr>
            <p:ph idx="1"/>
            <p:custDataLst>
              <p:tags r:id="rId2"/>
            </p:custDataLst>
          </p:nvPr>
        </p:nvSpPr>
        <p:spPr>
          <a:xfrm>
            <a:off x="561473" y="1133484"/>
            <a:ext cx="10792327" cy="4868668"/>
          </a:xfrm>
        </p:spPr>
        <p:txBody>
          <a:bodyPr/>
          <a:lstStyle/>
          <a:p>
            <a:pPr marL="457200" indent="-457200" algn="just">
              <a:lnSpc>
                <a:spcPct val="120000"/>
              </a:lnSpc>
              <a:buFont typeface="+mj-lt"/>
              <a:buAutoNum type="arabicPeriod" startAt="5"/>
            </a:pPr>
            <a:r>
              <a:rPr lang="en-US" sz="2100" dirty="0"/>
              <a:t>Select one or more orders to include in the wave. A wave must contain at least one order. </a:t>
            </a:r>
          </a:p>
          <a:p>
            <a:pPr marL="457200" indent="-457200" algn="just">
              <a:lnSpc>
                <a:spcPct val="120000"/>
              </a:lnSpc>
              <a:buFont typeface="+mj-lt"/>
              <a:buAutoNum type="arabicPeriod" startAt="5"/>
            </a:pPr>
            <a:r>
              <a:rPr lang="en-US" sz="2100" dirty="0"/>
              <a:t>Make sure the flag is green in the All Shipment Orders Included column. This column indicates whether or not additional orders exist that are associated with the shipment number shown in the search results, but that are on hold. When the flag is red, then such orders exist. Otherwise, the flag is green.</a:t>
            </a:r>
          </a:p>
          <a:p>
            <a:pPr marL="457200" indent="-457200" algn="just">
              <a:lnSpc>
                <a:spcPct val="120000"/>
              </a:lnSpc>
              <a:buFont typeface="+mj-lt"/>
              <a:buAutoNum type="arabicPeriod" startAt="5"/>
            </a:pPr>
            <a:r>
              <a:rPr lang="en-US" sz="2100" dirty="0"/>
              <a:t>Then select the Build Wave action.</a:t>
            </a:r>
          </a:p>
        </p:txBody>
      </p:sp>
      <p:pic>
        <p:nvPicPr>
          <p:cNvPr id="6" name="Picture 5">
            <a:extLst>
              <a:ext uri="{FF2B5EF4-FFF2-40B4-BE49-F238E27FC236}">
                <a16:creationId xmlns:a16="http://schemas.microsoft.com/office/drawing/2014/main" xmlns="" id="{9C0A6674-EC91-43A5-B7E9-100C6AA091AC}"/>
              </a:ext>
            </a:extLst>
          </p:cNvPr>
          <p:cNvPicPr>
            <a:picLocks noChangeAspect="1"/>
          </p:cNvPicPr>
          <p:nvPr>
            <p:custDataLst>
              <p:tags r:id="rId3"/>
            </p:custDataLst>
          </p:nvPr>
        </p:nvPicPr>
        <p:blipFill rotWithShape="1">
          <a:blip r:embed="rId6"/>
          <a:srcRect b="3096"/>
          <a:stretch/>
        </p:blipFill>
        <p:spPr>
          <a:xfrm>
            <a:off x="561473" y="3951659"/>
            <a:ext cx="10391274" cy="2334152"/>
          </a:xfrm>
          <a:prstGeom prst="rect">
            <a:avLst/>
          </a:prstGeom>
        </p:spPr>
      </p:pic>
    </p:spTree>
    <p:extLst>
      <p:ext uri="{BB962C8B-B14F-4D97-AF65-F5344CB8AC3E}">
        <p14:creationId xmlns:p14="http://schemas.microsoft.com/office/powerpoint/2010/main" val="843239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805A40B-989D-4B18-9082-4FE6E30194D2}"/>
              </a:ext>
            </a:extLst>
          </p:cNvPr>
          <p:cNvSpPr>
            <a:spLocks noGrp="1"/>
          </p:cNvSpPr>
          <p:nvPr>
            <p:ph idx="1"/>
            <p:custDataLst>
              <p:tags r:id="rId2"/>
            </p:custDataLst>
          </p:nvPr>
        </p:nvSpPr>
        <p:spPr>
          <a:xfrm>
            <a:off x="838200" y="1383599"/>
            <a:ext cx="5590735" cy="4685788"/>
          </a:xfrm>
        </p:spPr>
        <p:txBody>
          <a:bodyPr/>
          <a:lstStyle/>
          <a:p>
            <a:pPr marL="457200" indent="-457200" algn="just">
              <a:lnSpc>
                <a:spcPct val="150000"/>
              </a:lnSpc>
              <a:buFont typeface="+mj-lt"/>
              <a:buAutoNum type="arabicPeriod" startAt="8"/>
            </a:pPr>
            <a:r>
              <a:rPr lang="en-US" sz="2200" dirty="0"/>
              <a:t>A new Wave Assignment window appears. The next available wave number is displayed. Take note of the wave number for future reference. </a:t>
            </a:r>
          </a:p>
          <a:p>
            <a:pPr marL="457200" indent="-457200" algn="just">
              <a:lnSpc>
                <a:spcPct val="150000"/>
              </a:lnSpc>
              <a:buFont typeface="+mj-lt"/>
              <a:buAutoNum type="arabicPeriod" startAt="8"/>
            </a:pPr>
            <a:r>
              <a:rPr lang="en-US" sz="2200" dirty="0"/>
              <a:t>Select the Submit action to confirm. </a:t>
            </a:r>
          </a:p>
        </p:txBody>
      </p:sp>
      <p:grpSp>
        <p:nvGrpSpPr>
          <p:cNvPr id="8" name="Group 7">
            <a:extLst>
              <a:ext uri="{FF2B5EF4-FFF2-40B4-BE49-F238E27FC236}">
                <a16:creationId xmlns:a16="http://schemas.microsoft.com/office/drawing/2014/main" xmlns="" id="{C6182DEC-E311-443F-AC3F-96CC8C3E8C65}"/>
              </a:ext>
            </a:extLst>
          </p:cNvPr>
          <p:cNvGrpSpPr/>
          <p:nvPr>
            <p:custDataLst>
              <p:tags r:id="rId3"/>
            </p:custDataLst>
          </p:nvPr>
        </p:nvGrpSpPr>
        <p:grpSpPr>
          <a:xfrm>
            <a:off x="7234988" y="1162970"/>
            <a:ext cx="3942347" cy="4906417"/>
            <a:chOff x="7989036" y="208248"/>
            <a:chExt cx="3620964" cy="4419378"/>
          </a:xfrm>
        </p:grpSpPr>
        <p:pic>
          <p:nvPicPr>
            <p:cNvPr id="5" name="Picture 4">
              <a:extLst>
                <a:ext uri="{FF2B5EF4-FFF2-40B4-BE49-F238E27FC236}">
                  <a16:creationId xmlns:a16="http://schemas.microsoft.com/office/drawing/2014/main" xmlns="" id="{56F12DDD-10BD-450B-900D-309358C86296}"/>
                </a:ext>
              </a:extLst>
            </p:cNvPr>
            <p:cNvPicPr>
              <a:picLocks noChangeAspect="1"/>
            </p:cNvPicPr>
            <p:nvPr/>
          </p:nvPicPr>
          <p:blipFill rotWithShape="1">
            <a:blip r:embed="rId5"/>
            <a:srcRect b="73597"/>
            <a:stretch/>
          </p:blipFill>
          <p:spPr>
            <a:xfrm>
              <a:off x="7989036" y="208248"/>
              <a:ext cx="3620964" cy="1700763"/>
            </a:xfrm>
            <a:prstGeom prst="rect">
              <a:avLst/>
            </a:prstGeom>
          </p:spPr>
        </p:pic>
        <p:pic>
          <p:nvPicPr>
            <p:cNvPr id="6" name="Picture 5">
              <a:extLst>
                <a:ext uri="{FF2B5EF4-FFF2-40B4-BE49-F238E27FC236}">
                  <a16:creationId xmlns:a16="http://schemas.microsoft.com/office/drawing/2014/main" xmlns="" id="{D16C046A-999E-4D3C-9E50-2770D3BE587E}"/>
                </a:ext>
              </a:extLst>
            </p:cNvPr>
            <p:cNvPicPr>
              <a:picLocks noChangeAspect="1"/>
            </p:cNvPicPr>
            <p:nvPr/>
          </p:nvPicPr>
          <p:blipFill rotWithShape="1">
            <a:blip r:embed="rId5"/>
            <a:srcRect t="56841"/>
            <a:stretch/>
          </p:blipFill>
          <p:spPr>
            <a:xfrm>
              <a:off x="7989036" y="1847565"/>
              <a:ext cx="3620964" cy="2780061"/>
            </a:xfrm>
            <a:prstGeom prst="rect">
              <a:avLst/>
            </a:prstGeom>
          </p:spPr>
        </p:pic>
      </p:grpSp>
    </p:spTree>
    <p:extLst>
      <p:ext uri="{BB962C8B-B14F-4D97-AF65-F5344CB8AC3E}">
        <p14:creationId xmlns:p14="http://schemas.microsoft.com/office/powerpoint/2010/main" val="2061828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805A40B-989D-4B18-9082-4FE6E30194D2}"/>
              </a:ext>
            </a:extLst>
          </p:cNvPr>
          <p:cNvSpPr>
            <a:spLocks noGrp="1"/>
          </p:cNvSpPr>
          <p:nvPr>
            <p:ph idx="1"/>
            <p:custDataLst>
              <p:tags r:id="rId2"/>
            </p:custDataLst>
          </p:nvPr>
        </p:nvSpPr>
        <p:spPr>
          <a:xfrm>
            <a:off x="838200" y="1143000"/>
            <a:ext cx="10515600" cy="4778469"/>
          </a:xfrm>
        </p:spPr>
        <p:txBody>
          <a:bodyPr/>
          <a:lstStyle/>
          <a:p>
            <a:pPr marL="457200" indent="-457200" algn="just">
              <a:lnSpc>
                <a:spcPct val="150000"/>
              </a:lnSpc>
              <a:buFont typeface="+mj-lt"/>
              <a:buAutoNum type="arabicPeriod" startAt="10"/>
            </a:pPr>
            <a:r>
              <a:rPr lang="en-US" sz="2200" dirty="0"/>
              <a:t>The system will create a wave with the “BLD - Build in Progress” status, and then will advance automatically to the Wave Management resource. </a:t>
            </a:r>
          </a:p>
          <a:p>
            <a:pPr marL="457200" indent="-457200" algn="just">
              <a:lnSpc>
                <a:spcPct val="150000"/>
              </a:lnSpc>
              <a:buFont typeface="+mj-lt"/>
              <a:buAutoNum type="arabicPeriod" startAt="10"/>
            </a:pPr>
            <a:endParaRPr lang="en-US" sz="2200" dirty="0"/>
          </a:p>
          <a:p>
            <a:pPr marL="457200" indent="-457200" algn="just">
              <a:lnSpc>
                <a:spcPct val="150000"/>
              </a:lnSpc>
              <a:buFont typeface="+mj-lt"/>
              <a:buAutoNum type="arabicPeriod" startAt="10"/>
            </a:pPr>
            <a:endParaRPr lang="en-US" sz="2200" dirty="0"/>
          </a:p>
          <a:p>
            <a:pPr marL="457200" indent="-457200" algn="just">
              <a:lnSpc>
                <a:spcPct val="150000"/>
              </a:lnSpc>
              <a:buFont typeface="+mj-lt"/>
              <a:buAutoNum type="arabicPeriod" startAt="10"/>
            </a:pPr>
            <a:endParaRPr lang="en-US" sz="2200" dirty="0"/>
          </a:p>
          <a:p>
            <a:pPr marL="457200" indent="-457200" algn="just">
              <a:lnSpc>
                <a:spcPct val="150000"/>
              </a:lnSpc>
              <a:buFont typeface="+mj-lt"/>
              <a:buAutoNum type="arabicPeriod" startAt="10"/>
            </a:pPr>
            <a:endParaRPr lang="en-US" sz="2200" dirty="0"/>
          </a:p>
          <a:p>
            <a:pPr marL="0" indent="0" algn="just">
              <a:lnSpc>
                <a:spcPct val="150000"/>
              </a:lnSpc>
              <a:buNone/>
            </a:pPr>
            <a:endParaRPr lang="en-US" sz="4000" dirty="0"/>
          </a:p>
          <a:p>
            <a:pPr algn="just">
              <a:lnSpc>
                <a:spcPct val="150000"/>
              </a:lnSpc>
              <a:buFont typeface="Wingdings" panose="05000000000000000000" pitchFamily="2" charset="2"/>
              <a:buChar char="ü"/>
            </a:pPr>
            <a:r>
              <a:rPr lang="en-US" sz="2200" dirty="0"/>
              <a:t> You are now ready to plan the wave. </a:t>
            </a:r>
          </a:p>
          <a:p>
            <a:pPr marL="457200" indent="-457200" algn="just">
              <a:lnSpc>
                <a:spcPct val="150000"/>
              </a:lnSpc>
              <a:buFont typeface="+mj-lt"/>
              <a:buAutoNum type="arabicPeriod" startAt="9"/>
            </a:pPr>
            <a:endParaRPr lang="en-US" sz="2200" dirty="0"/>
          </a:p>
          <a:p>
            <a:pPr marL="457200" indent="-457200" algn="just">
              <a:lnSpc>
                <a:spcPct val="150000"/>
              </a:lnSpc>
              <a:buFont typeface="+mj-lt"/>
              <a:buAutoNum type="arabicPeriod" startAt="9"/>
            </a:pPr>
            <a:endParaRPr lang="en-US" sz="2200" dirty="0"/>
          </a:p>
          <a:p>
            <a:pPr marL="457200" indent="-457200" algn="just">
              <a:lnSpc>
                <a:spcPct val="150000"/>
              </a:lnSpc>
              <a:buFont typeface="+mj-lt"/>
              <a:buAutoNum type="arabicPeriod" startAt="9"/>
            </a:pPr>
            <a:endParaRPr lang="en-US" sz="2200" dirty="0"/>
          </a:p>
          <a:p>
            <a:pPr marL="0" indent="0" algn="just">
              <a:lnSpc>
                <a:spcPct val="150000"/>
              </a:lnSpc>
              <a:buNone/>
            </a:pPr>
            <a:endParaRPr lang="en-US" sz="2200" dirty="0"/>
          </a:p>
        </p:txBody>
      </p:sp>
      <p:pic>
        <p:nvPicPr>
          <p:cNvPr id="6" name="Picture 5">
            <a:extLst>
              <a:ext uri="{FF2B5EF4-FFF2-40B4-BE49-F238E27FC236}">
                <a16:creationId xmlns:a16="http://schemas.microsoft.com/office/drawing/2014/main" xmlns="" id="{1A01C3AC-5BD8-4595-B241-D642F85CCF21}"/>
              </a:ext>
            </a:extLst>
          </p:cNvPr>
          <p:cNvPicPr>
            <a:picLocks noChangeAspect="1"/>
          </p:cNvPicPr>
          <p:nvPr>
            <p:custDataLst>
              <p:tags r:id="rId3"/>
            </p:custDataLst>
          </p:nvPr>
        </p:nvPicPr>
        <p:blipFill>
          <a:blip r:embed="rId5"/>
          <a:stretch>
            <a:fillRect/>
          </a:stretch>
        </p:blipFill>
        <p:spPr>
          <a:xfrm>
            <a:off x="838200" y="2289642"/>
            <a:ext cx="10306551" cy="3563648"/>
          </a:xfrm>
          <a:prstGeom prst="rect">
            <a:avLst/>
          </a:prstGeom>
        </p:spPr>
      </p:pic>
    </p:spTree>
    <p:extLst>
      <p:ext uri="{BB962C8B-B14F-4D97-AF65-F5344CB8AC3E}">
        <p14:creationId xmlns:p14="http://schemas.microsoft.com/office/powerpoint/2010/main" val="119371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805A40B-989D-4B18-9082-4FE6E30194D2}"/>
              </a:ext>
            </a:extLst>
          </p:cNvPr>
          <p:cNvSpPr>
            <a:spLocks noGrp="1"/>
          </p:cNvSpPr>
          <p:nvPr>
            <p:ph idx="1"/>
            <p:custDataLst>
              <p:tags r:id="rId2"/>
            </p:custDataLst>
          </p:nvPr>
        </p:nvSpPr>
        <p:spPr>
          <a:xfrm>
            <a:off x="838200" y="1304366"/>
            <a:ext cx="10515600" cy="4872598"/>
          </a:xfrm>
        </p:spPr>
        <p:txBody>
          <a:bodyPr/>
          <a:lstStyle/>
          <a:p>
            <a:pPr marL="457200" indent="-457200" algn="just">
              <a:lnSpc>
                <a:spcPct val="150000"/>
              </a:lnSpc>
              <a:buFont typeface="+mj-lt"/>
              <a:buAutoNum type="arabicPeriod" startAt="11"/>
            </a:pPr>
            <a:r>
              <a:rPr lang="en-US" sz="2200" dirty="0"/>
              <a:t>At this stage, two options are available:</a:t>
            </a:r>
          </a:p>
          <a:p>
            <a:pPr lvl="1" algn="just">
              <a:lnSpc>
                <a:spcPct val="150000"/>
              </a:lnSpc>
              <a:buFont typeface="Wingdings" panose="05000000000000000000" pitchFamily="2" charset="2"/>
              <a:buChar char="ü"/>
            </a:pPr>
            <a:r>
              <a:rPr lang="en-US" sz="2200" dirty="0"/>
              <a:t> Option 1 : Plan the wave you just built by continuing directly with the Wave Management resource. Refer to the step #17 (slide 13) for the rest of this process.</a:t>
            </a:r>
          </a:p>
          <a:p>
            <a:pPr lvl="1" algn="just">
              <a:lnSpc>
                <a:spcPct val="150000"/>
              </a:lnSpc>
              <a:buFont typeface="Wingdings" panose="05000000000000000000" pitchFamily="2" charset="2"/>
              <a:buChar char="ü"/>
            </a:pPr>
            <a:r>
              <a:rPr lang="en-US" sz="2200" dirty="0"/>
              <a:t> Option 2 : Exit the Wave Management resource by clicking on Close in the top right corner and plan the wave later.</a:t>
            </a:r>
          </a:p>
          <a:p>
            <a:pPr lvl="1" algn="just">
              <a:lnSpc>
                <a:spcPct val="150000"/>
              </a:lnSpc>
              <a:buFont typeface="Wingdings" panose="05000000000000000000" pitchFamily="2" charset="2"/>
              <a:buChar char="ü"/>
            </a:pPr>
            <a:endParaRPr lang="en-US" sz="2200" dirty="0"/>
          </a:p>
          <a:p>
            <a:pPr marL="457200" indent="-457200" algn="just">
              <a:lnSpc>
                <a:spcPct val="150000"/>
              </a:lnSpc>
              <a:buFont typeface="+mj-lt"/>
              <a:buAutoNum type="arabicPeriod" startAt="11"/>
            </a:pPr>
            <a:endParaRPr lang="en-US" sz="2200" dirty="0"/>
          </a:p>
          <a:p>
            <a:pPr marL="457200" indent="-457200" algn="just">
              <a:lnSpc>
                <a:spcPct val="150000"/>
              </a:lnSpc>
              <a:buFont typeface="+mj-lt"/>
              <a:buAutoNum type="arabicPeriod" startAt="11"/>
            </a:pPr>
            <a:endParaRPr lang="en-US" sz="2200" dirty="0"/>
          </a:p>
          <a:p>
            <a:pPr marL="0" indent="0" algn="just">
              <a:lnSpc>
                <a:spcPct val="150000"/>
              </a:lnSpc>
              <a:buNone/>
            </a:pPr>
            <a:endParaRPr lang="en-US" sz="2200" dirty="0"/>
          </a:p>
        </p:txBody>
      </p:sp>
      <p:pic>
        <p:nvPicPr>
          <p:cNvPr id="5" name="Picture 4">
            <a:extLst>
              <a:ext uri="{FF2B5EF4-FFF2-40B4-BE49-F238E27FC236}">
                <a16:creationId xmlns:a16="http://schemas.microsoft.com/office/drawing/2014/main" xmlns="" id="{E1490E6B-1EDA-45D8-B263-626E79985C0E}"/>
              </a:ext>
            </a:extLst>
          </p:cNvPr>
          <p:cNvPicPr>
            <a:picLocks noChangeAspect="1"/>
          </p:cNvPicPr>
          <p:nvPr>
            <p:custDataLst>
              <p:tags r:id="rId3"/>
            </p:custDataLst>
          </p:nvPr>
        </p:nvPicPr>
        <p:blipFill>
          <a:blip r:embed="rId5"/>
          <a:stretch>
            <a:fillRect/>
          </a:stretch>
        </p:blipFill>
        <p:spPr>
          <a:xfrm>
            <a:off x="336885" y="4276471"/>
            <a:ext cx="11502189" cy="1477124"/>
          </a:xfrm>
          <a:prstGeom prst="rect">
            <a:avLst/>
          </a:prstGeom>
        </p:spPr>
      </p:pic>
    </p:spTree>
    <p:extLst>
      <p:ext uri="{BB962C8B-B14F-4D97-AF65-F5344CB8AC3E}">
        <p14:creationId xmlns:p14="http://schemas.microsoft.com/office/powerpoint/2010/main" val="4042690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4" name="Content Placeholder 2">
            <a:extLst>
              <a:ext uri="{FF2B5EF4-FFF2-40B4-BE49-F238E27FC236}">
                <a16:creationId xmlns:a16="http://schemas.microsoft.com/office/drawing/2014/main" xmlns="" id="{F0B96CBA-C360-4735-BBDF-8CB2B0BC0C77}"/>
              </a:ext>
            </a:extLst>
          </p:cNvPr>
          <p:cNvSpPr txBox="1">
            <a:spLocks/>
          </p:cNvSpPr>
          <p:nvPr>
            <p:custDataLst>
              <p:tags r:id="rId2"/>
            </p:custDataLst>
          </p:nvPr>
        </p:nvSpPr>
        <p:spPr>
          <a:xfrm>
            <a:off x="838200" y="1331259"/>
            <a:ext cx="6462933" cy="4491736"/>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200" dirty="0"/>
              <a:t>To </a:t>
            </a:r>
            <a:r>
              <a:rPr lang="en-US" sz="2200" u="sng" dirty="0"/>
              <a:t>plan</a:t>
            </a:r>
            <a:r>
              <a:rPr lang="en-US" sz="2200" dirty="0"/>
              <a:t> a wave of outbound orders by choosing the second option, do this: </a:t>
            </a:r>
          </a:p>
          <a:p>
            <a:pPr marL="457200" indent="-457200" algn="just">
              <a:lnSpc>
                <a:spcPct val="150000"/>
              </a:lnSpc>
              <a:buFont typeface="+mj-lt"/>
              <a:buAutoNum type="arabicPeriod" startAt="12"/>
            </a:pPr>
            <a:r>
              <a:rPr lang="en-US" sz="2200" dirty="0"/>
              <a:t>With a </a:t>
            </a:r>
            <a:r>
              <a:rPr lang="en-US" sz="2200" u="sng" dirty="0"/>
              <a:t>desktop computer</a:t>
            </a:r>
            <a:r>
              <a:rPr lang="en-US" sz="2200" dirty="0"/>
              <a:t>, select the </a:t>
            </a:r>
            <a:r>
              <a:rPr lang="en-US" sz="2200" b="1" dirty="0"/>
              <a:t>Outbound Order Management </a:t>
            </a:r>
            <a:r>
              <a:rPr lang="en-US" sz="2200" dirty="0"/>
              <a:t>resource.</a:t>
            </a:r>
          </a:p>
          <a:p>
            <a:pPr marL="457200" indent="-457200" algn="just">
              <a:lnSpc>
                <a:spcPct val="150000"/>
              </a:lnSpc>
              <a:buFont typeface="+mj-lt"/>
              <a:buAutoNum type="arabicPeriod" startAt="12"/>
            </a:pPr>
            <a:r>
              <a:rPr lang="en-US" sz="2200" dirty="0"/>
              <a:t>Under Outbound Order Management, click on </a:t>
            </a:r>
            <a:r>
              <a:rPr lang="en-US" sz="2200" b="1" dirty="0"/>
              <a:t>Orders</a:t>
            </a:r>
            <a:r>
              <a:rPr lang="en-US" sz="2200" dirty="0"/>
              <a:t>.</a:t>
            </a:r>
          </a:p>
          <a:p>
            <a:pPr marL="457200" indent="-457200" algn="just">
              <a:lnSpc>
                <a:spcPct val="150000"/>
              </a:lnSpc>
              <a:buFont typeface="+mj-lt"/>
              <a:buAutoNum type="arabicPeriod" startAt="12"/>
            </a:pPr>
            <a:r>
              <a:rPr lang="en-US" sz="2200" dirty="0"/>
              <a:t>Under Orders, click on </a:t>
            </a:r>
            <a:r>
              <a:rPr lang="en-US" sz="2200" b="1" dirty="0"/>
              <a:t>Wave Management</a:t>
            </a:r>
            <a:r>
              <a:rPr lang="en-US" sz="2200" dirty="0"/>
              <a:t>.</a:t>
            </a:r>
          </a:p>
          <a:p>
            <a:pPr marL="0" indent="0" algn="just">
              <a:lnSpc>
                <a:spcPct val="150000"/>
              </a:lnSpc>
              <a:buFont typeface="Arial" panose="020B0604020202020204" pitchFamily="34" charset="0"/>
              <a:buNone/>
            </a:pPr>
            <a:endParaRPr lang="en-US" sz="2200" dirty="0">
              <a:highlight>
                <a:srgbClr val="FFFF00"/>
              </a:highlight>
            </a:endParaRPr>
          </a:p>
        </p:txBody>
      </p:sp>
      <p:pic>
        <p:nvPicPr>
          <p:cNvPr id="8" name="Picture 7">
            <a:extLst>
              <a:ext uri="{FF2B5EF4-FFF2-40B4-BE49-F238E27FC236}">
                <a16:creationId xmlns:a16="http://schemas.microsoft.com/office/drawing/2014/main" xmlns="" id="{E56CF275-0221-4969-BBF5-A09B18FDB370}"/>
              </a:ext>
            </a:extLst>
          </p:cNvPr>
          <p:cNvPicPr>
            <a:picLocks noChangeAspect="1"/>
          </p:cNvPicPr>
          <p:nvPr>
            <p:custDataLst>
              <p:tags r:id="rId3"/>
            </p:custDataLst>
          </p:nvPr>
        </p:nvPicPr>
        <p:blipFill>
          <a:blip r:embed="rId5"/>
          <a:stretch>
            <a:fillRect/>
          </a:stretch>
        </p:blipFill>
        <p:spPr>
          <a:xfrm>
            <a:off x="7598664" y="1027906"/>
            <a:ext cx="2992059" cy="4507147"/>
          </a:xfrm>
          <a:prstGeom prst="rect">
            <a:avLst/>
          </a:prstGeom>
        </p:spPr>
      </p:pic>
    </p:spTree>
    <p:extLst>
      <p:ext uri="{BB962C8B-B14F-4D97-AF65-F5344CB8AC3E}">
        <p14:creationId xmlns:p14="http://schemas.microsoft.com/office/powerpoint/2010/main" val="3451428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805A40B-989D-4B18-9082-4FE6E30194D2}"/>
              </a:ext>
            </a:extLst>
          </p:cNvPr>
          <p:cNvSpPr>
            <a:spLocks noGrp="1"/>
          </p:cNvSpPr>
          <p:nvPr>
            <p:ph idx="1"/>
            <p:custDataLst>
              <p:tags r:id="rId2"/>
            </p:custDataLst>
          </p:nvPr>
        </p:nvSpPr>
        <p:spPr>
          <a:xfrm>
            <a:off x="838200" y="1169895"/>
            <a:ext cx="10515600" cy="4778469"/>
          </a:xfrm>
        </p:spPr>
        <p:txBody>
          <a:bodyPr/>
          <a:lstStyle/>
          <a:p>
            <a:pPr marL="457200" indent="-457200" algn="just">
              <a:lnSpc>
                <a:spcPct val="150000"/>
              </a:lnSpc>
              <a:buFont typeface="+mj-lt"/>
              <a:buAutoNum type="arabicPeriod" startAt="15"/>
            </a:pPr>
            <a:r>
              <a:rPr lang="en-US" sz="2200" dirty="0"/>
              <a:t>Perform a search that will retrieve the wave you wish to plan.</a:t>
            </a:r>
            <a:endParaRPr lang="fr-FR" sz="2200" dirty="0"/>
          </a:p>
          <a:p>
            <a:pPr marL="457200" indent="-457200" algn="just">
              <a:lnSpc>
                <a:spcPct val="150000"/>
              </a:lnSpc>
              <a:buFont typeface="+mj-lt"/>
              <a:buAutoNum type="arabicPeriod" startAt="15"/>
            </a:pPr>
            <a:r>
              <a:rPr lang="en-US" sz="2200" dirty="0"/>
              <a:t>Select the wave. The wave must be assigned a status of “BLD </a:t>
            </a:r>
            <a:r>
              <a:rPr lang="fr-FR" sz="2200" dirty="0"/>
              <a:t>- </a:t>
            </a:r>
            <a:r>
              <a:rPr lang="fr-FR" sz="2200" dirty="0" err="1"/>
              <a:t>Build</a:t>
            </a:r>
            <a:r>
              <a:rPr lang="fr-FR" sz="2200" dirty="0"/>
              <a:t> in Progress</a:t>
            </a:r>
            <a:r>
              <a:rPr lang="en-US" sz="2200" dirty="0"/>
              <a:t>”. </a:t>
            </a:r>
            <a:r>
              <a:rPr lang="fr-CA" sz="2200" dirty="0"/>
              <a:t> </a:t>
            </a:r>
          </a:p>
          <a:p>
            <a:pPr marL="0" indent="0" algn="just">
              <a:lnSpc>
                <a:spcPct val="150000"/>
              </a:lnSpc>
              <a:buNone/>
            </a:pPr>
            <a:endParaRPr lang="fr-CA" sz="2200" dirty="0"/>
          </a:p>
          <a:p>
            <a:pPr marL="457200" indent="-457200" algn="just">
              <a:lnSpc>
                <a:spcPct val="150000"/>
              </a:lnSpc>
              <a:buFont typeface="+mj-lt"/>
              <a:buAutoNum type="arabicPeriod" startAt="14"/>
            </a:pPr>
            <a:endParaRPr lang="en-US" sz="2200" dirty="0"/>
          </a:p>
          <a:p>
            <a:pPr marL="457200" indent="-457200" algn="just">
              <a:lnSpc>
                <a:spcPct val="150000"/>
              </a:lnSpc>
              <a:buFont typeface="+mj-lt"/>
              <a:buAutoNum type="arabicPeriod" startAt="14"/>
            </a:pPr>
            <a:endParaRPr lang="en-US" sz="2200" dirty="0"/>
          </a:p>
          <a:p>
            <a:pPr marL="457200" indent="-457200" algn="just">
              <a:lnSpc>
                <a:spcPct val="150000"/>
              </a:lnSpc>
              <a:buFont typeface="+mj-lt"/>
              <a:buAutoNum type="arabicPeriod" startAt="14"/>
            </a:pPr>
            <a:endParaRPr lang="en-US" sz="2200" dirty="0"/>
          </a:p>
          <a:p>
            <a:pPr marL="0" indent="0" algn="just">
              <a:lnSpc>
                <a:spcPct val="150000"/>
              </a:lnSpc>
              <a:buNone/>
            </a:pPr>
            <a:endParaRPr lang="en-US" sz="2200" dirty="0"/>
          </a:p>
        </p:txBody>
      </p:sp>
      <p:pic>
        <p:nvPicPr>
          <p:cNvPr id="5" name="Picture 4">
            <a:extLst>
              <a:ext uri="{FF2B5EF4-FFF2-40B4-BE49-F238E27FC236}">
                <a16:creationId xmlns:a16="http://schemas.microsoft.com/office/drawing/2014/main" xmlns="" id="{7DB8FE31-69DF-47F8-8046-F3A71107FB82}"/>
              </a:ext>
            </a:extLst>
          </p:cNvPr>
          <p:cNvPicPr>
            <a:picLocks noChangeAspect="1"/>
          </p:cNvPicPr>
          <p:nvPr>
            <p:custDataLst>
              <p:tags r:id="rId3"/>
            </p:custDataLst>
          </p:nvPr>
        </p:nvPicPr>
        <p:blipFill>
          <a:blip r:embed="rId5"/>
          <a:stretch>
            <a:fillRect/>
          </a:stretch>
        </p:blipFill>
        <p:spPr>
          <a:xfrm>
            <a:off x="567140" y="2495458"/>
            <a:ext cx="10786660" cy="3811541"/>
          </a:xfrm>
          <a:prstGeom prst="rect">
            <a:avLst/>
          </a:prstGeom>
        </p:spPr>
      </p:pic>
    </p:spTree>
    <p:extLst>
      <p:ext uri="{BB962C8B-B14F-4D97-AF65-F5344CB8AC3E}">
        <p14:creationId xmlns:p14="http://schemas.microsoft.com/office/powerpoint/2010/main" val="2645279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805A40B-989D-4B18-9082-4FE6E30194D2}"/>
              </a:ext>
            </a:extLst>
          </p:cNvPr>
          <p:cNvSpPr>
            <a:spLocks noGrp="1"/>
          </p:cNvSpPr>
          <p:nvPr>
            <p:ph idx="1"/>
            <p:custDataLst>
              <p:tags r:id="rId2"/>
            </p:custDataLst>
          </p:nvPr>
        </p:nvSpPr>
        <p:spPr>
          <a:xfrm>
            <a:off x="838200" y="1156447"/>
            <a:ext cx="10515600" cy="4899493"/>
          </a:xfrm>
        </p:spPr>
        <p:txBody>
          <a:bodyPr/>
          <a:lstStyle/>
          <a:p>
            <a:pPr marL="457200" indent="-457200" algn="just">
              <a:lnSpc>
                <a:spcPct val="150000"/>
              </a:lnSpc>
              <a:buFont typeface="+mj-lt"/>
              <a:buAutoNum type="arabicPeriod" startAt="17"/>
            </a:pPr>
            <a:r>
              <a:rPr lang="en-US" sz="2200" dirty="0"/>
              <a:t>Select the Use Record as Criteria for Action button and click on the Plan action</a:t>
            </a:r>
            <a:r>
              <a:rPr lang="fr-CA" sz="2200" dirty="0"/>
              <a:t>. </a:t>
            </a:r>
          </a:p>
          <a:p>
            <a:pPr marL="457200" indent="-457200" algn="just">
              <a:lnSpc>
                <a:spcPct val="150000"/>
              </a:lnSpc>
              <a:buFont typeface="+mj-lt"/>
              <a:buAutoNum type="arabicPeriod" startAt="17"/>
            </a:pPr>
            <a:endParaRPr lang="fr-CA" sz="2200" dirty="0"/>
          </a:p>
          <a:p>
            <a:pPr marL="457200" indent="-457200" algn="just">
              <a:lnSpc>
                <a:spcPct val="150000"/>
              </a:lnSpc>
              <a:buFont typeface="+mj-lt"/>
              <a:buAutoNum type="arabicPeriod" startAt="17"/>
            </a:pPr>
            <a:endParaRPr lang="fr-CA" sz="2200" dirty="0"/>
          </a:p>
          <a:p>
            <a:pPr marL="0" indent="0" algn="just">
              <a:lnSpc>
                <a:spcPct val="150000"/>
              </a:lnSpc>
              <a:buNone/>
            </a:pPr>
            <a:endParaRPr lang="fr-CA" sz="2200" dirty="0"/>
          </a:p>
          <a:p>
            <a:pPr marL="0" indent="0" algn="just">
              <a:lnSpc>
                <a:spcPct val="150000"/>
              </a:lnSpc>
              <a:buNone/>
            </a:pPr>
            <a:endParaRPr lang="fr-CA" sz="2200" dirty="0"/>
          </a:p>
          <a:p>
            <a:pPr marL="0" indent="0" algn="just">
              <a:lnSpc>
                <a:spcPct val="150000"/>
              </a:lnSpc>
              <a:buNone/>
            </a:pPr>
            <a:endParaRPr lang="fr-CA" sz="2200" dirty="0"/>
          </a:p>
          <a:p>
            <a:pPr marL="0" indent="0" algn="just">
              <a:lnSpc>
                <a:spcPct val="150000"/>
              </a:lnSpc>
              <a:buNone/>
            </a:pPr>
            <a:r>
              <a:rPr lang="en-US" sz="2200" dirty="0"/>
              <a:t>Note: If you chose to plan the wave directly after its creation (option 1), follow the instructions from this step. </a:t>
            </a:r>
          </a:p>
          <a:p>
            <a:pPr marL="0" indent="0" algn="just">
              <a:lnSpc>
                <a:spcPct val="150000"/>
              </a:lnSpc>
              <a:buNone/>
            </a:pPr>
            <a:endParaRPr lang="fr-CA" sz="2200" dirty="0"/>
          </a:p>
          <a:p>
            <a:pPr marL="457200" indent="-457200" algn="just">
              <a:lnSpc>
                <a:spcPct val="150000"/>
              </a:lnSpc>
              <a:buFont typeface="+mj-lt"/>
              <a:buAutoNum type="arabicPeriod" startAt="14"/>
            </a:pPr>
            <a:endParaRPr lang="en-US" sz="2200" dirty="0"/>
          </a:p>
          <a:p>
            <a:pPr marL="457200" indent="-457200" algn="just">
              <a:lnSpc>
                <a:spcPct val="150000"/>
              </a:lnSpc>
              <a:buFont typeface="+mj-lt"/>
              <a:buAutoNum type="arabicPeriod" startAt="14"/>
            </a:pPr>
            <a:endParaRPr lang="en-US" sz="2200" dirty="0"/>
          </a:p>
          <a:p>
            <a:pPr marL="457200" indent="-457200" algn="just">
              <a:lnSpc>
                <a:spcPct val="150000"/>
              </a:lnSpc>
              <a:buFont typeface="+mj-lt"/>
              <a:buAutoNum type="arabicPeriod" startAt="14"/>
            </a:pPr>
            <a:endParaRPr lang="en-US" sz="2200" dirty="0"/>
          </a:p>
          <a:p>
            <a:pPr marL="0" indent="0" algn="just">
              <a:lnSpc>
                <a:spcPct val="150000"/>
              </a:lnSpc>
              <a:buNone/>
            </a:pPr>
            <a:endParaRPr lang="en-US" sz="2200" dirty="0"/>
          </a:p>
        </p:txBody>
      </p:sp>
      <p:pic>
        <p:nvPicPr>
          <p:cNvPr id="6" name="Picture 5">
            <a:extLst>
              <a:ext uri="{FF2B5EF4-FFF2-40B4-BE49-F238E27FC236}">
                <a16:creationId xmlns:a16="http://schemas.microsoft.com/office/drawing/2014/main" xmlns="" id="{EC219222-3C63-4764-B68D-B0CB621B9B47}"/>
              </a:ext>
            </a:extLst>
          </p:cNvPr>
          <p:cNvPicPr>
            <a:picLocks noChangeAspect="1"/>
          </p:cNvPicPr>
          <p:nvPr>
            <p:custDataLst>
              <p:tags r:id="rId3"/>
            </p:custDataLst>
          </p:nvPr>
        </p:nvPicPr>
        <p:blipFill>
          <a:blip r:embed="rId5"/>
          <a:stretch>
            <a:fillRect/>
          </a:stretch>
        </p:blipFill>
        <p:spPr>
          <a:xfrm>
            <a:off x="491320" y="1954481"/>
            <a:ext cx="11017166" cy="2856865"/>
          </a:xfrm>
          <a:prstGeom prst="rect">
            <a:avLst/>
          </a:prstGeom>
        </p:spPr>
      </p:pic>
    </p:spTree>
    <p:extLst>
      <p:ext uri="{BB962C8B-B14F-4D97-AF65-F5344CB8AC3E}">
        <p14:creationId xmlns:p14="http://schemas.microsoft.com/office/powerpoint/2010/main" val="972791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805A40B-989D-4B18-9082-4FE6E30194D2}"/>
              </a:ext>
            </a:extLst>
          </p:cNvPr>
          <p:cNvSpPr>
            <a:spLocks noGrp="1"/>
          </p:cNvSpPr>
          <p:nvPr>
            <p:ph idx="1"/>
            <p:custDataLst>
              <p:tags r:id="rId2"/>
            </p:custDataLst>
          </p:nvPr>
        </p:nvSpPr>
        <p:spPr>
          <a:xfrm>
            <a:off x="838200" y="1223682"/>
            <a:ext cx="10515600" cy="4935071"/>
          </a:xfrm>
        </p:spPr>
        <p:txBody>
          <a:bodyPr/>
          <a:lstStyle/>
          <a:p>
            <a:pPr marL="457200" indent="-457200" algn="just">
              <a:lnSpc>
                <a:spcPct val="150000"/>
              </a:lnSpc>
              <a:buFont typeface="+mj-lt"/>
              <a:buAutoNum type="arabicPeriod" startAt="18"/>
            </a:pPr>
            <a:r>
              <a:rPr lang="en-US" sz="2200" dirty="0"/>
              <a:t>A confirmation message will appear. Once the Plan action has been selected, the wave's status is temporarily changed to “SPLN - Scheduled for Planning”.</a:t>
            </a:r>
          </a:p>
          <a:p>
            <a:pPr marL="457200" indent="-457200" algn="just">
              <a:lnSpc>
                <a:spcPct val="150000"/>
              </a:lnSpc>
              <a:buFont typeface="+mj-lt"/>
              <a:buAutoNum type="arabicPeriod" startAt="18"/>
            </a:pPr>
            <a:endParaRPr lang="en-US" sz="700" dirty="0"/>
          </a:p>
          <a:p>
            <a:pPr marL="457200" indent="-457200" algn="just">
              <a:lnSpc>
                <a:spcPct val="150000"/>
              </a:lnSpc>
              <a:buFont typeface="+mj-lt"/>
              <a:buAutoNum type="arabicPeriod" startAt="18"/>
            </a:pPr>
            <a:endParaRPr lang="en-US" sz="2200" dirty="0"/>
          </a:p>
          <a:p>
            <a:pPr marL="457200" indent="-457200" algn="just">
              <a:lnSpc>
                <a:spcPct val="150000"/>
              </a:lnSpc>
              <a:buFont typeface="+mj-lt"/>
              <a:buAutoNum type="arabicPeriod" startAt="18"/>
            </a:pPr>
            <a:endParaRPr lang="en-US" sz="2200" dirty="0"/>
          </a:p>
          <a:p>
            <a:pPr marL="457200" indent="-457200" algn="just">
              <a:lnSpc>
                <a:spcPct val="150000"/>
              </a:lnSpc>
              <a:buFont typeface="+mj-lt"/>
              <a:buAutoNum type="arabicPeriod" startAt="18"/>
            </a:pPr>
            <a:endParaRPr lang="en-US" sz="2200" dirty="0"/>
          </a:p>
          <a:p>
            <a:pPr marL="457200" indent="-457200" algn="just">
              <a:lnSpc>
                <a:spcPct val="150000"/>
              </a:lnSpc>
              <a:buFont typeface="+mj-lt"/>
              <a:buAutoNum type="arabicPeriod" startAt="18"/>
            </a:pPr>
            <a:endParaRPr lang="en-US" sz="2200" dirty="0"/>
          </a:p>
          <a:p>
            <a:pPr marL="457200" indent="-457200" algn="just">
              <a:lnSpc>
                <a:spcPct val="150000"/>
              </a:lnSpc>
              <a:buFont typeface="+mj-lt"/>
              <a:buAutoNum type="arabicPeriod" startAt="18"/>
            </a:pPr>
            <a:endParaRPr lang="en-US" sz="2200" dirty="0"/>
          </a:p>
          <a:p>
            <a:pPr algn="just">
              <a:lnSpc>
                <a:spcPct val="150000"/>
              </a:lnSpc>
              <a:buFont typeface="Wingdings" panose="05000000000000000000" pitchFamily="2" charset="2"/>
              <a:buChar char="ü"/>
            </a:pPr>
            <a:r>
              <a:rPr lang="en-US" sz="2200" dirty="0"/>
              <a:t> You are now ready to release the wave. </a:t>
            </a:r>
          </a:p>
        </p:txBody>
      </p:sp>
      <p:pic>
        <p:nvPicPr>
          <p:cNvPr id="6" name="Picture 5">
            <a:extLst>
              <a:ext uri="{FF2B5EF4-FFF2-40B4-BE49-F238E27FC236}">
                <a16:creationId xmlns:a16="http://schemas.microsoft.com/office/drawing/2014/main" xmlns="" id="{A4B37B76-8FEA-4441-8E28-ED4B9E5A6995}"/>
              </a:ext>
            </a:extLst>
          </p:cNvPr>
          <p:cNvPicPr>
            <a:picLocks noChangeAspect="1"/>
          </p:cNvPicPr>
          <p:nvPr>
            <p:custDataLst>
              <p:tags r:id="rId3"/>
            </p:custDataLst>
          </p:nvPr>
        </p:nvPicPr>
        <p:blipFill>
          <a:blip r:embed="rId5"/>
          <a:stretch>
            <a:fillRect/>
          </a:stretch>
        </p:blipFill>
        <p:spPr>
          <a:xfrm>
            <a:off x="614149" y="2323835"/>
            <a:ext cx="10261779" cy="3310483"/>
          </a:xfrm>
          <a:prstGeom prst="rect">
            <a:avLst/>
          </a:prstGeom>
        </p:spPr>
      </p:pic>
    </p:spTree>
    <p:extLst>
      <p:ext uri="{BB962C8B-B14F-4D97-AF65-F5344CB8AC3E}">
        <p14:creationId xmlns:p14="http://schemas.microsoft.com/office/powerpoint/2010/main" val="2073591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805A40B-989D-4B18-9082-4FE6E30194D2}"/>
              </a:ext>
            </a:extLst>
          </p:cNvPr>
          <p:cNvSpPr>
            <a:spLocks noGrp="1"/>
          </p:cNvSpPr>
          <p:nvPr>
            <p:ph idx="1"/>
            <p:custDataLst>
              <p:tags r:id="rId2"/>
            </p:custDataLst>
          </p:nvPr>
        </p:nvSpPr>
        <p:spPr>
          <a:xfrm>
            <a:off x="838200" y="1304366"/>
            <a:ext cx="10515600" cy="4872598"/>
          </a:xfrm>
        </p:spPr>
        <p:txBody>
          <a:bodyPr/>
          <a:lstStyle/>
          <a:p>
            <a:pPr marL="457200" indent="-457200" algn="just">
              <a:lnSpc>
                <a:spcPct val="150000"/>
              </a:lnSpc>
              <a:buFont typeface="+mj-lt"/>
              <a:buAutoNum type="arabicPeriod" startAt="19"/>
            </a:pPr>
            <a:r>
              <a:rPr lang="en-US" sz="2200" dirty="0"/>
              <a:t>Again, at this stage, two options are available:</a:t>
            </a:r>
          </a:p>
          <a:p>
            <a:pPr lvl="1" algn="just">
              <a:lnSpc>
                <a:spcPct val="150000"/>
              </a:lnSpc>
              <a:buFont typeface="Wingdings" panose="05000000000000000000" pitchFamily="2" charset="2"/>
              <a:buChar char="ü"/>
            </a:pPr>
            <a:r>
              <a:rPr lang="en-US" sz="2200" dirty="0"/>
              <a:t> Option 1 : Release the wave you just planned by continuing directly with the Wave Management resource. Refer to the step #26 (slide 19) for the rest of this process.</a:t>
            </a:r>
          </a:p>
          <a:p>
            <a:pPr lvl="1" algn="just">
              <a:lnSpc>
                <a:spcPct val="150000"/>
              </a:lnSpc>
              <a:buFont typeface="Wingdings" panose="05000000000000000000" pitchFamily="2" charset="2"/>
              <a:buChar char="ü"/>
            </a:pPr>
            <a:r>
              <a:rPr lang="en-US" sz="2200" dirty="0"/>
              <a:t> Option 2 : Exit the Wave Management resource by clicking on Close in the top right corner and release the wave later.</a:t>
            </a:r>
          </a:p>
          <a:p>
            <a:pPr lvl="1" algn="just">
              <a:lnSpc>
                <a:spcPct val="150000"/>
              </a:lnSpc>
              <a:buFont typeface="Wingdings" panose="05000000000000000000" pitchFamily="2" charset="2"/>
              <a:buChar char="ü"/>
            </a:pPr>
            <a:endParaRPr lang="en-US" sz="2200" dirty="0"/>
          </a:p>
          <a:p>
            <a:pPr marL="457200" indent="-457200" algn="just">
              <a:lnSpc>
                <a:spcPct val="150000"/>
              </a:lnSpc>
              <a:buFont typeface="+mj-lt"/>
              <a:buAutoNum type="arabicPeriod" startAt="19"/>
            </a:pPr>
            <a:endParaRPr lang="en-US" sz="2200" dirty="0"/>
          </a:p>
          <a:p>
            <a:pPr marL="457200" indent="-457200" algn="just">
              <a:lnSpc>
                <a:spcPct val="150000"/>
              </a:lnSpc>
              <a:buFont typeface="+mj-lt"/>
              <a:buAutoNum type="arabicPeriod" startAt="19"/>
            </a:pPr>
            <a:endParaRPr lang="en-US" sz="2200" dirty="0"/>
          </a:p>
          <a:p>
            <a:pPr marL="0" indent="0" algn="just">
              <a:lnSpc>
                <a:spcPct val="150000"/>
              </a:lnSpc>
              <a:buNone/>
            </a:pPr>
            <a:endParaRPr lang="en-US" sz="2200" dirty="0"/>
          </a:p>
        </p:txBody>
      </p:sp>
      <p:pic>
        <p:nvPicPr>
          <p:cNvPr id="4" name="Picture 3">
            <a:extLst>
              <a:ext uri="{FF2B5EF4-FFF2-40B4-BE49-F238E27FC236}">
                <a16:creationId xmlns:a16="http://schemas.microsoft.com/office/drawing/2014/main" xmlns="" id="{FB885FF6-EE4C-46FB-A00D-F55315DF102B}"/>
              </a:ext>
            </a:extLst>
          </p:cNvPr>
          <p:cNvPicPr>
            <a:picLocks noChangeAspect="1"/>
          </p:cNvPicPr>
          <p:nvPr>
            <p:custDataLst>
              <p:tags r:id="rId3"/>
            </p:custDataLst>
          </p:nvPr>
        </p:nvPicPr>
        <p:blipFill>
          <a:blip r:embed="rId5"/>
          <a:stretch>
            <a:fillRect/>
          </a:stretch>
        </p:blipFill>
        <p:spPr>
          <a:xfrm>
            <a:off x="275110" y="4375628"/>
            <a:ext cx="11584794" cy="1487732"/>
          </a:xfrm>
          <a:prstGeom prst="rect">
            <a:avLst/>
          </a:prstGeom>
        </p:spPr>
      </p:pic>
    </p:spTree>
    <p:extLst>
      <p:ext uri="{BB962C8B-B14F-4D97-AF65-F5344CB8AC3E}">
        <p14:creationId xmlns:p14="http://schemas.microsoft.com/office/powerpoint/2010/main" val="282190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4" name="Content Placeholder 2">
            <a:extLst>
              <a:ext uri="{FF2B5EF4-FFF2-40B4-BE49-F238E27FC236}">
                <a16:creationId xmlns:a16="http://schemas.microsoft.com/office/drawing/2014/main" xmlns="" id="{F0B96CBA-C360-4735-BBDF-8CB2B0BC0C77}"/>
              </a:ext>
            </a:extLst>
          </p:cNvPr>
          <p:cNvSpPr txBox="1">
            <a:spLocks/>
          </p:cNvSpPr>
          <p:nvPr>
            <p:custDataLst>
              <p:tags r:id="rId2"/>
            </p:custDataLst>
          </p:nvPr>
        </p:nvSpPr>
        <p:spPr>
          <a:xfrm>
            <a:off x="838200" y="1331259"/>
            <a:ext cx="6462933" cy="4491736"/>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200" dirty="0"/>
              <a:t>To </a:t>
            </a:r>
            <a:r>
              <a:rPr lang="en-US" sz="2200" u="sng" dirty="0"/>
              <a:t>release</a:t>
            </a:r>
            <a:r>
              <a:rPr lang="en-US" sz="2200" dirty="0"/>
              <a:t> a wave of outbound orders by choosing the second option, do this: </a:t>
            </a:r>
          </a:p>
          <a:p>
            <a:pPr marL="457200" indent="-457200" algn="just">
              <a:lnSpc>
                <a:spcPct val="150000"/>
              </a:lnSpc>
              <a:buFont typeface="+mj-lt"/>
              <a:buAutoNum type="arabicPeriod" startAt="20"/>
            </a:pPr>
            <a:r>
              <a:rPr lang="en-US" sz="2200" dirty="0"/>
              <a:t>With a </a:t>
            </a:r>
            <a:r>
              <a:rPr lang="en-US" sz="2200" u="sng" dirty="0"/>
              <a:t>desktop computer</a:t>
            </a:r>
            <a:r>
              <a:rPr lang="en-US" sz="2200" dirty="0"/>
              <a:t>, select the </a:t>
            </a:r>
            <a:r>
              <a:rPr lang="en-US" sz="2200" b="1" dirty="0"/>
              <a:t>Outbound Order Management </a:t>
            </a:r>
            <a:r>
              <a:rPr lang="en-US" sz="2200" dirty="0"/>
              <a:t>resource.</a:t>
            </a:r>
          </a:p>
          <a:p>
            <a:pPr marL="457200" indent="-457200" algn="just">
              <a:lnSpc>
                <a:spcPct val="150000"/>
              </a:lnSpc>
              <a:buFont typeface="+mj-lt"/>
              <a:buAutoNum type="arabicPeriod" startAt="20"/>
            </a:pPr>
            <a:r>
              <a:rPr lang="en-US" sz="2200" dirty="0"/>
              <a:t>Under Outbound Order Management, click on </a:t>
            </a:r>
            <a:r>
              <a:rPr lang="en-US" sz="2200" b="1" dirty="0"/>
              <a:t>Orders</a:t>
            </a:r>
            <a:r>
              <a:rPr lang="en-US" sz="2200" dirty="0"/>
              <a:t>.</a:t>
            </a:r>
          </a:p>
          <a:p>
            <a:pPr marL="457200" indent="-457200" algn="just">
              <a:lnSpc>
                <a:spcPct val="150000"/>
              </a:lnSpc>
              <a:buFont typeface="+mj-lt"/>
              <a:buAutoNum type="arabicPeriod" startAt="20"/>
            </a:pPr>
            <a:r>
              <a:rPr lang="en-US" sz="2200" dirty="0"/>
              <a:t>Under Orders, click on </a:t>
            </a:r>
            <a:r>
              <a:rPr lang="en-US" sz="2200" b="1" dirty="0"/>
              <a:t>Wave Management</a:t>
            </a:r>
            <a:r>
              <a:rPr lang="en-US" sz="2200" dirty="0"/>
              <a:t>.</a:t>
            </a:r>
          </a:p>
          <a:p>
            <a:pPr marL="0" indent="0" algn="just">
              <a:lnSpc>
                <a:spcPct val="150000"/>
              </a:lnSpc>
              <a:buFont typeface="Arial" panose="020B0604020202020204" pitchFamily="34" charset="0"/>
              <a:buNone/>
            </a:pPr>
            <a:endParaRPr lang="en-US" sz="2200" dirty="0">
              <a:highlight>
                <a:srgbClr val="FFFF00"/>
              </a:highlight>
            </a:endParaRPr>
          </a:p>
        </p:txBody>
      </p:sp>
      <p:pic>
        <p:nvPicPr>
          <p:cNvPr id="8" name="Picture 7">
            <a:extLst>
              <a:ext uri="{FF2B5EF4-FFF2-40B4-BE49-F238E27FC236}">
                <a16:creationId xmlns:a16="http://schemas.microsoft.com/office/drawing/2014/main" xmlns="" id="{E56CF275-0221-4969-BBF5-A09B18FDB370}"/>
              </a:ext>
            </a:extLst>
          </p:cNvPr>
          <p:cNvPicPr>
            <a:picLocks noChangeAspect="1"/>
          </p:cNvPicPr>
          <p:nvPr>
            <p:custDataLst>
              <p:tags r:id="rId3"/>
            </p:custDataLst>
          </p:nvPr>
        </p:nvPicPr>
        <p:blipFill>
          <a:blip r:embed="rId5"/>
          <a:stretch>
            <a:fillRect/>
          </a:stretch>
        </p:blipFill>
        <p:spPr>
          <a:xfrm>
            <a:off x="7598664" y="1027906"/>
            <a:ext cx="2992059" cy="4507147"/>
          </a:xfrm>
          <a:prstGeom prst="rect">
            <a:avLst/>
          </a:prstGeom>
        </p:spPr>
      </p:pic>
    </p:spTree>
    <p:extLst>
      <p:ext uri="{BB962C8B-B14F-4D97-AF65-F5344CB8AC3E}">
        <p14:creationId xmlns:p14="http://schemas.microsoft.com/office/powerpoint/2010/main" val="2704664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8EF54-892E-4579-8422-EEC9DDEC6BF8}"/>
              </a:ext>
            </a:extLst>
          </p:cNvPr>
          <p:cNvSpPr>
            <a:spLocks noGrp="1"/>
          </p:cNvSpPr>
          <p:nvPr>
            <p:ph type="title"/>
            <p:custDataLst>
              <p:tags r:id="rId1"/>
            </p:custDataLst>
          </p:nvPr>
        </p:nvSpPr>
        <p:spPr/>
        <p:txBody>
          <a:bodyPr/>
          <a:lstStyle/>
          <a:p>
            <a:r>
              <a:rPr lang="en-CA" dirty="0"/>
              <a:t>Wave Building, Planning and Release </a:t>
            </a:r>
          </a:p>
        </p:txBody>
      </p:sp>
      <p:sp>
        <p:nvSpPr>
          <p:cNvPr id="4" name="Content Placeholder 2">
            <a:extLst>
              <a:ext uri="{FF2B5EF4-FFF2-40B4-BE49-F238E27FC236}">
                <a16:creationId xmlns:a16="http://schemas.microsoft.com/office/drawing/2014/main" xmlns="" id="{F0B96CBA-C360-4735-BBDF-8CB2B0BC0C77}"/>
              </a:ext>
            </a:extLst>
          </p:cNvPr>
          <p:cNvSpPr txBox="1">
            <a:spLocks/>
          </p:cNvSpPr>
          <p:nvPr>
            <p:custDataLst>
              <p:tags r:id="rId2"/>
            </p:custDataLst>
          </p:nvPr>
        </p:nvSpPr>
        <p:spPr>
          <a:xfrm>
            <a:off x="838200" y="1331259"/>
            <a:ext cx="6462933" cy="4491736"/>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endParaRPr lang="en-US" sz="2200" dirty="0">
              <a:highlight>
                <a:srgbClr val="FFFF00"/>
              </a:highlight>
            </a:endParaRPr>
          </a:p>
        </p:txBody>
      </p:sp>
      <p:sp>
        <p:nvSpPr>
          <p:cNvPr id="5" name="Content Placeholder 2">
            <a:extLst>
              <a:ext uri="{FF2B5EF4-FFF2-40B4-BE49-F238E27FC236}">
                <a16:creationId xmlns:a16="http://schemas.microsoft.com/office/drawing/2014/main" xmlns="" id="{B1161005-56BE-4FF9-A58D-FAC838CF54EC}"/>
              </a:ext>
            </a:extLst>
          </p:cNvPr>
          <p:cNvSpPr txBox="1">
            <a:spLocks/>
          </p:cNvSpPr>
          <p:nvPr>
            <p:custDataLst>
              <p:tags r:id="rId3"/>
            </p:custDataLst>
          </p:nvPr>
        </p:nvSpPr>
        <p:spPr>
          <a:xfrm>
            <a:off x="990600" y="1232452"/>
            <a:ext cx="10515600" cy="474294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23"/>
            </a:pPr>
            <a:r>
              <a:rPr lang="en-US" sz="2200" dirty="0"/>
              <a:t>Perform a search that will retrieve the wave you wish to release.</a:t>
            </a:r>
            <a:endParaRPr lang="fr-FR" sz="2200" dirty="0"/>
          </a:p>
          <a:p>
            <a:pPr marL="457200" indent="-457200" algn="just">
              <a:lnSpc>
                <a:spcPct val="150000"/>
              </a:lnSpc>
              <a:buFont typeface="+mj-lt"/>
              <a:buAutoNum type="arabicPeriod" startAt="23"/>
            </a:pPr>
            <a:r>
              <a:rPr lang="en-US" sz="2200" dirty="0"/>
              <a:t>Select the wave. The wave must be assigned a status of “PLN - Waiting to be Released”.</a:t>
            </a:r>
          </a:p>
          <a:p>
            <a:pPr algn="just">
              <a:lnSpc>
                <a:spcPct val="150000"/>
              </a:lnSpc>
            </a:pPr>
            <a:endParaRPr lang="fr-FR" sz="2400" b="0" cap="none" dirty="0">
              <a:solidFill>
                <a:schemeClr val="tx2"/>
              </a:solidFill>
              <a:latin typeface="Abadi" panose="020B0604020104020204" pitchFamily="34" charset="0"/>
            </a:endParaRPr>
          </a:p>
          <a:p>
            <a:pPr algn="just">
              <a:lnSpc>
                <a:spcPct val="150000"/>
              </a:lnSpc>
            </a:pPr>
            <a:endParaRPr lang="en-GB" sz="2400" b="0" cap="none" dirty="0">
              <a:solidFill>
                <a:schemeClr val="tx2"/>
              </a:solidFill>
            </a:endParaRPr>
          </a:p>
        </p:txBody>
      </p:sp>
      <p:pic>
        <p:nvPicPr>
          <p:cNvPr id="6" name="Picture 5">
            <a:extLst>
              <a:ext uri="{FF2B5EF4-FFF2-40B4-BE49-F238E27FC236}">
                <a16:creationId xmlns:a16="http://schemas.microsoft.com/office/drawing/2014/main" xmlns="" id="{EE735734-887E-46A0-8BB9-E46746E32803}"/>
              </a:ext>
            </a:extLst>
          </p:cNvPr>
          <p:cNvPicPr>
            <a:picLocks noChangeAspect="1"/>
          </p:cNvPicPr>
          <p:nvPr>
            <p:custDataLst>
              <p:tags r:id="rId4"/>
            </p:custDataLst>
          </p:nvPr>
        </p:nvPicPr>
        <p:blipFill>
          <a:blip r:embed="rId6"/>
          <a:stretch>
            <a:fillRect/>
          </a:stretch>
        </p:blipFill>
        <p:spPr>
          <a:xfrm>
            <a:off x="837077" y="2590562"/>
            <a:ext cx="10364323" cy="3585241"/>
          </a:xfrm>
          <a:prstGeom prst="rect">
            <a:avLst/>
          </a:prstGeom>
        </p:spPr>
      </p:pic>
    </p:spTree>
    <p:extLst>
      <p:ext uri="{BB962C8B-B14F-4D97-AF65-F5344CB8AC3E}">
        <p14:creationId xmlns:p14="http://schemas.microsoft.com/office/powerpoint/2010/main" val="1335134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87EEB7-9E9B-4FD9-83AD-D5C36DF65EB9}"/>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FCFDFB78-C852-4FBD-A563-3F2B3D12C816}"/>
              </a:ext>
            </a:extLst>
          </p:cNvPr>
          <p:cNvSpPr>
            <a:spLocks noGrp="1"/>
          </p:cNvSpPr>
          <p:nvPr>
            <p:ph idx="1"/>
            <p:custDataLst>
              <p:tags r:id="rId2"/>
            </p:custDataLst>
          </p:nvPr>
        </p:nvSpPr>
        <p:spPr>
          <a:xfrm>
            <a:off x="587422" y="1199487"/>
            <a:ext cx="11017155" cy="5030551"/>
          </a:xfrm>
        </p:spPr>
        <p:txBody>
          <a:bodyPr/>
          <a:lstStyle/>
          <a:p>
            <a:pPr marL="457200" indent="-457200" algn="just">
              <a:lnSpc>
                <a:spcPct val="130000"/>
              </a:lnSpc>
              <a:buFont typeface="+mj-lt"/>
              <a:buAutoNum type="arabicPeriod" startAt="25"/>
            </a:pPr>
            <a:r>
              <a:rPr lang="en-US" sz="2100" dirty="0"/>
              <a:t>At this step, make sure that the value in the Filled Lines column equals the value in the Planned Lines column. Click on           in the Unfilled Lines column to view the specific unfilled lines.</a:t>
            </a:r>
          </a:p>
          <a:p>
            <a:pPr marL="457200" lvl="1" indent="0" algn="just">
              <a:lnSpc>
                <a:spcPct val="130000"/>
              </a:lnSpc>
              <a:buNone/>
            </a:pPr>
            <a:r>
              <a:rPr lang="en-CA" sz="2100" dirty="0"/>
              <a:t>Note: </a:t>
            </a:r>
            <a:r>
              <a:rPr lang="en-US" sz="2100" dirty="0"/>
              <a:t>The Filled Lines column indicates the total number of lines for all orders associated with this wave. The Planned Lines column indicates the total number of lines planned for all of the orders associated with a given wave.</a:t>
            </a:r>
          </a:p>
          <a:p>
            <a:pPr algn="just">
              <a:lnSpc>
                <a:spcPct val="130000"/>
              </a:lnSpc>
              <a:buFont typeface="Wingdings" panose="05000000000000000000" pitchFamily="2" charset="2"/>
              <a:buChar char="ü"/>
            </a:pPr>
            <a:endParaRPr lang="en-CA" sz="2100" dirty="0"/>
          </a:p>
        </p:txBody>
      </p:sp>
      <p:pic>
        <p:nvPicPr>
          <p:cNvPr id="5" name="Picture 4">
            <a:extLst>
              <a:ext uri="{FF2B5EF4-FFF2-40B4-BE49-F238E27FC236}">
                <a16:creationId xmlns:a16="http://schemas.microsoft.com/office/drawing/2014/main" xmlns="" id="{E876838C-9973-435F-881E-ABA163355A74}"/>
              </a:ext>
            </a:extLst>
          </p:cNvPr>
          <p:cNvPicPr>
            <a:picLocks noChangeAspect="1"/>
          </p:cNvPicPr>
          <p:nvPr>
            <p:custDataLst>
              <p:tags r:id="rId3"/>
            </p:custDataLst>
          </p:nvPr>
        </p:nvPicPr>
        <p:blipFill>
          <a:blip r:embed="rId7"/>
          <a:stretch>
            <a:fillRect/>
          </a:stretch>
        </p:blipFill>
        <p:spPr>
          <a:xfrm>
            <a:off x="336644" y="3586426"/>
            <a:ext cx="11518710" cy="2376328"/>
          </a:xfrm>
          <a:prstGeom prst="rect">
            <a:avLst/>
          </a:prstGeom>
        </p:spPr>
      </p:pic>
      <p:pic>
        <p:nvPicPr>
          <p:cNvPr id="7" name="Picture 6">
            <a:extLst>
              <a:ext uri="{FF2B5EF4-FFF2-40B4-BE49-F238E27FC236}">
                <a16:creationId xmlns:a16="http://schemas.microsoft.com/office/drawing/2014/main" xmlns="" id="{69826241-1642-4977-B50F-F8A5F8C0AF44}"/>
              </a:ext>
            </a:extLst>
          </p:cNvPr>
          <p:cNvPicPr>
            <a:picLocks noChangeAspect="1"/>
          </p:cNvPicPr>
          <p:nvPr>
            <p:custDataLst>
              <p:tags r:id="rId4"/>
            </p:custDataLst>
          </p:nvPr>
        </p:nvPicPr>
        <p:blipFill>
          <a:blip r:embed="rId8"/>
          <a:stretch>
            <a:fillRect/>
          </a:stretch>
        </p:blipFill>
        <p:spPr>
          <a:xfrm>
            <a:off x="3581787" y="1684263"/>
            <a:ext cx="557077" cy="417808"/>
          </a:xfrm>
          <a:prstGeom prst="rect">
            <a:avLst/>
          </a:prstGeom>
        </p:spPr>
      </p:pic>
    </p:spTree>
    <p:extLst>
      <p:ext uri="{BB962C8B-B14F-4D97-AF65-F5344CB8AC3E}">
        <p14:creationId xmlns:p14="http://schemas.microsoft.com/office/powerpoint/2010/main" val="2514723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3266ED-1180-4ED9-AFE8-02E6EBC4525E}"/>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2F08C71-60E9-483C-8BA1-CAE03C9E0219}"/>
              </a:ext>
            </a:extLst>
          </p:cNvPr>
          <p:cNvSpPr>
            <a:spLocks noGrp="1"/>
          </p:cNvSpPr>
          <p:nvPr>
            <p:ph idx="1"/>
            <p:custDataLst>
              <p:tags r:id="rId2"/>
            </p:custDataLst>
          </p:nvPr>
        </p:nvSpPr>
        <p:spPr>
          <a:xfrm>
            <a:off x="838200" y="1250576"/>
            <a:ext cx="10760242" cy="5042648"/>
          </a:xfrm>
        </p:spPr>
        <p:txBody>
          <a:bodyPr/>
          <a:lstStyle/>
          <a:p>
            <a:pPr marL="457200" indent="-457200" algn="just">
              <a:lnSpc>
                <a:spcPct val="150000"/>
              </a:lnSpc>
              <a:buFont typeface="+mj-lt"/>
              <a:buAutoNum type="arabicPeriod" startAt="26"/>
            </a:pPr>
            <a:r>
              <a:rPr lang="en-US" sz="2200" dirty="0"/>
              <a:t>Then select the Use Record as Criteria for Action button and click on the Release action</a:t>
            </a:r>
            <a:r>
              <a:rPr lang="fr-CA" sz="2200" dirty="0"/>
              <a:t>. </a:t>
            </a:r>
          </a:p>
          <a:p>
            <a:pPr marL="457200" indent="-457200" algn="just">
              <a:lnSpc>
                <a:spcPct val="150000"/>
              </a:lnSpc>
              <a:buFont typeface="+mj-lt"/>
              <a:buAutoNum type="arabicPeriod" startAt="26"/>
            </a:pPr>
            <a:endParaRPr lang="fr-CA" sz="2200" dirty="0"/>
          </a:p>
          <a:p>
            <a:pPr marL="457200" indent="-457200" algn="just">
              <a:lnSpc>
                <a:spcPct val="150000"/>
              </a:lnSpc>
              <a:buFont typeface="+mj-lt"/>
              <a:buAutoNum type="arabicPeriod" startAt="26"/>
            </a:pPr>
            <a:endParaRPr lang="fr-CA" sz="2200" dirty="0"/>
          </a:p>
          <a:p>
            <a:pPr marL="0" indent="0" algn="just">
              <a:lnSpc>
                <a:spcPct val="150000"/>
              </a:lnSpc>
              <a:buNone/>
            </a:pPr>
            <a:endParaRPr lang="fr-CA" sz="2200" dirty="0"/>
          </a:p>
          <a:p>
            <a:pPr marL="0" indent="0" algn="just">
              <a:lnSpc>
                <a:spcPct val="150000"/>
              </a:lnSpc>
              <a:buNone/>
            </a:pPr>
            <a:endParaRPr lang="fr-CA" sz="2200" dirty="0"/>
          </a:p>
          <a:p>
            <a:pPr marL="0" indent="0" algn="just">
              <a:lnSpc>
                <a:spcPct val="150000"/>
              </a:lnSpc>
              <a:buNone/>
            </a:pPr>
            <a:endParaRPr lang="fr-CA" sz="2200" dirty="0"/>
          </a:p>
          <a:p>
            <a:pPr marL="0" indent="0" algn="just">
              <a:lnSpc>
                <a:spcPct val="150000"/>
              </a:lnSpc>
              <a:buNone/>
            </a:pPr>
            <a:r>
              <a:rPr lang="en-US" sz="2200" dirty="0"/>
              <a:t>Note: If you chose to release the wave directly after its planning (option 1), follow the instructions from this step. </a:t>
            </a:r>
          </a:p>
          <a:p>
            <a:pPr marL="0" indent="0" algn="just">
              <a:lnSpc>
                <a:spcPct val="150000"/>
              </a:lnSpc>
              <a:buNone/>
            </a:pPr>
            <a:endParaRPr lang="fr-CA" sz="2200" dirty="0"/>
          </a:p>
          <a:p>
            <a:pPr marL="457200" indent="-457200" algn="just">
              <a:lnSpc>
                <a:spcPct val="150000"/>
              </a:lnSpc>
              <a:buFont typeface="+mj-lt"/>
              <a:buAutoNum type="arabicPeriod" startAt="14"/>
            </a:pPr>
            <a:endParaRPr lang="en-US" sz="2200" dirty="0"/>
          </a:p>
          <a:p>
            <a:pPr marL="457200" indent="-457200" algn="just">
              <a:lnSpc>
                <a:spcPct val="150000"/>
              </a:lnSpc>
              <a:buFont typeface="+mj-lt"/>
              <a:buAutoNum type="arabicPeriod" startAt="14"/>
            </a:pPr>
            <a:endParaRPr lang="en-US" sz="2200" dirty="0"/>
          </a:p>
          <a:p>
            <a:pPr marL="457200" indent="-457200" algn="just">
              <a:lnSpc>
                <a:spcPct val="150000"/>
              </a:lnSpc>
              <a:buFont typeface="+mj-lt"/>
              <a:buAutoNum type="arabicPeriod" startAt="14"/>
            </a:pPr>
            <a:endParaRPr lang="en-US" sz="2200" dirty="0"/>
          </a:p>
          <a:p>
            <a:pPr marL="0" indent="0" algn="just">
              <a:lnSpc>
                <a:spcPct val="150000"/>
              </a:lnSpc>
              <a:buNone/>
            </a:pPr>
            <a:endParaRPr lang="en-US" sz="2200" dirty="0"/>
          </a:p>
          <a:p>
            <a:endParaRPr lang="en-CA" sz="2200" dirty="0"/>
          </a:p>
        </p:txBody>
      </p:sp>
      <p:pic>
        <p:nvPicPr>
          <p:cNvPr id="6" name="Picture 5">
            <a:extLst>
              <a:ext uri="{FF2B5EF4-FFF2-40B4-BE49-F238E27FC236}">
                <a16:creationId xmlns:a16="http://schemas.microsoft.com/office/drawing/2014/main" xmlns="" id="{97E3C90F-F94C-430D-B194-85BEE8F94BDA}"/>
              </a:ext>
            </a:extLst>
          </p:cNvPr>
          <p:cNvPicPr>
            <a:picLocks noChangeAspect="1"/>
          </p:cNvPicPr>
          <p:nvPr>
            <p:custDataLst>
              <p:tags r:id="rId3"/>
            </p:custDataLst>
          </p:nvPr>
        </p:nvPicPr>
        <p:blipFill>
          <a:blip r:embed="rId5"/>
          <a:stretch>
            <a:fillRect/>
          </a:stretch>
        </p:blipFill>
        <p:spPr>
          <a:xfrm>
            <a:off x="477671" y="1976309"/>
            <a:ext cx="10985251" cy="2905381"/>
          </a:xfrm>
          <a:prstGeom prst="rect">
            <a:avLst/>
          </a:prstGeom>
        </p:spPr>
      </p:pic>
    </p:spTree>
    <p:extLst>
      <p:ext uri="{BB962C8B-B14F-4D97-AF65-F5344CB8AC3E}">
        <p14:creationId xmlns:p14="http://schemas.microsoft.com/office/powerpoint/2010/main" val="4148815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3266ED-1180-4ED9-AFE8-02E6EBC4525E}"/>
              </a:ext>
            </a:extLst>
          </p:cNvPr>
          <p:cNvSpPr>
            <a:spLocks noGrp="1"/>
          </p:cNvSpPr>
          <p:nvPr>
            <p:ph type="title"/>
            <p:custDataLst>
              <p:tags r:id="rId1"/>
            </p:custDataLst>
          </p:nvPr>
        </p:nvSpPr>
        <p:spPr/>
        <p:txBody>
          <a:bodyPr/>
          <a:lstStyle/>
          <a:p>
            <a:r>
              <a:rPr lang="en-CA" dirty="0"/>
              <a:t>Wave Building, Planning and Release </a:t>
            </a:r>
          </a:p>
        </p:txBody>
      </p:sp>
      <p:sp>
        <p:nvSpPr>
          <p:cNvPr id="3" name="Content Placeholder 2">
            <a:extLst>
              <a:ext uri="{FF2B5EF4-FFF2-40B4-BE49-F238E27FC236}">
                <a16:creationId xmlns:a16="http://schemas.microsoft.com/office/drawing/2014/main" xmlns="" id="{12F08C71-60E9-483C-8BA1-CAE03C9E0219}"/>
              </a:ext>
            </a:extLst>
          </p:cNvPr>
          <p:cNvSpPr>
            <a:spLocks noGrp="1"/>
          </p:cNvSpPr>
          <p:nvPr>
            <p:ph idx="1"/>
            <p:custDataLst>
              <p:tags r:id="rId2"/>
            </p:custDataLst>
          </p:nvPr>
        </p:nvSpPr>
        <p:spPr>
          <a:xfrm>
            <a:off x="838200" y="1113543"/>
            <a:ext cx="10515600" cy="5063421"/>
          </a:xfrm>
        </p:spPr>
        <p:txBody>
          <a:bodyPr/>
          <a:lstStyle/>
          <a:p>
            <a:pPr marL="457200" indent="-457200" algn="just">
              <a:lnSpc>
                <a:spcPct val="150000"/>
              </a:lnSpc>
              <a:buFont typeface="+mj-lt"/>
              <a:buAutoNum type="arabicPeriod" startAt="27"/>
            </a:pPr>
            <a:r>
              <a:rPr lang="en-US" sz="2200" dirty="0"/>
              <a:t>A confirmation message will appear. Once the Release action has been selected, the wave's status is temporarily changed to “SRLS - Scheduled for Release”.</a:t>
            </a:r>
          </a:p>
          <a:p>
            <a:pPr marL="457200" indent="-457200" algn="just">
              <a:lnSpc>
                <a:spcPct val="150000"/>
              </a:lnSpc>
              <a:buFont typeface="+mj-lt"/>
              <a:buAutoNum type="arabicPeriod" startAt="27"/>
            </a:pPr>
            <a:endParaRPr lang="en-US" sz="700" dirty="0"/>
          </a:p>
          <a:p>
            <a:pPr marL="0" indent="0" algn="just">
              <a:lnSpc>
                <a:spcPct val="150000"/>
              </a:lnSpc>
              <a:buNone/>
            </a:pPr>
            <a:endParaRPr lang="en-US" sz="2200" dirty="0"/>
          </a:p>
          <a:p>
            <a:pPr marL="457200" indent="-457200" algn="just">
              <a:lnSpc>
                <a:spcPct val="150000"/>
              </a:lnSpc>
              <a:buFont typeface="+mj-lt"/>
              <a:buAutoNum type="arabicPeriod" startAt="17"/>
            </a:pPr>
            <a:endParaRPr lang="en-US" sz="2200" dirty="0"/>
          </a:p>
          <a:p>
            <a:pPr marL="0" indent="0" algn="just">
              <a:lnSpc>
                <a:spcPct val="150000"/>
              </a:lnSpc>
              <a:buNone/>
            </a:pPr>
            <a:endParaRPr lang="en-US" sz="2200" dirty="0"/>
          </a:p>
          <a:p>
            <a:pPr marL="0" indent="0" algn="just">
              <a:lnSpc>
                <a:spcPct val="150000"/>
              </a:lnSpc>
              <a:buNone/>
            </a:pPr>
            <a:endParaRPr lang="en-US" sz="2200" dirty="0"/>
          </a:p>
          <a:p>
            <a:pPr marL="0" indent="0" algn="just">
              <a:lnSpc>
                <a:spcPct val="150000"/>
              </a:lnSpc>
              <a:buNone/>
            </a:pPr>
            <a:endParaRPr lang="en-US" sz="1500" dirty="0"/>
          </a:p>
          <a:p>
            <a:pPr algn="just">
              <a:lnSpc>
                <a:spcPct val="150000"/>
              </a:lnSpc>
              <a:buFont typeface="Wingdings" panose="05000000000000000000" pitchFamily="2" charset="2"/>
              <a:buChar char="ü"/>
            </a:pPr>
            <a:r>
              <a:rPr lang="en-US" sz="2200" dirty="0"/>
              <a:t> This step ends the process of releasing a wave. You are now ready to start picking. </a:t>
            </a:r>
          </a:p>
          <a:p>
            <a:pPr marL="0" indent="0" algn="just">
              <a:lnSpc>
                <a:spcPct val="150000"/>
              </a:lnSpc>
              <a:buNone/>
            </a:pPr>
            <a:endParaRPr lang="fr-CA" sz="2200" dirty="0"/>
          </a:p>
          <a:p>
            <a:pPr marL="457200" indent="-457200" algn="just">
              <a:lnSpc>
                <a:spcPct val="150000"/>
              </a:lnSpc>
              <a:buFont typeface="+mj-lt"/>
              <a:buAutoNum type="arabicPeriod" startAt="14"/>
            </a:pPr>
            <a:endParaRPr lang="en-US" sz="2200" dirty="0"/>
          </a:p>
          <a:p>
            <a:pPr marL="457200" indent="-457200" algn="just">
              <a:lnSpc>
                <a:spcPct val="150000"/>
              </a:lnSpc>
              <a:buFont typeface="+mj-lt"/>
              <a:buAutoNum type="arabicPeriod" startAt="14"/>
            </a:pPr>
            <a:endParaRPr lang="en-US" sz="2200" dirty="0"/>
          </a:p>
          <a:p>
            <a:pPr marL="457200" indent="-457200" algn="just">
              <a:lnSpc>
                <a:spcPct val="150000"/>
              </a:lnSpc>
              <a:buFont typeface="+mj-lt"/>
              <a:buAutoNum type="arabicPeriod" startAt="14"/>
            </a:pPr>
            <a:endParaRPr lang="en-US" sz="2200" dirty="0"/>
          </a:p>
          <a:p>
            <a:pPr marL="0" indent="0" algn="just">
              <a:lnSpc>
                <a:spcPct val="150000"/>
              </a:lnSpc>
              <a:buNone/>
            </a:pPr>
            <a:endParaRPr lang="en-US" sz="2200" dirty="0"/>
          </a:p>
          <a:p>
            <a:endParaRPr lang="en-CA" sz="2200" dirty="0"/>
          </a:p>
        </p:txBody>
      </p:sp>
      <p:pic>
        <p:nvPicPr>
          <p:cNvPr id="6" name="Picture 5">
            <a:extLst>
              <a:ext uri="{FF2B5EF4-FFF2-40B4-BE49-F238E27FC236}">
                <a16:creationId xmlns:a16="http://schemas.microsoft.com/office/drawing/2014/main" xmlns="" id="{D6DDE189-EF09-43C6-AAD7-21C37E9F6D84}"/>
              </a:ext>
            </a:extLst>
          </p:cNvPr>
          <p:cNvPicPr>
            <a:picLocks noChangeAspect="1"/>
          </p:cNvPicPr>
          <p:nvPr>
            <p:custDataLst>
              <p:tags r:id="rId3"/>
            </p:custDataLst>
          </p:nvPr>
        </p:nvPicPr>
        <p:blipFill>
          <a:blip r:embed="rId5"/>
          <a:stretch>
            <a:fillRect/>
          </a:stretch>
        </p:blipFill>
        <p:spPr>
          <a:xfrm>
            <a:off x="982579" y="2283993"/>
            <a:ext cx="9060446" cy="3299666"/>
          </a:xfrm>
          <a:prstGeom prst="rect">
            <a:avLst/>
          </a:prstGeom>
        </p:spPr>
      </p:pic>
    </p:spTree>
    <p:extLst>
      <p:ext uri="{BB962C8B-B14F-4D97-AF65-F5344CB8AC3E}">
        <p14:creationId xmlns:p14="http://schemas.microsoft.com/office/powerpoint/2010/main" val="3244350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Outbound Order Wave</a:t>
            </a:r>
            <a:br>
              <a:rPr lang="en-CA" sz="4400" b="1" dirty="0"/>
            </a:br>
            <a:r>
              <a:rPr lang="en-CA" sz="4000" b="1" dirty="0"/>
              <a:t>Additional Options</a:t>
            </a:r>
            <a:endParaRPr lang="en-CA" sz="4400" b="1" dirty="0"/>
          </a:p>
        </p:txBody>
      </p:sp>
    </p:spTree>
    <p:extLst>
      <p:ext uri="{BB962C8B-B14F-4D97-AF65-F5344CB8AC3E}">
        <p14:creationId xmlns:p14="http://schemas.microsoft.com/office/powerpoint/2010/main" val="2552485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a:t>
            </a:r>
            <a:r>
              <a:rPr lang="fr-CA" dirty="0" err="1"/>
              <a:t>Cancelation</a:t>
            </a:r>
            <a:endParaRPr lang="en-CA" dirty="0"/>
          </a:p>
        </p:txBody>
      </p:sp>
      <p:sp>
        <p:nvSpPr>
          <p:cNvPr id="3" name="Content Placeholder 2">
            <a:extLst>
              <a:ext uri="{FF2B5EF4-FFF2-40B4-BE49-F238E27FC236}">
                <a16:creationId xmlns:a16="http://schemas.microsoft.com/office/drawing/2014/main" xmlns="" id="{88260861-4547-4617-B304-A8EB80E2B352}"/>
              </a:ext>
            </a:extLst>
          </p:cNvPr>
          <p:cNvSpPr>
            <a:spLocks noGrp="1"/>
          </p:cNvSpPr>
          <p:nvPr>
            <p:ph idx="1"/>
            <p:custDataLst>
              <p:tags r:id="rId2"/>
            </p:custDataLst>
          </p:nvPr>
        </p:nvSpPr>
        <p:spPr>
          <a:xfrm>
            <a:off x="838200" y="1425388"/>
            <a:ext cx="10515600" cy="4751575"/>
          </a:xfrm>
        </p:spPr>
        <p:txBody>
          <a:bodyPr/>
          <a:lstStyle/>
          <a:p>
            <a:pPr algn="just">
              <a:lnSpc>
                <a:spcPct val="150000"/>
              </a:lnSpc>
            </a:pPr>
            <a:r>
              <a:rPr lang="en-US" sz="2200" dirty="0"/>
              <a:t> The Wave Management resource enables you to </a:t>
            </a:r>
            <a:r>
              <a:rPr lang="en-US" sz="2200" b="1" dirty="0"/>
              <a:t>cancel a selected wave and place its orders on hold</a:t>
            </a:r>
            <a:r>
              <a:rPr lang="en-US" sz="2200" dirty="0"/>
              <a:t>. Canceling a wave is the equivalent of deleting the wave from the system.</a:t>
            </a:r>
          </a:p>
          <a:p>
            <a:pPr algn="just">
              <a:lnSpc>
                <a:spcPct val="150000"/>
              </a:lnSpc>
            </a:pPr>
            <a:r>
              <a:rPr lang="en-US" sz="2200" dirty="0"/>
              <a:t>Only waves with the following statuses can be canceled: </a:t>
            </a:r>
          </a:p>
          <a:p>
            <a:pPr lvl="1" algn="just">
              <a:lnSpc>
                <a:spcPct val="150000"/>
              </a:lnSpc>
              <a:buFont typeface="Wingdings" panose="05000000000000000000" pitchFamily="2" charset="2"/>
              <a:buChar char="ü"/>
            </a:pPr>
            <a:r>
              <a:rPr lang="en-US" sz="2200" dirty="0"/>
              <a:t> </a:t>
            </a:r>
            <a:r>
              <a:rPr lang="en-US" sz="2200" b="1" dirty="0"/>
              <a:t>SUSP</a:t>
            </a:r>
            <a:r>
              <a:rPr lang="en-US" sz="2200" dirty="0"/>
              <a:t> – Suspended </a:t>
            </a:r>
          </a:p>
          <a:p>
            <a:pPr lvl="1" algn="just">
              <a:lnSpc>
                <a:spcPct val="150000"/>
              </a:lnSpc>
              <a:buFont typeface="Wingdings" panose="05000000000000000000" pitchFamily="2" charset="2"/>
              <a:buChar char="ü"/>
            </a:pPr>
            <a:r>
              <a:rPr lang="en-US" sz="2200" dirty="0"/>
              <a:t> </a:t>
            </a:r>
            <a:r>
              <a:rPr lang="en-US" sz="2200" b="1" dirty="0"/>
              <a:t>BLD</a:t>
            </a:r>
            <a:r>
              <a:rPr lang="en-US" sz="2200" dirty="0"/>
              <a:t> – Build in Progress </a:t>
            </a:r>
          </a:p>
          <a:p>
            <a:pPr lvl="1" algn="just">
              <a:lnSpc>
                <a:spcPct val="150000"/>
              </a:lnSpc>
              <a:buFont typeface="Wingdings" panose="05000000000000000000" pitchFamily="2" charset="2"/>
              <a:buChar char="ü"/>
            </a:pPr>
            <a:r>
              <a:rPr lang="en-US" sz="2200" dirty="0"/>
              <a:t> </a:t>
            </a:r>
            <a:r>
              <a:rPr lang="en-US" sz="2200" b="1" dirty="0"/>
              <a:t>PLN</a:t>
            </a:r>
            <a:r>
              <a:rPr lang="en-US" sz="2200" dirty="0"/>
              <a:t> – Waiting to Be Released </a:t>
            </a:r>
          </a:p>
          <a:p>
            <a:endParaRPr lang="en-CA" sz="2200" dirty="0"/>
          </a:p>
        </p:txBody>
      </p:sp>
    </p:spTree>
    <p:extLst>
      <p:ext uri="{BB962C8B-B14F-4D97-AF65-F5344CB8AC3E}">
        <p14:creationId xmlns:p14="http://schemas.microsoft.com/office/powerpoint/2010/main" val="3909628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a:t>
            </a:r>
            <a:r>
              <a:rPr lang="fr-CA" dirty="0" err="1"/>
              <a:t>Cancelation</a:t>
            </a:r>
            <a:endParaRPr lang="en-CA" dirty="0"/>
          </a:p>
        </p:txBody>
      </p:sp>
      <p:sp>
        <p:nvSpPr>
          <p:cNvPr id="3" name="Content Placeholder 2">
            <a:extLst>
              <a:ext uri="{FF2B5EF4-FFF2-40B4-BE49-F238E27FC236}">
                <a16:creationId xmlns:a16="http://schemas.microsoft.com/office/drawing/2014/main" xmlns="" id="{88260861-4547-4617-B304-A8EB80E2B352}"/>
              </a:ext>
            </a:extLst>
          </p:cNvPr>
          <p:cNvSpPr>
            <a:spLocks noGrp="1"/>
          </p:cNvSpPr>
          <p:nvPr>
            <p:ph idx="1"/>
            <p:custDataLst>
              <p:tags r:id="rId2"/>
            </p:custDataLst>
          </p:nvPr>
        </p:nvSpPr>
        <p:spPr>
          <a:xfrm>
            <a:off x="838200" y="1425388"/>
            <a:ext cx="5831541" cy="4751575"/>
          </a:xfrm>
        </p:spPr>
        <p:txBody>
          <a:bodyPr/>
          <a:lstStyle/>
          <a:p>
            <a:pPr marL="457200" indent="-457200" algn="just">
              <a:lnSpc>
                <a:spcPct val="200000"/>
              </a:lnSpc>
              <a:buFont typeface="+mj-lt"/>
              <a:buAutoNum type="arabicPeriod"/>
            </a:pPr>
            <a:r>
              <a:rPr lang="en-US" sz="2200" dirty="0"/>
              <a:t> To cancel a wave of outbound orders, select the Wave Management resource. </a:t>
            </a:r>
          </a:p>
          <a:p>
            <a:pPr marL="457200" indent="-457200" algn="just">
              <a:lnSpc>
                <a:spcPct val="150000"/>
              </a:lnSpc>
              <a:buFont typeface="+mj-lt"/>
              <a:buAutoNum type="arabicPeriod"/>
            </a:pPr>
            <a:endParaRPr lang="en-US" sz="2200" dirty="0"/>
          </a:p>
          <a:p>
            <a:pPr marL="457200" indent="-457200" algn="just">
              <a:lnSpc>
                <a:spcPct val="150000"/>
              </a:lnSpc>
              <a:buFont typeface="+mj-lt"/>
              <a:buAutoNum type="arabicPeriod"/>
            </a:pPr>
            <a:endParaRPr lang="en-US" sz="2200" dirty="0"/>
          </a:p>
          <a:p>
            <a:endParaRPr lang="en-CA" sz="2200" dirty="0"/>
          </a:p>
        </p:txBody>
      </p:sp>
      <p:pic>
        <p:nvPicPr>
          <p:cNvPr id="5" name="Picture 4">
            <a:extLst>
              <a:ext uri="{FF2B5EF4-FFF2-40B4-BE49-F238E27FC236}">
                <a16:creationId xmlns:a16="http://schemas.microsoft.com/office/drawing/2014/main" xmlns="" id="{3764A21E-75CF-4C0E-A013-63969C3685F0}"/>
              </a:ext>
            </a:extLst>
          </p:cNvPr>
          <p:cNvPicPr>
            <a:picLocks noChangeAspect="1"/>
          </p:cNvPicPr>
          <p:nvPr>
            <p:custDataLst>
              <p:tags r:id="rId3"/>
            </p:custDataLst>
          </p:nvPr>
        </p:nvPicPr>
        <p:blipFill>
          <a:blip r:embed="rId5"/>
          <a:stretch>
            <a:fillRect/>
          </a:stretch>
        </p:blipFill>
        <p:spPr>
          <a:xfrm>
            <a:off x="6980100" y="1425388"/>
            <a:ext cx="2992059" cy="4507147"/>
          </a:xfrm>
          <a:prstGeom prst="rect">
            <a:avLst/>
          </a:prstGeom>
        </p:spPr>
      </p:pic>
    </p:spTree>
    <p:extLst>
      <p:ext uri="{BB962C8B-B14F-4D97-AF65-F5344CB8AC3E}">
        <p14:creationId xmlns:p14="http://schemas.microsoft.com/office/powerpoint/2010/main" val="3498341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a:t>
            </a:r>
            <a:r>
              <a:rPr lang="fr-CA" dirty="0" err="1"/>
              <a:t>Cancelation</a:t>
            </a:r>
            <a:endParaRPr lang="en-CA" dirty="0"/>
          </a:p>
        </p:txBody>
      </p:sp>
      <p:sp>
        <p:nvSpPr>
          <p:cNvPr id="3" name="Content Placeholder 2">
            <a:extLst>
              <a:ext uri="{FF2B5EF4-FFF2-40B4-BE49-F238E27FC236}">
                <a16:creationId xmlns:a16="http://schemas.microsoft.com/office/drawing/2014/main" xmlns="" id="{88260861-4547-4617-B304-A8EB80E2B352}"/>
              </a:ext>
            </a:extLst>
          </p:cNvPr>
          <p:cNvSpPr>
            <a:spLocks noGrp="1"/>
          </p:cNvSpPr>
          <p:nvPr>
            <p:ph idx="1"/>
            <p:custDataLst>
              <p:tags r:id="rId2"/>
            </p:custDataLst>
          </p:nvPr>
        </p:nvSpPr>
        <p:spPr>
          <a:xfrm>
            <a:off x="838200" y="1250576"/>
            <a:ext cx="10515600" cy="4751575"/>
          </a:xfrm>
        </p:spPr>
        <p:txBody>
          <a:bodyPr/>
          <a:lstStyle/>
          <a:p>
            <a:pPr marL="457200" indent="-457200" algn="just">
              <a:lnSpc>
                <a:spcPct val="150000"/>
              </a:lnSpc>
              <a:buFont typeface="+mj-lt"/>
              <a:buAutoNum type="arabicPeriod" startAt="2"/>
            </a:pPr>
            <a:r>
              <a:rPr lang="en-US" sz="2200" dirty="0"/>
              <a:t>Perform a search that will retrieve the wave you wish to cancel. </a:t>
            </a:r>
          </a:p>
          <a:p>
            <a:pPr marL="457200" indent="-457200" algn="just">
              <a:lnSpc>
                <a:spcPct val="150000"/>
              </a:lnSpc>
              <a:buFont typeface="+mj-lt"/>
              <a:buAutoNum type="arabicPeriod" startAt="2"/>
            </a:pPr>
            <a:r>
              <a:rPr lang="en-US" sz="2200" dirty="0"/>
              <a:t>Select the wave. The wave must be assigned a status of SUSP, BLD or PLN. </a:t>
            </a:r>
          </a:p>
          <a:p>
            <a:pPr marL="457200" indent="-457200" algn="just">
              <a:lnSpc>
                <a:spcPct val="150000"/>
              </a:lnSpc>
              <a:buFont typeface="+mj-lt"/>
              <a:buAutoNum type="arabicPeriod" startAt="2"/>
            </a:pPr>
            <a:endParaRPr lang="en-US" sz="2200" dirty="0"/>
          </a:p>
          <a:p>
            <a:pPr marL="457200" indent="-457200" algn="just">
              <a:lnSpc>
                <a:spcPct val="150000"/>
              </a:lnSpc>
              <a:buFont typeface="+mj-lt"/>
              <a:buAutoNum type="arabicPeriod" startAt="2"/>
            </a:pPr>
            <a:endParaRPr lang="en-US" sz="2200" dirty="0"/>
          </a:p>
          <a:p>
            <a:endParaRPr lang="en-CA" sz="2200" dirty="0"/>
          </a:p>
        </p:txBody>
      </p:sp>
      <p:pic>
        <p:nvPicPr>
          <p:cNvPr id="5" name="Picture 4">
            <a:extLst>
              <a:ext uri="{FF2B5EF4-FFF2-40B4-BE49-F238E27FC236}">
                <a16:creationId xmlns:a16="http://schemas.microsoft.com/office/drawing/2014/main" xmlns="" id="{46565BC3-E3A4-43E9-AA69-285E64C8D302}"/>
              </a:ext>
            </a:extLst>
          </p:cNvPr>
          <p:cNvPicPr>
            <a:picLocks noChangeAspect="1"/>
          </p:cNvPicPr>
          <p:nvPr>
            <p:custDataLst>
              <p:tags r:id="rId3"/>
            </p:custDataLst>
          </p:nvPr>
        </p:nvPicPr>
        <p:blipFill>
          <a:blip r:embed="rId5"/>
          <a:stretch>
            <a:fillRect/>
          </a:stretch>
        </p:blipFill>
        <p:spPr>
          <a:xfrm>
            <a:off x="838200" y="2732268"/>
            <a:ext cx="10013576" cy="3269883"/>
          </a:xfrm>
          <a:prstGeom prst="rect">
            <a:avLst/>
          </a:prstGeom>
        </p:spPr>
      </p:pic>
    </p:spTree>
    <p:extLst>
      <p:ext uri="{BB962C8B-B14F-4D97-AF65-F5344CB8AC3E}">
        <p14:creationId xmlns:p14="http://schemas.microsoft.com/office/powerpoint/2010/main" val="3619051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a:t>
            </a:r>
            <a:r>
              <a:rPr lang="fr-CA" dirty="0" err="1"/>
              <a:t>Cancelation</a:t>
            </a:r>
            <a:endParaRPr lang="en-CA" dirty="0"/>
          </a:p>
        </p:txBody>
      </p:sp>
      <p:sp>
        <p:nvSpPr>
          <p:cNvPr id="3" name="Content Placeholder 2">
            <a:extLst>
              <a:ext uri="{FF2B5EF4-FFF2-40B4-BE49-F238E27FC236}">
                <a16:creationId xmlns:a16="http://schemas.microsoft.com/office/drawing/2014/main" xmlns="" id="{88260861-4547-4617-B304-A8EB80E2B352}"/>
              </a:ext>
            </a:extLst>
          </p:cNvPr>
          <p:cNvSpPr>
            <a:spLocks noGrp="1"/>
          </p:cNvSpPr>
          <p:nvPr>
            <p:ph idx="1"/>
            <p:custDataLst>
              <p:tags r:id="rId2"/>
            </p:custDataLst>
          </p:nvPr>
        </p:nvSpPr>
        <p:spPr>
          <a:xfrm>
            <a:off x="838200" y="1210236"/>
            <a:ext cx="10515600" cy="4966728"/>
          </a:xfrm>
        </p:spPr>
        <p:txBody>
          <a:bodyPr/>
          <a:lstStyle/>
          <a:p>
            <a:pPr marL="457200" indent="-457200" algn="just">
              <a:lnSpc>
                <a:spcPct val="150000"/>
              </a:lnSpc>
              <a:buFont typeface="+mj-lt"/>
              <a:buAutoNum type="arabicPeriod" startAt="4"/>
            </a:pPr>
            <a:r>
              <a:rPr lang="en-US" sz="2200" dirty="0"/>
              <a:t>Select the Use Record as Criteria for Action button and click on the Cancel action.</a:t>
            </a:r>
          </a:p>
          <a:p>
            <a:pPr marL="457200" indent="-457200" algn="just">
              <a:lnSpc>
                <a:spcPct val="150000"/>
              </a:lnSpc>
              <a:buFont typeface="+mj-lt"/>
              <a:buAutoNum type="arabicPeriod" startAt="4"/>
            </a:pPr>
            <a:r>
              <a:rPr lang="en-US" sz="2200" dirty="0"/>
              <a:t>You are prompted to confirm that you want to delete the wave and place its orders on hold. Click OK to confirm.  </a:t>
            </a:r>
          </a:p>
          <a:p>
            <a:pPr marL="457200" indent="-457200" algn="just">
              <a:lnSpc>
                <a:spcPct val="150000"/>
              </a:lnSpc>
              <a:buFont typeface="+mj-lt"/>
              <a:buAutoNum type="arabicPeriod" startAt="4"/>
            </a:pPr>
            <a:endParaRPr lang="en-US" sz="2200" dirty="0"/>
          </a:p>
          <a:p>
            <a:pPr marL="457200" indent="-457200" algn="just">
              <a:lnSpc>
                <a:spcPct val="150000"/>
              </a:lnSpc>
              <a:buFont typeface="+mj-lt"/>
              <a:buAutoNum type="arabicPeriod" startAt="4"/>
            </a:pPr>
            <a:endParaRPr lang="en-US" sz="2200" dirty="0"/>
          </a:p>
          <a:p>
            <a:endParaRPr lang="en-CA" sz="2200" dirty="0"/>
          </a:p>
        </p:txBody>
      </p:sp>
      <p:pic>
        <p:nvPicPr>
          <p:cNvPr id="5" name="Picture 4">
            <a:extLst>
              <a:ext uri="{FF2B5EF4-FFF2-40B4-BE49-F238E27FC236}">
                <a16:creationId xmlns:a16="http://schemas.microsoft.com/office/drawing/2014/main" xmlns="" id="{C27F40EE-FCFD-4BE7-9807-71E8A02C8519}"/>
              </a:ext>
            </a:extLst>
          </p:cNvPr>
          <p:cNvPicPr>
            <a:picLocks noChangeAspect="1"/>
          </p:cNvPicPr>
          <p:nvPr>
            <p:custDataLst>
              <p:tags r:id="rId3"/>
            </p:custDataLst>
          </p:nvPr>
        </p:nvPicPr>
        <p:blipFill rotWithShape="1">
          <a:blip r:embed="rId6"/>
          <a:srcRect t="37699"/>
          <a:stretch/>
        </p:blipFill>
        <p:spPr>
          <a:xfrm>
            <a:off x="838200" y="2985245"/>
            <a:ext cx="9956476" cy="2895881"/>
          </a:xfrm>
          <a:prstGeom prst="rect">
            <a:avLst/>
          </a:prstGeom>
        </p:spPr>
      </p:pic>
      <p:pic>
        <p:nvPicPr>
          <p:cNvPr id="7" name="Picture 6">
            <a:extLst>
              <a:ext uri="{FF2B5EF4-FFF2-40B4-BE49-F238E27FC236}">
                <a16:creationId xmlns:a16="http://schemas.microsoft.com/office/drawing/2014/main" xmlns="" id="{C778A656-F0E9-4F6F-816B-0030CACBBBF6}"/>
              </a:ext>
            </a:extLst>
          </p:cNvPr>
          <p:cNvPicPr>
            <a:picLocks noChangeAspect="1"/>
          </p:cNvPicPr>
          <p:nvPr>
            <p:custDataLst>
              <p:tags r:id="rId4"/>
            </p:custDataLst>
          </p:nvPr>
        </p:nvPicPr>
        <p:blipFill>
          <a:blip r:embed="rId7"/>
          <a:stretch>
            <a:fillRect/>
          </a:stretch>
        </p:blipFill>
        <p:spPr>
          <a:xfrm>
            <a:off x="5816438" y="5014095"/>
            <a:ext cx="3392271" cy="1267337"/>
          </a:xfrm>
          <a:prstGeom prst="rect">
            <a:avLst/>
          </a:prstGeom>
          <a:ln>
            <a:solidFill>
              <a:schemeClr val="tx1">
                <a:lumMod val="50000"/>
                <a:lumOff val="50000"/>
              </a:schemeClr>
            </a:solidFill>
          </a:ln>
        </p:spPr>
      </p:pic>
    </p:spTree>
    <p:extLst>
      <p:ext uri="{BB962C8B-B14F-4D97-AF65-F5344CB8AC3E}">
        <p14:creationId xmlns:p14="http://schemas.microsoft.com/office/powerpoint/2010/main" val="406123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a:t>
            </a:r>
            <a:r>
              <a:rPr lang="fr-CA" dirty="0" err="1"/>
              <a:t>Cancelation</a:t>
            </a:r>
            <a:endParaRPr lang="en-CA" dirty="0"/>
          </a:p>
        </p:txBody>
      </p:sp>
      <p:sp>
        <p:nvSpPr>
          <p:cNvPr id="3" name="Content Placeholder 2">
            <a:extLst>
              <a:ext uri="{FF2B5EF4-FFF2-40B4-BE49-F238E27FC236}">
                <a16:creationId xmlns:a16="http://schemas.microsoft.com/office/drawing/2014/main" xmlns="" id="{88260861-4547-4617-B304-A8EB80E2B352}"/>
              </a:ext>
            </a:extLst>
          </p:cNvPr>
          <p:cNvSpPr>
            <a:spLocks noGrp="1"/>
          </p:cNvSpPr>
          <p:nvPr>
            <p:ph idx="1"/>
            <p:custDataLst>
              <p:tags r:id="rId2"/>
            </p:custDataLst>
          </p:nvPr>
        </p:nvSpPr>
        <p:spPr>
          <a:xfrm>
            <a:off x="838200" y="1264024"/>
            <a:ext cx="10515600" cy="4912939"/>
          </a:xfrm>
        </p:spPr>
        <p:txBody>
          <a:bodyPr/>
          <a:lstStyle/>
          <a:p>
            <a:pPr marL="457200" indent="-457200" algn="just">
              <a:lnSpc>
                <a:spcPct val="150000"/>
              </a:lnSpc>
              <a:buFont typeface="+mj-lt"/>
              <a:buAutoNum type="arabicPeriod" startAt="6"/>
            </a:pPr>
            <a:r>
              <a:rPr lang="en-US" sz="2200" dirty="0"/>
              <a:t>A confirmation message will appear. Once the Cancel action has been selected, the wave's status is changed to “SHLD - Scheduled for Hold.”</a:t>
            </a:r>
          </a:p>
          <a:p>
            <a:pPr marL="457200" indent="-457200" algn="just">
              <a:lnSpc>
                <a:spcPct val="150000"/>
              </a:lnSpc>
              <a:buFont typeface="+mj-lt"/>
              <a:buAutoNum type="arabicPeriod" startAt="6"/>
            </a:pPr>
            <a:endParaRPr lang="en-US" sz="2200" dirty="0"/>
          </a:p>
          <a:p>
            <a:endParaRPr lang="en-CA" sz="2200" dirty="0"/>
          </a:p>
        </p:txBody>
      </p:sp>
      <p:pic>
        <p:nvPicPr>
          <p:cNvPr id="5" name="Picture 4">
            <a:extLst>
              <a:ext uri="{FF2B5EF4-FFF2-40B4-BE49-F238E27FC236}">
                <a16:creationId xmlns:a16="http://schemas.microsoft.com/office/drawing/2014/main" xmlns="" id="{0A7571B8-B39D-4A2D-9A64-FD5EFDB23B31}"/>
              </a:ext>
            </a:extLst>
          </p:cNvPr>
          <p:cNvPicPr>
            <a:picLocks noChangeAspect="1"/>
          </p:cNvPicPr>
          <p:nvPr>
            <p:custDataLst>
              <p:tags r:id="rId3"/>
            </p:custDataLst>
          </p:nvPr>
        </p:nvPicPr>
        <p:blipFill>
          <a:blip r:embed="rId5"/>
          <a:stretch>
            <a:fillRect/>
          </a:stretch>
        </p:blipFill>
        <p:spPr>
          <a:xfrm>
            <a:off x="1048870" y="2626099"/>
            <a:ext cx="10094259" cy="3452923"/>
          </a:xfrm>
          <a:prstGeom prst="rect">
            <a:avLst/>
          </a:prstGeom>
        </p:spPr>
      </p:pic>
    </p:spTree>
    <p:extLst>
      <p:ext uri="{BB962C8B-B14F-4D97-AF65-F5344CB8AC3E}">
        <p14:creationId xmlns:p14="http://schemas.microsoft.com/office/powerpoint/2010/main" val="2700844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Suspension</a:t>
            </a:r>
            <a:endParaRPr lang="en-CA" dirty="0"/>
          </a:p>
        </p:txBody>
      </p:sp>
      <p:sp>
        <p:nvSpPr>
          <p:cNvPr id="3" name="Content Placeholder 2">
            <a:extLst>
              <a:ext uri="{FF2B5EF4-FFF2-40B4-BE49-F238E27FC236}">
                <a16:creationId xmlns:a16="http://schemas.microsoft.com/office/drawing/2014/main" xmlns="" id="{88260861-4547-4617-B304-A8EB80E2B352}"/>
              </a:ext>
            </a:extLst>
          </p:cNvPr>
          <p:cNvSpPr>
            <a:spLocks noGrp="1"/>
          </p:cNvSpPr>
          <p:nvPr>
            <p:ph idx="1"/>
            <p:custDataLst>
              <p:tags r:id="rId2"/>
            </p:custDataLst>
          </p:nvPr>
        </p:nvSpPr>
        <p:spPr>
          <a:xfrm>
            <a:off x="838200" y="1264024"/>
            <a:ext cx="10515600" cy="4912939"/>
          </a:xfrm>
        </p:spPr>
        <p:txBody>
          <a:bodyPr/>
          <a:lstStyle/>
          <a:p>
            <a:pPr algn="just">
              <a:lnSpc>
                <a:spcPct val="150000"/>
              </a:lnSpc>
            </a:pPr>
            <a:r>
              <a:rPr lang="en-US" sz="2200" dirty="0"/>
              <a:t>The Wave Management resource enables you to </a:t>
            </a:r>
            <a:r>
              <a:rPr lang="en-US" sz="2200" b="1" dirty="0"/>
              <a:t>suspend the processing of a given wave</a:t>
            </a:r>
            <a:r>
              <a:rPr lang="en-US" sz="2200" dirty="0"/>
              <a:t>. </a:t>
            </a:r>
          </a:p>
          <a:p>
            <a:pPr algn="just">
              <a:lnSpc>
                <a:spcPct val="150000"/>
              </a:lnSpc>
            </a:pPr>
            <a:r>
              <a:rPr lang="en-US" sz="2200" dirty="0"/>
              <a:t>Suspending a wave retains all commands and wave planning, but temporarily prevents commands from being processed.  </a:t>
            </a:r>
          </a:p>
          <a:p>
            <a:pPr marL="800100" lvl="2" indent="-342900" algn="just">
              <a:lnSpc>
                <a:spcPct val="150000"/>
              </a:lnSpc>
              <a:spcBef>
                <a:spcPts val="1000"/>
              </a:spcBef>
              <a:buFont typeface="Wingdings" panose="05000000000000000000" pitchFamily="2" charset="2"/>
              <a:buChar char="ü"/>
            </a:pPr>
            <a:r>
              <a:rPr lang="en-US" sz="2200" dirty="0"/>
              <a:t>In other words, inventory remains allocated to line items in the outbound order, but the pick commands are paused.</a:t>
            </a:r>
          </a:p>
          <a:p>
            <a:pPr algn="just">
              <a:lnSpc>
                <a:spcPct val="150000"/>
              </a:lnSpc>
            </a:pPr>
            <a:r>
              <a:rPr lang="en-US" sz="2200" dirty="0"/>
              <a:t> Only waves that have the status “RDY - Ready to Pick” can be suspended.</a:t>
            </a:r>
          </a:p>
          <a:p>
            <a:pPr algn="just">
              <a:lnSpc>
                <a:spcPct val="150000"/>
              </a:lnSpc>
            </a:pPr>
            <a:r>
              <a:rPr lang="en-US" sz="2200" dirty="0"/>
              <a:t> The suspended wave must be released again before being processed. </a:t>
            </a:r>
          </a:p>
          <a:p>
            <a:endParaRPr lang="en-CA" sz="2200" dirty="0"/>
          </a:p>
        </p:txBody>
      </p:sp>
    </p:spTree>
    <p:extLst>
      <p:ext uri="{BB962C8B-B14F-4D97-AF65-F5344CB8AC3E}">
        <p14:creationId xmlns:p14="http://schemas.microsoft.com/office/powerpoint/2010/main" val="1786457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Suspension</a:t>
            </a:r>
            <a:endParaRPr lang="en-CA" dirty="0"/>
          </a:p>
        </p:txBody>
      </p:sp>
      <p:sp>
        <p:nvSpPr>
          <p:cNvPr id="3" name="Content Placeholder 2">
            <a:extLst>
              <a:ext uri="{FF2B5EF4-FFF2-40B4-BE49-F238E27FC236}">
                <a16:creationId xmlns:a16="http://schemas.microsoft.com/office/drawing/2014/main" xmlns="" id="{88260861-4547-4617-B304-A8EB80E2B352}"/>
              </a:ext>
            </a:extLst>
          </p:cNvPr>
          <p:cNvSpPr>
            <a:spLocks noGrp="1"/>
          </p:cNvSpPr>
          <p:nvPr>
            <p:ph idx="1"/>
            <p:custDataLst>
              <p:tags r:id="rId2"/>
            </p:custDataLst>
          </p:nvPr>
        </p:nvSpPr>
        <p:spPr>
          <a:xfrm>
            <a:off x="838200" y="1425388"/>
            <a:ext cx="5831541" cy="4751575"/>
          </a:xfrm>
        </p:spPr>
        <p:txBody>
          <a:bodyPr/>
          <a:lstStyle/>
          <a:p>
            <a:pPr marL="457200" indent="-457200" algn="just">
              <a:lnSpc>
                <a:spcPct val="200000"/>
              </a:lnSpc>
              <a:buFont typeface="+mj-lt"/>
              <a:buAutoNum type="arabicPeriod"/>
            </a:pPr>
            <a:r>
              <a:rPr lang="en-US" sz="2200" dirty="0"/>
              <a:t> To suspend a wave of outbound orders, select the Wave Management resource. </a:t>
            </a:r>
          </a:p>
          <a:p>
            <a:pPr marL="457200" indent="-457200" algn="just">
              <a:lnSpc>
                <a:spcPct val="150000"/>
              </a:lnSpc>
              <a:buFont typeface="+mj-lt"/>
              <a:buAutoNum type="arabicPeriod"/>
            </a:pPr>
            <a:endParaRPr lang="en-US" sz="2200" dirty="0"/>
          </a:p>
          <a:p>
            <a:pPr marL="457200" indent="-457200" algn="just">
              <a:lnSpc>
                <a:spcPct val="150000"/>
              </a:lnSpc>
              <a:buFont typeface="+mj-lt"/>
              <a:buAutoNum type="arabicPeriod"/>
            </a:pPr>
            <a:endParaRPr lang="en-US" sz="2200" dirty="0"/>
          </a:p>
          <a:p>
            <a:endParaRPr lang="en-CA" sz="2200" dirty="0"/>
          </a:p>
        </p:txBody>
      </p:sp>
      <p:pic>
        <p:nvPicPr>
          <p:cNvPr id="5" name="Picture 4">
            <a:extLst>
              <a:ext uri="{FF2B5EF4-FFF2-40B4-BE49-F238E27FC236}">
                <a16:creationId xmlns:a16="http://schemas.microsoft.com/office/drawing/2014/main" xmlns="" id="{3764A21E-75CF-4C0E-A013-63969C3685F0}"/>
              </a:ext>
            </a:extLst>
          </p:cNvPr>
          <p:cNvPicPr>
            <a:picLocks noChangeAspect="1"/>
          </p:cNvPicPr>
          <p:nvPr>
            <p:custDataLst>
              <p:tags r:id="rId3"/>
            </p:custDataLst>
          </p:nvPr>
        </p:nvPicPr>
        <p:blipFill>
          <a:blip r:embed="rId5"/>
          <a:stretch>
            <a:fillRect/>
          </a:stretch>
        </p:blipFill>
        <p:spPr>
          <a:xfrm>
            <a:off x="7074230" y="1175426"/>
            <a:ext cx="2992059" cy="4507147"/>
          </a:xfrm>
          <a:prstGeom prst="rect">
            <a:avLst/>
          </a:prstGeom>
        </p:spPr>
      </p:pic>
    </p:spTree>
    <p:extLst>
      <p:ext uri="{BB962C8B-B14F-4D97-AF65-F5344CB8AC3E}">
        <p14:creationId xmlns:p14="http://schemas.microsoft.com/office/powerpoint/2010/main" val="2158715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AD3EA4-9D7A-43EC-9B0F-D4E105ADC2E9}"/>
              </a:ext>
            </a:extLst>
          </p:cNvPr>
          <p:cNvSpPr>
            <a:spLocks noGrp="1"/>
          </p:cNvSpPr>
          <p:nvPr>
            <p:ph type="title"/>
            <p:custDataLst>
              <p:tags r:id="rId1"/>
            </p:custDataLst>
          </p:nvPr>
        </p:nvSpPr>
        <p:spPr/>
        <p:txBody>
          <a:bodyPr/>
          <a:lstStyle/>
          <a:p>
            <a:r>
              <a:rPr lang="fr-CA" dirty="0" err="1"/>
              <a:t>Wave</a:t>
            </a:r>
            <a:r>
              <a:rPr lang="fr-CA" dirty="0"/>
              <a:t> Suspension</a:t>
            </a:r>
            <a:endParaRPr lang="en-CA" dirty="0"/>
          </a:p>
        </p:txBody>
      </p:sp>
      <p:sp>
        <p:nvSpPr>
          <p:cNvPr id="4" name="Content Placeholder 2">
            <a:extLst>
              <a:ext uri="{FF2B5EF4-FFF2-40B4-BE49-F238E27FC236}">
                <a16:creationId xmlns:a16="http://schemas.microsoft.com/office/drawing/2014/main" xmlns="" id="{DBB35024-2D51-4BEB-AB41-C54546641178}"/>
              </a:ext>
            </a:extLst>
          </p:cNvPr>
          <p:cNvSpPr>
            <a:spLocks noGrp="1"/>
          </p:cNvSpPr>
          <p:nvPr>
            <p:ph idx="1"/>
            <p:custDataLst>
              <p:tags r:id="rId2"/>
            </p:custDataLst>
          </p:nvPr>
        </p:nvSpPr>
        <p:spPr>
          <a:xfrm>
            <a:off x="838200" y="1196788"/>
            <a:ext cx="10515600" cy="4805363"/>
          </a:xfrm>
        </p:spPr>
        <p:txBody>
          <a:bodyPr/>
          <a:lstStyle/>
          <a:p>
            <a:pPr marL="457200" indent="-457200" algn="just">
              <a:lnSpc>
                <a:spcPct val="150000"/>
              </a:lnSpc>
              <a:buFont typeface="+mj-lt"/>
              <a:buAutoNum type="arabicPeriod" startAt="2"/>
            </a:pPr>
            <a:r>
              <a:rPr lang="en-US" sz="2200" dirty="0"/>
              <a:t>Perform a search that will retrieve the wave you wish to suspend. </a:t>
            </a:r>
          </a:p>
          <a:p>
            <a:pPr marL="457200" indent="-457200" algn="just">
              <a:lnSpc>
                <a:spcPct val="150000"/>
              </a:lnSpc>
              <a:buFont typeface="+mj-lt"/>
              <a:buAutoNum type="arabicPeriod" startAt="2"/>
            </a:pPr>
            <a:r>
              <a:rPr lang="en-US" sz="2200" dirty="0"/>
              <a:t>Select the wave. The wave must be assigned a status of RDY. </a:t>
            </a:r>
          </a:p>
          <a:p>
            <a:pPr marL="457200" indent="-457200" algn="just">
              <a:lnSpc>
                <a:spcPct val="150000"/>
              </a:lnSpc>
              <a:buFont typeface="+mj-lt"/>
              <a:buAutoNum type="arabicPeriod" startAt="2"/>
            </a:pPr>
            <a:endParaRPr lang="en-US" sz="2200" dirty="0"/>
          </a:p>
          <a:p>
            <a:pPr marL="457200" indent="-457200" algn="just">
              <a:lnSpc>
                <a:spcPct val="150000"/>
              </a:lnSpc>
              <a:buFont typeface="+mj-lt"/>
              <a:buAutoNum type="arabicPeriod" startAt="2"/>
            </a:pPr>
            <a:endParaRPr lang="en-US" sz="2200" dirty="0"/>
          </a:p>
          <a:p>
            <a:endParaRPr lang="en-CA" sz="2200" dirty="0"/>
          </a:p>
        </p:txBody>
      </p:sp>
      <p:pic>
        <p:nvPicPr>
          <p:cNvPr id="8" name="Picture 7">
            <a:extLst>
              <a:ext uri="{FF2B5EF4-FFF2-40B4-BE49-F238E27FC236}">
                <a16:creationId xmlns:a16="http://schemas.microsoft.com/office/drawing/2014/main" xmlns="" id="{79E83D47-E810-4BB6-BD03-ADA37A7FFE49}"/>
              </a:ext>
            </a:extLst>
          </p:cNvPr>
          <p:cNvPicPr>
            <a:picLocks noChangeAspect="1"/>
          </p:cNvPicPr>
          <p:nvPr>
            <p:custDataLst>
              <p:tags r:id="rId3"/>
            </p:custDataLst>
          </p:nvPr>
        </p:nvPicPr>
        <p:blipFill>
          <a:blip r:embed="rId5"/>
          <a:stretch>
            <a:fillRect/>
          </a:stretch>
        </p:blipFill>
        <p:spPr>
          <a:xfrm>
            <a:off x="838200" y="2522351"/>
            <a:ext cx="10515600" cy="3515193"/>
          </a:xfrm>
          <a:prstGeom prst="rect">
            <a:avLst/>
          </a:prstGeom>
        </p:spPr>
      </p:pic>
    </p:spTree>
    <p:extLst>
      <p:ext uri="{BB962C8B-B14F-4D97-AF65-F5344CB8AC3E}">
        <p14:creationId xmlns:p14="http://schemas.microsoft.com/office/powerpoint/2010/main" val="551799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AD3EA4-9D7A-43EC-9B0F-D4E105ADC2E9}"/>
              </a:ext>
            </a:extLst>
          </p:cNvPr>
          <p:cNvSpPr>
            <a:spLocks noGrp="1"/>
          </p:cNvSpPr>
          <p:nvPr>
            <p:ph type="title"/>
            <p:custDataLst>
              <p:tags r:id="rId1"/>
            </p:custDataLst>
          </p:nvPr>
        </p:nvSpPr>
        <p:spPr/>
        <p:txBody>
          <a:bodyPr/>
          <a:lstStyle/>
          <a:p>
            <a:r>
              <a:rPr lang="fr-CA" dirty="0" err="1"/>
              <a:t>Wave</a:t>
            </a:r>
            <a:r>
              <a:rPr lang="fr-CA" dirty="0"/>
              <a:t> Suspension</a:t>
            </a:r>
            <a:endParaRPr lang="en-CA" dirty="0"/>
          </a:p>
        </p:txBody>
      </p:sp>
      <p:sp>
        <p:nvSpPr>
          <p:cNvPr id="4" name="Content Placeholder 2">
            <a:extLst>
              <a:ext uri="{FF2B5EF4-FFF2-40B4-BE49-F238E27FC236}">
                <a16:creationId xmlns:a16="http://schemas.microsoft.com/office/drawing/2014/main" xmlns="" id="{DBB35024-2D51-4BEB-AB41-C54546641178}"/>
              </a:ext>
            </a:extLst>
          </p:cNvPr>
          <p:cNvSpPr>
            <a:spLocks noGrp="1"/>
          </p:cNvSpPr>
          <p:nvPr>
            <p:ph idx="1"/>
            <p:custDataLst>
              <p:tags r:id="rId2"/>
            </p:custDataLst>
          </p:nvPr>
        </p:nvSpPr>
        <p:spPr>
          <a:xfrm>
            <a:off x="838200" y="1385047"/>
            <a:ext cx="10515600" cy="4617104"/>
          </a:xfrm>
        </p:spPr>
        <p:txBody>
          <a:bodyPr/>
          <a:lstStyle/>
          <a:p>
            <a:pPr marL="457200" indent="-457200" algn="just">
              <a:lnSpc>
                <a:spcPct val="150000"/>
              </a:lnSpc>
              <a:buFont typeface="+mj-lt"/>
              <a:buAutoNum type="arabicPeriod" startAt="4"/>
            </a:pPr>
            <a:r>
              <a:rPr lang="en-US" sz="2200" dirty="0"/>
              <a:t>Select the Use Record as Criteria for Action button and click on the Suspend action.</a:t>
            </a:r>
          </a:p>
          <a:p>
            <a:pPr marL="457200" indent="-457200" algn="just">
              <a:lnSpc>
                <a:spcPct val="150000"/>
              </a:lnSpc>
              <a:buFont typeface="+mj-lt"/>
              <a:buAutoNum type="arabicPeriod" startAt="4"/>
            </a:pPr>
            <a:endParaRPr lang="en-US" sz="2200" dirty="0"/>
          </a:p>
          <a:p>
            <a:pPr marL="457200" indent="-457200" algn="just">
              <a:lnSpc>
                <a:spcPct val="150000"/>
              </a:lnSpc>
              <a:buFont typeface="+mj-lt"/>
              <a:buAutoNum type="arabicPeriod" startAt="4"/>
            </a:pPr>
            <a:endParaRPr lang="en-US" sz="2200" dirty="0"/>
          </a:p>
          <a:p>
            <a:endParaRPr lang="en-CA" sz="2200" dirty="0"/>
          </a:p>
        </p:txBody>
      </p:sp>
      <p:pic>
        <p:nvPicPr>
          <p:cNvPr id="7" name="Picture 6">
            <a:extLst>
              <a:ext uri="{FF2B5EF4-FFF2-40B4-BE49-F238E27FC236}">
                <a16:creationId xmlns:a16="http://schemas.microsoft.com/office/drawing/2014/main" xmlns="" id="{E18A54CB-B718-47E1-B0F7-7A311ECEBE06}"/>
              </a:ext>
            </a:extLst>
          </p:cNvPr>
          <p:cNvPicPr>
            <a:picLocks noChangeAspect="1"/>
          </p:cNvPicPr>
          <p:nvPr>
            <p:custDataLst>
              <p:tags r:id="rId3"/>
            </p:custDataLst>
          </p:nvPr>
        </p:nvPicPr>
        <p:blipFill>
          <a:blip r:embed="rId5"/>
          <a:stretch>
            <a:fillRect/>
          </a:stretch>
        </p:blipFill>
        <p:spPr>
          <a:xfrm>
            <a:off x="192741" y="2154628"/>
            <a:ext cx="11353800" cy="3318325"/>
          </a:xfrm>
          <a:prstGeom prst="rect">
            <a:avLst/>
          </a:prstGeom>
        </p:spPr>
      </p:pic>
    </p:spTree>
    <p:extLst>
      <p:ext uri="{BB962C8B-B14F-4D97-AF65-F5344CB8AC3E}">
        <p14:creationId xmlns:p14="http://schemas.microsoft.com/office/powerpoint/2010/main" val="814444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E30646-4CBA-4D28-9551-817E36B1F2AF}"/>
              </a:ext>
            </a:extLst>
          </p:cNvPr>
          <p:cNvSpPr>
            <a:spLocks noGrp="1"/>
          </p:cNvSpPr>
          <p:nvPr>
            <p:ph type="title"/>
            <p:custDataLst>
              <p:tags r:id="rId1"/>
            </p:custDataLst>
          </p:nvPr>
        </p:nvSpPr>
        <p:spPr/>
        <p:txBody>
          <a:bodyPr/>
          <a:lstStyle/>
          <a:p>
            <a:r>
              <a:rPr lang="fr-CA" dirty="0" err="1"/>
              <a:t>Wave</a:t>
            </a:r>
            <a:r>
              <a:rPr lang="fr-CA" dirty="0"/>
              <a:t> Suspension</a:t>
            </a:r>
            <a:endParaRPr lang="en-CA" dirty="0"/>
          </a:p>
        </p:txBody>
      </p:sp>
      <p:sp>
        <p:nvSpPr>
          <p:cNvPr id="3" name="Content Placeholder 2">
            <a:extLst>
              <a:ext uri="{FF2B5EF4-FFF2-40B4-BE49-F238E27FC236}">
                <a16:creationId xmlns:a16="http://schemas.microsoft.com/office/drawing/2014/main" xmlns="" id="{FCEBE432-59AD-48A6-BCBB-5F1216D6996B}"/>
              </a:ext>
            </a:extLst>
          </p:cNvPr>
          <p:cNvSpPr>
            <a:spLocks noGrp="1"/>
          </p:cNvSpPr>
          <p:nvPr>
            <p:ph idx="1"/>
            <p:custDataLst>
              <p:tags r:id="rId2"/>
            </p:custDataLst>
          </p:nvPr>
        </p:nvSpPr>
        <p:spPr>
          <a:xfrm>
            <a:off x="838200" y="1358153"/>
            <a:ext cx="10515600" cy="4805363"/>
          </a:xfrm>
        </p:spPr>
        <p:txBody>
          <a:bodyPr/>
          <a:lstStyle/>
          <a:p>
            <a:pPr marL="457200" indent="-457200" algn="just">
              <a:lnSpc>
                <a:spcPct val="150000"/>
              </a:lnSpc>
              <a:buFont typeface="+mj-lt"/>
              <a:buAutoNum type="arabicPeriod" startAt="5"/>
            </a:pPr>
            <a:r>
              <a:rPr lang="en-US" sz="2400" dirty="0"/>
              <a:t>A </a:t>
            </a:r>
            <a:r>
              <a:rPr lang="en-US" sz="2200" dirty="0"/>
              <a:t>confirmation message will appear. Once the Suspend action has been selected, the wave's status is temporarily changed to “SUSP – Suspended”.</a:t>
            </a:r>
          </a:p>
          <a:p>
            <a:endParaRPr lang="en-CA" dirty="0"/>
          </a:p>
        </p:txBody>
      </p:sp>
      <p:pic>
        <p:nvPicPr>
          <p:cNvPr id="5" name="Picture 4">
            <a:extLst>
              <a:ext uri="{FF2B5EF4-FFF2-40B4-BE49-F238E27FC236}">
                <a16:creationId xmlns:a16="http://schemas.microsoft.com/office/drawing/2014/main" xmlns="" id="{8F2CA050-80C4-4604-AF44-5921A186137A}"/>
              </a:ext>
            </a:extLst>
          </p:cNvPr>
          <p:cNvPicPr>
            <a:picLocks noChangeAspect="1"/>
          </p:cNvPicPr>
          <p:nvPr>
            <p:custDataLst>
              <p:tags r:id="rId3"/>
            </p:custDataLst>
          </p:nvPr>
        </p:nvPicPr>
        <p:blipFill>
          <a:blip r:embed="rId5"/>
          <a:stretch>
            <a:fillRect/>
          </a:stretch>
        </p:blipFill>
        <p:spPr>
          <a:xfrm>
            <a:off x="419100" y="2697163"/>
            <a:ext cx="11353800" cy="2333082"/>
          </a:xfrm>
          <a:prstGeom prst="rect">
            <a:avLst/>
          </a:prstGeom>
        </p:spPr>
      </p:pic>
    </p:spTree>
    <p:extLst>
      <p:ext uri="{BB962C8B-B14F-4D97-AF65-F5344CB8AC3E}">
        <p14:creationId xmlns:p14="http://schemas.microsoft.com/office/powerpoint/2010/main" val="938171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44E9DC-D59F-43B0-BCDB-9F2552EEE885}"/>
              </a:ext>
            </a:extLst>
          </p:cNvPr>
          <p:cNvSpPr>
            <a:spLocks noGrp="1"/>
          </p:cNvSpPr>
          <p:nvPr>
            <p:ph type="title"/>
            <p:custDataLst>
              <p:tags r:id="rId1"/>
            </p:custDataLst>
          </p:nvPr>
        </p:nvSpPr>
        <p:spPr/>
        <p:txBody>
          <a:bodyPr/>
          <a:lstStyle/>
          <a:p>
            <a:r>
              <a:rPr lang="fr-CA" dirty="0" err="1"/>
              <a:t>Wave</a:t>
            </a:r>
            <a:r>
              <a:rPr lang="fr-CA" dirty="0"/>
              <a:t> Suspension</a:t>
            </a:r>
            <a:endParaRPr lang="en-CA" dirty="0"/>
          </a:p>
        </p:txBody>
      </p:sp>
      <p:sp>
        <p:nvSpPr>
          <p:cNvPr id="3" name="Content Placeholder 2">
            <a:extLst>
              <a:ext uri="{FF2B5EF4-FFF2-40B4-BE49-F238E27FC236}">
                <a16:creationId xmlns:a16="http://schemas.microsoft.com/office/drawing/2014/main" xmlns="" id="{FFFFD025-D433-4B4E-82C6-8B2AF3505614}"/>
              </a:ext>
            </a:extLst>
          </p:cNvPr>
          <p:cNvSpPr>
            <a:spLocks noGrp="1"/>
          </p:cNvSpPr>
          <p:nvPr>
            <p:ph idx="1"/>
            <p:custDataLst>
              <p:tags r:id="rId2"/>
            </p:custDataLst>
          </p:nvPr>
        </p:nvSpPr>
        <p:spPr>
          <a:xfrm>
            <a:off x="703730" y="1116106"/>
            <a:ext cx="10515600" cy="4488563"/>
          </a:xfrm>
        </p:spPr>
        <p:txBody>
          <a:bodyPr/>
          <a:lstStyle/>
          <a:p>
            <a:pPr marL="457200" indent="-457200" algn="just">
              <a:lnSpc>
                <a:spcPct val="150000"/>
              </a:lnSpc>
              <a:buFont typeface="+mj-lt"/>
              <a:buAutoNum type="arabicPeriod" startAt="6"/>
            </a:pPr>
            <a:r>
              <a:rPr lang="fr-CA" sz="2200" dirty="0"/>
              <a:t>If </a:t>
            </a:r>
            <a:r>
              <a:rPr lang="fr-CA" sz="2200" dirty="0" err="1"/>
              <a:t>you</a:t>
            </a:r>
            <a:r>
              <a:rPr lang="fr-CA" sz="2200" dirty="0"/>
              <a:t> </a:t>
            </a:r>
            <a:r>
              <a:rPr lang="fr-CA" sz="2200" dirty="0" err="1"/>
              <a:t>want</a:t>
            </a:r>
            <a:r>
              <a:rPr lang="fr-CA" sz="2200" dirty="0"/>
              <a:t> to </a:t>
            </a:r>
            <a:r>
              <a:rPr lang="en-US" sz="2200" dirty="0"/>
              <a:t>remove a wave from suspension status, from the Wave Management resource, perform a search that will retrieve the wave you wish to process. Select the wave. The wave must have the status "SUSP - Suspended".</a:t>
            </a:r>
            <a:endParaRPr lang="en-CA" dirty="0"/>
          </a:p>
        </p:txBody>
      </p:sp>
      <p:pic>
        <p:nvPicPr>
          <p:cNvPr id="5" name="Picture 4">
            <a:extLst>
              <a:ext uri="{FF2B5EF4-FFF2-40B4-BE49-F238E27FC236}">
                <a16:creationId xmlns:a16="http://schemas.microsoft.com/office/drawing/2014/main" xmlns="" id="{0F09331F-DC48-4694-9743-C858B419BAEA}"/>
              </a:ext>
            </a:extLst>
          </p:cNvPr>
          <p:cNvPicPr>
            <a:picLocks noChangeAspect="1"/>
          </p:cNvPicPr>
          <p:nvPr>
            <p:custDataLst>
              <p:tags r:id="rId3"/>
            </p:custDataLst>
          </p:nvPr>
        </p:nvPicPr>
        <p:blipFill>
          <a:blip r:embed="rId5"/>
          <a:stretch>
            <a:fillRect/>
          </a:stretch>
        </p:blipFill>
        <p:spPr>
          <a:xfrm>
            <a:off x="1252818" y="2928936"/>
            <a:ext cx="9629574" cy="3270158"/>
          </a:xfrm>
          <a:prstGeom prst="rect">
            <a:avLst/>
          </a:prstGeom>
        </p:spPr>
      </p:pic>
    </p:spTree>
    <p:extLst>
      <p:ext uri="{BB962C8B-B14F-4D97-AF65-F5344CB8AC3E}">
        <p14:creationId xmlns:p14="http://schemas.microsoft.com/office/powerpoint/2010/main" val="1601085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44E9DC-D59F-43B0-BCDB-9F2552EEE885}"/>
              </a:ext>
            </a:extLst>
          </p:cNvPr>
          <p:cNvSpPr>
            <a:spLocks noGrp="1"/>
          </p:cNvSpPr>
          <p:nvPr>
            <p:ph type="title"/>
            <p:custDataLst>
              <p:tags r:id="rId1"/>
            </p:custDataLst>
          </p:nvPr>
        </p:nvSpPr>
        <p:spPr/>
        <p:txBody>
          <a:bodyPr/>
          <a:lstStyle/>
          <a:p>
            <a:r>
              <a:rPr lang="fr-CA" dirty="0" err="1"/>
              <a:t>Wave</a:t>
            </a:r>
            <a:r>
              <a:rPr lang="fr-CA" dirty="0"/>
              <a:t> Suspension</a:t>
            </a:r>
            <a:endParaRPr lang="en-CA" dirty="0"/>
          </a:p>
        </p:txBody>
      </p:sp>
      <p:sp>
        <p:nvSpPr>
          <p:cNvPr id="3" name="Content Placeholder 2">
            <a:extLst>
              <a:ext uri="{FF2B5EF4-FFF2-40B4-BE49-F238E27FC236}">
                <a16:creationId xmlns:a16="http://schemas.microsoft.com/office/drawing/2014/main" xmlns="" id="{FFFFD025-D433-4B4E-82C6-8B2AF3505614}"/>
              </a:ext>
            </a:extLst>
          </p:cNvPr>
          <p:cNvSpPr>
            <a:spLocks noGrp="1"/>
          </p:cNvSpPr>
          <p:nvPr>
            <p:ph idx="1"/>
            <p:custDataLst>
              <p:tags r:id="rId2"/>
            </p:custDataLst>
          </p:nvPr>
        </p:nvSpPr>
        <p:spPr>
          <a:xfrm>
            <a:off x="703730" y="1392443"/>
            <a:ext cx="10515600" cy="4212226"/>
          </a:xfrm>
        </p:spPr>
        <p:txBody>
          <a:bodyPr/>
          <a:lstStyle/>
          <a:p>
            <a:pPr marL="457200" indent="-457200" algn="just">
              <a:lnSpc>
                <a:spcPct val="150000"/>
              </a:lnSpc>
              <a:buFont typeface="+mj-lt"/>
              <a:buAutoNum type="arabicPeriod" startAt="7"/>
            </a:pPr>
            <a:r>
              <a:rPr lang="en-US" sz="2200" dirty="0"/>
              <a:t>Select the Use Record as Criteria for Action button and click on the Release action.</a:t>
            </a:r>
            <a:endParaRPr lang="en-CA" dirty="0"/>
          </a:p>
        </p:txBody>
      </p:sp>
      <p:pic>
        <p:nvPicPr>
          <p:cNvPr id="5" name="Picture 4">
            <a:extLst>
              <a:ext uri="{FF2B5EF4-FFF2-40B4-BE49-F238E27FC236}">
                <a16:creationId xmlns:a16="http://schemas.microsoft.com/office/drawing/2014/main" xmlns="" id="{EAF0AA20-D61A-4127-A8A3-1DE8B334349A}"/>
              </a:ext>
            </a:extLst>
          </p:cNvPr>
          <p:cNvPicPr>
            <a:picLocks noChangeAspect="1"/>
          </p:cNvPicPr>
          <p:nvPr>
            <p:custDataLst>
              <p:tags r:id="rId3"/>
            </p:custDataLst>
          </p:nvPr>
        </p:nvPicPr>
        <p:blipFill>
          <a:blip r:embed="rId5"/>
          <a:stretch>
            <a:fillRect/>
          </a:stretch>
        </p:blipFill>
        <p:spPr>
          <a:xfrm>
            <a:off x="479612" y="2222772"/>
            <a:ext cx="10874188" cy="3242785"/>
          </a:xfrm>
          <a:prstGeom prst="rect">
            <a:avLst/>
          </a:prstGeom>
        </p:spPr>
      </p:pic>
    </p:spTree>
    <p:extLst>
      <p:ext uri="{BB962C8B-B14F-4D97-AF65-F5344CB8AC3E}">
        <p14:creationId xmlns:p14="http://schemas.microsoft.com/office/powerpoint/2010/main" val="13793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44E9DC-D59F-43B0-BCDB-9F2552EEE885}"/>
              </a:ext>
            </a:extLst>
          </p:cNvPr>
          <p:cNvSpPr>
            <a:spLocks noGrp="1"/>
          </p:cNvSpPr>
          <p:nvPr>
            <p:ph type="title"/>
            <p:custDataLst>
              <p:tags r:id="rId1"/>
            </p:custDataLst>
          </p:nvPr>
        </p:nvSpPr>
        <p:spPr/>
        <p:txBody>
          <a:bodyPr/>
          <a:lstStyle/>
          <a:p>
            <a:r>
              <a:rPr lang="fr-CA" dirty="0" err="1"/>
              <a:t>Wave</a:t>
            </a:r>
            <a:r>
              <a:rPr lang="fr-CA" dirty="0"/>
              <a:t> Suspension</a:t>
            </a:r>
            <a:endParaRPr lang="en-CA" dirty="0"/>
          </a:p>
        </p:txBody>
      </p:sp>
      <p:sp>
        <p:nvSpPr>
          <p:cNvPr id="3" name="Content Placeholder 2">
            <a:extLst>
              <a:ext uri="{FF2B5EF4-FFF2-40B4-BE49-F238E27FC236}">
                <a16:creationId xmlns:a16="http://schemas.microsoft.com/office/drawing/2014/main" xmlns="" id="{FFFFD025-D433-4B4E-82C6-8B2AF3505614}"/>
              </a:ext>
            </a:extLst>
          </p:cNvPr>
          <p:cNvSpPr>
            <a:spLocks noGrp="1"/>
          </p:cNvSpPr>
          <p:nvPr>
            <p:ph idx="1"/>
            <p:custDataLst>
              <p:tags r:id="rId2"/>
            </p:custDataLst>
          </p:nvPr>
        </p:nvSpPr>
        <p:spPr>
          <a:xfrm>
            <a:off x="703730" y="1253331"/>
            <a:ext cx="10515600" cy="4351338"/>
          </a:xfrm>
        </p:spPr>
        <p:txBody>
          <a:bodyPr/>
          <a:lstStyle/>
          <a:p>
            <a:pPr marL="457200" indent="-457200" algn="just">
              <a:lnSpc>
                <a:spcPct val="150000"/>
              </a:lnSpc>
              <a:buFont typeface="+mj-lt"/>
              <a:buAutoNum type="arabicPeriod" startAt="8"/>
            </a:pPr>
            <a:r>
              <a:rPr lang="en-US" sz="2200" dirty="0"/>
              <a:t>A confirmation message will appear. The wave's status is changed again to “RDY – Ready to Pick”.</a:t>
            </a:r>
          </a:p>
        </p:txBody>
      </p:sp>
      <p:pic>
        <p:nvPicPr>
          <p:cNvPr id="5" name="Picture 4">
            <a:extLst>
              <a:ext uri="{FF2B5EF4-FFF2-40B4-BE49-F238E27FC236}">
                <a16:creationId xmlns:a16="http://schemas.microsoft.com/office/drawing/2014/main" xmlns="" id="{7FFA38BB-24E3-47BD-A469-4BF4265FB2CE}"/>
              </a:ext>
            </a:extLst>
          </p:cNvPr>
          <p:cNvPicPr>
            <a:picLocks noChangeAspect="1"/>
          </p:cNvPicPr>
          <p:nvPr>
            <p:custDataLst>
              <p:tags r:id="rId3"/>
            </p:custDataLst>
          </p:nvPr>
        </p:nvPicPr>
        <p:blipFill>
          <a:blip r:embed="rId5"/>
          <a:stretch>
            <a:fillRect/>
          </a:stretch>
        </p:blipFill>
        <p:spPr>
          <a:xfrm>
            <a:off x="133012" y="2578894"/>
            <a:ext cx="11925975" cy="2118094"/>
          </a:xfrm>
          <a:prstGeom prst="rect">
            <a:avLst/>
          </a:prstGeom>
        </p:spPr>
      </p:pic>
    </p:spTree>
    <p:extLst>
      <p:ext uri="{BB962C8B-B14F-4D97-AF65-F5344CB8AC3E}">
        <p14:creationId xmlns:p14="http://schemas.microsoft.com/office/powerpoint/2010/main" val="7806574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a:t>
            </a:r>
            <a:r>
              <a:rPr lang="fr-CA" dirty="0" err="1"/>
              <a:t>Replanning</a:t>
            </a:r>
            <a:endParaRPr lang="en-CA" dirty="0"/>
          </a:p>
        </p:txBody>
      </p:sp>
      <p:sp>
        <p:nvSpPr>
          <p:cNvPr id="3" name="Content Placeholder 2">
            <a:extLst>
              <a:ext uri="{FF2B5EF4-FFF2-40B4-BE49-F238E27FC236}">
                <a16:creationId xmlns:a16="http://schemas.microsoft.com/office/drawing/2014/main" xmlns="" id="{88260861-4547-4617-B304-A8EB80E2B352}"/>
              </a:ext>
            </a:extLst>
          </p:cNvPr>
          <p:cNvSpPr>
            <a:spLocks noGrp="1"/>
          </p:cNvSpPr>
          <p:nvPr>
            <p:ph idx="1"/>
            <p:custDataLst>
              <p:tags r:id="rId2"/>
            </p:custDataLst>
          </p:nvPr>
        </p:nvSpPr>
        <p:spPr>
          <a:xfrm>
            <a:off x="838200" y="1479177"/>
            <a:ext cx="10515600" cy="4697786"/>
          </a:xfrm>
        </p:spPr>
        <p:txBody>
          <a:bodyPr/>
          <a:lstStyle/>
          <a:p>
            <a:pPr algn="just">
              <a:lnSpc>
                <a:spcPct val="200000"/>
              </a:lnSpc>
            </a:pPr>
            <a:r>
              <a:rPr lang="en-US" sz="2200" dirty="0"/>
              <a:t>This action involves </a:t>
            </a:r>
            <a:r>
              <a:rPr lang="en-US" sz="2200" b="1" dirty="0"/>
              <a:t>restarting the planning process for a given wave.</a:t>
            </a:r>
          </a:p>
          <a:p>
            <a:pPr algn="just">
              <a:lnSpc>
                <a:spcPct val="200000"/>
              </a:lnSpc>
            </a:pPr>
            <a:r>
              <a:rPr lang="en-US" sz="2200" dirty="0" err="1"/>
              <a:t>Replanning</a:t>
            </a:r>
            <a:r>
              <a:rPr lang="en-US" sz="2200" dirty="0"/>
              <a:t> is necessary when the values of the fields used for planning or which have an impact on shipment have been changed.</a:t>
            </a:r>
          </a:p>
          <a:p>
            <a:pPr lvl="1" algn="just">
              <a:lnSpc>
                <a:spcPct val="200000"/>
              </a:lnSpc>
              <a:buFont typeface="Wingdings" panose="05000000000000000000" pitchFamily="2" charset="2"/>
              <a:buChar char="ü"/>
            </a:pPr>
            <a:r>
              <a:rPr lang="en-US" sz="2200" dirty="0"/>
              <a:t> For example, if the shipping date of a given order has been postponed, it may be necessary to </a:t>
            </a:r>
            <a:r>
              <a:rPr lang="en-US" sz="2200" dirty="0" err="1"/>
              <a:t>replan</a:t>
            </a:r>
            <a:r>
              <a:rPr lang="en-US" sz="2200" dirty="0"/>
              <a:t> the wave that includes this order. </a:t>
            </a:r>
          </a:p>
          <a:p>
            <a:pPr marL="0" indent="0" algn="just">
              <a:lnSpc>
                <a:spcPct val="200000"/>
              </a:lnSpc>
              <a:buNone/>
            </a:pPr>
            <a:endParaRPr lang="en-US" sz="2200" dirty="0"/>
          </a:p>
          <a:p>
            <a:pPr algn="just">
              <a:lnSpc>
                <a:spcPct val="200000"/>
              </a:lnSpc>
            </a:pPr>
            <a:endParaRPr lang="en-CA" sz="2200" dirty="0"/>
          </a:p>
        </p:txBody>
      </p:sp>
    </p:spTree>
    <p:extLst>
      <p:ext uri="{BB962C8B-B14F-4D97-AF65-F5344CB8AC3E}">
        <p14:creationId xmlns:p14="http://schemas.microsoft.com/office/powerpoint/2010/main" val="41488970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a:t>
            </a:r>
            <a:r>
              <a:rPr lang="fr-CA" dirty="0" err="1"/>
              <a:t>Replanning</a:t>
            </a:r>
            <a:endParaRPr lang="en-CA" dirty="0"/>
          </a:p>
        </p:txBody>
      </p:sp>
      <p:sp>
        <p:nvSpPr>
          <p:cNvPr id="3" name="Content Placeholder 2">
            <a:extLst>
              <a:ext uri="{FF2B5EF4-FFF2-40B4-BE49-F238E27FC236}">
                <a16:creationId xmlns:a16="http://schemas.microsoft.com/office/drawing/2014/main" xmlns="" id="{88260861-4547-4617-B304-A8EB80E2B352}"/>
              </a:ext>
            </a:extLst>
          </p:cNvPr>
          <p:cNvSpPr>
            <a:spLocks noGrp="1"/>
          </p:cNvSpPr>
          <p:nvPr>
            <p:ph idx="1"/>
            <p:custDataLst>
              <p:tags r:id="rId2"/>
            </p:custDataLst>
          </p:nvPr>
        </p:nvSpPr>
        <p:spPr>
          <a:xfrm>
            <a:off x="838200" y="1425388"/>
            <a:ext cx="5831541" cy="4751575"/>
          </a:xfrm>
        </p:spPr>
        <p:txBody>
          <a:bodyPr/>
          <a:lstStyle/>
          <a:p>
            <a:pPr marL="457200" indent="-457200" algn="just">
              <a:lnSpc>
                <a:spcPct val="200000"/>
              </a:lnSpc>
              <a:buFont typeface="+mj-lt"/>
              <a:buAutoNum type="arabicPeriod"/>
            </a:pPr>
            <a:r>
              <a:rPr lang="en-US" sz="2200" dirty="0"/>
              <a:t> To </a:t>
            </a:r>
            <a:r>
              <a:rPr lang="en-US" sz="2200" dirty="0" err="1"/>
              <a:t>replan</a:t>
            </a:r>
            <a:r>
              <a:rPr lang="en-US" sz="2200" dirty="0"/>
              <a:t> a wave of outbound orders, select the Wave Management resource. </a:t>
            </a:r>
          </a:p>
          <a:p>
            <a:pPr marL="457200" indent="-457200" algn="just">
              <a:lnSpc>
                <a:spcPct val="150000"/>
              </a:lnSpc>
              <a:buFont typeface="+mj-lt"/>
              <a:buAutoNum type="arabicPeriod"/>
            </a:pPr>
            <a:endParaRPr lang="en-US" sz="2200" dirty="0"/>
          </a:p>
          <a:p>
            <a:pPr marL="457200" indent="-457200" algn="just">
              <a:lnSpc>
                <a:spcPct val="150000"/>
              </a:lnSpc>
              <a:buFont typeface="+mj-lt"/>
              <a:buAutoNum type="arabicPeriod"/>
            </a:pPr>
            <a:endParaRPr lang="en-US" sz="2200" dirty="0"/>
          </a:p>
          <a:p>
            <a:endParaRPr lang="en-CA" sz="2200" dirty="0"/>
          </a:p>
        </p:txBody>
      </p:sp>
      <p:pic>
        <p:nvPicPr>
          <p:cNvPr id="5" name="Picture 4">
            <a:extLst>
              <a:ext uri="{FF2B5EF4-FFF2-40B4-BE49-F238E27FC236}">
                <a16:creationId xmlns:a16="http://schemas.microsoft.com/office/drawing/2014/main" xmlns="" id="{3764A21E-75CF-4C0E-A013-63969C3685F0}"/>
              </a:ext>
            </a:extLst>
          </p:cNvPr>
          <p:cNvPicPr>
            <a:picLocks noChangeAspect="1"/>
          </p:cNvPicPr>
          <p:nvPr>
            <p:custDataLst>
              <p:tags r:id="rId3"/>
            </p:custDataLst>
          </p:nvPr>
        </p:nvPicPr>
        <p:blipFill>
          <a:blip r:embed="rId5"/>
          <a:stretch>
            <a:fillRect/>
          </a:stretch>
        </p:blipFill>
        <p:spPr>
          <a:xfrm>
            <a:off x="7047336" y="1425388"/>
            <a:ext cx="2992059" cy="4507147"/>
          </a:xfrm>
          <a:prstGeom prst="rect">
            <a:avLst/>
          </a:prstGeom>
        </p:spPr>
      </p:pic>
    </p:spTree>
    <p:extLst>
      <p:ext uri="{BB962C8B-B14F-4D97-AF65-F5344CB8AC3E}">
        <p14:creationId xmlns:p14="http://schemas.microsoft.com/office/powerpoint/2010/main" val="21560514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a:t>
            </a:r>
            <a:r>
              <a:rPr lang="fr-CA" dirty="0" err="1"/>
              <a:t>Replanning</a:t>
            </a:r>
            <a:endParaRPr lang="en-CA" dirty="0"/>
          </a:p>
        </p:txBody>
      </p:sp>
      <p:sp>
        <p:nvSpPr>
          <p:cNvPr id="4" name="Content Placeholder 2">
            <a:extLst>
              <a:ext uri="{FF2B5EF4-FFF2-40B4-BE49-F238E27FC236}">
                <a16:creationId xmlns:a16="http://schemas.microsoft.com/office/drawing/2014/main" xmlns="" id="{A93DB23E-5B7B-44B4-949C-27F2395C3A7F}"/>
              </a:ext>
            </a:extLst>
          </p:cNvPr>
          <p:cNvSpPr>
            <a:spLocks noGrp="1"/>
          </p:cNvSpPr>
          <p:nvPr>
            <p:ph idx="1"/>
            <p:custDataLst>
              <p:tags r:id="rId2"/>
            </p:custDataLst>
          </p:nvPr>
        </p:nvSpPr>
        <p:spPr>
          <a:xfrm>
            <a:off x="838200" y="1035424"/>
            <a:ext cx="10515600" cy="4966727"/>
          </a:xfrm>
        </p:spPr>
        <p:txBody>
          <a:bodyPr/>
          <a:lstStyle/>
          <a:p>
            <a:pPr marL="457200" indent="-457200" algn="just">
              <a:lnSpc>
                <a:spcPct val="150000"/>
              </a:lnSpc>
              <a:buFont typeface="+mj-lt"/>
              <a:buAutoNum type="arabicPeriod" startAt="2"/>
            </a:pPr>
            <a:r>
              <a:rPr lang="en-US" sz="2200" dirty="0"/>
              <a:t>Perform a search that will retrieve the wave you wish to </a:t>
            </a:r>
            <a:r>
              <a:rPr lang="en-US" sz="2200" dirty="0" err="1"/>
              <a:t>replan</a:t>
            </a:r>
            <a:r>
              <a:rPr lang="en-US" sz="2200" dirty="0"/>
              <a:t>. </a:t>
            </a:r>
          </a:p>
          <a:p>
            <a:pPr marL="457200" indent="-457200" algn="just">
              <a:lnSpc>
                <a:spcPct val="150000"/>
              </a:lnSpc>
              <a:buFont typeface="+mj-lt"/>
              <a:buAutoNum type="arabicPeriod" startAt="2"/>
            </a:pPr>
            <a:r>
              <a:rPr lang="en-US" sz="2200" dirty="0"/>
              <a:t>Select the Use Record as Criteria for Action button and click on the </a:t>
            </a:r>
            <a:r>
              <a:rPr lang="en-US" sz="2200" dirty="0" err="1"/>
              <a:t>Replan</a:t>
            </a:r>
            <a:r>
              <a:rPr lang="en-US" sz="2200" dirty="0"/>
              <a:t> action.</a:t>
            </a:r>
          </a:p>
          <a:p>
            <a:pPr marL="457200" indent="-457200" algn="just">
              <a:lnSpc>
                <a:spcPct val="150000"/>
              </a:lnSpc>
              <a:buFont typeface="+mj-lt"/>
              <a:buAutoNum type="arabicPeriod" startAt="2"/>
            </a:pPr>
            <a:endParaRPr lang="en-US" sz="2200" dirty="0"/>
          </a:p>
          <a:p>
            <a:endParaRPr lang="en-CA" sz="2200" dirty="0"/>
          </a:p>
        </p:txBody>
      </p:sp>
      <p:pic>
        <p:nvPicPr>
          <p:cNvPr id="6" name="Picture 5">
            <a:extLst>
              <a:ext uri="{FF2B5EF4-FFF2-40B4-BE49-F238E27FC236}">
                <a16:creationId xmlns:a16="http://schemas.microsoft.com/office/drawing/2014/main" xmlns="" id="{1667ACE9-5851-4527-A1D9-CF2AD0FBC1DD}"/>
              </a:ext>
            </a:extLst>
          </p:cNvPr>
          <p:cNvPicPr>
            <a:picLocks noChangeAspect="1"/>
          </p:cNvPicPr>
          <p:nvPr>
            <p:custDataLst>
              <p:tags r:id="rId3"/>
            </p:custDataLst>
          </p:nvPr>
        </p:nvPicPr>
        <p:blipFill>
          <a:blip r:embed="rId5"/>
          <a:stretch>
            <a:fillRect/>
          </a:stretch>
        </p:blipFill>
        <p:spPr>
          <a:xfrm>
            <a:off x="838200" y="2258258"/>
            <a:ext cx="8816788" cy="4167382"/>
          </a:xfrm>
          <a:prstGeom prst="rect">
            <a:avLst/>
          </a:prstGeom>
        </p:spPr>
      </p:pic>
    </p:spTree>
    <p:extLst>
      <p:ext uri="{BB962C8B-B14F-4D97-AF65-F5344CB8AC3E}">
        <p14:creationId xmlns:p14="http://schemas.microsoft.com/office/powerpoint/2010/main" val="22160102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a:t>
            </a:r>
            <a:r>
              <a:rPr lang="fr-CA" dirty="0" err="1"/>
              <a:t>Replanning</a:t>
            </a:r>
            <a:endParaRPr lang="en-CA" dirty="0"/>
          </a:p>
        </p:txBody>
      </p:sp>
      <p:sp>
        <p:nvSpPr>
          <p:cNvPr id="4" name="Content Placeholder 2">
            <a:extLst>
              <a:ext uri="{FF2B5EF4-FFF2-40B4-BE49-F238E27FC236}">
                <a16:creationId xmlns:a16="http://schemas.microsoft.com/office/drawing/2014/main" xmlns="" id="{A93DB23E-5B7B-44B4-949C-27F2395C3A7F}"/>
              </a:ext>
            </a:extLst>
          </p:cNvPr>
          <p:cNvSpPr>
            <a:spLocks noGrp="1"/>
          </p:cNvSpPr>
          <p:nvPr>
            <p:ph idx="1"/>
            <p:custDataLst>
              <p:tags r:id="rId2"/>
            </p:custDataLst>
          </p:nvPr>
        </p:nvSpPr>
        <p:spPr>
          <a:xfrm>
            <a:off x="838200" y="1196788"/>
            <a:ext cx="10515600" cy="4805363"/>
          </a:xfrm>
        </p:spPr>
        <p:txBody>
          <a:bodyPr/>
          <a:lstStyle/>
          <a:p>
            <a:pPr marL="457200" indent="-457200" algn="just">
              <a:lnSpc>
                <a:spcPct val="150000"/>
              </a:lnSpc>
              <a:buFont typeface="+mj-lt"/>
              <a:buAutoNum type="arabicPeriod" startAt="4"/>
            </a:pPr>
            <a:r>
              <a:rPr lang="en-US" sz="2200" dirty="0"/>
              <a:t>A confirmation message will appear. The wave's status is changed again to “SSPL - Scheduled for </a:t>
            </a:r>
            <a:r>
              <a:rPr lang="en-US" sz="2200" dirty="0" err="1"/>
              <a:t>Replanning</a:t>
            </a:r>
            <a:r>
              <a:rPr lang="en-US" sz="2200" dirty="0"/>
              <a:t>”.</a:t>
            </a:r>
          </a:p>
          <a:p>
            <a:pPr marL="457200" indent="-457200" algn="just">
              <a:lnSpc>
                <a:spcPct val="150000"/>
              </a:lnSpc>
              <a:buFont typeface="+mj-lt"/>
              <a:buAutoNum type="arabicPeriod" startAt="4"/>
            </a:pPr>
            <a:endParaRPr lang="en-US" sz="2200" dirty="0"/>
          </a:p>
          <a:p>
            <a:pPr marL="0" indent="0" algn="just">
              <a:lnSpc>
                <a:spcPct val="150000"/>
              </a:lnSpc>
              <a:buNone/>
            </a:pPr>
            <a:endParaRPr lang="en-US" sz="2200" dirty="0"/>
          </a:p>
          <a:p>
            <a:endParaRPr lang="en-CA" sz="2200" dirty="0"/>
          </a:p>
        </p:txBody>
      </p:sp>
      <p:pic>
        <p:nvPicPr>
          <p:cNvPr id="5" name="Picture 4">
            <a:extLst>
              <a:ext uri="{FF2B5EF4-FFF2-40B4-BE49-F238E27FC236}">
                <a16:creationId xmlns:a16="http://schemas.microsoft.com/office/drawing/2014/main" xmlns="" id="{76503A09-CBFD-41D0-AA9F-5EEEBEAE72DB}"/>
              </a:ext>
            </a:extLst>
          </p:cNvPr>
          <p:cNvPicPr>
            <a:picLocks noChangeAspect="1"/>
          </p:cNvPicPr>
          <p:nvPr>
            <p:custDataLst>
              <p:tags r:id="rId3"/>
            </p:custDataLst>
          </p:nvPr>
        </p:nvPicPr>
        <p:blipFill>
          <a:blip r:embed="rId5"/>
          <a:stretch>
            <a:fillRect/>
          </a:stretch>
        </p:blipFill>
        <p:spPr>
          <a:xfrm>
            <a:off x="434788" y="2658900"/>
            <a:ext cx="10919012" cy="2375039"/>
          </a:xfrm>
          <a:prstGeom prst="rect">
            <a:avLst/>
          </a:prstGeom>
        </p:spPr>
      </p:pic>
    </p:spTree>
    <p:extLst>
      <p:ext uri="{BB962C8B-B14F-4D97-AF65-F5344CB8AC3E}">
        <p14:creationId xmlns:p14="http://schemas.microsoft.com/office/powerpoint/2010/main" val="2145389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E03170-34BE-467D-B1F4-D2B3C000F05F}"/>
              </a:ext>
            </a:extLst>
          </p:cNvPr>
          <p:cNvSpPr>
            <a:spLocks noGrp="1"/>
          </p:cNvSpPr>
          <p:nvPr>
            <p:ph type="title"/>
            <p:custDataLst>
              <p:tags r:id="rId1"/>
            </p:custDataLst>
          </p:nvPr>
        </p:nvSpPr>
        <p:spPr/>
        <p:txBody>
          <a:bodyPr/>
          <a:lstStyle/>
          <a:p>
            <a:r>
              <a:rPr lang="fr-CA" dirty="0" err="1"/>
              <a:t>Wave</a:t>
            </a:r>
            <a:r>
              <a:rPr lang="fr-CA" dirty="0"/>
              <a:t> </a:t>
            </a:r>
            <a:r>
              <a:rPr lang="fr-CA" dirty="0" err="1"/>
              <a:t>Replanning</a:t>
            </a:r>
            <a:endParaRPr lang="en-CA" dirty="0"/>
          </a:p>
        </p:txBody>
      </p:sp>
      <p:sp>
        <p:nvSpPr>
          <p:cNvPr id="4" name="Content Placeholder 2">
            <a:extLst>
              <a:ext uri="{FF2B5EF4-FFF2-40B4-BE49-F238E27FC236}">
                <a16:creationId xmlns:a16="http://schemas.microsoft.com/office/drawing/2014/main" xmlns="" id="{A93DB23E-5B7B-44B4-949C-27F2395C3A7F}"/>
              </a:ext>
            </a:extLst>
          </p:cNvPr>
          <p:cNvSpPr>
            <a:spLocks noGrp="1"/>
          </p:cNvSpPr>
          <p:nvPr>
            <p:ph idx="1"/>
            <p:custDataLst>
              <p:tags r:id="rId2"/>
            </p:custDataLst>
          </p:nvPr>
        </p:nvSpPr>
        <p:spPr>
          <a:xfrm>
            <a:off x="564776" y="1015574"/>
            <a:ext cx="11062447" cy="4805363"/>
          </a:xfrm>
        </p:spPr>
        <p:txBody>
          <a:bodyPr/>
          <a:lstStyle/>
          <a:p>
            <a:pPr marL="457200" indent="-457200" algn="just">
              <a:lnSpc>
                <a:spcPct val="150000"/>
              </a:lnSpc>
              <a:buFont typeface="+mj-lt"/>
              <a:buAutoNum type="arabicPeriod" startAt="5"/>
            </a:pPr>
            <a:r>
              <a:rPr lang="en-US" sz="2200" dirty="0"/>
              <a:t>You are now ready to release the wave again. To do this, from the Wave Management resource, select the Use Record as Criteria for Action button and click on the Release action.</a:t>
            </a:r>
          </a:p>
          <a:p>
            <a:pPr lvl="1" algn="just">
              <a:lnSpc>
                <a:spcPct val="150000"/>
              </a:lnSpc>
              <a:buFont typeface="Wingdings" panose="05000000000000000000" pitchFamily="2" charset="2"/>
              <a:buChar char="§"/>
            </a:pPr>
            <a:endParaRPr lang="en-US" sz="1600" dirty="0"/>
          </a:p>
          <a:p>
            <a:endParaRPr lang="en-CA" sz="2200" dirty="0"/>
          </a:p>
        </p:txBody>
      </p:sp>
      <p:pic>
        <p:nvPicPr>
          <p:cNvPr id="5" name="Picture 4">
            <a:extLst>
              <a:ext uri="{FF2B5EF4-FFF2-40B4-BE49-F238E27FC236}">
                <a16:creationId xmlns:a16="http://schemas.microsoft.com/office/drawing/2014/main" xmlns="" id="{DEB52AAD-89D5-4D6B-9F68-EC03D3FE18AE}"/>
              </a:ext>
            </a:extLst>
          </p:cNvPr>
          <p:cNvPicPr>
            <a:picLocks noChangeAspect="1"/>
          </p:cNvPicPr>
          <p:nvPr>
            <p:custDataLst>
              <p:tags r:id="rId3"/>
            </p:custDataLst>
          </p:nvPr>
        </p:nvPicPr>
        <p:blipFill>
          <a:blip r:embed="rId5"/>
          <a:stretch>
            <a:fillRect/>
          </a:stretch>
        </p:blipFill>
        <p:spPr>
          <a:xfrm>
            <a:off x="838200" y="2206455"/>
            <a:ext cx="8937812" cy="4246079"/>
          </a:xfrm>
          <a:prstGeom prst="rect">
            <a:avLst/>
          </a:prstGeom>
        </p:spPr>
      </p:pic>
    </p:spTree>
    <p:extLst>
      <p:ext uri="{BB962C8B-B14F-4D97-AF65-F5344CB8AC3E}">
        <p14:creationId xmlns:p14="http://schemas.microsoft.com/office/powerpoint/2010/main" val="1336353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CD4C76-610F-4165-8B21-606CD6D6AF2D}"/>
              </a:ext>
            </a:extLst>
          </p:cNvPr>
          <p:cNvSpPr>
            <a:spLocks noGrp="1"/>
          </p:cNvSpPr>
          <p:nvPr>
            <p:ph type="title"/>
            <p:custDataLst>
              <p:tags r:id="rId1"/>
            </p:custDataLst>
          </p:nvPr>
        </p:nvSpPr>
        <p:spPr/>
        <p:txBody>
          <a:bodyPr/>
          <a:lstStyle/>
          <a:p>
            <a:r>
              <a:rPr lang="fr-CA" dirty="0" err="1"/>
              <a:t>Wave</a:t>
            </a:r>
            <a:r>
              <a:rPr lang="fr-CA" dirty="0"/>
              <a:t> </a:t>
            </a:r>
            <a:r>
              <a:rPr lang="fr-CA" dirty="0" err="1"/>
              <a:t>Replanning</a:t>
            </a:r>
            <a:endParaRPr lang="en-CA" dirty="0"/>
          </a:p>
        </p:txBody>
      </p:sp>
      <p:sp>
        <p:nvSpPr>
          <p:cNvPr id="3" name="Content Placeholder 2">
            <a:extLst>
              <a:ext uri="{FF2B5EF4-FFF2-40B4-BE49-F238E27FC236}">
                <a16:creationId xmlns:a16="http://schemas.microsoft.com/office/drawing/2014/main" xmlns="" id="{76969D74-315A-469F-A7EF-25EB693D694B}"/>
              </a:ext>
            </a:extLst>
          </p:cNvPr>
          <p:cNvSpPr>
            <a:spLocks noGrp="1"/>
          </p:cNvSpPr>
          <p:nvPr>
            <p:ph idx="1"/>
            <p:custDataLst>
              <p:tags r:id="rId2"/>
            </p:custDataLst>
          </p:nvPr>
        </p:nvSpPr>
        <p:spPr>
          <a:xfrm>
            <a:off x="838200" y="1559857"/>
            <a:ext cx="10515600" cy="4926387"/>
          </a:xfrm>
        </p:spPr>
        <p:txBody>
          <a:bodyPr/>
          <a:lstStyle/>
          <a:p>
            <a:pPr marL="457200" indent="-457200" algn="just">
              <a:lnSpc>
                <a:spcPct val="150000"/>
              </a:lnSpc>
              <a:buFont typeface="+mj-lt"/>
              <a:buAutoNum type="arabicPeriod" startAt="6"/>
            </a:pPr>
            <a:r>
              <a:rPr lang="en-US" sz="2200" dirty="0"/>
              <a:t>A confirmation message will appear. The wave's status is changed again to “SRLS - Scheduled for Release”.</a:t>
            </a:r>
          </a:p>
          <a:p>
            <a:endParaRPr lang="en-CA" dirty="0"/>
          </a:p>
        </p:txBody>
      </p:sp>
      <p:pic>
        <p:nvPicPr>
          <p:cNvPr id="5" name="Picture 4">
            <a:extLst>
              <a:ext uri="{FF2B5EF4-FFF2-40B4-BE49-F238E27FC236}">
                <a16:creationId xmlns:a16="http://schemas.microsoft.com/office/drawing/2014/main" xmlns="" id="{97C33ACA-6068-4983-98C0-428EE092A1E3}"/>
              </a:ext>
            </a:extLst>
          </p:cNvPr>
          <p:cNvPicPr>
            <a:picLocks noChangeAspect="1"/>
          </p:cNvPicPr>
          <p:nvPr>
            <p:custDataLst>
              <p:tags r:id="rId3"/>
            </p:custDataLst>
          </p:nvPr>
        </p:nvPicPr>
        <p:blipFill>
          <a:blip r:embed="rId5"/>
          <a:stretch>
            <a:fillRect/>
          </a:stretch>
        </p:blipFill>
        <p:spPr>
          <a:xfrm>
            <a:off x="591669" y="2885420"/>
            <a:ext cx="11237259" cy="1954650"/>
          </a:xfrm>
          <a:prstGeom prst="rect">
            <a:avLst/>
          </a:prstGeom>
        </p:spPr>
      </p:pic>
    </p:spTree>
    <p:extLst>
      <p:ext uri="{BB962C8B-B14F-4D97-AF65-F5344CB8AC3E}">
        <p14:creationId xmlns:p14="http://schemas.microsoft.com/office/powerpoint/2010/main" val="15236085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Picking with a Mobile Device</a:t>
            </a:r>
            <a:br>
              <a:rPr lang="en-CA" sz="4400" b="1" dirty="0"/>
            </a:br>
            <a:r>
              <a:rPr lang="en-CA" sz="4000" b="1" dirty="0"/>
              <a:t>Pick by Order</a:t>
            </a:r>
            <a:endParaRPr lang="en-CA" sz="4400" b="1" dirty="0"/>
          </a:p>
        </p:txBody>
      </p:sp>
    </p:spTree>
    <p:extLst>
      <p:ext uri="{BB962C8B-B14F-4D97-AF65-F5344CB8AC3E}">
        <p14:creationId xmlns:p14="http://schemas.microsoft.com/office/powerpoint/2010/main" val="34554899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906E66-698D-430E-824F-C24F23BE5C8E}"/>
              </a:ext>
            </a:extLst>
          </p:cNvPr>
          <p:cNvSpPr>
            <a:spLocks noGrp="1"/>
          </p:cNvSpPr>
          <p:nvPr>
            <p:ph type="title"/>
            <p:custDataLst>
              <p:tags r:id="rId1"/>
            </p:custDataLst>
          </p:nvPr>
        </p:nvSpPr>
        <p:spPr/>
        <p:txBody>
          <a:bodyPr/>
          <a:lstStyle/>
          <a:p>
            <a:r>
              <a:rPr lang="en-CA" sz="3600" dirty="0"/>
              <a:t>Pick by Order</a:t>
            </a:r>
            <a:endParaRPr lang="en-CA" dirty="0"/>
          </a:p>
        </p:txBody>
      </p:sp>
      <p:sp>
        <p:nvSpPr>
          <p:cNvPr id="4" name="Content Placeholder 2">
            <a:extLst>
              <a:ext uri="{FF2B5EF4-FFF2-40B4-BE49-F238E27FC236}">
                <a16:creationId xmlns:a16="http://schemas.microsoft.com/office/drawing/2014/main" xmlns="" id="{DE3274C6-9A3F-40FD-886A-A0FEB526E2D7}"/>
              </a:ext>
            </a:extLst>
          </p:cNvPr>
          <p:cNvSpPr>
            <a:spLocks noGrp="1"/>
          </p:cNvSpPr>
          <p:nvPr>
            <p:ph idx="1"/>
            <p:custDataLst>
              <p:tags r:id="rId2"/>
            </p:custDataLst>
          </p:nvPr>
        </p:nvSpPr>
        <p:spPr>
          <a:xfrm>
            <a:off x="838200" y="1253331"/>
            <a:ext cx="6942221" cy="4351338"/>
          </a:xfrm>
        </p:spPr>
        <p:txBody>
          <a:bodyPr/>
          <a:lstStyle/>
          <a:p>
            <a:pPr marL="0" indent="0" algn="just">
              <a:lnSpc>
                <a:spcPct val="150000"/>
              </a:lnSpc>
              <a:buNone/>
            </a:pPr>
            <a:r>
              <a:rPr lang="en-US" sz="2300" dirty="0"/>
              <a:t>The Pick by Order resource allows the user to specify the products to be picked for an outbound order. To do this: </a:t>
            </a:r>
          </a:p>
          <a:p>
            <a:pPr marL="457200" indent="-457200" algn="just">
              <a:lnSpc>
                <a:spcPct val="150000"/>
              </a:lnSpc>
              <a:buFont typeface="+mj-lt"/>
              <a:buAutoNum type="arabicPeriod"/>
            </a:pPr>
            <a:r>
              <a:rPr lang="en-US" sz="2300" dirty="0"/>
              <a:t>With a </a:t>
            </a:r>
            <a:r>
              <a:rPr lang="en-US" sz="2300" u="sng" dirty="0"/>
              <a:t>mobile device</a:t>
            </a:r>
            <a:r>
              <a:rPr lang="en-US" sz="2300" dirty="0"/>
              <a:t>, select the </a:t>
            </a:r>
            <a:r>
              <a:rPr lang="en-US" sz="2300" b="1" dirty="0"/>
              <a:t>Pick </a:t>
            </a:r>
            <a:r>
              <a:rPr lang="en-US" sz="2300" dirty="0"/>
              <a:t>resource</a:t>
            </a:r>
            <a:r>
              <a:rPr lang="en-US" sz="2300" b="1" dirty="0"/>
              <a:t>. </a:t>
            </a:r>
          </a:p>
          <a:p>
            <a:pPr marL="457200" indent="-457200" algn="just">
              <a:lnSpc>
                <a:spcPct val="150000"/>
              </a:lnSpc>
              <a:buFont typeface="+mj-lt"/>
              <a:buAutoNum type="arabicPeriod"/>
            </a:pPr>
            <a:r>
              <a:rPr lang="en-US" sz="2300" dirty="0"/>
              <a:t>Under Pick, click on </a:t>
            </a:r>
            <a:r>
              <a:rPr lang="en-US" sz="2300" b="1" dirty="0"/>
              <a:t>Pick by Order. </a:t>
            </a:r>
          </a:p>
          <a:p>
            <a:pPr marL="0" indent="0">
              <a:lnSpc>
                <a:spcPct val="150000"/>
              </a:lnSpc>
              <a:buNone/>
            </a:pPr>
            <a:endParaRPr lang="en-CA" sz="2300" dirty="0"/>
          </a:p>
        </p:txBody>
      </p:sp>
      <p:pic>
        <p:nvPicPr>
          <p:cNvPr id="6" name="Picture 5">
            <a:extLst>
              <a:ext uri="{FF2B5EF4-FFF2-40B4-BE49-F238E27FC236}">
                <a16:creationId xmlns:a16="http://schemas.microsoft.com/office/drawing/2014/main" xmlns="" id="{FF618E08-EE24-4291-8E05-A7136052DA73}"/>
              </a:ext>
            </a:extLst>
          </p:cNvPr>
          <p:cNvPicPr>
            <a:picLocks noChangeAspect="1"/>
          </p:cNvPicPr>
          <p:nvPr>
            <p:custDataLst>
              <p:tags r:id="rId3"/>
            </p:custDataLst>
          </p:nvPr>
        </p:nvPicPr>
        <p:blipFill>
          <a:blip r:embed="rId5"/>
          <a:stretch>
            <a:fillRect/>
          </a:stretch>
        </p:blipFill>
        <p:spPr>
          <a:xfrm>
            <a:off x="8296914" y="564777"/>
            <a:ext cx="3056886" cy="5409016"/>
          </a:xfrm>
          <a:prstGeom prst="rect">
            <a:avLst/>
          </a:prstGeom>
        </p:spPr>
      </p:pic>
    </p:spTree>
    <p:extLst>
      <p:ext uri="{BB962C8B-B14F-4D97-AF65-F5344CB8AC3E}">
        <p14:creationId xmlns:p14="http://schemas.microsoft.com/office/powerpoint/2010/main" val="2804435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A85B7F-E570-4C6E-9CC3-C187EB7AB049}"/>
              </a:ext>
            </a:extLst>
          </p:cNvPr>
          <p:cNvSpPr>
            <a:spLocks noGrp="1"/>
          </p:cNvSpPr>
          <p:nvPr>
            <p:ph type="title"/>
            <p:custDataLst>
              <p:tags r:id="rId1"/>
            </p:custDataLst>
          </p:nvPr>
        </p:nvSpPr>
        <p:spPr/>
        <p:txBody>
          <a:bodyPr/>
          <a:lstStyle/>
          <a:p>
            <a:r>
              <a:rPr lang="fr-CA" dirty="0"/>
              <a:t>Pick by </a:t>
            </a:r>
            <a:r>
              <a:rPr lang="fr-CA" dirty="0" err="1"/>
              <a:t>Order</a:t>
            </a:r>
            <a:endParaRPr lang="en-CA" dirty="0"/>
          </a:p>
        </p:txBody>
      </p:sp>
      <p:sp>
        <p:nvSpPr>
          <p:cNvPr id="3" name="Content Placeholder 2">
            <a:extLst>
              <a:ext uri="{FF2B5EF4-FFF2-40B4-BE49-F238E27FC236}">
                <a16:creationId xmlns:a16="http://schemas.microsoft.com/office/drawing/2014/main" xmlns="" id="{772FCA95-063C-4A49-8D8A-1C134943018F}"/>
              </a:ext>
            </a:extLst>
          </p:cNvPr>
          <p:cNvSpPr>
            <a:spLocks noGrp="1"/>
          </p:cNvSpPr>
          <p:nvPr>
            <p:ph idx="1"/>
            <p:custDataLst>
              <p:tags r:id="rId2"/>
            </p:custDataLst>
          </p:nvPr>
        </p:nvSpPr>
        <p:spPr>
          <a:xfrm>
            <a:off x="838200" y="1183342"/>
            <a:ext cx="6006353" cy="4993622"/>
          </a:xfrm>
        </p:spPr>
        <p:txBody>
          <a:bodyPr/>
          <a:lstStyle/>
          <a:p>
            <a:pPr marL="457200" indent="-457200">
              <a:lnSpc>
                <a:spcPct val="200000"/>
              </a:lnSpc>
              <a:buFont typeface="+mj-lt"/>
              <a:buAutoNum type="arabicPeriod" startAt="3"/>
            </a:pPr>
            <a:r>
              <a:rPr lang="fr-CA" sz="2300" dirty="0"/>
              <a:t>In the new </a:t>
            </a:r>
            <a:r>
              <a:rPr lang="fr-CA" sz="2300" dirty="0" err="1"/>
              <a:t>window</a:t>
            </a:r>
            <a:r>
              <a:rPr lang="fr-CA" sz="2300" dirty="0"/>
              <a:t>, enter the </a:t>
            </a:r>
            <a:r>
              <a:rPr lang="fr-CA" sz="2300" dirty="0" err="1"/>
              <a:t>Outbound</a:t>
            </a:r>
            <a:r>
              <a:rPr lang="fr-CA" sz="2300" dirty="0"/>
              <a:t> </a:t>
            </a:r>
            <a:r>
              <a:rPr lang="fr-CA" sz="2300" dirty="0" err="1"/>
              <a:t>Order</a:t>
            </a:r>
            <a:r>
              <a:rPr lang="fr-CA" sz="2300" dirty="0"/>
              <a:t> </a:t>
            </a:r>
            <a:r>
              <a:rPr lang="fr-CA" sz="2300" dirty="0" err="1"/>
              <a:t>Number</a:t>
            </a:r>
            <a:r>
              <a:rPr lang="fr-CA" sz="2300" dirty="0"/>
              <a:t>.</a:t>
            </a:r>
          </a:p>
        </p:txBody>
      </p:sp>
      <p:pic>
        <p:nvPicPr>
          <p:cNvPr id="9" name="Picture 8">
            <a:extLst>
              <a:ext uri="{FF2B5EF4-FFF2-40B4-BE49-F238E27FC236}">
                <a16:creationId xmlns:a16="http://schemas.microsoft.com/office/drawing/2014/main" xmlns="" id="{86206578-5EF6-4871-87C8-4FE791AEE3EB}"/>
              </a:ext>
            </a:extLst>
          </p:cNvPr>
          <p:cNvPicPr>
            <a:picLocks noChangeAspect="1"/>
          </p:cNvPicPr>
          <p:nvPr>
            <p:custDataLst>
              <p:tags r:id="rId3"/>
            </p:custDataLst>
          </p:nvPr>
        </p:nvPicPr>
        <p:blipFill>
          <a:blip r:embed="rId5"/>
          <a:stretch>
            <a:fillRect/>
          </a:stretch>
        </p:blipFill>
        <p:spPr>
          <a:xfrm>
            <a:off x="7299636" y="488097"/>
            <a:ext cx="3599080" cy="5688867"/>
          </a:xfrm>
          <a:prstGeom prst="rect">
            <a:avLst/>
          </a:prstGeom>
        </p:spPr>
      </p:pic>
    </p:spTree>
    <p:extLst>
      <p:ext uri="{BB962C8B-B14F-4D97-AF65-F5344CB8AC3E}">
        <p14:creationId xmlns:p14="http://schemas.microsoft.com/office/powerpoint/2010/main" val="41887242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A85B7F-E570-4C6E-9CC3-C187EB7AB049}"/>
              </a:ext>
            </a:extLst>
          </p:cNvPr>
          <p:cNvSpPr>
            <a:spLocks noGrp="1"/>
          </p:cNvSpPr>
          <p:nvPr>
            <p:ph type="title"/>
            <p:custDataLst>
              <p:tags r:id="rId1"/>
            </p:custDataLst>
          </p:nvPr>
        </p:nvSpPr>
        <p:spPr/>
        <p:txBody>
          <a:bodyPr/>
          <a:lstStyle/>
          <a:p>
            <a:r>
              <a:rPr lang="fr-CA" dirty="0"/>
              <a:t>Pick by </a:t>
            </a:r>
            <a:r>
              <a:rPr lang="fr-CA" dirty="0" err="1"/>
              <a:t>Order</a:t>
            </a:r>
            <a:endParaRPr lang="en-CA" dirty="0"/>
          </a:p>
        </p:txBody>
      </p:sp>
      <p:sp>
        <p:nvSpPr>
          <p:cNvPr id="3" name="Content Placeholder 2">
            <a:extLst>
              <a:ext uri="{FF2B5EF4-FFF2-40B4-BE49-F238E27FC236}">
                <a16:creationId xmlns:a16="http://schemas.microsoft.com/office/drawing/2014/main" xmlns="" id="{772FCA95-063C-4A49-8D8A-1C134943018F}"/>
              </a:ext>
            </a:extLst>
          </p:cNvPr>
          <p:cNvSpPr>
            <a:spLocks noGrp="1"/>
          </p:cNvSpPr>
          <p:nvPr>
            <p:ph idx="1"/>
            <p:custDataLst>
              <p:tags r:id="rId2"/>
            </p:custDataLst>
          </p:nvPr>
        </p:nvSpPr>
        <p:spPr>
          <a:xfrm>
            <a:off x="348113" y="1048871"/>
            <a:ext cx="7567768" cy="4697787"/>
          </a:xfrm>
        </p:spPr>
        <p:txBody>
          <a:bodyPr/>
          <a:lstStyle/>
          <a:p>
            <a:pPr marL="457200" indent="-457200">
              <a:lnSpc>
                <a:spcPct val="150000"/>
              </a:lnSpc>
              <a:buFont typeface="+mj-lt"/>
              <a:buAutoNum type="arabicPeriod" startAt="4"/>
            </a:pPr>
            <a:r>
              <a:rPr lang="en-US" sz="2000" dirty="0"/>
              <a:t>If desired, set the Exclusive and Preview fields to either Yes or No: </a:t>
            </a:r>
          </a:p>
          <a:p>
            <a:pPr lvl="1" algn="just">
              <a:lnSpc>
                <a:spcPct val="150000"/>
              </a:lnSpc>
              <a:buFont typeface="Wingdings" panose="05000000000000000000" pitchFamily="2" charset="2"/>
              <a:buChar char="ü"/>
            </a:pPr>
            <a:r>
              <a:rPr lang="en-US" sz="2000" dirty="0"/>
              <a:t> The Exclusive field allows specifying that no other user will be allowed to pick products </a:t>
            </a:r>
            <a:r>
              <a:rPr lang="en-US" sz="2000" u="sng" dirty="0"/>
              <a:t>for that order</a:t>
            </a:r>
            <a:r>
              <a:rPr lang="en-US" sz="2000" dirty="0"/>
              <a:t>. Set to Yes if a user wishes to exclusively pick the order. Select No otherwise. </a:t>
            </a:r>
          </a:p>
          <a:p>
            <a:pPr lvl="1" algn="just">
              <a:lnSpc>
                <a:spcPct val="150000"/>
              </a:lnSpc>
              <a:buFont typeface="Wingdings" panose="05000000000000000000" pitchFamily="2" charset="2"/>
              <a:buChar char="ü"/>
            </a:pPr>
            <a:r>
              <a:rPr lang="en-US" sz="2000" dirty="0"/>
              <a:t> By selecting Yes, the Preview field allows searching for a subset of pick commands, instead of automatically accepting and processing the next designated command. The system presents a result set of matching pick commands, allowing the user to select which command to be completed next. Select No otherwise. </a:t>
            </a:r>
          </a:p>
          <a:p>
            <a:pPr marL="457200" indent="-457200">
              <a:lnSpc>
                <a:spcPct val="150000"/>
              </a:lnSpc>
              <a:buFont typeface="+mj-lt"/>
              <a:buAutoNum type="arabicPeriod" startAt="5"/>
            </a:pPr>
            <a:r>
              <a:rPr lang="en-US" sz="2000" dirty="0"/>
              <a:t>Click Continue.</a:t>
            </a:r>
          </a:p>
          <a:p>
            <a:pPr marL="0" indent="0">
              <a:lnSpc>
                <a:spcPct val="150000"/>
              </a:lnSpc>
              <a:buNone/>
            </a:pPr>
            <a:endParaRPr lang="en-CA" sz="2000" dirty="0"/>
          </a:p>
        </p:txBody>
      </p:sp>
      <p:pic>
        <p:nvPicPr>
          <p:cNvPr id="13" name="Picture 12">
            <a:extLst>
              <a:ext uri="{FF2B5EF4-FFF2-40B4-BE49-F238E27FC236}">
                <a16:creationId xmlns:a16="http://schemas.microsoft.com/office/drawing/2014/main" xmlns="" id="{B9BF26DE-7BDC-400A-9126-6D9F8009C715}"/>
              </a:ext>
            </a:extLst>
          </p:cNvPr>
          <p:cNvPicPr>
            <a:picLocks noChangeAspect="1"/>
          </p:cNvPicPr>
          <p:nvPr>
            <p:custDataLst>
              <p:tags r:id="rId3"/>
            </p:custDataLst>
          </p:nvPr>
        </p:nvPicPr>
        <p:blipFill>
          <a:blip r:embed="rId5"/>
          <a:stretch>
            <a:fillRect/>
          </a:stretch>
        </p:blipFill>
        <p:spPr>
          <a:xfrm>
            <a:off x="8202705" y="569617"/>
            <a:ext cx="3437919" cy="5718766"/>
          </a:xfrm>
          <a:prstGeom prst="rect">
            <a:avLst/>
          </a:prstGeom>
        </p:spPr>
      </p:pic>
    </p:spTree>
    <p:extLst>
      <p:ext uri="{BB962C8B-B14F-4D97-AF65-F5344CB8AC3E}">
        <p14:creationId xmlns:p14="http://schemas.microsoft.com/office/powerpoint/2010/main" val="27085259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9DDD87-9485-4097-9647-DED7F9A15197}"/>
              </a:ext>
            </a:extLst>
          </p:cNvPr>
          <p:cNvSpPr>
            <a:spLocks noGrp="1"/>
          </p:cNvSpPr>
          <p:nvPr>
            <p:ph type="title"/>
            <p:custDataLst>
              <p:tags r:id="rId1"/>
            </p:custDataLst>
          </p:nvPr>
        </p:nvSpPr>
        <p:spPr/>
        <p:txBody>
          <a:bodyPr/>
          <a:lstStyle/>
          <a:p>
            <a:r>
              <a:rPr lang="fr-CA" dirty="0"/>
              <a:t>Pick by </a:t>
            </a:r>
            <a:r>
              <a:rPr lang="fr-CA" dirty="0" err="1"/>
              <a:t>Order</a:t>
            </a:r>
            <a:endParaRPr lang="en-CA" dirty="0"/>
          </a:p>
        </p:txBody>
      </p:sp>
      <p:sp>
        <p:nvSpPr>
          <p:cNvPr id="4" name="Content Placeholder 2">
            <a:extLst>
              <a:ext uri="{FF2B5EF4-FFF2-40B4-BE49-F238E27FC236}">
                <a16:creationId xmlns:a16="http://schemas.microsoft.com/office/drawing/2014/main" xmlns="" id="{C76A1DC8-C70E-456A-A6F3-02167AFEA734}"/>
              </a:ext>
            </a:extLst>
          </p:cNvPr>
          <p:cNvSpPr txBox="1">
            <a:spLocks/>
          </p:cNvSpPr>
          <p:nvPr>
            <p:custDataLst>
              <p:tags r:id="rId2"/>
            </p:custDataLst>
          </p:nvPr>
        </p:nvSpPr>
        <p:spPr>
          <a:xfrm>
            <a:off x="838200" y="1250577"/>
            <a:ext cx="10712824" cy="4886045"/>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6"/>
            </a:pPr>
            <a:r>
              <a:rPr lang="en-US" sz="2100" dirty="0"/>
              <a:t>If you have selected Yes in the Preview field, the Pick by Order Command view is displayed. Select the line that you wish to process. </a:t>
            </a:r>
          </a:p>
          <a:p>
            <a:pPr marL="457200" indent="-457200" algn="just">
              <a:lnSpc>
                <a:spcPct val="150000"/>
              </a:lnSpc>
              <a:buFont typeface="+mj-lt"/>
              <a:buAutoNum type="arabicPeriod" startAt="6"/>
            </a:pPr>
            <a:r>
              <a:rPr lang="en-US" sz="2100" dirty="0"/>
              <a:t>Click Continue. </a:t>
            </a:r>
            <a:endParaRPr lang="en-CA" sz="2100" dirty="0"/>
          </a:p>
        </p:txBody>
      </p:sp>
      <p:grpSp>
        <p:nvGrpSpPr>
          <p:cNvPr id="10" name="Group 9">
            <a:extLst>
              <a:ext uri="{FF2B5EF4-FFF2-40B4-BE49-F238E27FC236}">
                <a16:creationId xmlns:a16="http://schemas.microsoft.com/office/drawing/2014/main" xmlns="" id="{61FEA693-AC45-4DF0-ADDA-883F3F29FB46}"/>
              </a:ext>
            </a:extLst>
          </p:cNvPr>
          <p:cNvGrpSpPr/>
          <p:nvPr>
            <p:custDataLst>
              <p:tags r:id="rId3"/>
            </p:custDataLst>
          </p:nvPr>
        </p:nvGrpSpPr>
        <p:grpSpPr>
          <a:xfrm>
            <a:off x="564776" y="3156533"/>
            <a:ext cx="11089341" cy="2711964"/>
            <a:chOff x="838200" y="3186952"/>
            <a:chExt cx="11089341" cy="2711964"/>
          </a:xfrm>
        </p:grpSpPr>
        <p:pic>
          <p:nvPicPr>
            <p:cNvPr id="6" name="Picture 5">
              <a:extLst>
                <a:ext uri="{FF2B5EF4-FFF2-40B4-BE49-F238E27FC236}">
                  <a16:creationId xmlns:a16="http://schemas.microsoft.com/office/drawing/2014/main" xmlns="" id="{AD651CEC-716B-481E-85B5-A79248D8C472}"/>
                </a:ext>
              </a:extLst>
            </p:cNvPr>
            <p:cNvPicPr>
              <a:picLocks noChangeAspect="1"/>
            </p:cNvPicPr>
            <p:nvPr/>
          </p:nvPicPr>
          <p:blipFill rotWithShape="1">
            <a:blip r:embed="rId5"/>
            <a:srcRect t="2068" b="57317"/>
            <a:stretch/>
          </p:blipFill>
          <p:spPr>
            <a:xfrm>
              <a:off x="838200" y="3186952"/>
              <a:ext cx="11089341" cy="2111841"/>
            </a:xfrm>
            <a:prstGeom prst="rect">
              <a:avLst/>
            </a:prstGeom>
          </p:spPr>
        </p:pic>
        <p:pic>
          <p:nvPicPr>
            <p:cNvPr id="8" name="Picture 7">
              <a:extLst>
                <a:ext uri="{FF2B5EF4-FFF2-40B4-BE49-F238E27FC236}">
                  <a16:creationId xmlns:a16="http://schemas.microsoft.com/office/drawing/2014/main" xmlns="" id="{F275A890-B56D-43DD-931E-9D8936D0FB7D}"/>
                </a:ext>
              </a:extLst>
            </p:cNvPr>
            <p:cNvPicPr>
              <a:picLocks noChangeAspect="1"/>
            </p:cNvPicPr>
            <p:nvPr/>
          </p:nvPicPr>
          <p:blipFill rotWithShape="1">
            <a:blip r:embed="rId5"/>
            <a:srcRect t="76342"/>
            <a:stretch/>
          </p:blipFill>
          <p:spPr>
            <a:xfrm>
              <a:off x="838200" y="4668741"/>
              <a:ext cx="11089341" cy="1230175"/>
            </a:xfrm>
            <a:prstGeom prst="rect">
              <a:avLst/>
            </a:prstGeom>
          </p:spPr>
        </p:pic>
      </p:grpSp>
    </p:spTree>
    <p:extLst>
      <p:ext uri="{BB962C8B-B14F-4D97-AF65-F5344CB8AC3E}">
        <p14:creationId xmlns:p14="http://schemas.microsoft.com/office/powerpoint/2010/main" val="27281935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A85B7F-E570-4C6E-9CC3-C187EB7AB049}"/>
              </a:ext>
            </a:extLst>
          </p:cNvPr>
          <p:cNvSpPr>
            <a:spLocks noGrp="1"/>
          </p:cNvSpPr>
          <p:nvPr>
            <p:ph type="title"/>
            <p:custDataLst>
              <p:tags r:id="rId1"/>
            </p:custDataLst>
          </p:nvPr>
        </p:nvSpPr>
        <p:spPr/>
        <p:txBody>
          <a:bodyPr/>
          <a:lstStyle/>
          <a:p>
            <a:r>
              <a:rPr lang="fr-CA" dirty="0"/>
              <a:t>Pick by </a:t>
            </a:r>
            <a:r>
              <a:rPr lang="fr-CA" dirty="0" err="1"/>
              <a:t>Order</a:t>
            </a:r>
            <a:endParaRPr lang="en-CA" dirty="0"/>
          </a:p>
        </p:txBody>
      </p:sp>
      <p:sp>
        <p:nvSpPr>
          <p:cNvPr id="4" name="Content Placeholder 2">
            <a:extLst>
              <a:ext uri="{FF2B5EF4-FFF2-40B4-BE49-F238E27FC236}">
                <a16:creationId xmlns:a16="http://schemas.microsoft.com/office/drawing/2014/main" xmlns="" id="{853B0246-C8E4-49D2-B04E-DD3EAEF22C3C}"/>
              </a:ext>
            </a:extLst>
          </p:cNvPr>
          <p:cNvSpPr>
            <a:spLocks noGrp="1"/>
          </p:cNvSpPr>
          <p:nvPr>
            <p:ph idx="1"/>
            <p:custDataLst>
              <p:tags r:id="rId2"/>
            </p:custDataLst>
          </p:nvPr>
        </p:nvSpPr>
        <p:spPr>
          <a:xfrm>
            <a:off x="838200" y="1264024"/>
            <a:ext cx="6342529" cy="4912939"/>
          </a:xfrm>
        </p:spPr>
        <p:txBody>
          <a:bodyPr/>
          <a:lstStyle/>
          <a:p>
            <a:pPr marL="457200" indent="-457200" algn="just">
              <a:lnSpc>
                <a:spcPct val="150000"/>
              </a:lnSpc>
              <a:buFont typeface="+mj-lt"/>
              <a:buAutoNum type="arabicPeriod" startAt="8"/>
            </a:pPr>
            <a:r>
              <a:rPr lang="en-US" sz="2100" dirty="0"/>
              <a:t>The Confirm Pick Command view is displayed. Physically take the product from the location specified at the top left of the screen. </a:t>
            </a:r>
          </a:p>
          <a:p>
            <a:pPr marL="457200" indent="-457200">
              <a:lnSpc>
                <a:spcPct val="150000"/>
              </a:lnSpc>
              <a:buFont typeface="+mj-lt"/>
              <a:buAutoNum type="arabicPeriod" startAt="8"/>
            </a:pPr>
            <a:r>
              <a:rPr lang="en-US" sz="2100" dirty="0"/>
              <a:t>Confirm the product picked, as well as the quantity. </a:t>
            </a:r>
          </a:p>
          <a:p>
            <a:pPr marL="457200" indent="-457200">
              <a:lnSpc>
                <a:spcPct val="150000"/>
              </a:lnSpc>
              <a:buFont typeface="+mj-lt"/>
              <a:buAutoNum type="arabicPeriod" startAt="8"/>
            </a:pPr>
            <a:endParaRPr lang="en-CA" sz="2100" dirty="0"/>
          </a:p>
        </p:txBody>
      </p:sp>
      <p:grpSp>
        <p:nvGrpSpPr>
          <p:cNvPr id="7" name="Group 6">
            <a:extLst>
              <a:ext uri="{FF2B5EF4-FFF2-40B4-BE49-F238E27FC236}">
                <a16:creationId xmlns:a16="http://schemas.microsoft.com/office/drawing/2014/main" xmlns="" id="{8CBEAA6C-71D6-475B-A426-61CFA2D2A3A1}"/>
              </a:ext>
            </a:extLst>
          </p:cNvPr>
          <p:cNvGrpSpPr/>
          <p:nvPr/>
        </p:nvGrpSpPr>
        <p:grpSpPr>
          <a:xfrm>
            <a:off x="7830581" y="184427"/>
            <a:ext cx="3739836" cy="5822040"/>
            <a:chOff x="7830581" y="184427"/>
            <a:chExt cx="3739836" cy="5822040"/>
          </a:xfrm>
        </p:grpSpPr>
        <p:pic>
          <p:nvPicPr>
            <p:cNvPr id="6" name="Picture 5">
              <a:extLst>
                <a:ext uri="{FF2B5EF4-FFF2-40B4-BE49-F238E27FC236}">
                  <a16:creationId xmlns:a16="http://schemas.microsoft.com/office/drawing/2014/main" xmlns="" id="{3D279846-92A6-42DE-B050-B687B0411E68}"/>
                </a:ext>
              </a:extLst>
            </p:cNvPr>
            <p:cNvPicPr>
              <a:picLocks noChangeAspect="1"/>
            </p:cNvPicPr>
            <p:nvPr>
              <p:custDataLst>
                <p:tags r:id="rId3"/>
              </p:custDataLst>
            </p:nvPr>
          </p:nvPicPr>
          <p:blipFill rotWithShape="1">
            <a:blip r:embed="rId5"/>
            <a:srcRect b="6659"/>
            <a:stretch/>
          </p:blipFill>
          <p:spPr>
            <a:xfrm>
              <a:off x="7830581" y="184427"/>
              <a:ext cx="3739836" cy="5593522"/>
            </a:xfrm>
            <a:prstGeom prst="rect">
              <a:avLst/>
            </a:prstGeom>
          </p:spPr>
        </p:pic>
        <p:pic>
          <p:nvPicPr>
            <p:cNvPr id="5" name="Picture 4">
              <a:extLst>
                <a:ext uri="{FF2B5EF4-FFF2-40B4-BE49-F238E27FC236}">
                  <a16:creationId xmlns:a16="http://schemas.microsoft.com/office/drawing/2014/main" xmlns="" id="{173A149C-9E19-4464-9E70-8406CC9C1ECD}"/>
                </a:ext>
              </a:extLst>
            </p:cNvPr>
            <p:cNvPicPr>
              <a:picLocks noChangeAspect="1"/>
            </p:cNvPicPr>
            <p:nvPr/>
          </p:nvPicPr>
          <p:blipFill>
            <a:blip r:embed="rId6"/>
            <a:stretch>
              <a:fillRect/>
            </a:stretch>
          </p:blipFill>
          <p:spPr>
            <a:xfrm>
              <a:off x="7830581" y="5511801"/>
              <a:ext cx="3739836" cy="494666"/>
            </a:xfrm>
            <a:prstGeom prst="rect">
              <a:avLst/>
            </a:prstGeom>
          </p:spPr>
        </p:pic>
      </p:grpSp>
    </p:spTree>
    <p:extLst>
      <p:ext uri="{BB962C8B-B14F-4D97-AF65-F5344CB8AC3E}">
        <p14:creationId xmlns:p14="http://schemas.microsoft.com/office/powerpoint/2010/main" val="34909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079CBB-7260-44FC-B36D-0658A9F88F13}"/>
              </a:ext>
            </a:extLst>
          </p:cNvPr>
          <p:cNvSpPr>
            <a:spLocks noGrp="1"/>
          </p:cNvSpPr>
          <p:nvPr>
            <p:ph type="title"/>
          </p:nvPr>
        </p:nvSpPr>
        <p:spPr/>
        <p:txBody>
          <a:bodyPr/>
          <a:lstStyle/>
          <a:p>
            <a:r>
              <a:rPr lang="fr-CA" dirty="0"/>
              <a:t>Pick by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3DDC76B1-DBC5-412F-BF98-BD0D89173A4F}"/>
              </a:ext>
            </a:extLst>
          </p:cNvPr>
          <p:cNvSpPr>
            <a:spLocks noGrp="1"/>
          </p:cNvSpPr>
          <p:nvPr>
            <p:ph idx="1"/>
          </p:nvPr>
        </p:nvSpPr>
        <p:spPr>
          <a:xfrm>
            <a:off x="838200" y="1298713"/>
            <a:ext cx="5257800" cy="4878250"/>
          </a:xfrm>
        </p:spPr>
        <p:txBody>
          <a:bodyPr/>
          <a:lstStyle/>
          <a:p>
            <a:pPr marL="457200" indent="-457200" algn="just">
              <a:lnSpc>
                <a:spcPct val="150000"/>
              </a:lnSpc>
              <a:buFont typeface="+mj-lt"/>
              <a:buAutoNum type="arabicPeriod" startAt="10"/>
            </a:pPr>
            <a:r>
              <a:rPr lang="en-US" sz="2100" dirty="0"/>
              <a:t>In the case of an item with a serial number, in the Serial Tracking section, enter the serial number and click Add.</a:t>
            </a:r>
          </a:p>
          <a:p>
            <a:pPr marL="0" indent="0" algn="just">
              <a:lnSpc>
                <a:spcPct val="150000"/>
              </a:lnSpc>
              <a:buNone/>
            </a:pPr>
            <a:r>
              <a:rPr lang="en-US" sz="2100" dirty="0"/>
              <a:t>Note: The Show List button will show you the list of available serial numbers. Use the Clear List button to clear the serial numbers you have previously entered. </a:t>
            </a:r>
          </a:p>
          <a:p>
            <a:pPr marL="457200" indent="-457200" algn="just">
              <a:lnSpc>
                <a:spcPct val="150000"/>
              </a:lnSpc>
              <a:buFont typeface="+mj-lt"/>
              <a:buAutoNum type="arabicPeriod" startAt="11"/>
            </a:pPr>
            <a:r>
              <a:rPr lang="en-US" sz="2100" dirty="0"/>
              <a:t>Click Continue.</a:t>
            </a:r>
          </a:p>
          <a:p>
            <a:pPr algn="just"/>
            <a:endParaRPr lang="en-CA" dirty="0"/>
          </a:p>
        </p:txBody>
      </p:sp>
      <p:grpSp>
        <p:nvGrpSpPr>
          <p:cNvPr id="8" name="Group 7">
            <a:extLst>
              <a:ext uri="{FF2B5EF4-FFF2-40B4-BE49-F238E27FC236}">
                <a16:creationId xmlns:a16="http://schemas.microsoft.com/office/drawing/2014/main" xmlns="" id="{0614FB70-19A1-41FB-8128-B537D14F5E82}"/>
              </a:ext>
            </a:extLst>
          </p:cNvPr>
          <p:cNvGrpSpPr/>
          <p:nvPr/>
        </p:nvGrpSpPr>
        <p:grpSpPr>
          <a:xfrm>
            <a:off x="6884216" y="365125"/>
            <a:ext cx="4230810" cy="5498147"/>
            <a:chOff x="6884216" y="365125"/>
            <a:chExt cx="4230810" cy="5498147"/>
          </a:xfrm>
        </p:grpSpPr>
        <p:pic>
          <p:nvPicPr>
            <p:cNvPr id="5" name="Picture 4">
              <a:extLst>
                <a:ext uri="{FF2B5EF4-FFF2-40B4-BE49-F238E27FC236}">
                  <a16:creationId xmlns:a16="http://schemas.microsoft.com/office/drawing/2014/main" xmlns="" id="{5281265F-7FF2-45AD-B056-B60446C84731}"/>
                </a:ext>
              </a:extLst>
            </p:cNvPr>
            <p:cNvPicPr>
              <a:picLocks noChangeAspect="1"/>
            </p:cNvPicPr>
            <p:nvPr/>
          </p:nvPicPr>
          <p:blipFill>
            <a:blip r:embed="rId3"/>
            <a:stretch>
              <a:fillRect/>
            </a:stretch>
          </p:blipFill>
          <p:spPr>
            <a:xfrm>
              <a:off x="6884216" y="365125"/>
              <a:ext cx="4230810" cy="5498147"/>
            </a:xfrm>
            <a:prstGeom prst="rect">
              <a:avLst/>
            </a:prstGeom>
          </p:spPr>
        </p:pic>
        <p:pic>
          <p:nvPicPr>
            <p:cNvPr id="7" name="Picture 6">
              <a:extLst>
                <a:ext uri="{FF2B5EF4-FFF2-40B4-BE49-F238E27FC236}">
                  <a16:creationId xmlns:a16="http://schemas.microsoft.com/office/drawing/2014/main" xmlns="" id="{4CE917D5-9297-455E-BF2F-CE80BCA10D25}"/>
                </a:ext>
              </a:extLst>
            </p:cNvPr>
            <p:cNvPicPr>
              <a:picLocks noChangeAspect="1"/>
            </p:cNvPicPr>
            <p:nvPr/>
          </p:nvPicPr>
          <p:blipFill>
            <a:blip r:embed="rId4"/>
            <a:stretch>
              <a:fillRect/>
            </a:stretch>
          </p:blipFill>
          <p:spPr>
            <a:xfrm>
              <a:off x="8618467" y="4026537"/>
              <a:ext cx="762308" cy="152462"/>
            </a:xfrm>
            <a:prstGeom prst="rect">
              <a:avLst/>
            </a:prstGeom>
          </p:spPr>
        </p:pic>
      </p:grpSp>
    </p:spTree>
    <p:extLst>
      <p:ext uri="{BB962C8B-B14F-4D97-AF65-F5344CB8AC3E}">
        <p14:creationId xmlns:p14="http://schemas.microsoft.com/office/powerpoint/2010/main" val="12349117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A85B7F-E570-4C6E-9CC3-C187EB7AB049}"/>
              </a:ext>
            </a:extLst>
          </p:cNvPr>
          <p:cNvSpPr>
            <a:spLocks noGrp="1"/>
          </p:cNvSpPr>
          <p:nvPr>
            <p:ph type="title"/>
            <p:custDataLst>
              <p:tags r:id="rId1"/>
            </p:custDataLst>
          </p:nvPr>
        </p:nvSpPr>
        <p:spPr/>
        <p:txBody>
          <a:bodyPr/>
          <a:lstStyle/>
          <a:p>
            <a:r>
              <a:rPr lang="fr-CA" dirty="0"/>
              <a:t>Pick by </a:t>
            </a:r>
            <a:r>
              <a:rPr lang="fr-CA" dirty="0" err="1"/>
              <a:t>Order</a:t>
            </a:r>
            <a:endParaRPr lang="en-CA" dirty="0"/>
          </a:p>
        </p:txBody>
      </p:sp>
      <p:sp>
        <p:nvSpPr>
          <p:cNvPr id="4" name="Content Placeholder 2">
            <a:extLst>
              <a:ext uri="{FF2B5EF4-FFF2-40B4-BE49-F238E27FC236}">
                <a16:creationId xmlns:a16="http://schemas.microsoft.com/office/drawing/2014/main" xmlns="" id="{853B0246-C8E4-49D2-B04E-DD3EAEF22C3C}"/>
              </a:ext>
            </a:extLst>
          </p:cNvPr>
          <p:cNvSpPr>
            <a:spLocks noGrp="1"/>
          </p:cNvSpPr>
          <p:nvPr>
            <p:ph idx="1"/>
            <p:custDataLst>
              <p:tags r:id="rId2"/>
            </p:custDataLst>
          </p:nvPr>
        </p:nvSpPr>
        <p:spPr>
          <a:xfrm>
            <a:off x="604911" y="1196788"/>
            <a:ext cx="6360666" cy="5033963"/>
          </a:xfrm>
        </p:spPr>
        <p:txBody>
          <a:bodyPr/>
          <a:lstStyle/>
          <a:p>
            <a:pPr marL="457200" indent="-457200" algn="just">
              <a:lnSpc>
                <a:spcPct val="130000"/>
              </a:lnSpc>
              <a:buFont typeface="+mj-lt"/>
              <a:buAutoNum type="arabicPeriod" startAt="12"/>
            </a:pPr>
            <a:r>
              <a:rPr lang="en-US" sz="2000" dirty="0"/>
              <a:t>The Complete Pick Command view is displayed. If the product is being picked into a container, physically move the product to the To Container.</a:t>
            </a:r>
          </a:p>
          <a:p>
            <a:pPr marL="457200" indent="-457200" algn="just">
              <a:lnSpc>
                <a:spcPct val="130000"/>
              </a:lnSpc>
              <a:buFont typeface="+mj-lt"/>
              <a:buAutoNum type="arabicPeriod" startAt="12"/>
            </a:pPr>
            <a:r>
              <a:rPr lang="en-US" sz="2000" dirty="0"/>
              <a:t>Confirm the To Container. </a:t>
            </a:r>
          </a:p>
          <a:p>
            <a:pPr marL="457200" indent="-457200" algn="just">
              <a:lnSpc>
                <a:spcPct val="130000"/>
              </a:lnSpc>
              <a:buFont typeface="+mj-lt"/>
              <a:buAutoNum type="arabicPeriod" startAt="12"/>
            </a:pPr>
            <a:r>
              <a:rPr lang="en-US" sz="2000" dirty="0"/>
              <a:t>Optionally, change the Close Container to Yes or No to close or not the Container. </a:t>
            </a:r>
          </a:p>
          <a:p>
            <a:pPr marL="457200" indent="-457200" algn="just">
              <a:lnSpc>
                <a:spcPct val="130000"/>
              </a:lnSpc>
              <a:buFont typeface="+mj-lt"/>
              <a:buAutoNum type="arabicPeriod" startAt="12"/>
            </a:pPr>
            <a:r>
              <a:rPr lang="en-US" sz="2000" dirty="0"/>
              <a:t>Optionally, change the Final Location field to Yes or No to indicate that the specified location is the final location or not. </a:t>
            </a:r>
          </a:p>
          <a:p>
            <a:pPr marL="457200" indent="-457200" algn="just">
              <a:lnSpc>
                <a:spcPct val="130000"/>
              </a:lnSpc>
              <a:buFont typeface="+mj-lt"/>
              <a:buAutoNum type="arabicPeriod" startAt="12"/>
            </a:pPr>
            <a:r>
              <a:rPr lang="en-US" sz="2000" dirty="0"/>
              <a:t>Click Continue. </a:t>
            </a:r>
          </a:p>
          <a:p>
            <a:pPr marL="457200" indent="-457200" algn="just">
              <a:lnSpc>
                <a:spcPct val="130000"/>
              </a:lnSpc>
              <a:buFont typeface="+mj-lt"/>
              <a:buAutoNum type="arabicPeriod" startAt="12"/>
            </a:pPr>
            <a:endParaRPr lang="en-CA" sz="2000" dirty="0"/>
          </a:p>
        </p:txBody>
      </p:sp>
      <p:pic>
        <p:nvPicPr>
          <p:cNvPr id="9" name="Picture 8">
            <a:extLst>
              <a:ext uri="{FF2B5EF4-FFF2-40B4-BE49-F238E27FC236}">
                <a16:creationId xmlns:a16="http://schemas.microsoft.com/office/drawing/2014/main" xmlns="" id="{F06782EF-AD02-49C9-99B8-8DD1AAE47472}"/>
              </a:ext>
            </a:extLst>
          </p:cNvPr>
          <p:cNvPicPr>
            <a:picLocks noChangeAspect="1"/>
          </p:cNvPicPr>
          <p:nvPr>
            <p:custDataLst>
              <p:tags r:id="rId3"/>
            </p:custDataLst>
          </p:nvPr>
        </p:nvPicPr>
        <p:blipFill>
          <a:blip r:embed="rId5"/>
          <a:stretch>
            <a:fillRect/>
          </a:stretch>
        </p:blipFill>
        <p:spPr>
          <a:xfrm>
            <a:off x="7301890" y="896828"/>
            <a:ext cx="4477734" cy="4858034"/>
          </a:xfrm>
          <a:prstGeom prst="rect">
            <a:avLst/>
          </a:prstGeom>
        </p:spPr>
      </p:pic>
    </p:spTree>
    <p:extLst>
      <p:ext uri="{BB962C8B-B14F-4D97-AF65-F5344CB8AC3E}">
        <p14:creationId xmlns:p14="http://schemas.microsoft.com/office/powerpoint/2010/main" val="16370172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C641C0-1E8E-4BC4-8171-7A2824148C12}"/>
              </a:ext>
            </a:extLst>
          </p:cNvPr>
          <p:cNvSpPr>
            <a:spLocks noGrp="1"/>
          </p:cNvSpPr>
          <p:nvPr>
            <p:ph type="title"/>
            <p:custDataLst>
              <p:tags r:id="rId1"/>
            </p:custDataLst>
          </p:nvPr>
        </p:nvSpPr>
        <p:spPr/>
        <p:txBody>
          <a:bodyPr/>
          <a:lstStyle/>
          <a:p>
            <a:r>
              <a:rPr lang="fr-CA" dirty="0"/>
              <a:t>Pick by </a:t>
            </a:r>
            <a:r>
              <a:rPr lang="fr-CA" dirty="0" err="1"/>
              <a:t>Order</a:t>
            </a:r>
            <a:endParaRPr lang="en-CA" dirty="0"/>
          </a:p>
        </p:txBody>
      </p:sp>
      <p:sp>
        <p:nvSpPr>
          <p:cNvPr id="3" name="Content Placeholder 2">
            <a:extLst>
              <a:ext uri="{FF2B5EF4-FFF2-40B4-BE49-F238E27FC236}">
                <a16:creationId xmlns:a16="http://schemas.microsoft.com/office/drawing/2014/main" xmlns="" id="{E502C799-2804-4DB1-8FCF-94B9F18AC904}"/>
              </a:ext>
            </a:extLst>
          </p:cNvPr>
          <p:cNvSpPr>
            <a:spLocks noGrp="1"/>
          </p:cNvSpPr>
          <p:nvPr>
            <p:ph idx="1"/>
            <p:custDataLst>
              <p:tags r:id="rId2"/>
            </p:custDataLst>
          </p:nvPr>
        </p:nvSpPr>
        <p:spPr>
          <a:xfrm>
            <a:off x="838200" y="1082809"/>
            <a:ext cx="10515600" cy="5007069"/>
          </a:xfrm>
        </p:spPr>
        <p:txBody>
          <a:bodyPr/>
          <a:lstStyle/>
          <a:p>
            <a:pPr algn="just">
              <a:lnSpc>
                <a:spcPct val="150000"/>
              </a:lnSpc>
            </a:pPr>
            <a:r>
              <a:rPr lang="fr-CA" sz="2000" dirty="0" err="1"/>
              <a:t>Additional</a:t>
            </a:r>
            <a:r>
              <a:rPr lang="fr-CA" sz="2000" dirty="0"/>
              <a:t> note - </a:t>
            </a:r>
            <a:r>
              <a:rPr lang="en-US" sz="2000" dirty="0"/>
              <a:t>The system goes directly to the next page once the required fields have been completed. At any time, you can return to the previous page by clicking on Back </a:t>
            </a:r>
            <a:r>
              <a:rPr lang="en-CA" sz="2000" dirty="0"/>
              <a:t>if you wish to review or modify any fields.</a:t>
            </a:r>
          </a:p>
        </p:txBody>
      </p:sp>
      <p:pic>
        <p:nvPicPr>
          <p:cNvPr id="5" name="Picture 4">
            <a:extLst>
              <a:ext uri="{FF2B5EF4-FFF2-40B4-BE49-F238E27FC236}">
                <a16:creationId xmlns:a16="http://schemas.microsoft.com/office/drawing/2014/main" xmlns="" id="{050FBDDC-2183-4441-B78C-00C6C3D1CA06}"/>
              </a:ext>
            </a:extLst>
          </p:cNvPr>
          <p:cNvPicPr>
            <a:picLocks noChangeAspect="1"/>
          </p:cNvPicPr>
          <p:nvPr>
            <p:custDataLst>
              <p:tags r:id="rId3"/>
            </p:custDataLst>
          </p:nvPr>
        </p:nvPicPr>
        <p:blipFill>
          <a:blip r:embed="rId5"/>
          <a:stretch>
            <a:fillRect/>
          </a:stretch>
        </p:blipFill>
        <p:spPr>
          <a:xfrm>
            <a:off x="1129552" y="2660655"/>
            <a:ext cx="8052701" cy="3472766"/>
          </a:xfrm>
          <a:prstGeom prst="rect">
            <a:avLst/>
          </a:prstGeom>
        </p:spPr>
      </p:pic>
    </p:spTree>
    <p:extLst>
      <p:ext uri="{BB962C8B-B14F-4D97-AF65-F5344CB8AC3E}">
        <p14:creationId xmlns:p14="http://schemas.microsoft.com/office/powerpoint/2010/main" val="36309660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A85B7F-E570-4C6E-9CC3-C187EB7AB049}"/>
              </a:ext>
            </a:extLst>
          </p:cNvPr>
          <p:cNvSpPr>
            <a:spLocks noGrp="1"/>
          </p:cNvSpPr>
          <p:nvPr>
            <p:ph type="title"/>
            <p:custDataLst>
              <p:tags r:id="rId1"/>
            </p:custDataLst>
          </p:nvPr>
        </p:nvSpPr>
        <p:spPr/>
        <p:txBody>
          <a:bodyPr/>
          <a:lstStyle/>
          <a:p>
            <a:r>
              <a:rPr lang="fr-CA" dirty="0"/>
              <a:t>Pick by </a:t>
            </a:r>
            <a:r>
              <a:rPr lang="fr-CA" dirty="0" err="1"/>
              <a:t>Order</a:t>
            </a:r>
            <a:endParaRPr lang="en-CA" dirty="0"/>
          </a:p>
        </p:txBody>
      </p:sp>
      <p:sp>
        <p:nvSpPr>
          <p:cNvPr id="4" name="Content Placeholder 2">
            <a:extLst>
              <a:ext uri="{FF2B5EF4-FFF2-40B4-BE49-F238E27FC236}">
                <a16:creationId xmlns:a16="http://schemas.microsoft.com/office/drawing/2014/main" xmlns="" id="{853B0246-C8E4-49D2-B04E-DD3EAEF22C3C}"/>
              </a:ext>
            </a:extLst>
          </p:cNvPr>
          <p:cNvSpPr>
            <a:spLocks noGrp="1"/>
          </p:cNvSpPr>
          <p:nvPr>
            <p:ph idx="1"/>
            <p:custDataLst>
              <p:tags r:id="rId2"/>
            </p:custDataLst>
          </p:nvPr>
        </p:nvSpPr>
        <p:spPr>
          <a:xfrm>
            <a:off x="838201" y="1169894"/>
            <a:ext cx="5817876" cy="5007069"/>
          </a:xfrm>
        </p:spPr>
        <p:txBody>
          <a:bodyPr/>
          <a:lstStyle/>
          <a:p>
            <a:pPr marL="457200" indent="-457200" algn="just">
              <a:lnSpc>
                <a:spcPct val="150000"/>
              </a:lnSpc>
              <a:buFont typeface="+mj-lt"/>
              <a:buAutoNum type="arabicPeriod" startAt="17"/>
            </a:pPr>
            <a:r>
              <a:rPr lang="en-US" sz="2000" dirty="0"/>
              <a:t>If the product was picked into a container, the Container Pick Close view is displayed. Physically move the container to the specified Destination Location.</a:t>
            </a:r>
          </a:p>
          <a:p>
            <a:pPr marL="457200" indent="-457200" algn="just">
              <a:lnSpc>
                <a:spcPct val="150000"/>
              </a:lnSpc>
              <a:buFont typeface="+mj-lt"/>
              <a:buAutoNum type="arabicPeriod" startAt="17"/>
            </a:pPr>
            <a:r>
              <a:rPr lang="en-US" sz="2000" dirty="0"/>
              <a:t>Enter the Drop-off point to confirm the destination location.</a:t>
            </a:r>
          </a:p>
          <a:p>
            <a:pPr marL="457200" indent="-457200" algn="just">
              <a:lnSpc>
                <a:spcPct val="150000"/>
              </a:lnSpc>
              <a:buFont typeface="+mj-lt"/>
              <a:buAutoNum type="arabicPeriod" startAt="17"/>
            </a:pPr>
            <a:r>
              <a:rPr lang="en-US" sz="2000" dirty="0"/>
              <a:t>Click Continue.</a:t>
            </a:r>
          </a:p>
          <a:p>
            <a:pPr marL="457200" indent="-457200" algn="just">
              <a:lnSpc>
                <a:spcPct val="150000"/>
              </a:lnSpc>
              <a:buFont typeface="+mj-lt"/>
              <a:buAutoNum type="arabicPeriod" startAt="17"/>
            </a:pPr>
            <a:endParaRPr lang="en-CA" sz="2000" dirty="0"/>
          </a:p>
        </p:txBody>
      </p:sp>
      <p:pic>
        <p:nvPicPr>
          <p:cNvPr id="7" name="Picture 6">
            <a:extLst>
              <a:ext uri="{FF2B5EF4-FFF2-40B4-BE49-F238E27FC236}">
                <a16:creationId xmlns:a16="http://schemas.microsoft.com/office/drawing/2014/main" xmlns="" id="{222B332C-13D2-422D-AEF1-1E9F67EF99A3}"/>
              </a:ext>
            </a:extLst>
          </p:cNvPr>
          <p:cNvPicPr>
            <a:picLocks noChangeAspect="1"/>
          </p:cNvPicPr>
          <p:nvPr>
            <p:custDataLst>
              <p:tags r:id="rId3"/>
            </p:custDataLst>
          </p:nvPr>
        </p:nvPicPr>
        <p:blipFill>
          <a:blip r:embed="rId5"/>
          <a:stretch>
            <a:fillRect/>
          </a:stretch>
        </p:blipFill>
        <p:spPr>
          <a:xfrm>
            <a:off x="7117759" y="1027906"/>
            <a:ext cx="4697724" cy="5164638"/>
          </a:xfrm>
          <a:prstGeom prst="rect">
            <a:avLst/>
          </a:prstGeom>
        </p:spPr>
      </p:pic>
    </p:spTree>
    <p:extLst>
      <p:ext uri="{BB962C8B-B14F-4D97-AF65-F5344CB8AC3E}">
        <p14:creationId xmlns:p14="http://schemas.microsoft.com/office/powerpoint/2010/main" val="28224533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43D2AF-2B95-41D5-9C54-8F2B869A638D}"/>
              </a:ext>
            </a:extLst>
          </p:cNvPr>
          <p:cNvSpPr>
            <a:spLocks noGrp="1"/>
          </p:cNvSpPr>
          <p:nvPr>
            <p:ph type="title"/>
            <p:custDataLst>
              <p:tags r:id="rId1"/>
            </p:custDataLst>
          </p:nvPr>
        </p:nvSpPr>
        <p:spPr/>
        <p:txBody>
          <a:bodyPr/>
          <a:lstStyle/>
          <a:p>
            <a:r>
              <a:rPr lang="fr-CA" dirty="0"/>
              <a:t>Pick by </a:t>
            </a:r>
            <a:r>
              <a:rPr lang="fr-CA" dirty="0" err="1"/>
              <a:t>Order</a:t>
            </a:r>
            <a:endParaRPr lang="en-CA" dirty="0"/>
          </a:p>
        </p:txBody>
      </p:sp>
      <p:sp>
        <p:nvSpPr>
          <p:cNvPr id="3" name="Content Placeholder 2">
            <a:extLst>
              <a:ext uri="{FF2B5EF4-FFF2-40B4-BE49-F238E27FC236}">
                <a16:creationId xmlns:a16="http://schemas.microsoft.com/office/drawing/2014/main" xmlns="" id="{ACBCED7B-6B8B-404E-93DF-457A21F1D8BE}"/>
              </a:ext>
            </a:extLst>
          </p:cNvPr>
          <p:cNvSpPr>
            <a:spLocks noGrp="1"/>
          </p:cNvSpPr>
          <p:nvPr>
            <p:ph idx="1"/>
            <p:custDataLst>
              <p:tags r:id="rId2"/>
            </p:custDataLst>
          </p:nvPr>
        </p:nvSpPr>
        <p:spPr>
          <a:xfrm>
            <a:off x="838199" y="1102659"/>
            <a:ext cx="10736649" cy="5074304"/>
          </a:xfrm>
        </p:spPr>
        <p:txBody>
          <a:bodyPr/>
          <a:lstStyle/>
          <a:p>
            <a:pPr marL="457200" indent="-457200">
              <a:lnSpc>
                <a:spcPct val="150000"/>
              </a:lnSpc>
              <a:buFont typeface="+mj-lt"/>
              <a:buAutoNum type="arabicPeriod" startAt="20"/>
            </a:pPr>
            <a:r>
              <a:rPr lang="en-US" sz="2000" dirty="0"/>
              <a:t>The system will return to the Pick by Order Command view. You can then choose to process the other lines of the order.</a:t>
            </a:r>
          </a:p>
          <a:p>
            <a:pPr marL="457200" indent="-457200">
              <a:lnSpc>
                <a:spcPct val="150000"/>
              </a:lnSpc>
              <a:buFont typeface="+mj-lt"/>
              <a:buAutoNum type="arabicPeriod" startAt="20"/>
            </a:pPr>
            <a:endParaRPr lang="en-US" sz="2000" dirty="0"/>
          </a:p>
          <a:p>
            <a:pPr marL="457200" indent="-457200">
              <a:lnSpc>
                <a:spcPct val="150000"/>
              </a:lnSpc>
              <a:buFont typeface="+mj-lt"/>
              <a:buAutoNum type="arabicPeriod" startAt="20"/>
            </a:pPr>
            <a:endParaRPr lang="en-US" sz="2000" dirty="0"/>
          </a:p>
          <a:p>
            <a:pPr marL="457200" indent="-457200">
              <a:lnSpc>
                <a:spcPct val="150000"/>
              </a:lnSpc>
              <a:buFont typeface="+mj-lt"/>
              <a:buAutoNum type="arabicPeriod" startAt="20"/>
            </a:pPr>
            <a:endParaRPr lang="en-US" sz="2000" dirty="0"/>
          </a:p>
          <a:p>
            <a:pPr marL="457200" indent="-457200">
              <a:lnSpc>
                <a:spcPct val="150000"/>
              </a:lnSpc>
              <a:buFont typeface="+mj-lt"/>
              <a:buAutoNum type="arabicPeriod" startAt="20"/>
            </a:pPr>
            <a:endParaRPr lang="en-US" sz="2000" dirty="0"/>
          </a:p>
          <a:p>
            <a:pPr marL="0" indent="0">
              <a:lnSpc>
                <a:spcPct val="150000"/>
              </a:lnSpc>
              <a:buNone/>
            </a:pPr>
            <a:endParaRPr lang="en-US" sz="3000" dirty="0"/>
          </a:p>
          <a:p>
            <a:pPr marL="457200" indent="-457200">
              <a:lnSpc>
                <a:spcPct val="150000"/>
              </a:lnSpc>
              <a:buFont typeface="+mj-lt"/>
              <a:buAutoNum type="arabicPeriod" startAt="21"/>
            </a:pPr>
            <a:r>
              <a:rPr lang="en-US" sz="2000" dirty="0"/>
              <a:t>The Confirm Pick Command view will be displayed again. Follow the same steps as explained previously for the rest of the process. </a:t>
            </a:r>
            <a:endParaRPr lang="en-CA" sz="2000" dirty="0"/>
          </a:p>
        </p:txBody>
      </p:sp>
      <p:pic>
        <p:nvPicPr>
          <p:cNvPr id="12" name="Picture 11">
            <a:extLst>
              <a:ext uri="{FF2B5EF4-FFF2-40B4-BE49-F238E27FC236}">
                <a16:creationId xmlns:a16="http://schemas.microsoft.com/office/drawing/2014/main" xmlns="" id="{94FAFF8E-699B-49CB-937C-76863060067A}"/>
              </a:ext>
            </a:extLst>
          </p:cNvPr>
          <p:cNvPicPr>
            <a:picLocks noChangeAspect="1"/>
          </p:cNvPicPr>
          <p:nvPr>
            <p:custDataLst>
              <p:tags r:id="rId3"/>
            </p:custDataLst>
          </p:nvPr>
        </p:nvPicPr>
        <p:blipFill>
          <a:blip r:embed="rId5"/>
          <a:stretch>
            <a:fillRect/>
          </a:stretch>
        </p:blipFill>
        <p:spPr>
          <a:xfrm>
            <a:off x="838198" y="2094994"/>
            <a:ext cx="10153943" cy="3176717"/>
          </a:xfrm>
          <a:prstGeom prst="rect">
            <a:avLst/>
          </a:prstGeom>
        </p:spPr>
      </p:pic>
    </p:spTree>
    <p:extLst>
      <p:ext uri="{BB962C8B-B14F-4D97-AF65-F5344CB8AC3E}">
        <p14:creationId xmlns:p14="http://schemas.microsoft.com/office/powerpoint/2010/main" val="10304476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A85B7F-E570-4C6E-9CC3-C187EB7AB049}"/>
              </a:ext>
            </a:extLst>
          </p:cNvPr>
          <p:cNvSpPr>
            <a:spLocks noGrp="1"/>
          </p:cNvSpPr>
          <p:nvPr>
            <p:ph type="title"/>
            <p:custDataLst>
              <p:tags r:id="rId1"/>
            </p:custDataLst>
          </p:nvPr>
        </p:nvSpPr>
        <p:spPr/>
        <p:txBody>
          <a:bodyPr/>
          <a:lstStyle/>
          <a:p>
            <a:r>
              <a:rPr lang="fr-CA" dirty="0"/>
              <a:t>Pick by </a:t>
            </a:r>
            <a:r>
              <a:rPr lang="fr-CA" dirty="0" err="1"/>
              <a:t>Order</a:t>
            </a:r>
            <a:endParaRPr lang="en-CA" dirty="0"/>
          </a:p>
        </p:txBody>
      </p:sp>
      <p:sp>
        <p:nvSpPr>
          <p:cNvPr id="3" name="Content Placeholder 2">
            <a:extLst>
              <a:ext uri="{FF2B5EF4-FFF2-40B4-BE49-F238E27FC236}">
                <a16:creationId xmlns:a16="http://schemas.microsoft.com/office/drawing/2014/main" xmlns="" id="{772FCA95-063C-4A49-8D8A-1C134943018F}"/>
              </a:ext>
            </a:extLst>
          </p:cNvPr>
          <p:cNvSpPr>
            <a:spLocks noGrp="1"/>
          </p:cNvSpPr>
          <p:nvPr>
            <p:ph idx="1"/>
            <p:custDataLst>
              <p:tags r:id="rId2"/>
            </p:custDataLst>
          </p:nvPr>
        </p:nvSpPr>
        <p:spPr>
          <a:xfrm>
            <a:off x="948017" y="1330549"/>
            <a:ext cx="10295965" cy="4697787"/>
          </a:xfrm>
        </p:spPr>
        <p:txBody>
          <a:bodyPr/>
          <a:lstStyle/>
          <a:p>
            <a:pPr marL="457200" indent="-457200" algn="just">
              <a:lnSpc>
                <a:spcPct val="150000"/>
              </a:lnSpc>
              <a:buFont typeface="+mj-lt"/>
              <a:buAutoNum type="arabicPeriod" startAt="22"/>
            </a:pPr>
            <a:r>
              <a:rPr lang="en-US" sz="2000" dirty="0"/>
              <a:t>If there is no more product to pick, the system notifies the user. Click on OK. </a:t>
            </a:r>
          </a:p>
          <a:p>
            <a:pPr marL="457200" indent="-457200">
              <a:lnSpc>
                <a:spcPct val="150000"/>
              </a:lnSpc>
              <a:buFont typeface="+mj-lt"/>
              <a:buAutoNum type="arabicPeriod" startAt="22"/>
            </a:pPr>
            <a:endParaRPr lang="en-CA" sz="2000" dirty="0"/>
          </a:p>
        </p:txBody>
      </p:sp>
      <p:pic>
        <p:nvPicPr>
          <p:cNvPr id="12" name="Picture 11">
            <a:extLst>
              <a:ext uri="{FF2B5EF4-FFF2-40B4-BE49-F238E27FC236}">
                <a16:creationId xmlns:a16="http://schemas.microsoft.com/office/drawing/2014/main" xmlns="" id="{94956842-9A00-4370-9810-96B49FCC939E}"/>
              </a:ext>
            </a:extLst>
          </p:cNvPr>
          <p:cNvPicPr>
            <a:picLocks noChangeAspect="1"/>
          </p:cNvPicPr>
          <p:nvPr>
            <p:custDataLst>
              <p:tags r:id="rId3"/>
            </p:custDataLst>
          </p:nvPr>
        </p:nvPicPr>
        <p:blipFill>
          <a:blip r:embed="rId5"/>
          <a:stretch>
            <a:fillRect/>
          </a:stretch>
        </p:blipFill>
        <p:spPr>
          <a:xfrm>
            <a:off x="948017" y="2149593"/>
            <a:ext cx="8840547" cy="3878743"/>
          </a:xfrm>
          <a:prstGeom prst="rect">
            <a:avLst/>
          </a:prstGeom>
        </p:spPr>
      </p:pic>
    </p:spTree>
    <p:extLst>
      <p:ext uri="{BB962C8B-B14F-4D97-AF65-F5344CB8AC3E}">
        <p14:creationId xmlns:p14="http://schemas.microsoft.com/office/powerpoint/2010/main" val="3166308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Picking with a Mobile Device</a:t>
            </a:r>
            <a:br>
              <a:rPr lang="en-CA" sz="4400" b="1" dirty="0"/>
            </a:br>
            <a:r>
              <a:rPr lang="en-CA" sz="4000" b="1" dirty="0"/>
              <a:t>Pick by Shipment</a:t>
            </a:r>
            <a:endParaRPr lang="en-CA" sz="4400" b="1" dirty="0"/>
          </a:p>
        </p:txBody>
      </p:sp>
    </p:spTree>
    <p:extLst>
      <p:ext uri="{BB962C8B-B14F-4D97-AF65-F5344CB8AC3E}">
        <p14:creationId xmlns:p14="http://schemas.microsoft.com/office/powerpoint/2010/main" val="26097997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906E66-698D-430E-824F-C24F23BE5C8E}"/>
              </a:ext>
            </a:extLst>
          </p:cNvPr>
          <p:cNvSpPr>
            <a:spLocks noGrp="1"/>
          </p:cNvSpPr>
          <p:nvPr>
            <p:ph type="title"/>
            <p:custDataLst>
              <p:tags r:id="rId1"/>
            </p:custDataLst>
          </p:nvPr>
        </p:nvSpPr>
        <p:spPr/>
        <p:txBody>
          <a:bodyPr/>
          <a:lstStyle/>
          <a:p>
            <a:r>
              <a:rPr lang="en-CA" sz="3600" dirty="0"/>
              <a:t>Pick by Shipment</a:t>
            </a:r>
            <a:endParaRPr lang="en-CA" dirty="0"/>
          </a:p>
        </p:txBody>
      </p:sp>
      <p:sp>
        <p:nvSpPr>
          <p:cNvPr id="4" name="Content Placeholder 2">
            <a:extLst>
              <a:ext uri="{FF2B5EF4-FFF2-40B4-BE49-F238E27FC236}">
                <a16:creationId xmlns:a16="http://schemas.microsoft.com/office/drawing/2014/main" xmlns="" id="{DE3274C6-9A3F-40FD-886A-A0FEB526E2D7}"/>
              </a:ext>
            </a:extLst>
          </p:cNvPr>
          <p:cNvSpPr>
            <a:spLocks noGrp="1"/>
          </p:cNvSpPr>
          <p:nvPr>
            <p:ph idx="1"/>
            <p:custDataLst>
              <p:tags r:id="rId2"/>
            </p:custDataLst>
          </p:nvPr>
        </p:nvSpPr>
        <p:spPr>
          <a:xfrm>
            <a:off x="838200" y="1253331"/>
            <a:ext cx="6942221" cy="4351338"/>
          </a:xfrm>
        </p:spPr>
        <p:txBody>
          <a:bodyPr/>
          <a:lstStyle/>
          <a:p>
            <a:pPr marL="0" indent="0" algn="just">
              <a:lnSpc>
                <a:spcPct val="200000"/>
              </a:lnSpc>
              <a:buNone/>
            </a:pPr>
            <a:r>
              <a:rPr lang="en-US" sz="2300" dirty="0"/>
              <a:t>The Pick by Shipment resource allows the user to specify picking a shipment at a time. To do this: </a:t>
            </a:r>
          </a:p>
          <a:p>
            <a:pPr marL="457200" indent="-457200" algn="just">
              <a:lnSpc>
                <a:spcPct val="200000"/>
              </a:lnSpc>
              <a:buFont typeface="+mj-lt"/>
              <a:buAutoNum type="arabicPeriod"/>
            </a:pPr>
            <a:r>
              <a:rPr lang="en-US" sz="2300" dirty="0"/>
              <a:t>With a </a:t>
            </a:r>
            <a:r>
              <a:rPr lang="en-US" sz="2300" u="sng" dirty="0"/>
              <a:t>mobile device</a:t>
            </a:r>
            <a:r>
              <a:rPr lang="en-US" sz="2300" dirty="0"/>
              <a:t>, select the </a:t>
            </a:r>
            <a:r>
              <a:rPr lang="en-US" sz="2300" b="1" dirty="0"/>
              <a:t>Pick </a:t>
            </a:r>
            <a:r>
              <a:rPr lang="en-US" sz="2300" dirty="0"/>
              <a:t>resource</a:t>
            </a:r>
            <a:r>
              <a:rPr lang="en-US" sz="2300" b="1" dirty="0"/>
              <a:t>. </a:t>
            </a:r>
          </a:p>
          <a:p>
            <a:pPr marL="457200" indent="-457200" algn="just">
              <a:lnSpc>
                <a:spcPct val="200000"/>
              </a:lnSpc>
              <a:buFont typeface="+mj-lt"/>
              <a:buAutoNum type="arabicPeriod"/>
            </a:pPr>
            <a:r>
              <a:rPr lang="en-US" sz="2300" dirty="0"/>
              <a:t>Under Pick, click on </a:t>
            </a:r>
            <a:r>
              <a:rPr lang="en-US" sz="2300" b="1" dirty="0"/>
              <a:t>Pick by Shipment. </a:t>
            </a:r>
          </a:p>
          <a:p>
            <a:pPr marL="0" indent="0">
              <a:lnSpc>
                <a:spcPct val="200000"/>
              </a:lnSpc>
              <a:buNone/>
            </a:pPr>
            <a:endParaRPr lang="en-CA" sz="2300" dirty="0"/>
          </a:p>
        </p:txBody>
      </p:sp>
      <p:pic>
        <p:nvPicPr>
          <p:cNvPr id="3" name="Picture 2">
            <a:extLst>
              <a:ext uri="{FF2B5EF4-FFF2-40B4-BE49-F238E27FC236}">
                <a16:creationId xmlns:a16="http://schemas.microsoft.com/office/drawing/2014/main" xmlns="" id="{C678E425-E9DC-4FAF-A264-791837CD7BC2}"/>
              </a:ext>
            </a:extLst>
          </p:cNvPr>
          <p:cNvPicPr>
            <a:picLocks noChangeAspect="1"/>
          </p:cNvPicPr>
          <p:nvPr>
            <p:custDataLst>
              <p:tags r:id="rId3"/>
            </p:custDataLst>
          </p:nvPr>
        </p:nvPicPr>
        <p:blipFill>
          <a:blip r:embed="rId5"/>
          <a:stretch>
            <a:fillRect/>
          </a:stretch>
        </p:blipFill>
        <p:spPr>
          <a:xfrm>
            <a:off x="8407341" y="261257"/>
            <a:ext cx="3268396" cy="5850715"/>
          </a:xfrm>
          <a:prstGeom prst="rect">
            <a:avLst/>
          </a:prstGeom>
        </p:spPr>
      </p:pic>
    </p:spTree>
    <p:extLst>
      <p:ext uri="{BB962C8B-B14F-4D97-AF65-F5344CB8AC3E}">
        <p14:creationId xmlns:p14="http://schemas.microsoft.com/office/powerpoint/2010/main" val="34893803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906E66-698D-430E-824F-C24F23BE5C8E}"/>
              </a:ext>
            </a:extLst>
          </p:cNvPr>
          <p:cNvSpPr>
            <a:spLocks noGrp="1"/>
          </p:cNvSpPr>
          <p:nvPr>
            <p:ph type="title"/>
            <p:custDataLst>
              <p:tags r:id="rId1"/>
            </p:custDataLst>
          </p:nvPr>
        </p:nvSpPr>
        <p:spPr/>
        <p:txBody>
          <a:bodyPr/>
          <a:lstStyle/>
          <a:p>
            <a:r>
              <a:rPr lang="en-CA" sz="3600" dirty="0"/>
              <a:t>Pick by Shipment</a:t>
            </a:r>
            <a:endParaRPr lang="en-CA" dirty="0"/>
          </a:p>
        </p:txBody>
      </p:sp>
      <p:sp>
        <p:nvSpPr>
          <p:cNvPr id="5" name="Content Placeholder 2">
            <a:extLst>
              <a:ext uri="{FF2B5EF4-FFF2-40B4-BE49-F238E27FC236}">
                <a16:creationId xmlns:a16="http://schemas.microsoft.com/office/drawing/2014/main" xmlns="" id="{9117A412-F4EC-46FA-90F7-2851FE89A42C}"/>
              </a:ext>
            </a:extLst>
          </p:cNvPr>
          <p:cNvSpPr>
            <a:spLocks noGrp="1"/>
          </p:cNvSpPr>
          <p:nvPr>
            <p:ph idx="1"/>
            <p:custDataLst>
              <p:tags r:id="rId2"/>
            </p:custDataLst>
          </p:nvPr>
        </p:nvSpPr>
        <p:spPr>
          <a:xfrm>
            <a:off x="838200" y="1183342"/>
            <a:ext cx="6006353" cy="4993622"/>
          </a:xfrm>
        </p:spPr>
        <p:txBody>
          <a:bodyPr/>
          <a:lstStyle/>
          <a:p>
            <a:pPr marL="457200" indent="-457200">
              <a:lnSpc>
                <a:spcPct val="200000"/>
              </a:lnSpc>
              <a:buFont typeface="+mj-lt"/>
              <a:buAutoNum type="arabicPeriod" startAt="3"/>
            </a:pPr>
            <a:r>
              <a:rPr lang="fr-CA" sz="2300" dirty="0"/>
              <a:t>In the new </a:t>
            </a:r>
            <a:r>
              <a:rPr lang="fr-CA" sz="2300" dirty="0" err="1"/>
              <a:t>window</a:t>
            </a:r>
            <a:r>
              <a:rPr lang="fr-CA" sz="2300" dirty="0"/>
              <a:t>, enter the </a:t>
            </a:r>
            <a:r>
              <a:rPr lang="fr-CA" sz="2300" dirty="0" err="1"/>
              <a:t>Shipment</a:t>
            </a:r>
            <a:r>
              <a:rPr lang="fr-CA" sz="2300" dirty="0"/>
              <a:t> ID. </a:t>
            </a:r>
          </a:p>
        </p:txBody>
      </p:sp>
      <p:pic>
        <p:nvPicPr>
          <p:cNvPr id="7" name="Picture 6">
            <a:extLst>
              <a:ext uri="{FF2B5EF4-FFF2-40B4-BE49-F238E27FC236}">
                <a16:creationId xmlns:a16="http://schemas.microsoft.com/office/drawing/2014/main" xmlns="" id="{16C51A22-AF1D-41A8-8685-B876F2E1E164}"/>
              </a:ext>
            </a:extLst>
          </p:cNvPr>
          <p:cNvPicPr>
            <a:picLocks noChangeAspect="1"/>
          </p:cNvPicPr>
          <p:nvPr>
            <p:custDataLst>
              <p:tags r:id="rId3"/>
            </p:custDataLst>
          </p:nvPr>
        </p:nvPicPr>
        <p:blipFill>
          <a:blip r:embed="rId5"/>
          <a:stretch>
            <a:fillRect/>
          </a:stretch>
        </p:blipFill>
        <p:spPr>
          <a:xfrm>
            <a:off x="7041977" y="591057"/>
            <a:ext cx="4114398" cy="5675886"/>
          </a:xfrm>
          <a:prstGeom prst="rect">
            <a:avLst/>
          </a:prstGeom>
        </p:spPr>
      </p:pic>
    </p:spTree>
    <p:extLst>
      <p:ext uri="{BB962C8B-B14F-4D97-AF65-F5344CB8AC3E}">
        <p14:creationId xmlns:p14="http://schemas.microsoft.com/office/powerpoint/2010/main" val="1165595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A85B7F-E570-4C6E-9CC3-C187EB7AB049}"/>
              </a:ext>
            </a:extLst>
          </p:cNvPr>
          <p:cNvSpPr>
            <a:spLocks noGrp="1"/>
          </p:cNvSpPr>
          <p:nvPr>
            <p:ph type="title"/>
            <p:custDataLst>
              <p:tags r:id="rId1"/>
            </p:custDataLst>
          </p:nvPr>
        </p:nvSpPr>
        <p:spPr/>
        <p:txBody>
          <a:bodyPr/>
          <a:lstStyle/>
          <a:p>
            <a:r>
              <a:rPr lang="fr-CA" dirty="0"/>
              <a:t>Pick by </a:t>
            </a:r>
            <a:r>
              <a:rPr lang="fr-CA" dirty="0" err="1"/>
              <a:t>Shipment</a:t>
            </a:r>
            <a:endParaRPr lang="en-CA" dirty="0"/>
          </a:p>
        </p:txBody>
      </p:sp>
      <p:sp>
        <p:nvSpPr>
          <p:cNvPr id="3" name="Content Placeholder 2">
            <a:extLst>
              <a:ext uri="{FF2B5EF4-FFF2-40B4-BE49-F238E27FC236}">
                <a16:creationId xmlns:a16="http://schemas.microsoft.com/office/drawing/2014/main" xmlns="" id="{772FCA95-063C-4A49-8D8A-1C134943018F}"/>
              </a:ext>
            </a:extLst>
          </p:cNvPr>
          <p:cNvSpPr>
            <a:spLocks noGrp="1"/>
          </p:cNvSpPr>
          <p:nvPr>
            <p:ph idx="1"/>
            <p:custDataLst>
              <p:tags r:id="rId2"/>
            </p:custDataLst>
          </p:nvPr>
        </p:nvSpPr>
        <p:spPr>
          <a:xfrm>
            <a:off x="348113" y="1048871"/>
            <a:ext cx="7531864" cy="4697787"/>
          </a:xfrm>
        </p:spPr>
        <p:txBody>
          <a:bodyPr/>
          <a:lstStyle/>
          <a:p>
            <a:pPr marL="457200" indent="-457200">
              <a:lnSpc>
                <a:spcPct val="150000"/>
              </a:lnSpc>
              <a:buFont typeface="+mj-lt"/>
              <a:buAutoNum type="arabicPeriod" startAt="4"/>
            </a:pPr>
            <a:r>
              <a:rPr lang="en-US" sz="2000" dirty="0"/>
              <a:t>If desired, set the Exclusive and Preview fields to either Yes or No: </a:t>
            </a:r>
          </a:p>
          <a:p>
            <a:pPr lvl="1" algn="just">
              <a:lnSpc>
                <a:spcPct val="150000"/>
              </a:lnSpc>
              <a:buFont typeface="Wingdings" panose="05000000000000000000" pitchFamily="2" charset="2"/>
              <a:buChar char="ü"/>
            </a:pPr>
            <a:r>
              <a:rPr lang="en-US" sz="2000" dirty="0"/>
              <a:t> The Exclusive field allows specifying that no other user will be allowed to pick products </a:t>
            </a:r>
            <a:r>
              <a:rPr lang="en-US" sz="2000" u="sng" dirty="0"/>
              <a:t>for that shipment</a:t>
            </a:r>
            <a:r>
              <a:rPr lang="en-US" sz="2000" dirty="0"/>
              <a:t>. Set to Yes if a user wishes to exclusively pick the shipment. Select No otherwise. </a:t>
            </a:r>
          </a:p>
          <a:p>
            <a:pPr lvl="1">
              <a:lnSpc>
                <a:spcPct val="150000"/>
              </a:lnSpc>
              <a:buFont typeface="Wingdings" panose="05000000000000000000" pitchFamily="2" charset="2"/>
              <a:buChar char="ü"/>
            </a:pPr>
            <a:r>
              <a:rPr lang="en-US" sz="2000" dirty="0"/>
              <a:t> By selecting Yes, the Preview field allows searching for a subset of pick commands, instead of automatically accepting and processing the next designated command. The system presents a result set of matching pick commands, allowing the user to select which command to be completed next. Select No otherwise. </a:t>
            </a:r>
          </a:p>
          <a:p>
            <a:pPr marL="457200" indent="-457200">
              <a:lnSpc>
                <a:spcPct val="150000"/>
              </a:lnSpc>
              <a:buFont typeface="+mj-lt"/>
              <a:buAutoNum type="arabicPeriod" startAt="5"/>
            </a:pPr>
            <a:r>
              <a:rPr lang="en-US" sz="2000" dirty="0"/>
              <a:t>Click Continue.</a:t>
            </a:r>
          </a:p>
          <a:p>
            <a:pPr marL="0" indent="0">
              <a:lnSpc>
                <a:spcPct val="150000"/>
              </a:lnSpc>
              <a:buNone/>
            </a:pPr>
            <a:endParaRPr lang="en-CA" sz="2000" dirty="0"/>
          </a:p>
        </p:txBody>
      </p:sp>
      <p:pic>
        <p:nvPicPr>
          <p:cNvPr id="13" name="Picture 12">
            <a:extLst>
              <a:ext uri="{FF2B5EF4-FFF2-40B4-BE49-F238E27FC236}">
                <a16:creationId xmlns:a16="http://schemas.microsoft.com/office/drawing/2014/main" xmlns="" id="{B9BF26DE-7BDC-400A-9126-6D9F8009C715}"/>
              </a:ext>
            </a:extLst>
          </p:cNvPr>
          <p:cNvPicPr>
            <a:picLocks noChangeAspect="1"/>
          </p:cNvPicPr>
          <p:nvPr>
            <p:custDataLst>
              <p:tags r:id="rId3"/>
            </p:custDataLst>
          </p:nvPr>
        </p:nvPicPr>
        <p:blipFill>
          <a:blip r:embed="rId5"/>
          <a:stretch>
            <a:fillRect/>
          </a:stretch>
        </p:blipFill>
        <p:spPr>
          <a:xfrm>
            <a:off x="8202705" y="569617"/>
            <a:ext cx="3437919" cy="5718766"/>
          </a:xfrm>
          <a:prstGeom prst="rect">
            <a:avLst/>
          </a:prstGeom>
        </p:spPr>
      </p:pic>
    </p:spTree>
    <p:extLst>
      <p:ext uri="{BB962C8B-B14F-4D97-AF65-F5344CB8AC3E}">
        <p14:creationId xmlns:p14="http://schemas.microsoft.com/office/powerpoint/2010/main" val="15843194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906E66-698D-430E-824F-C24F23BE5C8E}"/>
              </a:ext>
            </a:extLst>
          </p:cNvPr>
          <p:cNvSpPr>
            <a:spLocks noGrp="1"/>
          </p:cNvSpPr>
          <p:nvPr>
            <p:ph type="title"/>
            <p:custDataLst>
              <p:tags r:id="rId1"/>
            </p:custDataLst>
          </p:nvPr>
        </p:nvSpPr>
        <p:spPr/>
        <p:txBody>
          <a:bodyPr/>
          <a:lstStyle/>
          <a:p>
            <a:r>
              <a:rPr lang="en-CA" sz="3600" dirty="0"/>
              <a:t>Pick by Shipment</a:t>
            </a:r>
            <a:endParaRPr lang="en-CA" dirty="0"/>
          </a:p>
        </p:txBody>
      </p:sp>
      <p:sp>
        <p:nvSpPr>
          <p:cNvPr id="5" name="Content Placeholder 2">
            <a:extLst>
              <a:ext uri="{FF2B5EF4-FFF2-40B4-BE49-F238E27FC236}">
                <a16:creationId xmlns:a16="http://schemas.microsoft.com/office/drawing/2014/main" xmlns="" id="{9117A412-F4EC-46FA-90F7-2851FE89A42C}"/>
              </a:ext>
            </a:extLst>
          </p:cNvPr>
          <p:cNvSpPr>
            <a:spLocks noGrp="1"/>
          </p:cNvSpPr>
          <p:nvPr>
            <p:ph idx="1"/>
            <p:custDataLst>
              <p:tags r:id="rId2"/>
            </p:custDataLst>
          </p:nvPr>
        </p:nvSpPr>
        <p:spPr>
          <a:xfrm>
            <a:off x="838200" y="1422400"/>
            <a:ext cx="10515600" cy="4754564"/>
          </a:xfrm>
        </p:spPr>
        <p:txBody>
          <a:bodyPr/>
          <a:lstStyle/>
          <a:p>
            <a:pPr marL="457200" indent="-457200" algn="just">
              <a:lnSpc>
                <a:spcPct val="150000"/>
              </a:lnSpc>
              <a:buFont typeface="+mj-lt"/>
              <a:buAutoNum type="arabicPeriod" startAt="6"/>
            </a:pPr>
            <a:r>
              <a:rPr lang="en-US" sz="2100" dirty="0"/>
              <a:t>At this stage, the picking instructions are the same as for Pick by Order. </a:t>
            </a:r>
          </a:p>
          <a:p>
            <a:pPr lvl="1" algn="just">
              <a:lnSpc>
                <a:spcPct val="150000"/>
              </a:lnSpc>
              <a:buFont typeface="Wingdings" panose="05000000000000000000" pitchFamily="2" charset="2"/>
              <a:buChar char="ü"/>
            </a:pPr>
            <a:r>
              <a:rPr lang="en-US" sz="2100" u="sng" dirty="0"/>
              <a:t>If you have selected Yes in the Preview field</a:t>
            </a:r>
            <a:r>
              <a:rPr lang="en-US" sz="2100" dirty="0"/>
              <a:t>, the Pick by Shipment Command view will be displayed. Refer to the instructions from the step #6 (slide 45) of the Pick by Order section to perform the following steps. </a:t>
            </a:r>
          </a:p>
          <a:p>
            <a:pPr lvl="1" algn="just">
              <a:lnSpc>
                <a:spcPct val="150000"/>
              </a:lnSpc>
              <a:buFont typeface="Wingdings" panose="05000000000000000000" pitchFamily="2" charset="2"/>
              <a:buChar char="ü"/>
            </a:pPr>
            <a:r>
              <a:rPr lang="en-US" sz="2100" u="sng" dirty="0"/>
              <a:t>If you have selected No in the Preview field</a:t>
            </a:r>
            <a:r>
              <a:rPr lang="en-US" sz="2100" dirty="0"/>
              <a:t>, The Confirm Pick Command view will be displayed. Refer to the instructions from the step #8 (slide 46) of the Pick by Order section to perform the following steps. </a:t>
            </a:r>
          </a:p>
        </p:txBody>
      </p:sp>
    </p:spTree>
    <p:extLst>
      <p:ext uri="{BB962C8B-B14F-4D97-AF65-F5344CB8AC3E}">
        <p14:creationId xmlns:p14="http://schemas.microsoft.com/office/powerpoint/2010/main" val="24806177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Picking with a Mobile Device</a:t>
            </a:r>
            <a:br>
              <a:rPr lang="en-CA" sz="4400" b="1" dirty="0"/>
            </a:br>
            <a:r>
              <a:rPr lang="en-CA" sz="4000" b="1" dirty="0"/>
              <a:t>Cluster Picking</a:t>
            </a:r>
            <a:endParaRPr lang="en-CA" sz="4400" b="1" dirty="0"/>
          </a:p>
        </p:txBody>
      </p:sp>
    </p:spTree>
    <p:extLst>
      <p:ext uri="{BB962C8B-B14F-4D97-AF65-F5344CB8AC3E}">
        <p14:creationId xmlns:p14="http://schemas.microsoft.com/office/powerpoint/2010/main" val="35821598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3B4CA4-D692-4A4C-A4E0-4EB8E193ECA3}"/>
              </a:ext>
            </a:extLst>
          </p:cNvPr>
          <p:cNvSpPr>
            <a:spLocks noGrp="1"/>
          </p:cNvSpPr>
          <p:nvPr>
            <p:ph type="title"/>
            <p:custDataLst>
              <p:tags r:id="rId1"/>
            </p:custDataLst>
          </p:nvPr>
        </p:nvSpPr>
        <p:spPr/>
        <p:txBody>
          <a:bodyPr/>
          <a:lstStyle/>
          <a:p>
            <a:r>
              <a:rPr lang="fr-CA" dirty="0"/>
              <a:t>Cluster Picking </a:t>
            </a:r>
            <a:endParaRPr lang="en-CA" dirty="0"/>
          </a:p>
        </p:txBody>
      </p:sp>
      <p:sp>
        <p:nvSpPr>
          <p:cNvPr id="3" name="Content Placeholder 2">
            <a:extLst>
              <a:ext uri="{FF2B5EF4-FFF2-40B4-BE49-F238E27FC236}">
                <a16:creationId xmlns:a16="http://schemas.microsoft.com/office/drawing/2014/main" xmlns="" id="{C54C7989-2A5A-4605-A525-37FC58A76BCA}"/>
              </a:ext>
            </a:extLst>
          </p:cNvPr>
          <p:cNvSpPr>
            <a:spLocks noGrp="1"/>
          </p:cNvSpPr>
          <p:nvPr>
            <p:ph idx="1"/>
            <p:custDataLst>
              <p:tags r:id="rId2"/>
            </p:custDataLst>
          </p:nvPr>
        </p:nvSpPr>
        <p:spPr>
          <a:xfrm>
            <a:off x="838200" y="1132114"/>
            <a:ext cx="7110690" cy="5044849"/>
          </a:xfrm>
        </p:spPr>
        <p:txBody>
          <a:bodyPr/>
          <a:lstStyle/>
          <a:p>
            <a:pPr marL="0" indent="0">
              <a:lnSpc>
                <a:spcPct val="150000"/>
              </a:lnSpc>
              <a:buNone/>
            </a:pPr>
            <a:r>
              <a:rPr lang="en-US" sz="2000" dirty="0"/>
              <a:t>Pick by Cluster allows the user to specify a cluster to be picked. You will need to build a picking cluster group and assign labels to the cluster to trigger the picking process. Then, you can perform the picking. To do this: </a:t>
            </a:r>
          </a:p>
          <a:p>
            <a:pPr marL="457200" indent="-457200">
              <a:lnSpc>
                <a:spcPct val="150000"/>
              </a:lnSpc>
              <a:buFont typeface="+mj-lt"/>
              <a:buAutoNum type="arabicPeriod"/>
            </a:pPr>
            <a:r>
              <a:rPr lang="en-US" sz="2000" dirty="0"/>
              <a:t>Based on the Container Type shown on the CPRE label, select the physical containers to pick into and affix the CPRE labels to each of the containers.</a:t>
            </a:r>
          </a:p>
          <a:p>
            <a:pPr marL="457200" indent="-457200" algn="just">
              <a:lnSpc>
                <a:spcPct val="150000"/>
              </a:lnSpc>
              <a:buFont typeface="+mj-lt"/>
              <a:buAutoNum type="arabicPeriod" startAt="2"/>
            </a:pPr>
            <a:r>
              <a:rPr lang="en-US" sz="2000" dirty="0"/>
              <a:t>With a </a:t>
            </a:r>
            <a:r>
              <a:rPr lang="en-US" sz="2000" u="sng" dirty="0"/>
              <a:t>mobile device</a:t>
            </a:r>
            <a:r>
              <a:rPr lang="en-US" sz="2000" dirty="0"/>
              <a:t>, select the </a:t>
            </a:r>
            <a:r>
              <a:rPr lang="en-US" sz="2000" b="1" dirty="0"/>
              <a:t>Pick </a:t>
            </a:r>
            <a:r>
              <a:rPr lang="en-US" sz="2000" dirty="0"/>
              <a:t>resource.</a:t>
            </a:r>
          </a:p>
          <a:p>
            <a:pPr marL="457200" indent="-457200" algn="just">
              <a:lnSpc>
                <a:spcPct val="150000"/>
              </a:lnSpc>
              <a:buFont typeface="+mj-lt"/>
              <a:buAutoNum type="arabicPeriod" startAt="2"/>
            </a:pPr>
            <a:r>
              <a:rPr lang="en-US" sz="2000" dirty="0"/>
              <a:t>Under Pick, click on </a:t>
            </a:r>
            <a:r>
              <a:rPr lang="en-US" sz="2000" b="1" dirty="0"/>
              <a:t>Cluster Build and Release</a:t>
            </a:r>
            <a:r>
              <a:rPr lang="en-US" sz="2000" dirty="0"/>
              <a:t>.</a:t>
            </a:r>
          </a:p>
          <a:p>
            <a:pPr marL="457200" indent="-457200">
              <a:lnSpc>
                <a:spcPct val="150000"/>
              </a:lnSpc>
              <a:buFont typeface="+mj-lt"/>
              <a:buAutoNum type="arabicPeriod"/>
            </a:pPr>
            <a:endParaRPr lang="en-US" sz="2000" dirty="0"/>
          </a:p>
          <a:p>
            <a:pPr marL="457200" indent="-457200">
              <a:lnSpc>
                <a:spcPct val="150000"/>
              </a:lnSpc>
              <a:buFont typeface="+mj-lt"/>
              <a:buAutoNum type="arabicPeriod"/>
            </a:pPr>
            <a:endParaRPr lang="en-US" sz="2000" dirty="0"/>
          </a:p>
          <a:p>
            <a:pPr>
              <a:lnSpc>
                <a:spcPct val="150000"/>
              </a:lnSpc>
            </a:pPr>
            <a:endParaRPr lang="en-US" sz="2000" dirty="0"/>
          </a:p>
          <a:p>
            <a:pPr>
              <a:lnSpc>
                <a:spcPct val="150000"/>
              </a:lnSpc>
            </a:pPr>
            <a:endParaRPr lang="en-CA" sz="2000" dirty="0"/>
          </a:p>
        </p:txBody>
      </p:sp>
      <p:pic>
        <p:nvPicPr>
          <p:cNvPr id="5" name="Picture 4">
            <a:extLst>
              <a:ext uri="{FF2B5EF4-FFF2-40B4-BE49-F238E27FC236}">
                <a16:creationId xmlns:a16="http://schemas.microsoft.com/office/drawing/2014/main" xmlns="" id="{B5C8EF00-63C1-4EC7-B1BC-79C781E7E2D7}"/>
              </a:ext>
            </a:extLst>
          </p:cNvPr>
          <p:cNvPicPr>
            <a:picLocks noChangeAspect="1"/>
          </p:cNvPicPr>
          <p:nvPr>
            <p:custDataLst>
              <p:tags r:id="rId3"/>
            </p:custDataLst>
          </p:nvPr>
        </p:nvPicPr>
        <p:blipFill>
          <a:blip r:embed="rId6"/>
          <a:stretch>
            <a:fillRect/>
          </a:stretch>
        </p:blipFill>
        <p:spPr>
          <a:xfrm>
            <a:off x="7948890" y="660790"/>
            <a:ext cx="3227110" cy="5536419"/>
          </a:xfrm>
          <a:prstGeom prst="rect">
            <a:avLst/>
          </a:prstGeom>
        </p:spPr>
      </p:pic>
    </p:spTree>
    <p:extLst>
      <p:ext uri="{BB962C8B-B14F-4D97-AF65-F5344CB8AC3E}">
        <p14:creationId xmlns:p14="http://schemas.microsoft.com/office/powerpoint/2010/main" val="25027496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2E1BB0-5A94-440F-A605-E68F52E9E27A}"/>
              </a:ext>
            </a:extLst>
          </p:cNvPr>
          <p:cNvSpPr>
            <a:spLocks noGrp="1"/>
          </p:cNvSpPr>
          <p:nvPr>
            <p:ph type="title"/>
            <p:custDataLst>
              <p:tags r:id="rId1"/>
            </p:custDataLst>
          </p:nvPr>
        </p:nvSpPr>
        <p:spPr/>
        <p:txBody>
          <a:bodyPr/>
          <a:lstStyle/>
          <a:p>
            <a:r>
              <a:rPr lang="fr-CA" dirty="0"/>
              <a:t>Cluster Picking </a:t>
            </a:r>
            <a:endParaRPr lang="en-CA" dirty="0"/>
          </a:p>
        </p:txBody>
      </p:sp>
      <p:sp>
        <p:nvSpPr>
          <p:cNvPr id="4" name="Content Placeholder 2">
            <a:extLst>
              <a:ext uri="{FF2B5EF4-FFF2-40B4-BE49-F238E27FC236}">
                <a16:creationId xmlns:a16="http://schemas.microsoft.com/office/drawing/2014/main" xmlns="" id="{CA769A5E-02B4-4CC2-A623-BBB759B966D6}"/>
              </a:ext>
            </a:extLst>
          </p:cNvPr>
          <p:cNvSpPr>
            <a:spLocks noGrp="1"/>
          </p:cNvSpPr>
          <p:nvPr>
            <p:ph idx="1"/>
            <p:custDataLst>
              <p:tags r:id="rId2"/>
            </p:custDataLst>
          </p:nvPr>
        </p:nvSpPr>
        <p:spPr>
          <a:xfrm>
            <a:off x="838200" y="1306286"/>
            <a:ext cx="6404429" cy="4870677"/>
          </a:xfrm>
        </p:spPr>
        <p:txBody>
          <a:bodyPr/>
          <a:lstStyle/>
          <a:p>
            <a:pPr marL="457200" indent="-457200" algn="just">
              <a:lnSpc>
                <a:spcPct val="150000"/>
              </a:lnSpc>
              <a:buFont typeface="+mj-lt"/>
              <a:buAutoNum type="arabicPeriod" startAt="4"/>
            </a:pPr>
            <a:r>
              <a:rPr lang="en-US" sz="2200" dirty="0"/>
              <a:t>Enter a cluster number if desired. To use a system generated Cluster number, leave the Cluster field blank. </a:t>
            </a:r>
          </a:p>
          <a:p>
            <a:pPr marL="457200" indent="-457200" algn="just">
              <a:lnSpc>
                <a:spcPct val="150000"/>
              </a:lnSpc>
              <a:buFont typeface="+mj-lt"/>
              <a:buAutoNum type="arabicPeriod" startAt="4"/>
            </a:pPr>
            <a:r>
              <a:rPr lang="en-US" sz="2200" dirty="0"/>
              <a:t>Click Continue.</a:t>
            </a:r>
          </a:p>
          <a:p>
            <a:pPr marL="457200" indent="-457200">
              <a:lnSpc>
                <a:spcPct val="150000"/>
              </a:lnSpc>
              <a:buFont typeface="+mj-lt"/>
              <a:buAutoNum type="arabicPeriod"/>
            </a:pPr>
            <a:endParaRPr lang="en-US" sz="2100" dirty="0"/>
          </a:p>
          <a:p>
            <a:pPr marL="457200" indent="-457200">
              <a:lnSpc>
                <a:spcPct val="150000"/>
              </a:lnSpc>
              <a:buFont typeface="+mj-lt"/>
              <a:buAutoNum type="arabicPeriod"/>
            </a:pPr>
            <a:endParaRPr lang="en-US" sz="2100" dirty="0"/>
          </a:p>
          <a:p>
            <a:pPr>
              <a:lnSpc>
                <a:spcPct val="150000"/>
              </a:lnSpc>
            </a:pPr>
            <a:endParaRPr lang="en-US" sz="2100" dirty="0"/>
          </a:p>
          <a:p>
            <a:pPr>
              <a:lnSpc>
                <a:spcPct val="150000"/>
              </a:lnSpc>
            </a:pPr>
            <a:endParaRPr lang="en-CA" dirty="0"/>
          </a:p>
        </p:txBody>
      </p:sp>
      <p:pic>
        <p:nvPicPr>
          <p:cNvPr id="6" name="Picture 5">
            <a:extLst>
              <a:ext uri="{FF2B5EF4-FFF2-40B4-BE49-F238E27FC236}">
                <a16:creationId xmlns:a16="http://schemas.microsoft.com/office/drawing/2014/main" xmlns="" id="{83213892-B1AD-4E6E-9720-B556A793EDB0}"/>
              </a:ext>
            </a:extLst>
          </p:cNvPr>
          <p:cNvPicPr>
            <a:picLocks noChangeAspect="1"/>
          </p:cNvPicPr>
          <p:nvPr>
            <p:custDataLst>
              <p:tags r:id="rId3"/>
            </p:custDataLst>
          </p:nvPr>
        </p:nvPicPr>
        <p:blipFill>
          <a:blip r:embed="rId5"/>
          <a:stretch>
            <a:fillRect/>
          </a:stretch>
        </p:blipFill>
        <p:spPr>
          <a:xfrm>
            <a:off x="7519935" y="507999"/>
            <a:ext cx="3018618" cy="5550105"/>
          </a:xfrm>
          <a:prstGeom prst="rect">
            <a:avLst/>
          </a:prstGeom>
        </p:spPr>
      </p:pic>
    </p:spTree>
    <p:extLst>
      <p:ext uri="{BB962C8B-B14F-4D97-AF65-F5344CB8AC3E}">
        <p14:creationId xmlns:p14="http://schemas.microsoft.com/office/powerpoint/2010/main" val="8046132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2E1BB0-5A94-440F-A605-E68F52E9E27A}"/>
              </a:ext>
            </a:extLst>
          </p:cNvPr>
          <p:cNvSpPr>
            <a:spLocks noGrp="1"/>
          </p:cNvSpPr>
          <p:nvPr>
            <p:ph type="title"/>
            <p:custDataLst>
              <p:tags r:id="rId1"/>
            </p:custDataLst>
          </p:nvPr>
        </p:nvSpPr>
        <p:spPr>
          <a:xfrm>
            <a:off x="838200" y="365125"/>
            <a:ext cx="10515600" cy="839561"/>
          </a:xfrm>
        </p:spPr>
        <p:txBody>
          <a:bodyPr/>
          <a:lstStyle/>
          <a:p>
            <a:r>
              <a:rPr lang="fr-CA" dirty="0"/>
              <a:t>Cluster Picking </a:t>
            </a:r>
            <a:endParaRPr lang="en-CA" dirty="0"/>
          </a:p>
        </p:txBody>
      </p:sp>
      <p:sp>
        <p:nvSpPr>
          <p:cNvPr id="4" name="Content Placeholder 2">
            <a:extLst>
              <a:ext uri="{FF2B5EF4-FFF2-40B4-BE49-F238E27FC236}">
                <a16:creationId xmlns:a16="http://schemas.microsoft.com/office/drawing/2014/main" xmlns="" id="{CA769A5E-02B4-4CC2-A623-BBB759B966D6}"/>
              </a:ext>
            </a:extLst>
          </p:cNvPr>
          <p:cNvSpPr>
            <a:spLocks noGrp="1"/>
          </p:cNvSpPr>
          <p:nvPr>
            <p:ph idx="1"/>
            <p:custDataLst>
              <p:tags r:id="rId2"/>
            </p:custDataLst>
          </p:nvPr>
        </p:nvSpPr>
        <p:spPr>
          <a:xfrm>
            <a:off x="838200" y="1306286"/>
            <a:ext cx="6501406" cy="4870677"/>
          </a:xfrm>
        </p:spPr>
        <p:txBody>
          <a:bodyPr/>
          <a:lstStyle/>
          <a:p>
            <a:pPr marL="457200" indent="-457200">
              <a:lnSpc>
                <a:spcPct val="150000"/>
              </a:lnSpc>
              <a:buFont typeface="+mj-lt"/>
              <a:buAutoNum type="arabicPeriod" startAt="6"/>
            </a:pPr>
            <a:r>
              <a:rPr lang="en-US" sz="2200" dirty="0"/>
              <a:t>From the new window, optionally enter an Area in which the picking will take place. </a:t>
            </a:r>
          </a:p>
          <a:p>
            <a:pPr marL="457200" indent="-457200">
              <a:lnSpc>
                <a:spcPct val="150000"/>
              </a:lnSpc>
              <a:buFont typeface="+mj-lt"/>
              <a:buAutoNum type="arabicPeriod" startAt="6"/>
            </a:pPr>
            <a:r>
              <a:rPr lang="en-US" sz="2200" dirty="0"/>
              <a:t>Select the Assign Container action. </a:t>
            </a:r>
          </a:p>
          <a:p>
            <a:pPr marL="457200" indent="-457200">
              <a:lnSpc>
                <a:spcPct val="150000"/>
              </a:lnSpc>
              <a:buFont typeface="+mj-lt"/>
              <a:buAutoNum type="arabicPeriod"/>
            </a:pPr>
            <a:endParaRPr lang="en-US" sz="2100" dirty="0"/>
          </a:p>
          <a:p>
            <a:pPr>
              <a:lnSpc>
                <a:spcPct val="150000"/>
              </a:lnSpc>
            </a:pPr>
            <a:endParaRPr lang="en-US" sz="2100" dirty="0"/>
          </a:p>
          <a:p>
            <a:pPr>
              <a:lnSpc>
                <a:spcPct val="150000"/>
              </a:lnSpc>
            </a:pPr>
            <a:endParaRPr lang="en-CA" dirty="0"/>
          </a:p>
        </p:txBody>
      </p:sp>
      <p:pic>
        <p:nvPicPr>
          <p:cNvPr id="10" name="Picture 9">
            <a:extLst>
              <a:ext uri="{FF2B5EF4-FFF2-40B4-BE49-F238E27FC236}">
                <a16:creationId xmlns:a16="http://schemas.microsoft.com/office/drawing/2014/main" xmlns="" id="{68A9910E-D2DD-4CD5-ACFB-2DB6B9161053}"/>
              </a:ext>
            </a:extLst>
          </p:cNvPr>
          <p:cNvPicPr>
            <a:picLocks noChangeAspect="1"/>
          </p:cNvPicPr>
          <p:nvPr>
            <p:custDataLst>
              <p:tags r:id="rId3"/>
            </p:custDataLst>
          </p:nvPr>
        </p:nvPicPr>
        <p:blipFill>
          <a:blip r:embed="rId5"/>
          <a:stretch>
            <a:fillRect/>
          </a:stretch>
        </p:blipFill>
        <p:spPr>
          <a:xfrm>
            <a:off x="7696431" y="632185"/>
            <a:ext cx="3328605" cy="5544778"/>
          </a:xfrm>
          <a:prstGeom prst="rect">
            <a:avLst/>
          </a:prstGeom>
        </p:spPr>
      </p:pic>
    </p:spTree>
    <p:extLst>
      <p:ext uri="{BB962C8B-B14F-4D97-AF65-F5344CB8AC3E}">
        <p14:creationId xmlns:p14="http://schemas.microsoft.com/office/powerpoint/2010/main" val="9358367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62E1BB0-5A94-440F-A605-E68F52E9E27A}"/>
              </a:ext>
            </a:extLst>
          </p:cNvPr>
          <p:cNvSpPr>
            <a:spLocks noGrp="1"/>
          </p:cNvSpPr>
          <p:nvPr>
            <p:ph type="title"/>
            <p:custDataLst>
              <p:tags r:id="rId1"/>
            </p:custDataLst>
          </p:nvPr>
        </p:nvSpPr>
        <p:spPr>
          <a:xfrm>
            <a:off x="838200" y="365125"/>
            <a:ext cx="10515600" cy="839561"/>
          </a:xfrm>
        </p:spPr>
        <p:txBody>
          <a:bodyPr/>
          <a:lstStyle/>
          <a:p>
            <a:r>
              <a:rPr lang="fr-CA" dirty="0"/>
              <a:t>Cluster Picking </a:t>
            </a:r>
            <a:endParaRPr lang="en-CA" dirty="0"/>
          </a:p>
        </p:txBody>
      </p:sp>
      <p:sp>
        <p:nvSpPr>
          <p:cNvPr id="4" name="Content Placeholder 2">
            <a:extLst>
              <a:ext uri="{FF2B5EF4-FFF2-40B4-BE49-F238E27FC236}">
                <a16:creationId xmlns:a16="http://schemas.microsoft.com/office/drawing/2014/main" xmlns="" id="{CA769A5E-02B4-4CC2-A623-BBB759B966D6}"/>
              </a:ext>
            </a:extLst>
          </p:cNvPr>
          <p:cNvSpPr>
            <a:spLocks noGrp="1"/>
          </p:cNvSpPr>
          <p:nvPr>
            <p:ph idx="1"/>
            <p:custDataLst>
              <p:tags r:id="rId2"/>
            </p:custDataLst>
          </p:nvPr>
        </p:nvSpPr>
        <p:spPr>
          <a:xfrm>
            <a:off x="838200" y="1045029"/>
            <a:ext cx="5823857" cy="4972277"/>
          </a:xfrm>
        </p:spPr>
        <p:txBody>
          <a:bodyPr/>
          <a:lstStyle/>
          <a:p>
            <a:pPr marL="457200" indent="-457200" algn="just">
              <a:lnSpc>
                <a:spcPct val="150000"/>
              </a:lnSpc>
              <a:buFont typeface="+mj-lt"/>
              <a:buAutoNum type="arabicPeriod" startAt="7"/>
            </a:pPr>
            <a:r>
              <a:rPr lang="en-US" sz="2200" dirty="0"/>
              <a:t>Enter the Container ID into the To Container field if you have a container and you want to assign it to the cluster. Use the lookup button if needed. </a:t>
            </a:r>
          </a:p>
          <a:p>
            <a:pPr marL="457200" indent="-457200" algn="just">
              <a:lnSpc>
                <a:spcPct val="150000"/>
              </a:lnSpc>
              <a:buFont typeface="+mj-lt"/>
              <a:buAutoNum type="arabicPeriod" startAt="7"/>
            </a:pPr>
            <a:r>
              <a:rPr lang="en-US" sz="2200" dirty="0"/>
              <a:t>Keep entering containers as needed. Note: The counter on the screen will display the Number of Containers entered for the cluster.</a:t>
            </a:r>
          </a:p>
          <a:p>
            <a:pPr marL="457200" indent="-457200" algn="just">
              <a:lnSpc>
                <a:spcPct val="150000"/>
              </a:lnSpc>
              <a:buFont typeface="+mj-lt"/>
              <a:buAutoNum type="arabicPeriod" startAt="7"/>
            </a:pPr>
            <a:r>
              <a:rPr lang="en-US" sz="2200" dirty="0"/>
              <a:t>Once all containers are entered for the cluster, click Release to release the cluster for picking.</a:t>
            </a:r>
          </a:p>
          <a:p>
            <a:pPr marL="457200" indent="-457200" algn="just">
              <a:lnSpc>
                <a:spcPct val="150000"/>
              </a:lnSpc>
              <a:buFont typeface="+mj-lt"/>
              <a:buAutoNum type="arabicPeriod"/>
            </a:pPr>
            <a:endParaRPr lang="en-US" sz="2200" dirty="0"/>
          </a:p>
          <a:p>
            <a:pPr algn="just">
              <a:lnSpc>
                <a:spcPct val="150000"/>
              </a:lnSpc>
            </a:pPr>
            <a:endParaRPr lang="en-US" sz="2200" dirty="0"/>
          </a:p>
          <a:p>
            <a:pPr algn="just">
              <a:lnSpc>
                <a:spcPct val="150000"/>
              </a:lnSpc>
            </a:pPr>
            <a:endParaRPr lang="en-CA" sz="2200" dirty="0"/>
          </a:p>
        </p:txBody>
      </p:sp>
      <p:pic>
        <p:nvPicPr>
          <p:cNvPr id="7" name="Picture 6">
            <a:extLst>
              <a:ext uri="{FF2B5EF4-FFF2-40B4-BE49-F238E27FC236}">
                <a16:creationId xmlns:a16="http://schemas.microsoft.com/office/drawing/2014/main" xmlns="" id="{729746CB-132E-4AA0-8EF4-A277FC086288}"/>
              </a:ext>
            </a:extLst>
          </p:cNvPr>
          <p:cNvPicPr>
            <a:picLocks noChangeAspect="1"/>
          </p:cNvPicPr>
          <p:nvPr>
            <p:custDataLst>
              <p:tags r:id="rId3"/>
            </p:custDataLst>
          </p:nvPr>
        </p:nvPicPr>
        <p:blipFill>
          <a:blip r:embed="rId5"/>
          <a:stretch>
            <a:fillRect/>
          </a:stretch>
        </p:blipFill>
        <p:spPr>
          <a:xfrm>
            <a:off x="7397005" y="253339"/>
            <a:ext cx="3425080" cy="5909111"/>
          </a:xfrm>
          <a:prstGeom prst="rect">
            <a:avLst/>
          </a:prstGeom>
        </p:spPr>
      </p:pic>
    </p:spTree>
    <p:extLst>
      <p:ext uri="{BB962C8B-B14F-4D97-AF65-F5344CB8AC3E}">
        <p14:creationId xmlns:p14="http://schemas.microsoft.com/office/powerpoint/2010/main" val="39173100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77947D-E8B3-4999-BDDE-A252B2BE625D}"/>
              </a:ext>
            </a:extLst>
          </p:cNvPr>
          <p:cNvSpPr>
            <a:spLocks noGrp="1"/>
          </p:cNvSpPr>
          <p:nvPr>
            <p:ph type="title"/>
            <p:custDataLst>
              <p:tags r:id="rId1"/>
            </p:custDataLst>
          </p:nvPr>
        </p:nvSpPr>
        <p:spPr/>
        <p:txBody>
          <a:bodyPr/>
          <a:lstStyle/>
          <a:p>
            <a:r>
              <a:rPr lang="fr-CA" dirty="0"/>
              <a:t>Cluster Picking </a:t>
            </a:r>
            <a:endParaRPr lang="en-CA" dirty="0"/>
          </a:p>
        </p:txBody>
      </p:sp>
      <p:sp>
        <p:nvSpPr>
          <p:cNvPr id="3" name="Content Placeholder 2">
            <a:extLst>
              <a:ext uri="{FF2B5EF4-FFF2-40B4-BE49-F238E27FC236}">
                <a16:creationId xmlns:a16="http://schemas.microsoft.com/office/drawing/2014/main" xmlns="" id="{32EAAC42-8F6F-45E7-ABE0-97C1F86D2EC3}"/>
              </a:ext>
            </a:extLst>
          </p:cNvPr>
          <p:cNvSpPr>
            <a:spLocks noGrp="1"/>
          </p:cNvSpPr>
          <p:nvPr>
            <p:ph idx="1"/>
            <p:custDataLst>
              <p:tags r:id="rId2"/>
            </p:custDataLst>
          </p:nvPr>
        </p:nvSpPr>
        <p:spPr>
          <a:xfrm>
            <a:off x="722086" y="1253331"/>
            <a:ext cx="7072086" cy="4351338"/>
          </a:xfrm>
        </p:spPr>
        <p:txBody>
          <a:bodyPr/>
          <a:lstStyle/>
          <a:p>
            <a:pPr marL="457200" indent="-457200" algn="just">
              <a:lnSpc>
                <a:spcPct val="150000"/>
              </a:lnSpc>
              <a:buFont typeface="+mj-lt"/>
              <a:buAutoNum type="arabicPeriod" startAt="10"/>
            </a:pPr>
            <a:r>
              <a:rPr lang="en-US" sz="2200" dirty="0"/>
              <a:t>The Confirm Pick Command view will be displayed. At this stage, the picking instructions are the same as for Pick by Order. Refer to the instructions from the step #8 (slide 46) of the Pick by Order section to perform the following steps. </a:t>
            </a:r>
          </a:p>
          <a:p>
            <a:pPr marL="457200" indent="-457200" algn="just">
              <a:lnSpc>
                <a:spcPct val="150000"/>
              </a:lnSpc>
              <a:buFont typeface="+mj-lt"/>
              <a:buAutoNum type="arabicPeriod" startAt="10"/>
            </a:pPr>
            <a:r>
              <a:rPr lang="en-US" sz="2200" dirty="0"/>
              <a:t>Once all the picking commands have been processed, a confirmation message will appear:</a:t>
            </a:r>
          </a:p>
          <a:p>
            <a:pPr marL="457200" indent="-457200" algn="just">
              <a:lnSpc>
                <a:spcPct val="150000"/>
              </a:lnSpc>
              <a:buFont typeface="+mj-lt"/>
              <a:buAutoNum type="arabicPeriod" startAt="10"/>
            </a:pPr>
            <a:endParaRPr lang="en-CA" sz="2200" dirty="0"/>
          </a:p>
        </p:txBody>
      </p:sp>
      <p:pic>
        <p:nvPicPr>
          <p:cNvPr id="5" name="Picture 4">
            <a:extLst>
              <a:ext uri="{FF2B5EF4-FFF2-40B4-BE49-F238E27FC236}">
                <a16:creationId xmlns:a16="http://schemas.microsoft.com/office/drawing/2014/main" xmlns="" id="{53A8666E-1FF8-4797-B80E-623E06986CC2}"/>
              </a:ext>
            </a:extLst>
          </p:cNvPr>
          <p:cNvPicPr>
            <a:picLocks noChangeAspect="1"/>
          </p:cNvPicPr>
          <p:nvPr>
            <p:custDataLst>
              <p:tags r:id="rId3"/>
            </p:custDataLst>
          </p:nvPr>
        </p:nvPicPr>
        <p:blipFill>
          <a:blip r:embed="rId7"/>
          <a:stretch>
            <a:fillRect/>
          </a:stretch>
        </p:blipFill>
        <p:spPr>
          <a:xfrm>
            <a:off x="8244114" y="365125"/>
            <a:ext cx="3434977" cy="6026428"/>
          </a:xfrm>
          <a:prstGeom prst="rect">
            <a:avLst/>
          </a:prstGeom>
        </p:spPr>
      </p:pic>
      <p:pic>
        <p:nvPicPr>
          <p:cNvPr id="7" name="Picture 6">
            <a:extLst>
              <a:ext uri="{FF2B5EF4-FFF2-40B4-BE49-F238E27FC236}">
                <a16:creationId xmlns:a16="http://schemas.microsoft.com/office/drawing/2014/main" xmlns="" id="{5D9D6D12-E9C3-415F-BD0A-987C6D7394B8}"/>
              </a:ext>
            </a:extLst>
          </p:cNvPr>
          <p:cNvPicPr>
            <a:picLocks noChangeAspect="1"/>
          </p:cNvPicPr>
          <p:nvPr>
            <p:custDataLst>
              <p:tags r:id="rId4"/>
            </p:custDataLst>
          </p:nvPr>
        </p:nvPicPr>
        <p:blipFill>
          <a:blip r:embed="rId8"/>
          <a:stretch>
            <a:fillRect/>
          </a:stretch>
        </p:blipFill>
        <p:spPr>
          <a:xfrm>
            <a:off x="1208897" y="5109169"/>
            <a:ext cx="3049232" cy="495500"/>
          </a:xfrm>
          <a:prstGeom prst="rect">
            <a:avLst/>
          </a:prstGeom>
        </p:spPr>
      </p:pic>
    </p:spTree>
    <p:extLst>
      <p:ext uri="{BB962C8B-B14F-4D97-AF65-F5344CB8AC3E}">
        <p14:creationId xmlns:p14="http://schemas.microsoft.com/office/powerpoint/2010/main" val="19249987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C641C0-1E8E-4BC4-8171-7A2824148C12}"/>
              </a:ext>
            </a:extLst>
          </p:cNvPr>
          <p:cNvSpPr>
            <a:spLocks noGrp="1"/>
          </p:cNvSpPr>
          <p:nvPr>
            <p:ph type="title"/>
            <p:custDataLst>
              <p:tags r:id="rId1"/>
            </p:custDataLst>
          </p:nvPr>
        </p:nvSpPr>
        <p:spPr/>
        <p:txBody>
          <a:bodyPr/>
          <a:lstStyle/>
          <a:p>
            <a:r>
              <a:rPr lang="fr-CA" dirty="0"/>
              <a:t>Cluster Picking </a:t>
            </a:r>
            <a:endParaRPr lang="en-CA" dirty="0"/>
          </a:p>
        </p:txBody>
      </p:sp>
      <p:sp>
        <p:nvSpPr>
          <p:cNvPr id="3" name="Content Placeholder 2">
            <a:extLst>
              <a:ext uri="{FF2B5EF4-FFF2-40B4-BE49-F238E27FC236}">
                <a16:creationId xmlns:a16="http://schemas.microsoft.com/office/drawing/2014/main" xmlns="" id="{E502C799-2804-4DB1-8FCF-94B9F18AC904}"/>
              </a:ext>
            </a:extLst>
          </p:cNvPr>
          <p:cNvSpPr>
            <a:spLocks noGrp="1"/>
          </p:cNvSpPr>
          <p:nvPr>
            <p:ph idx="1"/>
            <p:custDataLst>
              <p:tags r:id="rId2"/>
            </p:custDataLst>
          </p:nvPr>
        </p:nvSpPr>
        <p:spPr>
          <a:xfrm>
            <a:off x="838200" y="1237957"/>
            <a:ext cx="6322255" cy="4851921"/>
          </a:xfrm>
        </p:spPr>
        <p:txBody>
          <a:bodyPr/>
          <a:lstStyle/>
          <a:p>
            <a:pPr algn="just">
              <a:lnSpc>
                <a:spcPct val="150000"/>
              </a:lnSpc>
            </a:pPr>
            <a:r>
              <a:rPr lang="fr-CA" sz="2100" dirty="0" err="1"/>
              <a:t>Additional</a:t>
            </a:r>
            <a:r>
              <a:rPr lang="fr-CA" sz="2100" dirty="0"/>
              <a:t> note – For </a:t>
            </a:r>
            <a:r>
              <a:rPr lang="fr-CA" sz="2100" dirty="0" err="1"/>
              <a:t>any</a:t>
            </a:r>
            <a:r>
              <a:rPr lang="fr-CA" sz="2100" dirty="0"/>
              <a:t> </a:t>
            </a:r>
            <a:r>
              <a:rPr lang="fr-CA" sz="2100" dirty="0" err="1"/>
              <a:t>reason</a:t>
            </a:r>
            <a:r>
              <a:rPr lang="fr-CA" sz="2100" dirty="0"/>
              <a:t>, </a:t>
            </a:r>
            <a:r>
              <a:rPr lang="en-US" sz="2100" dirty="0"/>
              <a:t>if a cluster already planned and released, has not been completed, you also have the option of selecting the Pick by Cluster resource to process this cluster</a:t>
            </a:r>
            <a:r>
              <a:rPr lang="fr-CA" sz="2100" dirty="0"/>
              <a:t>. To do </a:t>
            </a:r>
            <a:r>
              <a:rPr lang="fr-CA" sz="2100" dirty="0" err="1"/>
              <a:t>this</a:t>
            </a:r>
            <a:r>
              <a:rPr lang="fr-CA" sz="2100" dirty="0"/>
              <a:t>: </a:t>
            </a:r>
          </a:p>
          <a:p>
            <a:pPr marL="914400" lvl="1" indent="-457200" algn="just">
              <a:lnSpc>
                <a:spcPct val="150000"/>
              </a:lnSpc>
              <a:buFont typeface="+mj-lt"/>
              <a:buAutoNum type="arabicPeriod"/>
            </a:pPr>
            <a:r>
              <a:rPr lang="en-US" sz="2100" dirty="0"/>
              <a:t>With a </a:t>
            </a:r>
            <a:r>
              <a:rPr lang="en-US" sz="2100" u="sng" dirty="0"/>
              <a:t>mobile device</a:t>
            </a:r>
            <a:r>
              <a:rPr lang="en-US" sz="2100" dirty="0"/>
              <a:t>, select the </a:t>
            </a:r>
            <a:r>
              <a:rPr lang="en-US" sz="2100" b="1" dirty="0"/>
              <a:t>Pick </a:t>
            </a:r>
            <a:r>
              <a:rPr lang="en-US" sz="2100" dirty="0"/>
              <a:t>resource.</a:t>
            </a:r>
          </a:p>
          <a:p>
            <a:pPr marL="914400" lvl="1" indent="-457200" algn="just">
              <a:lnSpc>
                <a:spcPct val="150000"/>
              </a:lnSpc>
              <a:buFont typeface="+mj-lt"/>
              <a:buAutoNum type="arabicPeriod"/>
            </a:pPr>
            <a:r>
              <a:rPr lang="en-US" sz="2100" dirty="0"/>
              <a:t>Under Pick, click on </a:t>
            </a:r>
            <a:r>
              <a:rPr lang="en-US" sz="2100" b="1" dirty="0"/>
              <a:t>Pick by Cluster</a:t>
            </a:r>
            <a:r>
              <a:rPr lang="en-US" sz="2100" dirty="0"/>
              <a:t>.</a:t>
            </a:r>
          </a:p>
          <a:p>
            <a:pPr marL="457200" indent="-457200" algn="just">
              <a:lnSpc>
                <a:spcPct val="150000"/>
              </a:lnSpc>
              <a:buFont typeface="+mj-lt"/>
              <a:buAutoNum type="arabicPeriod"/>
            </a:pPr>
            <a:endParaRPr lang="en-CA" sz="2100" dirty="0"/>
          </a:p>
        </p:txBody>
      </p:sp>
      <p:pic>
        <p:nvPicPr>
          <p:cNvPr id="4" name="Picture 3">
            <a:extLst>
              <a:ext uri="{FF2B5EF4-FFF2-40B4-BE49-F238E27FC236}">
                <a16:creationId xmlns:a16="http://schemas.microsoft.com/office/drawing/2014/main" xmlns="" id="{4A3C9A83-D3CF-4042-ABF8-AD57ABD5D16C}"/>
              </a:ext>
            </a:extLst>
          </p:cNvPr>
          <p:cNvPicPr>
            <a:picLocks noChangeAspect="1"/>
          </p:cNvPicPr>
          <p:nvPr>
            <p:custDataLst>
              <p:tags r:id="rId3"/>
            </p:custDataLst>
          </p:nvPr>
        </p:nvPicPr>
        <p:blipFill>
          <a:blip r:embed="rId5"/>
          <a:stretch>
            <a:fillRect/>
          </a:stretch>
        </p:blipFill>
        <p:spPr>
          <a:xfrm>
            <a:off x="7737348" y="365125"/>
            <a:ext cx="3335098" cy="5850715"/>
          </a:xfrm>
          <a:prstGeom prst="rect">
            <a:avLst/>
          </a:prstGeom>
        </p:spPr>
      </p:pic>
    </p:spTree>
    <p:extLst>
      <p:ext uri="{BB962C8B-B14F-4D97-AF65-F5344CB8AC3E}">
        <p14:creationId xmlns:p14="http://schemas.microsoft.com/office/powerpoint/2010/main" val="27118121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6600C6-BEF2-43DF-877E-824B00989E44}"/>
              </a:ext>
            </a:extLst>
          </p:cNvPr>
          <p:cNvSpPr>
            <a:spLocks noGrp="1"/>
          </p:cNvSpPr>
          <p:nvPr>
            <p:ph type="title"/>
            <p:custDataLst>
              <p:tags r:id="rId1"/>
            </p:custDataLst>
          </p:nvPr>
        </p:nvSpPr>
        <p:spPr/>
        <p:txBody>
          <a:bodyPr/>
          <a:lstStyle/>
          <a:p>
            <a:r>
              <a:rPr lang="fr-CA" dirty="0"/>
              <a:t>Cluster Picking</a:t>
            </a:r>
            <a:endParaRPr lang="en-CA" dirty="0"/>
          </a:p>
        </p:txBody>
      </p:sp>
      <p:sp>
        <p:nvSpPr>
          <p:cNvPr id="4" name="Content Placeholder 2">
            <a:extLst>
              <a:ext uri="{FF2B5EF4-FFF2-40B4-BE49-F238E27FC236}">
                <a16:creationId xmlns:a16="http://schemas.microsoft.com/office/drawing/2014/main" xmlns="" id="{7F50026F-0601-4601-9DC8-3FDB8E92AFFF}"/>
              </a:ext>
            </a:extLst>
          </p:cNvPr>
          <p:cNvSpPr>
            <a:spLocks noGrp="1"/>
          </p:cNvSpPr>
          <p:nvPr>
            <p:ph idx="1"/>
            <p:custDataLst>
              <p:tags r:id="rId2"/>
            </p:custDataLst>
          </p:nvPr>
        </p:nvSpPr>
        <p:spPr>
          <a:xfrm>
            <a:off x="838200" y="1082809"/>
            <a:ext cx="6535057" cy="5007069"/>
          </a:xfrm>
        </p:spPr>
        <p:txBody>
          <a:bodyPr/>
          <a:lstStyle/>
          <a:p>
            <a:pPr marL="457200" indent="-457200" algn="just">
              <a:lnSpc>
                <a:spcPct val="150000"/>
              </a:lnSpc>
              <a:buFont typeface="+mj-lt"/>
              <a:buAutoNum type="arabicPeriod" startAt="3"/>
            </a:pPr>
            <a:r>
              <a:rPr lang="en-US" sz="2100" dirty="0"/>
              <a:t>In the new window, enter a value in the Cluster field. </a:t>
            </a:r>
            <a:endParaRPr lang="fr-CA" sz="2100" dirty="0"/>
          </a:p>
          <a:p>
            <a:pPr marL="457200" indent="-457200" algn="just">
              <a:lnSpc>
                <a:spcPct val="150000"/>
              </a:lnSpc>
              <a:buFont typeface="+mj-lt"/>
              <a:buAutoNum type="arabicPeriod" startAt="3"/>
            </a:pPr>
            <a:r>
              <a:rPr lang="en-US" sz="2100" dirty="0"/>
              <a:t>As explained previously, set the Exclusive and Preview fields to either Yes or No</a:t>
            </a:r>
            <a:r>
              <a:rPr lang="fr-CA" sz="2100" dirty="0"/>
              <a:t>. </a:t>
            </a:r>
          </a:p>
          <a:p>
            <a:pPr marL="457200" indent="-457200" algn="just">
              <a:lnSpc>
                <a:spcPct val="150000"/>
              </a:lnSpc>
              <a:buFont typeface="+mj-lt"/>
              <a:buAutoNum type="arabicPeriod" startAt="3"/>
            </a:pPr>
            <a:r>
              <a:rPr lang="fr-CA" sz="2100" dirty="0"/>
              <a:t>Click Continue. </a:t>
            </a:r>
            <a:endParaRPr lang="en-US" sz="2100" dirty="0"/>
          </a:p>
          <a:p>
            <a:pPr marL="457200" indent="-457200" algn="just">
              <a:lnSpc>
                <a:spcPct val="200000"/>
              </a:lnSpc>
              <a:buFont typeface="+mj-lt"/>
              <a:buAutoNum type="arabicPeriod" startAt="3"/>
            </a:pPr>
            <a:endParaRPr lang="en-CA" sz="2100" dirty="0"/>
          </a:p>
        </p:txBody>
      </p:sp>
      <p:pic>
        <p:nvPicPr>
          <p:cNvPr id="6" name="Picture 5">
            <a:extLst>
              <a:ext uri="{FF2B5EF4-FFF2-40B4-BE49-F238E27FC236}">
                <a16:creationId xmlns:a16="http://schemas.microsoft.com/office/drawing/2014/main" xmlns="" id="{E4689AF5-0F86-4676-8C09-452EE4B7946A}"/>
              </a:ext>
            </a:extLst>
          </p:cNvPr>
          <p:cNvPicPr>
            <a:picLocks noChangeAspect="1"/>
          </p:cNvPicPr>
          <p:nvPr>
            <p:custDataLst>
              <p:tags r:id="rId3"/>
            </p:custDataLst>
          </p:nvPr>
        </p:nvPicPr>
        <p:blipFill>
          <a:blip r:embed="rId5"/>
          <a:stretch>
            <a:fillRect/>
          </a:stretch>
        </p:blipFill>
        <p:spPr>
          <a:xfrm>
            <a:off x="7756171" y="130627"/>
            <a:ext cx="3597629" cy="6064573"/>
          </a:xfrm>
          <a:prstGeom prst="rect">
            <a:avLst/>
          </a:prstGeom>
        </p:spPr>
      </p:pic>
    </p:spTree>
    <p:extLst>
      <p:ext uri="{BB962C8B-B14F-4D97-AF65-F5344CB8AC3E}">
        <p14:creationId xmlns:p14="http://schemas.microsoft.com/office/powerpoint/2010/main" val="27561646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D6600C6-BEF2-43DF-877E-824B00989E44}"/>
              </a:ext>
            </a:extLst>
          </p:cNvPr>
          <p:cNvSpPr>
            <a:spLocks noGrp="1"/>
          </p:cNvSpPr>
          <p:nvPr>
            <p:ph type="title"/>
            <p:custDataLst>
              <p:tags r:id="rId1"/>
            </p:custDataLst>
          </p:nvPr>
        </p:nvSpPr>
        <p:spPr/>
        <p:txBody>
          <a:bodyPr/>
          <a:lstStyle/>
          <a:p>
            <a:r>
              <a:rPr lang="fr-CA" dirty="0"/>
              <a:t>Cluster Picking</a:t>
            </a:r>
            <a:endParaRPr lang="en-CA" dirty="0"/>
          </a:p>
        </p:txBody>
      </p:sp>
      <p:sp>
        <p:nvSpPr>
          <p:cNvPr id="4" name="Content Placeholder 2">
            <a:extLst>
              <a:ext uri="{FF2B5EF4-FFF2-40B4-BE49-F238E27FC236}">
                <a16:creationId xmlns:a16="http://schemas.microsoft.com/office/drawing/2014/main" xmlns="" id="{7F50026F-0601-4601-9DC8-3FDB8E92AFFF}"/>
              </a:ext>
            </a:extLst>
          </p:cNvPr>
          <p:cNvSpPr>
            <a:spLocks noGrp="1"/>
          </p:cNvSpPr>
          <p:nvPr>
            <p:ph idx="1"/>
            <p:custDataLst>
              <p:tags r:id="rId2"/>
            </p:custDataLst>
          </p:nvPr>
        </p:nvSpPr>
        <p:spPr>
          <a:xfrm>
            <a:off x="838200" y="1082809"/>
            <a:ext cx="6535057" cy="5007069"/>
          </a:xfrm>
        </p:spPr>
        <p:txBody>
          <a:bodyPr/>
          <a:lstStyle/>
          <a:p>
            <a:pPr marL="457200" indent="-457200" algn="just">
              <a:lnSpc>
                <a:spcPct val="150000"/>
              </a:lnSpc>
              <a:buFont typeface="+mj-lt"/>
              <a:buAutoNum type="arabicPeriod" startAt="6"/>
            </a:pPr>
            <a:r>
              <a:rPr lang="en-US" sz="2100" dirty="0"/>
              <a:t>The Confirm Pick Command window will be displayed. </a:t>
            </a:r>
            <a:r>
              <a:rPr lang="en-US" sz="2000" dirty="0"/>
              <a:t>At this stage, the picking instructions are the same as for Pick by Order. Refer to the instructions from the step #8 (slide 46) of the Pick by Order section to perform the following steps. </a:t>
            </a:r>
          </a:p>
          <a:p>
            <a:pPr marL="457200" indent="-457200" algn="just">
              <a:lnSpc>
                <a:spcPct val="150000"/>
              </a:lnSpc>
              <a:buFont typeface="+mj-lt"/>
              <a:buAutoNum type="arabicPeriod" startAt="6"/>
            </a:pPr>
            <a:r>
              <a:rPr lang="en-US" sz="2000" dirty="0"/>
              <a:t>Once all the picking commands have been processed, a confirmation message will appear:</a:t>
            </a:r>
          </a:p>
          <a:p>
            <a:pPr marL="457200" indent="-457200" algn="just">
              <a:lnSpc>
                <a:spcPct val="200000"/>
              </a:lnSpc>
              <a:buFont typeface="+mj-lt"/>
              <a:buAutoNum type="arabicPeriod" startAt="6"/>
            </a:pPr>
            <a:endParaRPr lang="en-CA" sz="2100" dirty="0"/>
          </a:p>
        </p:txBody>
      </p:sp>
      <p:pic>
        <p:nvPicPr>
          <p:cNvPr id="5" name="Picture 4">
            <a:extLst>
              <a:ext uri="{FF2B5EF4-FFF2-40B4-BE49-F238E27FC236}">
                <a16:creationId xmlns:a16="http://schemas.microsoft.com/office/drawing/2014/main" xmlns="" id="{521507C2-F7B4-4F71-9EC6-99CC8D331669}"/>
              </a:ext>
            </a:extLst>
          </p:cNvPr>
          <p:cNvPicPr>
            <a:picLocks noChangeAspect="1"/>
          </p:cNvPicPr>
          <p:nvPr>
            <p:custDataLst>
              <p:tags r:id="rId3"/>
            </p:custDataLst>
          </p:nvPr>
        </p:nvPicPr>
        <p:blipFill>
          <a:blip r:embed="rId6"/>
          <a:stretch>
            <a:fillRect/>
          </a:stretch>
        </p:blipFill>
        <p:spPr>
          <a:xfrm>
            <a:off x="7769300" y="130629"/>
            <a:ext cx="3906254" cy="6101868"/>
          </a:xfrm>
          <a:prstGeom prst="rect">
            <a:avLst/>
          </a:prstGeom>
        </p:spPr>
      </p:pic>
      <p:pic>
        <p:nvPicPr>
          <p:cNvPr id="7" name="Picture 6">
            <a:extLst>
              <a:ext uri="{FF2B5EF4-FFF2-40B4-BE49-F238E27FC236}">
                <a16:creationId xmlns:a16="http://schemas.microsoft.com/office/drawing/2014/main" xmlns="" id="{3B929B5C-A65A-4A05-B9A3-DA414476A290}"/>
              </a:ext>
            </a:extLst>
          </p:cNvPr>
          <p:cNvPicPr>
            <a:picLocks noChangeAspect="1"/>
          </p:cNvPicPr>
          <p:nvPr>
            <p:custDataLst>
              <p:tags r:id="rId4"/>
            </p:custDataLst>
          </p:nvPr>
        </p:nvPicPr>
        <p:blipFill>
          <a:blip r:embed="rId7"/>
          <a:stretch>
            <a:fillRect/>
          </a:stretch>
        </p:blipFill>
        <p:spPr>
          <a:xfrm>
            <a:off x="1357567" y="4709351"/>
            <a:ext cx="3647384" cy="515792"/>
          </a:xfrm>
          <a:prstGeom prst="rect">
            <a:avLst/>
          </a:prstGeom>
        </p:spPr>
      </p:pic>
    </p:spTree>
    <p:extLst>
      <p:ext uri="{BB962C8B-B14F-4D97-AF65-F5344CB8AC3E}">
        <p14:creationId xmlns:p14="http://schemas.microsoft.com/office/powerpoint/2010/main" val="465689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Picking with a Mobile Device</a:t>
            </a:r>
            <a:br>
              <a:rPr lang="en-CA" sz="4400" b="1" dirty="0"/>
            </a:br>
            <a:r>
              <a:rPr lang="en-CA" sz="4000" b="1" dirty="0"/>
              <a:t>Container Pick Complete</a:t>
            </a:r>
            <a:endParaRPr lang="en-CA" sz="4400" b="1" dirty="0"/>
          </a:p>
        </p:txBody>
      </p:sp>
    </p:spTree>
    <p:extLst>
      <p:ext uri="{BB962C8B-B14F-4D97-AF65-F5344CB8AC3E}">
        <p14:creationId xmlns:p14="http://schemas.microsoft.com/office/powerpoint/2010/main" val="31417129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58AF86-F8A7-4EEE-BE3A-D54699863A6D}"/>
              </a:ext>
            </a:extLst>
          </p:cNvPr>
          <p:cNvSpPr>
            <a:spLocks noGrp="1"/>
          </p:cNvSpPr>
          <p:nvPr>
            <p:ph type="title"/>
            <p:custDataLst>
              <p:tags r:id="rId1"/>
            </p:custDataLst>
          </p:nvPr>
        </p:nvSpPr>
        <p:spPr/>
        <p:txBody>
          <a:bodyPr/>
          <a:lstStyle/>
          <a:p>
            <a:r>
              <a:rPr lang="en-CA" sz="3600" dirty="0"/>
              <a:t>Container Pick Complete</a:t>
            </a:r>
            <a:endParaRPr lang="en-CA" dirty="0"/>
          </a:p>
        </p:txBody>
      </p:sp>
      <p:sp>
        <p:nvSpPr>
          <p:cNvPr id="3" name="Content Placeholder 2">
            <a:extLst>
              <a:ext uri="{FF2B5EF4-FFF2-40B4-BE49-F238E27FC236}">
                <a16:creationId xmlns:a16="http://schemas.microsoft.com/office/drawing/2014/main" xmlns="" id="{0EF28F88-F1E2-4B97-BBA5-52E527F66FA8}"/>
              </a:ext>
            </a:extLst>
          </p:cNvPr>
          <p:cNvSpPr>
            <a:spLocks noGrp="1"/>
          </p:cNvSpPr>
          <p:nvPr>
            <p:ph idx="1"/>
            <p:custDataLst>
              <p:tags r:id="rId2"/>
            </p:custDataLst>
          </p:nvPr>
        </p:nvSpPr>
        <p:spPr>
          <a:xfrm>
            <a:off x="838200" y="1219200"/>
            <a:ext cx="7333343" cy="4972277"/>
          </a:xfrm>
        </p:spPr>
        <p:txBody>
          <a:bodyPr/>
          <a:lstStyle/>
          <a:p>
            <a:pPr marL="0" indent="0" algn="just">
              <a:lnSpc>
                <a:spcPct val="150000"/>
              </a:lnSpc>
              <a:buNone/>
            </a:pPr>
            <a:r>
              <a:rPr lang="fr-CA" sz="2100" dirty="0"/>
              <a:t>The </a:t>
            </a:r>
            <a:r>
              <a:rPr lang="en-US" sz="2100" dirty="0"/>
              <a:t>Container Pick Close view is automatically launched when the system detects that the final pick command has been completed for the container. But it may be necessary to manually close a container outside of the picking workflow. For example, if an operator skipped or closed the Container Pick Close view without confirming the drop-off location. To do this: </a:t>
            </a:r>
          </a:p>
          <a:p>
            <a:pPr marL="457200" indent="-457200" algn="just">
              <a:lnSpc>
                <a:spcPct val="150000"/>
              </a:lnSpc>
              <a:buFont typeface="+mj-lt"/>
              <a:buAutoNum type="arabicPeriod"/>
            </a:pPr>
            <a:r>
              <a:rPr lang="en-US" sz="2100" dirty="0"/>
              <a:t>With a </a:t>
            </a:r>
            <a:r>
              <a:rPr lang="en-US" sz="2100" u="sng" dirty="0"/>
              <a:t>mobile device</a:t>
            </a:r>
            <a:r>
              <a:rPr lang="en-US" sz="2100" dirty="0"/>
              <a:t>, select the </a:t>
            </a:r>
            <a:r>
              <a:rPr lang="en-US" sz="2100" b="1" dirty="0"/>
              <a:t>Pick </a:t>
            </a:r>
            <a:r>
              <a:rPr lang="en-US" sz="2100" dirty="0"/>
              <a:t>resource</a:t>
            </a:r>
            <a:r>
              <a:rPr lang="en-US" sz="2100" b="1" dirty="0"/>
              <a:t>. </a:t>
            </a:r>
          </a:p>
          <a:p>
            <a:pPr marL="457200" indent="-457200" algn="just">
              <a:lnSpc>
                <a:spcPct val="150000"/>
              </a:lnSpc>
              <a:buFont typeface="+mj-lt"/>
              <a:buAutoNum type="arabicPeriod"/>
            </a:pPr>
            <a:r>
              <a:rPr lang="en-US" sz="2100" dirty="0"/>
              <a:t>Under Pick, click on </a:t>
            </a:r>
            <a:r>
              <a:rPr lang="en-US" sz="2100" b="1" dirty="0"/>
              <a:t>Container Pick Complete. </a:t>
            </a:r>
          </a:p>
          <a:p>
            <a:pPr marL="0" indent="0" algn="just">
              <a:lnSpc>
                <a:spcPct val="150000"/>
              </a:lnSpc>
              <a:buNone/>
            </a:pPr>
            <a:endParaRPr lang="en-US" sz="2100" dirty="0"/>
          </a:p>
          <a:p>
            <a:pPr marL="0" indent="0">
              <a:buNone/>
            </a:pPr>
            <a:endParaRPr lang="en-CA" sz="2100" dirty="0"/>
          </a:p>
        </p:txBody>
      </p:sp>
      <p:pic>
        <p:nvPicPr>
          <p:cNvPr id="11" name="Picture 10">
            <a:extLst>
              <a:ext uri="{FF2B5EF4-FFF2-40B4-BE49-F238E27FC236}">
                <a16:creationId xmlns:a16="http://schemas.microsoft.com/office/drawing/2014/main" xmlns="" id="{4A1D779A-B421-4CA8-9E88-3C785C428FE0}"/>
              </a:ext>
            </a:extLst>
          </p:cNvPr>
          <p:cNvPicPr>
            <a:picLocks noChangeAspect="1"/>
          </p:cNvPicPr>
          <p:nvPr>
            <p:custDataLst>
              <p:tags r:id="rId3"/>
            </p:custDataLst>
          </p:nvPr>
        </p:nvPicPr>
        <p:blipFill>
          <a:blip r:embed="rId6"/>
          <a:stretch>
            <a:fillRect/>
          </a:stretch>
        </p:blipFill>
        <p:spPr>
          <a:xfrm>
            <a:off x="8447316" y="661410"/>
            <a:ext cx="3065084" cy="5535180"/>
          </a:xfrm>
          <a:prstGeom prst="rect">
            <a:avLst/>
          </a:prstGeom>
        </p:spPr>
      </p:pic>
    </p:spTree>
    <p:extLst>
      <p:ext uri="{BB962C8B-B14F-4D97-AF65-F5344CB8AC3E}">
        <p14:creationId xmlns:p14="http://schemas.microsoft.com/office/powerpoint/2010/main" val="5805660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58AF86-F8A7-4EEE-BE3A-D54699863A6D}"/>
              </a:ext>
            </a:extLst>
          </p:cNvPr>
          <p:cNvSpPr>
            <a:spLocks noGrp="1"/>
          </p:cNvSpPr>
          <p:nvPr>
            <p:ph type="title"/>
            <p:custDataLst>
              <p:tags r:id="rId1"/>
            </p:custDataLst>
          </p:nvPr>
        </p:nvSpPr>
        <p:spPr/>
        <p:txBody>
          <a:bodyPr/>
          <a:lstStyle/>
          <a:p>
            <a:r>
              <a:rPr lang="en-CA" sz="3600" dirty="0"/>
              <a:t>Container Pick Complete</a:t>
            </a:r>
            <a:endParaRPr lang="en-CA" dirty="0"/>
          </a:p>
        </p:txBody>
      </p:sp>
      <p:sp>
        <p:nvSpPr>
          <p:cNvPr id="3" name="Content Placeholder 2">
            <a:extLst>
              <a:ext uri="{FF2B5EF4-FFF2-40B4-BE49-F238E27FC236}">
                <a16:creationId xmlns:a16="http://schemas.microsoft.com/office/drawing/2014/main" xmlns="" id="{0EF28F88-F1E2-4B97-BBA5-52E527F66FA8}"/>
              </a:ext>
            </a:extLst>
          </p:cNvPr>
          <p:cNvSpPr>
            <a:spLocks noGrp="1"/>
          </p:cNvSpPr>
          <p:nvPr>
            <p:ph idx="1"/>
            <p:custDataLst>
              <p:tags r:id="rId2"/>
            </p:custDataLst>
          </p:nvPr>
        </p:nvSpPr>
        <p:spPr>
          <a:xfrm>
            <a:off x="838200" y="1219200"/>
            <a:ext cx="6273799" cy="4972277"/>
          </a:xfrm>
        </p:spPr>
        <p:txBody>
          <a:bodyPr/>
          <a:lstStyle/>
          <a:p>
            <a:pPr marL="457200" indent="-457200" algn="just">
              <a:lnSpc>
                <a:spcPct val="150000"/>
              </a:lnSpc>
              <a:buFont typeface="+mj-lt"/>
              <a:buAutoNum type="arabicPeriod" startAt="3"/>
            </a:pPr>
            <a:r>
              <a:rPr lang="en-US" sz="2200" dirty="0"/>
              <a:t>Scan or enter the container that is fully picked. </a:t>
            </a:r>
          </a:p>
          <a:p>
            <a:pPr marL="457200" indent="-457200" algn="just">
              <a:lnSpc>
                <a:spcPct val="150000"/>
              </a:lnSpc>
              <a:buFont typeface="+mj-lt"/>
              <a:buAutoNum type="arabicPeriod" startAt="3"/>
            </a:pPr>
            <a:r>
              <a:rPr lang="en-US" sz="2200" dirty="0"/>
              <a:t>Click Continue. </a:t>
            </a:r>
          </a:p>
          <a:p>
            <a:pPr marL="457200" indent="-457200" algn="just">
              <a:lnSpc>
                <a:spcPct val="150000"/>
              </a:lnSpc>
              <a:buFont typeface="+mj-lt"/>
              <a:buAutoNum type="arabicPeriod" startAt="3"/>
            </a:pPr>
            <a:endParaRPr lang="en-CA" sz="2200" dirty="0"/>
          </a:p>
        </p:txBody>
      </p:sp>
      <p:pic>
        <p:nvPicPr>
          <p:cNvPr id="5" name="Picture 4">
            <a:extLst>
              <a:ext uri="{FF2B5EF4-FFF2-40B4-BE49-F238E27FC236}">
                <a16:creationId xmlns:a16="http://schemas.microsoft.com/office/drawing/2014/main" xmlns="" id="{C7EFF964-50A2-46CA-8137-EC3149FAF22F}"/>
              </a:ext>
            </a:extLst>
          </p:cNvPr>
          <p:cNvPicPr>
            <a:picLocks noChangeAspect="1"/>
          </p:cNvPicPr>
          <p:nvPr>
            <p:custDataLst>
              <p:tags r:id="rId3"/>
            </p:custDataLst>
          </p:nvPr>
        </p:nvPicPr>
        <p:blipFill>
          <a:blip r:embed="rId6"/>
          <a:stretch>
            <a:fillRect/>
          </a:stretch>
        </p:blipFill>
        <p:spPr>
          <a:xfrm>
            <a:off x="7358744" y="365125"/>
            <a:ext cx="3889806" cy="5876988"/>
          </a:xfrm>
          <a:prstGeom prst="rect">
            <a:avLst/>
          </a:prstGeom>
        </p:spPr>
      </p:pic>
    </p:spTree>
    <p:extLst>
      <p:ext uri="{BB962C8B-B14F-4D97-AF65-F5344CB8AC3E}">
        <p14:creationId xmlns:p14="http://schemas.microsoft.com/office/powerpoint/2010/main" val="17464243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58AF86-F8A7-4EEE-BE3A-D54699863A6D}"/>
              </a:ext>
            </a:extLst>
          </p:cNvPr>
          <p:cNvSpPr>
            <a:spLocks noGrp="1"/>
          </p:cNvSpPr>
          <p:nvPr>
            <p:ph type="title"/>
            <p:custDataLst>
              <p:tags r:id="rId1"/>
            </p:custDataLst>
          </p:nvPr>
        </p:nvSpPr>
        <p:spPr/>
        <p:txBody>
          <a:bodyPr/>
          <a:lstStyle/>
          <a:p>
            <a:r>
              <a:rPr lang="en-CA" sz="3600" dirty="0"/>
              <a:t>Container Pick Complete</a:t>
            </a:r>
            <a:endParaRPr lang="en-CA" dirty="0"/>
          </a:p>
        </p:txBody>
      </p:sp>
      <p:sp>
        <p:nvSpPr>
          <p:cNvPr id="3" name="Content Placeholder 2">
            <a:extLst>
              <a:ext uri="{FF2B5EF4-FFF2-40B4-BE49-F238E27FC236}">
                <a16:creationId xmlns:a16="http://schemas.microsoft.com/office/drawing/2014/main" xmlns="" id="{0EF28F88-F1E2-4B97-BBA5-52E527F66FA8}"/>
              </a:ext>
            </a:extLst>
          </p:cNvPr>
          <p:cNvSpPr>
            <a:spLocks noGrp="1"/>
          </p:cNvSpPr>
          <p:nvPr>
            <p:ph idx="1"/>
            <p:custDataLst>
              <p:tags r:id="rId2"/>
            </p:custDataLst>
          </p:nvPr>
        </p:nvSpPr>
        <p:spPr>
          <a:xfrm>
            <a:off x="838200" y="1219200"/>
            <a:ext cx="9800771" cy="4972277"/>
          </a:xfrm>
        </p:spPr>
        <p:txBody>
          <a:bodyPr/>
          <a:lstStyle/>
          <a:p>
            <a:pPr marL="457200" indent="-457200" algn="just">
              <a:lnSpc>
                <a:spcPct val="150000"/>
              </a:lnSpc>
              <a:buFont typeface="+mj-lt"/>
              <a:buAutoNum type="arabicPeriod" startAt="5"/>
            </a:pPr>
            <a:r>
              <a:rPr lang="en-US" sz="2100" dirty="0"/>
              <a:t>Confirm the Drop-off point.</a:t>
            </a:r>
          </a:p>
          <a:p>
            <a:pPr marL="457200" indent="-457200" algn="just">
              <a:lnSpc>
                <a:spcPct val="150000"/>
              </a:lnSpc>
              <a:buFont typeface="+mj-lt"/>
              <a:buAutoNum type="arabicPeriod" startAt="5"/>
            </a:pPr>
            <a:r>
              <a:rPr lang="en-US" sz="2100" dirty="0"/>
              <a:t>Click Continue. </a:t>
            </a:r>
          </a:p>
          <a:p>
            <a:pPr marL="457200" indent="-457200" algn="just">
              <a:lnSpc>
                <a:spcPct val="150000"/>
              </a:lnSpc>
              <a:buFont typeface="+mj-lt"/>
              <a:buAutoNum type="arabicPeriod" startAt="5"/>
            </a:pPr>
            <a:endParaRPr lang="en-CA" sz="2100" dirty="0"/>
          </a:p>
        </p:txBody>
      </p:sp>
      <p:pic>
        <p:nvPicPr>
          <p:cNvPr id="5" name="Picture 4">
            <a:extLst>
              <a:ext uri="{FF2B5EF4-FFF2-40B4-BE49-F238E27FC236}">
                <a16:creationId xmlns:a16="http://schemas.microsoft.com/office/drawing/2014/main" xmlns="" id="{63700B64-56A5-4E5E-9287-ACC671F23319}"/>
              </a:ext>
            </a:extLst>
          </p:cNvPr>
          <p:cNvPicPr>
            <a:picLocks noChangeAspect="1"/>
          </p:cNvPicPr>
          <p:nvPr>
            <p:custDataLst>
              <p:tags r:id="rId3"/>
            </p:custDataLst>
          </p:nvPr>
        </p:nvPicPr>
        <p:blipFill>
          <a:blip r:embed="rId6"/>
          <a:stretch>
            <a:fillRect/>
          </a:stretch>
        </p:blipFill>
        <p:spPr>
          <a:xfrm>
            <a:off x="7198788" y="78536"/>
            <a:ext cx="3440183" cy="6112941"/>
          </a:xfrm>
          <a:prstGeom prst="rect">
            <a:avLst/>
          </a:prstGeom>
        </p:spPr>
      </p:pic>
    </p:spTree>
    <p:extLst>
      <p:ext uri="{BB962C8B-B14F-4D97-AF65-F5344CB8AC3E}">
        <p14:creationId xmlns:p14="http://schemas.microsoft.com/office/powerpoint/2010/main" val="39349178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Picking with a Mobile Device</a:t>
            </a:r>
            <a:br>
              <a:rPr lang="en-CA" sz="4400" b="1" dirty="0"/>
            </a:br>
            <a:r>
              <a:rPr lang="en-CA" sz="4000" b="1" dirty="0"/>
              <a:t>Exceptions</a:t>
            </a:r>
            <a:endParaRPr lang="en-CA" sz="4400" b="1" dirty="0"/>
          </a:p>
        </p:txBody>
      </p:sp>
    </p:spTree>
    <p:extLst>
      <p:ext uri="{BB962C8B-B14F-4D97-AF65-F5344CB8AC3E}">
        <p14:creationId xmlns:p14="http://schemas.microsoft.com/office/powerpoint/2010/main" val="20537155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810C9A-CD81-4665-99A9-B25EBD729A82}"/>
              </a:ext>
            </a:extLst>
          </p:cNvPr>
          <p:cNvSpPr>
            <a:spLocks noGrp="1"/>
          </p:cNvSpPr>
          <p:nvPr>
            <p:ph type="title"/>
            <p:custDataLst>
              <p:tags r:id="rId1"/>
            </p:custDataLst>
          </p:nvPr>
        </p:nvSpPr>
        <p:spPr/>
        <p:txBody>
          <a:bodyPr/>
          <a:lstStyle/>
          <a:p>
            <a:r>
              <a:rPr lang="fr-CA" dirty="0"/>
              <a:t>1- Container Full</a:t>
            </a:r>
            <a:endParaRPr lang="en-CA" dirty="0"/>
          </a:p>
        </p:txBody>
      </p:sp>
      <p:sp>
        <p:nvSpPr>
          <p:cNvPr id="3" name="Content Placeholder 2">
            <a:extLst>
              <a:ext uri="{FF2B5EF4-FFF2-40B4-BE49-F238E27FC236}">
                <a16:creationId xmlns:a16="http://schemas.microsoft.com/office/drawing/2014/main" xmlns="" id="{FA8B3688-F8BA-4867-920C-238344519AC5}"/>
              </a:ext>
            </a:extLst>
          </p:cNvPr>
          <p:cNvSpPr>
            <a:spLocks noGrp="1"/>
          </p:cNvSpPr>
          <p:nvPr>
            <p:ph idx="1"/>
            <p:custDataLst>
              <p:tags r:id="rId2"/>
            </p:custDataLst>
          </p:nvPr>
        </p:nvSpPr>
        <p:spPr>
          <a:xfrm>
            <a:off x="522515" y="1056934"/>
            <a:ext cx="6473371" cy="5015820"/>
          </a:xfrm>
        </p:spPr>
        <p:txBody>
          <a:bodyPr/>
          <a:lstStyle/>
          <a:p>
            <a:pPr marL="0" indent="0" algn="just">
              <a:lnSpc>
                <a:spcPct val="130000"/>
              </a:lnSpc>
              <a:buNone/>
            </a:pPr>
            <a:r>
              <a:rPr lang="en-US" sz="2000" dirty="0"/>
              <a:t>If the entire quantity being picked does not physically fit in the current container, you will first need to confirm the picking in the Confirm Pick Command window. </a:t>
            </a:r>
          </a:p>
          <a:p>
            <a:pPr marL="457200" indent="-457200" algn="just">
              <a:lnSpc>
                <a:spcPct val="130000"/>
              </a:lnSpc>
              <a:buFont typeface="+mj-lt"/>
              <a:buAutoNum type="arabicPeriod"/>
            </a:pPr>
            <a:r>
              <a:rPr lang="en-US" sz="2000" dirty="0"/>
              <a:t>Confirm the pick by scanning or entering the product. </a:t>
            </a:r>
            <a:endParaRPr lang="fr-FR" sz="2000" dirty="0"/>
          </a:p>
          <a:p>
            <a:pPr marL="457200" indent="-457200" algn="just">
              <a:lnSpc>
                <a:spcPct val="130000"/>
              </a:lnSpc>
              <a:buFont typeface="+mj-lt"/>
              <a:buAutoNum type="arabicPeriod"/>
            </a:pPr>
            <a:r>
              <a:rPr lang="en-US" sz="2000" dirty="0"/>
              <a:t>Confirm the amount you could fit into the current container. This could be 0. </a:t>
            </a:r>
          </a:p>
          <a:p>
            <a:pPr marL="457200" indent="-457200" algn="just">
              <a:lnSpc>
                <a:spcPct val="130000"/>
              </a:lnSpc>
              <a:buFont typeface="+mj-lt"/>
              <a:buAutoNum type="arabicPeriod"/>
            </a:pPr>
            <a:r>
              <a:rPr lang="en-US" sz="2000" dirty="0"/>
              <a:t>Select appropriate Pick Short Reason: “</a:t>
            </a:r>
            <a:r>
              <a:rPr lang="en-US" sz="2000" b="1" dirty="0"/>
              <a:t>1-Container Full</a:t>
            </a:r>
            <a:r>
              <a:rPr lang="en-US" sz="2000" dirty="0"/>
              <a:t>”. </a:t>
            </a:r>
          </a:p>
          <a:p>
            <a:pPr marL="457200" indent="-457200" algn="just">
              <a:lnSpc>
                <a:spcPct val="130000"/>
              </a:lnSpc>
              <a:buFont typeface="+mj-lt"/>
              <a:buAutoNum type="arabicPeriod"/>
            </a:pPr>
            <a:r>
              <a:rPr lang="fr-CA" sz="2000" dirty="0"/>
              <a:t>Click Continue.</a:t>
            </a:r>
          </a:p>
          <a:p>
            <a:pPr marL="457200" indent="-457200" algn="just">
              <a:lnSpc>
                <a:spcPct val="130000"/>
              </a:lnSpc>
              <a:buFont typeface="+mj-lt"/>
              <a:buAutoNum type="arabicPeriod"/>
            </a:pPr>
            <a:r>
              <a:rPr lang="en-US" sz="2000" dirty="0"/>
              <a:t>Complete the pick command in the normal manner, </a:t>
            </a:r>
            <a:r>
              <a:rPr lang="en-CA" sz="2000" dirty="0"/>
              <a:t>referring to the instructions given previously.</a:t>
            </a:r>
            <a:endParaRPr lang="fr-FR" sz="2000" dirty="0"/>
          </a:p>
          <a:p>
            <a:pPr marL="0" indent="0" algn="just">
              <a:lnSpc>
                <a:spcPct val="130000"/>
              </a:lnSpc>
              <a:buNone/>
            </a:pPr>
            <a:endParaRPr lang="en-US" sz="2000" dirty="0"/>
          </a:p>
          <a:p>
            <a:pPr marL="0" indent="0" algn="just">
              <a:lnSpc>
                <a:spcPct val="130000"/>
              </a:lnSpc>
              <a:buNone/>
            </a:pPr>
            <a:endParaRPr lang="en-CA" dirty="0"/>
          </a:p>
        </p:txBody>
      </p:sp>
      <p:grpSp>
        <p:nvGrpSpPr>
          <p:cNvPr id="8" name="Group 7">
            <a:extLst>
              <a:ext uri="{FF2B5EF4-FFF2-40B4-BE49-F238E27FC236}">
                <a16:creationId xmlns:a16="http://schemas.microsoft.com/office/drawing/2014/main" xmlns="" id="{6508AF59-83C8-4314-8067-C16B7D1F7F05}"/>
              </a:ext>
            </a:extLst>
          </p:cNvPr>
          <p:cNvGrpSpPr/>
          <p:nvPr>
            <p:custDataLst>
              <p:tags r:id="rId3"/>
            </p:custDataLst>
          </p:nvPr>
        </p:nvGrpSpPr>
        <p:grpSpPr>
          <a:xfrm>
            <a:off x="7576458" y="365125"/>
            <a:ext cx="4093028" cy="5707629"/>
            <a:chOff x="4233109" y="141546"/>
            <a:chExt cx="3725781" cy="5302217"/>
          </a:xfrm>
        </p:grpSpPr>
        <p:pic>
          <p:nvPicPr>
            <p:cNvPr id="5" name="Picture 4">
              <a:extLst>
                <a:ext uri="{FF2B5EF4-FFF2-40B4-BE49-F238E27FC236}">
                  <a16:creationId xmlns:a16="http://schemas.microsoft.com/office/drawing/2014/main" xmlns="" id="{499E7D34-8DA1-4C19-B921-157134EA2B77}"/>
                </a:ext>
              </a:extLst>
            </p:cNvPr>
            <p:cNvPicPr>
              <a:picLocks noChangeAspect="1"/>
            </p:cNvPicPr>
            <p:nvPr/>
          </p:nvPicPr>
          <p:blipFill rotWithShape="1">
            <a:blip r:embed="rId5"/>
            <a:srcRect b="28863"/>
            <a:stretch/>
          </p:blipFill>
          <p:spPr>
            <a:xfrm>
              <a:off x="4233109" y="141546"/>
              <a:ext cx="3725781" cy="4677197"/>
            </a:xfrm>
            <a:prstGeom prst="rect">
              <a:avLst/>
            </a:prstGeom>
          </p:spPr>
        </p:pic>
        <p:pic>
          <p:nvPicPr>
            <p:cNvPr id="7" name="Picture 6">
              <a:extLst>
                <a:ext uri="{FF2B5EF4-FFF2-40B4-BE49-F238E27FC236}">
                  <a16:creationId xmlns:a16="http://schemas.microsoft.com/office/drawing/2014/main" xmlns="" id="{DA04499A-2A6C-41DB-8AD3-11EBD858BE0F}"/>
                </a:ext>
              </a:extLst>
            </p:cNvPr>
            <p:cNvPicPr>
              <a:picLocks noChangeAspect="1"/>
            </p:cNvPicPr>
            <p:nvPr/>
          </p:nvPicPr>
          <p:blipFill rotWithShape="1">
            <a:blip r:embed="rId5"/>
            <a:srcRect t="87562"/>
            <a:stretch/>
          </p:blipFill>
          <p:spPr>
            <a:xfrm>
              <a:off x="4233109" y="4625974"/>
              <a:ext cx="3725781" cy="817789"/>
            </a:xfrm>
            <a:prstGeom prst="rect">
              <a:avLst/>
            </a:prstGeom>
          </p:spPr>
        </p:pic>
      </p:grpSp>
    </p:spTree>
    <p:extLst>
      <p:ext uri="{BB962C8B-B14F-4D97-AF65-F5344CB8AC3E}">
        <p14:creationId xmlns:p14="http://schemas.microsoft.com/office/powerpoint/2010/main" val="24924569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5810C9A-CD81-4665-99A9-B25EBD729A82}"/>
              </a:ext>
            </a:extLst>
          </p:cNvPr>
          <p:cNvSpPr>
            <a:spLocks noGrp="1"/>
          </p:cNvSpPr>
          <p:nvPr>
            <p:ph type="title"/>
            <p:custDataLst>
              <p:tags r:id="rId1"/>
            </p:custDataLst>
          </p:nvPr>
        </p:nvSpPr>
        <p:spPr/>
        <p:txBody>
          <a:bodyPr/>
          <a:lstStyle/>
          <a:p>
            <a:r>
              <a:rPr lang="fr-CA" dirty="0"/>
              <a:t>2- </a:t>
            </a:r>
            <a:r>
              <a:rPr lang="fr-CA" dirty="0" err="1"/>
              <a:t>Partially</a:t>
            </a:r>
            <a:r>
              <a:rPr lang="fr-CA" dirty="0"/>
              <a:t> </a:t>
            </a:r>
            <a:r>
              <a:rPr lang="fr-CA" dirty="0" err="1"/>
              <a:t>Picked</a:t>
            </a:r>
            <a:endParaRPr lang="en-CA" dirty="0"/>
          </a:p>
        </p:txBody>
      </p:sp>
      <p:sp>
        <p:nvSpPr>
          <p:cNvPr id="3" name="Content Placeholder 2">
            <a:extLst>
              <a:ext uri="{FF2B5EF4-FFF2-40B4-BE49-F238E27FC236}">
                <a16:creationId xmlns:a16="http://schemas.microsoft.com/office/drawing/2014/main" xmlns="" id="{FA8B3688-F8BA-4867-920C-238344519AC5}"/>
              </a:ext>
            </a:extLst>
          </p:cNvPr>
          <p:cNvSpPr>
            <a:spLocks noGrp="1"/>
          </p:cNvSpPr>
          <p:nvPr>
            <p:ph idx="1"/>
            <p:custDataLst>
              <p:tags r:id="rId2"/>
            </p:custDataLst>
          </p:nvPr>
        </p:nvSpPr>
        <p:spPr>
          <a:xfrm>
            <a:off x="605973" y="1146629"/>
            <a:ext cx="6912427" cy="4972277"/>
          </a:xfrm>
        </p:spPr>
        <p:txBody>
          <a:bodyPr/>
          <a:lstStyle/>
          <a:p>
            <a:pPr marL="0" indent="0" algn="just">
              <a:lnSpc>
                <a:spcPct val="150000"/>
              </a:lnSpc>
              <a:buNone/>
            </a:pPr>
            <a:r>
              <a:rPr lang="en-US" sz="2000" dirty="0"/>
              <a:t>If there is not enough inventory for the item in the location to satisfy the required quantity, you will first need to confirm the picking in the Confirm Pick Command window. </a:t>
            </a:r>
          </a:p>
          <a:p>
            <a:pPr marL="457200" indent="-457200" algn="just">
              <a:lnSpc>
                <a:spcPct val="150000"/>
              </a:lnSpc>
              <a:buFont typeface="+mj-lt"/>
              <a:buAutoNum type="arabicPeriod"/>
            </a:pPr>
            <a:r>
              <a:rPr lang="en-US" sz="2000" dirty="0"/>
              <a:t>Confirm the pick by scanning or entering the product.</a:t>
            </a:r>
          </a:p>
          <a:p>
            <a:pPr marL="457200" indent="-457200" algn="just">
              <a:lnSpc>
                <a:spcPct val="150000"/>
              </a:lnSpc>
              <a:buFont typeface="+mj-lt"/>
              <a:buAutoNum type="arabicPeriod"/>
            </a:pPr>
            <a:r>
              <a:rPr lang="en-US" sz="2000" dirty="0"/>
              <a:t>Confirm the actual quantity picked in the Input Quantity field.</a:t>
            </a:r>
            <a:endParaRPr lang="fr-FR" sz="2000" dirty="0"/>
          </a:p>
          <a:p>
            <a:pPr marL="457200" indent="-457200" algn="just">
              <a:lnSpc>
                <a:spcPct val="150000"/>
              </a:lnSpc>
              <a:buFont typeface="+mj-lt"/>
              <a:buAutoNum type="arabicPeriod"/>
            </a:pPr>
            <a:r>
              <a:rPr lang="en-US" sz="2000" dirty="0"/>
              <a:t>Select appropriate Pick Short Reason: “</a:t>
            </a:r>
            <a:r>
              <a:rPr lang="en-US" sz="2000" b="1" dirty="0"/>
              <a:t>2 - Partially Picked</a:t>
            </a:r>
            <a:r>
              <a:rPr lang="en-US" sz="2000" dirty="0"/>
              <a:t>”.</a:t>
            </a:r>
            <a:endParaRPr lang="fr-CA" sz="2000" dirty="0"/>
          </a:p>
          <a:p>
            <a:pPr marL="457200" indent="-457200" algn="just">
              <a:lnSpc>
                <a:spcPct val="150000"/>
              </a:lnSpc>
              <a:buFont typeface="+mj-lt"/>
              <a:buAutoNum type="arabicPeriod"/>
            </a:pPr>
            <a:r>
              <a:rPr lang="fr-CA" sz="2000" dirty="0"/>
              <a:t>Click Continue. The Complete Pick Command </a:t>
            </a:r>
            <a:r>
              <a:rPr lang="fr-CA" sz="2000" dirty="0" err="1"/>
              <a:t>window</a:t>
            </a:r>
            <a:r>
              <a:rPr lang="fr-CA" sz="2000" dirty="0"/>
              <a:t> </a:t>
            </a:r>
            <a:r>
              <a:rPr lang="fr-CA" sz="2000" dirty="0" err="1"/>
              <a:t>will</a:t>
            </a:r>
            <a:r>
              <a:rPr lang="fr-CA" sz="2000" dirty="0"/>
              <a:t> </a:t>
            </a:r>
            <a:r>
              <a:rPr lang="fr-CA" sz="2000" dirty="0" err="1"/>
              <a:t>appear</a:t>
            </a:r>
            <a:r>
              <a:rPr lang="fr-CA" sz="2000" dirty="0"/>
              <a:t>. </a:t>
            </a:r>
            <a:r>
              <a:rPr lang="en-US" sz="2000" dirty="0"/>
              <a:t>Complete the picking as you normally would.</a:t>
            </a:r>
            <a:endParaRPr lang="en-CA" sz="2000" dirty="0"/>
          </a:p>
          <a:p>
            <a:pPr marL="0" indent="0" algn="just">
              <a:buNone/>
            </a:pPr>
            <a:endParaRPr lang="en-US" dirty="0">
              <a:solidFill>
                <a:schemeClr val="tx2"/>
              </a:solidFill>
              <a:latin typeface="Abadi" panose="020B0604020104020204" pitchFamily="34" charset="0"/>
            </a:endParaRPr>
          </a:p>
          <a:p>
            <a:pPr marL="0" indent="0" algn="just">
              <a:buNone/>
            </a:pPr>
            <a:endParaRPr lang="en-CA" dirty="0"/>
          </a:p>
        </p:txBody>
      </p:sp>
      <p:pic>
        <p:nvPicPr>
          <p:cNvPr id="5" name="Picture 4">
            <a:extLst>
              <a:ext uri="{FF2B5EF4-FFF2-40B4-BE49-F238E27FC236}">
                <a16:creationId xmlns:a16="http://schemas.microsoft.com/office/drawing/2014/main" xmlns="" id="{58F152DE-7B72-4A26-80EE-FF8141762DBF}"/>
              </a:ext>
            </a:extLst>
          </p:cNvPr>
          <p:cNvPicPr>
            <a:picLocks noChangeAspect="1"/>
          </p:cNvPicPr>
          <p:nvPr>
            <p:custDataLst>
              <p:tags r:id="rId3"/>
            </p:custDataLst>
          </p:nvPr>
        </p:nvPicPr>
        <p:blipFill>
          <a:blip r:embed="rId5"/>
          <a:stretch>
            <a:fillRect/>
          </a:stretch>
        </p:blipFill>
        <p:spPr>
          <a:xfrm>
            <a:off x="7962250" y="209387"/>
            <a:ext cx="3391550" cy="5909519"/>
          </a:xfrm>
          <a:prstGeom prst="rect">
            <a:avLst/>
          </a:prstGeom>
        </p:spPr>
      </p:pic>
    </p:spTree>
    <p:extLst>
      <p:ext uri="{BB962C8B-B14F-4D97-AF65-F5344CB8AC3E}">
        <p14:creationId xmlns:p14="http://schemas.microsoft.com/office/powerpoint/2010/main" val="34063087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57D34F-1291-4F67-9925-A0903BF55272}"/>
              </a:ext>
            </a:extLst>
          </p:cNvPr>
          <p:cNvSpPr>
            <a:spLocks noGrp="1"/>
          </p:cNvSpPr>
          <p:nvPr>
            <p:ph type="title"/>
            <p:custDataLst>
              <p:tags r:id="rId1"/>
            </p:custDataLst>
          </p:nvPr>
        </p:nvSpPr>
        <p:spPr/>
        <p:txBody>
          <a:bodyPr/>
          <a:lstStyle/>
          <a:p>
            <a:r>
              <a:rPr lang="fr-CA" dirty="0"/>
              <a:t>3- Inventory </a:t>
            </a:r>
            <a:r>
              <a:rPr lang="fr-CA" dirty="0" err="1"/>
              <a:t>Unavailable</a:t>
            </a:r>
            <a:endParaRPr lang="en-CA" dirty="0"/>
          </a:p>
        </p:txBody>
      </p:sp>
      <p:sp>
        <p:nvSpPr>
          <p:cNvPr id="3" name="Content Placeholder 2">
            <a:extLst>
              <a:ext uri="{FF2B5EF4-FFF2-40B4-BE49-F238E27FC236}">
                <a16:creationId xmlns:a16="http://schemas.microsoft.com/office/drawing/2014/main" xmlns="" id="{79B7D532-717E-4A0D-A2A7-2C6901074751}"/>
              </a:ext>
            </a:extLst>
          </p:cNvPr>
          <p:cNvSpPr>
            <a:spLocks noGrp="1"/>
          </p:cNvSpPr>
          <p:nvPr>
            <p:ph idx="1"/>
            <p:custDataLst>
              <p:tags r:id="rId2"/>
            </p:custDataLst>
          </p:nvPr>
        </p:nvSpPr>
        <p:spPr>
          <a:xfrm>
            <a:off x="551544" y="1291771"/>
            <a:ext cx="6357256" cy="4885192"/>
          </a:xfrm>
        </p:spPr>
        <p:txBody>
          <a:bodyPr/>
          <a:lstStyle/>
          <a:p>
            <a:pPr marL="0" indent="0" algn="just">
              <a:lnSpc>
                <a:spcPct val="130000"/>
              </a:lnSpc>
              <a:buNone/>
            </a:pPr>
            <a:r>
              <a:rPr lang="en-US" sz="2000" dirty="0"/>
              <a:t>If there is no product in the location to satisfy the required quantity, you will first need to confirm the picking in the Confirm Pick Command view. </a:t>
            </a:r>
          </a:p>
          <a:p>
            <a:pPr marL="457200" indent="-457200" algn="just">
              <a:lnSpc>
                <a:spcPct val="130000"/>
              </a:lnSpc>
              <a:buFont typeface="+mj-lt"/>
              <a:buAutoNum type="arabicPeriod"/>
            </a:pPr>
            <a:r>
              <a:rPr lang="en-US" sz="2000" dirty="0"/>
              <a:t>It may be necessary to scan or enter the location ID or check digit if there is no physical product available to scan.</a:t>
            </a:r>
          </a:p>
          <a:p>
            <a:pPr marL="457200" indent="-457200" algn="just">
              <a:lnSpc>
                <a:spcPct val="130000"/>
              </a:lnSpc>
              <a:buFont typeface="+mj-lt"/>
              <a:buAutoNum type="arabicPeriod"/>
            </a:pPr>
            <a:r>
              <a:rPr lang="en-US" sz="2000" dirty="0"/>
              <a:t>Indicate “0" in the Input Quantity field.</a:t>
            </a:r>
          </a:p>
          <a:p>
            <a:pPr marL="457200" indent="-457200" algn="just">
              <a:lnSpc>
                <a:spcPct val="130000"/>
              </a:lnSpc>
              <a:buFont typeface="+mj-lt"/>
              <a:buAutoNum type="arabicPeriod"/>
            </a:pPr>
            <a:r>
              <a:rPr lang="en-US" sz="2000" dirty="0"/>
              <a:t>Select appropriate Pick Short Reason: “</a:t>
            </a:r>
            <a:r>
              <a:rPr lang="en-US" sz="2000" b="1" dirty="0"/>
              <a:t>3 - Inventory Unavailable</a:t>
            </a:r>
            <a:r>
              <a:rPr lang="en-US" sz="2000" dirty="0"/>
              <a:t>”.</a:t>
            </a:r>
          </a:p>
          <a:p>
            <a:pPr marL="457200" indent="-457200" algn="just">
              <a:lnSpc>
                <a:spcPct val="130000"/>
              </a:lnSpc>
              <a:buFont typeface="+mj-lt"/>
              <a:buAutoNum type="arabicPeriod"/>
            </a:pPr>
            <a:r>
              <a:rPr lang="en-CA" sz="2000" dirty="0"/>
              <a:t>Click Continue. </a:t>
            </a:r>
          </a:p>
        </p:txBody>
      </p:sp>
      <p:pic>
        <p:nvPicPr>
          <p:cNvPr id="5" name="Picture 4">
            <a:extLst>
              <a:ext uri="{FF2B5EF4-FFF2-40B4-BE49-F238E27FC236}">
                <a16:creationId xmlns:a16="http://schemas.microsoft.com/office/drawing/2014/main" xmlns="" id="{E4006483-0FFA-4B0E-B9BC-5F8D11E225A6}"/>
              </a:ext>
            </a:extLst>
          </p:cNvPr>
          <p:cNvPicPr>
            <a:picLocks noChangeAspect="1"/>
          </p:cNvPicPr>
          <p:nvPr>
            <p:custDataLst>
              <p:tags r:id="rId3"/>
            </p:custDataLst>
          </p:nvPr>
        </p:nvPicPr>
        <p:blipFill>
          <a:blip r:embed="rId5"/>
          <a:stretch>
            <a:fillRect/>
          </a:stretch>
        </p:blipFill>
        <p:spPr>
          <a:xfrm>
            <a:off x="7195456" y="365125"/>
            <a:ext cx="3493113" cy="5913403"/>
          </a:xfrm>
          <a:prstGeom prst="rect">
            <a:avLst/>
          </a:prstGeom>
        </p:spPr>
      </p:pic>
    </p:spTree>
    <p:extLst>
      <p:ext uri="{BB962C8B-B14F-4D97-AF65-F5344CB8AC3E}">
        <p14:creationId xmlns:p14="http://schemas.microsoft.com/office/powerpoint/2010/main" val="18500003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B386B6-6315-450F-B597-DB5EC5E7D5F1}"/>
              </a:ext>
            </a:extLst>
          </p:cNvPr>
          <p:cNvSpPr>
            <a:spLocks noGrp="1"/>
          </p:cNvSpPr>
          <p:nvPr>
            <p:ph type="title"/>
            <p:custDataLst>
              <p:tags r:id="rId1"/>
            </p:custDataLst>
          </p:nvPr>
        </p:nvSpPr>
        <p:spPr/>
        <p:txBody>
          <a:bodyPr/>
          <a:lstStyle/>
          <a:p>
            <a:r>
              <a:rPr lang="fr-CA" dirty="0"/>
              <a:t>3- Inventory </a:t>
            </a:r>
            <a:r>
              <a:rPr lang="fr-CA" dirty="0" err="1"/>
              <a:t>Unavailable</a:t>
            </a:r>
            <a:endParaRPr lang="en-CA" dirty="0"/>
          </a:p>
        </p:txBody>
      </p:sp>
      <p:sp>
        <p:nvSpPr>
          <p:cNvPr id="3" name="Content Placeholder 2">
            <a:extLst>
              <a:ext uri="{FF2B5EF4-FFF2-40B4-BE49-F238E27FC236}">
                <a16:creationId xmlns:a16="http://schemas.microsoft.com/office/drawing/2014/main" xmlns="" id="{BA3D5AD7-89CA-4CBA-997C-164EB71A849A}"/>
              </a:ext>
            </a:extLst>
          </p:cNvPr>
          <p:cNvSpPr>
            <a:spLocks noGrp="1"/>
          </p:cNvSpPr>
          <p:nvPr>
            <p:ph idx="1"/>
            <p:custDataLst>
              <p:tags r:id="rId2"/>
            </p:custDataLst>
          </p:nvPr>
        </p:nvSpPr>
        <p:spPr>
          <a:xfrm>
            <a:off x="838200" y="1161143"/>
            <a:ext cx="10515600" cy="4914220"/>
          </a:xfrm>
        </p:spPr>
        <p:txBody>
          <a:bodyPr/>
          <a:lstStyle/>
          <a:p>
            <a:pPr marL="457200" indent="-457200" algn="just">
              <a:lnSpc>
                <a:spcPct val="150000"/>
              </a:lnSpc>
              <a:buFont typeface="+mj-lt"/>
              <a:buAutoNum type="arabicPeriod" startAt="5"/>
            </a:pPr>
            <a:r>
              <a:rPr lang="en-US" sz="2000" dirty="0"/>
              <a:t>The system may immediately present you with a Cycle Count for this item in a new window. Refer to the "WMS </a:t>
            </a:r>
            <a:r>
              <a:rPr lang="en-US" sz="2000" dirty="0" err="1"/>
              <a:t>Tecsys_Cycle</a:t>
            </a:r>
            <a:r>
              <a:rPr lang="en-US" sz="2000" dirty="0"/>
              <a:t> Counts" document to complete this step.</a:t>
            </a:r>
          </a:p>
          <a:p>
            <a:pPr marL="457200" indent="-457200" algn="just">
              <a:lnSpc>
                <a:spcPct val="150000"/>
              </a:lnSpc>
              <a:buFont typeface="+mj-lt"/>
              <a:buAutoNum type="arabicPeriod" startAt="5"/>
            </a:pPr>
            <a:r>
              <a:rPr lang="en-US" sz="2000" dirty="0"/>
              <a:t>Otherwise the picker can skip the cycle count by clicking on the More Actions button, then Skip. </a:t>
            </a:r>
          </a:p>
          <a:p>
            <a:pPr marL="0" indent="0" algn="just">
              <a:buNone/>
            </a:pPr>
            <a:endParaRPr lang="en-US" b="0" dirty="0">
              <a:solidFill>
                <a:schemeClr val="tx2"/>
              </a:solidFill>
              <a:latin typeface="Abadi" panose="020B0604020104020204" pitchFamily="34" charset="0"/>
            </a:endParaRPr>
          </a:p>
          <a:p>
            <a:pPr algn="just"/>
            <a:endParaRPr lang="en-CA" dirty="0"/>
          </a:p>
        </p:txBody>
      </p:sp>
      <p:grpSp>
        <p:nvGrpSpPr>
          <p:cNvPr id="8" name="Group 7">
            <a:extLst>
              <a:ext uri="{FF2B5EF4-FFF2-40B4-BE49-F238E27FC236}">
                <a16:creationId xmlns:a16="http://schemas.microsoft.com/office/drawing/2014/main" xmlns="" id="{3863BF1F-E7D3-45AA-957B-DD2A543D99FE}"/>
              </a:ext>
            </a:extLst>
          </p:cNvPr>
          <p:cNvGrpSpPr/>
          <p:nvPr>
            <p:custDataLst>
              <p:tags r:id="rId3"/>
            </p:custDataLst>
          </p:nvPr>
        </p:nvGrpSpPr>
        <p:grpSpPr>
          <a:xfrm>
            <a:off x="972458" y="2938917"/>
            <a:ext cx="9608456" cy="3302225"/>
            <a:chOff x="0" y="406686"/>
            <a:chExt cx="12192000" cy="3640019"/>
          </a:xfrm>
        </p:grpSpPr>
        <p:pic>
          <p:nvPicPr>
            <p:cNvPr id="5" name="Picture 4">
              <a:extLst>
                <a:ext uri="{FF2B5EF4-FFF2-40B4-BE49-F238E27FC236}">
                  <a16:creationId xmlns:a16="http://schemas.microsoft.com/office/drawing/2014/main" xmlns="" id="{58030A9E-E903-4922-928D-1BF06C8E163B}"/>
                </a:ext>
              </a:extLst>
            </p:cNvPr>
            <p:cNvPicPr>
              <a:picLocks noChangeAspect="1"/>
            </p:cNvPicPr>
            <p:nvPr/>
          </p:nvPicPr>
          <p:blipFill rotWithShape="1">
            <a:blip r:embed="rId5"/>
            <a:srcRect b="65668"/>
            <a:stretch/>
          </p:blipFill>
          <p:spPr>
            <a:xfrm>
              <a:off x="0" y="406686"/>
              <a:ext cx="12192000" cy="2075258"/>
            </a:xfrm>
            <a:prstGeom prst="rect">
              <a:avLst/>
            </a:prstGeom>
          </p:spPr>
        </p:pic>
        <p:pic>
          <p:nvPicPr>
            <p:cNvPr id="7" name="Picture 6">
              <a:extLst>
                <a:ext uri="{FF2B5EF4-FFF2-40B4-BE49-F238E27FC236}">
                  <a16:creationId xmlns:a16="http://schemas.microsoft.com/office/drawing/2014/main" xmlns="" id="{5706A09F-D973-4031-85E6-AF33071EE12F}"/>
                </a:ext>
              </a:extLst>
            </p:cNvPr>
            <p:cNvPicPr>
              <a:picLocks noChangeAspect="1"/>
            </p:cNvPicPr>
            <p:nvPr/>
          </p:nvPicPr>
          <p:blipFill rotWithShape="1">
            <a:blip r:embed="rId5"/>
            <a:srcRect t="67390"/>
            <a:stretch/>
          </p:blipFill>
          <p:spPr>
            <a:xfrm>
              <a:off x="0" y="2075542"/>
              <a:ext cx="12192000" cy="1971163"/>
            </a:xfrm>
            <a:prstGeom prst="rect">
              <a:avLst/>
            </a:prstGeom>
          </p:spPr>
        </p:pic>
      </p:grpSp>
    </p:spTree>
    <p:extLst>
      <p:ext uri="{BB962C8B-B14F-4D97-AF65-F5344CB8AC3E}">
        <p14:creationId xmlns:p14="http://schemas.microsoft.com/office/powerpoint/2010/main" val="23142282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2DEDE7-1063-4B10-9DD0-D87B0B7BC6D3}"/>
              </a:ext>
            </a:extLst>
          </p:cNvPr>
          <p:cNvSpPr>
            <a:spLocks noGrp="1"/>
          </p:cNvSpPr>
          <p:nvPr>
            <p:ph type="title"/>
            <p:custDataLst>
              <p:tags r:id="rId1"/>
            </p:custDataLst>
          </p:nvPr>
        </p:nvSpPr>
        <p:spPr/>
        <p:txBody>
          <a:bodyPr/>
          <a:lstStyle/>
          <a:p>
            <a:r>
              <a:rPr lang="fr-CA" dirty="0"/>
              <a:t>4- Inventory Not </a:t>
            </a:r>
            <a:r>
              <a:rPr lang="fr-CA" dirty="0" err="1"/>
              <a:t>Required</a:t>
            </a:r>
            <a:endParaRPr lang="en-CA" dirty="0"/>
          </a:p>
        </p:txBody>
      </p:sp>
      <p:sp>
        <p:nvSpPr>
          <p:cNvPr id="3" name="Content Placeholder 2">
            <a:extLst>
              <a:ext uri="{FF2B5EF4-FFF2-40B4-BE49-F238E27FC236}">
                <a16:creationId xmlns:a16="http://schemas.microsoft.com/office/drawing/2014/main" xmlns="" id="{4189FFAB-21CD-434C-87C6-20E330D83B09}"/>
              </a:ext>
            </a:extLst>
          </p:cNvPr>
          <p:cNvSpPr>
            <a:spLocks noGrp="1"/>
          </p:cNvSpPr>
          <p:nvPr>
            <p:ph idx="1"/>
            <p:custDataLst>
              <p:tags r:id="rId2"/>
            </p:custDataLst>
          </p:nvPr>
        </p:nvSpPr>
        <p:spPr>
          <a:xfrm>
            <a:off x="417286" y="1146629"/>
            <a:ext cx="6970486" cy="5030334"/>
          </a:xfrm>
        </p:spPr>
        <p:txBody>
          <a:bodyPr/>
          <a:lstStyle/>
          <a:p>
            <a:pPr marL="0" indent="0" algn="just">
              <a:lnSpc>
                <a:spcPct val="120000"/>
              </a:lnSpc>
              <a:buNone/>
            </a:pPr>
            <a:r>
              <a:rPr lang="en-US" sz="2000" dirty="0"/>
              <a:t>If you have been instructed not to pick an item because it is no longer required on the order, you will first need to confirm the picking in the Confirm Pick Command window. </a:t>
            </a:r>
          </a:p>
          <a:p>
            <a:pPr marL="457200" indent="-457200" algn="just">
              <a:lnSpc>
                <a:spcPct val="120000"/>
              </a:lnSpc>
              <a:buFont typeface="+mj-lt"/>
              <a:buAutoNum type="arabicPeriod"/>
            </a:pPr>
            <a:r>
              <a:rPr lang="en-US" sz="2000" dirty="0"/>
              <a:t>Confirm the pick by scanning or entering the product. </a:t>
            </a:r>
          </a:p>
          <a:p>
            <a:pPr marL="457200" indent="-457200" algn="just">
              <a:lnSpc>
                <a:spcPct val="120000"/>
              </a:lnSpc>
              <a:buFont typeface="+mj-lt"/>
              <a:buAutoNum type="arabicPeriod"/>
            </a:pPr>
            <a:r>
              <a:rPr lang="en-US" sz="2000" dirty="0"/>
              <a:t>Confirm the amount you have picked in the Input Quantity field. This can be 0.</a:t>
            </a:r>
            <a:endParaRPr lang="fr-FR" sz="2000" dirty="0"/>
          </a:p>
          <a:p>
            <a:pPr marL="457200" indent="-457200" algn="just">
              <a:lnSpc>
                <a:spcPct val="120000"/>
              </a:lnSpc>
              <a:buFont typeface="+mj-lt"/>
              <a:buAutoNum type="arabicPeriod"/>
            </a:pPr>
            <a:r>
              <a:rPr lang="en-US" sz="2000" dirty="0"/>
              <a:t>Select appropriate Pick Short Reason: “</a:t>
            </a:r>
            <a:r>
              <a:rPr lang="en-US" sz="2000" b="1" dirty="0"/>
              <a:t>4-Inventory Not Required</a:t>
            </a:r>
            <a:r>
              <a:rPr lang="en-US" sz="2000" dirty="0"/>
              <a:t>”.</a:t>
            </a:r>
          </a:p>
          <a:p>
            <a:pPr marL="457200" indent="-457200" algn="just">
              <a:lnSpc>
                <a:spcPct val="120000"/>
              </a:lnSpc>
              <a:buFont typeface="+mj-lt"/>
              <a:buAutoNum type="arabicPeriod"/>
            </a:pPr>
            <a:r>
              <a:rPr lang="fr-CA" sz="2000" dirty="0"/>
              <a:t>Click Continue. </a:t>
            </a:r>
            <a:r>
              <a:rPr lang="en-US" sz="2000" dirty="0"/>
              <a:t>You will be redirected to the main Picking window. Complete the other pick commands if necessary as you normally would.</a:t>
            </a:r>
          </a:p>
          <a:p>
            <a:pPr marL="0" indent="0" algn="just">
              <a:lnSpc>
                <a:spcPct val="120000"/>
              </a:lnSpc>
              <a:buNone/>
            </a:pPr>
            <a:endParaRPr lang="en-US" sz="2400" dirty="0">
              <a:solidFill>
                <a:schemeClr val="tx2"/>
              </a:solidFill>
              <a:latin typeface="Abadi" panose="020B0604020104020204" pitchFamily="34" charset="0"/>
            </a:endParaRPr>
          </a:p>
          <a:p>
            <a:pPr algn="just">
              <a:lnSpc>
                <a:spcPct val="120000"/>
              </a:lnSpc>
            </a:pPr>
            <a:endParaRPr lang="fr-FR" sz="2400" dirty="0">
              <a:solidFill>
                <a:schemeClr val="tx2"/>
              </a:solidFill>
              <a:latin typeface="Abadi" panose="020B0604020104020204" pitchFamily="34" charset="0"/>
            </a:endParaRPr>
          </a:p>
          <a:p>
            <a:pPr marL="0" indent="0">
              <a:buNone/>
            </a:pPr>
            <a:endParaRPr lang="en-CA" dirty="0"/>
          </a:p>
        </p:txBody>
      </p:sp>
      <p:pic>
        <p:nvPicPr>
          <p:cNvPr id="5" name="Picture 4">
            <a:extLst>
              <a:ext uri="{FF2B5EF4-FFF2-40B4-BE49-F238E27FC236}">
                <a16:creationId xmlns:a16="http://schemas.microsoft.com/office/drawing/2014/main" xmlns="" id="{F37E2760-2258-4589-8A99-50053D801CDD}"/>
              </a:ext>
            </a:extLst>
          </p:cNvPr>
          <p:cNvPicPr>
            <a:picLocks noChangeAspect="1"/>
          </p:cNvPicPr>
          <p:nvPr>
            <p:custDataLst>
              <p:tags r:id="rId3"/>
            </p:custDataLst>
          </p:nvPr>
        </p:nvPicPr>
        <p:blipFill>
          <a:blip r:embed="rId5"/>
          <a:stretch>
            <a:fillRect/>
          </a:stretch>
        </p:blipFill>
        <p:spPr>
          <a:xfrm>
            <a:off x="7649029" y="287397"/>
            <a:ext cx="3294743" cy="5889566"/>
          </a:xfrm>
          <a:prstGeom prst="rect">
            <a:avLst/>
          </a:prstGeom>
        </p:spPr>
      </p:pic>
    </p:spTree>
    <p:extLst>
      <p:ext uri="{BB962C8B-B14F-4D97-AF65-F5344CB8AC3E}">
        <p14:creationId xmlns:p14="http://schemas.microsoft.com/office/powerpoint/2010/main" val="34587180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DBB580-C9AB-4228-ACDB-63C015C1C5AD}"/>
              </a:ext>
            </a:extLst>
          </p:cNvPr>
          <p:cNvSpPr>
            <a:spLocks noGrp="1"/>
          </p:cNvSpPr>
          <p:nvPr>
            <p:ph type="title"/>
            <p:custDataLst>
              <p:tags r:id="rId1"/>
            </p:custDataLst>
          </p:nvPr>
        </p:nvSpPr>
        <p:spPr/>
        <p:txBody>
          <a:bodyPr/>
          <a:lstStyle/>
          <a:p>
            <a:r>
              <a:rPr lang="fr-CA" dirty="0"/>
              <a:t>Picking Exceptions – </a:t>
            </a:r>
            <a:r>
              <a:rPr lang="fr-CA" dirty="0" err="1"/>
              <a:t>Summary</a:t>
            </a:r>
            <a:endParaRPr lang="en-CA" dirty="0"/>
          </a:p>
        </p:txBody>
      </p:sp>
      <p:sp>
        <p:nvSpPr>
          <p:cNvPr id="3" name="Content Placeholder 2">
            <a:extLst>
              <a:ext uri="{FF2B5EF4-FFF2-40B4-BE49-F238E27FC236}">
                <a16:creationId xmlns:a16="http://schemas.microsoft.com/office/drawing/2014/main" xmlns="" id="{F8CEB362-C353-4C01-BFD7-8060D9BCB093}"/>
              </a:ext>
            </a:extLst>
          </p:cNvPr>
          <p:cNvSpPr>
            <a:spLocks noGrp="1"/>
          </p:cNvSpPr>
          <p:nvPr>
            <p:ph idx="1"/>
            <p:custDataLst>
              <p:tags r:id="rId2"/>
            </p:custDataLst>
          </p:nvPr>
        </p:nvSpPr>
        <p:spPr>
          <a:xfrm>
            <a:off x="838200" y="1030516"/>
            <a:ext cx="10831286" cy="5044849"/>
          </a:xfrm>
        </p:spPr>
        <p:txBody>
          <a:bodyPr/>
          <a:lstStyle/>
          <a:p>
            <a:pPr algn="just">
              <a:lnSpc>
                <a:spcPct val="130000"/>
              </a:lnSpc>
            </a:pPr>
            <a:r>
              <a:rPr lang="en-US" sz="2000" dirty="0"/>
              <a:t>During picking, if one of the four situations mentioned previously occurs, the Confirm Pick Command window will allow you to enter the reason for the exception in the Pick Short Reason field.</a:t>
            </a:r>
          </a:p>
          <a:p>
            <a:pPr algn="just">
              <a:lnSpc>
                <a:spcPct val="130000"/>
              </a:lnSpc>
            </a:pPr>
            <a:r>
              <a:rPr lang="en-US" sz="2000" dirty="0"/>
              <a:t>Below is a summary of the different options available for exceptions during picking: </a:t>
            </a:r>
          </a:p>
          <a:p>
            <a:pPr algn="just">
              <a:lnSpc>
                <a:spcPct val="130000"/>
              </a:lnSpc>
            </a:pPr>
            <a:endParaRPr lang="en-US" sz="2000" dirty="0"/>
          </a:p>
          <a:p>
            <a:pPr algn="just">
              <a:lnSpc>
                <a:spcPct val="130000"/>
              </a:lnSpc>
            </a:pPr>
            <a:endParaRPr lang="en-US" sz="2000" dirty="0"/>
          </a:p>
          <a:p>
            <a:pPr marL="0" indent="0" algn="just">
              <a:lnSpc>
                <a:spcPct val="130000"/>
              </a:lnSpc>
              <a:buNone/>
            </a:pPr>
            <a:endParaRPr lang="en-US" sz="2000" dirty="0"/>
          </a:p>
          <a:p>
            <a:pPr marL="0" indent="0" algn="just">
              <a:lnSpc>
                <a:spcPct val="130000"/>
              </a:lnSpc>
              <a:buNone/>
            </a:pPr>
            <a:endParaRPr lang="en-US" sz="2000" dirty="0"/>
          </a:p>
          <a:p>
            <a:pPr marL="0" indent="0" algn="just">
              <a:lnSpc>
                <a:spcPct val="130000"/>
              </a:lnSpc>
              <a:buNone/>
            </a:pPr>
            <a:endParaRPr lang="en-US" sz="2000" dirty="0"/>
          </a:p>
          <a:p>
            <a:pPr algn="just">
              <a:lnSpc>
                <a:spcPct val="130000"/>
              </a:lnSpc>
            </a:pPr>
            <a:r>
              <a:rPr lang="fr-CA" sz="2000" dirty="0"/>
              <a:t>Note: </a:t>
            </a:r>
            <a:r>
              <a:rPr lang="en-US" sz="2000" dirty="0"/>
              <a:t>A cycle count will automatically be generated if the “3 - Inventory Unavailable” option is entered, and the cycle count task will be assigned to the picker who is already in front of the location.</a:t>
            </a:r>
          </a:p>
          <a:p>
            <a:pPr algn="just">
              <a:lnSpc>
                <a:spcPct val="130000"/>
              </a:lnSpc>
            </a:pPr>
            <a:endParaRPr lang="en-US" sz="2000" dirty="0"/>
          </a:p>
          <a:p>
            <a:pPr algn="just">
              <a:lnSpc>
                <a:spcPct val="130000"/>
              </a:lnSpc>
            </a:pPr>
            <a:endParaRPr lang="en-CA" dirty="0"/>
          </a:p>
        </p:txBody>
      </p:sp>
      <p:graphicFrame>
        <p:nvGraphicFramePr>
          <p:cNvPr id="7" name="Table 5">
            <a:extLst>
              <a:ext uri="{FF2B5EF4-FFF2-40B4-BE49-F238E27FC236}">
                <a16:creationId xmlns:a16="http://schemas.microsoft.com/office/drawing/2014/main" xmlns="" id="{62FBC7F1-E32C-47C7-B6AA-CAF55390405F}"/>
              </a:ext>
            </a:extLst>
          </p:cNvPr>
          <p:cNvGraphicFramePr>
            <a:graphicFrameLocks noGrp="1"/>
          </p:cNvGraphicFramePr>
          <p:nvPr>
            <p:custDataLst>
              <p:tags r:id="rId3"/>
            </p:custDataLst>
            <p:extLst>
              <p:ext uri="{D42A27DB-BD31-4B8C-83A1-F6EECF244321}">
                <p14:modId xmlns:p14="http://schemas.microsoft.com/office/powerpoint/2010/main" val="2913445450"/>
              </p:ext>
            </p:extLst>
          </p:nvPr>
        </p:nvGraphicFramePr>
        <p:xfrm>
          <a:off x="696000" y="2624275"/>
          <a:ext cx="10799999" cy="2270760"/>
        </p:xfrm>
        <a:graphic>
          <a:graphicData uri="http://schemas.openxmlformats.org/drawingml/2006/table">
            <a:tbl>
              <a:tblPr firstRow="1" bandRow="1">
                <a:tableStyleId>{9D7B26C5-4107-4FEC-AEDC-1716B250A1EF}</a:tableStyleId>
              </a:tblPr>
              <a:tblGrid>
                <a:gridCol w="3532542">
                  <a:extLst>
                    <a:ext uri="{9D8B030D-6E8A-4147-A177-3AD203B41FA5}">
                      <a16:colId xmlns:a16="http://schemas.microsoft.com/office/drawing/2014/main" xmlns="" val="49475132"/>
                    </a:ext>
                  </a:extLst>
                </a:gridCol>
                <a:gridCol w="7267457">
                  <a:extLst>
                    <a:ext uri="{9D8B030D-6E8A-4147-A177-3AD203B41FA5}">
                      <a16:colId xmlns:a16="http://schemas.microsoft.com/office/drawing/2014/main" xmlns="" val="2753842454"/>
                    </a:ext>
                  </a:extLst>
                </a:gridCol>
              </a:tblGrid>
              <a:tr h="370840">
                <a:tc>
                  <a:txBody>
                    <a:bodyPr/>
                    <a:lstStyle/>
                    <a:p>
                      <a:r>
                        <a:rPr lang="fr-CA" sz="1600" dirty="0">
                          <a:solidFill>
                            <a:schemeClr val="bg2">
                              <a:lumMod val="25000"/>
                            </a:schemeClr>
                          </a:solidFill>
                        </a:rPr>
                        <a:t>Pick Short Reason</a:t>
                      </a:r>
                      <a:endParaRPr lang="en-CA" sz="1600" dirty="0">
                        <a:solidFill>
                          <a:schemeClr val="bg2">
                            <a:lumMod val="25000"/>
                          </a:schemeClr>
                        </a:solidFill>
                      </a:endParaRPr>
                    </a:p>
                  </a:txBody>
                  <a:tcPr/>
                </a:tc>
                <a:tc>
                  <a:txBody>
                    <a:bodyPr/>
                    <a:lstStyle/>
                    <a:p>
                      <a:r>
                        <a:rPr lang="fr-CA" sz="1600" dirty="0">
                          <a:solidFill>
                            <a:schemeClr val="bg2">
                              <a:lumMod val="25000"/>
                            </a:schemeClr>
                          </a:solidFill>
                        </a:rPr>
                        <a:t>Description </a:t>
                      </a:r>
                      <a:endParaRPr lang="en-CA" sz="1600" dirty="0">
                        <a:solidFill>
                          <a:schemeClr val="bg2">
                            <a:lumMod val="25000"/>
                          </a:schemeClr>
                        </a:solidFill>
                      </a:endParaRPr>
                    </a:p>
                  </a:txBody>
                  <a:tcPr/>
                </a:tc>
                <a:extLst>
                  <a:ext uri="{0D108BD9-81ED-4DB2-BD59-A6C34878D82A}">
                    <a16:rowId xmlns:a16="http://schemas.microsoft.com/office/drawing/2014/main" xmlns="" val="238050964"/>
                  </a:ext>
                </a:extLst>
              </a:tr>
              <a:tr h="370840">
                <a:tc>
                  <a:txBody>
                    <a:bodyPr/>
                    <a:lstStyle/>
                    <a:p>
                      <a:r>
                        <a:rPr lang="en-CA" sz="1600" b="0" i="0" u="none" strike="noStrike" kern="1200" baseline="0" dirty="0">
                          <a:solidFill>
                            <a:schemeClr val="tx1">
                              <a:lumMod val="75000"/>
                              <a:lumOff val="25000"/>
                            </a:schemeClr>
                          </a:solidFill>
                          <a:latin typeface="+mn-lt"/>
                          <a:ea typeface="+mn-ea"/>
                          <a:cs typeface="+mn-cs"/>
                        </a:rPr>
                        <a:t>1 - Container Full</a:t>
                      </a:r>
                      <a:endParaRPr lang="en-CA" sz="1600" dirty="0">
                        <a:solidFill>
                          <a:schemeClr val="tx1">
                            <a:lumMod val="75000"/>
                            <a:lumOff val="25000"/>
                          </a:schemeClr>
                        </a:solidFill>
                      </a:endParaRPr>
                    </a:p>
                  </a:txBody>
                  <a:tcPr/>
                </a:tc>
                <a:tc>
                  <a:txBody>
                    <a:bodyPr/>
                    <a:lstStyle/>
                    <a:p>
                      <a:pPr algn="just"/>
                      <a:r>
                        <a:rPr lang="en-US" sz="1600" dirty="0">
                          <a:solidFill>
                            <a:schemeClr val="tx1">
                              <a:lumMod val="75000"/>
                              <a:lumOff val="25000"/>
                            </a:schemeClr>
                          </a:solidFill>
                        </a:rPr>
                        <a:t>The container being picked into has no room</a:t>
                      </a:r>
                      <a:r>
                        <a:rPr lang="fr-FR" sz="1600" dirty="0">
                          <a:solidFill>
                            <a:schemeClr val="tx1">
                              <a:lumMod val="75000"/>
                              <a:lumOff val="25000"/>
                            </a:schemeClr>
                          </a:solidFill>
                        </a:rPr>
                        <a:t>. </a:t>
                      </a:r>
                      <a:r>
                        <a:rPr lang="en-US" sz="1600" dirty="0">
                          <a:solidFill>
                            <a:schemeClr val="tx1">
                              <a:lumMod val="75000"/>
                              <a:lumOff val="25000"/>
                            </a:schemeClr>
                          </a:solidFill>
                        </a:rPr>
                        <a:t>The pick will be completed when another container is brought to the location.</a:t>
                      </a:r>
                      <a:endParaRPr lang="en-CA" sz="1600" dirty="0">
                        <a:solidFill>
                          <a:schemeClr val="tx1">
                            <a:lumMod val="75000"/>
                            <a:lumOff val="25000"/>
                          </a:schemeClr>
                        </a:solidFill>
                      </a:endParaRPr>
                    </a:p>
                  </a:txBody>
                  <a:tcPr/>
                </a:tc>
                <a:extLst>
                  <a:ext uri="{0D108BD9-81ED-4DB2-BD59-A6C34878D82A}">
                    <a16:rowId xmlns:a16="http://schemas.microsoft.com/office/drawing/2014/main" xmlns="" val="3793650504"/>
                  </a:ext>
                </a:extLst>
              </a:tr>
              <a:tr h="370840">
                <a:tc>
                  <a:txBody>
                    <a:bodyPr/>
                    <a:lstStyle/>
                    <a:p>
                      <a:r>
                        <a:rPr lang="en-CA" sz="1600" b="0" i="0" u="none" strike="noStrike" kern="1200" baseline="0" dirty="0">
                          <a:solidFill>
                            <a:schemeClr val="tx1">
                              <a:lumMod val="75000"/>
                              <a:lumOff val="25000"/>
                            </a:schemeClr>
                          </a:solidFill>
                          <a:latin typeface="+mn-lt"/>
                          <a:ea typeface="+mn-ea"/>
                          <a:cs typeface="+mn-cs"/>
                        </a:rPr>
                        <a:t>2 - Partially Picked</a:t>
                      </a:r>
                      <a:endParaRPr lang="en-CA" sz="1600" dirty="0">
                        <a:solidFill>
                          <a:schemeClr val="tx1">
                            <a:lumMod val="75000"/>
                            <a:lumOff val="25000"/>
                          </a:schemeClr>
                        </a:solidFill>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lumMod val="75000"/>
                              <a:lumOff val="25000"/>
                            </a:schemeClr>
                          </a:solidFill>
                          <a:latin typeface="+mn-lt"/>
                          <a:ea typeface="+mn-ea"/>
                          <a:cs typeface="+mn-cs"/>
                        </a:rPr>
                        <a:t>The quantity of inventory for the product to be picked is insufficient.</a:t>
                      </a:r>
                    </a:p>
                  </a:txBody>
                  <a:tcPr/>
                </a:tc>
                <a:extLst>
                  <a:ext uri="{0D108BD9-81ED-4DB2-BD59-A6C34878D82A}">
                    <a16:rowId xmlns:a16="http://schemas.microsoft.com/office/drawing/2014/main" xmlns="" val="4036334239"/>
                  </a:ext>
                </a:extLst>
              </a:tr>
              <a:tr h="370840">
                <a:tc>
                  <a:txBody>
                    <a:bodyPr/>
                    <a:lstStyle/>
                    <a:p>
                      <a:r>
                        <a:rPr lang="en-CA" sz="1600" b="0" i="0" u="none" strike="noStrike" kern="1200" baseline="0" dirty="0">
                          <a:solidFill>
                            <a:schemeClr val="tx1">
                              <a:lumMod val="75000"/>
                              <a:lumOff val="25000"/>
                            </a:schemeClr>
                          </a:solidFill>
                          <a:latin typeface="+mn-lt"/>
                          <a:ea typeface="+mn-ea"/>
                          <a:cs typeface="+mn-cs"/>
                        </a:rPr>
                        <a:t>3 - Inventory Unavailable</a:t>
                      </a:r>
                      <a:endParaRPr lang="en-CA" sz="1600" dirty="0">
                        <a:solidFill>
                          <a:schemeClr val="tx1">
                            <a:lumMod val="75000"/>
                            <a:lumOff val="25000"/>
                          </a:schemeClr>
                        </a:solidFill>
                      </a:endParaRPr>
                    </a:p>
                  </a:txBody>
                  <a:tcPr/>
                </a:tc>
                <a:tc>
                  <a:txBody>
                    <a:bodyPr/>
                    <a:lstStyle/>
                    <a:p>
                      <a:pPr algn="just"/>
                      <a:r>
                        <a:rPr lang="en-US" sz="1600" dirty="0">
                          <a:solidFill>
                            <a:schemeClr val="tx1">
                              <a:lumMod val="75000"/>
                              <a:lumOff val="25000"/>
                            </a:schemeClr>
                          </a:solidFill>
                        </a:rPr>
                        <a:t>The product to be picked is not available</a:t>
                      </a:r>
                      <a:r>
                        <a:rPr lang="fr-FR" sz="1600" dirty="0">
                          <a:solidFill>
                            <a:schemeClr val="tx1">
                              <a:lumMod val="75000"/>
                              <a:lumOff val="25000"/>
                            </a:schemeClr>
                          </a:solidFill>
                        </a:rPr>
                        <a:t>. </a:t>
                      </a:r>
                      <a:endParaRPr lang="en-CA" sz="1600" dirty="0">
                        <a:solidFill>
                          <a:schemeClr val="tx1">
                            <a:lumMod val="75000"/>
                            <a:lumOff val="25000"/>
                          </a:schemeClr>
                        </a:solidFill>
                      </a:endParaRPr>
                    </a:p>
                  </a:txBody>
                  <a:tcPr/>
                </a:tc>
                <a:extLst>
                  <a:ext uri="{0D108BD9-81ED-4DB2-BD59-A6C34878D82A}">
                    <a16:rowId xmlns:a16="http://schemas.microsoft.com/office/drawing/2014/main" xmlns="" val="3211077854"/>
                  </a:ext>
                </a:extLst>
              </a:tr>
              <a:tr h="370840">
                <a:tc>
                  <a:txBody>
                    <a:bodyPr/>
                    <a:lstStyle/>
                    <a:p>
                      <a:r>
                        <a:rPr lang="en-CA" sz="1600" b="0" i="0" u="none" strike="noStrike" kern="1200" baseline="0" dirty="0">
                          <a:solidFill>
                            <a:schemeClr val="tx1">
                              <a:lumMod val="75000"/>
                              <a:lumOff val="25000"/>
                            </a:schemeClr>
                          </a:solidFill>
                          <a:latin typeface="+mn-lt"/>
                          <a:ea typeface="+mn-ea"/>
                          <a:cs typeface="+mn-cs"/>
                        </a:rPr>
                        <a:t>4 - Inventory Not Required</a:t>
                      </a:r>
                      <a:endParaRPr lang="en-CA" sz="1600" dirty="0">
                        <a:solidFill>
                          <a:schemeClr val="tx1">
                            <a:lumMod val="75000"/>
                            <a:lumOff val="25000"/>
                          </a:schemeClr>
                        </a:solidFill>
                      </a:endParaRPr>
                    </a:p>
                  </a:txBody>
                  <a:tcPr/>
                </a:tc>
                <a:tc>
                  <a:txBody>
                    <a:bodyPr/>
                    <a:lstStyle/>
                    <a:p>
                      <a:r>
                        <a:rPr lang="en-US" sz="1600" dirty="0">
                          <a:solidFill>
                            <a:schemeClr val="tx1">
                              <a:lumMod val="75000"/>
                              <a:lumOff val="25000"/>
                            </a:schemeClr>
                          </a:solidFill>
                        </a:rPr>
                        <a:t>For whatever reason, the user indicates that some inventory the system requests is unnecessary for the order. </a:t>
                      </a:r>
                      <a:endParaRPr lang="en-CA" sz="1600" dirty="0">
                        <a:solidFill>
                          <a:schemeClr val="tx1">
                            <a:lumMod val="75000"/>
                            <a:lumOff val="25000"/>
                          </a:schemeClr>
                        </a:solidFill>
                      </a:endParaRPr>
                    </a:p>
                  </a:txBody>
                  <a:tcPr/>
                </a:tc>
                <a:extLst>
                  <a:ext uri="{0D108BD9-81ED-4DB2-BD59-A6C34878D82A}">
                    <a16:rowId xmlns:a16="http://schemas.microsoft.com/office/drawing/2014/main" xmlns="" val="2814670829"/>
                  </a:ext>
                </a:extLst>
              </a:tr>
            </a:tbl>
          </a:graphicData>
        </a:graphic>
      </p:graphicFrame>
    </p:spTree>
    <p:extLst>
      <p:ext uri="{BB962C8B-B14F-4D97-AF65-F5344CB8AC3E}">
        <p14:creationId xmlns:p14="http://schemas.microsoft.com/office/powerpoint/2010/main" val="16444386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Conventional Picking</a:t>
            </a:r>
          </a:p>
        </p:txBody>
      </p:sp>
    </p:spTree>
    <p:extLst>
      <p:ext uri="{BB962C8B-B14F-4D97-AF65-F5344CB8AC3E}">
        <p14:creationId xmlns:p14="http://schemas.microsoft.com/office/powerpoint/2010/main" val="4936867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296BAC-9FC1-471C-982D-7068E0EF9F37}"/>
              </a:ext>
            </a:extLst>
          </p:cNvPr>
          <p:cNvSpPr>
            <a:spLocks noGrp="1"/>
          </p:cNvSpPr>
          <p:nvPr>
            <p:ph type="title"/>
            <p:custDataLst>
              <p:tags r:id="rId1"/>
            </p:custDataLst>
          </p:nvPr>
        </p:nvSpPr>
        <p:spPr/>
        <p:txBody>
          <a:bodyPr/>
          <a:lstStyle/>
          <a:p>
            <a:r>
              <a:rPr lang="fr-CA" dirty="0" err="1"/>
              <a:t>Conventional</a:t>
            </a:r>
            <a:r>
              <a:rPr lang="fr-CA" dirty="0"/>
              <a:t> Picking</a:t>
            </a:r>
            <a:endParaRPr lang="en-CA" dirty="0"/>
          </a:p>
        </p:txBody>
      </p:sp>
      <p:sp>
        <p:nvSpPr>
          <p:cNvPr id="3" name="Content Placeholder 2">
            <a:extLst>
              <a:ext uri="{FF2B5EF4-FFF2-40B4-BE49-F238E27FC236}">
                <a16:creationId xmlns:a16="http://schemas.microsoft.com/office/drawing/2014/main" xmlns="" id="{4ECF7546-0358-454B-9F23-FBB78227859F}"/>
              </a:ext>
            </a:extLst>
          </p:cNvPr>
          <p:cNvSpPr>
            <a:spLocks noGrp="1"/>
          </p:cNvSpPr>
          <p:nvPr>
            <p:ph idx="1"/>
            <p:custDataLst>
              <p:tags r:id="rId2"/>
            </p:custDataLst>
          </p:nvPr>
        </p:nvSpPr>
        <p:spPr>
          <a:xfrm>
            <a:off x="838200" y="1069145"/>
            <a:ext cx="10515600" cy="5252961"/>
          </a:xfrm>
        </p:spPr>
        <p:txBody>
          <a:bodyPr/>
          <a:lstStyle/>
          <a:p>
            <a:pPr algn="just">
              <a:lnSpc>
                <a:spcPct val="130000"/>
              </a:lnSpc>
            </a:pPr>
            <a:r>
              <a:rPr lang="en-US" sz="2000" dirty="0"/>
              <a:t> When a picking is generated through a desktop computer, a paper-based list will be printed to be used by the user to perform the requested picking.</a:t>
            </a:r>
          </a:p>
          <a:p>
            <a:pPr algn="just">
              <a:lnSpc>
                <a:spcPct val="130000"/>
              </a:lnSpc>
            </a:pPr>
            <a:r>
              <a:rPr lang="en-US" sz="2000" dirty="0"/>
              <a:t>The Pick List header contains the Bill To/Ship To information, the Pick List Number as well as other relevant information.  </a:t>
            </a:r>
          </a:p>
          <a:p>
            <a:pPr algn="just">
              <a:lnSpc>
                <a:spcPct val="130000"/>
              </a:lnSpc>
            </a:pPr>
            <a:r>
              <a:rPr lang="en-US" sz="2000" dirty="0"/>
              <a:t> For each line item on the pick list, the following information is provided:</a:t>
            </a:r>
          </a:p>
          <a:p>
            <a:pPr lvl="1" algn="just">
              <a:lnSpc>
                <a:spcPct val="130000"/>
              </a:lnSpc>
              <a:buFont typeface="Wingdings" panose="05000000000000000000" pitchFamily="2" charset="2"/>
              <a:buChar char="ü"/>
            </a:pPr>
            <a:r>
              <a:rPr lang="en-US" sz="2000" dirty="0"/>
              <a:t>Shipment Order </a:t>
            </a:r>
          </a:p>
          <a:p>
            <a:pPr lvl="1" algn="just">
              <a:lnSpc>
                <a:spcPct val="130000"/>
              </a:lnSpc>
              <a:buFont typeface="Wingdings" panose="05000000000000000000" pitchFamily="2" charset="2"/>
              <a:buChar char="ü"/>
            </a:pPr>
            <a:r>
              <a:rPr lang="en-US" sz="2000" dirty="0"/>
              <a:t>From/To Location </a:t>
            </a:r>
          </a:p>
          <a:p>
            <a:pPr lvl="1" algn="just">
              <a:lnSpc>
                <a:spcPct val="130000"/>
              </a:lnSpc>
              <a:buFont typeface="Wingdings" panose="05000000000000000000" pitchFamily="2" charset="2"/>
              <a:buChar char="ü"/>
            </a:pPr>
            <a:r>
              <a:rPr lang="en-US" sz="2000" dirty="0"/>
              <a:t>Item Description and UPC</a:t>
            </a:r>
          </a:p>
          <a:p>
            <a:pPr lvl="1" algn="just">
              <a:lnSpc>
                <a:spcPct val="130000"/>
              </a:lnSpc>
              <a:buFont typeface="Wingdings" panose="05000000000000000000" pitchFamily="2" charset="2"/>
              <a:buChar char="ü"/>
            </a:pPr>
            <a:r>
              <a:rPr lang="en-US" sz="2000" dirty="0"/>
              <a:t>UoM and Package Code </a:t>
            </a:r>
          </a:p>
          <a:p>
            <a:pPr lvl="1" algn="just">
              <a:lnSpc>
                <a:spcPct val="130000"/>
              </a:lnSpc>
              <a:buFont typeface="Wingdings" panose="05000000000000000000" pitchFamily="2" charset="2"/>
              <a:buChar char="ü"/>
            </a:pPr>
            <a:r>
              <a:rPr lang="en-US" sz="2000" dirty="0"/>
              <a:t>From/To Container </a:t>
            </a:r>
          </a:p>
          <a:p>
            <a:pPr lvl="1" algn="just">
              <a:lnSpc>
                <a:spcPct val="130000"/>
              </a:lnSpc>
              <a:buFont typeface="Wingdings" panose="05000000000000000000" pitchFamily="2" charset="2"/>
              <a:buChar char="ü"/>
            </a:pPr>
            <a:r>
              <a:rPr lang="en-US" sz="2000" dirty="0"/>
              <a:t>Quantity to be picked </a:t>
            </a:r>
          </a:p>
          <a:p>
            <a:pPr>
              <a:lnSpc>
                <a:spcPct val="130000"/>
              </a:lnSpc>
            </a:pPr>
            <a:endParaRPr lang="en-CA" sz="2000" dirty="0"/>
          </a:p>
        </p:txBody>
      </p:sp>
    </p:spTree>
    <p:extLst>
      <p:ext uri="{BB962C8B-B14F-4D97-AF65-F5344CB8AC3E}">
        <p14:creationId xmlns:p14="http://schemas.microsoft.com/office/powerpoint/2010/main" val="22451049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D41D92-6DAD-40F0-8394-3C4777F70F3C}"/>
              </a:ext>
            </a:extLst>
          </p:cNvPr>
          <p:cNvSpPr>
            <a:spLocks noGrp="1"/>
          </p:cNvSpPr>
          <p:nvPr>
            <p:ph type="title"/>
            <p:custDataLst>
              <p:tags r:id="rId1"/>
            </p:custDataLst>
          </p:nvPr>
        </p:nvSpPr>
        <p:spPr/>
        <p:txBody>
          <a:bodyPr/>
          <a:lstStyle/>
          <a:p>
            <a:r>
              <a:rPr lang="fr-CA" dirty="0" err="1"/>
              <a:t>Conventional</a:t>
            </a:r>
            <a:r>
              <a:rPr lang="fr-CA" dirty="0"/>
              <a:t> Picking</a:t>
            </a:r>
            <a:endParaRPr lang="en-CA" dirty="0"/>
          </a:p>
        </p:txBody>
      </p:sp>
      <p:pic>
        <p:nvPicPr>
          <p:cNvPr id="7" name="Picture 6">
            <a:extLst>
              <a:ext uri="{FF2B5EF4-FFF2-40B4-BE49-F238E27FC236}">
                <a16:creationId xmlns:a16="http://schemas.microsoft.com/office/drawing/2014/main" xmlns="" id="{D09394F1-62E5-40F1-A527-F7324C22B249}"/>
              </a:ext>
            </a:extLst>
          </p:cNvPr>
          <p:cNvPicPr>
            <a:picLocks noChangeAspect="1"/>
          </p:cNvPicPr>
          <p:nvPr>
            <p:custDataLst>
              <p:tags r:id="rId2"/>
            </p:custDataLst>
          </p:nvPr>
        </p:nvPicPr>
        <p:blipFill>
          <a:blip r:embed="rId4"/>
          <a:stretch>
            <a:fillRect/>
          </a:stretch>
        </p:blipFill>
        <p:spPr>
          <a:xfrm>
            <a:off x="5021941" y="164291"/>
            <a:ext cx="4949373" cy="6201727"/>
          </a:xfrm>
          <a:prstGeom prst="rect">
            <a:avLst/>
          </a:prstGeom>
        </p:spPr>
      </p:pic>
    </p:spTree>
    <p:extLst>
      <p:ext uri="{BB962C8B-B14F-4D97-AF65-F5344CB8AC3E}">
        <p14:creationId xmlns:p14="http://schemas.microsoft.com/office/powerpoint/2010/main" val="109089021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D41D92-6DAD-40F0-8394-3C4777F70F3C}"/>
              </a:ext>
            </a:extLst>
          </p:cNvPr>
          <p:cNvSpPr>
            <a:spLocks noGrp="1"/>
          </p:cNvSpPr>
          <p:nvPr>
            <p:ph type="title"/>
            <p:custDataLst>
              <p:tags r:id="rId1"/>
            </p:custDataLst>
          </p:nvPr>
        </p:nvSpPr>
        <p:spPr/>
        <p:txBody>
          <a:bodyPr/>
          <a:lstStyle/>
          <a:p>
            <a:r>
              <a:rPr lang="fr-CA" dirty="0" err="1"/>
              <a:t>Conventional</a:t>
            </a:r>
            <a:r>
              <a:rPr lang="fr-CA" dirty="0"/>
              <a:t> Picking</a:t>
            </a:r>
            <a:endParaRPr lang="en-CA" dirty="0"/>
          </a:p>
        </p:txBody>
      </p:sp>
      <p:sp>
        <p:nvSpPr>
          <p:cNvPr id="4" name="Content Placeholder 2">
            <a:extLst>
              <a:ext uri="{FF2B5EF4-FFF2-40B4-BE49-F238E27FC236}">
                <a16:creationId xmlns:a16="http://schemas.microsoft.com/office/drawing/2014/main" xmlns="" id="{BB711F9D-E48A-4B36-B33B-587CE4409B66}"/>
              </a:ext>
            </a:extLst>
          </p:cNvPr>
          <p:cNvSpPr>
            <a:spLocks noGrp="1"/>
          </p:cNvSpPr>
          <p:nvPr>
            <p:ph idx="1"/>
            <p:custDataLst>
              <p:tags r:id="rId2"/>
            </p:custDataLst>
          </p:nvPr>
        </p:nvSpPr>
        <p:spPr>
          <a:xfrm>
            <a:off x="651163" y="1175657"/>
            <a:ext cx="5619007" cy="4637770"/>
          </a:xfrm>
        </p:spPr>
        <p:txBody>
          <a:bodyPr/>
          <a:lstStyle/>
          <a:p>
            <a:pPr marL="0" indent="0" algn="just">
              <a:lnSpc>
                <a:spcPct val="130000"/>
              </a:lnSpc>
              <a:buNone/>
            </a:pPr>
            <a:r>
              <a:rPr lang="en-US" sz="2100" dirty="0"/>
              <a:t>To perform a conventional picking from a paper-based list:</a:t>
            </a:r>
          </a:p>
          <a:p>
            <a:pPr marL="457200" indent="-457200" algn="just">
              <a:lnSpc>
                <a:spcPct val="130000"/>
              </a:lnSpc>
              <a:buFont typeface="+mj-lt"/>
              <a:buAutoNum type="arabicPeriod"/>
            </a:pPr>
            <a:r>
              <a:rPr lang="en-US" sz="2100" dirty="0"/>
              <a:t>Take the Pick list. </a:t>
            </a:r>
          </a:p>
          <a:p>
            <a:pPr marL="457200" indent="-457200" algn="just">
              <a:lnSpc>
                <a:spcPct val="130000"/>
              </a:lnSpc>
              <a:buFont typeface="+mj-lt"/>
              <a:buAutoNum type="arabicPeriod"/>
            </a:pPr>
            <a:r>
              <a:rPr lang="en-US" sz="2100" dirty="0"/>
              <a:t>Go to the From Location specified on the list.</a:t>
            </a:r>
          </a:p>
          <a:p>
            <a:pPr marL="457200" indent="-457200" algn="just">
              <a:lnSpc>
                <a:spcPct val="130000"/>
              </a:lnSpc>
              <a:buFont typeface="+mj-lt"/>
              <a:buAutoNum type="arabicPeriod"/>
            </a:pPr>
            <a:r>
              <a:rPr lang="en-US" sz="2100" dirty="0"/>
              <a:t>Take the product in the Requested Quantity specified.</a:t>
            </a:r>
          </a:p>
          <a:p>
            <a:pPr marL="457200" indent="-457200" algn="just">
              <a:lnSpc>
                <a:spcPct val="130000"/>
              </a:lnSpc>
              <a:buFont typeface="+mj-lt"/>
              <a:buAutoNum type="arabicPeriod"/>
            </a:pPr>
            <a:r>
              <a:rPr lang="en-US" sz="2100" dirty="0"/>
              <a:t>Place the product in the To Container. </a:t>
            </a:r>
          </a:p>
          <a:p>
            <a:pPr marL="457200" indent="-457200" algn="just">
              <a:lnSpc>
                <a:spcPct val="130000"/>
              </a:lnSpc>
              <a:buFont typeface="+mj-lt"/>
              <a:buAutoNum type="arabicPeriod"/>
            </a:pPr>
            <a:r>
              <a:rPr lang="en-US" sz="2100" dirty="0"/>
              <a:t>As you take product, mark the Picked Quantity on the list.</a:t>
            </a:r>
          </a:p>
          <a:p>
            <a:pPr marL="457200" indent="-457200" algn="just">
              <a:lnSpc>
                <a:spcPct val="130000"/>
              </a:lnSpc>
              <a:buFont typeface="+mj-lt"/>
              <a:buAutoNum type="arabicPeriod"/>
            </a:pPr>
            <a:r>
              <a:rPr lang="en-US" sz="2100" dirty="0"/>
              <a:t>Then take the product to the To Location.</a:t>
            </a:r>
          </a:p>
          <a:p>
            <a:pPr marL="457200" indent="-457200" algn="just">
              <a:lnSpc>
                <a:spcPct val="130000"/>
              </a:lnSpc>
              <a:buFont typeface="+mj-lt"/>
              <a:buAutoNum type="arabicPeriod"/>
            </a:pPr>
            <a:endParaRPr lang="en-US" sz="2100" dirty="0"/>
          </a:p>
        </p:txBody>
      </p:sp>
      <p:pic>
        <p:nvPicPr>
          <p:cNvPr id="6" name="Picture 5">
            <a:extLst>
              <a:ext uri="{FF2B5EF4-FFF2-40B4-BE49-F238E27FC236}">
                <a16:creationId xmlns:a16="http://schemas.microsoft.com/office/drawing/2014/main" xmlns="" id="{7BF11C3E-B50B-4AF5-9CA0-81946FB16285}"/>
              </a:ext>
            </a:extLst>
          </p:cNvPr>
          <p:cNvPicPr>
            <a:picLocks noChangeAspect="1"/>
          </p:cNvPicPr>
          <p:nvPr>
            <p:custDataLst>
              <p:tags r:id="rId3"/>
            </p:custDataLst>
          </p:nvPr>
        </p:nvPicPr>
        <p:blipFill rotWithShape="1">
          <a:blip r:embed="rId5"/>
          <a:srcRect t="21055" b="27087"/>
          <a:stretch/>
        </p:blipFill>
        <p:spPr>
          <a:xfrm>
            <a:off x="6270170" y="1730829"/>
            <a:ext cx="5805112" cy="3556456"/>
          </a:xfrm>
          <a:prstGeom prst="rect">
            <a:avLst/>
          </a:prstGeom>
        </p:spPr>
      </p:pic>
    </p:spTree>
    <p:extLst>
      <p:ext uri="{BB962C8B-B14F-4D97-AF65-F5344CB8AC3E}">
        <p14:creationId xmlns:p14="http://schemas.microsoft.com/office/powerpoint/2010/main" val="250927561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D41D92-6DAD-40F0-8394-3C4777F70F3C}"/>
              </a:ext>
            </a:extLst>
          </p:cNvPr>
          <p:cNvSpPr>
            <a:spLocks noGrp="1"/>
          </p:cNvSpPr>
          <p:nvPr>
            <p:ph type="title"/>
            <p:custDataLst>
              <p:tags r:id="rId1"/>
            </p:custDataLst>
          </p:nvPr>
        </p:nvSpPr>
        <p:spPr/>
        <p:txBody>
          <a:bodyPr/>
          <a:lstStyle/>
          <a:p>
            <a:r>
              <a:rPr lang="fr-CA" dirty="0" err="1"/>
              <a:t>Conventional</a:t>
            </a:r>
            <a:r>
              <a:rPr lang="fr-CA" dirty="0"/>
              <a:t> Picking</a:t>
            </a:r>
            <a:endParaRPr lang="en-CA" dirty="0"/>
          </a:p>
        </p:txBody>
      </p:sp>
      <p:sp>
        <p:nvSpPr>
          <p:cNvPr id="3" name="Content Placeholder 2">
            <a:extLst>
              <a:ext uri="{FF2B5EF4-FFF2-40B4-BE49-F238E27FC236}">
                <a16:creationId xmlns:a16="http://schemas.microsoft.com/office/drawing/2014/main" xmlns="" id="{80C23005-F594-4895-A41C-07068485B1A5}"/>
              </a:ext>
            </a:extLst>
          </p:cNvPr>
          <p:cNvSpPr>
            <a:spLocks noGrp="1"/>
          </p:cNvSpPr>
          <p:nvPr>
            <p:ph idx="1"/>
            <p:custDataLst>
              <p:tags r:id="rId2"/>
            </p:custDataLst>
          </p:nvPr>
        </p:nvSpPr>
        <p:spPr>
          <a:xfrm>
            <a:off x="696686" y="1089314"/>
            <a:ext cx="5631543" cy="5087649"/>
          </a:xfrm>
        </p:spPr>
        <p:txBody>
          <a:bodyPr/>
          <a:lstStyle/>
          <a:p>
            <a:pPr marL="0" indent="0" algn="just">
              <a:lnSpc>
                <a:spcPct val="150000"/>
              </a:lnSpc>
              <a:buNone/>
            </a:pPr>
            <a:r>
              <a:rPr lang="en-US" sz="2100" dirty="0"/>
              <a:t>Once the user has picked all products specified by the paper-based list, the Pick List Completion resource is used to enter any pick quantity discrepancies. To do this:</a:t>
            </a:r>
          </a:p>
          <a:p>
            <a:pPr marL="457200" indent="-457200" algn="just">
              <a:lnSpc>
                <a:spcPct val="150000"/>
              </a:lnSpc>
              <a:buFont typeface="+mj-lt"/>
              <a:buAutoNum type="arabicPeriod" startAt="7"/>
            </a:pPr>
            <a:r>
              <a:rPr lang="en-US" sz="2100" dirty="0"/>
              <a:t>With a </a:t>
            </a:r>
            <a:r>
              <a:rPr lang="en-US" sz="2100" u="sng" dirty="0"/>
              <a:t>desktop computer</a:t>
            </a:r>
            <a:r>
              <a:rPr lang="en-US" sz="2100" dirty="0"/>
              <a:t>, select the </a:t>
            </a:r>
            <a:r>
              <a:rPr lang="en-US" sz="2100" b="1" dirty="0"/>
              <a:t>Outbound Order Management </a:t>
            </a:r>
            <a:r>
              <a:rPr lang="en-US" sz="2100" dirty="0"/>
              <a:t>resource.</a:t>
            </a:r>
          </a:p>
          <a:p>
            <a:pPr marL="457200" indent="-457200" algn="just">
              <a:lnSpc>
                <a:spcPct val="150000"/>
              </a:lnSpc>
              <a:buFont typeface="+mj-lt"/>
              <a:buAutoNum type="arabicPeriod" startAt="7"/>
            </a:pPr>
            <a:r>
              <a:rPr lang="en-US" sz="2100" dirty="0"/>
              <a:t>Under Outbound Order Management, click on </a:t>
            </a:r>
            <a:r>
              <a:rPr lang="en-US" sz="2100" b="1" dirty="0"/>
              <a:t>Picking</a:t>
            </a:r>
            <a:r>
              <a:rPr lang="en-US" sz="2100" dirty="0"/>
              <a:t>.</a:t>
            </a:r>
          </a:p>
          <a:p>
            <a:pPr marL="457200" indent="-457200" algn="just">
              <a:lnSpc>
                <a:spcPct val="150000"/>
              </a:lnSpc>
              <a:buFont typeface="+mj-lt"/>
              <a:buAutoNum type="arabicPeriod" startAt="7"/>
            </a:pPr>
            <a:r>
              <a:rPr lang="en-US" sz="2100" dirty="0"/>
              <a:t>Under Picking, click on </a:t>
            </a:r>
            <a:r>
              <a:rPr lang="en-US" sz="2100" b="1" dirty="0"/>
              <a:t>Pick List Completion</a:t>
            </a:r>
            <a:r>
              <a:rPr lang="en-US" sz="2100" dirty="0"/>
              <a:t>.</a:t>
            </a:r>
            <a:endParaRPr lang="en-CA" sz="2100" dirty="0"/>
          </a:p>
        </p:txBody>
      </p:sp>
      <p:pic>
        <p:nvPicPr>
          <p:cNvPr id="5" name="Picture 4">
            <a:extLst>
              <a:ext uri="{FF2B5EF4-FFF2-40B4-BE49-F238E27FC236}">
                <a16:creationId xmlns:a16="http://schemas.microsoft.com/office/drawing/2014/main" xmlns="" id="{F2DA3ADE-9E1A-4051-9674-1DBBEF5ED140}"/>
              </a:ext>
            </a:extLst>
          </p:cNvPr>
          <p:cNvPicPr>
            <a:picLocks noChangeAspect="1"/>
          </p:cNvPicPr>
          <p:nvPr>
            <p:custDataLst>
              <p:tags r:id="rId3"/>
            </p:custDataLst>
          </p:nvPr>
        </p:nvPicPr>
        <p:blipFill>
          <a:blip r:embed="rId5"/>
          <a:stretch>
            <a:fillRect/>
          </a:stretch>
        </p:blipFill>
        <p:spPr>
          <a:xfrm>
            <a:off x="6662058" y="1089314"/>
            <a:ext cx="3565702" cy="5087649"/>
          </a:xfrm>
          <a:prstGeom prst="rect">
            <a:avLst/>
          </a:prstGeom>
        </p:spPr>
      </p:pic>
    </p:spTree>
    <p:extLst>
      <p:ext uri="{BB962C8B-B14F-4D97-AF65-F5344CB8AC3E}">
        <p14:creationId xmlns:p14="http://schemas.microsoft.com/office/powerpoint/2010/main" val="20235143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D41D92-6DAD-40F0-8394-3C4777F70F3C}"/>
              </a:ext>
            </a:extLst>
          </p:cNvPr>
          <p:cNvSpPr>
            <a:spLocks noGrp="1"/>
          </p:cNvSpPr>
          <p:nvPr>
            <p:ph type="title"/>
            <p:custDataLst>
              <p:tags r:id="rId1"/>
            </p:custDataLst>
          </p:nvPr>
        </p:nvSpPr>
        <p:spPr/>
        <p:txBody>
          <a:bodyPr/>
          <a:lstStyle/>
          <a:p>
            <a:r>
              <a:rPr lang="fr-CA" dirty="0" err="1"/>
              <a:t>Conventional</a:t>
            </a:r>
            <a:r>
              <a:rPr lang="fr-CA" dirty="0"/>
              <a:t> Picking</a:t>
            </a:r>
            <a:endParaRPr lang="en-CA" dirty="0"/>
          </a:p>
        </p:txBody>
      </p:sp>
      <p:sp>
        <p:nvSpPr>
          <p:cNvPr id="3" name="Content Placeholder 2">
            <a:extLst>
              <a:ext uri="{FF2B5EF4-FFF2-40B4-BE49-F238E27FC236}">
                <a16:creationId xmlns:a16="http://schemas.microsoft.com/office/drawing/2014/main" xmlns="" id="{80C23005-F594-4895-A41C-07068485B1A5}"/>
              </a:ext>
            </a:extLst>
          </p:cNvPr>
          <p:cNvSpPr>
            <a:spLocks noGrp="1"/>
          </p:cNvSpPr>
          <p:nvPr>
            <p:ph idx="1"/>
            <p:custDataLst>
              <p:tags r:id="rId2"/>
            </p:custDataLst>
          </p:nvPr>
        </p:nvSpPr>
        <p:spPr>
          <a:xfrm>
            <a:off x="838200" y="1393371"/>
            <a:ext cx="5896429" cy="4783592"/>
          </a:xfrm>
        </p:spPr>
        <p:txBody>
          <a:bodyPr/>
          <a:lstStyle/>
          <a:p>
            <a:pPr marL="457200" indent="-457200" algn="just">
              <a:lnSpc>
                <a:spcPct val="150000"/>
              </a:lnSpc>
              <a:buFont typeface="+mj-lt"/>
              <a:buAutoNum type="arabicPeriod" startAt="10"/>
            </a:pPr>
            <a:r>
              <a:rPr lang="fr-CA" sz="2100" dirty="0"/>
              <a:t>The Pick List </a:t>
            </a:r>
            <a:r>
              <a:rPr lang="fr-CA" sz="2100" dirty="0" err="1"/>
              <a:t>Preparation</a:t>
            </a:r>
            <a:r>
              <a:rPr lang="fr-CA" sz="2100" dirty="0"/>
              <a:t> </a:t>
            </a:r>
            <a:r>
              <a:rPr lang="fr-CA" sz="2100" dirty="0" err="1"/>
              <a:t>window</a:t>
            </a:r>
            <a:r>
              <a:rPr lang="fr-CA" sz="2100" dirty="0"/>
              <a:t> </a:t>
            </a:r>
            <a:r>
              <a:rPr lang="fr-CA" sz="2100" dirty="0" err="1"/>
              <a:t>is</a:t>
            </a:r>
            <a:r>
              <a:rPr lang="fr-CA" sz="2100" dirty="0"/>
              <a:t> </a:t>
            </a:r>
            <a:r>
              <a:rPr lang="fr-CA" sz="2100" dirty="0" err="1"/>
              <a:t>displayed</a:t>
            </a:r>
            <a:r>
              <a:rPr lang="fr-CA" sz="2100" dirty="0"/>
              <a:t>. </a:t>
            </a:r>
            <a:r>
              <a:rPr lang="en-US" sz="2100" dirty="0"/>
              <a:t>Enter the pick list number, which is in the upper-right-hand corner of the paper list.</a:t>
            </a:r>
          </a:p>
          <a:p>
            <a:pPr marL="457200" indent="-457200" algn="just">
              <a:lnSpc>
                <a:spcPct val="150000"/>
              </a:lnSpc>
              <a:buFont typeface="+mj-lt"/>
              <a:buAutoNum type="arabicPeriod" startAt="10"/>
            </a:pPr>
            <a:r>
              <a:rPr lang="en-US" sz="2100" dirty="0"/>
              <a:t>Click Submit. </a:t>
            </a:r>
          </a:p>
          <a:p>
            <a:endParaRPr lang="en-CA" dirty="0"/>
          </a:p>
        </p:txBody>
      </p:sp>
      <p:pic>
        <p:nvPicPr>
          <p:cNvPr id="5" name="Picture 4">
            <a:extLst>
              <a:ext uri="{FF2B5EF4-FFF2-40B4-BE49-F238E27FC236}">
                <a16:creationId xmlns:a16="http://schemas.microsoft.com/office/drawing/2014/main" xmlns="" id="{D35E025B-B06D-4675-8C21-8F36871792BD}"/>
              </a:ext>
            </a:extLst>
          </p:cNvPr>
          <p:cNvPicPr>
            <a:picLocks noChangeAspect="1"/>
          </p:cNvPicPr>
          <p:nvPr>
            <p:custDataLst>
              <p:tags r:id="rId3"/>
            </p:custDataLst>
          </p:nvPr>
        </p:nvPicPr>
        <p:blipFill>
          <a:blip r:embed="rId5"/>
          <a:stretch>
            <a:fillRect/>
          </a:stretch>
        </p:blipFill>
        <p:spPr>
          <a:xfrm>
            <a:off x="7213205" y="365125"/>
            <a:ext cx="3966424" cy="5918990"/>
          </a:xfrm>
          <a:prstGeom prst="rect">
            <a:avLst/>
          </a:prstGeom>
        </p:spPr>
      </p:pic>
    </p:spTree>
    <p:extLst>
      <p:ext uri="{BB962C8B-B14F-4D97-AF65-F5344CB8AC3E}">
        <p14:creationId xmlns:p14="http://schemas.microsoft.com/office/powerpoint/2010/main" val="33448441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D41D92-6DAD-40F0-8394-3C4777F70F3C}"/>
              </a:ext>
            </a:extLst>
          </p:cNvPr>
          <p:cNvSpPr>
            <a:spLocks noGrp="1"/>
          </p:cNvSpPr>
          <p:nvPr>
            <p:ph type="title"/>
            <p:custDataLst>
              <p:tags r:id="rId1"/>
            </p:custDataLst>
          </p:nvPr>
        </p:nvSpPr>
        <p:spPr/>
        <p:txBody>
          <a:bodyPr/>
          <a:lstStyle/>
          <a:p>
            <a:r>
              <a:rPr lang="fr-CA" dirty="0" err="1"/>
              <a:t>Conventional</a:t>
            </a:r>
            <a:r>
              <a:rPr lang="fr-CA" dirty="0"/>
              <a:t> Picking</a:t>
            </a:r>
            <a:endParaRPr lang="en-CA" dirty="0"/>
          </a:p>
        </p:txBody>
      </p:sp>
      <p:sp>
        <p:nvSpPr>
          <p:cNvPr id="3" name="Content Placeholder 2">
            <a:extLst>
              <a:ext uri="{FF2B5EF4-FFF2-40B4-BE49-F238E27FC236}">
                <a16:creationId xmlns:a16="http://schemas.microsoft.com/office/drawing/2014/main" xmlns="" id="{80C23005-F594-4895-A41C-07068485B1A5}"/>
              </a:ext>
            </a:extLst>
          </p:cNvPr>
          <p:cNvSpPr>
            <a:spLocks noGrp="1"/>
          </p:cNvSpPr>
          <p:nvPr>
            <p:ph idx="1"/>
            <p:custDataLst>
              <p:tags r:id="rId2"/>
            </p:custDataLst>
          </p:nvPr>
        </p:nvSpPr>
        <p:spPr>
          <a:xfrm>
            <a:off x="838200" y="1103086"/>
            <a:ext cx="10515600" cy="5073877"/>
          </a:xfrm>
        </p:spPr>
        <p:txBody>
          <a:bodyPr/>
          <a:lstStyle/>
          <a:p>
            <a:pPr marL="457200" indent="-457200" algn="just">
              <a:lnSpc>
                <a:spcPct val="130000"/>
              </a:lnSpc>
              <a:buFont typeface="+mj-lt"/>
              <a:buAutoNum type="arabicPeriod" startAt="12"/>
            </a:pPr>
            <a:r>
              <a:rPr lang="en-US" sz="2100" dirty="0"/>
              <a:t>The record is retrieved into the Pick List Completion view’s Search page. For each line item:</a:t>
            </a:r>
          </a:p>
          <a:p>
            <a:pPr lvl="1" algn="just">
              <a:lnSpc>
                <a:spcPct val="130000"/>
              </a:lnSpc>
              <a:buFont typeface="Wingdings" panose="05000000000000000000" pitchFamily="2" charset="2"/>
              <a:buChar char="ü"/>
            </a:pPr>
            <a:r>
              <a:rPr lang="en-US" sz="2100" dirty="0"/>
              <a:t> Confirm the quantity picked in the Input Quantity field. </a:t>
            </a:r>
          </a:p>
          <a:p>
            <a:pPr lvl="1" algn="just">
              <a:lnSpc>
                <a:spcPct val="130000"/>
              </a:lnSpc>
              <a:buFont typeface="Wingdings" panose="05000000000000000000" pitchFamily="2" charset="2"/>
              <a:buChar char="ü"/>
            </a:pPr>
            <a:r>
              <a:rPr lang="en-US" sz="2100" dirty="0"/>
              <a:t> Change the To Container if needed.   </a:t>
            </a:r>
            <a:endParaRPr lang="en-CA" sz="2100" dirty="0"/>
          </a:p>
        </p:txBody>
      </p:sp>
      <p:pic>
        <p:nvPicPr>
          <p:cNvPr id="5" name="Picture 4">
            <a:extLst>
              <a:ext uri="{FF2B5EF4-FFF2-40B4-BE49-F238E27FC236}">
                <a16:creationId xmlns:a16="http://schemas.microsoft.com/office/drawing/2014/main" xmlns="" id="{7BE50115-9D24-435B-BE36-C4D87C0737C5}"/>
              </a:ext>
            </a:extLst>
          </p:cNvPr>
          <p:cNvPicPr>
            <a:picLocks noChangeAspect="1"/>
          </p:cNvPicPr>
          <p:nvPr>
            <p:custDataLst>
              <p:tags r:id="rId3"/>
            </p:custDataLst>
          </p:nvPr>
        </p:nvPicPr>
        <p:blipFill>
          <a:blip r:embed="rId5"/>
          <a:stretch>
            <a:fillRect/>
          </a:stretch>
        </p:blipFill>
        <p:spPr>
          <a:xfrm>
            <a:off x="950685" y="2637511"/>
            <a:ext cx="10290629" cy="3539452"/>
          </a:xfrm>
          <a:prstGeom prst="rect">
            <a:avLst/>
          </a:prstGeom>
        </p:spPr>
      </p:pic>
    </p:spTree>
    <p:extLst>
      <p:ext uri="{BB962C8B-B14F-4D97-AF65-F5344CB8AC3E}">
        <p14:creationId xmlns:p14="http://schemas.microsoft.com/office/powerpoint/2010/main" val="25807352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CD41D92-6DAD-40F0-8394-3C4777F70F3C}"/>
              </a:ext>
            </a:extLst>
          </p:cNvPr>
          <p:cNvSpPr>
            <a:spLocks noGrp="1"/>
          </p:cNvSpPr>
          <p:nvPr>
            <p:ph type="title"/>
            <p:custDataLst>
              <p:tags r:id="rId1"/>
            </p:custDataLst>
          </p:nvPr>
        </p:nvSpPr>
        <p:spPr/>
        <p:txBody>
          <a:bodyPr/>
          <a:lstStyle/>
          <a:p>
            <a:r>
              <a:rPr lang="fr-CA" dirty="0" err="1"/>
              <a:t>Conventional</a:t>
            </a:r>
            <a:r>
              <a:rPr lang="fr-CA" dirty="0"/>
              <a:t> Picking</a:t>
            </a:r>
            <a:endParaRPr lang="en-CA" dirty="0"/>
          </a:p>
        </p:txBody>
      </p:sp>
      <p:sp>
        <p:nvSpPr>
          <p:cNvPr id="4" name="Content Placeholder 2">
            <a:extLst>
              <a:ext uri="{FF2B5EF4-FFF2-40B4-BE49-F238E27FC236}">
                <a16:creationId xmlns:a16="http://schemas.microsoft.com/office/drawing/2014/main" xmlns="" id="{9479968F-07F9-415B-BAC8-7B01CB107E5A}"/>
              </a:ext>
            </a:extLst>
          </p:cNvPr>
          <p:cNvSpPr>
            <a:spLocks noGrp="1"/>
          </p:cNvSpPr>
          <p:nvPr>
            <p:ph idx="1"/>
            <p:custDataLst>
              <p:tags r:id="rId2"/>
            </p:custDataLst>
          </p:nvPr>
        </p:nvSpPr>
        <p:spPr>
          <a:xfrm>
            <a:off x="838200" y="1262743"/>
            <a:ext cx="10515600" cy="4914220"/>
          </a:xfrm>
        </p:spPr>
        <p:txBody>
          <a:bodyPr/>
          <a:lstStyle/>
          <a:p>
            <a:pPr marL="457200" indent="-457200" algn="just">
              <a:lnSpc>
                <a:spcPct val="150000"/>
              </a:lnSpc>
              <a:buFont typeface="+mj-lt"/>
              <a:buAutoNum type="arabicPeriod" startAt="13"/>
            </a:pPr>
            <a:r>
              <a:rPr lang="en-US" sz="2100" dirty="0"/>
              <a:t>If a Pick Short Reason must be entered for an item, select the View Record Details action. </a:t>
            </a:r>
            <a:endParaRPr lang="en-CA" sz="2100" dirty="0"/>
          </a:p>
        </p:txBody>
      </p:sp>
      <p:pic>
        <p:nvPicPr>
          <p:cNvPr id="6" name="Picture 5">
            <a:extLst>
              <a:ext uri="{FF2B5EF4-FFF2-40B4-BE49-F238E27FC236}">
                <a16:creationId xmlns:a16="http://schemas.microsoft.com/office/drawing/2014/main" xmlns="" id="{244C873C-C364-480E-BF9A-1F31CCCE6685}"/>
              </a:ext>
            </a:extLst>
          </p:cNvPr>
          <p:cNvPicPr>
            <a:picLocks noChangeAspect="1"/>
          </p:cNvPicPr>
          <p:nvPr>
            <p:custDataLst>
              <p:tags r:id="rId3"/>
            </p:custDataLst>
          </p:nvPr>
        </p:nvPicPr>
        <p:blipFill>
          <a:blip r:embed="rId5"/>
          <a:stretch>
            <a:fillRect/>
          </a:stretch>
        </p:blipFill>
        <p:spPr>
          <a:xfrm>
            <a:off x="386135" y="2166405"/>
            <a:ext cx="11419730" cy="3116668"/>
          </a:xfrm>
          <a:prstGeom prst="rect">
            <a:avLst/>
          </a:prstGeom>
        </p:spPr>
      </p:pic>
    </p:spTree>
    <p:extLst>
      <p:ext uri="{BB962C8B-B14F-4D97-AF65-F5344CB8AC3E}">
        <p14:creationId xmlns:p14="http://schemas.microsoft.com/office/powerpoint/2010/main" val="30064332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C0C667-B993-4AED-9AF1-8D9A50058EF8}"/>
              </a:ext>
            </a:extLst>
          </p:cNvPr>
          <p:cNvSpPr>
            <a:spLocks noGrp="1"/>
          </p:cNvSpPr>
          <p:nvPr>
            <p:ph type="title"/>
            <p:custDataLst>
              <p:tags r:id="rId1"/>
            </p:custDataLst>
          </p:nvPr>
        </p:nvSpPr>
        <p:spPr/>
        <p:txBody>
          <a:bodyPr/>
          <a:lstStyle/>
          <a:p>
            <a:r>
              <a:rPr lang="fr-CA" dirty="0" err="1"/>
              <a:t>Conventional</a:t>
            </a:r>
            <a:r>
              <a:rPr lang="fr-CA" dirty="0"/>
              <a:t> Picking</a:t>
            </a:r>
            <a:endParaRPr lang="en-CA" dirty="0"/>
          </a:p>
        </p:txBody>
      </p:sp>
      <p:sp>
        <p:nvSpPr>
          <p:cNvPr id="3" name="Content Placeholder 2">
            <a:extLst>
              <a:ext uri="{FF2B5EF4-FFF2-40B4-BE49-F238E27FC236}">
                <a16:creationId xmlns:a16="http://schemas.microsoft.com/office/drawing/2014/main" xmlns="" id="{7A5AA2E4-9CB0-4D59-9741-08327A06E43E}"/>
              </a:ext>
            </a:extLst>
          </p:cNvPr>
          <p:cNvSpPr>
            <a:spLocks noGrp="1"/>
          </p:cNvSpPr>
          <p:nvPr>
            <p:ph idx="1"/>
            <p:custDataLst>
              <p:tags r:id="rId2"/>
            </p:custDataLst>
          </p:nvPr>
        </p:nvSpPr>
        <p:spPr>
          <a:xfrm>
            <a:off x="838200" y="1320800"/>
            <a:ext cx="5257800" cy="4856163"/>
          </a:xfrm>
        </p:spPr>
        <p:txBody>
          <a:bodyPr/>
          <a:lstStyle/>
          <a:p>
            <a:pPr marL="457200" indent="-457200" algn="just">
              <a:lnSpc>
                <a:spcPct val="150000"/>
              </a:lnSpc>
              <a:buFont typeface="+mj-lt"/>
              <a:buAutoNum type="arabicPeriod" startAt="14"/>
            </a:pPr>
            <a:r>
              <a:rPr lang="fr-CA" sz="2100" dirty="0"/>
              <a:t>Change the </a:t>
            </a:r>
            <a:r>
              <a:rPr lang="fr-CA" sz="2100" dirty="0" err="1"/>
              <a:t>fields</a:t>
            </a:r>
            <a:r>
              <a:rPr lang="fr-CA" sz="2100" dirty="0"/>
              <a:t> as </a:t>
            </a:r>
            <a:r>
              <a:rPr lang="fr-CA" sz="2100" dirty="0" err="1"/>
              <a:t>needed</a:t>
            </a:r>
            <a:r>
              <a:rPr lang="fr-CA" sz="2100" dirty="0"/>
              <a:t> and select the </a:t>
            </a:r>
            <a:r>
              <a:rPr lang="fr-CA" sz="2100" dirty="0" err="1"/>
              <a:t>appropriate</a:t>
            </a:r>
            <a:r>
              <a:rPr lang="fr-CA" sz="2100" dirty="0"/>
              <a:t> Pick Short Reason. </a:t>
            </a:r>
            <a:r>
              <a:rPr lang="en-US" sz="2100" dirty="0"/>
              <a:t>Refer to the slide #76 for more details on the Pick Short Reasons.</a:t>
            </a:r>
          </a:p>
          <a:p>
            <a:pPr marL="457200" indent="-457200" algn="just">
              <a:lnSpc>
                <a:spcPct val="150000"/>
              </a:lnSpc>
              <a:buFont typeface="+mj-lt"/>
              <a:buAutoNum type="arabicPeriod" startAt="15"/>
            </a:pPr>
            <a:r>
              <a:rPr lang="fr-CA" sz="2100" dirty="0"/>
              <a:t>Click </a:t>
            </a:r>
            <a:r>
              <a:rPr lang="fr-CA" sz="2100" dirty="0" err="1"/>
              <a:t>Submit</a:t>
            </a:r>
            <a:r>
              <a:rPr lang="fr-CA" sz="2100" dirty="0"/>
              <a:t>. </a:t>
            </a:r>
            <a:endParaRPr lang="en-CA" sz="2100" dirty="0"/>
          </a:p>
          <a:p>
            <a:pPr marL="0" indent="0">
              <a:buNone/>
            </a:pPr>
            <a:endParaRPr lang="en-CA" dirty="0"/>
          </a:p>
        </p:txBody>
      </p:sp>
      <p:pic>
        <p:nvPicPr>
          <p:cNvPr id="5" name="Picture 4">
            <a:extLst>
              <a:ext uri="{FF2B5EF4-FFF2-40B4-BE49-F238E27FC236}">
                <a16:creationId xmlns:a16="http://schemas.microsoft.com/office/drawing/2014/main" xmlns="" id="{531B74A2-D675-4192-9497-9231421C3553}"/>
              </a:ext>
            </a:extLst>
          </p:cNvPr>
          <p:cNvPicPr>
            <a:picLocks noChangeAspect="1"/>
          </p:cNvPicPr>
          <p:nvPr>
            <p:custDataLst>
              <p:tags r:id="rId3"/>
            </p:custDataLst>
          </p:nvPr>
        </p:nvPicPr>
        <p:blipFill>
          <a:blip r:embed="rId6"/>
          <a:stretch>
            <a:fillRect/>
          </a:stretch>
        </p:blipFill>
        <p:spPr>
          <a:xfrm>
            <a:off x="6645542" y="365125"/>
            <a:ext cx="4925973" cy="5845376"/>
          </a:xfrm>
          <a:prstGeom prst="rect">
            <a:avLst/>
          </a:prstGeom>
        </p:spPr>
      </p:pic>
    </p:spTree>
    <p:extLst>
      <p:ext uri="{BB962C8B-B14F-4D97-AF65-F5344CB8AC3E}">
        <p14:creationId xmlns:p14="http://schemas.microsoft.com/office/powerpoint/2010/main" val="23293935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B220D4-A71C-4684-95DA-3B63702665C3}"/>
              </a:ext>
            </a:extLst>
          </p:cNvPr>
          <p:cNvSpPr>
            <a:spLocks noGrp="1"/>
          </p:cNvSpPr>
          <p:nvPr>
            <p:ph type="title"/>
            <p:custDataLst>
              <p:tags r:id="rId1"/>
            </p:custDataLst>
          </p:nvPr>
        </p:nvSpPr>
        <p:spPr/>
        <p:txBody>
          <a:bodyPr/>
          <a:lstStyle/>
          <a:p>
            <a:r>
              <a:rPr lang="fr-CA" dirty="0" err="1"/>
              <a:t>Conventional</a:t>
            </a:r>
            <a:r>
              <a:rPr lang="fr-CA" dirty="0"/>
              <a:t> Picking</a:t>
            </a:r>
            <a:endParaRPr lang="en-CA" dirty="0"/>
          </a:p>
        </p:txBody>
      </p:sp>
      <p:sp>
        <p:nvSpPr>
          <p:cNvPr id="3" name="Content Placeholder 2">
            <a:extLst>
              <a:ext uri="{FF2B5EF4-FFF2-40B4-BE49-F238E27FC236}">
                <a16:creationId xmlns:a16="http://schemas.microsoft.com/office/drawing/2014/main" xmlns="" id="{750F6A95-CDF6-4C38-8412-8B761A8B7536}"/>
              </a:ext>
            </a:extLst>
          </p:cNvPr>
          <p:cNvSpPr>
            <a:spLocks noGrp="1"/>
          </p:cNvSpPr>
          <p:nvPr>
            <p:ph idx="1"/>
            <p:custDataLst>
              <p:tags r:id="rId2"/>
            </p:custDataLst>
          </p:nvPr>
        </p:nvSpPr>
        <p:spPr>
          <a:xfrm>
            <a:off x="838200" y="1175658"/>
            <a:ext cx="10515600" cy="4899706"/>
          </a:xfrm>
        </p:spPr>
        <p:txBody>
          <a:bodyPr/>
          <a:lstStyle/>
          <a:p>
            <a:pPr marL="457200" indent="-457200" algn="just">
              <a:lnSpc>
                <a:spcPct val="150000"/>
              </a:lnSpc>
              <a:buFont typeface="+mj-lt"/>
              <a:buAutoNum type="arabicPeriod" startAt="16"/>
            </a:pPr>
            <a:r>
              <a:rPr lang="en-US" sz="2100" dirty="0"/>
              <a:t>Once the pick list is ready to be completed, select the Complete Pick List action</a:t>
            </a:r>
            <a:endParaRPr lang="en-CA" sz="2100" dirty="0"/>
          </a:p>
        </p:txBody>
      </p:sp>
      <p:pic>
        <p:nvPicPr>
          <p:cNvPr id="5" name="Picture 4">
            <a:extLst>
              <a:ext uri="{FF2B5EF4-FFF2-40B4-BE49-F238E27FC236}">
                <a16:creationId xmlns:a16="http://schemas.microsoft.com/office/drawing/2014/main" xmlns="" id="{34C93F29-E513-4FF3-9B42-5D204F631B91}"/>
              </a:ext>
            </a:extLst>
          </p:cNvPr>
          <p:cNvPicPr>
            <a:picLocks noChangeAspect="1"/>
          </p:cNvPicPr>
          <p:nvPr>
            <p:custDataLst>
              <p:tags r:id="rId3"/>
            </p:custDataLst>
          </p:nvPr>
        </p:nvPicPr>
        <p:blipFill>
          <a:blip r:embed="rId5"/>
          <a:stretch>
            <a:fillRect/>
          </a:stretch>
        </p:blipFill>
        <p:spPr>
          <a:xfrm>
            <a:off x="1480457" y="1903119"/>
            <a:ext cx="8534399" cy="4215788"/>
          </a:xfrm>
          <a:prstGeom prst="rect">
            <a:avLst/>
          </a:prstGeom>
        </p:spPr>
      </p:pic>
    </p:spTree>
    <p:extLst>
      <p:ext uri="{BB962C8B-B14F-4D97-AF65-F5344CB8AC3E}">
        <p14:creationId xmlns:p14="http://schemas.microsoft.com/office/powerpoint/2010/main" val="337508582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B220D4-A71C-4684-95DA-3B63702665C3}"/>
              </a:ext>
            </a:extLst>
          </p:cNvPr>
          <p:cNvSpPr>
            <a:spLocks noGrp="1"/>
          </p:cNvSpPr>
          <p:nvPr>
            <p:ph type="title"/>
            <p:custDataLst>
              <p:tags r:id="rId1"/>
            </p:custDataLst>
          </p:nvPr>
        </p:nvSpPr>
        <p:spPr/>
        <p:txBody>
          <a:bodyPr/>
          <a:lstStyle/>
          <a:p>
            <a:r>
              <a:rPr lang="fr-CA" dirty="0" err="1"/>
              <a:t>Conventional</a:t>
            </a:r>
            <a:r>
              <a:rPr lang="fr-CA" dirty="0"/>
              <a:t> Picking</a:t>
            </a:r>
            <a:endParaRPr lang="en-CA" dirty="0"/>
          </a:p>
        </p:txBody>
      </p:sp>
      <p:sp>
        <p:nvSpPr>
          <p:cNvPr id="3" name="Content Placeholder 2">
            <a:extLst>
              <a:ext uri="{FF2B5EF4-FFF2-40B4-BE49-F238E27FC236}">
                <a16:creationId xmlns:a16="http://schemas.microsoft.com/office/drawing/2014/main" xmlns="" id="{750F6A95-CDF6-4C38-8412-8B761A8B7536}"/>
              </a:ext>
            </a:extLst>
          </p:cNvPr>
          <p:cNvSpPr>
            <a:spLocks noGrp="1"/>
          </p:cNvSpPr>
          <p:nvPr>
            <p:ph idx="1"/>
            <p:custDataLst>
              <p:tags r:id="rId2"/>
            </p:custDataLst>
          </p:nvPr>
        </p:nvSpPr>
        <p:spPr>
          <a:xfrm>
            <a:off x="838200" y="1436914"/>
            <a:ext cx="5678714" cy="4638450"/>
          </a:xfrm>
        </p:spPr>
        <p:txBody>
          <a:bodyPr/>
          <a:lstStyle/>
          <a:p>
            <a:pPr marL="457200" indent="-457200" algn="just">
              <a:lnSpc>
                <a:spcPct val="150000"/>
              </a:lnSpc>
              <a:buFont typeface="+mj-lt"/>
              <a:buAutoNum type="arabicPeriod" startAt="17"/>
            </a:pPr>
            <a:r>
              <a:rPr lang="en-US" sz="2100" dirty="0"/>
              <a:t>A new window will appear. Click Submit to confirm.  </a:t>
            </a:r>
            <a:endParaRPr lang="en-CA" sz="2100" dirty="0"/>
          </a:p>
        </p:txBody>
      </p:sp>
      <p:pic>
        <p:nvPicPr>
          <p:cNvPr id="6" name="Picture 5">
            <a:extLst>
              <a:ext uri="{FF2B5EF4-FFF2-40B4-BE49-F238E27FC236}">
                <a16:creationId xmlns:a16="http://schemas.microsoft.com/office/drawing/2014/main" xmlns="" id="{73ACA7FA-BAE3-4BEE-8D03-F43B9268C2F6}"/>
              </a:ext>
            </a:extLst>
          </p:cNvPr>
          <p:cNvPicPr>
            <a:picLocks noChangeAspect="1"/>
          </p:cNvPicPr>
          <p:nvPr>
            <p:custDataLst>
              <p:tags r:id="rId3"/>
            </p:custDataLst>
          </p:nvPr>
        </p:nvPicPr>
        <p:blipFill>
          <a:blip r:embed="rId5"/>
          <a:stretch>
            <a:fillRect/>
          </a:stretch>
        </p:blipFill>
        <p:spPr>
          <a:xfrm>
            <a:off x="7229749" y="232228"/>
            <a:ext cx="3803518" cy="6030402"/>
          </a:xfrm>
          <a:prstGeom prst="rect">
            <a:avLst/>
          </a:prstGeom>
        </p:spPr>
      </p:pic>
    </p:spTree>
    <p:extLst>
      <p:ext uri="{BB962C8B-B14F-4D97-AF65-F5344CB8AC3E}">
        <p14:creationId xmlns:p14="http://schemas.microsoft.com/office/powerpoint/2010/main" val="12311211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3"/>
</p:tagLst>
</file>

<file path=ppt/tags/tag26.xml><?xml version="1.0" encoding="utf-8"?>
<p:tagLst xmlns:a="http://schemas.openxmlformats.org/drawingml/2006/main" xmlns:r="http://schemas.openxmlformats.org/officeDocument/2006/relationships" xmlns:p="http://schemas.openxmlformats.org/presentationml/2006/main">
  <p:tag name="NUM" val="1"/>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ags/tag28.xml><?xml version="1.0" encoding="utf-8"?>
<p:tagLst xmlns:a="http://schemas.openxmlformats.org/drawingml/2006/main" xmlns:r="http://schemas.openxmlformats.org/officeDocument/2006/relationships" xmlns:p="http://schemas.openxmlformats.org/presentationml/2006/main">
  <p:tag name="NUM" val="3"/>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1"/>
</p:tagLst>
</file>

<file path=ppt/tags/tag33.xml><?xml version="1.0" encoding="utf-8"?>
<p:tagLst xmlns:a="http://schemas.openxmlformats.org/drawingml/2006/main" xmlns:r="http://schemas.openxmlformats.org/officeDocument/2006/relationships" xmlns:p="http://schemas.openxmlformats.org/presentationml/2006/main">
  <p:tag name="NUM" val="2"/>
</p:tagLst>
</file>

<file path=ppt/tags/tag34.xml><?xml version="1.0" encoding="utf-8"?>
<p:tagLst xmlns:a="http://schemas.openxmlformats.org/drawingml/2006/main" xmlns:r="http://schemas.openxmlformats.org/officeDocument/2006/relationships" xmlns:p="http://schemas.openxmlformats.org/presentationml/2006/main">
  <p:tag name="NUM" val="3"/>
</p:tagLst>
</file>

<file path=ppt/tags/tag35.xml><?xml version="1.0" encoding="utf-8"?>
<p:tagLst xmlns:a="http://schemas.openxmlformats.org/drawingml/2006/main" xmlns:r="http://schemas.openxmlformats.org/officeDocument/2006/relationships" xmlns:p="http://schemas.openxmlformats.org/presentationml/2006/main">
  <p:tag name="NUM" val="1"/>
</p:tagLst>
</file>

<file path=ppt/tags/tag36.xml><?xml version="1.0" encoding="utf-8"?>
<p:tagLst xmlns:a="http://schemas.openxmlformats.org/drawingml/2006/main" xmlns:r="http://schemas.openxmlformats.org/officeDocument/2006/relationships" xmlns:p="http://schemas.openxmlformats.org/presentationml/2006/main">
  <p:tag name="NUM" val="2"/>
</p:tagLst>
</file>

<file path=ppt/tags/tag37.xml><?xml version="1.0" encoding="utf-8"?>
<p:tagLst xmlns:a="http://schemas.openxmlformats.org/drawingml/2006/main" xmlns:r="http://schemas.openxmlformats.org/officeDocument/2006/relationships" xmlns:p="http://schemas.openxmlformats.org/presentationml/2006/main">
  <p:tag name="NUM" val="3"/>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3"/>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4"/>
</p:tagLst>
</file>

<file path=ppt/tags/tag48.xml><?xml version="1.0" encoding="utf-8"?>
<p:tagLst xmlns:a="http://schemas.openxmlformats.org/drawingml/2006/main" xmlns:r="http://schemas.openxmlformats.org/officeDocument/2006/relationships" xmlns:p="http://schemas.openxmlformats.org/presentationml/2006/main">
  <p:tag name="NUM" val="1"/>
</p:tagLst>
</file>

<file path=ppt/tags/tag49.xml><?xml version="1.0" encoding="utf-8"?>
<p:tagLst xmlns:a="http://schemas.openxmlformats.org/drawingml/2006/main" xmlns:r="http://schemas.openxmlformats.org/officeDocument/2006/relationships" xmlns:p="http://schemas.openxmlformats.org/presentationml/2006/main">
  <p:tag name="NUM" val="2"/>
</p:tagLst>
</file>

<file path=ppt/tags/tag50.xml><?xml version="1.0" encoding="utf-8"?>
<p:tagLst xmlns:a="http://schemas.openxmlformats.org/drawingml/2006/main" xmlns:r="http://schemas.openxmlformats.org/officeDocument/2006/relationships" xmlns:p="http://schemas.openxmlformats.org/presentationml/2006/main">
  <p:tag name="NUM" val="3"/>
</p:tagLst>
</file>

<file path=ppt/tags/tag51.xml><?xml version="1.0" encoding="utf-8"?>
<p:tagLst xmlns:a="http://schemas.openxmlformats.org/drawingml/2006/main" xmlns:r="http://schemas.openxmlformats.org/officeDocument/2006/relationships" xmlns:p="http://schemas.openxmlformats.org/presentationml/2006/main">
  <p:tag name="NUM" val="4"/>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2"/>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1"/>
</p:tagLst>
</file>

<file path=ppt/tags/tag56.xml><?xml version="1.0" encoding="utf-8"?>
<p:tagLst xmlns:a="http://schemas.openxmlformats.org/drawingml/2006/main" xmlns:r="http://schemas.openxmlformats.org/officeDocument/2006/relationships" xmlns:p="http://schemas.openxmlformats.org/presentationml/2006/main">
  <p:tag name="NUM" val="2"/>
</p:tagLst>
</file>

<file path=ppt/tags/tag57.xml><?xml version="1.0" encoding="utf-8"?>
<p:tagLst xmlns:a="http://schemas.openxmlformats.org/drawingml/2006/main" xmlns:r="http://schemas.openxmlformats.org/officeDocument/2006/relationships" xmlns:p="http://schemas.openxmlformats.org/presentationml/2006/main">
  <p:tag name="NUM" val="3"/>
</p:tagLst>
</file>

<file path=ppt/tags/tag58.xml><?xml version="1.0" encoding="utf-8"?>
<p:tagLst xmlns:a="http://schemas.openxmlformats.org/drawingml/2006/main" xmlns:r="http://schemas.openxmlformats.org/officeDocument/2006/relationships" xmlns:p="http://schemas.openxmlformats.org/presentationml/2006/main">
  <p:tag name="NUM" val="1"/>
</p:tagLst>
</file>

<file path=ppt/tags/tag59.xml><?xml version="1.0" encoding="utf-8"?>
<p:tagLst xmlns:a="http://schemas.openxmlformats.org/drawingml/2006/main" xmlns:r="http://schemas.openxmlformats.org/officeDocument/2006/relationships" xmlns:p="http://schemas.openxmlformats.org/presentationml/2006/main">
  <p:tag name="NUM" val="1"/>
</p:tagLst>
</file>

<file path=ppt/tags/tag60.xml><?xml version="1.0" encoding="utf-8"?>
<p:tagLst xmlns:a="http://schemas.openxmlformats.org/drawingml/2006/main" xmlns:r="http://schemas.openxmlformats.org/officeDocument/2006/relationships" xmlns:p="http://schemas.openxmlformats.org/presentationml/2006/main">
  <p:tag name="NUM" val="2"/>
</p:tagLst>
</file>

<file path=ppt/tags/tag61.xml><?xml version="1.0" encoding="utf-8"?>
<p:tagLst xmlns:a="http://schemas.openxmlformats.org/drawingml/2006/main" xmlns:r="http://schemas.openxmlformats.org/officeDocument/2006/relationships" xmlns:p="http://schemas.openxmlformats.org/presentationml/2006/main">
  <p:tag name="NUM" val="1"/>
</p:tagLst>
</file>

<file path=ppt/tags/tag62.xml><?xml version="1.0" encoding="utf-8"?>
<p:tagLst xmlns:a="http://schemas.openxmlformats.org/drawingml/2006/main" xmlns:r="http://schemas.openxmlformats.org/officeDocument/2006/relationships" xmlns:p="http://schemas.openxmlformats.org/presentationml/2006/main">
  <p:tag name="NUM" val="2"/>
</p:tagLst>
</file>

<file path=ppt/tags/tag63.xml><?xml version="1.0" encoding="utf-8"?>
<p:tagLst xmlns:a="http://schemas.openxmlformats.org/drawingml/2006/main" xmlns:r="http://schemas.openxmlformats.org/officeDocument/2006/relationships" xmlns:p="http://schemas.openxmlformats.org/presentationml/2006/main">
  <p:tag name="NUM" val="3"/>
</p:tagLst>
</file>

<file path=ppt/tags/tag64.xml><?xml version="1.0" encoding="utf-8"?>
<p:tagLst xmlns:a="http://schemas.openxmlformats.org/drawingml/2006/main" xmlns:r="http://schemas.openxmlformats.org/officeDocument/2006/relationships" xmlns:p="http://schemas.openxmlformats.org/presentationml/2006/main">
  <p:tag name="NUM" val="1"/>
</p:tagLst>
</file>

<file path=ppt/tags/tag65.xml><?xml version="1.0" encoding="utf-8"?>
<p:tagLst xmlns:a="http://schemas.openxmlformats.org/drawingml/2006/main" xmlns:r="http://schemas.openxmlformats.org/officeDocument/2006/relationships" xmlns:p="http://schemas.openxmlformats.org/presentationml/2006/main">
  <p:tag name="NUM" val="2"/>
</p:tagLst>
</file>

<file path=ppt/tags/tag66.xml><?xml version="1.0" encoding="utf-8"?>
<p:tagLst xmlns:a="http://schemas.openxmlformats.org/drawingml/2006/main" xmlns:r="http://schemas.openxmlformats.org/officeDocument/2006/relationships" xmlns:p="http://schemas.openxmlformats.org/presentationml/2006/main">
  <p:tag name="NUM" val="3"/>
</p:tagLst>
</file>

<file path=ppt/tags/tag67.xml><?xml version="1.0" encoding="utf-8"?>
<p:tagLst xmlns:a="http://schemas.openxmlformats.org/drawingml/2006/main" xmlns:r="http://schemas.openxmlformats.org/officeDocument/2006/relationships" xmlns:p="http://schemas.openxmlformats.org/presentationml/2006/main">
  <p:tag name="NUM" val="1"/>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4"/>
</p:tagLst>
</file>

<file path=ppt/tags/tag71.xml><?xml version="1.0" encoding="utf-8"?>
<p:tagLst xmlns:a="http://schemas.openxmlformats.org/drawingml/2006/main" xmlns:r="http://schemas.openxmlformats.org/officeDocument/2006/relationships" xmlns:p="http://schemas.openxmlformats.org/presentationml/2006/main">
  <p:tag name="NUM" val="1"/>
</p:tagLst>
</file>

<file path=ppt/tags/tag72.xml><?xml version="1.0" encoding="utf-8"?>
<p:tagLst xmlns:a="http://schemas.openxmlformats.org/drawingml/2006/main" xmlns:r="http://schemas.openxmlformats.org/officeDocument/2006/relationships" xmlns:p="http://schemas.openxmlformats.org/presentationml/2006/main">
  <p:tag name="NUM" val="2"/>
</p:tagLst>
</file>

<file path=ppt/tags/tag73.xml><?xml version="1.0" encoding="utf-8"?>
<p:tagLst xmlns:a="http://schemas.openxmlformats.org/drawingml/2006/main" xmlns:r="http://schemas.openxmlformats.org/officeDocument/2006/relationships" xmlns:p="http://schemas.openxmlformats.org/presentationml/2006/main">
  <p:tag name="NUM" val="3"/>
</p:tagLst>
</file>

<file path=ppt/tags/tag74.xml><?xml version="1.0" encoding="utf-8"?>
<p:tagLst xmlns:a="http://schemas.openxmlformats.org/drawingml/2006/main" xmlns:r="http://schemas.openxmlformats.org/officeDocument/2006/relationships" xmlns:p="http://schemas.openxmlformats.org/presentationml/2006/main">
  <p:tag name="NUM" val="1"/>
</p:tagLst>
</file>

<file path=ppt/tags/tag75.xml><?xml version="1.0" encoding="utf-8"?>
<p:tagLst xmlns:a="http://schemas.openxmlformats.org/drawingml/2006/main" xmlns:r="http://schemas.openxmlformats.org/officeDocument/2006/relationships" xmlns:p="http://schemas.openxmlformats.org/presentationml/2006/main">
  <p:tag name="NUM" val="2"/>
</p:tagLst>
</file>

<file path=ppt/tags/tag76.xml><?xml version="1.0" encoding="utf-8"?>
<p:tagLst xmlns:a="http://schemas.openxmlformats.org/drawingml/2006/main" xmlns:r="http://schemas.openxmlformats.org/officeDocument/2006/relationships" xmlns:p="http://schemas.openxmlformats.org/presentationml/2006/main">
  <p:tag name="NUM" val="1"/>
</p:tagLst>
</file>

<file path=ppt/tags/tag77.xml><?xml version="1.0" encoding="utf-8"?>
<p:tagLst xmlns:a="http://schemas.openxmlformats.org/drawingml/2006/main" xmlns:r="http://schemas.openxmlformats.org/officeDocument/2006/relationships" xmlns:p="http://schemas.openxmlformats.org/presentationml/2006/main">
  <p:tag name="NUM" val="2"/>
</p:tagLst>
</file>

<file path=ppt/tags/tag78.xml><?xml version="1.0" encoding="utf-8"?>
<p:tagLst xmlns:a="http://schemas.openxmlformats.org/drawingml/2006/main" xmlns:r="http://schemas.openxmlformats.org/officeDocument/2006/relationships" xmlns:p="http://schemas.openxmlformats.org/presentationml/2006/main">
  <p:tag name="NUM" val="3"/>
</p:tagLst>
</file>

<file path=ppt/tags/tag79.xml><?xml version="1.0" encoding="utf-8"?>
<p:tagLst xmlns:a="http://schemas.openxmlformats.org/drawingml/2006/main" xmlns:r="http://schemas.openxmlformats.org/officeDocument/2006/relationships" xmlns:p="http://schemas.openxmlformats.org/presentationml/2006/main">
  <p:tag name="NUM" val="1"/>
</p:tagLst>
</file>

<file path=ppt/tags/tag80.xml><?xml version="1.0" encoding="utf-8"?>
<p:tagLst xmlns:a="http://schemas.openxmlformats.org/drawingml/2006/main" xmlns:r="http://schemas.openxmlformats.org/officeDocument/2006/relationships" xmlns:p="http://schemas.openxmlformats.org/presentationml/2006/main">
  <p:tag name="NUM" val="2"/>
</p:tagLst>
</file>

<file path=ppt/tags/tag81.xml><?xml version="1.0" encoding="utf-8"?>
<p:tagLst xmlns:a="http://schemas.openxmlformats.org/drawingml/2006/main" xmlns:r="http://schemas.openxmlformats.org/officeDocument/2006/relationships" xmlns:p="http://schemas.openxmlformats.org/presentationml/2006/main">
  <p:tag name="NUM" val="3"/>
</p:tagLst>
</file>

<file path=ppt/tags/tag82.xml><?xml version="1.0" encoding="utf-8"?>
<p:tagLst xmlns:a="http://schemas.openxmlformats.org/drawingml/2006/main" xmlns:r="http://schemas.openxmlformats.org/officeDocument/2006/relationships" xmlns:p="http://schemas.openxmlformats.org/presentationml/2006/main">
  <p:tag name="NUM" val="1"/>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3"/>
</p:tagLst>
</file>

<file path=ppt/tags/tag85.xml><?xml version="1.0" encoding="utf-8"?>
<p:tagLst xmlns:a="http://schemas.openxmlformats.org/drawingml/2006/main" xmlns:r="http://schemas.openxmlformats.org/officeDocument/2006/relationships" xmlns:p="http://schemas.openxmlformats.org/presentationml/2006/main">
  <p:tag name="NUM" val="1"/>
</p:tagLst>
</file>

<file path=ppt/tags/tag86.xml><?xml version="1.0" encoding="utf-8"?>
<p:tagLst xmlns:a="http://schemas.openxmlformats.org/drawingml/2006/main" xmlns:r="http://schemas.openxmlformats.org/officeDocument/2006/relationships" xmlns:p="http://schemas.openxmlformats.org/presentationml/2006/main">
  <p:tag name="NUM" val="2"/>
</p:tagLst>
</file>

<file path=ppt/tags/tag87.xml><?xml version="1.0" encoding="utf-8"?>
<p:tagLst xmlns:a="http://schemas.openxmlformats.org/drawingml/2006/main" xmlns:r="http://schemas.openxmlformats.org/officeDocument/2006/relationships" xmlns:p="http://schemas.openxmlformats.org/presentationml/2006/main">
  <p:tag name="NUM" val="3"/>
</p:tagLst>
</file>

<file path=ppt/tags/tag88.xml><?xml version="1.0" encoding="utf-8"?>
<p:tagLst xmlns:a="http://schemas.openxmlformats.org/drawingml/2006/main" xmlns:r="http://schemas.openxmlformats.org/officeDocument/2006/relationships" xmlns:p="http://schemas.openxmlformats.org/presentationml/2006/main">
  <p:tag name="NUM" val="1"/>
</p:tagLst>
</file>

<file path=ppt/tags/tag89.xml><?xml version="1.0" encoding="utf-8"?>
<p:tagLst xmlns:a="http://schemas.openxmlformats.org/drawingml/2006/main" xmlns:r="http://schemas.openxmlformats.org/officeDocument/2006/relationships" xmlns:p="http://schemas.openxmlformats.org/presentationml/2006/main">
  <p:tag name="NUM" val="2"/>
</p:tagLst>
</file>

<file path=ppt/tags/tag90.xml><?xml version="1.0" encoding="utf-8"?>
<p:tagLst xmlns:a="http://schemas.openxmlformats.org/drawingml/2006/main" xmlns:r="http://schemas.openxmlformats.org/officeDocument/2006/relationships" xmlns:p="http://schemas.openxmlformats.org/presentationml/2006/main">
  <p:tag name="NUM" val="3"/>
</p:tagLst>
</file>

<file path=ppt/tags/tag91.xml><?xml version="1.0" encoding="utf-8"?>
<p:tagLst xmlns:a="http://schemas.openxmlformats.org/drawingml/2006/main" xmlns:r="http://schemas.openxmlformats.org/officeDocument/2006/relationships" xmlns:p="http://schemas.openxmlformats.org/presentationml/2006/main">
  <p:tag name="NUM" val="1"/>
</p:tagLst>
</file>

<file path=ppt/tags/tag92.xml><?xml version="1.0" encoding="utf-8"?>
<p:tagLst xmlns:a="http://schemas.openxmlformats.org/drawingml/2006/main" xmlns:r="http://schemas.openxmlformats.org/officeDocument/2006/relationships" xmlns:p="http://schemas.openxmlformats.org/presentationml/2006/main">
  <p:tag name="NUM" val="2"/>
</p:tagLst>
</file>

<file path=ppt/tags/tag93.xml><?xml version="1.0" encoding="utf-8"?>
<p:tagLst xmlns:a="http://schemas.openxmlformats.org/drawingml/2006/main" xmlns:r="http://schemas.openxmlformats.org/officeDocument/2006/relationships" xmlns:p="http://schemas.openxmlformats.org/presentationml/2006/main">
  <p:tag name="NUM" val="3"/>
</p:tagLst>
</file>

<file path=ppt/tags/tag94.xml><?xml version="1.0" encoding="utf-8"?>
<p:tagLst xmlns:a="http://schemas.openxmlformats.org/drawingml/2006/main" xmlns:r="http://schemas.openxmlformats.org/officeDocument/2006/relationships" xmlns:p="http://schemas.openxmlformats.org/presentationml/2006/main">
  <p:tag name="NUM" val="1"/>
</p:tagLst>
</file>

<file path=ppt/tags/tag95.xml><?xml version="1.0" encoding="utf-8"?>
<p:tagLst xmlns:a="http://schemas.openxmlformats.org/drawingml/2006/main" xmlns:r="http://schemas.openxmlformats.org/officeDocument/2006/relationships" xmlns:p="http://schemas.openxmlformats.org/presentationml/2006/main">
  <p:tag name="NUM" val="2"/>
</p:tagLst>
</file>

<file path=ppt/tags/tag96.xml><?xml version="1.0" encoding="utf-8"?>
<p:tagLst xmlns:a="http://schemas.openxmlformats.org/drawingml/2006/main" xmlns:r="http://schemas.openxmlformats.org/officeDocument/2006/relationships" xmlns:p="http://schemas.openxmlformats.org/presentationml/2006/main">
  <p:tag name="NUM" val="3"/>
</p:tagLst>
</file>

<file path=ppt/tags/tag97.xml><?xml version="1.0" encoding="utf-8"?>
<p:tagLst xmlns:a="http://schemas.openxmlformats.org/drawingml/2006/main" xmlns:r="http://schemas.openxmlformats.org/officeDocument/2006/relationships" xmlns:p="http://schemas.openxmlformats.org/presentationml/2006/main">
  <p:tag name="NUM" val="1"/>
</p:tagLst>
</file>

<file path=ppt/tags/tag98.xml><?xml version="1.0" encoding="utf-8"?>
<p:tagLst xmlns:a="http://schemas.openxmlformats.org/drawingml/2006/main" xmlns:r="http://schemas.openxmlformats.org/officeDocument/2006/relationships" xmlns:p="http://schemas.openxmlformats.org/presentationml/2006/main">
  <p:tag name="NUM" val="2"/>
</p:tagLst>
</file>

<file path=ppt/tags/tag99.xml><?xml version="1.0" encoding="utf-8"?>
<p:tagLst xmlns:a="http://schemas.openxmlformats.org/drawingml/2006/main" xmlns:r="http://schemas.openxmlformats.org/officeDocument/2006/relationships" xmlns:p="http://schemas.openxmlformats.org/presentationml/2006/main">
  <p:tag name="NUM" val="1"/>
</p:tagLst>
</file>

<file path=ppt/tags/tag100.xml><?xml version="1.0" encoding="utf-8"?>
<p:tagLst xmlns:a="http://schemas.openxmlformats.org/drawingml/2006/main" xmlns:r="http://schemas.openxmlformats.org/officeDocument/2006/relationships" xmlns:p="http://schemas.openxmlformats.org/presentationml/2006/main">
  <p:tag name="NUM" val="2"/>
</p:tagLst>
</file>

<file path=ppt/tags/tag101.xml><?xml version="1.0" encoding="utf-8"?>
<p:tagLst xmlns:a="http://schemas.openxmlformats.org/drawingml/2006/main" xmlns:r="http://schemas.openxmlformats.org/officeDocument/2006/relationships" xmlns:p="http://schemas.openxmlformats.org/presentationml/2006/main">
  <p:tag name="NUM" val="3"/>
</p:tagLst>
</file>

<file path=ppt/tags/tag102.xml><?xml version="1.0" encoding="utf-8"?>
<p:tagLst xmlns:a="http://schemas.openxmlformats.org/drawingml/2006/main" xmlns:r="http://schemas.openxmlformats.org/officeDocument/2006/relationships" xmlns:p="http://schemas.openxmlformats.org/presentationml/2006/main">
  <p:tag name="NUM" val="1"/>
</p:tagLst>
</file>

<file path=ppt/tags/tag103.xml><?xml version="1.0" encoding="utf-8"?>
<p:tagLst xmlns:a="http://schemas.openxmlformats.org/drawingml/2006/main" xmlns:r="http://schemas.openxmlformats.org/officeDocument/2006/relationships" xmlns:p="http://schemas.openxmlformats.org/presentationml/2006/main">
  <p:tag name="NUM" val="2"/>
</p:tagLst>
</file>

<file path=ppt/tags/tag104.xml><?xml version="1.0" encoding="utf-8"?>
<p:tagLst xmlns:a="http://schemas.openxmlformats.org/drawingml/2006/main" xmlns:r="http://schemas.openxmlformats.org/officeDocument/2006/relationships" xmlns:p="http://schemas.openxmlformats.org/presentationml/2006/main">
  <p:tag name="NUM" val="3"/>
</p:tagLst>
</file>

<file path=ppt/tags/tag105.xml><?xml version="1.0" encoding="utf-8"?>
<p:tagLst xmlns:a="http://schemas.openxmlformats.org/drawingml/2006/main" xmlns:r="http://schemas.openxmlformats.org/officeDocument/2006/relationships" xmlns:p="http://schemas.openxmlformats.org/presentationml/2006/main">
  <p:tag name="NUM" val="1"/>
</p:tagLst>
</file>

<file path=ppt/tags/tag106.xml><?xml version="1.0" encoding="utf-8"?>
<p:tagLst xmlns:a="http://schemas.openxmlformats.org/drawingml/2006/main" xmlns:r="http://schemas.openxmlformats.org/officeDocument/2006/relationships" xmlns:p="http://schemas.openxmlformats.org/presentationml/2006/main">
  <p:tag name="NUM" val="2"/>
</p:tagLst>
</file>

<file path=ppt/tags/tag107.xml><?xml version="1.0" encoding="utf-8"?>
<p:tagLst xmlns:a="http://schemas.openxmlformats.org/drawingml/2006/main" xmlns:r="http://schemas.openxmlformats.org/officeDocument/2006/relationships" xmlns:p="http://schemas.openxmlformats.org/presentationml/2006/main">
  <p:tag name="NUM" val="3"/>
</p:tagLst>
</file>

<file path=ppt/tags/tag108.xml><?xml version="1.0" encoding="utf-8"?>
<p:tagLst xmlns:a="http://schemas.openxmlformats.org/drawingml/2006/main" xmlns:r="http://schemas.openxmlformats.org/officeDocument/2006/relationships" xmlns:p="http://schemas.openxmlformats.org/presentationml/2006/main">
  <p:tag name="NUM" val="1"/>
</p:tagLst>
</file>

<file path=ppt/tags/tag109.xml><?xml version="1.0" encoding="utf-8"?>
<p:tagLst xmlns:a="http://schemas.openxmlformats.org/drawingml/2006/main" xmlns:r="http://schemas.openxmlformats.org/officeDocument/2006/relationships" xmlns:p="http://schemas.openxmlformats.org/presentationml/2006/main">
  <p:tag name="NUM" val="2"/>
</p:tagLst>
</file>

<file path=ppt/tags/tag110.xml><?xml version="1.0" encoding="utf-8"?>
<p:tagLst xmlns:a="http://schemas.openxmlformats.org/drawingml/2006/main" xmlns:r="http://schemas.openxmlformats.org/officeDocument/2006/relationships" xmlns:p="http://schemas.openxmlformats.org/presentationml/2006/main">
  <p:tag name="NUM" val="3"/>
</p:tagLst>
</file>

<file path=ppt/tags/tag111.xml><?xml version="1.0" encoding="utf-8"?>
<p:tagLst xmlns:a="http://schemas.openxmlformats.org/drawingml/2006/main" xmlns:r="http://schemas.openxmlformats.org/officeDocument/2006/relationships" xmlns:p="http://schemas.openxmlformats.org/presentationml/2006/main">
  <p:tag name="NUM" val="1"/>
</p:tagLst>
</file>

<file path=ppt/tags/tag112.xml><?xml version="1.0" encoding="utf-8"?>
<p:tagLst xmlns:a="http://schemas.openxmlformats.org/drawingml/2006/main" xmlns:r="http://schemas.openxmlformats.org/officeDocument/2006/relationships" xmlns:p="http://schemas.openxmlformats.org/presentationml/2006/main">
  <p:tag name="NUM" val="2"/>
</p:tagLst>
</file>

<file path=ppt/tags/tag113.xml><?xml version="1.0" encoding="utf-8"?>
<p:tagLst xmlns:a="http://schemas.openxmlformats.org/drawingml/2006/main" xmlns:r="http://schemas.openxmlformats.org/officeDocument/2006/relationships" xmlns:p="http://schemas.openxmlformats.org/presentationml/2006/main">
  <p:tag name="NUM" val="3"/>
</p:tagLst>
</file>

<file path=ppt/tags/tag114.xml><?xml version="1.0" encoding="utf-8"?>
<p:tagLst xmlns:a="http://schemas.openxmlformats.org/drawingml/2006/main" xmlns:r="http://schemas.openxmlformats.org/officeDocument/2006/relationships" xmlns:p="http://schemas.openxmlformats.org/presentationml/2006/main">
  <p:tag name="NUM" val="1"/>
</p:tagLst>
</file>

<file path=ppt/tags/tag115.xml><?xml version="1.0" encoding="utf-8"?>
<p:tagLst xmlns:a="http://schemas.openxmlformats.org/drawingml/2006/main" xmlns:r="http://schemas.openxmlformats.org/officeDocument/2006/relationships" xmlns:p="http://schemas.openxmlformats.org/presentationml/2006/main">
  <p:tag name="NUM" val="1"/>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3"/>
</p:tagLst>
</file>

<file path=ppt/tags/tag118.xml><?xml version="1.0" encoding="utf-8"?>
<p:tagLst xmlns:a="http://schemas.openxmlformats.org/drawingml/2006/main" xmlns:r="http://schemas.openxmlformats.org/officeDocument/2006/relationships" xmlns:p="http://schemas.openxmlformats.org/presentationml/2006/main">
  <p:tag name="NUM" val="1"/>
</p:tagLst>
</file>

<file path=ppt/tags/tag119.xml><?xml version="1.0" encoding="utf-8"?>
<p:tagLst xmlns:a="http://schemas.openxmlformats.org/drawingml/2006/main" xmlns:r="http://schemas.openxmlformats.org/officeDocument/2006/relationships" xmlns:p="http://schemas.openxmlformats.org/presentationml/2006/main">
  <p:tag name="NUM" val="2"/>
</p:tagLst>
</file>

<file path=ppt/tags/tag120.xml><?xml version="1.0" encoding="utf-8"?>
<p:tagLst xmlns:a="http://schemas.openxmlformats.org/drawingml/2006/main" xmlns:r="http://schemas.openxmlformats.org/officeDocument/2006/relationships" xmlns:p="http://schemas.openxmlformats.org/presentationml/2006/main">
  <p:tag name="NUM" val="3"/>
</p:tagLst>
</file>

<file path=ppt/tags/tag121.xml><?xml version="1.0" encoding="utf-8"?>
<p:tagLst xmlns:a="http://schemas.openxmlformats.org/drawingml/2006/main" xmlns:r="http://schemas.openxmlformats.org/officeDocument/2006/relationships" xmlns:p="http://schemas.openxmlformats.org/presentationml/2006/main">
  <p:tag name="NUM" val="1"/>
</p:tagLst>
</file>

<file path=ppt/tags/tag122.xml><?xml version="1.0" encoding="utf-8"?>
<p:tagLst xmlns:a="http://schemas.openxmlformats.org/drawingml/2006/main" xmlns:r="http://schemas.openxmlformats.org/officeDocument/2006/relationships" xmlns:p="http://schemas.openxmlformats.org/presentationml/2006/main">
  <p:tag name="NUM" val="2"/>
</p:tagLst>
</file>

<file path=ppt/tags/tag123.xml><?xml version="1.0" encoding="utf-8"?>
<p:tagLst xmlns:a="http://schemas.openxmlformats.org/drawingml/2006/main" xmlns:r="http://schemas.openxmlformats.org/officeDocument/2006/relationships" xmlns:p="http://schemas.openxmlformats.org/presentationml/2006/main">
  <p:tag name="NUM" val="3"/>
</p:tagLst>
</file>

<file path=ppt/tags/tag124.xml><?xml version="1.0" encoding="utf-8"?>
<p:tagLst xmlns:a="http://schemas.openxmlformats.org/drawingml/2006/main" xmlns:r="http://schemas.openxmlformats.org/officeDocument/2006/relationships" xmlns:p="http://schemas.openxmlformats.org/presentationml/2006/main">
  <p:tag name="NUM" val="1"/>
</p:tagLst>
</file>

<file path=ppt/tags/tag125.xml><?xml version="1.0" encoding="utf-8"?>
<p:tagLst xmlns:a="http://schemas.openxmlformats.org/drawingml/2006/main" xmlns:r="http://schemas.openxmlformats.org/officeDocument/2006/relationships" xmlns:p="http://schemas.openxmlformats.org/presentationml/2006/main">
  <p:tag name="NUM" val="2"/>
</p:tagLst>
</file>

<file path=ppt/tags/tag126.xml><?xml version="1.0" encoding="utf-8"?>
<p:tagLst xmlns:a="http://schemas.openxmlformats.org/drawingml/2006/main" xmlns:r="http://schemas.openxmlformats.org/officeDocument/2006/relationships" xmlns:p="http://schemas.openxmlformats.org/presentationml/2006/main">
  <p:tag name="NUM" val="3"/>
</p:tagLst>
</file>

<file path=ppt/tags/tag127.xml><?xml version="1.0" encoding="utf-8"?>
<p:tagLst xmlns:a="http://schemas.openxmlformats.org/drawingml/2006/main" xmlns:r="http://schemas.openxmlformats.org/officeDocument/2006/relationships" xmlns:p="http://schemas.openxmlformats.org/presentationml/2006/main">
  <p:tag name="NUM" val="1"/>
</p:tagLst>
</file>

<file path=ppt/tags/tag128.xml><?xml version="1.0" encoding="utf-8"?>
<p:tagLst xmlns:a="http://schemas.openxmlformats.org/drawingml/2006/main" xmlns:r="http://schemas.openxmlformats.org/officeDocument/2006/relationships" xmlns:p="http://schemas.openxmlformats.org/presentationml/2006/main">
  <p:tag name="NUM" val="2"/>
</p:tagLst>
</file>

<file path=ppt/tags/tag129.xml><?xml version="1.0" encoding="utf-8"?>
<p:tagLst xmlns:a="http://schemas.openxmlformats.org/drawingml/2006/main" xmlns:r="http://schemas.openxmlformats.org/officeDocument/2006/relationships" xmlns:p="http://schemas.openxmlformats.org/presentationml/2006/main">
  <p:tag name="NUM" val="3"/>
</p:tagLst>
</file>

<file path=ppt/tags/tag130.xml><?xml version="1.0" encoding="utf-8"?>
<p:tagLst xmlns:a="http://schemas.openxmlformats.org/drawingml/2006/main" xmlns:r="http://schemas.openxmlformats.org/officeDocument/2006/relationships" xmlns:p="http://schemas.openxmlformats.org/presentationml/2006/main">
  <p:tag name="NUM" val="1"/>
</p:tagLst>
</file>

<file path=ppt/tags/tag131.xml><?xml version="1.0" encoding="utf-8"?>
<p:tagLst xmlns:a="http://schemas.openxmlformats.org/drawingml/2006/main" xmlns:r="http://schemas.openxmlformats.org/officeDocument/2006/relationships" xmlns:p="http://schemas.openxmlformats.org/presentationml/2006/main">
  <p:tag name="NUM" val="2"/>
</p:tagLst>
</file>

<file path=ppt/tags/tag132.xml><?xml version="1.0" encoding="utf-8"?>
<p:tagLst xmlns:a="http://schemas.openxmlformats.org/drawingml/2006/main" xmlns:r="http://schemas.openxmlformats.org/officeDocument/2006/relationships" xmlns:p="http://schemas.openxmlformats.org/presentationml/2006/main">
  <p:tag name="NUM" val="3"/>
</p:tagLst>
</file>

<file path=ppt/tags/tag133.xml><?xml version="1.0" encoding="utf-8"?>
<p:tagLst xmlns:a="http://schemas.openxmlformats.org/drawingml/2006/main" xmlns:r="http://schemas.openxmlformats.org/officeDocument/2006/relationships" xmlns:p="http://schemas.openxmlformats.org/presentationml/2006/main">
  <p:tag name="NUM" val="1"/>
</p:tagLst>
</file>

<file path=ppt/tags/tag134.xml><?xml version="1.0" encoding="utf-8"?>
<p:tagLst xmlns:a="http://schemas.openxmlformats.org/drawingml/2006/main" xmlns:r="http://schemas.openxmlformats.org/officeDocument/2006/relationships" xmlns:p="http://schemas.openxmlformats.org/presentationml/2006/main">
  <p:tag name="NUM" val="2"/>
</p:tagLst>
</file>

<file path=ppt/tags/tag135.xml><?xml version="1.0" encoding="utf-8"?>
<p:tagLst xmlns:a="http://schemas.openxmlformats.org/drawingml/2006/main" xmlns:r="http://schemas.openxmlformats.org/officeDocument/2006/relationships" xmlns:p="http://schemas.openxmlformats.org/presentationml/2006/main">
  <p:tag name="NUM" val="3"/>
</p:tagLst>
</file>

<file path=ppt/tags/tag136.xml><?xml version="1.0" encoding="utf-8"?>
<p:tagLst xmlns:a="http://schemas.openxmlformats.org/drawingml/2006/main" xmlns:r="http://schemas.openxmlformats.org/officeDocument/2006/relationships" xmlns:p="http://schemas.openxmlformats.org/presentationml/2006/main">
  <p:tag name="NUM" val="1"/>
</p:tagLst>
</file>

<file path=ppt/tags/tag137.xml><?xml version="1.0" encoding="utf-8"?>
<p:tagLst xmlns:a="http://schemas.openxmlformats.org/drawingml/2006/main" xmlns:r="http://schemas.openxmlformats.org/officeDocument/2006/relationships" xmlns:p="http://schemas.openxmlformats.org/presentationml/2006/main">
  <p:tag name="NUM" val="2"/>
</p:tagLst>
</file>

<file path=ppt/tags/tag138.xml><?xml version="1.0" encoding="utf-8"?>
<p:tagLst xmlns:a="http://schemas.openxmlformats.org/drawingml/2006/main" xmlns:r="http://schemas.openxmlformats.org/officeDocument/2006/relationships" xmlns:p="http://schemas.openxmlformats.org/presentationml/2006/main">
  <p:tag name="NUM" val="3"/>
</p:tagLst>
</file>

<file path=ppt/tags/tag139.xml><?xml version="1.0" encoding="utf-8"?>
<p:tagLst xmlns:a="http://schemas.openxmlformats.org/drawingml/2006/main" xmlns:r="http://schemas.openxmlformats.org/officeDocument/2006/relationships" xmlns:p="http://schemas.openxmlformats.org/presentationml/2006/main">
  <p:tag name="NUM" val="1"/>
</p:tagLst>
</file>

<file path=ppt/tags/tag140.xml><?xml version="1.0" encoding="utf-8"?>
<p:tagLst xmlns:a="http://schemas.openxmlformats.org/drawingml/2006/main" xmlns:r="http://schemas.openxmlformats.org/officeDocument/2006/relationships" xmlns:p="http://schemas.openxmlformats.org/presentationml/2006/main">
  <p:tag name="NUM" val="2"/>
</p:tagLst>
</file>

<file path=ppt/tags/tag141.xml><?xml version="1.0" encoding="utf-8"?>
<p:tagLst xmlns:a="http://schemas.openxmlformats.org/drawingml/2006/main" xmlns:r="http://schemas.openxmlformats.org/officeDocument/2006/relationships" xmlns:p="http://schemas.openxmlformats.org/presentationml/2006/main">
  <p:tag name="NUM" val="3"/>
</p:tagLst>
</file>

<file path=ppt/tags/tag142.xml><?xml version="1.0" encoding="utf-8"?>
<p:tagLst xmlns:a="http://schemas.openxmlformats.org/drawingml/2006/main" xmlns:r="http://schemas.openxmlformats.org/officeDocument/2006/relationships" xmlns:p="http://schemas.openxmlformats.org/presentationml/2006/main">
  <p:tag name="NUM" val="1"/>
</p:tagLst>
</file>

<file path=ppt/tags/tag143.xml><?xml version="1.0" encoding="utf-8"?>
<p:tagLst xmlns:a="http://schemas.openxmlformats.org/drawingml/2006/main" xmlns:r="http://schemas.openxmlformats.org/officeDocument/2006/relationships" xmlns:p="http://schemas.openxmlformats.org/presentationml/2006/main">
  <p:tag name="NUM" val="2"/>
</p:tagLst>
</file>

<file path=ppt/tags/tag144.xml><?xml version="1.0" encoding="utf-8"?>
<p:tagLst xmlns:a="http://schemas.openxmlformats.org/drawingml/2006/main" xmlns:r="http://schemas.openxmlformats.org/officeDocument/2006/relationships" xmlns:p="http://schemas.openxmlformats.org/presentationml/2006/main">
  <p:tag name="NUM" val="3"/>
</p:tagLst>
</file>

<file path=ppt/tags/tag145.xml><?xml version="1.0" encoding="utf-8"?>
<p:tagLst xmlns:a="http://schemas.openxmlformats.org/drawingml/2006/main" xmlns:r="http://schemas.openxmlformats.org/officeDocument/2006/relationships" xmlns:p="http://schemas.openxmlformats.org/presentationml/2006/main">
  <p:tag name="NUM" val="1"/>
</p:tagLst>
</file>

<file path=ppt/tags/tag146.xml><?xml version="1.0" encoding="utf-8"?>
<p:tagLst xmlns:a="http://schemas.openxmlformats.org/drawingml/2006/main" xmlns:r="http://schemas.openxmlformats.org/officeDocument/2006/relationships" xmlns:p="http://schemas.openxmlformats.org/presentationml/2006/main">
  <p:tag name="NUM" val="1"/>
</p:tagLst>
</file>

<file path=ppt/tags/tag147.xml><?xml version="1.0" encoding="utf-8"?>
<p:tagLst xmlns:a="http://schemas.openxmlformats.org/drawingml/2006/main" xmlns:r="http://schemas.openxmlformats.org/officeDocument/2006/relationships" xmlns:p="http://schemas.openxmlformats.org/presentationml/2006/main">
  <p:tag name="NUM" val="2"/>
</p:tagLst>
</file>

<file path=ppt/tags/tag148.xml><?xml version="1.0" encoding="utf-8"?>
<p:tagLst xmlns:a="http://schemas.openxmlformats.org/drawingml/2006/main" xmlns:r="http://schemas.openxmlformats.org/officeDocument/2006/relationships" xmlns:p="http://schemas.openxmlformats.org/presentationml/2006/main">
  <p:tag name="NUM" val="3"/>
</p:tagLst>
</file>

<file path=ppt/tags/tag149.xml><?xml version="1.0" encoding="utf-8"?>
<p:tagLst xmlns:a="http://schemas.openxmlformats.org/drawingml/2006/main" xmlns:r="http://schemas.openxmlformats.org/officeDocument/2006/relationships" xmlns:p="http://schemas.openxmlformats.org/presentationml/2006/main">
  <p:tag name="NUM" val="1"/>
</p:tagLst>
</file>

<file path=ppt/tags/tag150.xml><?xml version="1.0" encoding="utf-8"?>
<p:tagLst xmlns:a="http://schemas.openxmlformats.org/drawingml/2006/main" xmlns:r="http://schemas.openxmlformats.org/officeDocument/2006/relationships" xmlns:p="http://schemas.openxmlformats.org/presentationml/2006/main">
  <p:tag name="NUM" val="2"/>
</p:tagLst>
</file>

<file path=ppt/tags/tag151.xml><?xml version="1.0" encoding="utf-8"?>
<p:tagLst xmlns:a="http://schemas.openxmlformats.org/drawingml/2006/main" xmlns:r="http://schemas.openxmlformats.org/officeDocument/2006/relationships" xmlns:p="http://schemas.openxmlformats.org/presentationml/2006/main">
  <p:tag name="NUM" val="3"/>
</p:tagLst>
</file>

<file path=ppt/tags/tag152.xml><?xml version="1.0" encoding="utf-8"?>
<p:tagLst xmlns:a="http://schemas.openxmlformats.org/drawingml/2006/main" xmlns:r="http://schemas.openxmlformats.org/officeDocument/2006/relationships" xmlns:p="http://schemas.openxmlformats.org/presentationml/2006/main">
  <p:tag name="NUM" val="1"/>
</p:tagLst>
</file>

<file path=ppt/tags/tag153.xml><?xml version="1.0" encoding="utf-8"?>
<p:tagLst xmlns:a="http://schemas.openxmlformats.org/drawingml/2006/main" xmlns:r="http://schemas.openxmlformats.org/officeDocument/2006/relationships" xmlns:p="http://schemas.openxmlformats.org/presentationml/2006/main">
  <p:tag name="NUM" val="2"/>
</p:tagLst>
</file>

<file path=ppt/tags/tag154.xml><?xml version="1.0" encoding="utf-8"?>
<p:tagLst xmlns:a="http://schemas.openxmlformats.org/drawingml/2006/main" xmlns:r="http://schemas.openxmlformats.org/officeDocument/2006/relationships" xmlns:p="http://schemas.openxmlformats.org/presentationml/2006/main">
  <p:tag name="NUM" val="3"/>
</p:tagLst>
</file>

<file path=ppt/tags/tag155.xml><?xml version="1.0" encoding="utf-8"?>
<p:tagLst xmlns:a="http://schemas.openxmlformats.org/drawingml/2006/main" xmlns:r="http://schemas.openxmlformats.org/officeDocument/2006/relationships" xmlns:p="http://schemas.openxmlformats.org/presentationml/2006/main">
  <p:tag name="NUM" val="1"/>
</p:tagLst>
</file>

<file path=ppt/tags/tag156.xml><?xml version="1.0" encoding="utf-8"?>
<p:tagLst xmlns:a="http://schemas.openxmlformats.org/drawingml/2006/main" xmlns:r="http://schemas.openxmlformats.org/officeDocument/2006/relationships" xmlns:p="http://schemas.openxmlformats.org/presentationml/2006/main">
  <p:tag name="NUM" val="2"/>
</p:tagLst>
</file>

<file path=ppt/tags/tag157.xml><?xml version="1.0" encoding="utf-8"?>
<p:tagLst xmlns:a="http://schemas.openxmlformats.org/drawingml/2006/main" xmlns:r="http://schemas.openxmlformats.org/officeDocument/2006/relationships" xmlns:p="http://schemas.openxmlformats.org/presentationml/2006/main">
  <p:tag name="NUM" val="1"/>
</p:tagLst>
</file>

<file path=ppt/tags/tag158.xml><?xml version="1.0" encoding="utf-8"?>
<p:tagLst xmlns:a="http://schemas.openxmlformats.org/drawingml/2006/main" xmlns:r="http://schemas.openxmlformats.org/officeDocument/2006/relationships" xmlns:p="http://schemas.openxmlformats.org/presentationml/2006/main">
  <p:tag name="NUM" val="1"/>
</p:tagLst>
</file>

<file path=ppt/tags/tag159.xml><?xml version="1.0" encoding="utf-8"?>
<p:tagLst xmlns:a="http://schemas.openxmlformats.org/drawingml/2006/main" xmlns:r="http://schemas.openxmlformats.org/officeDocument/2006/relationships" xmlns:p="http://schemas.openxmlformats.org/presentationml/2006/main">
  <p:tag name="NUM" val="2"/>
</p:tagLst>
</file>

<file path=ppt/tags/tag160.xml><?xml version="1.0" encoding="utf-8"?>
<p:tagLst xmlns:a="http://schemas.openxmlformats.org/drawingml/2006/main" xmlns:r="http://schemas.openxmlformats.org/officeDocument/2006/relationships" xmlns:p="http://schemas.openxmlformats.org/presentationml/2006/main">
  <p:tag name="NUM" val="3"/>
</p:tagLst>
</file>

<file path=ppt/tags/tag161.xml><?xml version="1.0" encoding="utf-8"?>
<p:tagLst xmlns:a="http://schemas.openxmlformats.org/drawingml/2006/main" xmlns:r="http://schemas.openxmlformats.org/officeDocument/2006/relationships" xmlns:p="http://schemas.openxmlformats.org/presentationml/2006/main">
  <p:tag name="NUM" val="1"/>
</p:tagLst>
</file>

<file path=ppt/tags/tag162.xml><?xml version="1.0" encoding="utf-8"?>
<p:tagLst xmlns:a="http://schemas.openxmlformats.org/drawingml/2006/main" xmlns:r="http://schemas.openxmlformats.org/officeDocument/2006/relationships" xmlns:p="http://schemas.openxmlformats.org/presentationml/2006/main">
  <p:tag name="NUM" val="2"/>
</p:tagLst>
</file>

<file path=ppt/tags/tag163.xml><?xml version="1.0" encoding="utf-8"?>
<p:tagLst xmlns:a="http://schemas.openxmlformats.org/drawingml/2006/main" xmlns:r="http://schemas.openxmlformats.org/officeDocument/2006/relationships" xmlns:p="http://schemas.openxmlformats.org/presentationml/2006/main">
  <p:tag name="NUM" val="3"/>
</p:tagLst>
</file>

<file path=ppt/tags/tag164.xml><?xml version="1.0" encoding="utf-8"?>
<p:tagLst xmlns:a="http://schemas.openxmlformats.org/drawingml/2006/main" xmlns:r="http://schemas.openxmlformats.org/officeDocument/2006/relationships" xmlns:p="http://schemas.openxmlformats.org/presentationml/2006/main">
  <p:tag name="NUM" val="1"/>
</p:tagLst>
</file>

<file path=ppt/tags/tag165.xml><?xml version="1.0" encoding="utf-8"?>
<p:tagLst xmlns:a="http://schemas.openxmlformats.org/drawingml/2006/main" xmlns:r="http://schemas.openxmlformats.org/officeDocument/2006/relationships" xmlns:p="http://schemas.openxmlformats.org/presentationml/2006/main">
  <p:tag name="NUM" val="2"/>
</p:tagLst>
</file>

<file path=ppt/tags/tag166.xml><?xml version="1.0" encoding="utf-8"?>
<p:tagLst xmlns:a="http://schemas.openxmlformats.org/drawingml/2006/main" xmlns:r="http://schemas.openxmlformats.org/officeDocument/2006/relationships" xmlns:p="http://schemas.openxmlformats.org/presentationml/2006/main">
  <p:tag name="NUM" val="3"/>
</p:tagLst>
</file>

<file path=ppt/tags/tag167.xml><?xml version="1.0" encoding="utf-8"?>
<p:tagLst xmlns:a="http://schemas.openxmlformats.org/drawingml/2006/main" xmlns:r="http://schemas.openxmlformats.org/officeDocument/2006/relationships" xmlns:p="http://schemas.openxmlformats.org/presentationml/2006/main">
  <p:tag name="NUM" val="1"/>
</p:tagLst>
</file>

<file path=ppt/tags/tag168.xml><?xml version="1.0" encoding="utf-8"?>
<p:tagLst xmlns:a="http://schemas.openxmlformats.org/drawingml/2006/main" xmlns:r="http://schemas.openxmlformats.org/officeDocument/2006/relationships" xmlns:p="http://schemas.openxmlformats.org/presentationml/2006/main">
  <p:tag name="NUM" val="2"/>
</p:tagLst>
</file>

<file path=ppt/tags/tag169.xml><?xml version="1.0" encoding="utf-8"?>
<p:tagLst xmlns:a="http://schemas.openxmlformats.org/drawingml/2006/main" xmlns:r="http://schemas.openxmlformats.org/officeDocument/2006/relationships" xmlns:p="http://schemas.openxmlformats.org/presentationml/2006/main">
  <p:tag name="NUM" val="3"/>
</p:tagLst>
</file>

<file path=ppt/tags/tag170.xml><?xml version="1.0" encoding="utf-8"?>
<p:tagLst xmlns:a="http://schemas.openxmlformats.org/drawingml/2006/main" xmlns:r="http://schemas.openxmlformats.org/officeDocument/2006/relationships" xmlns:p="http://schemas.openxmlformats.org/presentationml/2006/main">
  <p:tag name="NUM" val="1"/>
</p:tagLst>
</file>

<file path=ppt/tags/tag171.xml><?xml version="1.0" encoding="utf-8"?>
<p:tagLst xmlns:a="http://schemas.openxmlformats.org/drawingml/2006/main" xmlns:r="http://schemas.openxmlformats.org/officeDocument/2006/relationships" xmlns:p="http://schemas.openxmlformats.org/presentationml/2006/main">
  <p:tag name="NUM" val="2"/>
</p:tagLst>
</file>

<file path=ppt/tags/tag172.xml><?xml version="1.0" encoding="utf-8"?>
<p:tagLst xmlns:a="http://schemas.openxmlformats.org/drawingml/2006/main" xmlns:r="http://schemas.openxmlformats.org/officeDocument/2006/relationships" xmlns:p="http://schemas.openxmlformats.org/presentationml/2006/main">
  <p:tag name="NUM" val="3"/>
</p:tagLst>
</file>

<file path=ppt/tags/tag173.xml><?xml version="1.0" encoding="utf-8"?>
<p:tagLst xmlns:a="http://schemas.openxmlformats.org/drawingml/2006/main" xmlns:r="http://schemas.openxmlformats.org/officeDocument/2006/relationships" xmlns:p="http://schemas.openxmlformats.org/presentationml/2006/main">
  <p:tag name="NUM" val="4"/>
</p:tagLst>
</file>

<file path=ppt/tags/tag174.xml><?xml version="1.0" encoding="utf-8"?>
<p:tagLst xmlns:a="http://schemas.openxmlformats.org/drawingml/2006/main" xmlns:r="http://schemas.openxmlformats.org/officeDocument/2006/relationships" xmlns:p="http://schemas.openxmlformats.org/presentationml/2006/main">
  <p:tag name="NUM" val="1"/>
</p:tagLst>
</file>

<file path=ppt/tags/tag175.xml><?xml version="1.0" encoding="utf-8"?>
<p:tagLst xmlns:a="http://schemas.openxmlformats.org/drawingml/2006/main" xmlns:r="http://schemas.openxmlformats.org/officeDocument/2006/relationships" xmlns:p="http://schemas.openxmlformats.org/presentationml/2006/main">
  <p:tag name="NUM" val="2"/>
</p:tagLst>
</file>

<file path=ppt/tags/tag176.xml><?xml version="1.0" encoding="utf-8"?>
<p:tagLst xmlns:a="http://schemas.openxmlformats.org/drawingml/2006/main" xmlns:r="http://schemas.openxmlformats.org/officeDocument/2006/relationships" xmlns:p="http://schemas.openxmlformats.org/presentationml/2006/main">
  <p:tag name="NUM" val="3"/>
</p:tagLst>
</file>

<file path=ppt/tags/tag177.xml><?xml version="1.0" encoding="utf-8"?>
<p:tagLst xmlns:a="http://schemas.openxmlformats.org/drawingml/2006/main" xmlns:r="http://schemas.openxmlformats.org/officeDocument/2006/relationships" xmlns:p="http://schemas.openxmlformats.org/presentationml/2006/main">
  <p:tag name="NUM" val="1"/>
</p:tagLst>
</file>

<file path=ppt/tags/tag178.xml><?xml version="1.0" encoding="utf-8"?>
<p:tagLst xmlns:a="http://schemas.openxmlformats.org/drawingml/2006/main" xmlns:r="http://schemas.openxmlformats.org/officeDocument/2006/relationships" xmlns:p="http://schemas.openxmlformats.org/presentationml/2006/main">
  <p:tag name="NUM" val="2"/>
</p:tagLst>
</file>

<file path=ppt/tags/tag179.xml><?xml version="1.0" encoding="utf-8"?>
<p:tagLst xmlns:a="http://schemas.openxmlformats.org/drawingml/2006/main" xmlns:r="http://schemas.openxmlformats.org/officeDocument/2006/relationships" xmlns:p="http://schemas.openxmlformats.org/presentationml/2006/main">
  <p:tag name="NUM" val="3"/>
</p:tagLst>
</file>

<file path=ppt/tags/tag180.xml><?xml version="1.0" encoding="utf-8"?>
<p:tagLst xmlns:a="http://schemas.openxmlformats.org/drawingml/2006/main" xmlns:r="http://schemas.openxmlformats.org/officeDocument/2006/relationships" xmlns:p="http://schemas.openxmlformats.org/presentationml/2006/main">
  <p:tag name="NUM" val="1"/>
</p:tagLst>
</file>

<file path=ppt/tags/tag181.xml><?xml version="1.0" encoding="utf-8"?>
<p:tagLst xmlns:a="http://schemas.openxmlformats.org/drawingml/2006/main" xmlns:r="http://schemas.openxmlformats.org/officeDocument/2006/relationships" xmlns:p="http://schemas.openxmlformats.org/presentationml/2006/main">
  <p:tag name="NUM" val="2"/>
</p:tagLst>
</file>

<file path=ppt/tags/tag182.xml><?xml version="1.0" encoding="utf-8"?>
<p:tagLst xmlns:a="http://schemas.openxmlformats.org/drawingml/2006/main" xmlns:r="http://schemas.openxmlformats.org/officeDocument/2006/relationships" xmlns:p="http://schemas.openxmlformats.org/presentationml/2006/main">
  <p:tag name="NUM" val="3"/>
</p:tagLst>
</file>

<file path=ppt/tags/tag183.xml><?xml version="1.0" encoding="utf-8"?>
<p:tagLst xmlns:a="http://schemas.openxmlformats.org/drawingml/2006/main" xmlns:r="http://schemas.openxmlformats.org/officeDocument/2006/relationships" xmlns:p="http://schemas.openxmlformats.org/presentationml/2006/main">
  <p:tag name="NUM" val="4"/>
</p:tagLst>
</file>

<file path=ppt/tags/tag184.xml><?xml version="1.0" encoding="utf-8"?>
<p:tagLst xmlns:a="http://schemas.openxmlformats.org/drawingml/2006/main" xmlns:r="http://schemas.openxmlformats.org/officeDocument/2006/relationships" xmlns:p="http://schemas.openxmlformats.org/presentationml/2006/main">
  <p:tag name="NUM" val="1"/>
</p:tagLst>
</file>

<file path=ppt/tags/tag185.xml><?xml version="1.0" encoding="utf-8"?>
<p:tagLst xmlns:a="http://schemas.openxmlformats.org/drawingml/2006/main" xmlns:r="http://schemas.openxmlformats.org/officeDocument/2006/relationships" xmlns:p="http://schemas.openxmlformats.org/presentationml/2006/main">
  <p:tag name="NUM" val="1"/>
</p:tagLst>
</file>

<file path=ppt/tags/tag186.xml><?xml version="1.0" encoding="utf-8"?>
<p:tagLst xmlns:a="http://schemas.openxmlformats.org/drawingml/2006/main" xmlns:r="http://schemas.openxmlformats.org/officeDocument/2006/relationships" xmlns:p="http://schemas.openxmlformats.org/presentationml/2006/main">
  <p:tag name="NUM" val="2"/>
</p:tagLst>
</file>

<file path=ppt/tags/tag187.xml><?xml version="1.0" encoding="utf-8"?>
<p:tagLst xmlns:a="http://schemas.openxmlformats.org/drawingml/2006/main" xmlns:r="http://schemas.openxmlformats.org/officeDocument/2006/relationships" xmlns:p="http://schemas.openxmlformats.org/presentationml/2006/main">
  <p:tag name="NUM" val="3"/>
</p:tagLst>
</file>

<file path=ppt/tags/tag188.xml><?xml version="1.0" encoding="utf-8"?>
<p:tagLst xmlns:a="http://schemas.openxmlformats.org/drawingml/2006/main" xmlns:r="http://schemas.openxmlformats.org/officeDocument/2006/relationships" xmlns:p="http://schemas.openxmlformats.org/presentationml/2006/main">
  <p:tag name="NUM" val="1"/>
</p:tagLst>
</file>

<file path=ppt/tags/tag189.xml><?xml version="1.0" encoding="utf-8"?>
<p:tagLst xmlns:a="http://schemas.openxmlformats.org/drawingml/2006/main" xmlns:r="http://schemas.openxmlformats.org/officeDocument/2006/relationships" xmlns:p="http://schemas.openxmlformats.org/presentationml/2006/main">
  <p:tag name="NUM" val="2"/>
</p:tagLst>
</file>

<file path=ppt/tags/tag190.xml><?xml version="1.0" encoding="utf-8"?>
<p:tagLst xmlns:a="http://schemas.openxmlformats.org/drawingml/2006/main" xmlns:r="http://schemas.openxmlformats.org/officeDocument/2006/relationships" xmlns:p="http://schemas.openxmlformats.org/presentationml/2006/main">
  <p:tag name="NUM" val="3"/>
</p:tagLst>
</file>

<file path=ppt/tags/tag191.xml><?xml version="1.0" encoding="utf-8"?>
<p:tagLst xmlns:a="http://schemas.openxmlformats.org/drawingml/2006/main" xmlns:r="http://schemas.openxmlformats.org/officeDocument/2006/relationships" xmlns:p="http://schemas.openxmlformats.org/presentationml/2006/main">
  <p:tag name="NUM" val="1"/>
</p:tagLst>
</file>

<file path=ppt/tags/tag192.xml><?xml version="1.0" encoding="utf-8"?>
<p:tagLst xmlns:a="http://schemas.openxmlformats.org/drawingml/2006/main" xmlns:r="http://schemas.openxmlformats.org/officeDocument/2006/relationships" xmlns:p="http://schemas.openxmlformats.org/presentationml/2006/main">
  <p:tag name="NUM" val="2"/>
</p:tagLst>
</file>

<file path=ppt/tags/tag193.xml><?xml version="1.0" encoding="utf-8"?>
<p:tagLst xmlns:a="http://schemas.openxmlformats.org/drawingml/2006/main" xmlns:r="http://schemas.openxmlformats.org/officeDocument/2006/relationships" xmlns:p="http://schemas.openxmlformats.org/presentationml/2006/main">
  <p:tag name="NUM" val="3"/>
</p:tagLst>
</file>

<file path=ppt/tags/tag194.xml><?xml version="1.0" encoding="utf-8"?>
<p:tagLst xmlns:a="http://schemas.openxmlformats.org/drawingml/2006/main" xmlns:r="http://schemas.openxmlformats.org/officeDocument/2006/relationships" xmlns:p="http://schemas.openxmlformats.org/presentationml/2006/main">
  <p:tag name="NUM" val="1"/>
</p:tagLst>
</file>

<file path=ppt/tags/tag195.xml><?xml version="1.0" encoding="utf-8"?>
<p:tagLst xmlns:a="http://schemas.openxmlformats.org/drawingml/2006/main" xmlns:r="http://schemas.openxmlformats.org/officeDocument/2006/relationships" xmlns:p="http://schemas.openxmlformats.org/presentationml/2006/main">
  <p:tag name="NUM" val="1"/>
</p:tagLst>
</file>

<file path=ppt/tags/tag196.xml><?xml version="1.0" encoding="utf-8"?>
<p:tagLst xmlns:a="http://schemas.openxmlformats.org/drawingml/2006/main" xmlns:r="http://schemas.openxmlformats.org/officeDocument/2006/relationships" xmlns:p="http://schemas.openxmlformats.org/presentationml/2006/main">
  <p:tag name="NUM" val="2"/>
</p:tagLst>
</file>

<file path=ppt/tags/tag197.xml><?xml version="1.0" encoding="utf-8"?>
<p:tagLst xmlns:a="http://schemas.openxmlformats.org/drawingml/2006/main" xmlns:r="http://schemas.openxmlformats.org/officeDocument/2006/relationships" xmlns:p="http://schemas.openxmlformats.org/presentationml/2006/main">
  <p:tag name="NUM" val="3"/>
</p:tagLst>
</file>

<file path=ppt/tags/tag198.xml><?xml version="1.0" encoding="utf-8"?>
<p:tagLst xmlns:a="http://schemas.openxmlformats.org/drawingml/2006/main" xmlns:r="http://schemas.openxmlformats.org/officeDocument/2006/relationships" xmlns:p="http://schemas.openxmlformats.org/presentationml/2006/main">
  <p:tag name="NUM" val="1"/>
</p:tagLst>
</file>

<file path=ppt/tags/tag199.xml><?xml version="1.0" encoding="utf-8"?>
<p:tagLst xmlns:a="http://schemas.openxmlformats.org/drawingml/2006/main" xmlns:r="http://schemas.openxmlformats.org/officeDocument/2006/relationships" xmlns:p="http://schemas.openxmlformats.org/presentationml/2006/main">
  <p:tag name="NUM" val="2"/>
</p:tagLst>
</file>

<file path=ppt/tags/tag200.xml><?xml version="1.0" encoding="utf-8"?>
<p:tagLst xmlns:a="http://schemas.openxmlformats.org/drawingml/2006/main" xmlns:r="http://schemas.openxmlformats.org/officeDocument/2006/relationships" xmlns:p="http://schemas.openxmlformats.org/presentationml/2006/main">
  <p:tag name="NUM" val="3"/>
</p:tagLst>
</file>

<file path=ppt/tags/tag201.xml><?xml version="1.0" encoding="utf-8"?>
<p:tagLst xmlns:a="http://schemas.openxmlformats.org/drawingml/2006/main" xmlns:r="http://schemas.openxmlformats.org/officeDocument/2006/relationships" xmlns:p="http://schemas.openxmlformats.org/presentationml/2006/main">
  <p:tag name="NUM" val="1"/>
</p:tagLst>
</file>

<file path=ppt/tags/tag202.xml><?xml version="1.0" encoding="utf-8"?>
<p:tagLst xmlns:a="http://schemas.openxmlformats.org/drawingml/2006/main" xmlns:r="http://schemas.openxmlformats.org/officeDocument/2006/relationships" xmlns:p="http://schemas.openxmlformats.org/presentationml/2006/main">
  <p:tag name="NUM" val="2"/>
</p:tagLst>
</file>

<file path=ppt/tags/tag203.xml><?xml version="1.0" encoding="utf-8"?>
<p:tagLst xmlns:a="http://schemas.openxmlformats.org/drawingml/2006/main" xmlns:r="http://schemas.openxmlformats.org/officeDocument/2006/relationships" xmlns:p="http://schemas.openxmlformats.org/presentationml/2006/main">
  <p:tag name="NUM" val="3"/>
</p:tagLst>
</file>

<file path=ppt/tags/tag204.xml><?xml version="1.0" encoding="utf-8"?>
<p:tagLst xmlns:a="http://schemas.openxmlformats.org/drawingml/2006/main" xmlns:r="http://schemas.openxmlformats.org/officeDocument/2006/relationships" xmlns:p="http://schemas.openxmlformats.org/presentationml/2006/main">
  <p:tag name="NUM" val="1"/>
</p:tagLst>
</file>

<file path=ppt/tags/tag205.xml><?xml version="1.0" encoding="utf-8"?>
<p:tagLst xmlns:a="http://schemas.openxmlformats.org/drawingml/2006/main" xmlns:r="http://schemas.openxmlformats.org/officeDocument/2006/relationships" xmlns:p="http://schemas.openxmlformats.org/presentationml/2006/main">
  <p:tag name="NUM" val="2"/>
</p:tagLst>
</file>

<file path=ppt/tags/tag206.xml><?xml version="1.0" encoding="utf-8"?>
<p:tagLst xmlns:a="http://schemas.openxmlformats.org/drawingml/2006/main" xmlns:r="http://schemas.openxmlformats.org/officeDocument/2006/relationships" xmlns:p="http://schemas.openxmlformats.org/presentationml/2006/main">
  <p:tag name="NUM" val="3"/>
</p:tagLst>
</file>

<file path=ppt/tags/tag207.xml><?xml version="1.0" encoding="utf-8"?>
<p:tagLst xmlns:a="http://schemas.openxmlformats.org/drawingml/2006/main" xmlns:r="http://schemas.openxmlformats.org/officeDocument/2006/relationships" xmlns:p="http://schemas.openxmlformats.org/presentationml/2006/main">
  <p:tag name="NUM" val="1"/>
</p:tagLst>
</file>

<file path=ppt/tags/tag208.xml><?xml version="1.0" encoding="utf-8"?>
<p:tagLst xmlns:a="http://schemas.openxmlformats.org/drawingml/2006/main" xmlns:r="http://schemas.openxmlformats.org/officeDocument/2006/relationships" xmlns:p="http://schemas.openxmlformats.org/presentationml/2006/main">
  <p:tag name="NUM" val="2"/>
</p:tagLst>
</file>

<file path=ppt/tags/tag209.xml><?xml version="1.0" encoding="utf-8"?>
<p:tagLst xmlns:a="http://schemas.openxmlformats.org/drawingml/2006/main" xmlns:r="http://schemas.openxmlformats.org/officeDocument/2006/relationships" xmlns:p="http://schemas.openxmlformats.org/presentationml/2006/main">
  <p:tag name="NUM" val="3"/>
</p:tagLst>
</file>

<file path=ppt/tags/tag210.xml><?xml version="1.0" encoding="utf-8"?>
<p:tagLst xmlns:a="http://schemas.openxmlformats.org/drawingml/2006/main" xmlns:r="http://schemas.openxmlformats.org/officeDocument/2006/relationships" xmlns:p="http://schemas.openxmlformats.org/presentationml/2006/main">
  <p:tag name="NUM" val="1"/>
</p:tagLst>
</file>

<file path=ppt/tags/tag211.xml><?xml version="1.0" encoding="utf-8"?>
<p:tagLst xmlns:a="http://schemas.openxmlformats.org/drawingml/2006/main" xmlns:r="http://schemas.openxmlformats.org/officeDocument/2006/relationships" xmlns:p="http://schemas.openxmlformats.org/presentationml/2006/main">
  <p:tag name="NUM" val="2"/>
</p:tagLst>
</file>

<file path=ppt/tags/tag212.xml><?xml version="1.0" encoding="utf-8"?>
<p:tagLst xmlns:a="http://schemas.openxmlformats.org/drawingml/2006/main" xmlns:r="http://schemas.openxmlformats.org/officeDocument/2006/relationships" xmlns:p="http://schemas.openxmlformats.org/presentationml/2006/main">
  <p:tag name="NUM" val="3"/>
</p:tagLst>
</file>

<file path=ppt/tags/tag213.xml><?xml version="1.0" encoding="utf-8"?>
<p:tagLst xmlns:a="http://schemas.openxmlformats.org/drawingml/2006/main" xmlns:r="http://schemas.openxmlformats.org/officeDocument/2006/relationships" xmlns:p="http://schemas.openxmlformats.org/presentationml/2006/main">
  <p:tag name="NUM" val="1"/>
</p:tagLst>
</file>

<file path=ppt/tags/tag214.xml><?xml version="1.0" encoding="utf-8"?>
<p:tagLst xmlns:a="http://schemas.openxmlformats.org/drawingml/2006/main" xmlns:r="http://schemas.openxmlformats.org/officeDocument/2006/relationships" xmlns:p="http://schemas.openxmlformats.org/presentationml/2006/main">
  <p:tag name="NUM" val="1"/>
</p:tagLst>
</file>

<file path=ppt/tags/tag215.xml><?xml version="1.0" encoding="utf-8"?>
<p:tagLst xmlns:a="http://schemas.openxmlformats.org/drawingml/2006/main" xmlns:r="http://schemas.openxmlformats.org/officeDocument/2006/relationships" xmlns:p="http://schemas.openxmlformats.org/presentationml/2006/main">
  <p:tag name="NUM" val="2"/>
</p:tagLst>
</file>

<file path=ppt/tags/tag216.xml><?xml version="1.0" encoding="utf-8"?>
<p:tagLst xmlns:a="http://schemas.openxmlformats.org/drawingml/2006/main" xmlns:r="http://schemas.openxmlformats.org/officeDocument/2006/relationships" xmlns:p="http://schemas.openxmlformats.org/presentationml/2006/main">
  <p:tag name="NUM" val="1"/>
</p:tagLst>
</file>

<file path=ppt/tags/tag217.xml><?xml version="1.0" encoding="utf-8"?>
<p:tagLst xmlns:a="http://schemas.openxmlformats.org/drawingml/2006/main" xmlns:r="http://schemas.openxmlformats.org/officeDocument/2006/relationships" xmlns:p="http://schemas.openxmlformats.org/presentationml/2006/main">
  <p:tag name="NUM" val="2"/>
</p:tagLst>
</file>

<file path=ppt/tags/tag218.xml><?xml version="1.0" encoding="utf-8"?>
<p:tagLst xmlns:a="http://schemas.openxmlformats.org/drawingml/2006/main" xmlns:r="http://schemas.openxmlformats.org/officeDocument/2006/relationships" xmlns:p="http://schemas.openxmlformats.org/presentationml/2006/main">
  <p:tag name="NUM" val="1"/>
</p:tagLst>
</file>

<file path=ppt/tags/tag219.xml><?xml version="1.0" encoding="utf-8"?>
<p:tagLst xmlns:a="http://schemas.openxmlformats.org/drawingml/2006/main" xmlns:r="http://schemas.openxmlformats.org/officeDocument/2006/relationships" xmlns:p="http://schemas.openxmlformats.org/presentationml/2006/main">
  <p:tag name="NUM" val="2"/>
</p:tagLst>
</file>

<file path=ppt/tags/tag220.xml><?xml version="1.0" encoding="utf-8"?>
<p:tagLst xmlns:a="http://schemas.openxmlformats.org/drawingml/2006/main" xmlns:r="http://schemas.openxmlformats.org/officeDocument/2006/relationships" xmlns:p="http://schemas.openxmlformats.org/presentationml/2006/main">
  <p:tag name="NUM" val="3"/>
</p:tagLst>
</file>

<file path=ppt/tags/tag221.xml><?xml version="1.0" encoding="utf-8"?>
<p:tagLst xmlns:a="http://schemas.openxmlformats.org/drawingml/2006/main" xmlns:r="http://schemas.openxmlformats.org/officeDocument/2006/relationships" xmlns:p="http://schemas.openxmlformats.org/presentationml/2006/main">
  <p:tag name="NUM" val="1"/>
</p:tagLst>
</file>

<file path=ppt/tags/tag222.xml><?xml version="1.0" encoding="utf-8"?>
<p:tagLst xmlns:a="http://schemas.openxmlformats.org/drawingml/2006/main" xmlns:r="http://schemas.openxmlformats.org/officeDocument/2006/relationships" xmlns:p="http://schemas.openxmlformats.org/presentationml/2006/main">
  <p:tag name="NUM" val="2"/>
</p:tagLst>
</file>

<file path=ppt/tags/tag223.xml><?xml version="1.0" encoding="utf-8"?>
<p:tagLst xmlns:a="http://schemas.openxmlformats.org/drawingml/2006/main" xmlns:r="http://schemas.openxmlformats.org/officeDocument/2006/relationships" xmlns:p="http://schemas.openxmlformats.org/presentationml/2006/main">
  <p:tag name="NUM" val="3"/>
</p:tagLst>
</file>

<file path=ppt/tags/tag224.xml><?xml version="1.0" encoding="utf-8"?>
<p:tagLst xmlns:a="http://schemas.openxmlformats.org/drawingml/2006/main" xmlns:r="http://schemas.openxmlformats.org/officeDocument/2006/relationships" xmlns:p="http://schemas.openxmlformats.org/presentationml/2006/main">
  <p:tag name="NUM" val="1"/>
</p:tagLst>
</file>

<file path=ppt/tags/tag225.xml><?xml version="1.0" encoding="utf-8"?>
<p:tagLst xmlns:a="http://schemas.openxmlformats.org/drawingml/2006/main" xmlns:r="http://schemas.openxmlformats.org/officeDocument/2006/relationships" xmlns:p="http://schemas.openxmlformats.org/presentationml/2006/main">
  <p:tag name="NUM" val="2"/>
</p:tagLst>
</file>

<file path=ppt/tags/tag226.xml><?xml version="1.0" encoding="utf-8"?>
<p:tagLst xmlns:a="http://schemas.openxmlformats.org/drawingml/2006/main" xmlns:r="http://schemas.openxmlformats.org/officeDocument/2006/relationships" xmlns:p="http://schemas.openxmlformats.org/presentationml/2006/main">
  <p:tag name="NUM" val="3"/>
</p:tagLst>
</file>

<file path=ppt/tags/tag227.xml><?xml version="1.0" encoding="utf-8"?>
<p:tagLst xmlns:a="http://schemas.openxmlformats.org/drawingml/2006/main" xmlns:r="http://schemas.openxmlformats.org/officeDocument/2006/relationships" xmlns:p="http://schemas.openxmlformats.org/presentationml/2006/main">
  <p:tag name="NUM" val="1"/>
</p:tagLst>
</file>

<file path=ppt/tags/tag228.xml><?xml version="1.0" encoding="utf-8"?>
<p:tagLst xmlns:a="http://schemas.openxmlformats.org/drawingml/2006/main" xmlns:r="http://schemas.openxmlformats.org/officeDocument/2006/relationships" xmlns:p="http://schemas.openxmlformats.org/presentationml/2006/main">
  <p:tag name="NUM" val="2"/>
</p:tagLst>
</file>

<file path=ppt/tags/tag229.xml><?xml version="1.0" encoding="utf-8"?>
<p:tagLst xmlns:a="http://schemas.openxmlformats.org/drawingml/2006/main" xmlns:r="http://schemas.openxmlformats.org/officeDocument/2006/relationships" xmlns:p="http://schemas.openxmlformats.org/presentationml/2006/main">
  <p:tag name="NUM" val="3"/>
</p:tagLst>
</file>

<file path=ppt/tags/tag230.xml><?xml version="1.0" encoding="utf-8"?>
<p:tagLst xmlns:a="http://schemas.openxmlformats.org/drawingml/2006/main" xmlns:r="http://schemas.openxmlformats.org/officeDocument/2006/relationships" xmlns:p="http://schemas.openxmlformats.org/presentationml/2006/main">
  <p:tag name="NUM" val="1"/>
</p:tagLst>
</file>

<file path=ppt/tags/tag231.xml><?xml version="1.0" encoding="utf-8"?>
<p:tagLst xmlns:a="http://schemas.openxmlformats.org/drawingml/2006/main" xmlns:r="http://schemas.openxmlformats.org/officeDocument/2006/relationships" xmlns:p="http://schemas.openxmlformats.org/presentationml/2006/main">
  <p:tag name="NUM" val="2"/>
</p:tagLst>
</file>

<file path=ppt/tags/tag232.xml><?xml version="1.0" encoding="utf-8"?>
<p:tagLst xmlns:a="http://schemas.openxmlformats.org/drawingml/2006/main" xmlns:r="http://schemas.openxmlformats.org/officeDocument/2006/relationships" xmlns:p="http://schemas.openxmlformats.org/presentationml/2006/main">
  <p:tag name="NUM" val="3"/>
</p:tagLst>
</file>

<file path=ppt/tags/tag233.xml><?xml version="1.0" encoding="utf-8"?>
<p:tagLst xmlns:a="http://schemas.openxmlformats.org/drawingml/2006/main" xmlns:r="http://schemas.openxmlformats.org/officeDocument/2006/relationships" xmlns:p="http://schemas.openxmlformats.org/presentationml/2006/main">
  <p:tag name="NUM" val="1"/>
</p:tagLst>
</file>

<file path=ppt/tags/tag234.xml><?xml version="1.0" encoding="utf-8"?>
<p:tagLst xmlns:a="http://schemas.openxmlformats.org/drawingml/2006/main" xmlns:r="http://schemas.openxmlformats.org/officeDocument/2006/relationships" xmlns:p="http://schemas.openxmlformats.org/presentationml/2006/main">
  <p:tag name="NUM" val="2"/>
</p:tagLst>
</file>

<file path=ppt/tags/tag235.xml><?xml version="1.0" encoding="utf-8"?>
<p:tagLst xmlns:a="http://schemas.openxmlformats.org/drawingml/2006/main" xmlns:r="http://schemas.openxmlformats.org/officeDocument/2006/relationships" xmlns:p="http://schemas.openxmlformats.org/presentationml/2006/main">
  <p:tag name="NUM" val="3"/>
</p:tagLst>
</file>

<file path=ppt/tags/tag236.xml><?xml version="1.0" encoding="utf-8"?>
<p:tagLst xmlns:a="http://schemas.openxmlformats.org/drawingml/2006/main" xmlns:r="http://schemas.openxmlformats.org/officeDocument/2006/relationships" xmlns:p="http://schemas.openxmlformats.org/presentationml/2006/main">
  <p:tag name="NUM" val="1"/>
</p:tagLst>
</file>

<file path=ppt/tags/tag237.xml><?xml version="1.0" encoding="utf-8"?>
<p:tagLst xmlns:a="http://schemas.openxmlformats.org/drawingml/2006/main" xmlns:r="http://schemas.openxmlformats.org/officeDocument/2006/relationships" xmlns:p="http://schemas.openxmlformats.org/presentationml/2006/main">
  <p:tag name="NUM" val="2"/>
</p:tagLst>
</file>

<file path=ppt/tags/tag238.xml><?xml version="1.0" encoding="utf-8"?>
<p:tagLst xmlns:a="http://schemas.openxmlformats.org/drawingml/2006/main" xmlns:r="http://schemas.openxmlformats.org/officeDocument/2006/relationships" xmlns:p="http://schemas.openxmlformats.org/presentationml/2006/main">
  <p:tag name="NUM" val="3"/>
</p:tagLst>
</file>

<file path=ppt/tags/tag239.xml><?xml version="1.0" encoding="utf-8"?>
<p:tagLst xmlns:a="http://schemas.openxmlformats.org/drawingml/2006/main" xmlns:r="http://schemas.openxmlformats.org/officeDocument/2006/relationships" xmlns:p="http://schemas.openxmlformats.org/presentationml/2006/main">
  <p:tag name="NUM" val="1"/>
</p:tagLst>
</file>

<file path=ppt/tags/tag240.xml><?xml version="1.0" encoding="utf-8"?>
<p:tagLst xmlns:a="http://schemas.openxmlformats.org/drawingml/2006/main" xmlns:r="http://schemas.openxmlformats.org/officeDocument/2006/relationships" xmlns:p="http://schemas.openxmlformats.org/presentationml/2006/main">
  <p:tag name="NUM" val="2"/>
</p:tagLst>
</file>

<file path=ppt/tags/tag241.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2" ma:contentTypeDescription="Crée un document." ma:contentTypeScope="" ma:versionID="0ebbd9a872aa4c132bd3d925cd34cc71">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5cfd5ee4064d1f443f65af0b4aba68e3"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C0D2C95-BABC-47AD-A1E1-702DCD8872B0}">
  <ds:schemaRefs>
    <ds:schemaRef ds:uri="http://purl.org/dc/elements/1.1/"/>
    <ds:schemaRef ds:uri="http://schemas.microsoft.com/office/2006/metadata/properties"/>
    <ds:schemaRef ds:uri="c7454f8d-4c17-43a4-bc16-0cf0fc914fca"/>
    <ds:schemaRef ds:uri="http://schemas.microsoft.com/office/2006/documentManagement/types"/>
    <ds:schemaRef ds:uri="http://purl.org/dc/terms/"/>
    <ds:schemaRef ds:uri="http://purl.org/dc/dcmitype/"/>
    <ds:schemaRef ds:uri="eb899797-80f6-4e69-af82-8dc567209eda"/>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ABCF4EA-D502-4513-A678-C5E57C13B1B1}"/>
</file>

<file path=customXml/itemProps3.xml><?xml version="1.0" encoding="utf-8"?>
<ds:datastoreItem xmlns:ds="http://schemas.openxmlformats.org/officeDocument/2006/customXml" ds:itemID="{B250BBAA-866C-4D31-85A4-D240381A7E3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785</TotalTime>
  <Words>3983</Words>
  <Application>Microsoft Office PowerPoint</Application>
  <PresentationFormat>Grand écran</PresentationFormat>
  <Paragraphs>396</Paragraphs>
  <Slides>88</Slides>
  <Notes>12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88</vt:i4>
      </vt:variant>
    </vt:vector>
  </HeadingPairs>
  <TitlesOfParts>
    <vt:vector size="94" baseType="lpstr">
      <vt:lpstr>Abadi</vt:lpstr>
      <vt:lpstr>Arial</vt:lpstr>
      <vt:lpstr>Calibri</vt:lpstr>
      <vt:lpstr>Calibri Light</vt:lpstr>
      <vt:lpstr>Wingdings</vt:lpstr>
      <vt:lpstr>Office Theme</vt:lpstr>
      <vt:lpstr>Picking</vt:lpstr>
      <vt:lpstr>Table of Contents</vt:lpstr>
      <vt:lpstr>Outbound Order Wave Wave Planning and Release</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Wave Building, Planning and Release </vt:lpstr>
      <vt:lpstr>Outbound Order Wave Additional Options</vt:lpstr>
      <vt:lpstr>Wave Cancelation</vt:lpstr>
      <vt:lpstr>Wave Cancelation</vt:lpstr>
      <vt:lpstr>Wave Cancelation</vt:lpstr>
      <vt:lpstr>Wave Cancelation</vt:lpstr>
      <vt:lpstr>Wave Cancelation</vt:lpstr>
      <vt:lpstr>Wave Suspension</vt:lpstr>
      <vt:lpstr>Wave Suspension</vt:lpstr>
      <vt:lpstr>Wave Suspension</vt:lpstr>
      <vt:lpstr>Wave Suspension</vt:lpstr>
      <vt:lpstr>Wave Suspension</vt:lpstr>
      <vt:lpstr>Wave Suspension</vt:lpstr>
      <vt:lpstr>Wave Suspension</vt:lpstr>
      <vt:lpstr>Wave Suspension</vt:lpstr>
      <vt:lpstr>Wave Replanning</vt:lpstr>
      <vt:lpstr>Wave Replanning</vt:lpstr>
      <vt:lpstr>Wave Replanning</vt:lpstr>
      <vt:lpstr>Wave Replanning</vt:lpstr>
      <vt:lpstr>Wave Replanning</vt:lpstr>
      <vt:lpstr>Wave Replanning</vt:lpstr>
      <vt:lpstr>Picking with a Mobile Device Pick by Order</vt:lpstr>
      <vt:lpstr>Pick by Order</vt:lpstr>
      <vt:lpstr>Pick by Order</vt:lpstr>
      <vt:lpstr>Pick by Order</vt:lpstr>
      <vt:lpstr>Pick by Order</vt:lpstr>
      <vt:lpstr>Pick by Order</vt:lpstr>
      <vt:lpstr>Pick by Order </vt:lpstr>
      <vt:lpstr>Pick by Order</vt:lpstr>
      <vt:lpstr>Pick by Order</vt:lpstr>
      <vt:lpstr>Pick by Order</vt:lpstr>
      <vt:lpstr>Pick by Order</vt:lpstr>
      <vt:lpstr>Pick by Order</vt:lpstr>
      <vt:lpstr>Picking with a Mobile Device Pick by Shipment</vt:lpstr>
      <vt:lpstr>Pick by Shipment</vt:lpstr>
      <vt:lpstr>Pick by Shipment</vt:lpstr>
      <vt:lpstr>Pick by Shipment</vt:lpstr>
      <vt:lpstr>Pick by Shipment</vt:lpstr>
      <vt:lpstr>Picking with a Mobile Device Cluster Picking</vt:lpstr>
      <vt:lpstr>Cluster Picking </vt:lpstr>
      <vt:lpstr>Cluster Picking </vt:lpstr>
      <vt:lpstr>Cluster Picking </vt:lpstr>
      <vt:lpstr>Cluster Picking </vt:lpstr>
      <vt:lpstr>Cluster Picking </vt:lpstr>
      <vt:lpstr>Cluster Picking </vt:lpstr>
      <vt:lpstr>Cluster Picking</vt:lpstr>
      <vt:lpstr>Cluster Picking</vt:lpstr>
      <vt:lpstr>Picking with a Mobile Device Container Pick Complete</vt:lpstr>
      <vt:lpstr>Container Pick Complete</vt:lpstr>
      <vt:lpstr>Container Pick Complete</vt:lpstr>
      <vt:lpstr>Container Pick Complete</vt:lpstr>
      <vt:lpstr>Picking with a Mobile Device Exceptions</vt:lpstr>
      <vt:lpstr>1- Container Full</vt:lpstr>
      <vt:lpstr>2- Partially Picked</vt:lpstr>
      <vt:lpstr>3- Inventory Unavailable</vt:lpstr>
      <vt:lpstr>3- Inventory Unavailable</vt:lpstr>
      <vt:lpstr>4- Inventory Not Required</vt:lpstr>
      <vt:lpstr>Picking Exceptions – Summary</vt:lpstr>
      <vt:lpstr>Conventional Picking</vt:lpstr>
      <vt:lpstr>Conventional Picking</vt:lpstr>
      <vt:lpstr>Conventional Picking</vt:lpstr>
      <vt:lpstr>Conventional Picking</vt:lpstr>
      <vt:lpstr>Conventional Picking</vt:lpstr>
      <vt:lpstr>Conventional Picking</vt:lpstr>
      <vt:lpstr>Conventional Picking</vt:lpstr>
      <vt:lpstr>Conventional Picking</vt:lpstr>
      <vt:lpstr>Conventional Picking</vt:lpstr>
      <vt:lpstr>Conventional Picking</vt:lpstr>
      <vt:lpstr>Conventional Picking</vt:lpstr>
    </vt:vector>
  </TitlesOfParts>
  <Company>Walter Surface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56</cp:revision>
  <dcterms:created xsi:type="dcterms:W3CDTF">2016-08-24T13:01:38Z</dcterms:created>
  <dcterms:modified xsi:type="dcterms:W3CDTF">2020-10-02T16:46:09Z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ies>
</file>