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1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2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393" r:id="rId6"/>
    <p:sldId id="394" r:id="rId7"/>
    <p:sldId id="396" r:id="rId8"/>
    <p:sldId id="395" r:id="rId9"/>
    <p:sldId id="400" r:id="rId10"/>
    <p:sldId id="397" r:id="rId11"/>
    <p:sldId id="398" r:id="rId12"/>
    <p:sldId id="399" r:id="rId13"/>
    <p:sldId id="401" r:id="rId14"/>
    <p:sldId id="402" r:id="rId15"/>
    <p:sldId id="403" r:id="rId16"/>
    <p:sldId id="40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lla Vetter" initials="EV" lastIdx="5" clrIdx="0">
    <p:extLst>
      <p:ext uri="{19B8F6BF-5375-455C-9EA6-DF929625EA0E}">
        <p15:presenceInfo xmlns:p15="http://schemas.microsoft.com/office/powerpoint/2012/main" userId="S::ella.vetter@avaloncsc.com::c6918cf5-f6c0-43cc-8499-a1f635017de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F018B5-66C9-4EBB-B156-A1BE9ABCF1A6}" v="655" dt="2020-10-09T17:30:15.6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62" autoAdjust="0"/>
    <p:restoredTop sz="77365" autoAdjust="0"/>
  </p:normalViewPr>
  <p:slideViewPr>
    <p:cSldViewPr snapToGrid="0">
      <p:cViewPr varScale="1">
        <p:scale>
          <a:sx n="57" d="100"/>
          <a:sy n="57" d="100"/>
        </p:scale>
        <p:origin x="21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la Vetter" userId="c6918cf5-f6c0-43cc-8499-a1f635017de9" providerId="ADAL" clId="{A65C12B9-E9A2-40CE-9D73-AD0AA03AE054}"/>
    <pc:docChg chg="modSld">
      <pc:chgData name="Ella Vetter" userId="c6918cf5-f6c0-43cc-8499-a1f635017de9" providerId="ADAL" clId="{A65C12B9-E9A2-40CE-9D73-AD0AA03AE054}" dt="2020-09-18T11:38:21.318" v="84" actId="113"/>
      <pc:docMkLst>
        <pc:docMk/>
      </pc:docMkLst>
      <pc:sldChg chg="modSp mod">
        <pc:chgData name="Ella Vetter" userId="c6918cf5-f6c0-43cc-8499-a1f635017de9" providerId="ADAL" clId="{A65C12B9-E9A2-40CE-9D73-AD0AA03AE054}" dt="2020-09-18T11:38:21.318" v="84" actId="113"/>
        <pc:sldMkLst>
          <pc:docMk/>
          <pc:sldMk cId="4108423597" sldId="256"/>
        </pc:sldMkLst>
        <pc:spChg chg="mod">
          <ac:chgData name="Ella Vetter" userId="c6918cf5-f6c0-43cc-8499-a1f635017de9" providerId="ADAL" clId="{A65C12B9-E9A2-40CE-9D73-AD0AA03AE054}" dt="2020-09-18T11:38:21.318" v="84" actId="113"/>
          <ac:spMkLst>
            <pc:docMk/>
            <pc:sldMk cId="4108423597" sldId="256"/>
            <ac:spMk id="2" creationId="{00000000-0000-0000-0000-000000000000}"/>
          </ac:spMkLst>
        </pc:spChg>
      </pc:sldChg>
    </pc:docChg>
  </pc:docChgLst>
  <pc:docChgLst>
    <pc:chgData name="Ella Vetter" userId="c6918cf5-f6c0-43cc-8499-a1f635017de9" providerId="ADAL" clId="{EDF018B5-66C9-4EBB-B156-A1BE9ABCF1A6}"/>
    <pc:docChg chg="undo custSel addSld delSld modSld sldOrd">
      <pc:chgData name="Ella Vetter" userId="c6918cf5-f6c0-43cc-8499-a1f635017de9" providerId="ADAL" clId="{EDF018B5-66C9-4EBB-B156-A1BE9ABCF1A6}" dt="2020-10-09T17:42:59.694" v="6577" actId="20577"/>
      <pc:docMkLst>
        <pc:docMk/>
      </pc:docMkLst>
      <pc:sldChg chg="modSp mod">
        <pc:chgData name="Ella Vetter" userId="c6918cf5-f6c0-43cc-8499-a1f635017de9" providerId="ADAL" clId="{EDF018B5-66C9-4EBB-B156-A1BE9ABCF1A6}" dt="2020-10-09T13:47:56.022" v="6288" actId="13926"/>
        <pc:sldMkLst>
          <pc:docMk/>
          <pc:sldMk cId="1993397138" sldId="286"/>
        </pc:sldMkLst>
        <pc:spChg chg="mod">
          <ac:chgData name="Ella Vetter" userId="c6918cf5-f6c0-43cc-8499-a1f635017de9" providerId="ADAL" clId="{EDF018B5-66C9-4EBB-B156-A1BE9ABCF1A6}" dt="2020-10-09T13:47:56.022" v="6288" actId="13926"/>
          <ac:spMkLst>
            <pc:docMk/>
            <pc:sldMk cId="1993397138" sldId="286"/>
            <ac:spMk id="2" creationId="{12D641C7-2ECD-475C-8E11-88F1001E6E55}"/>
          </ac:spMkLst>
        </pc:spChg>
        <pc:spChg chg="mod">
          <ac:chgData name="Ella Vetter" userId="c6918cf5-f6c0-43cc-8499-a1f635017de9" providerId="ADAL" clId="{EDF018B5-66C9-4EBB-B156-A1BE9ABCF1A6}" dt="2020-10-09T13:47:51.821" v="6287" actId="20577"/>
          <ac:spMkLst>
            <pc:docMk/>
            <pc:sldMk cId="1993397138" sldId="286"/>
            <ac:spMk id="3" creationId="{37B56F8A-6BEF-459C-AFA4-6D790D24F1CB}"/>
          </ac:spMkLst>
        </pc:spChg>
      </pc:sldChg>
      <pc:sldChg chg="modSp mod">
        <pc:chgData name="Ella Vetter" userId="c6918cf5-f6c0-43cc-8499-a1f635017de9" providerId="ADAL" clId="{EDF018B5-66C9-4EBB-B156-A1BE9ABCF1A6}" dt="2020-10-09T14:22:18.286" v="6332" actId="1036"/>
        <pc:sldMkLst>
          <pc:docMk/>
          <pc:sldMk cId="3907000274" sldId="317"/>
        </pc:sldMkLst>
        <pc:spChg chg="mod">
          <ac:chgData name="Ella Vetter" userId="c6918cf5-f6c0-43cc-8499-a1f635017de9" providerId="ADAL" clId="{EDF018B5-66C9-4EBB-B156-A1BE9ABCF1A6}" dt="2020-10-09T14:22:18.286" v="6332" actId="1036"/>
          <ac:spMkLst>
            <pc:docMk/>
            <pc:sldMk cId="3907000274" sldId="317"/>
            <ac:spMk id="6" creationId="{A03162A0-74B3-4941-98D9-AE56889B2F7E}"/>
          </ac:spMkLst>
        </pc:spChg>
      </pc:sldChg>
      <pc:sldChg chg="modSp mod">
        <pc:chgData name="Ella Vetter" userId="c6918cf5-f6c0-43cc-8499-a1f635017de9" providerId="ADAL" clId="{EDF018B5-66C9-4EBB-B156-A1BE9ABCF1A6}" dt="2020-10-09T14:19:26.872" v="6290" actId="11"/>
        <pc:sldMkLst>
          <pc:docMk/>
          <pc:sldMk cId="4231542497" sldId="318"/>
        </pc:sldMkLst>
        <pc:spChg chg="mod">
          <ac:chgData name="Ella Vetter" userId="c6918cf5-f6c0-43cc-8499-a1f635017de9" providerId="ADAL" clId="{EDF018B5-66C9-4EBB-B156-A1BE9ABCF1A6}" dt="2020-10-09T14:19:26.872" v="6290" actId="11"/>
          <ac:spMkLst>
            <pc:docMk/>
            <pc:sldMk cId="4231542497" sldId="318"/>
            <ac:spMk id="3" creationId="{53474193-55DD-4B03-A625-1686DEAA14EF}"/>
          </ac:spMkLst>
        </pc:spChg>
      </pc:sldChg>
      <pc:sldChg chg="modSp mod">
        <pc:chgData name="Ella Vetter" userId="c6918cf5-f6c0-43cc-8499-a1f635017de9" providerId="ADAL" clId="{EDF018B5-66C9-4EBB-B156-A1BE9ABCF1A6}" dt="2020-10-09T14:19:36.284" v="6291" actId="11"/>
        <pc:sldMkLst>
          <pc:docMk/>
          <pc:sldMk cId="2141601583" sldId="320"/>
        </pc:sldMkLst>
        <pc:spChg chg="mod">
          <ac:chgData name="Ella Vetter" userId="c6918cf5-f6c0-43cc-8499-a1f635017de9" providerId="ADAL" clId="{EDF018B5-66C9-4EBB-B156-A1BE9ABCF1A6}" dt="2020-10-09T14:19:36.284" v="6291" actId="11"/>
          <ac:spMkLst>
            <pc:docMk/>
            <pc:sldMk cId="2141601583" sldId="320"/>
            <ac:spMk id="3" creationId="{88A62F98-1398-4388-B088-C11376F92F3D}"/>
          </ac:spMkLst>
        </pc:spChg>
      </pc:sldChg>
      <pc:sldChg chg="modSp mod">
        <pc:chgData name="Ella Vetter" userId="c6918cf5-f6c0-43cc-8499-a1f635017de9" providerId="ADAL" clId="{EDF018B5-66C9-4EBB-B156-A1BE9ABCF1A6}" dt="2020-10-09T17:35:13.122" v="6528" actId="115"/>
        <pc:sldMkLst>
          <pc:docMk/>
          <pc:sldMk cId="701220366" sldId="321"/>
        </pc:sldMkLst>
        <pc:spChg chg="mod">
          <ac:chgData name="Ella Vetter" userId="c6918cf5-f6c0-43cc-8499-a1f635017de9" providerId="ADAL" clId="{EDF018B5-66C9-4EBB-B156-A1BE9ABCF1A6}" dt="2020-10-09T17:35:13.122" v="6528" actId="115"/>
          <ac:spMkLst>
            <pc:docMk/>
            <pc:sldMk cId="701220366" sldId="321"/>
            <ac:spMk id="3" creationId="{88A62F98-1398-4388-B088-C11376F92F3D}"/>
          </ac:spMkLst>
        </pc:spChg>
      </pc:sldChg>
      <pc:sldChg chg="modSp mod">
        <pc:chgData name="Ella Vetter" userId="c6918cf5-f6c0-43cc-8499-a1f635017de9" providerId="ADAL" clId="{EDF018B5-66C9-4EBB-B156-A1BE9ABCF1A6}" dt="2020-10-09T14:19:20.576" v="6289" actId="11"/>
        <pc:sldMkLst>
          <pc:docMk/>
          <pc:sldMk cId="1043915023" sldId="322"/>
        </pc:sldMkLst>
        <pc:spChg chg="mod">
          <ac:chgData name="Ella Vetter" userId="c6918cf5-f6c0-43cc-8499-a1f635017de9" providerId="ADAL" clId="{EDF018B5-66C9-4EBB-B156-A1BE9ABCF1A6}" dt="2020-10-09T14:19:20.576" v="6289" actId="11"/>
          <ac:spMkLst>
            <pc:docMk/>
            <pc:sldMk cId="1043915023" sldId="322"/>
            <ac:spMk id="9" creationId="{D13DA46D-CD64-490C-80E5-4DDD30392637}"/>
          </ac:spMkLst>
        </pc:spChg>
      </pc:sldChg>
      <pc:sldChg chg="modSp mod">
        <pc:chgData name="Ella Vetter" userId="c6918cf5-f6c0-43cc-8499-a1f635017de9" providerId="ADAL" clId="{EDF018B5-66C9-4EBB-B156-A1BE9ABCF1A6}" dt="2020-10-09T14:19:43.017" v="6292" actId="11"/>
        <pc:sldMkLst>
          <pc:docMk/>
          <pc:sldMk cId="1935364617" sldId="323"/>
        </pc:sldMkLst>
        <pc:spChg chg="mod">
          <ac:chgData name="Ella Vetter" userId="c6918cf5-f6c0-43cc-8499-a1f635017de9" providerId="ADAL" clId="{EDF018B5-66C9-4EBB-B156-A1BE9ABCF1A6}" dt="2020-10-09T14:19:43.017" v="6292" actId="11"/>
          <ac:spMkLst>
            <pc:docMk/>
            <pc:sldMk cId="1935364617" sldId="323"/>
            <ac:spMk id="3" creationId="{88A62F98-1398-4388-B088-C11376F92F3D}"/>
          </ac:spMkLst>
        </pc:spChg>
      </pc:sldChg>
      <pc:sldChg chg="modSp mod">
        <pc:chgData name="Ella Vetter" userId="c6918cf5-f6c0-43cc-8499-a1f635017de9" providerId="ADAL" clId="{EDF018B5-66C9-4EBB-B156-A1BE9ABCF1A6}" dt="2020-10-09T14:19:51.147" v="6293" actId="11"/>
        <pc:sldMkLst>
          <pc:docMk/>
          <pc:sldMk cId="3819862748" sldId="325"/>
        </pc:sldMkLst>
        <pc:spChg chg="mod">
          <ac:chgData name="Ella Vetter" userId="c6918cf5-f6c0-43cc-8499-a1f635017de9" providerId="ADAL" clId="{EDF018B5-66C9-4EBB-B156-A1BE9ABCF1A6}" dt="2020-10-09T14:19:51.147" v="6293" actId="11"/>
          <ac:spMkLst>
            <pc:docMk/>
            <pc:sldMk cId="3819862748" sldId="325"/>
            <ac:spMk id="6" creationId="{C815A54D-D680-47D0-A530-05229ED955FA}"/>
          </ac:spMkLst>
        </pc:spChg>
      </pc:sldChg>
      <pc:sldChg chg="addSp delSp modSp mod">
        <pc:chgData name="Ella Vetter" userId="c6918cf5-f6c0-43cc-8499-a1f635017de9" providerId="ADAL" clId="{EDF018B5-66C9-4EBB-B156-A1BE9ABCF1A6}" dt="2020-10-09T14:20:28.314" v="6307" actId="14100"/>
        <pc:sldMkLst>
          <pc:docMk/>
          <pc:sldMk cId="3051631181" sldId="326"/>
        </pc:sldMkLst>
        <pc:spChg chg="add del mod">
          <ac:chgData name="Ella Vetter" userId="c6918cf5-f6c0-43cc-8499-a1f635017de9" providerId="ADAL" clId="{EDF018B5-66C9-4EBB-B156-A1BE9ABCF1A6}" dt="2020-10-09T14:20:26.145" v="6305" actId="478"/>
          <ac:spMkLst>
            <pc:docMk/>
            <pc:sldMk cId="3051631181" sldId="326"/>
            <ac:spMk id="4" creationId="{21E47BE6-8956-40E2-93F4-A79A240620AF}"/>
          </ac:spMkLst>
        </pc:spChg>
        <pc:spChg chg="del">
          <ac:chgData name="Ella Vetter" userId="c6918cf5-f6c0-43cc-8499-a1f635017de9" providerId="ADAL" clId="{EDF018B5-66C9-4EBB-B156-A1BE9ABCF1A6}" dt="2020-10-09T14:20:24.536" v="6304" actId="478"/>
          <ac:spMkLst>
            <pc:docMk/>
            <pc:sldMk cId="3051631181" sldId="326"/>
            <ac:spMk id="6" creationId="{90D78095-06B4-428B-A1D1-FA185E91F4DB}"/>
          </ac:spMkLst>
        </pc:spChg>
        <pc:spChg chg="add mod">
          <ac:chgData name="Ella Vetter" userId="c6918cf5-f6c0-43cc-8499-a1f635017de9" providerId="ADAL" clId="{EDF018B5-66C9-4EBB-B156-A1BE9ABCF1A6}" dt="2020-10-09T14:20:28.314" v="6307" actId="14100"/>
          <ac:spMkLst>
            <pc:docMk/>
            <pc:sldMk cId="3051631181" sldId="326"/>
            <ac:spMk id="7" creationId="{4EBC7B16-4EAF-4955-943A-A25A7628A9C7}"/>
          </ac:spMkLst>
        </pc:spChg>
      </pc:sldChg>
      <pc:sldChg chg="modSp mod">
        <pc:chgData name="Ella Vetter" userId="c6918cf5-f6c0-43cc-8499-a1f635017de9" providerId="ADAL" clId="{EDF018B5-66C9-4EBB-B156-A1BE9ABCF1A6}" dt="2020-10-09T14:20:01.665" v="6294" actId="11"/>
        <pc:sldMkLst>
          <pc:docMk/>
          <pc:sldMk cId="877782285" sldId="327"/>
        </pc:sldMkLst>
        <pc:spChg chg="mod">
          <ac:chgData name="Ella Vetter" userId="c6918cf5-f6c0-43cc-8499-a1f635017de9" providerId="ADAL" clId="{EDF018B5-66C9-4EBB-B156-A1BE9ABCF1A6}" dt="2020-10-09T14:20:01.665" v="6294" actId="11"/>
          <ac:spMkLst>
            <pc:docMk/>
            <pc:sldMk cId="877782285" sldId="327"/>
            <ac:spMk id="4" creationId="{7F8C2603-D7E4-4895-AB2C-372ECA0993A9}"/>
          </ac:spMkLst>
        </pc:spChg>
      </pc:sldChg>
      <pc:sldChg chg="modSp mod">
        <pc:chgData name="Ella Vetter" userId="c6918cf5-f6c0-43cc-8499-a1f635017de9" providerId="ADAL" clId="{EDF018B5-66C9-4EBB-B156-A1BE9ABCF1A6}" dt="2020-10-09T14:20:08.082" v="6295" actId="11"/>
        <pc:sldMkLst>
          <pc:docMk/>
          <pc:sldMk cId="334261442" sldId="328"/>
        </pc:sldMkLst>
        <pc:spChg chg="mod">
          <ac:chgData name="Ella Vetter" userId="c6918cf5-f6c0-43cc-8499-a1f635017de9" providerId="ADAL" clId="{EDF018B5-66C9-4EBB-B156-A1BE9ABCF1A6}" dt="2020-10-09T14:20:08.082" v="6295" actId="11"/>
          <ac:spMkLst>
            <pc:docMk/>
            <pc:sldMk cId="334261442" sldId="328"/>
            <ac:spMk id="6" creationId="{23380FDD-29B9-48D1-805D-66E391BA7387}"/>
          </ac:spMkLst>
        </pc:spChg>
      </pc:sldChg>
      <pc:sldChg chg="addSp delSp modSp mod">
        <pc:chgData name="Ella Vetter" userId="c6918cf5-f6c0-43cc-8499-a1f635017de9" providerId="ADAL" clId="{EDF018B5-66C9-4EBB-B156-A1BE9ABCF1A6}" dt="2020-10-09T14:20:21.935" v="6303" actId="14100"/>
        <pc:sldMkLst>
          <pc:docMk/>
          <pc:sldMk cId="3503232561" sldId="329"/>
        </pc:sldMkLst>
        <pc:spChg chg="add del mod">
          <ac:chgData name="Ella Vetter" userId="c6918cf5-f6c0-43cc-8499-a1f635017de9" providerId="ADAL" clId="{EDF018B5-66C9-4EBB-B156-A1BE9ABCF1A6}" dt="2020-10-09T14:20:17.709" v="6299" actId="478"/>
          <ac:spMkLst>
            <pc:docMk/>
            <pc:sldMk cId="3503232561" sldId="329"/>
            <ac:spMk id="4" creationId="{F718E588-AF37-4DA6-BFAF-EA564AB83FBD}"/>
          </ac:spMkLst>
        </pc:spChg>
        <pc:spChg chg="del">
          <ac:chgData name="Ella Vetter" userId="c6918cf5-f6c0-43cc-8499-a1f635017de9" providerId="ADAL" clId="{EDF018B5-66C9-4EBB-B156-A1BE9ABCF1A6}" dt="2020-10-09T14:20:15.303" v="6296" actId="478"/>
          <ac:spMkLst>
            <pc:docMk/>
            <pc:sldMk cId="3503232561" sldId="329"/>
            <ac:spMk id="6" creationId="{FB2F8FD9-EEF7-460D-A9DD-C60B151D1FD0}"/>
          </ac:spMkLst>
        </pc:spChg>
        <pc:spChg chg="add del mod">
          <ac:chgData name="Ella Vetter" userId="c6918cf5-f6c0-43cc-8499-a1f635017de9" providerId="ADAL" clId="{EDF018B5-66C9-4EBB-B156-A1BE9ABCF1A6}" dt="2020-10-09T14:20:16.654" v="6298"/>
          <ac:spMkLst>
            <pc:docMk/>
            <pc:sldMk cId="3503232561" sldId="329"/>
            <ac:spMk id="7" creationId="{A9C8DB73-E558-4664-B199-72735C56B0A5}"/>
          </ac:spMkLst>
        </pc:spChg>
        <pc:spChg chg="add mod">
          <ac:chgData name="Ella Vetter" userId="c6918cf5-f6c0-43cc-8499-a1f635017de9" providerId="ADAL" clId="{EDF018B5-66C9-4EBB-B156-A1BE9ABCF1A6}" dt="2020-10-09T14:20:21.935" v="6303" actId="14100"/>
          <ac:spMkLst>
            <pc:docMk/>
            <pc:sldMk cId="3503232561" sldId="329"/>
            <ac:spMk id="9" creationId="{D4294236-0AC2-42D4-BB33-8B73D485FEBD}"/>
          </ac:spMkLst>
        </pc:spChg>
      </pc:sldChg>
      <pc:sldChg chg="modSp mod">
        <pc:chgData name="Ella Vetter" userId="c6918cf5-f6c0-43cc-8499-a1f635017de9" providerId="ADAL" clId="{EDF018B5-66C9-4EBB-B156-A1BE9ABCF1A6}" dt="2020-10-09T14:20:37.385" v="6308" actId="11"/>
        <pc:sldMkLst>
          <pc:docMk/>
          <pc:sldMk cId="770859312" sldId="333"/>
        </pc:sldMkLst>
        <pc:spChg chg="mod">
          <ac:chgData name="Ella Vetter" userId="c6918cf5-f6c0-43cc-8499-a1f635017de9" providerId="ADAL" clId="{EDF018B5-66C9-4EBB-B156-A1BE9ABCF1A6}" dt="2020-10-09T14:20:37.385" v="6308" actId="11"/>
          <ac:spMkLst>
            <pc:docMk/>
            <pc:sldMk cId="770859312" sldId="333"/>
            <ac:spMk id="4" creationId="{707C5EBC-6A0E-4D35-ACE9-9DC27564C9E4}"/>
          </ac:spMkLst>
        </pc:spChg>
      </pc:sldChg>
      <pc:sldChg chg="modSp mod">
        <pc:chgData name="Ella Vetter" userId="c6918cf5-f6c0-43cc-8499-a1f635017de9" providerId="ADAL" clId="{EDF018B5-66C9-4EBB-B156-A1BE9ABCF1A6}" dt="2020-10-09T14:20:45.143" v="6309" actId="11"/>
        <pc:sldMkLst>
          <pc:docMk/>
          <pc:sldMk cId="3805342586" sldId="334"/>
        </pc:sldMkLst>
        <pc:spChg chg="mod">
          <ac:chgData name="Ella Vetter" userId="c6918cf5-f6c0-43cc-8499-a1f635017de9" providerId="ADAL" clId="{EDF018B5-66C9-4EBB-B156-A1BE9ABCF1A6}" dt="2020-10-09T14:20:45.143" v="6309" actId="11"/>
          <ac:spMkLst>
            <pc:docMk/>
            <pc:sldMk cId="3805342586" sldId="334"/>
            <ac:spMk id="4" creationId="{54DA42CC-40CB-4A2F-8973-73781A249AF0}"/>
          </ac:spMkLst>
        </pc:spChg>
      </pc:sldChg>
      <pc:sldChg chg="modSp mod">
        <pc:chgData name="Ella Vetter" userId="c6918cf5-f6c0-43cc-8499-a1f635017de9" providerId="ADAL" clId="{EDF018B5-66C9-4EBB-B156-A1BE9ABCF1A6}" dt="2020-10-09T14:20:51.379" v="6310" actId="11"/>
        <pc:sldMkLst>
          <pc:docMk/>
          <pc:sldMk cId="1594842008" sldId="335"/>
        </pc:sldMkLst>
        <pc:spChg chg="mod">
          <ac:chgData name="Ella Vetter" userId="c6918cf5-f6c0-43cc-8499-a1f635017de9" providerId="ADAL" clId="{EDF018B5-66C9-4EBB-B156-A1BE9ABCF1A6}" dt="2020-10-09T14:20:51.379" v="6310" actId="11"/>
          <ac:spMkLst>
            <pc:docMk/>
            <pc:sldMk cId="1594842008" sldId="335"/>
            <ac:spMk id="4" creationId="{894ADE61-8434-47F9-A2E8-8F1D725EA5D2}"/>
          </ac:spMkLst>
        </pc:spChg>
      </pc:sldChg>
      <pc:sldChg chg="modSp mod">
        <pc:chgData name="Ella Vetter" userId="c6918cf5-f6c0-43cc-8499-a1f635017de9" providerId="ADAL" clId="{EDF018B5-66C9-4EBB-B156-A1BE9ABCF1A6}" dt="2020-10-09T14:20:58.750" v="6311" actId="11"/>
        <pc:sldMkLst>
          <pc:docMk/>
          <pc:sldMk cId="513000458" sldId="336"/>
        </pc:sldMkLst>
        <pc:spChg chg="mod">
          <ac:chgData name="Ella Vetter" userId="c6918cf5-f6c0-43cc-8499-a1f635017de9" providerId="ADAL" clId="{EDF018B5-66C9-4EBB-B156-A1BE9ABCF1A6}" dt="2020-10-09T14:20:58.750" v="6311" actId="11"/>
          <ac:spMkLst>
            <pc:docMk/>
            <pc:sldMk cId="513000458" sldId="336"/>
            <ac:spMk id="4" creationId="{9A2FBEA7-2905-4EB0-9760-20C7AB016556}"/>
          </ac:spMkLst>
        </pc:spChg>
      </pc:sldChg>
      <pc:sldChg chg="modSp mod">
        <pc:chgData name="Ella Vetter" userId="c6918cf5-f6c0-43cc-8499-a1f635017de9" providerId="ADAL" clId="{EDF018B5-66C9-4EBB-B156-A1BE9ABCF1A6}" dt="2020-10-09T14:21:15.448" v="6313" actId="11"/>
        <pc:sldMkLst>
          <pc:docMk/>
          <pc:sldMk cId="2497133131" sldId="338"/>
        </pc:sldMkLst>
        <pc:spChg chg="mod">
          <ac:chgData name="Ella Vetter" userId="c6918cf5-f6c0-43cc-8499-a1f635017de9" providerId="ADAL" clId="{EDF018B5-66C9-4EBB-B156-A1BE9ABCF1A6}" dt="2020-10-09T14:21:15.448" v="6313" actId="11"/>
          <ac:spMkLst>
            <pc:docMk/>
            <pc:sldMk cId="2497133131" sldId="338"/>
            <ac:spMk id="4" creationId="{3C6A5C21-4E07-4F33-9198-1792FD7F3D1C}"/>
          </ac:spMkLst>
        </pc:spChg>
      </pc:sldChg>
      <pc:sldChg chg="modSp mod">
        <pc:chgData name="Ella Vetter" userId="c6918cf5-f6c0-43cc-8499-a1f635017de9" providerId="ADAL" clId="{EDF018B5-66C9-4EBB-B156-A1BE9ABCF1A6}" dt="2020-10-09T14:21:28.737" v="6315" actId="11"/>
        <pc:sldMkLst>
          <pc:docMk/>
          <pc:sldMk cId="1524780563" sldId="339"/>
        </pc:sldMkLst>
        <pc:spChg chg="mod">
          <ac:chgData name="Ella Vetter" userId="c6918cf5-f6c0-43cc-8499-a1f635017de9" providerId="ADAL" clId="{EDF018B5-66C9-4EBB-B156-A1BE9ABCF1A6}" dt="2020-10-09T14:21:28.737" v="6315" actId="11"/>
          <ac:spMkLst>
            <pc:docMk/>
            <pc:sldMk cId="1524780563" sldId="339"/>
            <ac:spMk id="4" creationId="{2F129AF8-57D0-4CE0-8DE1-C396C1E6CF8D}"/>
          </ac:spMkLst>
        </pc:spChg>
      </pc:sldChg>
      <pc:sldChg chg="modSp mod">
        <pc:chgData name="Ella Vetter" userId="c6918cf5-f6c0-43cc-8499-a1f635017de9" providerId="ADAL" clId="{EDF018B5-66C9-4EBB-B156-A1BE9ABCF1A6}" dt="2020-10-09T14:21:35.435" v="6316" actId="11"/>
        <pc:sldMkLst>
          <pc:docMk/>
          <pc:sldMk cId="3408288368" sldId="340"/>
        </pc:sldMkLst>
        <pc:spChg chg="mod">
          <ac:chgData name="Ella Vetter" userId="c6918cf5-f6c0-43cc-8499-a1f635017de9" providerId="ADAL" clId="{EDF018B5-66C9-4EBB-B156-A1BE9ABCF1A6}" dt="2020-10-09T14:21:35.435" v="6316" actId="11"/>
          <ac:spMkLst>
            <pc:docMk/>
            <pc:sldMk cId="3408288368" sldId="340"/>
            <ac:spMk id="4" creationId="{04763771-6C82-4162-A5AC-F3602FF29FF6}"/>
          </ac:spMkLst>
        </pc:spChg>
      </pc:sldChg>
      <pc:sldChg chg="modSp mod">
        <pc:chgData name="Ella Vetter" userId="c6918cf5-f6c0-43cc-8499-a1f635017de9" providerId="ADAL" clId="{EDF018B5-66C9-4EBB-B156-A1BE9ABCF1A6}" dt="2020-10-09T17:34:15.610" v="6499" actId="20577"/>
        <pc:sldMkLst>
          <pc:docMk/>
          <pc:sldMk cId="437802711" sldId="341"/>
        </pc:sldMkLst>
        <pc:spChg chg="mod">
          <ac:chgData name="Ella Vetter" userId="c6918cf5-f6c0-43cc-8499-a1f635017de9" providerId="ADAL" clId="{EDF018B5-66C9-4EBB-B156-A1BE9ABCF1A6}" dt="2020-10-09T17:34:15.610" v="6499" actId="20577"/>
          <ac:spMkLst>
            <pc:docMk/>
            <pc:sldMk cId="437802711" sldId="341"/>
            <ac:spMk id="4" creationId="{D73DF70C-A971-4ABC-B0EC-BF457A93F4A7}"/>
          </ac:spMkLst>
        </pc:spChg>
      </pc:sldChg>
      <pc:sldChg chg="modSp mod">
        <pc:chgData name="Ella Vetter" userId="c6918cf5-f6c0-43cc-8499-a1f635017de9" providerId="ADAL" clId="{EDF018B5-66C9-4EBB-B156-A1BE9ABCF1A6}" dt="2020-10-09T14:40:39.165" v="6358" actId="113"/>
        <pc:sldMkLst>
          <pc:docMk/>
          <pc:sldMk cId="2027545098" sldId="342"/>
        </pc:sldMkLst>
        <pc:spChg chg="mod">
          <ac:chgData name="Ella Vetter" userId="c6918cf5-f6c0-43cc-8499-a1f635017de9" providerId="ADAL" clId="{EDF018B5-66C9-4EBB-B156-A1BE9ABCF1A6}" dt="2020-10-09T14:40:39.165" v="6358" actId="113"/>
          <ac:spMkLst>
            <pc:docMk/>
            <pc:sldMk cId="2027545098" sldId="342"/>
            <ac:spMk id="3" creationId="{635B3478-8706-485A-8924-C2C72FFE4ED1}"/>
          </ac:spMkLst>
        </pc:spChg>
      </pc:sldChg>
      <pc:sldChg chg="modSp mod">
        <pc:chgData name="Ella Vetter" userId="c6918cf5-f6c0-43cc-8499-a1f635017de9" providerId="ADAL" clId="{EDF018B5-66C9-4EBB-B156-A1BE9ABCF1A6}" dt="2020-10-09T14:21:09.298" v="6312" actId="11"/>
        <pc:sldMkLst>
          <pc:docMk/>
          <pc:sldMk cId="883250627" sldId="348"/>
        </pc:sldMkLst>
        <pc:spChg chg="mod">
          <ac:chgData name="Ella Vetter" userId="c6918cf5-f6c0-43cc-8499-a1f635017de9" providerId="ADAL" clId="{EDF018B5-66C9-4EBB-B156-A1BE9ABCF1A6}" dt="2020-10-09T14:21:09.298" v="6312" actId="11"/>
          <ac:spMkLst>
            <pc:docMk/>
            <pc:sldMk cId="883250627" sldId="348"/>
            <ac:spMk id="4" creationId="{66B87A78-20EF-4FCF-ACED-88D05806FC80}"/>
          </ac:spMkLst>
        </pc:spChg>
      </pc:sldChg>
      <pc:sldChg chg="modSp mod">
        <pc:chgData name="Ella Vetter" userId="c6918cf5-f6c0-43cc-8499-a1f635017de9" providerId="ADAL" clId="{EDF018B5-66C9-4EBB-B156-A1BE9ABCF1A6}" dt="2020-10-09T14:21:21.208" v="6314" actId="11"/>
        <pc:sldMkLst>
          <pc:docMk/>
          <pc:sldMk cId="193838983" sldId="349"/>
        </pc:sldMkLst>
        <pc:spChg chg="mod">
          <ac:chgData name="Ella Vetter" userId="c6918cf5-f6c0-43cc-8499-a1f635017de9" providerId="ADAL" clId="{EDF018B5-66C9-4EBB-B156-A1BE9ABCF1A6}" dt="2020-10-09T14:21:21.208" v="6314" actId="11"/>
          <ac:spMkLst>
            <pc:docMk/>
            <pc:sldMk cId="193838983" sldId="349"/>
            <ac:spMk id="8" creationId="{8D65FE5C-734C-4F70-95ED-19062B16A210}"/>
          </ac:spMkLst>
        </pc:spChg>
      </pc:sldChg>
      <pc:sldChg chg="modSp mod">
        <pc:chgData name="Ella Vetter" userId="c6918cf5-f6c0-43cc-8499-a1f635017de9" providerId="ADAL" clId="{EDF018B5-66C9-4EBB-B156-A1BE9ABCF1A6}" dt="2020-10-09T17:42:59.694" v="6577" actId="20577"/>
        <pc:sldMkLst>
          <pc:docMk/>
          <pc:sldMk cId="3207609551" sldId="377"/>
        </pc:sldMkLst>
        <pc:spChg chg="mod">
          <ac:chgData name="Ella Vetter" userId="c6918cf5-f6c0-43cc-8499-a1f635017de9" providerId="ADAL" clId="{EDF018B5-66C9-4EBB-B156-A1BE9ABCF1A6}" dt="2020-10-09T17:42:59.694" v="6577" actId="20577"/>
          <ac:spMkLst>
            <pc:docMk/>
            <pc:sldMk cId="3207609551" sldId="377"/>
            <ac:spMk id="4" creationId="{D73DF70C-A971-4ABC-B0EC-BF457A93F4A7}"/>
          </ac:spMkLst>
        </pc:spChg>
      </pc:sldChg>
      <pc:sldChg chg="modSp mod">
        <pc:chgData name="Ella Vetter" userId="c6918cf5-f6c0-43cc-8499-a1f635017de9" providerId="ADAL" clId="{EDF018B5-66C9-4EBB-B156-A1BE9ABCF1A6}" dt="2020-10-09T17:35:32.339" v="6531" actId="20577"/>
        <pc:sldMkLst>
          <pc:docMk/>
          <pc:sldMk cId="1405778982" sldId="393"/>
        </pc:sldMkLst>
        <pc:spChg chg="mod">
          <ac:chgData name="Ella Vetter" userId="c6918cf5-f6c0-43cc-8499-a1f635017de9" providerId="ADAL" clId="{EDF018B5-66C9-4EBB-B156-A1BE9ABCF1A6}" dt="2020-10-09T17:35:32.339" v="6531" actId="20577"/>
          <ac:spMkLst>
            <pc:docMk/>
            <pc:sldMk cId="1405778982" sldId="393"/>
            <ac:spMk id="3" creationId="{2CA3FFB0-19ED-4554-94B5-163B6296C2C4}"/>
          </ac:spMkLst>
        </pc:spChg>
      </pc:sldChg>
      <pc:sldChg chg="modSp mod">
        <pc:chgData name="Ella Vetter" userId="c6918cf5-f6c0-43cc-8499-a1f635017de9" providerId="ADAL" clId="{EDF018B5-66C9-4EBB-B156-A1BE9ABCF1A6}" dt="2020-10-08T20:26:11.238" v="2209" actId="1076"/>
        <pc:sldMkLst>
          <pc:docMk/>
          <pc:sldMk cId="2879768615" sldId="394"/>
        </pc:sldMkLst>
        <pc:picChg chg="mod">
          <ac:chgData name="Ella Vetter" userId="c6918cf5-f6c0-43cc-8499-a1f635017de9" providerId="ADAL" clId="{EDF018B5-66C9-4EBB-B156-A1BE9ABCF1A6}" dt="2020-10-08T20:26:11.238" v="2209" actId="1076"/>
          <ac:picMkLst>
            <pc:docMk/>
            <pc:sldMk cId="2879768615" sldId="394"/>
            <ac:picMk id="8" creationId="{C02E75C5-8C8D-4419-9876-B7167B989401}"/>
          </ac:picMkLst>
        </pc:picChg>
      </pc:sldChg>
      <pc:sldChg chg="modSp mod">
        <pc:chgData name="Ella Vetter" userId="c6918cf5-f6c0-43cc-8499-a1f635017de9" providerId="ADAL" clId="{EDF018B5-66C9-4EBB-B156-A1BE9ABCF1A6}" dt="2020-10-09T14:23:03.491" v="6337" actId="20577"/>
        <pc:sldMkLst>
          <pc:docMk/>
          <pc:sldMk cId="2663639944" sldId="395"/>
        </pc:sldMkLst>
        <pc:spChg chg="mod">
          <ac:chgData name="Ella Vetter" userId="c6918cf5-f6c0-43cc-8499-a1f635017de9" providerId="ADAL" clId="{EDF018B5-66C9-4EBB-B156-A1BE9ABCF1A6}" dt="2020-10-09T14:23:03.491" v="6337" actId="20577"/>
          <ac:spMkLst>
            <pc:docMk/>
            <pc:sldMk cId="2663639944" sldId="395"/>
            <ac:spMk id="4" creationId="{CAE64B05-8CEF-4E4D-9A85-F66867FEFA75}"/>
          </ac:spMkLst>
        </pc:spChg>
      </pc:sldChg>
      <pc:sldChg chg="modSp mod">
        <pc:chgData name="Ella Vetter" userId="c6918cf5-f6c0-43cc-8499-a1f635017de9" providerId="ADAL" clId="{EDF018B5-66C9-4EBB-B156-A1BE9ABCF1A6}" dt="2020-10-09T14:22:58.393" v="6335" actId="20577"/>
        <pc:sldMkLst>
          <pc:docMk/>
          <pc:sldMk cId="4104469530" sldId="396"/>
        </pc:sldMkLst>
        <pc:spChg chg="mod">
          <ac:chgData name="Ella Vetter" userId="c6918cf5-f6c0-43cc-8499-a1f635017de9" providerId="ADAL" clId="{EDF018B5-66C9-4EBB-B156-A1BE9ABCF1A6}" dt="2020-10-09T14:22:58.393" v="6335" actId="20577"/>
          <ac:spMkLst>
            <pc:docMk/>
            <pc:sldMk cId="4104469530" sldId="396"/>
            <ac:spMk id="4" creationId="{03609284-900F-462E-99F0-A9BEFEB0BDEA}"/>
          </ac:spMkLst>
        </pc:spChg>
      </pc:sldChg>
      <pc:sldChg chg="modSp mod">
        <pc:chgData name="Ella Vetter" userId="c6918cf5-f6c0-43cc-8499-a1f635017de9" providerId="ADAL" clId="{EDF018B5-66C9-4EBB-B156-A1BE9ABCF1A6}" dt="2020-10-09T14:23:09.846" v="6340" actId="20577"/>
        <pc:sldMkLst>
          <pc:docMk/>
          <pc:sldMk cId="733221865" sldId="397"/>
        </pc:sldMkLst>
        <pc:spChg chg="mod">
          <ac:chgData name="Ella Vetter" userId="c6918cf5-f6c0-43cc-8499-a1f635017de9" providerId="ADAL" clId="{EDF018B5-66C9-4EBB-B156-A1BE9ABCF1A6}" dt="2020-10-09T14:23:09.846" v="6340" actId="20577"/>
          <ac:spMkLst>
            <pc:docMk/>
            <pc:sldMk cId="733221865" sldId="397"/>
            <ac:spMk id="4" creationId="{59C79045-B99A-443F-B12F-216812B98AA4}"/>
          </ac:spMkLst>
        </pc:spChg>
      </pc:sldChg>
      <pc:sldChg chg="modSp mod">
        <pc:chgData name="Ella Vetter" userId="c6918cf5-f6c0-43cc-8499-a1f635017de9" providerId="ADAL" clId="{EDF018B5-66C9-4EBB-B156-A1BE9ABCF1A6}" dt="2020-10-09T14:23:12.285" v="6341" actId="20577"/>
        <pc:sldMkLst>
          <pc:docMk/>
          <pc:sldMk cId="1922808066" sldId="398"/>
        </pc:sldMkLst>
        <pc:spChg chg="mod">
          <ac:chgData name="Ella Vetter" userId="c6918cf5-f6c0-43cc-8499-a1f635017de9" providerId="ADAL" clId="{EDF018B5-66C9-4EBB-B156-A1BE9ABCF1A6}" dt="2020-10-09T14:23:12.285" v="6341" actId="20577"/>
          <ac:spMkLst>
            <pc:docMk/>
            <pc:sldMk cId="1922808066" sldId="398"/>
            <ac:spMk id="4" creationId="{5E93C49C-7F68-4532-9AFC-3A886F8CA028}"/>
          </ac:spMkLst>
        </pc:spChg>
      </pc:sldChg>
      <pc:sldChg chg="modSp mod">
        <pc:chgData name="Ella Vetter" userId="c6918cf5-f6c0-43cc-8499-a1f635017de9" providerId="ADAL" clId="{EDF018B5-66C9-4EBB-B156-A1BE9ABCF1A6}" dt="2020-10-09T14:39:54.910" v="6357" actId="20577"/>
        <pc:sldMkLst>
          <pc:docMk/>
          <pc:sldMk cId="3167052935" sldId="399"/>
        </pc:sldMkLst>
        <pc:spChg chg="mod">
          <ac:chgData name="Ella Vetter" userId="c6918cf5-f6c0-43cc-8499-a1f635017de9" providerId="ADAL" clId="{EDF018B5-66C9-4EBB-B156-A1BE9ABCF1A6}" dt="2020-10-09T14:39:54.910" v="6357" actId="20577"/>
          <ac:spMkLst>
            <pc:docMk/>
            <pc:sldMk cId="3167052935" sldId="399"/>
            <ac:spMk id="4" creationId="{83C8B870-8C96-4C5B-A1C2-634BBF96A2AD}"/>
          </ac:spMkLst>
        </pc:spChg>
      </pc:sldChg>
      <pc:sldChg chg="modSp mod">
        <pc:chgData name="Ella Vetter" userId="c6918cf5-f6c0-43cc-8499-a1f635017de9" providerId="ADAL" clId="{EDF018B5-66C9-4EBB-B156-A1BE9ABCF1A6}" dt="2020-10-09T14:23:06.293" v="6339" actId="20577"/>
        <pc:sldMkLst>
          <pc:docMk/>
          <pc:sldMk cId="1791093614" sldId="400"/>
        </pc:sldMkLst>
        <pc:spChg chg="mod">
          <ac:chgData name="Ella Vetter" userId="c6918cf5-f6c0-43cc-8499-a1f635017de9" providerId="ADAL" clId="{EDF018B5-66C9-4EBB-B156-A1BE9ABCF1A6}" dt="2020-10-09T14:23:06.293" v="6339" actId="20577"/>
          <ac:spMkLst>
            <pc:docMk/>
            <pc:sldMk cId="1791093614" sldId="400"/>
            <ac:spMk id="4" creationId="{E8ABF2D0-16AC-4157-B413-9F774107159B}"/>
          </ac:spMkLst>
        </pc:spChg>
      </pc:sldChg>
      <pc:sldChg chg="modSp mod">
        <pc:chgData name="Ella Vetter" userId="c6918cf5-f6c0-43cc-8499-a1f635017de9" providerId="ADAL" clId="{EDF018B5-66C9-4EBB-B156-A1BE9ABCF1A6}" dt="2020-10-09T14:23:18.214" v="6343" actId="20577"/>
        <pc:sldMkLst>
          <pc:docMk/>
          <pc:sldMk cId="1119502595" sldId="401"/>
        </pc:sldMkLst>
        <pc:spChg chg="mod">
          <ac:chgData name="Ella Vetter" userId="c6918cf5-f6c0-43cc-8499-a1f635017de9" providerId="ADAL" clId="{EDF018B5-66C9-4EBB-B156-A1BE9ABCF1A6}" dt="2020-10-09T14:23:18.214" v="6343" actId="20577"/>
          <ac:spMkLst>
            <pc:docMk/>
            <pc:sldMk cId="1119502595" sldId="401"/>
            <ac:spMk id="4" creationId="{83C8B870-8C96-4C5B-A1C2-634BBF96A2AD}"/>
          </ac:spMkLst>
        </pc:spChg>
      </pc:sldChg>
      <pc:sldChg chg="modSp mod">
        <pc:chgData name="Ella Vetter" userId="c6918cf5-f6c0-43cc-8499-a1f635017de9" providerId="ADAL" clId="{EDF018B5-66C9-4EBB-B156-A1BE9ABCF1A6}" dt="2020-10-09T14:23:26.171" v="6345" actId="20577"/>
        <pc:sldMkLst>
          <pc:docMk/>
          <pc:sldMk cId="2227095220" sldId="402"/>
        </pc:sldMkLst>
        <pc:spChg chg="mod">
          <ac:chgData name="Ella Vetter" userId="c6918cf5-f6c0-43cc-8499-a1f635017de9" providerId="ADAL" clId="{EDF018B5-66C9-4EBB-B156-A1BE9ABCF1A6}" dt="2020-10-09T14:23:26.171" v="6345" actId="20577"/>
          <ac:spMkLst>
            <pc:docMk/>
            <pc:sldMk cId="2227095220" sldId="402"/>
            <ac:spMk id="5" creationId="{D5391315-9C87-49AF-BA07-4EC9164A1106}"/>
          </ac:spMkLst>
        </pc:spChg>
      </pc:sldChg>
      <pc:sldChg chg="modSp mod">
        <pc:chgData name="Ella Vetter" userId="c6918cf5-f6c0-43cc-8499-a1f635017de9" providerId="ADAL" clId="{EDF018B5-66C9-4EBB-B156-A1BE9ABCF1A6}" dt="2020-10-09T14:39:40.955" v="6356" actId="20577"/>
        <pc:sldMkLst>
          <pc:docMk/>
          <pc:sldMk cId="1713804498" sldId="403"/>
        </pc:sldMkLst>
        <pc:spChg chg="mod">
          <ac:chgData name="Ella Vetter" userId="c6918cf5-f6c0-43cc-8499-a1f635017de9" providerId="ADAL" clId="{EDF018B5-66C9-4EBB-B156-A1BE9ABCF1A6}" dt="2020-10-09T14:39:40.955" v="6356" actId="20577"/>
          <ac:spMkLst>
            <pc:docMk/>
            <pc:sldMk cId="1713804498" sldId="403"/>
            <ac:spMk id="3" creationId="{5ED555C0-6F78-4C32-8FDF-D7D177E50A47}"/>
          </ac:spMkLst>
        </pc:spChg>
      </pc:sldChg>
      <pc:sldChg chg="modSp mod">
        <pc:chgData name="Ella Vetter" userId="c6918cf5-f6c0-43cc-8499-a1f635017de9" providerId="ADAL" clId="{EDF018B5-66C9-4EBB-B156-A1BE9ABCF1A6}" dt="2020-10-09T14:23:32.099" v="6347" actId="20577"/>
        <pc:sldMkLst>
          <pc:docMk/>
          <pc:sldMk cId="1176917381" sldId="404"/>
        </pc:sldMkLst>
        <pc:spChg chg="mod">
          <ac:chgData name="Ella Vetter" userId="c6918cf5-f6c0-43cc-8499-a1f635017de9" providerId="ADAL" clId="{EDF018B5-66C9-4EBB-B156-A1BE9ABCF1A6}" dt="2020-10-09T14:23:32.099" v="6347" actId="20577"/>
          <ac:spMkLst>
            <pc:docMk/>
            <pc:sldMk cId="1176917381" sldId="404"/>
            <ac:spMk id="3" creationId="{0B24D8C3-5AEA-456F-930B-37251FB3FA67}"/>
          </ac:spMkLst>
        </pc:spChg>
      </pc:sldChg>
      <pc:sldChg chg="modSp new mod">
        <pc:chgData name="Ella Vetter" userId="c6918cf5-f6c0-43cc-8499-a1f635017de9" providerId="ADAL" clId="{EDF018B5-66C9-4EBB-B156-A1BE9ABCF1A6}" dt="2020-10-09T13:43:25.814" v="6279" actId="14100"/>
        <pc:sldMkLst>
          <pc:docMk/>
          <pc:sldMk cId="1198841218" sldId="405"/>
        </pc:sldMkLst>
        <pc:spChg chg="mod">
          <ac:chgData name="Ella Vetter" userId="c6918cf5-f6c0-43cc-8499-a1f635017de9" providerId="ADAL" clId="{EDF018B5-66C9-4EBB-B156-A1BE9ABCF1A6}" dt="2020-10-09T13:42:49.404" v="6274" actId="13926"/>
          <ac:spMkLst>
            <pc:docMk/>
            <pc:sldMk cId="1198841218" sldId="405"/>
            <ac:spMk id="2" creationId="{C61D1299-C73E-4FB0-8B88-6D6EF7CFB6B4}"/>
          </ac:spMkLst>
        </pc:spChg>
        <pc:spChg chg="mod">
          <ac:chgData name="Ella Vetter" userId="c6918cf5-f6c0-43cc-8499-a1f635017de9" providerId="ADAL" clId="{EDF018B5-66C9-4EBB-B156-A1BE9ABCF1A6}" dt="2020-10-09T13:43:25.814" v="6279" actId="14100"/>
          <ac:spMkLst>
            <pc:docMk/>
            <pc:sldMk cId="1198841218" sldId="405"/>
            <ac:spMk id="3" creationId="{4BAD0275-1717-4897-B0D9-9D87B417F097}"/>
          </ac:spMkLst>
        </pc:spChg>
      </pc:sldChg>
      <pc:sldChg chg="addSp delSp modSp add mod">
        <pc:chgData name="Ella Vetter" userId="c6918cf5-f6c0-43cc-8499-a1f635017de9" providerId="ADAL" clId="{EDF018B5-66C9-4EBB-B156-A1BE9ABCF1A6}" dt="2020-10-09T13:23:58.387" v="6125" actId="14100"/>
        <pc:sldMkLst>
          <pc:docMk/>
          <pc:sldMk cId="946766723" sldId="406"/>
        </pc:sldMkLst>
        <pc:spChg chg="mod">
          <ac:chgData name="Ella Vetter" userId="c6918cf5-f6c0-43cc-8499-a1f635017de9" providerId="ADAL" clId="{EDF018B5-66C9-4EBB-B156-A1BE9ABCF1A6}" dt="2020-10-08T11:44:25.472" v="114" actId="13926"/>
          <ac:spMkLst>
            <pc:docMk/>
            <pc:sldMk cId="946766723" sldId="406"/>
            <ac:spMk id="2" creationId="{C61D1299-C73E-4FB0-8B88-6D6EF7CFB6B4}"/>
          </ac:spMkLst>
        </pc:spChg>
        <pc:spChg chg="del">
          <ac:chgData name="Ella Vetter" userId="c6918cf5-f6c0-43cc-8499-a1f635017de9" providerId="ADAL" clId="{EDF018B5-66C9-4EBB-B156-A1BE9ABCF1A6}" dt="2020-10-08T11:35:41.634" v="18" actId="478"/>
          <ac:spMkLst>
            <pc:docMk/>
            <pc:sldMk cId="946766723" sldId="406"/>
            <ac:spMk id="3" creationId="{4BAD0275-1717-4897-B0D9-9D87B417F097}"/>
          </ac:spMkLst>
        </pc:spChg>
        <pc:spChg chg="add mod">
          <ac:chgData name="Ella Vetter" userId="c6918cf5-f6c0-43cc-8499-a1f635017de9" providerId="ADAL" clId="{EDF018B5-66C9-4EBB-B156-A1BE9ABCF1A6}" dt="2020-10-09T13:23:58.387" v="6125" actId="14100"/>
          <ac:spMkLst>
            <pc:docMk/>
            <pc:sldMk cId="946766723" sldId="406"/>
            <ac:spMk id="9" creationId="{DEC4B218-EF89-4282-8C49-2E20AD9A1E3C}"/>
          </ac:spMkLst>
        </pc:spChg>
        <pc:picChg chg="add del mod">
          <ac:chgData name="Ella Vetter" userId="c6918cf5-f6c0-43cc-8499-a1f635017de9" providerId="ADAL" clId="{EDF018B5-66C9-4EBB-B156-A1BE9ABCF1A6}" dt="2020-10-08T11:36:04.825" v="21" actId="478"/>
          <ac:picMkLst>
            <pc:docMk/>
            <pc:sldMk cId="946766723" sldId="406"/>
            <ac:picMk id="5" creationId="{E8CD0B8A-DBBB-4C4D-A4A6-23080FEEDFAD}"/>
          </ac:picMkLst>
        </pc:picChg>
        <pc:picChg chg="add mod">
          <ac:chgData name="Ella Vetter" userId="c6918cf5-f6c0-43cc-8499-a1f635017de9" providerId="ADAL" clId="{EDF018B5-66C9-4EBB-B156-A1BE9ABCF1A6}" dt="2020-10-08T11:36:46.965" v="37" actId="1076"/>
          <ac:picMkLst>
            <pc:docMk/>
            <pc:sldMk cId="946766723" sldId="406"/>
            <ac:picMk id="7" creationId="{96E62F56-6EFD-4D1C-8C46-7E1DF9497F1C}"/>
          </ac:picMkLst>
        </pc:picChg>
      </pc:sldChg>
      <pc:sldChg chg="modSp new mod modNotesTx">
        <pc:chgData name="Ella Vetter" userId="c6918cf5-f6c0-43cc-8499-a1f635017de9" providerId="ADAL" clId="{EDF018B5-66C9-4EBB-B156-A1BE9ABCF1A6}" dt="2020-10-09T17:38:01.011" v="6534" actId="20577"/>
        <pc:sldMkLst>
          <pc:docMk/>
          <pc:sldMk cId="1069936839" sldId="407"/>
        </pc:sldMkLst>
        <pc:spChg chg="mod">
          <ac:chgData name="Ella Vetter" userId="c6918cf5-f6c0-43cc-8499-a1f635017de9" providerId="ADAL" clId="{EDF018B5-66C9-4EBB-B156-A1BE9ABCF1A6}" dt="2020-10-08T23:16:15.766" v="3207" actId="13926"/>
          <ac:spMkLst>
            <pc:docMk/>
            <pc:sldMk cId="1069936839" sldId="407"/>
            <ac:spMk id="2" creationId="{4E99B7C5-588B-4F9A-87A3-DEA763D424ED}"/>
          </ac:spMkLst>
        </pc:spChg>
        <pc:spChg chg="mod">
          <ac:chgData name="Ella Vetter" userId="c6918cf5-f6c0-43cc-8499-a1f635017de9" providerId="ADAL" clId="{EDF018B5-66C9-4EBB-B156-A1BE9ABCF1A6}" dt="2020-10-09T17:38:01.011" v="6534" actId="20577"/>
          <ac:spMkLst>
            <pc:docMk/>
            <pc:sldMk cId="1069936839" sldId="407"/>
            <ac:spMk id="3" creationId="{44C8A021-3E3E-4268-AE29-2773903E1BD3}"/>
          </ac:spMkLst>
        </pc:spChg>
      </pc:sldChg>
      <pc:sldChg chg="addSp delSp modSp new mod">
        <pc:chgData name="Ella Vetter" userId="c6918cf5-f6c0-43cc-8499-a1f635017de9" providerId="ADAL" clId="{EDF018B5-66C9-4EBB-B156-A1BE9ABCF1A6}" dt="2020-10-08T11:44:36.446" v="120" actId="13926"/>
        <pc:sldMkLst>
          <pc:docMk/>
          <pc:sldMk cId="1184751970" sldId="408"/>
        </pc:sldMkLst>
        <pc:spChg chg="mod">
          <ac:chgData name="Ella Vetter" userId="c6918cf5-f6c0-43cc-8499-a1f635017de9" providerId="ADAL" clId="{EDF018B5-66C9-4EBB-B156-A1BE9ABCF1A6}" dt="2020-10-08T11:44:36.446" v="120" actId="13926"/>
          <ac:spMkLst>
            <pc:docMk/>
            <pc:sldMk cId="1184751970" sldId="408"/>
            <ac:spMk id="2" creationId="{25E0925D-6CD1-4907-9A7F-CF8876B66D93}"/>
          </ac:spMkLst>
        </pc:spChg>
        <pc:spChg chg="del">
          <ac:chgData name="Ella Vetter" userId="c6918cf5-f6c0-43cc-8499-a1f635017de9" providerId="ADAL" clId="{EDF018B5-66C9-4EBB-B156-A1BE9ABCF1A6}" dt="2020-10-08T11:39:33.572" v="52" actId="478"/>
          <ac:spMkLst>
            <pc:docMk/>
            <pc:sldMk cId="1184751970" sldId="408"/>
            <ac:spMk id="3" creationId="{536F7C27-1581-4D58-BD7E-DC21B3AA8CEB}"/>
          </ac:spMkLst>
        </pc:spChg>
        <pc:spChg chg="add del">
          <ac:chgData name="Ella Vetter" userId="c6918cf5-f6c0-43cc-8499-a1f635017de9" providerId="ADAL" clId="{EDF018B5-66C9-4EBB-B156-A1BE9ABCF1A6}" dt="2020-10-08T11:39:39.174" v="54" actId="22"/>
          <ac:spMkLst>
            <pc:docMk/>
            <pc:sldMk cId="1184751970" sldId="408"/>
            <ac:spMk id="9" creationId="{8456E63F-61D5-4677-93E4-CEF6BE1ACD70}"/>
          </ac:spMkLst>
        </pc:spChg>
        <pc:spChg chg="add mod">
          <ac:chgData name="Ella Vetter" userId="c6918cf5-f6c0-43cc-8499-a1f635017de9" providerId="ADAL" clId="{EDF018B5-66C9-4EBB-B156-A1BE9ABCF1A6}" dt="2020-10-08T11:40:34.138" v="110" actId="14100"/>
          <ac:spMkLst>
            <pc:docMk/>
            <pc:sldMk cId="1184751970" sldId="408"/>
            <ac:spMk id="11" creationId="{943A6E49-2FF3-4315-8B89-E7D1B217BFE1}"/>
          </ac:spMkLst>
        </pc:spChg>
        <pc:picChg chg="add del mod">
          <ac:chgData name="Ella Vetter" userId="c6918cf5-f6c0-43cc-8499-a1f635017de9" providerId="ADAL" clId="{EDF018B5-66C9-4EBB-B156-A1BE9ABCF1A6}" dt="2020-10-08T11:39:26.167" v="50" actId="478"/>
          <ac:picMkLst>
            <pc:docMk/>
            <pc:sldMk cId="1184751970" sldId="408"/>
            <ac:picMk id="5" creationId="{B12E5F48-78BC-46D2-B2B2-867C7B86B267}"/>
          </ac:picMkLst>
        </pc:picChg>
        <pc:picChg chg="add mod">
          <ac:chgData name="Ella Vetter" userId="c6918cf5-f6c0-43cc-8499-a1f635017de9" providerId="ADAL" clId="{EDF018B5-66C9-4EBB-B156-A1BE9ABCF1A6}" dt="2020-10-08T11:40:36.205" v="111" actId="1076"/>
          <ac:picMkLst>
            <pc:docMk/>
            <pc:sldMk cId="1184751970" sldId="408"/>
            <ac:picMk id="7" creationId="{F819CF6C-8D7D-457F-AD05-060DC407F46F}"/>
          </ac:picMkLst>
        </pc:picChg>
      </pc:sldChg>
      <pc:sldChg chg="addSp modSp new mod">
        <pc:chgData name="Ella Vetter" userId="c6918cf5-f6c0-43cc-8499-a1f635017de9" providerId="ADAL" clId="{EDF018B5-66C9-4EBB-B156-A1BE9ABCF1A6}" dt="2020-10-09T12:17:46.992" v="5332" actId="14100"/>
        <pc:sldMkLst>
          <pc:docMk/>
          <pc:sldMk cId="1304481944" sldId="409"/>
        </pc:sldMkLst>
        <pc:spChg chg="mod">
          <ac:chgData name="Ella Vetter" userId="c6918cf5-f6c0-43cc-8499-a1f635017de9" providerId="ADAL" clId="{EDF018B5-66C9-4EBB-B156-A1BE9ABCF1A6}" dt="2020-10-09T12:04:05.086" v="5054" actId="13926"/>
          <ac:spMkLst>
            <pc:docMk/>
            <pc:sldMk cId="1304481944" sldId="409"/>
            <ac:spMk id="2" creationId="{455542A7-86C4-4B1C-99F0-EE7C13512717}"/>
          </ac:spMkLst>
        </pc:spChg>
        <pc:spChg chg="mod">
          <ac:chgData name="Ella Vetter" userId="c6918cf5-f6c0-43cc-8499-a1f635017de9" providerId="ADAL" clId="{EDF018B5-66C9-4EBB-B156-A1BE9ABCF1A6}" dt="2020-10-09T12:17:46.992" v="5332" actId="14100"/>
          <ac:spMkLst>
            <pc:docMk/>
            <pc:sldMk cId="1304481944" sldId="409"/>
            <ac:spMk id="3" creationId="{7987F46D-CD9E-4EBA-BBBB-E206F8E88F78}"/>
          </ac:spMkLst>
        </pc:spChg>
        <pc:picChg chg="add mod">
          <ac:chgData name="Ella Vetter" userId="c6918cf5-f6c0-43cc-8499-a1f635017de9" providerId="ADAL" clId="{EDF018B5-66C9-4EBB-B156-A1BE9ABCF1A6}" dt="2020-10-09T12:03:41.527" v="5043" actId="1076"/>
          <ac:picMkLst>
            <pc:docMk/>
            <pc:sldMk cId="1304481944" sldId="409"/>
            <ac:picMk id="5" creationId="{81F70A19-2458-41AA-A608-763B43185D9B}"/>
          </ac:picMkLst>
        </pc:picChg>
      </pc:sldChg>
      <pc:sldChg chg="addSp delSp modSp add mod ord">
        <pc:chgData name="Ella Vetter" userId="c6918cf5-f6c0-43cc-8499-a1f635017de9" providerId="ADAL" clId="{EDF018B5-66C9-4EBB-B156-A1BE9ABCF1A6}" dt="2020-10-08T12:39:45.809" v="1149" actId="13926"/>
        <pc:sldMkLst>
          <pc:docMk/>
          <pc:sldMk cId="3726540942" sldId="410"/>
        </pc:sldMkLst>
        <pc:spChg chg="mod">
          <ac:chgData name="Ella Vetter" userId="c6918cf5-f6c0-43cc-8499-a1f635017de9" providerId="ADAL" clId="{EDF018B5-66C9-4EBB-B156-A1BE9ABCF1A6}" dt="2020-10-08T12:39:45.809" v="1149" actId="13926"/>
          <ac:spMkLst>
            <pc:docMk/>
            <pc:sldMk cId="3726540942" sldId="410"/>
            <ac:spMk id="2" creationId="{4E99B7C5-588B-4F9A-87A3-DEA763D424ED}"/>
          </ac:spMkLst>
        </pc:spChg>
        <pc:spChg chg="del">
          <ac:chgData name="Ella Vetter" userId="c6918cf5-f6c0-43cc-8499-a1f635017de9" providerId="ADAL" clId="{EDF018B5-66C9-4EBB-B156-A1BE9ABCF1A6}" dt="2020-10-08T12:11:27.005" v="218" actId="478"/>
          <ac:spMkLst>
            <pc:docMk/>
            <pc:sldMk cId="3726540942" sldId="410"/>
            <ac:spMk id="3" creationId="{44C8A021-3E3E-4268-AE29-2773903E1BD3}"/>
          </ac:spMkLst>
        </pc:spChg>
        <pc:spChg chg="add mod">
          <ac:chgData name="Ella Vetter" userId="c6918cf5-f6c0-43cc-8499-a1f635017de9" providerId="ADAL" clId="{EDF018B5-66C9-4EBB-B156-A1BE9ABCF1A6}" dt="2020-10-08T12:14:36.814" v="352" actId="20577"/>
          <ac:spMkLst>
            <pc:docMk/>
            <pc:sldMk cId="3726540942" sldId="410"/>
            <ac:spMk id="4" creationId="{7559A619-7190-49FC-9A90-15CB8CE6F422}"/>
          </ac:spMkLst>
        </pc:spChg>
        <pc:picChg chg="add mod">
          <ac:chgData name="Ella Vetter" userId="c6918cf5-f6c0-43cc-8499-a1f635017de9" providerId="ADAL" clId="{EDF018B5-66C9-4EBB-B156-A1BE9ABCF1A6}" dt="2020-10-08T12:39:11.492" v="1148" actId="1035"/>
          <ac:picMkLst>
            <pc:docMk/>
            <pc:sldMk cId="3726540942" sldId="410"/>
            <ac:picMk id="6" creationId="{8F116329-AAEC-4297-9F7A-D7D74007ECE5}"/>
          </ac:picMkLst>
        </pc:picChg>
      </pc:sldChg>
      <pc:sldChg chg="addSp delSp modSp add mod">
        <pc:chgData name="Ella Vetter" userId="c6918cf5-f6c0-43cc-8499-a1f635017de9" providerId="ADAL" clId="{EDF018B5-66C9-4EBB-B156-A1BE9ABCF1A6}" dt="2020-10-09T00:14:28.110" v="4089" actId="20577"/>
        <pc:sldMkLst>
          <pc:docMk/>
          <pc:sldMk cId="1185066769" sldId="411"/>
        </pc:sldMkLst>
        <pc:spChg chg="mod">
          <ac:chgData name="Ella Vetter" userId="c6918cf5-f6c0-43cc-8499-a1f635017de9" providerId="ADAL" clId="{EDF018B5-66C9-4EBB-B156-A1BE9ABCF1A6}" dt="2020-10-08T12:39:50.329" v="1150" actId="13926"/>
          <ac:spMkLst>
            <pc:docMk/>
            <pc:sldMk cId="1185066769" sldId="411"/>
            <ac:spMk id="2" creationId="{4E99B7C5-588B-4F9A-87A3-DEA763D424ED}"/>
          </ac:spMkLst>
        </pc:spChg>
        <pc:spChg chg="add del">
          <ac:chgData name="Ella Vetter" userId="c6918cf5-f6c0-43cc-8499-a1f635017de9" providerId="ADAL" clId="{EDF018B5-66C9-4EBB-B156-A1BE9ABCF1A6}" dt="2020-10-08T12:14:29.647" v="349" actId="478"/>
          <ac:spMkLst>
            <pc:docMk/>
            <pc:sldMk cId="1185066769" sldId="411"/>
            <ac:spMk id="3" creationId="{44C8A021-3E3E-4268-AE29-2773903E1BD3}"/>
          </ac:spMkLst>
        </pc:spChg>
        <pc:spChg chg="add del">
          <ac:chgData name="Ella Vetter" userId="c6918cf5-f6c0-43cc-8499-a1f635017de9" providerId="ADAL" clId="{EDF018B5-66C9-4EBB-B156-A1BE9ABCF1A6}" dt="2020-10-08T12:14:21.090" v="346" actId="22"/>
          <ac:spMkLst>
            <pc:docMk/>
            <pc:sldMk cId="1185066769" sldId="411"/>
            <ac:spMk id="5" creationId="{9DBFBB0E-A4DE-48F3-8551-6C8443883F68}"/>
          </ac:spMkLst>
        </pc:spChg>
        <pc:spChg chg="add mod">
          <ac:chgData name="Ella Vetter" userId="c6918cf5-f6c0-43cc-8499-a1f635017de9" providerId="ADAL" clId="{EDF018B5-66C9-4EBB-B156-A1BE9ABCF1A6}" dt="2020-10-09T00:14:28.110" v="4089" actId="20577"/>
          <ac:spMkLst>
            <pc:docMk/>
            <pc:sldMk cId="1185066769" sldId="411"/>
            <ac:spMk id="6" creationId="{F2E067D0-6242-4883-AFBE-9EEB997CA2EB}"/>
          </ac:spMkLst>
        </pc:spChg>
        <pc:grpChg chg="add mod">
          <ac:chgData name="Ella Vetter" userId="c6918cf5-f6c0-43cc-8499-a1f635017de9" providerId="ADAL" clId="{EDF018B5-66C9-4EBB-B156-A1BE9ABCF1A6}" dt="2020-10-08T12:37:37.706" v="1140" actId="1076"/>
          <ac:grpSpMkLst>
            <pc:docMk/>
            <pc:sldMk cId="1185066769" sldId="411"/>
            <ac:grpSpMk id="11" creationId="{F94870BD-EAE8-4C3C-8B6B-A6F4759D8FB5}"/>
          </ac:grpSpMkLst>
        </pc:grpChg>
        <pc:picChg chg="add mod modCrop">
          <ac:chgData name="Ella Vetter" userId="c6918cf5-f6c0-43cc-8499-a1f635017de9" providerId="ADAL" clId="{EDF018B5-66C9-4EBB-B156-A1BE9ABCF1A6}" dt="2020-10-08T12:37:13.772" v="1132" actId="164"/>
          <ac:picMkLst>
            <pc:docMk/>
            <pc:sldMk cId="1185066769" sldId="411"/>
            <ac:picMk id="8" creationId="{23EAED32-CBFA-41D5-8DD9-7DC924ADCAC7}"/>
          </ac:picMkLst>
        </pc:picChg>
        <pc:picChg chg="add mod modCrop">
          <ac:chgData name="Ella Vetter" userId="c6918cf5-f6c0-43cc-8499-a1f635017de9" providerId="ADAL" clId="{EDF018B5-66C9-4EBB-B156-A1BE9ABCF1A6}" dt="2020-10-08T12:37:13.772" v="1132" actId="164"/>
          <ac:picMkLst>
            <pc:docMk/>
            <pc:sldMk cId="1185066769" sldId="411"/>
            <ac:picMk id="10" creationId="{5A5B10F1-24BB-4B5A-931A-DB123E6A371B}"/>
          </ac:picMkLst>
        </pc:picChg>
      </pc:sldChg>
      <pc:sldChg chg="addSp delSp modSp add mod">
        <pc:chgData name="Ella Vetter" userId="c6918cf5-f6c0-43cc-8499-a1f635017de9" providerId="ADAL" clId="{EDF018B5-66C9-4EBB-B156-A1BE9ABCF1A6}" dt="2020-10-08T13:21:37.684" v="1393" actId="13926"/>
        <pc:sldMkLst>
          <pc:docMk/>
          <pc:sldMk cId="3086774428" sldId="412"/>
        </pc:sldMkLst>
        <pc:spChg chg="mod">
          <ac:chgData name="Ella Vetter" userId="c6918cf5-f6c0-43cc-8499-a1f635017de9" providerId="ADAL" clId="{EDF018B5-66C9-4EBB-B156-A1BE9ABCF1A6}" dt="2020-10-08T13:21:37.684" v="1393" actId="13926"/>
          <ac:spMkLst>
            <pc:docMk/>
            <pc:sldMk cId="3086774428" sldId="412"/>
            <ac:spMk id="2" creationId="{4E99B7C5-588B-4F9A-87A3-DEA763D424ED}"/>
          </ac:spMkLst>
        </pc:spChg>
        <pc:spChg chg="del">
          <ac:chgData name="Ella Vetter" userId="c6918cf5-f6c0-43cc-8499-a1f635017de9" providerId="ADAL" clId="{EDF018B5-66C9-4EBB-B156-A1BE9ABCF1A6}" dt="2020-10-08T12:28:31.706" v="1074" actId="478"/>
          <ac:spMkLst>
            <pc:docMk/>
            <pc:sldMk cId="3086774428" sldId="412"/>
            <ac:spMk id="3" creationId="{44C8A021-3E3E-4268-AE29-2773903E1BD3}"/>
          </ac:spMkLst>
        </pc:spChg>
        <pc:spChg chg="add mod">
          <ac:chgData name="Ella Vetter" userId="c6918cf5-f6c0-43cc-8499-a1f635017de9" providerId="ADAL" clId="{EDF018B5-66C9-4EBB-B156-A1BE9ABCF1A6}" dt="2020-10-08T13:13:32.058" v="1251" actId="20577"/>
          <ac:spMkLst>
            <pc:docMk/>
            <pc:sldMk cId="3086774428" sldId="412"/>
            <ac:spMk id="4" creationId="{6E26611C-75A4-47C4-9BF7-9B4F6ABF75D5}"/>
          </ac:spMkLst>
        </pc:spChg>
        <pc:picChg chg="add mod modCrop">
          <ac:chgData name="Ella Vetter" userId="c6918cf5-f6c0-43cc-8499-a1f635017de9" providerId="ADAL" clId="{EDF018B5-66C9-4EBB-B156-A1BE9ABCF1A6}" dt="2020-10-08T13:13:43.892" v="1253" actId="1076"/>
          <ac:picMkLst>
            <pc:docMk/>
            <pc:sldMk cId="3086774428" sldId="412"/>
            <ac:picMk id="6" creationId="{FED1E9AB-0566-4B19-8201-F69E62E421F0}"/>
          </ac:picMkLst>
        </pc:picChg>
      </pc:sldChg>
      <pc:sldChg chg="addSp delSp modSp add mod">
        <pc:chgData name="Ella Vetter" userId="c6918cf5-f6c0-43cc-8499-a1f635017de9" providerId="ADAL" clId="{EDF018B5-66C9-4EBB-B156-A1BE9ABCF1A6}" dt="2020-10-08T17:09:20.235" v="1788" actId="1076"/>
        <pc:sldMkLst>
          <pc:docMk/>
          <pc:sldMk cId="3848592742" sldId="413"/>
        </pc:sldMkLst>
        <pc:spChg chg="mod">
          <ac:chgData name="Ella Vetter" userId="c6918cf5-f6c0-43cc-8499-a1f635017de9" providerId="ADAL" clId="{EDF018B5-66C9-4EBB-B156-A1BE9ABCF1A6}" dt="2020-10-08T13:22:57.189" v="1399" actId="13926"/>
          <ac:spMkLst>
            <pc:docMk/>
            <pc:sldMk cId="3848592742" sldId="413"/>
            <ac:spMk id="2" creationId="{4E99B7C5-588B-4F9A-87A3-DEA763D424ED}"/>
          </ac:spMkLst>
        </pc:spChg>
        <pc:spChg chg="del">
          <ac:chgData name="Ella Vetter" userId="c6918cf5-f6c0-43cc-8499-a1f635017de9" providerId="ADAL" clId="{EDF018B5-66C9-4EBB-B156-A1BE9ABCF1A6}" dt="2020-10-08T13:13:53.547" v="1259" actId="478"/>
          <ac:spMkLst>
            <pc:docMk/>
            <pc:sldMk cId="3848592742" sldId="413"/>
            <ac:spMk id="3" creationId="{44C8A021-3E3E-4268-AE29-2773903E1BD3}"/>
          </ac:spMkLst>
        </pc:spChg>
        <pc:spChg chg="add mod">
          <ac:chgData name="Ella Vetter" userId="c6918cf5-f6c0-43cc-8499-a1f635017de9" providerId="ADAL" clId="{EDF018B5-66C9-4EBB-B156-A1BE9ABCF1A6}" dt="2020-10-08T13:13:59.577" v="1279" actId="20577"/>
          <ac:spMkLst>
            <pc:docMk/>
            <pc:sldMk cId="3848592742" sldId="413"/>
            <ac:spMk id="4" creationId="{D1BE17C7-708B-4C46-AC04-6E85116E9719}"/>
          </ac:spMkLst>
        </pc:spChg>
        <pc:graphicFrameChg chg="add mod modGraphic">
          <ac:chgData name="Ella Vetter" userId="c6918cf5-f6c0-43cc-8499-a1f635017de9" providerId="ADAL" clId="{EDF018B5-66C9-4EBB-B156-A1BE9ABCF1A6}" dt="2020-10-08T17:09:20.235" v="1788" actId="1076"/>
          <ac:graphicFrameMkLst>
            <pc:docMk/>
            <pc:sldMk cId="3848592742" sldId="413"/>
            <ac:graphicFrameMk id="6" creationId="{42A0FD68-D670-4902-A6A7-CA9F41114AFA}"/>
          </ac:graphicFrameMkLst>
        </pc:graphicFrameChg>
      </pc:sldChg>
      <pc:sldChg chg="addSp modSp add mod">
        <pc:chgData name="Ella Vetter" userId="c6918cf5-f6c0-43cc-8499-a1f635017de9" providerId="ADAL" clId="{EDF018B5-66C9-4EBB-B156-A1BE9ABCF1A6}" dt="2020-10-09T17:39:06.245" v="6547" actId="20577"/>
        <pc:sldMkLst>
          <pc:docMk/>
          <pc:sldMk cId="2619018852" sldId="414"/>
        </pc:sldMkLst>
        <pc:spChg chg="mod">
          <ac:chgData name="Ella Vetter" userId="c6918cf5-f6c0-43cc-8499-a1f635017de9" providerId="ADAL" clId="{EDF018B5-66C9-4EBB-B156-A1BE9ABCF1A6}" dt="2020-10-08T13:09:13.190" v="1173" actId="13926"/>
          <ac:spMkLst>
            <pc:docMk/>
            <pc:sldMk cId="2619018852" sldId="414"/>
            <ac:spMk id="2" creationId="{4E99B7C5-588B-4F9A-87A3-DEA763D424ED}"/>
          </ac:spMkLst>
        </pc:spChg>
        <pc:spChg chg="mod">
          <ac:chgData name="Ella Vetter" userId="c6918cf5-f6c0-43cc-8499-a1f635017de9" providerId="ADAL" clId="{EDF018B5-66C9-4EBB-B156-A1BE9ABCF1A6}" dt="2020-10-09T17:39:06.245" v="6547" actId="20577"/>
          <ac:spMkLst>
            <pc:docMk/>
            <pc:sldMk cId="2619018852" sldId="414"/>
            <ac:spMk id="6" creationId="{F2E067D0-6242-4883-AFBE-9EEB997CA2EB}"/>
          </ac:spMkLst>
        </pc:spChg>
        <pc:grpChg chg="add mod">
          <ac:chgData name="Ella Vetter" userId="c6918cf5-f6c0-43cc-8499-a1f635017de9" providerId="ADAL" clId="{EDF018B5-66C9-4EBB-B156-A1BE9ABCF1A6}" dt="2020-10-08T13:02:21.079" v="1172" actId="1035"/>
          <ac:grpSpMkLst>
            <pc:docMk/>
            <pc:sldMk cId="2619018852" sldId="414"/>
            <ac:grpSpMk id="8" creationId="{4FAE9569-24CC-4950-B625-68D9FB63E7CF}"/>
          </ac:grpSpMkLst>
        </pc:grpChg>
        <pc:picChg chg="add mod modCrop">
          <ac:chgData name="Ella Vetter" userId="c6918cf5-f6c0-43cc-8499-a1f635017de9" providerId="ADAL" clId="{EDF018B5-66C9-4EBB-B156-A1BE9ABCF1A6}" dt="2020-10-08T13:02:10.642" v="1163" actId="164"/>
          <ac:picMkLst>
            <pc:docMk/>
            <pc:sldMk cId="2619018852" sldId="414"/>
            <ac:picMk id="4" creationId="{1A4ED8FE-EFD6-4BF9-A49C-1B5263E53B9A}"/>
          </ac:picMkLst>
        </pc:picChg>
        <pc:picChg chg="add mod modCrop">
          <ac:chgData name="Ella Vetter" userId="c6918cf5-f6c0-43cc-8499-a1f635017de9" providerId="ADAL" clId="{EDF018B5-66C9-4EBB-B156-A1BE9ABCF1A6}" dt="2020-10-08T13:02:10.642" v="1163" actId="164"/>
          <ac:picMkLst>
            <pc:docMk/>
            <pc:sldMk cId="2619018852" sldId="414"/>
            <ac:picMk id="5" creationId="{9A4E3BCC-CA5F-4613-9948-47FBF3FA1753}"/>
          </ac:picMkLst>
        </pc:picChg>
      </pc:sldChg>
      <pc:sldChg chg="addSp modSp add mod modNotesTx">
        <pc:chgData name="Ella Vetter" userId="c6918cf5-f6c0-43cc-8499-a1f635017de9" providerId="ADAL" clId="{EDF018B5-66C9-4EBB-B156-A1BE9ABCF1A6}" dt="2020-10-09T16:52:00.181" v="6458" actId="20577"/>
        <pc:sldMkLst>
          <pc:docMk/>
          <pc:sldMk cId="3070635838" sldId="415"/>
        </pc:sldMkLst>
        <pc:spChg chg="mod">
          <ac:chgData name="Ella Vetter" userId="c6918cf5-f6c0-43cc-8499-a1f635017de9" providerId="ADAL" clId="{EDF018B5-66C9-4EBB-B156-A1BE9ABCF1A6}" dt="2020-10-09T00:14:14.409" v="4087" actId="13926"/>
          <ac:spMkLst>
            <pc:docMk/>
            <pc:sldMk cId="3070635838" sldId="415"/>
            <ac:spMk id="2" creationId="{4E99B7C5-588B-4F9A-87A3-DEA763D424ED}"/>
          </ac:spMkLst>
        </pc:spChg>
        <pc:spChg chg="add mod">
          <ac:chgData name="Ella Vetter" userId="c6918cf5-f6c0-43cc-8499-a1f635017de9" providerId="ADAL" clId="{EDF018B5-66C9-4EBB-B156-A1BE9ABCF1A6}" dt="2020-10-08T23:20:50.824" v="3272" actId="20577"/>
          <ac:spMkLst>
            <pc:docMk/>
            <pc:sldMk cId="3070635838" sldId="415"/>
            <ac:spMk id="3" creationId="{95C55ED1-86A4-4B07-92A3-BE00AF2634B6}"/>
          </ac:spMkLst>
        </pc:spChg>
        <pc:spChg chg="mod">
          <ac:chgData name="Ella Vetter" userId="c6918cf5-f6c0-43cc-8499-a1f635017de9" providerId="ADAL" clId="{EDF018B5-66C9-4EBB-B156-A1BE9ABCF1A6}" dt="2020-10-09T16:52:00.181" v="6458" actId="20577"/>
          <ac:spMkLst>
            <pc:docMk/>
            <pc:sldMk cId="3070635838" sldId="415"/>
            <ac:spMk id="6" creationId="{F2E067D0-6242-4883-AFBE-9EEB997CA2EB}"/>
          </ac:spMkLst>
        </pc:spChg>
      </pc:sldChg>
      <pc:sldChg chg="addSp delSp modSp add mod">
        <pc:chgData name="Ella Vetter" userId="c6918cf5-f6c0-43cc-8499-a1f635017de9" providerId="ADAL" clId="{EDF018B5-66C9-4EBB-B156-A1BE9ABCF1A6}" dt="2020-10-08T13:09:26.053" v="1174" actId="13926"/>
        <pc:sldMkLst>
          <pc:docMk/>
          <pc:sldMk cId="1110433847" sldId="416"/>
        </pc:sldMkLst>
        <pc:spChg chg="mod">
          <ac:chgData name="Ella Vetter" userId="c6918cf5-f6c0-43cc-8499-a1f635017de9" providerId="ADAL" clId="{EDF018B5-66C9-4EBB-B156-A1BE9ABCF1A6}" dt="2020-10-08T13:09:26.053" v="1174" actId="13926"/>
          <ac:spMkLst>
            <pc:docMk/>
            <pc:sldMk cId="1110433847" sldId="416"/>
            <ac:spMk id="2" creationId="{4E99B7C5-588B-4F9A-87A3-DEA763D424ED}"/>
          </ac:spMkLst>
        </pc:spChg>
        <pc:spChg chg="add mod">
          <ac:chgData name="Ella Vetter" userId="c6918cf5-f6c0-43cc-8499-a1f635017de9" providerId="ADAL" clId="{EDF018B5-66C9-4EBB-B156-A1BE9ABCF1A6}" dt="2020-10-08T12:27:54.933" v="1065" actId="1036"/>
          <ac:spMkLst>
            <pc:docMk/>
            <pc:sldMk cId="1110433847" sldId="416"/>
            <ac:spMk id="5" creationId="{2C3082A4-341B-48D6-B90A-2F4978038FBB}"/>
          </ac:spMkLst>
        </pc:spChg>
        <pc:spChg chg="mod">
          <ac:chgData name="Ella Vetter" userId="c6918cf5-f6c0-43cc-8499-a1f635017de9" providerId="ADAL" clId="{EDF018B5-66C9-4EBB-B156-A1BE9ABCF1A6}" dt="2020-10-08T12:26:12.119" v="1022" actId="115"/>
          <ac:spMkLst>
            <pc:docMk/>
            <pc:sldMk cId="1110433847" sldId="416"/>
            <ac:spMk id="6" creationId="{F2E067D0-6242-4883-AFBE-9EEB997CA2EB}"/>
          </ac:spMkLst>
        </pc:spChg>
        <pc:picChg chg="add del mod">
          <ac:chgData name="Ella Vetter" userId="c6918cf5-f6c0-43cc-8499-a1f635017de9" providerId="ADAL" clId="{EDF018B5-66C9-4EBB-B156-A1BE9ABCF1A6}" dt="2020-10-08T12:28:06.626" v="1067" actId="478"/>
          <ac:picMkLst>
            <pc:docMk/>
            <pc:sldMk cId="1110433847" sldId="416"/>
            <ac:picMk id="7" creationId="{3C25B139-B34D-446D-8C1A-F707E3A671D8}"/>
          </ac:picMkLst>
        </pc:picChg>
        <pc:picChg chg="add mod">
          <ac:chgData name="Ella Vetter" userId="c6918cf5-f6c0-43cc-8499-a1f635017de9" providerId="ADAL" clId="{EDF018B5-66C9-4EBB-B156-A1BE9ABCF1A6}" dt="2020-10-08T12:28:12.620" v="1073" actId="1036"/>
          <ac:picMkLst>
            <pc:docMk/>
            <pc:sldMk cId="1110433847" sldId="416"/>
            <ac:picMk id="9" creationId="{BBBF1E5A-AF53-4042-8C8D-FC914CCBA4E8}"/>
          </ac:picMkLst>
        </pc:picChg>
      </pc:sldChg>
      <pc:sldChg chg="addSp delSp modSp add mod addCm delCm">
        <pc:chgData name="Ella Vetter" userId="c6918cf5-f6c0-43cc-8499-a1f635017de9" providerId="ADAL" clId="{EDF018B5-66C9-4EBB-B156-A1BE9ABCF1A6}" dt="2020-10-08T17:10:40.275" v="1809" actId="13926"/>
        <pc:sldMkLst>
          <pc:docMk/>
          <pc:sldMk cId="1376534756" sldId="417"/>
        </pc:sldMkLst>
        <pc:spChg chg="mod">
          <ac:chgData name="Ella Vetter" userId="c6918cf5-f6c0-43cc-8499-a1f635017de9" providerId="ADAL" clId="{EDF018B5-66C9-4EBB-B156-A1BE9ABCF1A6}" dt="2020-10-08T17:10:40.275" v="1809" actId="13926"/>
          <ac:spMkLst>
            <pc:docMk/>
            <pc:sldMk cId="1376534756" sldId="417"/>
            <ac:spMk id="2" creationId="{4E99B7C5-588B-4F9A-87A3-DEA763D424ED}"/>
          </ac:spMkLst>
        </pc:spChg>
        <pc:spChg chg="del">
          <ac:chgData name="Ella Vetter" userId="c6918cf5-f6c0-43cc-8499-a1f635017de9" providerId="ADAL" clId="{EDF018B5-66C9-4EBB-B156-A1BE9ABCF1A6}" dt="2020-10-08T17:01:15.077" v="1553" actId="478"/>
          <ac:spMkLst>
            <pc:docMk/>
            <pc:sldMk cId="1376534756" sldId="417"/>
            <ac:spMk id="3" creationId="{44C8A021-3E3E-4268-AE29-2773903E1BD3}"/>
          </ac:spMkLst>
        </pc:spChg>
        <pc:spChg chg="add mod">
          <ac:chgData name="Ella Vetter" userId="c6918cf5-f6c0-43cc-8499-a1f635017de9" providerId="ADAL" clId="{EDF018B5-66C9-4EBB-B156-A1BE9ABCF1A6}" dt="2020-10-08T17:02:11.829" v="1587" actId="11"/>
          <ac:spMkLst>
            <pc:docMk/>
            <pc:sldMk cId="1376534756" sldId="417"/>
            <ac:spMk id="4" creationId="{6EE77220-1481-4935-9129-7324E201AFD4}"/>
          </ac:spMkLst>
        </pc:spChg>
        <pc:picChg chg="add mod">
          <ac:chgData name="Ella Vetter" userId="c6918cf5-f6c0-43cc-8499-a1f635017de9" providerId="ADAL" clId="{EDF018B5-66C9-4EBB-B156-A1BE9ABCF1A6}" dt="2020-10-08T17:02:18.156" v="1590" actId="14100"/>
          <ac:picMkLst>
            <pc:docMk/>
            <pc:sldMk cId="1376534756" sldId="417"/>
            <ac:picMk id="6" creationId="{E76C6464-E105-4C48-9362-17B6212AB680}"/>
          </ac:picMkLst>
        </pc:picChg>
      </pc:sldChg>
      <pc:sldChg chg="addSp delSp modSp add mod">
        <pc:chgData name="Ella Vetter" userId="c6918cf5-f6c0-43cc-8499-a1f635017de9" providerId="ADAL" clId="{EDF018B5-66C9-4EBB-B156-A1BE9ABCF1A6}" dt="2020-10-08T17:21:04.212" v="1866"/>
        <pc:sldMkLst>
          <pc:docMk/>
          <pc:sldMk cId="195890345" sldId="418"/>
        </pc:sldMkLst>
        <pc:spChg chg="mod">
          <ac:chgData name="Ella Vetter" userId="c6918cf5-f6c0-43cc-8499-a1f635017de9" providerId="ADAL" clId="{EDF018B5-66C9-4EBB-B156-A1BE9ABCF1A6}" dt="2020-10-08T17:10:42.813" v="1810" actId="13926"/>
          <ac:spMkLst>
            <pc:docMk/>
            <pc:sldMk cId="195890345" sldId="418"/>
            <ac:spMk id="2" creationId="{4E99B7C5-588B-4F9A-87A3-DEA763D424ED}"/>
          </ac:spMkLst>
        </pc:spChg>
        <pc:spChg chg="del">
          <ac:chgData name="Ella Vetter" userId="c6918cf5-f6c0-43cc-8499-a1f635017de9" providerId="ADAL" clId="{EDF018B5-66C9-4EBB-B156-A1BE9ABCF1A6}" dt="2020-10-08T17:02:31.341" v="1593" actId="478"/>
          <ac:spMkLst>
            <pc:docMk/>
            <pc:sldMk cId="195890345" sldId="418"/>
            <ac:spMk id="3" creationId="{44C8A021-3E3E-4268-AE29-2773903E1BD3}"/>
          </ac:spMkLst>
        </pc:spChg>
        <pc:spChg chg="add mod">
          <ac:chgData name="Ella Vetter" userId="c6918cf5-f6c0-43cc-8499-a1f635017de9" providerId="ADAL" clId="{EDF018B5-66C9-4EBB-B156-A1BE9ABCF1A6}" dt="2020-10-08T17:03:05.767" v="1631" actId="14100"/>
          <ac:spMkLst>
            <pc:docMk/>
            <pc:sldMk cId="195890345" sldId="418"/>
            <ac:spMk id="8" creationId="{48028776-067A-4569-8A4C-2E0E17DC9059}"/>
          </ac:spMkLst>
        </pc:spChg>
        <pc:graphicFrameChg chg="add mod modGraphic">
          <ac:chgData name="Ella Vetter" userId="c6918cf5-f6c0-43cc-8499-a1f635017de9" providerId="ADAL" clId="{EDF018B5-66C9-4EBB-B156-A1BE9ABCF1A6}" dt="2020-10-08T17:21:04.212" v="1866"/>
          <ac:graphicFrameMkLst>
            <pc:docMk/>
            <pc:sldMk cId="195890345" sldId="418"/>
            <ac:graphicFrameMk id="5" creationId="{01A86FC0-23EF-4270-9F88-84DFC2D3DD1B}"/>
          </ac:graphicFrameMkLst>
        </pc:graphicFrameChg>
        <pc:picChg chg="add del">
          <ac:chgData name="Ella Vetter" userId="c6918cf5-f6c0-43cc-8499-a1f635017de9" providerId="ADAL" clId="{EDF018B5-66C9-4EBB-B156-A1BE9ABCF1A6}" dt="2020-10-08T17:02:46.671" v="1610" actId="22"/>
          <ac:picMkLst>
            <pc:docMk/>
            <pc:sldMk cId="195890345" sldId="418"/>
            <ac:picMk id="7" creationId="{1F924A8E-183A-4B31-9DC4-ECACECED7DCF}"/>
          </ac:picMkLst>
        </pc:picChg>
      </pc:sldChg>
      <pc:sldChg chg="addSp delSp modSp add mod">
        <pc:chgData name="Ella Vetter" userId="c6918cf5-f6c0-43cc-8499-a1f635017de9" providerId="ADAL" clId="{EDF018B5-66C9-4EBB-B156-A1BE9ABCF1A6}" dt="2020-10-08T21:11:56.917" v="2212" actId="113"/>
        <pc:sldMkLst>
          <pc:docMk/>
          <pc:sldMk cId="1114981037" sldId="419"/>
        </pc:sldMkLst>
        <pc:spChg chg="mod">
          <ac:chgData name="Ella Vetter" userId="c6918cf5-f6c0-43cc-8499-a1f635017de9" providerId="ADAL" clId="{EDF018B5-66C9-4EBB-B156-A1BE9ABCF1A6}" dt="2020-10-08T17:18:58.350" v="1860" actId="13926"/>
          <ac:spMkLst>
            <pc:docMk/>
            <pc:sldMk cId="1114981037" sldId="419"/>
            <ac:spMk id="2" creationId="{4E99B7C5-588B-4F9A-87A3-DEA763D424ED}"/>
          </ac:spMkLst>
        </pc:spChg>
        <pc:spChg chg="del">
          <ac:chgData name="Ella Vetter" userId="c6918cf5-f6c0-43cc-8499-a1f635017de9" providerId="ADAL" clId="{EDF018B5-66C9-4EBB-B156-A1BE9ABCF1A6}" dt="2020-10-08T17:17:10.761" v="1816"/>
          <ac:spMkLst>
            <pc:docMk/>
            <pc:sldMk cId="1114981037" sldId="419"/>
            <ac:spMk id="3" creationId="{44C8A021-3E3E-4268-AE29-2773903E1BD3}"/>
          </ac:spMkLst>
        </pc:spChg>
        <pc:spChg chg="add mod">
          <ac:chgData name="Ella Vetter" userId="c6918cf5-f6c0-43cc-8499-a1f635017de9" providerId="ADAL" clId="{EDF018B5-66C9-4EBB-B156-A1BE9ABCF1A6}" dt="2020-10-08T21:11:56.917" v="2212" actId="113"/>
          <ac:spMkLst>
            <pc:docMk/>
            <pc:sldMk cId="1114981037" sldId="419"/>
            <ac:spMk id="4" creationId="{1AE08856-C959-411C-86F4-4FCEF564DD50}"/>
          </ac:spMkLst>
        </pc:spChg>
        <pc:picChg chg="add mod">
          <ac:chgData name="Ella Vetter" userId="c6918cf5-f6c0-43cc-8499-a1f635017de9" providerId="ADAL" clId="{EDF018B5-66C9-4EBB-B156-A1BE9ABCF1A6}" dt="2020-10-08T17:18:31.167" v="1829" actId="1035"/>
          <ac:picMkLst>
            <pc:docMk/>
            <pc:sldMk cId="1114981037" sldId="419"/>
            <ac:picMk id="6" creationId="{C2C862EB-F26E-482C-BFFB-9C0AC3E97B57}"/>
          </ac:picMkLst>
        </pc:picChg>
      </pc:sldChg>
      <pc:sldChg chg="addSp delSp modSp add mod modNotesTx">
        <pc:chgData name="Ella Vetter" userId="c6918cf5-f6c0-43cc-8499-a1f635017de9" providerId="ADAL" clId="{EDF018B5-66C9-4EBB-B156-A1BE9ABCF1A6}" dt="2020-10-09T17:42:23.317" v="6574" actId="20577"/>
        <pc:sldMkLst>
          <pc:docMk/>
          <pc:sldMk cId="2072656872" sldId="420"/>
        </pc:sldMkLst>
        <pc:spChg chg="mod">
          <ac:chgData name="Ella Vetter" userId="c6918cf5-f6c0-43cc-8499-a1f635017de9" providerId="ADAL" clId="{EDF018B5-66C9-4EBB-B156-A1BE9ABCF1A6}" dt="2020-10-09T01:02:29.679" v="4841" actId="13926"/>
          <ac:spMkLst>
            <pc:docMk/>
            <pc:sldMk cId="2072656872" sldId="420"/>
            <ac:spMk id="2" creationId="{4E99B7C5-588B-4F9A-87A3-DEA763D424ED}"/>
          </ac:spMkLst>
        </pc:spChg>
        <pc:spChg chg="del">
          <ac:chgData name="Ella Vetter" userId="c6918cf5-f6c0-43cc-8499-a1f635017de9" providerId="ADAL" clId="{EDF018B5-66C9-4EBB-B156-A1BE9ABCF1A6}" dt="2020-10-09T00:09:47.940" v="4054" actId="478"/>
          <ac:spMkLst>
            <pc:docMk/>
            <pc:sldMk cId="2072656872" sldId="420"/>
            <ac:spMk id="3" creationId="{44C8A021-3E3E-4268-AE29-2773903E1BD3}"/>
          </ac:spMkLst>
        </pc:spChg>
        <pc:spChg chg="add mod">
          <ac:chgData name="Ella Vetter" userId="c6918cf5-f6c0-43cc-8499-a1f635017de9" providerId="ADAL" clId="{EDF018B5-66C9-4EBB-B156-A1BE9ABCF1A6}" dt="2020-10-09T17:42:23.317" v="6574" actId="20577"/>
          <ac:spMkLst>
            <pc:docMk/>
            <pc:sldMk cId="2072656872" sldId="420"/>
            <ac:spMk id="4" creationId="{7806F3D0-34DC-49BA-B48D-19D05CECDAAF}"/>
          </ac:spMkLst>
        </pc:spChg>
        <pc:spChg chg="add mod">
          <ac:chgData name="Ella Vetter" userId="c6918cf5-f6c0-43cc-8499-a1f635017de9" providerId="ADAL" clId="{EDF018B5-66C9-4EBB-B156-A1BE9ABCF1A6}" dt="2020-10-09T01:00:19.638" v="4773" actId="403"/>
          <ac:spMkLst>
            <pc:docMk/>
            <pc:sldMk cId="2072656872" sldId="420"/>
            <ac:spMk id="8" creationId="{F7EE2A7F-59A6-448F-BE0C-2560D41797AB}"/>
          </ac:spMkLst>
        </pc:spChg>
        <pc:picChg chg="add mod">
          <ac:chgData name="Ella Vetter" userId="c6918cf5-f6c0-43cc-8499-a1f635017de9" providerId="ADAL" clId="{EDF018B5-66C9-4EBB-B156-A1BE9ABCF1A6}" dt="2020-10-09T00:58:54.015" v="4744" actId="1076"/>
          <ac:picMkLst>
            <pc:docMk/>
            <pc:sldMk cId="2072656872" sldId="420"/>
            <ac:picMk id="6" creationId="{B6D1603F-724E-4A2A-BD16-06CDC21DB77B}"/>
          </ac:picMkLst>
        </pc:picChg>
      </pc:sldChg>
      <pc:sldChg chg="addSp modSp add mod">
        <pc:chgData name="Ella Vetter" userId="c6918cf5-f6c0-43cc-8499-a1f635017de9" providerId="ADAL" clId="{EDF018B5-66C9-4EBB-B156-A1BE9ABCF1A6}" dt="2020-10-09T16:54:41.238" v="6496" actId="20577"/>
        <pc:sldMkLst>
          <pc:docMk/>
          <pc:sldMk cId="56321370" sldId="421"/>
        </pc:sldMkLst>
        <pc:spChg chg="mod">
          <ac:chgData name="Ella Vetter" userId="c6918cf5-f6c0-43cc-8499-a1f635017de9" providerId="ADAL" clId="{EDF018B5-66C9-4EBB-B156-A1BE9ABCF1A6}" dt="2020-10-09T00:20:18.569" v="4229" actId="13926"/>
          <ac:spMkLst>
            <pc:docMk/>
            <pc:sldMk cId="56321370" sldId="421"/>
            <ac:spMk id="2" creationId="{4E99B7C5-588B-4F9A-87A3-DEA763D424ED}"/>
          </ac:spMkLst>
        </pc:spChg>
        <pc:spChg chg="mod">
          <ac:chgData name="Ella Vetter" userId="c6918cf5-f6c0-43cc-8499-a1f635017de9" providerId="ADAL" clId="{EDF018B5-66C9-4EBB-B156-A1BE9ABCF1A6}" dt="2020-10-09T16:54:41.238" v="6496" actId="20577"/>
          <ac:spMkLst>
            <pc:docMk/>
            <pc:sldMk cId="56321370" sldId="421"/>
            <ac:spMk id="3" creationId="{44C8A021-3E3E-4268-AE29-2773903E1BD3}"/>
          </ac:spMkLst>
        </pc:spChg>
        <pc:picChg chg="add mod modCrop">
          <ac:chgData name="Ella Vetter" userId="c6918cf5-f6c0-43cc-8499-a1f635017de9" providerId="ADAL" clId="{EDF018B5-66C9-4EBB-B156-A1BE9ABCF1A6}" dt="2020-10-09T00:20:13.170" v="4227" actId="1035"/>
          <ac:picMkLst>
            <pc:docMk/>
            <pc:sldMk cId="56321370" sldId="421"/>
            <ac:picMk id="5" creationId="{56489487-4D9B-44F7-B870-E14A584E96AC}"/>
          </ac:picMkLst>
        </pc:picChg>
      </pc:sldChg>
      <pc:sldChg chg="modSp add mod">
        <pc:chgData name="Ella Vetter" userId="c6918cf5-f6c0-43cc-8499-a1f635017de9" providerId="ADAL" clId="{EDF018B5-66C9-4EBB-B156-A1BE9ABCF1A6}" dt="2020-10-08T17:09:39.556" v="1796" actId="14100"/>
        <pc:sldMkLst>
          <pc:docMk/>
          <pc:sldMk cId="1638932102" sldId="422"/>
        </pc:sldMkLst>
        <pc:spChg chg="mod">
          <ac:chgData name="Ella Vetter" userId="c6918cf5-f6c0-43cc-8499-a1f635017de9" providerId="ADAL" clId="{EDF018B5-66C9-4EBB-B156-A1BE9ABCF1A6}" dt="2020-10-08T13:23:49.986" v="1414" actId="13926"/>
          <ac:spMkLst>
            <pc:docMk/>
            <pc:sldMk cId="1638932102" sldId="422"/>
            <ac:spMk id="2" creationId="{4E99B7C5-588B-4F9A-87A3-DEA763D424ED}"/>
          </ac:spMkLst>
        </pc:spChg>
        <pc:graphicFrameChg chg="mod modGraphic">
          <ac:chgData name="Ella Vetter" userId="c6918cf5-f6c0-43cc-8499-a1f635017de9" providerId="ADAL" clId="{EDF018B5-66C9-4EBB-B156-A1BE9ABCF1A6}" dt="2020-10-08T17:09:39.556" v="1796" actId="14100"/>
          <ac:graphicFrameMkLst>
            <pc:docMk/>
            <pc:sldMk cId="1638932102" sldId="422"/>
            <ac:graphicFrameMk id="6" creationId="{42A0FD68-D670-4902-A6A7-CA9F41114AFA}"/>
          </ac:graphicFrameMkLst>
        </pc:graphicFrameChg>
      </pc:sldChg>
      <pc:sldChg chg="modSp add mod">
        <pc:chgData name="Ella Vetter" userId="c6918cf5-f6c0-43cc-8499-a1f635017de9" providerId="ADAL" clId="{EDF018B5-66C9-4EBB-B156-A1BE9ABCF1A6}" dt="2020-10-08T17:10:45.451" v="1811" actId="13926"/>
        <pc:sldMkLst>
          <pc:docMk/>
          <pc:sldMk cId="1353264502" sldId="423"/>
        </pc:sldMkLst>
        <pc:spChg chg="mod">
          <ac:chgData name="Ella Vetter" userId="c6918cf5-f6c0-43cc-8499-a1f635017de9" providerId="ADAL" clId="{EDF018B5-66C9-4EBB-B156-A1BE9ABCF1A6}" dt="2020-10-08T17:10:45.451" v="1811" actId="13926"/>
          <ac:spMkLst>
            <pc:docMk/>
            <pc:sldMk cId="1353264502" sldId="423"/>
            <ac:spMk id="2" creationId="{4E99B7C5-588B-4F9A-87A3-DEA763D424ED}"/>
          </ac:spMkLst>
        </pc:spChg>
        <pc:graphicFrameChg chg="mod modGraphic">
          <ac:chgData name="Ella Vetter" userId="c6918cf5-f6c0-43cc-8499-a1f635017de9" providerId="ADAL" clId="{EDF018B5-66C9-4EBB-B156-A1BE9ABCF1A6}" dt="2020-10-08T17:10:37.953" v="1808" actId="1076"/>
          <ac:graphicFrameMkLst>
            <pc:docMk/>
            <pc:sldMk cId="1353264502" sldId="423"/>
            <ac:graphicFrameMk id="5" creationId="{01A86FC0-23EF-4270-9F88-84DFC2D3DD1B}"/>
          </ac:graphicFrameMkLst>
        </pc:graphicFrameChg>
      </pc:sldChg>
      <pc:sldChg chg="addSp delSp modSp add mod">
        <pc:chgData name="Ella Vetter" userId="c6918cf5-f6c0-43cc-8499-a1f635017de9" providerId="ADAL" clId="{EDF018B5-66C9-4EBB-B156-A1BE9ABCF1A6}" dt="2020-10-08T21:56:34.079" v="2815"/>
        <pc:sldMkLst>
          <pc:docMk/>
          <pc:sldMk cId="3268552368" sldId="424"/>
        </pc:sldMkLst>
        <pc:spChg chg="mod">
          <ac:chgData name="Ella Vetter" userId="c6918cf5-f6c0-43cc-8499-a1f635017de9" providerId="ADAL" clId="{EDF018B5-66C9-4EBB-B156-A1BE9ABCF1A6}" dt="2020-10-08T17:31:40.316" v="2092" actId="13926"/>
          <ac:spMkLst>
            <pc:docMk/>
            <pc:sldMk cId="3268552368" sldId="424"/>
            <ac:spMk id="2" creationId="{4E99B7C5-588B-4F9A-87A3-DEA763D424ED}"/>
          </ac:spMkLst>
        </pc:spChg>
        <pc:spChg chg="del">
          <ac:chgData name="Ella Vetter" userId="c6918cf5-f6c0-43cc-8499-a1f635017de9" providerId="ADAL" clId="{EDF018B5-66C9-4EBB-B156-A1BE9ABCF1A6}" dt="2020-10-08T17:18:38.839" v="1831" actId="478"/>
          <ac:spMkLst>
            <pc:docMk/>
            <pc:sldMk cId="3268552368" sldId="424"/>
            <ac:spMk id="3" creationId="{44C8A021-3E3E-4268-AE29-2773903E1BD3}"/>
          </ac:spMkLst>
        </pc:spChg>
        <pc:spChg chg="add mod ord">
          <ac:chgData name="Ella Vetter" userId="c6918cf5-f6c0-43cc-8499-a1f635017de9" providerId="ADAL" clId="{EDF018B5-66C9-4EBB-B156-A1BE9ABCF1A6}" dt="2020-10-08T17:31:27.607" v="2089" actId="14100"/>
          <ac:spMkLst>
            <pc:docMk/>
            <pc:sldMk cId="3268552368" sldId="424"/>
            <ac:spMk id="6" creationId="{3A3D2073-F513-488F-B189-2340F134ED2A}"/>
          </ac:spMkLst>
        </pc:spChg>
        <pc:graphicFrameChg chg="add mod ord modGraphic">
          <ac:chgData name="Ella Vetter" userId="c6918cf5-f6c0-43cc-8499-a1f635017de9" providerId="ADAL" clId="{EDF018B5-66C9-4EBB-B156-A1BE9ABCF1A6}" dt="2020-10-08T21:56:34.079" v="2815"/>
          <ac:graphicFrameMkLst>
            <pc:docMk/>
            <pc:sldMk cId="3268552368" sldId="424"/>
            <ac:graphicFrameMk id="5" creationId="{CD75861D-001A-4957-8A0B-D08768E2C30E}"/>
          </ac:graphicFrameMkLst>
        </pc:graphicFrameChg>
      </pc:sldChg>
      <pc:sldChg chg="addSp delSp modSp add mod">
        <pc:chgData name="Ella Vetter" userId="c6918cf5-f6c0-43cc-8499-a1f635017de9" providerId="ADAL" clId="{EDF018B5-66C9-4EBB-B156-A1BE9ABCF1A6}" dt="2020-10-09T14:25:09.004" v="6352" actId="113"/>
        <pc:sldMkLst>
          <pc:docMk/>
          <pc:sldMk cId="3997637683" sldId="425"/>
        </pc:sldMkLst>
        <pc:spChg chg="mod">
          <ac:chgData name="Ella Vetter" userId="c6918cf5-f6c0-43cc-8499-a1f635017de9" providerId="ADAL" clId="{EDF018B5-66C9-4EBB-B156-A1BE9ABCF1A6}" dt="2020-10-08T21:25:16.296" v="2489" actId="13926"/>
          <ac:spMkLst>
            <pc:docMk/>
            <pc:sldMk cId="3997637683" sldId="425"/>
            <ac:spMk id="2" creationId="{4E99B7C5-588B-4F9A-87A3-DEA763D424ED}"/>
          </ac:spMkLst>
        </pc:spChg>
        <pc:spChg chg="mod">
          <ac:chgData name="Ella Vetter" userId="c6918cf5-f6c0-43cc-8499-a1f635017de9" providerId="ADAL" clId="{EDF018B5-66C9-4EBB-B156-A1BE9ABCF1A6}" dt="2020-10-09T14:25:09.004" v="6352" actId="113"/>
          <ac:spMkLst>
            <pc:docMk/>
            <pc:sldMk cId="3997637683" sldId="425"/>
            <ac:spMk id="3" creationId="{44C8A021-3E3E-4268-AE29-2773903E1BD3}"/>
          </ac:spMkLst>
        </pc:spChg>
        <pc:spChg chg="add mod">
          <ac:chgData name="Ella Vetter" userId="c6918cf5-f6c0-43cc-8499-a1f635017de9" providerId="ADAL" clId="{EDF018B5-66C9-4EBB-B156-A1BE9ABCF1A6}" dt="2020-10-08T21:25:05.276" v="2487" actId="1076"/>
          <ac:spMkLst>
            <pc:docMk/>
            <pc:sldMk cId="3997637683" sldId="425"/>
            <ac:spMk id="6" creationId="{39A0F39B-2248-4C00-93F2-3E242ACFB2FC}"/>
          </ac:spMkLst>
        </pc:spChg>
        <pc:spChg chg="add mod">
          <ac:chgData name="Ella Vetter" userId="c6918cf5-f6c0-43cc-8499-a1f635017de9" providerId="ADAL" clId="{EDF018B5-66C9-4EBB-B156-A1BE9ABCF1A6}" dt="2020-10-08T21:25:05.276" v="2487" actId="1076"/>
          <ac:spMkLst>
            <pc:docMk/>
            <pc:sldMk cId="3997637683" sldId="425"/>
            <ac:spMk id="11" creationId="{171C6F2B-211C-4ABF-99BE-8FCCDB67A0D6}"/>
          </ac:spMkLst>
        </pc:spChg>
        <pc:spChg chg="add mod">
          <ac:chgData name="Ella Vetter" userId="c6918cf5-f6c0-43cc-8499-a1f635017de9" providerId="ADAL" clId="{EDF018B5-66C9-4EBB-B156-A1BE9ABCF1A6}" dt="2020-10-08T21:25:05.276" v="2487" actId="1076"/>
          <ac:spMkLst>
            <pc:docMk/>
            <pc:sldMk cId="3997637683" sldId="425"/>
            <ac:spMk id="13" creationId="{EA6DEB58-3B08-49F2-93CB-D6FD48E3F1AC}"/>
          </ac:spMkLst>
        </pc:spChg>
        <pc:spChg chg="add mod">
          <ac:chgData name="Ella Vetter" userId="c6918cf5-f6c0-43cc-8499-a1f635017de9" providerId="ADAL" clId="{EDF018B5-66C9-4EBB-B156-A1BE9ABCF1A6}" dt="2020-10-08T21:25:05.276" v="2487" actId="1076"/>
          <ac:spMkLst>
            <pc:docMk/>
            <pc:sldMk cId="3997637683" sldId="425"/>
            <ac:spMk id="15" creationId="{6B542573-FF3A-4429-A79D-1CA480086DC1}"/>
          </ac:spMkLst>
        </pc:spChg>
        <pc:picChg chg="add mod modCrop">
          <ac:chgData name="Ella Vetter" userId="c6918cf5-f6c0-43cc-8499-a1f635017de9" providerId="ADAL" clId="{EDF018B5-66C9-4EBB-B156-A1BE9ABCF1A6}" dt="2020-10-08T21:25:05.276" v="2487" actId="1076"/>
          <ac:picMkLst>
            <pc:docMk/>
            <pc:sldMk cId="3997637683" sldId="425"/>
            <ac:picMk id="5" creationId="{23467145-42B2-454C-8C5C-C820119A38C0}"/>
          </ac:picMkLst>
        </pc:picChg>
        <pc:cxnChg chg="add mod">
          <ac:chgData name="Ella Vetter" userId="c6918cf5-f6c0-43cc-8499-a1f635017de9" providerId="ADAL" clId="{EDF018B5-66C9-4EBB-B156-A1BE9ABCF1A6}" dt="2020-10-08T21:25:05.276" v="2487" actId="1076"/>
          <ac:cxnSpMkLst>
            <pc:docMk/>
            <pc:sldMk cId="3997637683" sldId="425"/>
            <ac:cxnSpMk id="7" creationId="{6D9D59C9-D54C-4CF8-AA68-C366A755749E}"/>
          </ac:cxnSpMkLst>
        </pc:cxnChg>
        <pc:cxnChg chg="add del mod">
          <ac:chgData name="Ella Vetter" userId="c6918cf5-f6c0-43cc-8499-a1f635017de9" providerId="ADAL" clId="{EDF018B5-66C9-4EBB-B156-A1BE9ABCF1A6}" dt="2020-10-08T21:22:55.074" v="2383" actId="478"/>
          <ac:cxnSpMkLst>
            <pc:docMk/>
            <pc:sldMk cId="3997637683" sldId="425"/>
            <ac:cxnSpMk id="17" creationId="{5341A9D4-5EA4-49CC-A918-70A878FDCD59}"/>
          </ac:cxnSpMkLst>
        </pc:cxnChg>
        <pc:cxnChg chg="add mod">
          <ac:chgData name="Ella Vetter" userId="c6918cf5-f6c0-43cc-8499-a1f635017de9" providerId="ADAL" clId="{EDF018B5-66C9-4EBB-B156-A1BE9ABCF1A6}" dt="2020-10-08T21:25:05.276" v="2487" actId="1076"/>
          <ac:cxnSpMkLst>
            <pc:docMk/>
            <pc:sldMk cId="3997637683" sldId="425"/>
            <ac:cxnSpMk id="24" creationId="{6EAD3C04-6460-48DD-8AFA-777EF4B23D45}"/>
          </ac:cxnSpMkLst>
        </pc:cxnChg>
        <pc:cxnChg chg="add mod">
          <ac:chgData name="Ella Vetter" userId="c6918cf5-f6c0-43cc-8499-a1f635017de9" providerId="ADAL" clId="{EDF018B5-66C9-4EBB-B156-A1BE9ABCF1A6}" dt="2020-10-08T21:25:05.276" v="2487" actId="1076"/>
          <ac:cxnSpMkLst>
            <pc:docMk/>
            <pc:sldMk cId="3997637683" sldId="425"/>
            <ac:cxnSpMk id="25" creationId="{35F6599E-623F-4A9E-A718-DE847858AA74}"/>
          </ac:cxnSpMkLst>
        </pc:cxnChg>
        <pc:cxnChg chg="add mod">
          <ac:chgData name="Ella Vetter" userId="c6918cf5-f6c0-43cc-8499-a1f635017de9" providerId="ADAL" clId="{EDF018B5-66C9-4EBB-B156-A1BE9ABCF1A6}" dt="2020-10-08T21:25:05.276" v="2487" actId="1076"/>
          <ac:cxnSpMkLst>
            <pc:docMk/>
            <pc:sldMk cId="3997637683" sldId="425"/>
            <ac:cxnSpMk id="26" creationId="{8D2BD4FD-5F27-428F-AFD7-5C3A1D584C91}"/>
          </ac:cxnSpMkLst>
        </pc:cxnChg>
      </pc:sldChg>
      <pc:sldChg chg="addSp delSp modSp add mod">
        <pc:chgData name="Ella Vetter" userId="c6918cf5-f6c0-43cc-8499-a1f635017de9" providerId="ADAL" clId="{EDF018B5-66C9-4EBB-B156-A1BE9ABCF1A6}" dt="2020-10-08T23:21:44.503" v="3273" actId="113"/>
        <pc:sldMkLst>
          <pc:docMk/>
          <pc:sldMk cId="2727414688" sldId="426"/>
        </pc:sldMkLst>
        <pc:spChg chg="mod">
          <ac:chgData name="Ella Vetter" userId="c6918cf5-f6c0-43cc-8499-a1f635017de9" providerId="ADAL" clId="{EDF018B5-66C9-4EBB-B156-A1BE9ABCF1A6}" dt="2020-10-08T22:50:05.744" v="3156" actId="13926"/>
          <ac:spMkLst>
            <pc:docMk/>
            <pc:sldMk cId="2727414688" sldId="426"/>
            <ac:spMk id="2" creationId="{4E99B7C5-588B-4F9A-87A3-DEA763D424ED}"/>
          </ac:spMkLst>
        </pc:spChg>
        <pc:spChg chg="del">
          <ac:chgData name="Ella Vetter" userId="c6918cf5-f6c0-43cc-8499-a1f635017de9" providerId="ADAL" clId="{EDF018B5-66C9-4EBB-B156-A1BE9ABCF1A6}" dt="2020-10-08T22:31:12.834" v="3009" actId="478"/>
          <ac:spMkLst>
            <pc:docMk/>
            <pc:sldMk cId="2727414688" sldId="426"/>
            <ac:spMk id="3" creationId="{44C8A021-3E3E-4268-AE29-2773903E1BD3}"/>
          </ac:spMkLst>
        </pc:spChg>
        <pc:spChg chg="add mod ord">
          <ac:chgData name="Ella Vetter" userId="c6918cf5-f6c0-43cc-8499-a1f635017de9" providerId="ADAL" clId="{EDF018B5-66C9-4EBB-B156-A1BE9ABCF1A6}" dt="2020-10-08T23:21:44.503" v="3273" actId="113"/>
          <ac:spMkLst>
            <pc:docMk/>
            <pc:sldMk cId="2727414688" sldId="426"/>
            <ac:spMk id="5" creationId="{3B10F3F3-B9C1-4D8F-A320-EC3BDE6FC04F}"/>
          </ac:spMkLst>
        </pc:spChg>
        <pc:picChg chg="add mod ord">
          <ac:chgData name="Ella Vetter" userId="c6918cf5-f6c0-43cc-8499-a1f635017de9" providerId="ADAL" clId="{EDF018B5-66C9-4EBB-B156-A1BE9ABCF1A6}" dt="2020-10-08T22:37:40.363" v="3055" actId="1036"/>
          <ac:picMkLst>
            <pc:docMk/>
            <pc:sldMk cId="2727414688" sldId="426"/>
            <ac:picMk id="4" creationId="{7F42380B-98D8-46CE-B873-B1EC230118AF}"/>
          </ac:picMkLst>
        </pc:picChg>
      </pc:sldChg>
      <pc:sldChg chg="addSp delSp modSp add mod">
        <pc:chgData name="Ella Vetter" userId="c6918cf5-f6c0-43cc-8499-a1f635017de9" providerId="ADAL" clId="{EDF018B5-66C9-4EBB-B156-A1BE9ABCF1A6}" dt="2020-10-09T01:08:09.756" v="4900" actId="1035"/>
        <pc:sldMkLst>
          <pc:docMk/>
          <pc:sldMk cId="3705619582" sldId="427"/>
        </pc:sldMkLst>
        <pc:spChg chg="mod">
          <ac:chgData name="Ella Vetter" userId="c6918cf5-f6c0-43cc-8499-a1f635017de9" providerId="ADAL" clId="{EDF018B5-66C9-4EBB-B156-A1BE9ABCF1A6}" dt="2020-10-09T00:10:33.484" v="4085" actId="13926"/>
          <ac:spMkLst>
            <pc:docMk/>
            <pc:sldMk cId="3705619582" sldId="427"/>
            <ac:spMk id="2" creationId="{4E99B7C5-588B-4F9A-87A3-DEA763D424ED}"/>
          </ac:spMkLst>
        </pc:spChg>
        <pc:spChg chg="del">
          <ac:chgData name="Ella Vetter" userId="c6918cf5-f6c0-43cc-8499-a1f635017de9" providerId="ADAL" clId="{EDF018B5-66C9-4EBB-B156-A1BE9ABCF1A6}" dt="2020-10-08T23:22:55.528" v="3274" actId="478"/>
          <ac:spMkLst>
            <pc:docMk/>
            <pc:sldMk cId="3705619582" sldId="427"/>
            <ac:spMk id="3" creationId="{44C8A021-3E3E-4268-AE29-2773903E1BD3}"/>
          </ac:spMkLst>
        </pc:spChg>
        <pc:spChg chg="add mod">
          <ac:chgData name="Ella Vetter" userId="c6918cf5-f6c0-43cc-8499-a1f635017de9" providerId="ADAL" clId="{EDF018B5-66C9-4EBB-B156-A1BE9ABCF1A6}" dt="2020-10-09T01:08:09.756" v="4900" actId="1035"/>
          <ac:spMkLst>
            <pc:docMk/>
            <pc:sldMk cId="3705619582" sldId="427"/>
            <ac:spMk id="4" creationId="{0697CE17-B271-4988-AEB5-1C4207C71F56}"/>
          </ac:spMkLst>
        </pc:spChg>
        <pc:picChg chg="add mod modCrop">
          <ac:chgData name="Ella Vetter" userId="c6918cf5-f6c0-43cc-8499-a1f635017de9" providerId="ADAL" clId="{EDF018B5-66C9-4EBB-B156-A1BE9ABCF1A6}" dt="2020-10-09T01:08:06.997" v="4896" actId="1035"/>
          <ac:picMkLst>
            <pc:docMk/>
            <pc:sldMk cId="3705619582" sldId="427"/>
            <ac:picMk id="6" creationId="{FF908D6F-3AD0-41C8-ABEF-211B75D991E7}"/>
          </ac:picMkLst>
        </pc:picChg>
        <pc:picChg chg="add mod">
          <ac:chgData name="Ella Vetter" userId="c6918cf5-f6c0-43cc-8499-a1f635017de9" providerId="ADAL" clId="{EDF018B5-66C9-4EBB-B156-A1BE9ABCF1A6}" dt="2020-10-08T23:25:23.369" v="3308" actId="1076"/>
          <ac:picMkLst>
            <pc:docMk/>
            <pc:sldMk cId="3705619582" sldId="427"/>
            <ac:picMk id="8" creationId="{C0C196BA-D4E1-4C18-9C4B-BC207E659598}"/>
          </ac:picMkLst>
        </pc:picChg>
      </pc:sldChg>
      <pc:sldChg chg="modSp add mod">
        <pc:chgData name="Ella Vetter" userId="c6918cf5-f6c0-43cc-8499-a1f635017de9" providerId="ADAL" clId="{EDF018B5-66C9-4EBB-B156-A1BE9ABCF1A6}" dt="2020-10-08T17:35:17.346" v="2155" actId="13926"/>
        <pc:sldMkLst>
          <pc:docMk/>
          <pc:sldMk cId="3625077099" sldId="428"/>
        </pc:sldMkLst>
        <pc:spChg chg="mod">
          <ac:chgData name="Ella Vetter" userId="c6918cf5-f6c0-43cc-8499-a1f635017de9" providerId="ADAL" clId="{EDF018B5-66C9-4EBB-B156-A1BE9ABCF1A6}" dt="2020-10-08T17:35:17.346" v="2155" actId="13926"/>
          <ac:spMkLst>
            <pc:docMk/>
            <pc:sldMk cId="3625077099" sldId="428"/>
            <ac:spMk id="2" creationId="{4E99B7C5-588B-4F9A-87A3-DEA763D424ED}"/>
          </ac:spMkLst>
        </pc:spChg>
        <pc:spChg chg="mod">
          <ac:chgData name="Ella Vetter" userId="c6918cf5-f6c0-43cc-8499-a1f635017de9" providerId="ADAL" clId="{EDF018B5-66C9-4EBB-B156-A1BE9ABCF1A6}" dt="2020-10-08T17:35:14.901" v="2154" actId="1035"/>
          <ac:spMkLst>
            <pc:docMk/>
            <pc:sldMk cId="3625077099" sldId="428"/>
            <ac:spMk id="6" creationId="{3A3D2073-F513-488F-B189-2340F134ED2A}"/>
          </ac:spMkLst>
        </pc:spChg>
        <pc:graphicFrameChg chg="mod modGraphic">
          <ac:chgData name="Ella Vetter" userId="c6918cf5-f6c0-43cc-8499-a1f635017de9" providerId="ADAL" clId="{EDF018B5-66C9-4EBB-B156-A1BE9ABCF1A6}" dt="2020-10-08T17:35:14.901" v="2154" actId="1035"/>
          <ac:graphicFrameMkLst>
            <pc:docMk/>
            <pc:sldMk cId="3625077099" sldId="428"/>
            <ac:graphicFrameMk id="5" creationId="{CD75861D-001A-4957-8A0B-D08768E2C30E}"/>
          </ac:graphicFrameMkLst>
        </pc:graphicFrameChg>
      </pc:sldChg>
      <pc:sldChg chg="addSp delSp modSp new del mod">
        <pc:chgData name="Ella Vetter" userId="c6918cf5-f6c0-43cc-8499-a1f635017de9" providerId="ADAL" clId="{EDF018B5-66C9-4EBB-B156-A1BE9ABCF1A6}" dt="2020-10-08T17:31:16.166" v="2087" actId="47"/>
        <pc:sldMkLst>
          <pc:docMk/>
          <pc:sldMk cId="1313360216" sldId="429"/>
        </pc:sldMkLst>
        <pc:spChg chg="del">
          <ac:chgData name="Ella Vetter" userId="c6918cf5-f6c0-43cc-8499-a1f635017de9" providerId="ADAL" clId="{EDF018B5-66C9-4EBB-B156-A1BE9ABCF1A6}" dt="2020-10-08T17:30:57.126" v="2084" actId="3680"/>
          <ac:spMkLst>
            <pc:docMk/>
            <pc:sldMk cId="1313360216" sldId="429"/>
            <ac:spMk id="3" creationId="{6C6D5D8E-0841-4AC6-840C-B826AA03FAE0}"/>
          </ac:spMkLst>
        </pc:spChg>
        <pc:graphicFrameChg chg="add mod ord modGraphic">
          <ac:chgData name="Ella Vetter" userId="c6918cf5-f6c0-43cc-8499-a1f635017de9" providerId="ADAL" clId="{EDF018B5-66C9-4EBB-B156-A1BE9ABCF1A6}" dt="2020-10-08T17:31:08.548" v="2086"/>
          <ac:graphicFrameMkLst>
            <pc:docMk/>
            <pc:sldMk cId="1313360216" sldId="429"/>
            <ac:graphicFrameMk id="4" creationId="{3CD31FB4-EB77-41F7-B5C7-2BE3ACD9E67B}"/>
          </ac:graphicFrameMkLst>
        </pc:graphicFrameChg>
      </pc:sldChg>
      <pc:sldChg chg="modSp add mod">
        <pc:chgData name="Ella Vetter" userId="c6918cf5-f6c0-43cc-8499-a1f635017de9" providerId="ADAL" clId="{EDF018B5-66C9-4EBB-B156-A1BE9ABCF1A6}" dt="2020-10-08T17:35:32.545" v="2172" actId="13926"/>
        <pc:sldMkLst>
          <pc:docMk/>
          <pc:sldMk cId="2834189116" sldId="429"/>
        </pc:sldMkLst>
        <pc:spChg chg="mod">
          <ac:chgData name="Ella Vetter" userId="c6918cf5-f6c0-43cc-8499-a1f635017de9" providerId="ADAL" clId="{EDF018B5-66C9-4EBB-B156-A1BE9ABCF1A6}" dt="2020-10-08T17:35:32.545" v="2172" actId="13926"/>
          <ac:spMkLst>
            <pc:docMk/>
            <pc:sldMk cId="2834189116" sldId="429"/>
            <ac:spMk id="2" creationId="{4E99B7C5-588B-4F9A-87A3-DEA763D424ED}"/>
          </ac:spMkLst>
        </pc:spChg>
        <pc:spChg chg="mod">
          <ac:chgData name="Ella Vetter" userId="c6918cf5-f6c0-43cc-8499-a1f635017de9" providerId="ADAL" clId="{EDF018B5-66C9-4EBB-B156-A1BE9ABCF1A6}" dt="2020-10-08T17:35:22.728" v="2168" actId="1036"/>
          <ac:spMkLst>
            <pc:docMk/>
            <pc:sldMk cId="2834189116" sldId="429"/>
            <ac:spMk id="6" creationId="{3A3D2073-F513-488F-B189-2340F134ED2A}"/>
          </ac:spMkLst>
        </pc:spChg>
        <pc:graphicFrameChg chg="mod modGraphic">
          <ac:chgData name="Ella Vetter" userId="c6918cf5-f6c0-43cc-8499-a1f635017de9" providerId="ADAL" clId="{EDF018B5-66C9-4EBB-B156-A1BE9ABCF1A6}" dt="2020-10-08T17:35:29.823" v="2171" actId="14734"/>
          <ac:graphicFrameMkLst>
            <pc:docMk/>
            <pc:sldMk cId="2834189116" sldId="429"/>
            <ac:graphicFrameMk id="5" creationId="{CD75861D-001A-4957-8A0B-D08768E2C30E}"/>
          </ac:graphicFrameMkLst>
        </pc:graphicFrameChg>
      </pc:sldChg>
      <pc:sldChg chg="addSp delSp modSp add mod">
        <pc:chgData name="Ella Vetter" userId="c6918cf5-f6c0-43cc-8499-a1f635017de9" providerId="ADAL" clId="{EDF018B5-66C9-4EBB-B156-A1BE9ABCF1A6}" dt="2020-10-09T00:11:20.918" v="4086" actId="113"/>
        <pc:sldMkLst>
          <pc:docMk/>
          <pc:sldMk cId="2330915879" sldId="430"/>
        </pc:sldMkLst>
        <pc:spChg chg="mod">
          <ac:chgData name="Ella Vetter" userId="c6918cf5-f6c0-43cc-8499-a1f635017de9" providerId="ADAL" clId="{EDF018B5-66C9-4EBB-B156-A1BE9ABCF1A6}" dt="2020-10-08T21:40:48.748" v="2717" actId="13926"/>
          <ac:spMkLst>
            <pc:docMk/>
            <pc:sldMk cId="2330915879" sldId="430"/>
            <ac:spMk id="2" creationId="{4E99B7C5-588B-4F9A-87A3-DEA763D424ED}"/>
          </ac:spMkLst>
        </pc:spChg>
        <pc:spChg chg="mod">
          <ac:chgData name="Ella Vetter" userId="c6918cf5-f6c0-43cc-8499-a1f635017de9" providerId="ADAL" clId="{EDF018B5-66C9-4EBB-B156-A1BE9ABCF1A6}" dt="2020-10-09T00:11:20.918" v="4086" actId="113"/>
          <ac:spMkLst>
            <pc:docMk/>
            <pc:sldMk cId="2330915879" sldId="430"/>
            <ac:spMk id="3" creationId="{44C8A021-3E3E-4268-AE29-2773903E1BD3}"/>
          </ac:spMkLst>
        </pc:spChg>
        <pc:spChg chg="add del">
          <ac:chgData name="Ella Vetter" userId="c6918cf5-f6c0-43cc-8499-a1f635017de9" providerId="ADAL" clId="{EDF018B5-66C9-4EBB-B156-A1BE9ABCF1A6}" dt="2020-10-08T21:36:29.532" v="2632" actId="22"/>
          <ac:spMkLst>
            <pc:docMk/>
            <pc:sldMk cId="2330915879" sldId="430"/>
            <ac:spMk id="7" creationId="{15F9B239-7FC3-47B4-8B2A-F8BBA41A8970}"/>
          </ac:spMkLst>
        </pc:spChg>
        <pc:picChg chg="add del mod">
          <ac:chgData name="Ella Vetter" userId="c6918cf5-f6c0-43cc-8499-a1f635017de9" providerId="ADAL" clId="{EDF018B5-66C9-4EBB-B156-A1BE9ABCF1A6}" dt="2020-10-08T21:36:36.889" v="2634" actId="478"/>
          <ac:picMkLst>
            <pc:docMk/>
            <pc:sldMk cId="2330915879" sldId="430"/>
            <ac:picMk id="5" creationId="{7CD9EE9E-4A81-422B-AC73-6984BA45534D}"/>
          </ac:picMkLst>
        </pc:picChg>
      </pc:sldChg>
      <pc:sldChg chg="addSp delSp modSp add mod">
        <pc:chgData name="Ella Vetter" userId="c6918cf5-f6c0-43cc-8499-a1f635017de9" providerId="ADAL" clId="{EDF018B5-66C9-4EBB-B156-A1BE9ABCF1A6}" dt="2020-10-09T16:53:21.944" v="6466" actId="20577"/>
        <pc:sldMkLst>
          <pc:docMk/>
          <pc:sldMk cId="595816948" sldId="431"/>
        </pc:sldMkLst>
        <pc:spChg chg="mod">
          <ac:chgData name="Ella Vetter" userId="c6918cf5-f6c0-43cc-8499-a1f635017de9" providerId="ADAL" clId="{EDF018B5-66C9-4EBB-B156-A1BE9ABCF1A6}" dt="2020-10-08T21:32:42.453" v="2589" actId="13926"/>
          <ac:spMkLst>
            <pc:docMk/>
            <pc:sldMk cId="595816948" sldId="431"/>
            <ac:spMk id="2" creationId="{4E99B7C5-588B-4F9A-87A3-DEA763D424ED}"/>
          </ac:spMkLst>
        </pc:spChg>
        <pc:spChg chg="mod">
          <ac:chgData name="Ella Vetter" userId="c6918cf5-f6c0-43cc-8499-a1f635017de9" providerId="ADAL" clId="{EDF018B5-66C9-4EBB-B156-A1BE9ABCF1A6}" dt="2020-10-09T16:53:21.944" v="6466" actId="20577"/>
          <ac:spMkLst>
            <pc:docMk/>
            <pc:sldMk cId="595816948" sldId="431"/>
            <ac:spMk id="3" creationId="{44C8A021-3E3E-4268-AE29-2773903E1BD3}"/>
          </ac:spMkLst>
        </pc:spChg>
        <pc:picChg chg="del">
          <ac:chgData name="Ella Vetter" userId="c6918cf5-f6c0-43cc-8499-a1f635017de9" providerId="ADAL" clId="{EDF018B5-66C9-4EBB-B156-A1BE9ABCF1A6}" dt="2020-10-08T21:31:26.039" v="2564" actId="478"/>
          <ac:picMkLst>
            <pc:docMk/>
            <pc:sldMk cId="595816948" sldId="431"/>
            <ac:picMk id="5" creationId="{7CD9EE9E-4A81-422B-AC73-6984BA45534D}"/>
          </ac:picMkLst>
        </pc:picChg>
        <pc:picChg chg="add mod">
          <ac:chgData name="Ella Vetter" userId="c6918cf5-f6c0-43cc-8499-a1f635017de9" providerId="ADAL" clId="{EDF018B5-66C9-4EBB-B156-A1BE9ABCF1A6}" dt="2020-10-08T21:32:38.904" v="2588" actId="1076"/>
          <ac:picMkLst>
            <pc:docMk/>
            <pc:sldMk cId="595816948" sldId="431"/>
            <ac:picMk id="6" creationId="{F81FF14A-E773-4901-A54E-76C8717BCFBA}"/>
          </ac:picMkLst>
        </pc:picChg>
      </pc:sldChg>
      <pc:sldChg chg="modSp add del mod">
        <pc:chgData name="Ella Vetter" userId="c6918cf5-f6c0-43cc-8499-a1f635017de9" providerId="ADAL" clId="{EDF018B5-66C9-4EBB-B156-A1BE9ABCF1A6}" dt="2020-10-08T21:25:13.243" v="2488" actId="47"/>
        <pc:sldMkLst>
          <pc:docMk/>
          <pc:sldMk cId="1186544684" sldId="431"/>
        </pc:sldMkLst>
        <pc:spChg chg="mod">
          <ac:chgData name="Ella Vetter" userId="c6918cf5-f6c0-43cc-8499-a1f635017de9" providerId="ADAL" clId="{EDF018B5-66C9-4EBB-B156-A1BE9ABCF1A6}" dt="2020-10-08T21:13:10.037" v="2241" actId="20577"/>
          <ac:spMkLst>
            <pc:docMk/>
            <pc:sldMk cId="1186544684" sldId="431"/>
            <ac:spMk id="3" creationId="{44C8A021-3E3E-4268-AE29-2773903E1BD3}"/>
          </ac:spMkLst>
        </pc:spChg>
      </pc:sldChg>
      <pc:sldChg chg="addSp modSp add mod modNotesTx">
        <pc:chgData name="Ella Vetter" userId="c6918cf5-f6c0-43cc-8499-a1f635017de9" providerId="ADAL" clId="{EDF018B5-66C9-4EBB-B156-A1BE9ABCF1A6}" dt="2020-10-08T21:42:42.877" v="2727" actId="11"/>
        <pc:sldMkLst>
          <pc:docMk/>
          <pc:sldMk cId="2731738693" sldId="432"/>
        </pc:sldMkLst>
        <pc:spChg chg="mod">
          <ac:chgData name="Ella Vetter" userId="c6918cf5-f6c0-43cc-8499-a1f635017de9" providerId="ADAL" clId="{EDF018B5-66C9-4EBB-B156-A1BE9ABCF1A6}" dt="2020-10-08T21:40:31.511" v="2715" actId="13926"/>
          <ac:spMkLst>
            <pc:docMk/>
            <pc:sldMk cId="2731738693" sldId="432"/>
            <ac:spMk id="2" creationId="{4E99B7C5-588B-4F9A-87A3-DEA763D424ED}"/>
          </ac:spMkLst>
        </pc:spChg>
        <pc:spChg chg="mod">
          <ac:chgData name="Ella Vetter" userId="c6918cf5-f6c0-43cc-8499-a1f635017de9" providerId="ADAL" clId="{EDF018B5-66C9-4EBB-B156-A1BE9ABCF1A6}" dt="2020-10-08T21:42:42.877" v="2727" actId="11"/>
          <ac:spMkLst>
            <pc:docMk/>
            <pc:sldMk cId="2731738693" sldId="432"/>
            <ac:spMk id="3" creationId="{44C8A021-3E3E-4268-AE29-2773903E1BD3}"/>
          </ac:spMkLst>
        </pc:spChg>
        <pc:spChg chg="add mod">
          <ac:chgData name="Ella Vetter" userId="c6918cf5-f6c0-43cc-8499-a1f635017de9" providerId="ADAL" clId="{EDF018B5-66C9-4EBB-B156-A1BE9ABCF1A6}" dt="2020-10-08T21:39:38.818" v="2702" actId="1036"/>
          <ac:spMkLst>
            <pc:docMk/>
            <pc:sldMk cId="2731738693" sldId="432"/>
            <ac:spMk id="7" creationId="{3F1231A3-2847-49CB-9502-28ED952F6E07}"/>
          </ac:spMkLst>
        </pc:spChg>
        <pc:spChg chg="add mod">
          <ac:chgData name="Ella Vetter" userId="c6918cf5-f6c0-43cc-8499-a1f635017de9" providerId="ADAL" clId="{EDF018B5-66C9-4EBB-B156-A1BE9ABCF1A6}" dt="2020-10-08T21:40:14.283" v="2713" actId="20577"/>
          <ac:spMkLst>
            <pc:docMk/>
            <pc:sldMk cId="2731738693" sldId="432"/>
            <ac:spMk id="14" creationId="{C1BAAF30-31B5-4EB8-BD66-CF816E6A60CB}"/>
          </ac:spMkLst>
        </pc:spChg>
        <pc:picChg chg="mod">
          <ac:chgData name="Ella Vetter" userId="c6918cf5-f6c0-43cc-8499-a1f635017de9" providerId="ADAL" clId="{EDF018B5-66C9-4EBB-B156-A1BE9ABCF1A6}" dt="2020-10-08T21:39:38.818" v="2702" actId="1036"/>
          <ac:picMkLst>
            <pc:docMk/>
            <pc:sldMk cId="2731738693" sldId="432"/>
            <ac:picMk id="5" creationId="{7CD9EE9E-4A81-422B-AC73-6984BA45534D}"/>
          </ac:picMkLst>
        </pc:picChg>
        <pc:cxnChg chg="add mod">
          <ac:chgData name="Ella Vetter" userId="c6918cf5-f6c0-43cc-8499-a1f635017de9" providerId="ADAL" clId="{EDF018B5-66C9-4EBB-B156-A1BE9ABCF1A6}" dt="2020-10-08T21:39:38.818" v="2702" actId="1036"/>
          <ac:cxnSpMkLst>
            <pc:docMk/>
            <pc:sldMk cId="2731738693" sldId="432"/>
            <ac:cxnSpMk id="6" creationId="{E1FB3E92-C2C9-4CDE-9FFC-EF2E76BB2C94}"/>
          </ac:cxnSpMkLst>
        </pc:cxnChg>
        <pc:cxnChg chg="add mod">
          <ac:chgData name="Ella Vetter" userId="c6918cf5-f6c0-43cc-8499-a1f635017de9" providerId="ADAL" clId="{EDF018B5-66C9-4EBB-B156-A1BE9ABCF1A6}" dt="2020-10-08T21:39:52.665" v="2707" actId="14100"/>
          <ac:cxnSpMkLst>
            <pc:docMk/>
            <pc:sldMk cId="2731738693" sldId="432"/>
            <ac:cxnSpMk id="10" creationId="{56FDC3D0-EDEE-4F13-8575-3D46DEDED565}"/>
          </ac:cxnSpMkLst>
        </pc:cxnChg>
      </pc:sldChg>
      <pc:sldChg chg="addSp delSp modSp add mod ord">
        <pc:chgData name="Ella Vetter" userId="c6918cf5-f6c0-43cc-8499-a1f635017de9" providerId="ADAL" clId="{EDF018B5-66C9-4EBB-B156-A1BE9ABCF1A6}" dt="2020-10-08T23:20:24.508" v="3260" actId="113"/>
        <pc:sldMkLst>
          <pc:docMk/>
          <pc:sldMk cId="2934668976" sldId="433"/>
        </pc:sldMkLst>
        <pc:spChg chg="mod">
          <ac:chgData name="Ella Vetter" userId="c6918cf5-f6c0-43cc-8499-a1f635017de9" providerId="ADAL" clId="{EDF018B5-66C9-4EBB-B156-A1BE9ABCF1A6}" dt="2020-10-08T21:53:34.096" v="2801" actId="13926"/>
          <ac:spMkLst>
            <pc:docMk/>
            <pc:sldMk cId="2934668976" sldId="433"/>
            <ac:spMk id="2" creationId="{4E99B7C5-588B-4F9A-87A3-DEA763D424ED}"/>
          </ac:spMkLst>
        </pc:spChg>
        <pc:spChg chg="mod">
          <ac:chgData name="Ella Vetter" userId="c6918cf5-f6c0-43cc-8499-a1f635017de9" providerId="ADAL" clId="{EDF018B5-66C9-4EBB-B156-A1BE9ABCF1A6}" dt="2020-10-08T23:20:24.508" v="3260" actId="113"/>
          <ac:spMkLst>
            <pc:docMk/>
            <pc:sldMk cId="2934668976" sldId="433"/>
            <ac:spMk id="4" creationId="{1AE08856-C959-411C-86F4-4FCEF564DD50}"/>
          </ac:spMkLst>
        </pc:spChg>
        <pc:picChg chg="add mod">
          <ac:chgData name="Ella Vetter" userId="c6918cf5-f6c0-43cc-8499-a1f635017de9" providerId="ADAL" clId="{EDF018B5-66C9-4EBB-B156-A1BE9ABCF1A6}" dt="2020-10-08T21:53:21.272" v="2797" actId="1036"/>
          <ac:picMkLst>
            <pc:docMk/>
            <pc:sldMk cId="2934668976" sldId="433"/>
            <ac:picMk id="5" creationId="{1E654AD1-404E-4700-B0D7-367B68DDCF03}"/>
          </ac:picMkLst>
        </pc:picChg>
        <pc:picChg chg="del">
          <ac:chgData name="Ella Vetter" userId="c6918cf5-f6c0-43cc-8499-a1f635017de9" providerId="ADAL" clId="{EDF018B5-66C9-4EBB-B156-A1BE9ABCF1A6}" dt="2020-10-08T21:42:16.755" v="2723" actId="478"/>
          <ac:picMkLst>
            <pc:docMk/>
            <pc:sldMk cId="2934668976" sldId="433"/>
            <ac:picMk id="6" creationId="{C2C862EB-F26E-482C-BFFB-9C0AC3E97B57}"/>
          </ac:picMkLst>
        </pc:picChg>
        <pc:picChg chg="add mod modCrop">
          <ac:chgData name="Ella Vetter" userId="c6918cf5-f6c0-43cc-8499-a1f635017de9" providerId="ADAL" clId="{EDF018B5-66C9-4EBB-B156-A1BE9ABCF1A6}" dt="2020-10-08T21:53:21.272" v="2797" actId="1036"/>
          <ac:picMkLst>
            <pc:docMk/>
            <pc:sldMk cId="2934668976" sldId="433"/>
            <ac:picMk id="8" creationId="{F9B87FA7-CFBF-4F4D-8B98-B3466728363E}"/>
          </ac:picMkLst>
        </pc:picChg>
      </pc:sldChg>
      <pc:sldChg chg="addSp delSp modSp add mod">
        <pc:chgData name="Ella Vetter" userId="c6918cf5-f6c0-43cc-8499-a1f635017de9" providerId="ADAL" clId="{EDF018B5-66C9-4EBB-B156-A1BE9ABCF1A6}" dt="2020-10-08T22:17:53.113" v="2967" actId="13926"/>
        <pc:sldMkLst>
          <pc:docMk/>
          <pc:sldMk cId="2505499301" sldId="434"/>
        </pc:sldMkLst>
        <pc:spChg chg="mod">
          <ac:chgData name="Ella Vetter" userId="c6918cf5-f6c0-43cc-8499-a1f635017de9" providerId="ADAL" clId="{EDF018B5-66C9-4EBB-B156-A1BE9ABCF1A6}" dt="2020-10-08T22:17:53.113" v="2967" actId="13926"/>
          <ac:spMkLst>
            <pc:docMk/>
            <pc:sldMk cId="2505499301" sldId="434"/>
            <ac:spMk id="2" creationId="{4E99B7C5-588B-4F9A-87A3-DEA763D424ED}"/>
          </ac:spMkLst>
        </pc:spChg>
        <pc:spChg chg="mod">
          <ac:chgData name="Ella Vetter" userId="c6918cf5-f6c0-43cc-8499-a1f635017de9" providerId="ADAL" clId="{EDF018B5-66C9-4EBB-B156-A1BE9ABCF1A6}" dt="2020-10-08T22:12:23.806" v="2918" actId="1076"/>
          <ac:spMkLst>
            <pc:docMk/>
            <pc:sldMk cId="2505499301" sldId="434"/>
            <ac:spMk id="4" creationId="{1AE08856-C959-411C-86F4-4FCEF564DD50}"/>
          </ac:spMkLst>
        </pc:spChg>
        <pc:graphicFrameChg chg="add mod modGraphic">
          <ac:chgData name="Ella Vetter" userId="c6918cf5-f6c0-43cc-8499-a1f635017de9" providerId="ADAL" clId="{EDF018B5-66C9-4EBB-B156-A1BE9ABCF1A6}" dt="2020-10-08T22:17:45.273" v="2966" actId="13926"/>
          <ac:graphicFrameMkLst>
            <pc:docMk/>
            <pc:sldMk cId="2505499301" sldId="434"/>
            <ac:graphicFrameMk id="3" creationId="{239FC968-541B-4F88-B7C0-655B9F85FA71}"/>
          </ac:graphicFrameMkLst>
        </pc:graphicFrameChg>
        <pc:picChg chg="del">
          <ac:chgData name="Ella Vetter" userId="c6918cf5-f6c0-43cc-8499-a1f635017de9" providerId="ADAL" clId="{EDF018B5-66C9-4EBB-B156-A1BE9ABCF1A6}" dt="2020-10-08T21:52:37.522" v="2780" actId="478"/>
          <ac:picMkLst>
            <pc:docMk/>
            <pc:sldMk cId="2505499301" sldId="434"/>
            <ac:picMk id="5" creationId="{1E654AD1-404E-4700-B0D7-367B68DDCF03}"/>
          </ac:picMkLst>
        </pc:picChg>
      </pc:sldChg>
      <pc:sldChg chg="add del">
        <pc:chgData name="Ella Vetter" userId="c6918cf5-f6c0-43cc-8499-a1f635017de9" providerId="ADAL" clId="{EDF018B5-66C9-4EBB-B156-A1BE9ABCF1A6}" dt="2020-10-08T22:18:54.279" v="2969" actId="47"/>
        <pc:sldMkLst>
          <pc:docMk/>
          <pc:sldMk cId="2211160770" sldId="435"/>
        </pc:sldMkLst>
      </pc:sldChg>
      <pc:sldChg chg="modSp add mod">
        <pc:chgData name="Ella Vetter" userId="c6918cf5-f6c0-43cc-8499-a1f635017de9" providerId="ADAL" clId="{EDF018B5-66C9-4EBB-B156-A1BE9ABCF1A6}" dt="2020-10-08T22:18:49.663" v="2968" actId="13926"/>
        <pc:sldMkLst>
          <pc:docMk/>
          <pc:sldMk cId="1566225772" sldId="436"/>
        </pc:sldMkLst>
        <pc:spChg chg="mod">
          <ac:chgData name="Ella Vetter" userId="c6918cf5-f6c0-43cc-8499-a1f635017de9" providerId="ADAL" clId="{EDF018B5-66C9-4EBB-B156-A1BE9ABCF1A6}" dt="2020-10-08T22:18:49.663" v="2968" actId="13926"/>
          <ac:spMkLst>
            <pc:docMk/>
            <pc:sldMk cId="1566225772" sldId="436"/>
            <ac:spMk id="2" creationId="{4E99B7C5-588B-4F9A-87A3-DEA763D424ED}"/>
          </ac:spMkLst>
        </pc:spChg>
        <pc:spChg chg="mod">
          <ac:chgData name="Ella Vetter" userId="c6918cf5-f6c0-43cc-8499-a1f635017de9" providerId="ADAL" clId="{EDF018B5-66C9-4EBB-B156-A1BE9ABCF1A6}" dt="2020-10-08T22:15:57.180" v="2951" actId="1035"/>
          <ac:spMkLst>
            <pc:docMk/>
            <pc:sldMk cId="1566225772" sldId="436"/>
            <ac:spMk id="4" creationId="{1AE08856-C959-411C-86F4-4FCEF564DD50}"/>
          </ac:spMkLst>
        </pc:spChg>
        <pc:graphicFrameChg chg="mod modGraphic">
          <ac:chgData name="Ella Vetter" userId="c6918cf5-f6c0-43cc-8499-a1f635017de9" providerId="ADAL" clId="{EDF018B5-66C9-4EBB-B156-A1BE9ABCF1A6}" dt="2020-10-08T22:16:01.869" v="2955" actId="1038"/>
          <ac:graphicFrameMkLst>
            <pc:docMk/>
            <pc:sldMk cId="1566225772" sldId="436"/>
            <ac:graphicFrameMk id="3" creationId="{239FC968-541B-4F88-B7C0-655B9F85FA71}"/>
          </ac:graphicFrameMkLst>
        </pc:graphicFrameChg>
      </pc:sldChg>
      <pc:sldChg chg="modSp add mod">
        <pc:chgData name="Ella Vetter" userId="c6918cf5-f6c0-43cc-8499-a1f635017de9" providerId="ADAL" clId="{EDF018B5-66C9-4EBB-B156-A1BE9ABCF1A6}" dt="2020-10-08T22:29:56.073" v="3007" actId="13926"/>
        <pc:sldMkLst>
          <pc:docMk/>
          <pc:sldMk cId="1110431391" sldId="437"/>
        </pc:sldMkLst>
        <pc:spChg chg="mod">
          <ac:chgData name="Ella Vetter" userId="c6918cf5-f6c0-43cc-8499-a1f635017de9" providerId="ADAL" clId="{EDF018B5-66C9-4EBB-B156-A1BE9ABCF1A6}" dt="2020-10-08T22:29:56.073" v="3007" actId="13926"/>
          <ac:spMkLst>
            <pc:docMk/>
            <pc:sldMk cId="1110431391" sldId="437"/>
            <ac:spMk id="2" creationId="{4E99B7C5-588B-4F9A-87A3-DEA763D424ED}"/>
          </ac:spMkLst>
        </pc:spChg>
        <pc:graphicFrameChg chg="mod modGraphic">
          <ac:chgData name="Ella Vetter" userId="c6918cf5-f6c0-43cc-8499-a1f635017de9" providerId="ADAL" clId="{EDF018B5-66C9-4EBB-B156-A1BE9ABCF1A6}" dt="2020-10-08T22:23:07.536" v="2990" actId="2710"/>
          <ac:graphicFrameMkLst>
            <pc:docMk/>
            <pc:sldMk cId="1110431391" sldId="437"/>
            <ac:graphicFrameMk id="3" creationId="{239FC968-541B-4F88-B7C0-655B9F85FA71}"/>
          </ac:graphicFrameMkLst>
        </pc:graphicFrameChg>
      </pc:sldChg>
      <pc:sldChg chg="modSp add mod">
        <pc:chgData name="Ella Vetter" userId="c6918cf5-f6c0-43cc-8499-a1f635017de9" providerId="ADAL" clId="{EDF018B5-66C9-4EBB-B156-A1BE9ABCF1A6}" dt="2020-10-08T22:46:05.008" v="3059"/>
        <pc:sldMkLst>
          <pc:docMk/>
          <pc:sldMk cId="3685973793" sldId="438"/>
        </pc:sldMkLst>
        <pc:spChg chg="mod">
          <ac:chgData name="Ella Vetter" userId="c6918cf5-f6c0-43cc-8499-a1f635017de9" providerId="ADAL" clId="{EDF018B5-66C9-4EBB-B156-A1BE9ABCF1A6}" dt="2020-10-08T22:30:41.990" v="3008" actId="13926"/>
          <ac:spMkLst>
            <pc:docMk/>
            <pc:sldMk cId="3685973793" sldId="438"/>
            <ac:spMk id="2" creationId="{4E99B7C5-588B-4F9A-87A3-DEA763D424ED}"/>
          </ac:spMkLst>
        </pc:spChg>
        <pc:spChg chg="mod">
          <ac:chgData name="Ella Vetter" userId="c6918cf5-f6c0-43cc-8499-a1f635017de9" providerId="ADAL" clId="{EDF018B5-66C9-4EBB-B156-A1BE9ABCF1A6}" dt="2020-10-08T22:29:43.504" v="3005" actId="1076"/>
          <ac:spMkLst>
            <pc:docMk/>
            <pc:sldMk cId="3685973793" sldId="438"/>
            <ac:spMk id="4" creationId="{1AE08856-C959-411C-86F4-4FCEF564DD50}"/>
          </ac:spMkLst>
        </pc:spChg>
        <pc:graphicFrameChg chg="mod modGraphic">
          <ac:chgData name="Ella Vetter" userId="c6918cf5-f6c0-43cc-8499-a1f635017de9" providerId="ADAL" clId="{EDF018B5-66C9-4EBB-B156-A1BE9ABCF1A6}" dt="2020-10-08T22:46:05.008" v="3059"/>
          <ac:graphicFrameMkLst>
            <pc:docMk/>
            <pc:sldMk cId="3685973793" sldId="438"/>
            <ac:graphicFrameMk id="3" creationId="{239FC968-541B-4F88-B7C0-655B9F85FA71}"/>
          </ac:graphicFrameMkLst>
        </pc:graphicFrameChg>
      </pc:sldChg>
      <pc:sldChg chg="addSp modSp add mod">
        <pc:chgData name="Ella Vetter" userId="c6918cf5-f6c0-43cc-8499-a1f635017de9" providerId="ADAL" clId="{EDF018B5-66C9-4EBB-B156-A1BE9ABCF1A6}" dt="2020-10-08T22:50:25.653" v="3158" actId="13926"/>
        <pc:sldMkLst>
          <pc:docMk/>
          <pc:sldMk cId="2612135569" sldId="439"/>
        </pc:sldMkLst>
        <pc:spChg chg="mod">
          <ac:chgData name="Ella Vetter" userId="c6918cf5-f6c0-43cc-8499-a1f635017de9" providerId="ADAL" clId="{EDF018B5-66C9-4EBB-B156-A1BE9ABCF1A6}" dt="2020-10-08T22:50:25.653" v="3158" actId="13926"/>
          <ac:spMkLst>
            <pc:docMk/>
            <pc:sldMk cId="2612135569" sldId="439"/>
            <ac:spMk id="2" creationId="{4E99B7C5-588B-4F9A-87A3-DEA763D424ED}"/>
          </ac:spMkLst>
        </pc:spChg>
        <pc:spChg chg="add mod ord">
          <ac:chgData name="Ella Vetter" userId="c6918cf5-f6c0-43cc-8499-a1f635017de9" providerId="ADAL" clId="{EDF018B5-66C9-4EBB-B156-A1BE9ABCF1A6}" dt="2020-10-08T22:47:01.841" v="3077" actId="167"/>
          <ac:spMkLst>
            <pc:docMk/>
            <pc:sldMk cId="2612135569" sldId="439"/>
            <ac:spMk id="5" creationId="{6F547A74-76C7-453B-9A28-D49DEB1446E4}"/>
          </ac:spMkLst>
        </pc:spChg>
        <pc:graphicFrameChg chg="add mod ord modGraphic">
          <ac:chgData name="Ella Vetter" userId="c6918cf5-f6c0-43cc-8499-a1f635017de9" providerId="ADAL" clId="{EDF018B5-66C9-4EBB-B156-A1BE9ABCF1A6}" dt="2020-10-08T22:50:14.012" v="3157" actId="14734"/>
          <ac:graphicFrameMkLst>
            <pc:docMk/>
            <pc:sldMk cId="2612135569" sldId="439"/>
            <ac:graphicFrameMk id="4" creationId="{7165A344-5C85-4FAF-86E6-1616BF96DD15}"/>
          </ac:graphicFrameMkLst>
        </pc:graphicFrameChg>
      </pc:sldChg>
      <pc:sldChg chg="modSp add mod">
        <pc:chgData name="Ella Vetter" userId="c6918cf5-f6c0-43cc-8499-a1f635017de9" providerId="ADAL" clId="{EDF018B5-66C9-4EBB-B156-A1BE9ABCF1A6}" dt="2020-10-08T22:50:28.259" v="3159" actId="13926"/>
        <pc:sldMkLst>
          <pc:docMk/>
          <pc:sldMk cId="3527777661" sldId="440"/>
        </pc:sldMkLst>
        <pc:spChg chg="mod">
          <ac:chgData name="Ella Vetter" userId="c6918cf5-f6c0-43cc-8499-a1f635017de9" providerId="ADAL" clId="{EDF018B5-66C9-4EBB-B156-A1BE9ABCF1A6}" dt="2020-10-08T22:50:28.259" v="3159" actId="13926"/>
          <ac:spMkLst>
            <pc:docMk/>
            <pc:sldMk cId="3527777661" sldId="440"/>
            <ac:spMk id="2" creationId="{4E99B7C5-588B-4F9A-87A3-DEA763D424ED}"/>
          </ac:spMkLst>
        </pc:spChg>
        <pc:spChg chg="mod">
          <ac:chgData name="Ella Vetter" userId="c6918cf5-f6c0-43cc-8499-a1f635017de9" providerId="ADAL" clId="{EDF018B5-66C9-4EBB-B156-A1BE9ABCF1A6}" dt="2020-10-08T22:49:55.320" v="3153" actId="14100"/>
          <ac:spMkLst>
            <pc:docMk/>
            <pc:sldMk cId="3527777661" sldId="440"/>
            <ac:spMk id="5" creationId="{6F547A74-76C7-453B-9A28-D49DEB1446E4}"/>
          </ac:spMkLst>
        </pc:spChg>
        <pc:graphicFrameChg chg="mod modGraphic">
          <ac:chgData name="Ella Vetter" userId="c6918cf5-f6c0-43cc-8499-a1f635017de9" providerId="ADAL" clId="{EDF018B5-66C9-4EBB-B156-A1BE9ABCF1A6}" dt="2020-10-08T22:49:51.968" v="3152" actId="1076"/>
          <ac:graphicFrameMkLst>
            <pc:docMk/>
            <pc:sldMk cId="3527777661" sldId="440"/>
            <ac:graphicFrameMk id="4" creationId="{7165A344-5C85-4FAF-86E6-1616BF96DD15}"/>
          </ac:graphicFrameMkLst>
        </pc:graphicFrameChg>
      </pc:sldChg>
      <pc:sldChg chg="addSp delSp modSp add mod">
        <pc:chgData name="Ella Vetter" userId="c6918cf5-f6c0-43cc-8499-a1f635017de9" providerId="ADAL" clId="{EDF018B5-66C9-4EBB-B156-A1BE9ABCF1A6}" dt="2020-10-08T23:32:37.192" v="3423" actId="14100"/>
        <pc:sldMkLst>
          <pc:docMk/>
          <pc:sldMk cId="3836078414" sldId="441"/>
        </pc:sldMkLst>
        <pc:spChg chg="mod">
          <ac:chgData name="Ella Vetter" userId="c6918cf5-f6c0-43cc-8499-a1f635017de9" providerId="ADAL" clId="{EDF018B5-66C9-4EBB-B156-A1BE9ABCF1A6}" dt="2020-10-08T23:30:14.745" v="3381" actId="13926"/>
          <ac:spMkLst>
            <pc:docMk/>
            <pc:sldMk cId="3836078414" sldId="441"/>
            <ac:spMk id="2" creationId="{4E99B7C5-588B-4F9A-87A3-DEA763D424ED}"/>
          </ac:spMkLst>
        </pc:spChg>
        <pc:spChg chg="del">
          <ac:chgData name="Ella Vetter" userId="c6918cf5-f6c0-43cc-8499-a1f635017de9" providerId="ADAL" clId="{EDF018B5-66C9-4EBB-B156-A1BE9ABCF1A6}" dt="2020-10-08T23:25:30.154" v="3309" actId="478"/>
          <ac:spMkLst>
            <pc:docMk/>
            <pc:sldMk cId="3836078414" sldId="441"/>
            <ac:spMk id="3" creationId="{44C8A021-3E3E-4268-AE29-2773903E1BD3}"/>
          </ac:spMkLst>
        </pc:spChg>
        <pc:spChg chg="add mod">
          <ac:chgData name="Ella Vetter" userId="c6918cf5-f6c0-43cc-8499-a1f635017de9" providerId="ADAL" clId="{EDF018B5-66C9-4EBB-B156-A1BE9ABCF1A6}" dt="2020-10-08T23:32:37.192" v="3423" actId="14100"/>
          <ac:spMkLst>
            <pc:docMk/>
            <pc:sldMk cId="3836078414" sldId="441"/>
            <ac:spMk id="4" creationId="{CD2EC11D-7B51-4107-8CFA-D2196ED9E90B}"/>
          </ac:spMkLst>
        </pc:spChg>
        <pc:grpChg chg="add mod">
          <ac:chgData name="Ella Vetter" userId="c6918cf5-f6c0-43cc-8499-a1f635017de9" providerId="ADAL" clId="{EDF018B5-66C9-4EBB-B156-A1BE9ABCF1A6}" dt="2020-10-08T23:30:11.455" v="3380" actId="1035"/>
          <ac:grpSpMkLst>
            <pc:docMk/>
            <pc:sldMk cId="3836078414" sldId="441"/>
            <ac:grpSpMk id="9" creationId="{57728F19-7946-47EC-92F1-25FF3E7EF2F8}"/>
          </ac:grpSpMkLst>
        </pc:grpChg>
        <pc:picChg chg="add mod modCrop">
          <ac:chgData name="Ella Vetter" userId="c6918cf5-f6c0-43cc-8499-a1f635017de9" providerId="ADAL" clId="{EDF018B5-66C9-4EBB-B156-A1BE9ABCF1A6}" dt="2020-10-08T23:29:59.156" v="3374" actId="164"/>
          <ac:picMkLst>
            <pc:docMk/>
            <pc:sldMk cId="3836078414" sldId="441"/>
            <ac:picMk id="6" creationId="{F37182CA-EF82-4CDA-B0F6-B202887D7768}"/>
          </ac:picMkLst>
        </pc:picChg>
        <pc:picChg chg="add mod modCrop">
          <ac:chgData name="Ella Vetter" userId="c6918cf5-f6c0-43cc-8499-a1f635017de9" providerId="ADAL" clId="{EDF018B5-66C9-4EBB-B156-A1BE9ABCF1A6}" dt="2020-10-08T23:29:59.156" v="3374" actId="164"/>
          <ac:picMkLst>
            <pc:docMk/>
            <pc:sldMk cId="3836078414" sldId="441"/>
            <ac:picMk id="8" creationId="{A8E7B16D-E672-4462-A95E-EF0A4E807CA2}"/>
          </ac:picMkLst>
        </pc:picChg>
      </pc:sldChg>
      <pc:sldChg chg="addSp delSp modSp add mod">
        <pc:chgData name="Ella Vetter" userId="c6918cf5-f6c0-43cc-8499-a1f635017de9" providerId="ADAL" clId="{EDF018B5-66C9-4EBB-B156-A1BE9ABCF1A6}" dt="2020-10-08T23:40:21.288" v="3569" actId="13926"/>
        <pc:sldMkLst>
          <pc:docMk/>
          <pc:sldMk cId="1268130229" sldId="442"/>
        </pc:sldMkLst>
        <pc:spChg chg="mod">
          <ac:chgData name="Ella Vetter" userId="c6918cf5-f6c0-43cc-8499-a1f635017de9" providerId="ADAL" clId="{EDF018B5-66C9-4EBB-B156-A1BE9ABCF1A6}" dt="2020-10-08T23:40:21.288" v="3569" actId="13926"/>
          <ac:spMkLst>
            <pc:docMk/>
            <pc:sldMk cId="1268130229" sldId="442"/>
            <ac:spMk id="2" creationId="{4E99B7C5-588B-4F9A-87A3-DEA763D424ED}"/>
          </ac:spMkLst>
        </pc:spChg>
        <pc:spChg chg="del">
          <ac:chgData name="Ella Vetter" userId="c6918cf5-f6c0-43cc-8499-a1f635017de9" providerId="ADAL" clId="{EDF018B5-66C9-4EBB-B156-A1BE9ABCF1A6}" dt="2020-10-08T23:34:26.291" v="3447" actId="478"/>
          <ac:spMkLst>
            <pc:docMk/>
            <pc:sldMk cId="1268130229" sldId="442"/>
            <ac:spMk id="3" creationId="{44C8A021-3E3E-4268-AE29-2773903E1BD3}"/>
          </ac:spMkLst>
        </pc:spChg>
        <pc:spChg chg="add del">
          <ac:chgData name="Ella Vetter" userId="c6918cf5-f6c0-43cc-8499-a1f635017de9" providerId="ADAL" clId="{EDF018B5-66C9-4EBB-B156-A1BE9ABCF1A6}" dt="2020-10-08T23:34:30.410" v="3450" actId="22"/>
          <ac:spMkLst>
            <pc:docMk/>
            <pc:sldMk cId="1268130229" sldId="442"/>
            <ac:spMk id="7" creationId="{2349BC9C-0A20-4635-875C-CBE99811EB0B}"/>
          </ac:spMkLst>
        </pc:spChg>
        <pc:spChg chg="add mod">
          <ac:chgData name="Ella Vetter" userId="c6918cf5-f6c0-43cc-8499-a1f635017de9" providerId="ADAL" clId="{EDF018B5-66C9-4EBB-B156-A1BE9ABCF1A6}" dt="2020-10-08T23:40:10.264" v="3566" actId="14100"/>
          <ac:spMkLst>
            <pc:docMk/>
            <pc:sldMk cId="1268130229" sldId="442"/>
            <ac:spMk id="8" creationId="{B77443EA-D14A-4D5C-B780-DF3285655568}"/>
          </ac:spMkLst>
        </pc:spChg>
        <pc:graphicFrameChg chg="add mod modGraphic">
          <ac:chgData name="Ella Vetter" userId="c6918cf5-f6c0-43cc-8499-a1f635017de9" providerId="ADAL" clId="{EDF018B5-66C9-4EBB-B156-A1BE9ABCF1A6}" dt="2020-10-08T23:40:18.524" v="3568" actId="948"/>
          <ac:graphicFrameMkLst>
            <pc:docMk/>
            <pc:sldMk cId="1268130229" sldId="442"/>
            <ac:graphicFrameMk id="5" creationId="{CA8B53DC-09F5-4038-8EC3-7F3BD75899C4}"/>
          </ac:graphicFrameMkLst>
        </pc:graphicFrameChg>
      </pc:sldChg>
      <pc:sldChg chg="addSp delSp modSp add mod">
        <pc:chgData name="Ella Vetter" userId="c6918cf5-f6c0-43cc-8499-a1f635017de9" providerId="ADAL" clId="{EDF018B5-66C9-4EBB-B156-A1BE9ABCF1A6}" dt="2020-10-09T16:53:50.001" v="6471" actId="1036"/>
        <pc:sldMkLst>
          <pc:docMk/>
          <pc:sldMk cId="2712848350" sldId="443"/>
        </pc:sldMkLst>
        <pc:spChg chg="mod">
          <ac:chgData name="Ella Vetter" userId="c6918cf5-f6c0-43cc-8499-a1f635017de9" providerId="ADAL" clId="{EDF018B5-66C9-4EBB-B156-A1BE9ABCF1A6}" dt="2020-10-08T23:51:14.386" v="3797" actId="13926"/>
          <ac:spMkLst>
            <pc:docMk/>
            <pc:sldMk cId="2712848350" sldId="443"/>
            <ac:spMk id="2" creationId="{4E99B7C5-588B-4F9A-87A3-DEA763D424ED}"/>
          </ac:spMkLst>
        </pc:spChg>
        <pc:spChg chg="del">
          <ac:chgData name="Ella Vetter" userId="c6918cf5-f6c0-43cc-8499-a1f635017de9" providerId="ADAL" clId="{EDF018B5-66C9-4EBB-B156-A1BE9ABCF1A6}" dt="2020-10-08T23:41:58.636" v="3581" actId="478"/>
          <ac:spMkLst>
            <pc:docMk/>
            <pc:sldMk cId="2712848350" sldId="443"/>
            <ac:spMk id="3" creationId="{44C8A021-3E3E-4268-AE29-2773903E1BD3}"/>
          </ac:spMkLst>
        </pc:spChg>
        <pc:spChg chg="add mod">
          <ac:chgData name="Ella Vetter" userId="c6918cf5-f6c0-43cc-8499-a1f635017de9" providerId="ADAL" clId="{EDF018B5-66C9-4EBB-B156-A1BE9ABCF1A6}" dt="2020-10-08T23:44:18.307" v="3624" actId="14100"/>
          <ac:spMkLst>
            <pc:docMk/>
            <pc:sldMk cId="2712848350" sldId="443"/>
            <ac:spMk id="4" creationId="{721F17FF-EC54-4ECB-AF76-D0A6CD3AFEF1}"/>
          </ac:spMkLst>
        </pc:spChg>
        <pc:grpChg chg="add mod">
          <ac:chgData name="Ella Vetter" userId="c6918cf5-f6c0-43cc-8499-a1f635017de9" providerId="ADAL" clId="{EDF018B5-66C9-4EBB-B156-A1BE9ABCF1A6}" dt="2020-10-09T16:53:50.001" v="6471" actId="1036"/>
          <ac:grpSpMkLst>
            <pc:docMk/>
            <pc:sldMk cId="2712848350" sldId="443"/>
            <ac:grpSpMk id="9" creationId="{BD882D02-950E-49D9-B0FD-77EB87C0B73C}"/>
          </ac:grpSpMkLst>
        </pc:grpChg>
        <pc:picChg chg="add mod modCrop">
          <ac:chgData name="Ella Vetter" userId="c6918cf5-f6c0-43cc-8499-a1f635017de9" providerId="ADAL" clId="{EDF018B5-66C9-4EBB-B156-A1BE9ABCF1A6}" dt="2020-10-08T23:44:14.025" v="3622" actId="164"/>
          <ac:picMkLst>
            <pc:docMk/>
            <pc:sldMk cId="2712848350" sldId="443"/>
            <ac:picMk id="6" creationId="{1F4ED81D-4409-40B3-9891-1BEDB4477F59}"/>
          </ac:picMkLst>
        </pc:picChg>
        <pc:picChg chg="add mod modCrop">
          <ac:chgData name="Ella Vetter" userId="c6918cf5-f6c0-43cc-8499-a1f635017de9" providerId="ADAL" clId="{EDF018B5-66C9-4EBB-B156-A1BE9ABCF1A6}" dt="2020-10-08T23:44:14.025" v="3622" actId="164"/>
          <ac:picMkLst>
            <pc:docMk/>
            <pc:sldMk cId="2712848350" sldId="443"/>
            <ac:picMk id="8" creationId="{7B99753A-703B-481D-A8B3-8BEEA3C07DAF}"/>
          </ac:picMkLst>
        </pc:picChg>
      </pc:sldChg>
      <pc:sldChg chg="modSp add mod modNotesTx">
        <pc:chgData name="Ella Vetter" userId="c6918cf5-f6c0-43cc-8499-a1f635017de9" providerId="ADAL" clId="{EDF018B5-66C9-4EBB-B156-A1BE9ABCF1A6}" dt="2020-10-09T16:51:07.958" v="6439" actId="948"/>
        <pc:sldMkLst>
          <pc:docMk/>
          <pc:sldMk cId="1459660692" sldId="444"/>
        </pc:sldMkLst>
        <pc:spChg chg="mod">
          <ac:chgData name="Ella Vetter" userId="c6918cf5-f6c0-43cc-8499-a1f635017de9" providerId="ADAL" clId="{EDF018B5-66C9-4EBB-B156-A1BE9ABCF1A6}" dt="2020-10-08T23:19:07.530" v="3254" actId="13926"/>
          <ac:spMkLst>
            <pc:docMk/>
            <pc:sldMk cId="1459660692" sldId="444"/>
            <ac:spMk id="2" creationId="{4E99B7C5-588B-4F9A-87A3-DEA763D424ED}"/>
          </ac:spMkLst>
        </pc:spChg>
        <pc:spChg chg="mod">
          <ac:chgData name="Ella Vetter" userId="c6918cf5-f6c0-43cc-8499-a1f635017de9" providerId="ADAL" clId="{EDF018B5-66C9-4EBB-B156-A1BE9ABCF1A6}" dt="2020-10-09T16:51:07.958" v="6439" actId="948"/>
          <ac:spMkLst>
            <pc:docMk/>
            <pc:sldMk cId="1459660692" sldId="444"/>
            <ac:spMk id="3" creationId="{44C8A021-3E3E-4268-AE29-2773903E1BD3}"/>
          </ac:spMkLst>
        </pc:spChg>
      </pc:sldChg>
      <pc:sldChg chg="addSp delSp modSp add mod">
        <pc:chgData name="Ella Vetter" userId="c6918cf5-f6c0-43cc-8499-a1f635017de9" providerId="ADAL" clId="{EDF018B5-66C9-4EBB-B156-A1BE9ABCF1A6}" dt="2020-10-08T23:34:21.582" v="3446" actId="14100"/>
        <pc:sldMkLst>
          <pc:docMk/>
          <pc:sldMk cId="2591810318" sldId="445"/>
        </pc:sldMkLst>
        <pc:spChg chg="mod">
          <ac:chgData name="Ella Vetter" userId="c6918cf5-f6c0-43cc-8499-a1f635017de9" providerId="ADAL" clId="{EDF018B5-66C9-4EBB-B156-A1BE9ABCF1A6}" dt="2020-10-08T23:34:21.582" v="3446" actId="14100"/>
          <ac:spMkLst>
            <pc:docMk/>
            <pc:sldMk cId="2591810318" sldId="445"/>
            <ac:spMk id="4" creationId="{CD2EC11D-7B51-4107-8CFA-D2196ED9E90B}"/>
          </ac:spMkLst>
        </pc:spChg>
        <pc:grpChg chg="del">
          <ac:chgData name="Ella Vetter" userId="c6918cf5-f6c0-43cc-8499-a1f635017de9" providerId="ADAL" clId="{EDF018B5-66C9-4EBB-B156-A1BE9ABCF1A6}" dt="2020-10-08T23:31:26.938" v="3397" actId="478"/>
          <ac:grpSpMkLst>
            <pc:docMk/>
            <pc:sldMk cId="2591810318" sldId="445"/>
            <ac:grpSpMk id="9" creationId="{57728F19-7946-47EC-92F1-25FF3E7EF2F8}"/>
          </ac:grpSpMkLst>
        </pc:grpChg>
        <pc:grpChg chg="add mod">
          <ac:chgData name="Ella Vetter" userId="c6918cf5-f6c0-43cc-8499-a1f635017de9" providerId="ADAL" clId="{EDF018B5-66C9-4EBB-B156-A1BE9ABCF1A6}" dt="2020-10-08T23:34:17.951" v="3445" actId="14100"/>
          <ac:grpSpMkLst>
            <pc:docMk/>
            <pc:sldMk cId="2591810318" sldId="445"/>
            <ac:grpSpMk id="15" creationId="{B6E76056-7D38-49C3-A714-BA7C7A4905A5}"/>
          </ac:grpSpMkLst>
        </pc:grpChg>
        <pc:picChg chg="add del mod modCrop">
          <ac:chgData name="Ella Vetter" userId="c6918cf5-f6c0-43cc-8499-a1f635017de9" providerId="ADAL" clId="{EDF018B5-66C9-4EBB-B156-A1BE9ABCF1A6}" dt="2020-10-08T23:33:55.289" v="3432" actId="478"/>
          <ac:picMkLst>
            <pc:docMk/>
            <pc:sldMk cId="2591810318" sldId="445"/>
            <ac:picMk id="5" creationId="{CA48B0AF-242C-4445-8362-209C967AA8EA}"/>
          </ac:picMkLst>
        </pc:picChg>
        <pc:picChg chg="add del mod modCrop">
          <ac:chgData name="Ella Vetter" userId="c6918cf5-f6c0-43cc-8499-a1f635017de9" providerId="ADAL" clId="{EDF018B5-66C9-4EBB-B156-A1BE9ABCF1A6}" dt="2020-10-08T23:33:56.641" v="3433" actId="478"/>
          <ac:picMkLst>
            <pc:docMk/>
            <pc:sldMk cId="2591810318" sldId="445"/>
            <ac:picMk id="7" creationId="{E4672CF2-E52C-4868-8F44-A78B757070EF}"/>
          </ac:picMkLst>
        </pc:picChg>
        <pc:picChg chg="add mod modCrop">
          <ac:chgData name="Ella Vetter" userId="c6918cf5-f6c0-43cc-8499-a1f635017de9" providerId="ADAL" clId="{EDF018B5-66C9-4EBB-B156-A1BE9ABCF1A6}" dt="2020-10-08T23:34:09.734" v="3440" actId="164"/>
          <ac:picMkLst>
            <pc:docMk/>
            <pc:sldMk cId="2591810318" sldId="445"/>
            <ac:picMk id="12" creationId="{D2CFE6BE-313E-4C94-BBFB-83FF5294357E}"/>
          </ac:picMkLst>
        </pc:picChg>
        <pc:picChg chg="add mod modCrop">
          <ac:chgData name="Ella Vetter" userId="c6918cf5-f6c0-43cc-8499-a1f635017de9" providerId="ADAL" clId="{EDF018B5-66C9-4EBB-B156-A1BE9ABCF1A6}" dt="2020-10-08T23:34:09.734" v="3440" actId="164"/>
          <ac:picMkLst>
            <pc:docMk/>
            <pc:sldMk cId="2591810318" sldId="445"/>
            <ac:picMk id="14" creationId="{17A7D1FE-EA1E-471F-A906-F09902E0F677}"/>
          </ac:picMkLst>
        </pc:picChg>
      </pc:sldChg>
      <pc:sldChg chg="modSp add mod">
        <pc:chgData name="Ella Vetter" userId="c6918cf5-f6c0-43cc-8499-a1f635017de9" providerId="ADAL" clId="{EDF018B5-66C9-4EBB-B156-A1BE9ABCF1A6}" dt="2020-10-08T23:47:11.863" v="3663"/>
        <pc:sldMkLst>
          <pc:docMk/>
          <pc:sldMk cId="4211131052" sldId="446"/>
        </pc:sldMkLst>
        <pc:spChg chg="mod">
          <ac:chgData name="Ella Vetter" userId="c6918cf5-f6c0-43cc-8499-a1f635017de9" providerId="ADAL" clId="{EDF018B5-66C9-4EBB-B156-A1BE9ABCF1A6}" dt="2020-10-08T23:40:30.192" v="3573" actId="13926"/>
          <ac:spMkLst>
            <pc:docMk/>
            <pc:sldMk cId="4211131052" sldId="446"/>
            <ac:spMk id="2" creationId="{4E99B7C5-588B-4F9A-87A3-DEA763D424ED}"/>
          </ac:spMkLst>
        </pc:spChg>
        <pc:spChg chg="mod ord">
          <ac:chgData name="Ella Vetter" userId="c6918cf5-f6c0-43cc-8499-a1f635017de9" providerId="ADAL" clId="{EDF018B5-66C9-4EBB-B156-A1BE9ABCF1A6}" dt="2020-10-08T23:40:38.829" v="3575" actId="167"/>
          <ac:spMkLst>
            <pc:docMk/>
            <pc:sldMk cId="4211131052" sldId="446"/>
            <ac:spMk id="8" creationId="{B77443EA-D14A-4D5C-B780-DF3285655568}"/>
          </ac:spMkLst>
        </pc:spChg>
        <pc:graphicFrameChg chg="mod modGraphic">
          <ac:chgData name="Ella Vetter" userId="c6918cf5-f6c0-43cc-8499-a1f635017de9" providerId="ADAL" clId="{EDF018B5-66C9-4EBB-B156-A1BE9ABCF1A6}" dt="2020-10-08T23:47:11.863" v="3663"/>
          <ac:graphicFrameMkLst>
            <pc:docMk/>
            <pc:sldMk cId="4211131052" sldId="446"/>
            <ac:graphicFrameMk id="5" creationId="{CA8B53DC-09F5-4038-8EC3-7F3BD75899C4}"/>
          </ac:graphicFrameMkLst>
        </pc:graphicFrameChg>
      </pc:sldChg>
      <pc:sldChg chg="addSp delSp modSp add mod modNotesTx">
        <pc:chgData name="Ella Vetter" userId="c6918cf5-f6c0-43cc-8499-a1f635017de9" providerId="ADAL" clId="{EDF018B5-66C9-4EBB-B156-A1BE9ABCF1A6}" dt="2020-10-08T23:51:09.659" v="3796" actId="13926"/>
        <pc:sldMkLst>
          <pc:docMk/>
          <pc:sldMk cId="682396326" sldId="447"/>
        </pc:sldMkLst>
        <pc:spChg chg="mod">
          <ac:chgData name="Ella Vetter" userId="c6918cf5-f6c0-43cc-8499-a1f635017de9" providerId="ADAL" clId="{EDF018B5-66C9-4EBB-B156-A1BE9ABCF1A6}" dt="2020-10-08T23:51:09.659" v="3796" actId="13926"/>
          <ac:spMkLst>
            <pc:docMk/>
            <pc:sldMk cId="682396326" sldId="447"/>
            <ac:spMk id="2" creationId="{4E99B7C5-588B-4F9A-87A3-DEA763D424ED}"/>
          </ac:spMkLst>
        </pc:spChg>
        <pc:spChg chg="del">
          <ac:chgData name="Ella Vetter" userId="c6918cf5-f6c0-43cc-8499-a1f635017de9" providerId="ADAL" clId="{EDF018B5-66C9-4EBB-B156-A1BE9ABCF1A6}" dt="2020-10-08T23:42:41.883" v="3592" actId="478"/>
          <ac:spMkLst>
            <pc:docMk/>
            <pc:sldMk cId="682396326" sldId="447"/>
            <ac:spMk id="3" creationId="{44C8A021-3E3E-4268-AE29-2773903E1BD3}"/>
          </ac:spMkLst>
        </pc:spChg>
        <pc:spChg chg="add mod ord">
          <ac:chgData name="Ella Vetter" userId="c6918cf5-f6c0-43cc-8499-a1f635017de9" providerId="ADAL" clId="{EDF018B5-66C9-4EBB-B156-A1BE9ABCF1A6}" dt="2020-10-08T23:51:03.262" v="3794" actId="403"/>
          <ac:spMkLst>
            <pc:docMk/>
            <pc:sldMk cId="682396326" sldId="447"/>
            <ac:spMk id="6" creationId="{09161C8E-C79D-416D-B5C7-3194294AC6CF}"/>
          </ac:spMkLst>
        </pc:spChg>
        <pc:graphicFrameChg chg="add mod modGraphic">
          <ac:chgData name="Ella Vetter" userId="c6918cf5-f6c0-43cc-8499-a1f635017de9" providerId="ADAL" clId="{EDF018B5-66C9-4EBB-B156-A1BE9ABCF1A6}" dt="2020-10-08T23:50:18.653" v="3744" actId="1035"/>
          <ac:graphicFrameMkLst>
            <pc:docMk/>
            <pc:sldMk cId="682396326" sldId="447"/>
            <ac:graphicFrameMk id="5" creationId="{524EB3A8-9058-4117-855A-DEC47125E3B6}"/>
          </ac:graphicFrameMkLst>
        </pc:graphicFrameChg>
      </pc:sldChg>
      <pc:sldChg chg="addSp delSp modSp add mod">
        <pc:chgData name="Ella Vetter" userId="c6918cf5-f6c0-43cc-8499-a1f635017de9" providerId="ADAL" clId="{EDF018B5-66C9-4EBB-B156-A1BE9ABCF1A6}" dt="2020-10-09T17:40:13.932" v="6548" actId="20577"/>
        <pc:sldMkLst>
          <pc:docMk/>
          <pc:sldMk cId="1189664146" sldId="448"/>
        </pc:sldMkLst>
        <pc:spChg chg="mod">
          <ac:chgData name="Ella Vetter" userId="c6918cf5-f6c0-43cc-8499-a1f635017de9" providerId="ADAL" clId="{EDF018B5-66C9-4EBB-B156-A1BE9ABCF1A6}" dt="2020-10-08T23:57:31.924" v="3927" actId="13926"/>
          <ac:spMkLst>
            <pc:docMk/>
            <pc:sldMk cId="1189664146" sldId="448"/>
            <ac:spMk id="2" creationId="{4E99B7C5-588B-4F9A-87A3-DEA763D424ED}"/>
          </ac:spMkLst>
        </pc:spChg>
        <pc:spChg chg="del">
          <ac:chgData name="Ella Vetter" userId="c6918cf5-f6c0-43cc-8499-a1f635017de9" providerId="ADAL" clId="{EDF018B5-66C9-4EBB-B156-A1BE9ABCF1A6}" dt="2020-10-08T23:52:26.703" v="3814" actId="478"/>
          <ac:spMkLst>
            <pc:docMk/>
            <pc:sldMk cId="1189664146" sldId="448"/>
            <ac:spMk id="3" creationId="{44C8A021-3E3E-4268-AE29-2773903E1BD3}"/>
          </ac:spMkLst>
        </pc:spChg>
        <pc:spChg chg="add mod">
          <ac:chgData name="Ella Vetter" userId="c6918cf5-f6c0-43cc-8499-a1f635017de9" providerId="ADAL" clId="{EDF018B5-66C9-4EBB-B156-A1BE9ABCF1A6}" dt="2020-10-08T23:56:26.692" v="3904" actId="1076"/>
          <ac:spMkLst>
            <pc:docMk/>
            <pc:sldMk cId="1189664146" sldId="448"/>
            <ac:spMk id="4" creationId="{9D7A5B0E-26EC-4281-ACF0-2AA6BABC894D}"/>
          </ac:spMkLst>
        </pc:spChg>
        <pc:spChg chg="add mod">
          <ac:chgData name="Ella Vetter" userId="c6918cf5-f6c0-43cc-8499-a1f635017de9" providerId="ADAL" clId="{EDF018B5-66C9-4EBB-B156-A1BE9ABCF1A6}" dt="2020-10-08T23:57:28.464" v="3926" actId="1035"/>
          <ac:spMkLst>
            <pc:docMk/>
            <pc:sldMk cId="1189664146" sldId="448"/>
            <ac:spMk id="15" creationId="{8779C23D-F8C1-4B9B-B5D1-AEC1538AAB7D}"/>
          </ac:spMkLst>
        </pc:spChg>
        <pc:spChg chg="add mod">
          <ac:chgData name="Ella Vetter" userId="c6918cf5-f6c0-43cc-8499-a1f635017de9" providerId="ADAL" clId="{EDF018B5-66C9-4EBB-B156-A1BE9ABCF1A6}" dt="2020-10-08T23:57:28.464" v="3926" actId="1035"/>
          <ac:spMkLst>
            <pc:docMk/>
            <pc:sldMk cId="1189664146" sldId="448"/>
            <ac:spMk id="18" creationId="{633F5F27-E04D-4D1D-812D-023CD0820104}"/>
          </ac:spMkLst>
        </pc:spChg>
        <pc:spChg chg="add mod">
          <ac:chgData name="Ella Vetter" userId="c6918cf5-f6c0-43cc-8499-a1f635017de9" providerId="ADAL" clId="{EDF018B5-66C9-4EBB-B156-A1BE9ABCF1A6}" dt="2020-10-09T17:40:13.932" v="6548" actId="20577"/>
          <ac:spMkLst>
            <pc:docMk/>
            <pc:sldMk cId="1189664146" sldId="448"/>
            <ac:spMk id="28" creationId="{C50664D6-F90F-4979-8A3A-3EF149DCB43B}"/>
          </ac:spMkLst>
        </pc:spChg>
        <pc:grpChg chg="add mod">
          <ac:chgData name="Ella Vetter" userId="c6918cf5-f6c0-43cc-8499-a1f635017de9" providerId="ADAL" clId="{EDF018B5-66C9-4EBB-B156-A1BE9ABCF1A6}" dt="2020-10-08T23:57:28.464" v="3926" actId="1035"/>
          <ac:grpSpMkLst>
            <pc:docMk/>
            <pc:sldMk cId="1189664146" sldId="448"/>
            <ac:grpSpMk id="13" creationId="{679C67D4-D9B1-4CAF-BF64-1865D2DAAE14}"/>
          </ac:grpSpMkLst>
        </pc:grpChg>
        <pc:picChg chg="add del">
          <ac:chgData name="Ella Vetter" userId="c6918cf5-f6c0-43cc-8499-a1f635017de9" providerId="ADAL" clId="{EDF018B5-66C9-4EBB-B156-A1BE9ABCF1A6}" dt="2020-10-08T23:53:50.668" v="3835" actId="478"/>
          <ac:picMkLst>
            <pc:docMk/>
            <pc:sldMk cId="1189664146" sldId="448"/>
            <ac:picMk id="6" creationId="{BAB53A9F-8AFC-4784-885F-2B3926312159}"/>
          </ac:picMkLst>
        </pc:picChg>
        <pc:picChg chg="add del mod">
          <ac:chgData name="Ella Vetter" userId="c6918cf5-f6c0-43cc-8499-a1f635017de9" providerId="ADAL" clId="{EDF018B5-66C9-4EBB-B156-A1BE9ABCF1A6}" dt="2020-10-08T23:53:50.668" v="3835" actId="478"/>
          <ac:picMkLst>
            <pc:docMk/>
            <pc:sldMk cId="1189664146" sldId="448"/>
            <ac:picMk id="8" creationId="{7B7B2B3F-948F-48B4-B212-04E2490FF6B7}"/>
          </ac:picMkLst>
        </pc:picChg>
        <pc:picChg chg="add mod modCrop">
          <ac:chgData name="Ella Vetter" userId="c6918cf5-f6c0-43cc-8499-a1f635017de9" providerId="ADAL" clId="{EDF018B5-66C9-4EBB-B156-A1BE9ABCF1A6}" dt="2020-10-08T23:54:05.505" v="3842" actId="164"/>
          <ac:picMkLst>
            <pc:docMk/>
            <pc:sldMk cId="1189664146" sldId="448"/>
            <ac:picMk id="10" creationId="{E7E62E00-878F-4BA0-BB15-896AD2936E62}"/>
          </ac:picMkLst>
        </pc:picChg>
        <pc:picChg chg="add mod modCrop">
          <ac:chgData name="Ella Vetter" userId="c6918cf5-f6c0-43cc-8499-a1f635017de9" providerId="ADAL" clId="{EDF018B5-66C9-4EBB-B156-A1BE9ABCF1A6}" dt="2020-10-08T23:54:05.505" v="3842" actId="164"/>
          <ac:picMkLst>
            <pc:docMk/>
            <pc:sldMk cId="1189664146" sldId="448"/>
            <ac:picMk id="12" creationId="{1BA37926-870E-4A94-B194-0087AB7EFA44}"/>
          </ac:picMkLst>
        </pc:picChg>
        <pc:cxnChg chg="add mod">
          <ac:chgData name="Ella Vetter" userId="c6918cf5-f6c0-43cc-8499-a1f635017de9" providerId="ADAL" clId="{EDF018B5-66C9-4EBB-B156-A1BE9ABCF1A6}" dt="2020-10-08T23:57:28.464" v="3926" actId="1035"/>
          <ac:cxnSpMkLst>
            <pc:docMk/>
            <pc:sldMk cId="1189664146" sldId="448"/>
            <ac:cxnSpMk id="14" creationId="{D4B309E3-9179-4F27-8A19-0B228C87062E}"/>
          </ac:cxnSpMkLst>
        </pc:cxnChg>
        <pc:cxnChg chg="add mod">
          <ac:chgData name="Ella Vetter" userId="c6918cf5-f6c0-43cc-8499-a1f635017de9" providerId="ADAL" clId="{EDF018B5-66C9-4EBB-B156-A1BE9ABCF1A6}" dt="2020-10-08T23:57:28.464" v="3926" actId="1035"/>
          <ac:cxnSpMkLst>
            <pc:docMk/>
            <pc:sldMk cId="1189664146" sldId="448"/>
            <ac:cxnSpMk id="16" creationId="{87968A55-E07C-473B-B67F-759C2D6780F3}"/>
          </ac:cxnSpMkLst>
        </pc:cxnChg>
        <pc:cxnChg chg="add mod">
          <ac:chgData name="Ella Vetter" userId="c6918cf5-f6c0-43cc-8499-a1f635017de9" providerId="ADAL" clId="{EDF018B5-66C9-4EBB-B156-A1BE9ABCF1A6}" dt="2020-10-08T23:57:28.464" v="3926" actId="1035"/>
          <ac:cxnSpMkLst>
            <pc:docMk/>
            <pc:sldMk cId="1189664146" sldId="448"/>
            <ac:cxnSpMk id="19" creationId="{4F66B3B9-ACEE-427F-B863-1EE58DBEE631}"/>
          </ac:cxnSpMkLst>
        </pc:cxnChg>
        <pc:cxnChg chg="add mod">
          <ac:chgData name="Ella Vetter" userId="c6918cf5-f6c0-43cc-8499-a1f635017de9" providerId="ADAL" clId="{EDF018B5-66C9-4EBB-B156-A1BE9ABCF1A6}" dt="2020-10-08T23:57:28.464" v="3926" actId="1035"/>
          <ac:cxnSpMkLst>
            <pc:docMk/>
            <pc:sldMk cId="1189664146" sldId="448"/>
            <ac:cxnSpMk id="24" creationId="{21BB7CC5-770E-4DD1-A7EC-A2B5CAF35BAD}"/>
          </ac:cxnSpMkLst>
        </pc:cxnChg>
      </pc:sldChg>
      <pc:sldChg chg="addSp delSp modSp add mod modNotesTx">
        <pc:chgData name="Ella Vetter" userId="c6918cf5-f6c0-43cc-8499-a1f635017de9" providerId="ADAL" clId="{EDF018B5-66C9-4EBB-B156-A1BE9ABCF1A6}" dt="2020-10-09T17:41:16.750" v="6553" actId="20577"/>
        <pc:sldMkLst>
          <pc:docMk/>
          <pc:sldMk cId="2967973234" sldId="449"/>
        </pc:sldMkLst>
        <pc:spChg chg="mod">
          <ac:chgData name="Ella Vetter" userId="c6918cf5-f6c0-43cc-8499-a1f635017de9" providerId="ADAL" clId="{EDF018B5-66C9-4EBB-B156-A1BE9ABCF1A6}" dt="2020-10-09T00:07:23.213" v="4049" actId="13926"/>
          <ac:spMkLst>
            <pc:docMk/>
            <pc:sldMk cId="2967973234" sldId="449"/>
            <ac:spMk id="2" creationId="{4E99B7C5-588B-4F9A-87A3-DEA763D424ED}"/>
          </ac:spMkLst>
        </pc:spChg>
        <pc:spChg chg="del">
          <ac:chgData name="Ella Vetter" userId="c6918cf5-f6c0-43cc-8499-a1f635017de9" providerId="ADAL" clId="{EDF018B5-66C9-4EBB-B156-A1BE9ABCF1A6}" dt="2020-10-08T23:57:35.876" v="3928" actId="478"/>
          <ac:spMkLst>
            <pc:docMk/>
            <pc:sldMk cId="2967973234" sldId="449"/>
            <ac:spMk id="3" creationId="{44C8A021-3E3E-4268-AE29-2773903E1BD3}"/>
          </ac:spMkLst>
        </pc:spChg>
        <pc:spChg chg="add mod">
          <ac:chgData name="Ella Vetter" userId="c6918cf5-f6c0-43cc-8499-a1f635017de9" providerId="ADAL" clId="{EDF018B5-66C9-4EBB-B156-A1BE9ABCF1A6}" dt="2020-10-08T23:58:17.806" v="3934" actId="20577"/>
          <ac:spMkLst>
            <pc:docMk/>
            <pc:sldMk cId="2967973234" sldId="449"/>
            <ac:spMk id="4" creationId="{28E5D6F7-DCAF-4F8E-BDD3-5105CEBF18C0}"/>
          </ac:spMkLst>
        </pc:spChg>
        <pc:spChg chg="add mod">
          <ac:chgData name="Ella Vetter" userId="c6918cf5-f6c0-43cc-8499-a1f635017de9" providerId="ADAL" clId="{EDF018B5-66C9-4EBB-B156-A1BE9ABCF1A6}" dt="2020-10-09T00:06:50.669" v="4038" actId="20577"/>
          <ac:spMkLst>
            <pc:docMk/>
            <pc:sldMk cId="2967973234" sldId="449"/>
            <ac:spMk id="8" creationId="{96018DD0-A1DB-4B53-B315-E53ECC6E46EF}"/>
          </ac:spMkLst>
        </pc:spChg>
        <pc:spChg chg="add mod">
          <ac:chgData name="Ella Vetter" userId="c6918cf5-f6c0-43cc-8499-a1f635017de9" providerId="ADAL" clId="{EDF018B5-66C9-4EBB-B156-A1BE9ABCF1A6}" dt="2020-10-09T00:06:27.031" v="4029" actId="20577"/>
          <ac:spMkLst>
            <pc:docMk/>
            <pc:sldMk cId="2967973234" sldId="449"/>
            <ac:spMk id="10" creationId="{19FEA16E-590C-4B27-9F05-80A4A12ECA5C}"/>
          </ac:spMkLst>
        </pc:spChg>
        <pc:spChg chg="add mod">
          <ac:chgData name="Ella Vetter" userId="c6918cf5-f6c0-43cc-8499-a1f635017de9" providerId="ADAL" clId="{EDF018B5-66C9-4EBB-B156-A1BE9ABCF1A6}" dt="2020-10-09T00:06:30.232" v="4030" actId="20577"/>
          <ac:spMkLst>
            <pc:docMk/>
            <pc:sldMk cId="2967973234" sldId="449"/>
            <ac:spMk id="12" creationId="{87A6EE39-663B-4FFD-A9D7-27788837BBD5}"/>
          </ac:spMkLst>
        </pc:spChg>
        <pc:spChg chg="add mod">
          <ac:chgData name="Ella Vetter" userId="c6918cf5-f6c0-43cc-8499-a1f635017de9" providerId="ADAL" clId="{EDF018B5-66C9-4EBB-B156-A1BE9ABCF1A6}" dt="2020-10-09T17:41:16.750" v="6553" actId="20577"/>
          <ac:spMkLst>
            <pc:docMk/>
            <pc:sldMk cId="2967973234" sldId="449"/>
            <ac:spMk id="14" creationId="{E6F9F6CB-D135-45E8-9FD7-181BB80C93CA}"/>
          </ac:spMkLst>
        </pc:spChg>
        <pc:spChg chg="add mod">
          <ac:chgData name="Ella Vetter" userId="c6918cf5-f6c0-43cc-8499-a1f635017de9" providerId="ADAL" clId="{EDF018B5-66C9-4EBB-B156-A1BE9ABCF1A6}" dt="2020-10-09T00:06:34.768" v="4033" actId="20577"/>
          <ac:spMkLst>
            <pc:docMk/>
            <pc:sldMk cId="2967973234" sldId="449"/>
            <ac:spMk id="16" creationId="{547A9665-96CD-4D1B-BB32-5E10D7BCBFD6}"/>
          </ac:spMkLst>
        </pc:spChg>
        <pc:spChg chg="add mod">
          <ac:chgData name="Ella Vetter" userId="c6918cf5-f6c0-43cc-8499-a1f635017de9" providerId="ADAL" clId="{EDF018B5-66C9-4EBB-B156-A1BE9ABCF1A6}" dt="2020-10-09T00:06:44.498" v="4036" actId="1076"/>
          <ac:spMkLst>
            <pc:docMk/>
            <pc:sldMk cId="2967973234" sldId="449"/>
            <ac:spMk id="18" creationId="{32BAF8BB-E004-486A-81C4-0FEC9E39D72A}"/>
          </ac:spMkLst>
        </pc:spChg>
        <pc:spChg chg="add mod">
          <ac:chgData name="Ella Vetter" userId="c6918cf5-f6c0-43cc-8499-a1f635017de9" providerId="ADAL" clId="{EDF018B5-66C9-4EBB-B156-A1BE9ABCF1A6}" dt="2020-10-09T00:07:20.775" v="4048" actId="1076"/>
          <ac:spMkLst>
            <pc:docMk/>
            <pc:sldMk cId="2967973234" sldId="449"/>
            <ac:spMk id="31" creationId="{38E2CE81-558C-47A9-847E-2D1769A7E640}"/>
          </ac:spMkLst>
        </pc:spChg>
        <pc:picChg chg="add mod">
          <ac:chgData name="Ella Vetter" userId="c6918cf5-f6c0-43cc-8499-a1f635017de9" providerId="ADAL" clId="{EDF018B5-66C9-4EBB-B156-A1BE9ABCF1A6}" dt="2020-10-09T00:01:15.655" v="3940" actId="1076"/>
          <ac:picMkLst>
            <pc:docMk/>
            <pc:sldMk cId="2967973234" sldId="449"/>
            <ac:picMk id="6" creationId="{463EF3CB-06C3-4105-B3F3-473A71C5D428}"/>
          </ac:picMkLst>
        </pc:picChg>
        <pc:cxnChg chg="add mod">
          <ac:chgData name="Ella Vetter" userId="c6918cf5-f6c0-43cc-8499-a1f635017de9" providerId="ADAL" clId="{EDF018B5-66C9-4EBB-B156-A1BE9ABCF1A6}" dt="2020-10-09T00:05:08.089" v="4006" actId="14100"/>
          <ac:cxnSpMkLst>
            <pc:docMk/>
            <pc:sldMk cId="2967973234" sldId="449"/>
            <ac:cxnSpMk id="7" creationId="{0FADF84B-2A7A-409B-AEBB-652F1EA754D7}"/>
          </ac:cxnSpMkLst>
        </pc:cxnChg>
        <pc:cxnChg chg="add mod">
          <ac:chgData name="Ella Vetter" userId="c6918cf5-f6c0-43cc-8499-a1f635017de9" providerId="ADAL" clId="{EDF018B5-66C9-4EBB-B156-A1BE9ABCF1A6}" dt="2020-10-09T00:05:00.151" v="4005" actId="14100"/>
          <ac:cxnSpMkLst>
            <pc:docMk/>
            <pc:sldMk cId="2967973234" sldId="449"/>
            <ac:cxnSpMk id="20" creationId="{73D5C247-C51E-4769-B613-164E578B064A}"/>
          </ac:cxnSpMkLst>
        </pc:cxnChg>
        <pc:cxnChg chg="add mod">
          <ac:chgData name="Ella Vetter" userId="c6918cf5-f6c0-43cc-8499-a1f635017de9" providerId="ADAL" clId="{EDF018B5-66C9-4EBB-B156-A1BE9ABCF1A6}" dt="2020-10-09T00:05:17.517" v="4009" actId="1076"/>
          <ac:cxnSpMkLst>
            <pc:docMk/>
            <pc:sldMk cId="2967973234" sldId="449"/>
            <ac:cxnSpMk id="26" creationId="{E728A999-445A-48CE-80AD-E70E12A50E60}"/>
          </ac:cxnSpMkLst>
        </pc:cxnChg>
        <pc:cxnChg chg="add mod">
          <ac:chgData name="Ella Vetter" userId="c6918cf5-f6c0-43cc-8499-a1f635017de9" providerId="ADAL" clId="{EDF018B5-66C9-4EBB-B156-A1BE9ABCF1A6}" dt="2020-10-09T00:05:26.875" v="4012" actId="1076"/>
          <ac:cxnSpMkLst>
            <pc:docMk/>
            <pc:sldMk cId="2967973234" sldId="449"/>
            <ac:cxnSpMk id="27" creationId="{4C8566E7-E5B0-4BEC-84C1-56558692AF32}"/>
          </ac:cxnSpMkLst>
        </pc:cxnChg>
        <pc:cxnChg chg="add mod">
          <ac:chgData name="Ella Vetter" userId="c6918cf5-f6c0-43cc-8499-a1f635017de9" providerId="ADAL" clId="{EDF018B5-66C9-4EBB-B156-A1BE9ABCF1A6}" dt="2020-10-09T00:05:33.306" v="4019" actId="1037"/>
          <ac:cxnSpMkLst>
            <pc:docMk/>
            <pc:sldMk cId="2967973234" sldId="449"/>
            <ac:cxnSpMk id="28" creationId="{8AB567DF-BA51-4ABB-AC79-6499D9AA12BC}"/>
          </ac:cxnSpMkLst>
        </pc:cxnChg>
        <pc:cxnChg chg="add mod">
          <ac:chgData name="Ella Vetter" userId="c6918cf5-f6c0-43cc-8499-a1f635017de9" providerId="ADAL" clId="{EDF018B5-66C9-4EBB-B156-A1BE9ABCF1A6}" dt="2020-10-09T00:05:44.017" v="4022" actId="1076"/>
          <ac:cxnSpMkLst>
            <pc:docMk/>
            <pc:sldMk cId="2967973234" sldId="449"/>
            <ac:cxnSpMk id="29" creationId="{ABFCAA23-662C-4C81-88D2-196B46A77C53}"/>
          </ac:cxnSpMkLst>
        </pc:cxnChg>
      </pc:sldChg>
      <pc:sldChg chg="modSp add mod">
        <pc:chgData name="Ella Vetter" userId="c6918cf5-f6c0-43cc-8499-a1f635017de9" providerId="ADAL" clId="{EDF018B5-66C9-4EBB-B156-A1BE9ABCF1A6}" dt="2020-10-09T01:01:13.809" v="4789"/>
        <pc:sldMkLst>
          <pc:docMk/>
          <pc:sldMk cId="4282665232" sldId="450"/>
        </pc:sldMkLst>
        <pc:spChg chg="mod">
          <ac:chgData name="Ella Vetter" userId="c6918cf5-f6c0-43cc-8499-a1f635017de9" providerId="ADAL" clId="{EDF018B5-66C9-4EBB-B156-A1BE9ABCF1A6}" dt="2020-10-08T23:51:43.792" v="3813" actId="13926"/>
          <ac:spMkLst>
            <pc:docMk/>
            <pc:sldMk cId="4282665232" sldId="450"/>
            <ac:spMk id="2" creationId="{4E99B7C5-588B-4F9A-87A3-DEA763D424ED}"/>
          </ac:spMkLst>
        </pc:spChg>
        <pc:spChg chg="mod">
          <ac:chgData name="Ella Vetter" userId="c6918cf5-f6c0-43cc-8499-a1f635017de9" providerId="ADAL" clId="{EDF018B5-66C9-4EBB-B156-A1BE9ABCF1A6}" dt="2020-10-08T23:51:39.982" v="3812" actId="255"/>
          <ac:spMkLst>
            <pc:docMk/>
            <pc:sldMk cId="4282665232" sldId="450"/>
            <ac:spMk id="6" creationId="{09161C8E-C79D-416D-B5C7-3194294AC6CF}"/>
          </ac:spMkLst>
        </pc:spChg>
        <pc:graphicFrameChg chg="mod modGraphic">
          <ac:chgData name="Ella Vetter" userId="c6918cf5-f6c0-43cc-8499-a1f635017de9" providerId="ADAL" clId="{EDF018B5-66C9-4EBB-B156-A1BE9ABCF1A6}" dt="2020-10-09T01:01:13.809" v="4789"/>
          <ac:graphicFrameMkLst>
            <pc:docMk/>
            <pc:sldMk cId="4282665232" sldId="450"/>
            <ac:graphicFrameMk id="5" creationId="{524EB3A8-9058-4117-855A-DEC47125E3B6}"/>
          </ac:graphicFrameMkLst>
        </pc:graphicFrameChg>
      </pc:sldChg>
      <pc:sldChg chg="add del">
        <pc:chgData name="Ella Vetter" userId="c6918cf5-f6c0-43cc-8499-a1f635017de9" providerId="ADAL" clId="{EDF018B5-66C9-4EBB-B156-A1BE9ABCF1A6}" dt="2020-10-09T00:10:05.304" v="4082" actId="47"/>
        <pc:sldMkLst>
          <pc:docMk/>
          <pc:sldMk cId="2993673758" sldId="451"/>
        </pc:sldMkLst>
      </pc:sldChg>
      <pc:sldChg chg="addSp delSp modSp new mod modNotesTx">
        <pc:chgData name="Ella Vetter" userId="c6918cf5-f6c0-43cc-8499-a1f635017de9" providerId="ADAL" clId="{EDF018B5-66C9-4EBB-B156-A1BE9ABCF1A6}" dt="2020-10-09T01:10:35.412" v="4901" actId="14100"/>
        <pc:sldMkLst>
          <pc:docMk/>
          <pc:sldMk cId="4035571673" sldId="451"/>
        </pc:sldMkLst>
        <pc:spChg chg="mod">
          <ac:chgData name="Ella Vetter" userId="c6918cf5-f6c0-43cc-8499-a1f635017de9" providerId="ADAL" clId="{EDF018B5-66C9-4EBB-B156-A1BE9ABCF1A6}" dt="2020-10-09T01:04:17.611" v="4878" actId="13926"/>
          <ac:spMkLst>
            <pc:docMk/>
            <pc:sldMk cId="4035571673" sldId="451"/>
            <ac:spMk id="2" creationId="{6D40B316-9971-4B95-AE49-0C239DA4EE68}"/>
          </ac:spMkLst>
        </pc:spChg>
        <pc:spChg chg="del">
          <ac:chgData name="Ella Vetter" userId="c6918cf5-f6c0-43cc-8499-a1f635017de9" providerId="ADAL" clId="{EDF018B5-66C9-4EBB-B156-A1BE9ABCF1A6}" dt="2020-10-09T00:26:51.556" v="4450" actId="478"/>
          <ac:spMkLst>
            <pc:docMk/>
            <pc:sldMk cId="4035571673" sldId="451"/>
            <ac:spMk id="3" creationId="{527E1441-0676-490A-838C-2BD3A20D092D}"/>
          </ac:spMkLst>
        </pc:spChg>
        <pc:spChg chg="add mod">
          <ac:chgData name="Ella Vetter" userId="c6918cf5-f6c0-43cc-8499-a1f635017de9" providerId="ADAL" clId="{EDF018B5-66C9-4EBB-B156-A1BE9ABCF1A6}" dt="2020-10-09T01:10:35.412" v="4901" actId="14100"/>
          <ac:spMkLst>
            <pc:docMk/>
            <pc:sldMk cId="4035571673" sldId="451"/>
            <ac:spMk id="4" creationId="{FA114B2C-EBBE-42C1-9247-1A5E8C72E7F9}"/>
          </ac:spMkLst>
        </pc:spChg>
        <pc:picChg chg="add mod modCrop">
          <ac:chgData name="Ella Vetter" userId="c6918cf5-f6c0-43cc-8499-a1f635017de9" providerId="ADAL" clId="{EDF018B5-66C9-4EBB-B156-A1BE9ABCF1A6}" dt="2020-10-09T01:04:33.607" v="4884" actId="1076"/>
          <ac:picMkLst>
            <pc:docMk/>
            <pc:sldMk cId="4035571673" sldId="451"/>
            <ac:picMk id="6" creationId="{3527536D-3556-4795-8972-2D178F469568}"/>
          </ac:picMkLst>
        </pc:picChg>
      </pc:sldChg>
      <pc:sldChg chg="add del">
        <pc:chgData name="Ella Vetter" userId="c6918cf5-f6c0-43cc-8499-a1f635017de9" providerId="ADAL" clId="{EDF018B5-66C9-4EBB-B156-A1BE9ABCF1A6}" dt="2020-10-09T00:10:05.889" v="4083" actId="47"/>
        <pc:sldMkLst>
          <pc:docMk/>
          <pc:sldMk cId="3086972983" sldId="452"/>
        </pc:sldMkLst>
      </pc:sldChg>
      <pc:sldChg chg="addSp delSp modSp add mod">
        <pc:chgData name="Ella Vetter" userId="c6918cf5-f6c0-43cc-8499-a1f635017de9" providerId="ADAL" clId="{EDF018B5-66C9-4EBB-B156-A1BE9ABCF1A6}" dt="2020-10-09T00:24:50.648" v="4436" actId="13926"/>
        <pc:sldMkLst>
          <pc:docMk/>
          <pc:sldMk cId="3911125217" sldId="452"/>
        </pc:sldMkLst>
        <pc:spChg chg="mod">
          <ac:chgData name="Ella Vetter" userId="c6918cf5-f6c0-43cc-8499-a1f635017de9" providerId="ADAL" clId="{EDF018B5-66C9-4EBB-B156-A1BE9ABCF1A6}" dt="2020-10-09T00:24:50.648" v="4436" actId="13926"/>
          <ac:spMkLst>
            <pc:docMk/>
            <pc:sldMk cId="3911125217" sldId="452"/>
            <ac:spMk id="2" creationId="{4E99B7C5-588B-4F9A-87A3-DEA763D424ED}"/>
          </ac:spMkLst>
        </pc:spChg>
        <pc:spChg chg="mod">
          <ac:chgData name="Ella Vetter" userId="c6918cf5-f6c0-43cc-8499-a1f635017de9" providerId="ADAL" clId="{EDF018B5-66C9-4EBB-B156-A1BE9ABCF1A6}" dt="2020-10-09T00:21:58.832" v="4429" actId="113"/>
          <ac:spMkLst>
            <pc:docMk/>
            <pc:sldMk cId="3911125217" sldId="452"/>
            <ac:spMk id="3" creationId="{44C8A021-3E3E-4268-AE29-2773903E1BD3}"/>
          </ac:spMkLst>
        </pc:spChg>
        <pc:picChg chg="del mod">
          <ac:chgData name="Ella Vetter" userId="c6918cf5-f6c0-43cc-8499-a1f635017de9" providerId="ADAL" clId="{EDF018B5-66C9-4EBB-B156-A1BE9ABCF1A6}" dt="2020-10-09T00:20:28.397" v="4236" actId="478"/>
          <ac:picMkLst>
            <pc:docMk/>
            <pc:sldMk cId="3911125217" sldId="452"/>
            <ac:picMk id="5" creationId="{56489487-4D9B-44F7-B870-E14A584E96AC}"/>
          </ac:picMkLst>
        </pc:picChg>
        <pc:picChg chg="add mod modCrop">
          <ac:chgData name="Ella Vetter" userId="c6918cf5-f6c0-43cc-8499-a1f635017de9" providerId="ADAL" clId="{EDF018B5-66C9-4EBB-B156-A1BE9ABCF1A6}" dt="2020-10-09T00:24:47.680" v="4435" actId="1076"/>
          <ac:picMkLst>
            <pc:docMk/>
            <pc:sldMk cId="3911125217" sldId="452"/>
            <ac:picMk id="6" creationId="{874696B6-5132-4536-91FA-6CA051F293F5}"/>
          </ac:picMkLst>
        </pc:picChg>
      </pc:sldChg>
      <pc:sldChg chg="add del">
        <pc:chgData name="Ella Vetter" userId="c6918cf5-f6c0-43cc-8499-a1f635017de9" providerId="ADAL" clId="{EDF018B5-66C9-4EBB-B156-A1BE9ABCF1A6}" dt="2020-10-09T00:10:07.007" v="4084" actId="47"/>
        <pc:sldMkLst>
          <pc:docMk/>
          <pc:sldMk cId="3814444176" sldId="453"/>
        </pc:sldMkLst>
      </pc:sldChg>
      <pc:sldChg chg="addSp delSp modSp add mod">
        <pc:chgData name="Ella Vetter" userId="c6918cf5-f6c0-43cc-8499-a1f635017de9" providerId="ADAL" clId="{EDF018B5-66C9-4EBB-B156-A1BE9ABCF1A6}" dt="2020-10-09T01:05:48.304" v="4890" actId="13926"/>
        <pc:sldMkLst>
          <pc:docMk/>
          <pc:sldMk cId="4091844846" sldId="453"/>
        </pc:sldMkLst>
        <pc:spChg chg="mod">
          <ac:chgData name="Ella Vetter" userId="c6918cf5-f6c0-43cc-8499-a1f635017de9" providerId="ADAL" clId="{EDF018B5-66C9-4EBB-B156-A1BE9ABCF1A6}" dt="2020-10-09T01:05:48.304" v="4890" actId="13926"/>
          <ac:spMkLst>
            <pc:docMk/>
            <pc:sldMk cId="4091844846" sldId="453"/>
            <ac:spMk id="2" creationId="{6D40B316-9971-4B95-AE49-0C239DA4EE68}"/>
          </ac:spMkLst>
        </pc:spChg>
        <pc:spChg chg="del">
          <ac:chgData name="Ella Vetter" userId="c6918cf5-f6c0-43cc-8499-a1f635017de9" providerId="ADAL" clId="{EDF018B5-66C9-4EBB-B156-A1BE9ABCF1A6}" dt="2020-10-09T00:27:13.828" v="4454" actId="478"/>
          <ac:spMkLst>
            <pc:docMk/>
            <pc:sldMk cId="4091844846" sldId="453"/>
            <ac:spMk id="3" creationId="{527E1441-0676-490A-838C-2BD3A20D092D}"/>
          </ac:spMkLst>
        </pc:spChg>
        <pc:spChg chg="add mod">
          <ac:chgData name="Ella Vetter" userId="c6918cf5-f6c0-43cc-8499-a1f635017de9" providerId="ADAL" clId="{EDF018B5-66C9-4EBB-B156-A1BE9ABCF1A6}" dt="2020-10-09T01:05:45.564" v="4889" actId="14100"/>
          <ac:spMkLst>
            <pc:docMk/>
            <pc:sldMk cId="4091844846" sldId="453"/>
            <ac:spMk id="4" creationId="{2E7F3A0D-FDD8-4356-897A-8FB11F4E08EB}"/>
          </ac:spMkLst>
        </pc:spChg>
        <pc:picChg chg="add mod">
          <ac:chgData name="Ella Vetter" userId="c6918cf5-f6c0-43cc-8499-a1f635017de9" providerId="ADAL" clId="{EDF018B5-66C9-4EBB-B156-A1BE9ABCF1A6}" dt="2020-10-09T01:05:43.174" v="4888" actId="1076"/>
          <ac:picMkLst>
            <pc:docMk/>
            <pc:sldMk cId="4091844846" sldId="453"/>
            <ac:picMk id="6" creationId="{C1F4EC30-C4E8-4191-A303-F9F4D969A928}"/>
          </ac:picMkLst>
        </pc:picChg>
      </pc:sldChg>
      <pc:sldChg chg="addSp delSp modSp new mod modNotesTx">
        <pc:chgData name="Ella Vetter" userId="c6918cf5-f6c0-43cc-8499-a1f635017de9" providerId="ADAL" clId="{EDF018B5-66C9-4EBB-B156-A1BE9ABCF1A6}" dt="2020-10-09T01:02:27.111" v="4840" actId="13926"/>
        <pc:sldMkLst>
          <pc:docMk/>
          <pc:sldMk cId="2892394786" sldId="454"/>
        </pc:sldMkLst>
        <pc:spChg chg="mod">
          <ac:chgData name="Ella Vetter" userId="c6918cf5-f6c0-43cc-8499-a1f635017de9" providerId="ADAL" clId="{EDF018B5-66C9-4EBB-B156-A1BE9ABCF1A6}" dt="2020-10-09T01:02:27.111" v="4840" actId="13926"/>
          <ac:spMkLst>
            <pc:docMk/>
            <pc:sldMk cId="2892394786" sldId="454"/>
            <ac:spMk id="2" creationId="{E0FFA379-2CEA-4F9E-B847-3040E89A8C71}"/>
          </ac:spMkLst>
        </pc:spChg>
        <pc:spChg chg="del">
          <ac:chgData name="Ella Vetter" userId="c6918cf5-f6c0-43cc-8499-a1f635017de9" providerId="ADAL" clId="{EDF018B5-66C9-4EBB-B156-A1BE9ABCF1A6}" dt="2020-10-09T01:00:33.418" v="4774" actId="478"/>
          <ac:spMkLst>
            <pc:docMk/>
            <pc:sldMk cId="2892394786" sldId="454"/>
            <ac:spMk id="3" creationId="{4FB18EFF-D20E-48AD-9A6A-495AB1BE4A39}"/>
          </ac:spMkLst>
        </pc:spChg>
        <pc:spChg chg="add mod">
          <ac:chgData name="Ella Vetter" userId="c6918cf5-f6c0-43cc-8499-a1f635017de9" providerId="ADAL" clId="{EDF018B5-66C9-4EBB-B156-A1BE9ABCF1A6}" dt="2020-10-09T01:02:20.672" v="4838" actId="14100"/>
          <ac:spMkLst>
            <pc:docMk/>
            <pc:sldMk cId="2892394786" sldId="454"/>
            <ac:spMk id="6" creationId="{528915AC-F582-49E5-9CB8-F87DD7DDF9B7}"/>
          </ac:spMkLst>
        </pc:spChg>
        <pc:graphicFrameChg chg="add mod modGraphic">
          <ac:chgData name="Ella Vetter" userId="c6918cf5-f6c0-43cc-8499-a1f635017de9" providerId="ADAL" clId="{EDF018B5-66C9-4EBB-B156-A1BE9ABCF1A6}" dt="2020-10-09T01:02:25.165" v="4839" actId="1076"/>
          <ac:graphicFrameMkLst>
            <pc:docMk/>
            <pc:sldMk cId="2892394786" sldId="454"/>
            <ac:graphicFrameMk id="5" creationId="{BAC0EFBB-ACF1-42F2-A0A4-086ED9D5B359}"/>
          </ac:graphicFrameMkLst>
        </pc:graphicFrameChg>
      </pc:sldChg>
      <pc:sldChg chg="addSp delSp modSp add mod modNotesTx">
        <pc:chgData name="Ella Vetter" userId="c6918cf5-f6c0-43cc-8499-a1f635017de9" providerId="ADAL" clId="{EDF018B5-66C9-4EBB-B156-A1BE9ABCF1A6}" dt="2020-10-09T13:24:46.469" v="6140" actId="20577"/>
        <pc:sldMkLst>
          <pc:docMk/>
          <pc:sldMk cId="2228200828" sldId="455"/>
        </pc:sldMkLst>
        <pc:spChg chg="mod">
          <ac:chgData name="Ella Vetter" userId="c6918cf5-f6c0-43cc-8499-a1f635017de9" providerId="ADAL" clId="{EDF018B5-66C9-4EBB-B156-A1BE9ABCF1A6}" dt="2020-10-09T12:21:25.220" v="5388" actId="13926"/>
          <ac:spMkLst>
            <pc:docMk/>
            <pc:sldMk cId="2228200828" sldId="455"/>
            <ac:spMk id="2" creationId="{455542A7-86C4-4B1C-99F0-EE7C13512717}"/>
          </ac:spMkLst>
        </pc:spChg>
        <pc:spChg chg="del">
          <ac:chgData name="Ella Vetter" userId="c6918cf5-f6c0-43cc-8499-a1f635017de9" providerId="ADAL" clId="{EDF018B5-66C9-4EBB-B156-A1BE9ABCF1A6}" dt="2020-10-09T12:03:55.053" v="5047" actId="478"/>
          <ac:spMkLst>
            <pc:docMk/>
            <pc:sldMk cId="2228200828" sldId="455"/>
            <ac:spMk id="3" creationId="{7987F46D-CD9E-4EBA-BBBB-E206F8E88F78}"/>
          </ac:spMkLst>
        </pc:spChg>
        <pc:spChg chg="add del mod">
          <ac:chgData name="Ella Vetter" userId="c6918cf5-f6c0-43cc-8499-a1f635017de9" providerId="ADAL" clId="{EDF018B5-66C9-4EBB-B156-A1BE9ABCF1A6}" dt="2020-10-09T12:03:57.287" v="5048" actId="478"/>
          <ac:spMkLst>
            <pc:docMk/>
            <pc:sldMk cId="2228200828" sldId="455"/>
            <ac:spMk id="6" creationId="{69D6063F-40FA-4203-A28E-86AF5BD9D7AB}"/>
          </ac:spMkLst>
        </pc:spChg>
        <pc:spChg chg="add mod">
          <ac:chgData name="Ella Vetter" userId="c6918cf5-f6c0-43cc-8499-a1f635017de9" providerId="ADAL" clId="{EDF018B5-66C9-4EBB-B156-A1BE9ABCF1A6}" dt="2020-10-09T13:24:46.469" v="6140" actId="20577"/>
          <ac:spMkLst>
            <pc:docMk/>
            <pc:sldMk cId="2228200828" sldId="455"/>
            <ac:spMk id="7" creationId="{5237003B-2DFB-4033-926A-FFDC9DDF5D39}"/>
          </ac:spMkLst>
        </pc:spChg>
        <pc:picChg chg="del">
          <ac:chgData name="Ella Vetter" userId="c6918cf5-f6c0-43cc-8499-a1f635017de9" providerId="ADAL" clId="{EDF018B5-66C9-4EBB-B156-A1BE9ABCF1A6}" dt="2020-10-09T12:03:49.761" v="5046" actId="478"/>
          <ac:picMkLst>
            <pc:docMk/>
            <pc:sldMk cId="2228200828" sldId="455"/>
            <ac:picMk id="5" creationId="{81F70A19-2458-41AA-A608-763B43185D9B}"/>
          </ac:picMkLst>
        </pc:picChg>
        <pc:picChg chg="add mod">
          <ac:chgData name="Ella Vetter" userId="c6918cf5-f6c0-43cc-8499-a1f635017de9" providerId="ADAL" clId="{EDF018B5-66C9-4EBB-B156-A1BE9ABCF1A6}" dt="2020-10-09T12:20:09.934" v="5361" actId="1035"/>
          <ac:picMkLst>
            <pc:docMk/>
            <pc:sldMk cId="2228200828" sldId="455"/>
            <ac:picMk id="9" creationId="{4B09A9C1-0A84-4456-B141-49F2626C5A62}"/>
          </ac:picMkLst>
        </pc:picChg>
      </pc:sldChg>
      <pc:sldChg chg="addSp modSp add mod modNotesTx">
        <pc:chgData name="Ella Vetter" userId="c6918cf5-f6c0-43cc-8499-a1f635017de9" providerId="ADAL" clId="{EDF018B5-66C9-4EBB-B156-A1BE9ABCF1A6}" dt="2020-10-09T12:26:41.738" v="5576" actId="14100"/>
        <pc:sldMkLst>
          <pc:docMk/>
          <pc:sldMk cId="4073399127" sldId="456"/>
        </pc:sldMkLst>
        <pc:spChg chg="mod">
          <ac:chgData name="Ella Vetter" userId="c6918cf5-f6c0-43cc-8499-a1f635017de9" providerId="ADAL" clId="{EDF018B5-66C9-4EBB-B156-A1BE9ABCF1A6}" dt="2020-10-09T12:23:20.133" v="5440" actId="13926"/>
          <ac:spMkLst>
            <pc:docMk/>
            <pc:sldMk cId="4073399127" sldId="456"/>
            <ac:spMk id="2" creationId="{455542A7-86C4-4B1C-99F0-EE7C13512717}"/>
          </ac:spMkLst>
        </pc:spChg>
        <pc:spChg chg="add mod">
          <ac:chgData name="Ella Vetter" userId="c6918cf5-f6c0-43cc-8499-a1f635017de9" providerId="ADAL" clId="{EDF018B5-66C9-4EBB-B156-A1BE9ABCF1A6}" dt="2020-10-09T12:26:41.738" v="5576" actId="14100"/>
          <ac:spMkLst>
            <pc:docMk/>
            <pc:sldMk cId="4073399127" sldId="456"/>
            <ac:spMk id="3" creationId="{917C7119-2935-4368-8D83-74EEF186BC5F}"/>
          </ac:spMkLst>
        </pc:spChg>
        <pc:picChg chg="add mod">
          <ac:chgData name="Ella Vetter" userId="c6918cf5-f6c0-43cc-8499-a1f635017de9" providerId="ADAL" clId="{EDF018B5-66C9-4EBB-B156-A1BE9ABCF1A6}" dt="2020-10-09T12:23:10.976" v="5431" actId="1037"/>
          <ac:picMkLst>
            <pc:docMk/>
            <pc:sldMk cId="4073399127" sldId="456"/>
            <ac:picMk id="5" creationId="{9A3534AE-1CF8-461A-B744-F8280FE429AB}"/>
          </ac:picMkLst>
        </pc:picChg>
      </pc:sldChg>
      <pc:sldChg chg="addSp modSp add mod modNotesTx">
        <pc:chgData name="Ella Vetter" userId="c6918cf5-f6c0-43cc-8499-a1f635017de9" providerId="ADAL" clId="{EDF018B5-66C9-4EBB-B156-A1BE9ABCF1A6}" dt="2020-10-09T12:27:51.761" v="5599" actId="13926"/>
        <pc:sldMkLst>
          <pc:docMk/>
          <pc:sldMk cId="2096919507" sldId="457"/>
        </pc:sldMkLst>
        <pc:spChg chg="mod">
          <ac:chgData name="Ella Vetter" userId="c6918cf5-f6c0-43cc-8499-a1f635017de9" providerId="ADAL" clId="{EDF018B5-66C9-4EBB-B156-A1BE9ABCF1A6}" dt="2020-10-09T12:27:51.761" v="5599" actId="13926"/>
          <ac:spMkLst>
            <pc:docMk/>
            <pc:sldMk cId="2096919507" sldId="457"/>
            <ac:spMk id="2" creationId="{455542A7-86C4-4B1C-99F0-EE7C13512717}"/>
          </ac:spMkLst>
        </pc:spChg>
        <pc:spChg chg="add mod">
          <ac:chgData name="Ella Vetter" userId="c6918cf5-f6c0-43cc-8499-a1f635017de9" providerId="ADAL" clId="{EDF018B5-66C9-4EBB-B156-A1BE9ABCF1A6}" dt="2020-10-09T12:27:49.775" v="5598" actId="1076"/>
          <ac:spMkLst>
            <pc:docMk/>
            <pc:sldMk cId="2096919507" sldId="457"/>
            <ac:spMk id="3" creationId="{A1F6FC73-12C3-4EAA-91FC-9788077DACAB}"/>
          </ac:spMkLst>
        </pc:spChg>
        <pc:picChg chg="add mod">
          <ac:chgData name="Ella Vetter" userId="c6918cf5-f6c0-43cc-8499-a1f635017de9" providerId="ADAL" clId="{EDF018B5-66C9-4EBB-B156-A1BE9ABCF1A6}" dt="2020-10-09T12:27:47.153" v="5597" actId="1076"/>
          <ac:picMkLst>
            <pc:docMk/>
            <pc:sldMk cId="2096919507" sldId="457"/>
            <ac:picMk id="5" creationId="{C92E4441-F2D8-4193-A9F5-3EAF8CFD630E}"/>
          </ac:picMkLst>
        </pc:picChg>
      </pc:sldChg>
      <pc:sldChg chg="addSp modSp add mod modNotesTx">
        <pc:chgData name="Ella Vetter" userId="c6918cf5-f6c0-43cc-8499-a1f635017de9" providerId="ADAL" clId="{EDF018B5-66C9-4EBB-B156-A1BE9ABCF1A6}" dt="2020-10-09T13:25:52.872" v="6143" actId="20577"/>
        <pc:sldMkLst>
          <pc:docMk/>
          <pc:sldMk cId="3688290986" sldId="458"/>
        </pc:sldMkLst>
        <pc:spChg chg="mod">
          <ac:chgData name="Ella Vetter" userId="c6918cf5-f6c0-43cc-8499-a1f635017de9" providerId="ADAL" clId="{EDF018B5-66C9-4EBB-B156-A1BE9ABCF1A6}" dt="2020-10-09T12:39:24.848" v="5633" actId="13926"/>
          <ac:spMkLst>
            <pc:docMk/>
            <pc:sldMk cId="3688290986" sldId="458"/>
            <ac:spMk id="2" creationId="{455542A7-86C4-4B1C-99F0-EE7C13512717}"/>
          </ac:spMkLst>
        </pc:spChg>
        <pc:spChg chg="add mod">
          <ac:chgData name="Ella Vetter" userId="c6918cf5-f6c0-43cc-8499-a1f635017de9" providerId="ADAL" clId="{EDF018B5-66C9-4EBB-B156-A1BE9ABCF1A6}" dt="2020-10-09T13:25:52.872" v="6143" actId="20577"/>
          <ac:spMkLst>
            <pc:docMk/>
            <pc:sldMk cId="3688290986" sldId="458"/>
            <ac:spMk id="8" creationId="{71C2194B-2428-434E-8800-54FDDE9A4728}"/>
          </ac:spMkLst>
        </pc:spChg>
        <pc:grpChg chg="add mod">
          <ac:chgData name="Ella Vetter" userId="c6918cf5-f6c0-43cc-8499-a1f635017de9" providerId="ADAL" clId="{EDF018B5-66C9-4EBB-B156-A1BE9ABCF1A6}" dt="2020-10-09T12:38:59.467" v="5628" actId="1076"/>
          <ac:grpSpMkLst>
            <pc:docMk/>
            <pc:sldMk cId="3688290986" sldId="458"/>
            <ac:grpSpMk id="7" creationId="{4DAC8E70-BB60-475A-A5C7-8A03AE9B800C}"/>
          </ac:grpSpMkLst>
        </pc:grpChg>
        <pc:picChg chg="add mod modCrop">
          <ac:chgData name="Ella Vetter" userId="c6918cf5-f6c0-43cc-8499-a1f635017de9" providerId="ADAL" clId="{EDF018B5-66C9-4EBB-B156-A1BE9ABCF1A6}" dt="2020-10-09T12:28:39.634" v="5608" actId="164"/>
          <ac:picMkLst>
            <pc:docMk/>
            <pc:sldMk cId="3688290986" sldId="458"/>
            <ac:picMk id="4" creationId="{DA15EB01-910D-4239-B8E8-4667D1C6B6E0}"/>
          </ac:picMkLst>
        </pc:picChg>
        <pc:picChg chg="add mod modCrop">
          <ac:chgData name="Ella Vetter" userId="c6918cf5-f6c0-43cc-8499-a1f635017de9" providerId="ADAL" clId="{EDF018B5-66C9-4EBB-B156-A1BE9ABCF1A6}" dt="2020-10-09T12:28:39.634" v="5608" actId="164"/>
          <ac:picMkLst>
            <pc:docMk/>
            <pc:sldMk cId="3688290986" sldId="458"/>
            <ac:picMk id="6" creationId="{18C272E0-2A0B-45E9-AE6E-B7F31F1F2675}"/>
          </ac:picMkLst>
        </pc:picChg>
      </pc:sldChg>
      <pc:sldChg chg="addSp modSp add mod modNotesTx">
        <pc:chgData name="Ella Vetter" userId="c6918cf5-f6c0-43cc-8499-a1f635017de9" providerId="ADAL" clId="{EDF018B5-66C9-4EBB-B156-A1BE9ABCF1A6}" dt="2020-10-09T13:25:33.684" v="6142" actId="20577"/>
        <pc:sldMkLst>
          <pc:docMk/>
          <pc:sldMk cId="1586181131" sldId="459"/>
        </pc:sldMkLst>
        <pc:spChg chg="mod">
          <ac:chgData name="Ella Vetter" userId="c6918cf5-f6c0-43cc-8499-a1f635017de9" providerId="ADAL" clId="{EDF018B5-66C9-4EBB-B156-A1BE9ABCF1A6}" dt="2020-10-09T12:55:56.387" v="5794" actId="13926"/>
          <ac:spMkLst>
            <pc:docMk/>
            <pc:sldMk cId="1586181131" sldId="459"/>
            <ac:spMk id="2" creationId="{455542A7-86C4-4B1C-99F0-EE7C13512717}"/>
          </ac:spMkLst>
        </pc:spChg>
        <pc:spChg chg="add mod">
          <ac:chgData name="Ella Vetter" userId="c6918cf5-f6c0-43cc-8499-a1f635017de9" providerId="ADAL" clId="{EDF018B5-66C9-4EBB-B156-A1BE9ABCF1A6}" dt="2020-10-09T13:25:33.684" v="6142" actId="20577"/>
          <ac:spMkLst>
            <pc:docMk/>
            <pc:sldMk cId="1586181131" sldId="459"/>
            <ac:spMk id="5" creationId="{56F11C7A-4C02-4375-8A39-7903C13F77CF}"/>
          </ac:spMkLst>
        </pc:spChg>
        <pc:picChg chg="add mod">
          <ac:chgData name="Ella Vetter" userId="c6918cf5-f6c0-43cc-8499-a1f635017de9" providerId="ADAL" clId="{EDF018B5-66C9-4EBB-B156-A1BE9ABCF1A6}" dt="2020-10-09T12:54:39.502" v="5778" actId="1076"/>
          <ac:picMkLst>
            <pc:docMk/>
            <pc:sldMk cId="1586181131" sldId="459"/>
            <ac:picMk id="4" creationId="{6048FC3D-4C5A-49BC-8A86-72C32BB83D31}"/>
          </ac:picMkLst>
        </pc:picChg>
      </pc:sldChg>
      <pc:sldChg chg="addSp delSp modSp add mod modNotesTx">
        <pc:chgData name="Ella Vetter" userId="c6918cf5-f6c0-43cc-8499-a1f635017de9" providerId="ADAL" clId="{EDF018B5-66C9-4EBB-B156-A1BE9ABCF1A6}" dt="2020-10-09T14:24:20.413" v="6351" actId="14100"/>
        <pc:sldMkLst>
          <pc:docMk/>
          <pc:sldMk cId="332842354" sldId="460"/>
        </pc:sldMkLst>
        <pc:spChg chg="mod">
          <ac:chgData name="Ella Vetter" userId="c6918cf5-f6c0-43cc-8499-a1f635017de9" providerId="ADAL" clId="{EDF018B5-66C9-4EBB-B156-A1BE9ABCF1A6}" dt="2020-10-09T13:23:45.546" v="6123" actId="13926"/>
          <ac:spMkLst>
            <pc:docMk/>
            <pc:sldMk cId="332842354" sldId="460"/>
            <ac:spMk id="2" creationId="{455542A7-86C4-4B1C-99F0-EE7C13512717}"/>
          </ac:spMkLst>
        </pc:spChg>
        <pc:spChg chg="add del mod">
          <ac:chgData name="Ella Vetter" userId="c6918cf5-f6c0-43cc-8499-a1f635017de9" providerId="ADAL" clId="{EDF018B5-66C9-4EBB-B156-A1BE9ABCF1A6}" dt="2020-10-09T13:21:29.178" v="6064"/>
          <ac:spMkLst>
            <pc:docMk/>
            <pc:sldMk cId="332842354" sldId="460"/>
            <ac:spMk id="3" creationId="{B8D1F6A7-A71A-4361-A13F-BDB0380D194F}"/>
          </ac:spMkLst>
        </pc:spChg>
        <pc:spChg chg="add mod">
          <ac:chgData name="Ella Vetter" userId="c6918cf5-f6c0-43cc-8499-a1f635017de9" providerId="ADAL" clId="{EDF018B5-66C9-4EBB-B156-A1BE9ABCF1A6}" dt="2020-10-09T14:24:20.413" v="6351" actId="14100"/>
          <ac:spMkLst>
            <pc:docMk/>
            <pc:sldMk cId="332842354" sldId="460"/>
            <ac:spMk id="4" creationId="{E599B43D-87EE-4817-9A18-FFD23F206AAE}"/>
          </ac:spMkLst>
        </pc:spChg>
        <pc:picChg chg="add mod">
          <ac:chgData name="Ella Vetter" userId="c6918cf5-f6c0-43cc-8499-a1f635017de9" providerId="ADAL" clId="{EDF018B5-66C9-4EBB-B156-A1BE9ABCF1A6}" dt="2020-10-09T13:22:40.278" v="6096" actId="1076"/>
          <ac:picMkLst>
            <pc:docMk/>
            <pc:sldMk cId="332842354" sldId="460"/>
            <ac:picMk id="6" creationId="{97E5214A-4EBE-4CCD-AC93-264AC279B578}"/>
          </ac:picMkLst>
        </pc:picChg>
      </pc:sldChg>
      <pc:sldChg chg="addSp delSp modSp add mod modNotesTx">
        <pc:chgData name="Ella Vetter" userId="c6918cf5-f6c0-43cc-8499-a1f635017de9" providerId="ADAL" clId="{EDF018B5-66C9-4EBB-B156-A1BE9ABCF1A6}" dt="2020-10-09T13:17:00.908" v="5906" actId="13926"/>
        <pc:sldMkLst>
          <pc:docMk/>
          <pc:sldMk cId="3656869318" sldId="461"/>
        </pc:sldMkLst>
        <pc:spChg chg="mod">
          <ac:chgData name="Ella Vetter" userId="c6918cf5-f6c0-43cc-8499-a1f635017de9" providerId="ADAL" clId="{EDF018B5-66C9-4EBB-B156-A1BE9ABCF1A6}" dt="2020-10-09T13:17:00.908" v="5906" actId="13926"/>
          <ac:spMkLst>
            <pc:docMk/>
            <pc:sldMk cId="3656869318" sldId="461"/>
            <ac:spMk id="2" creationId="{455542A7-86C4-4B1C-99F0-EE7C13512717}"/>
          </ac:spMkLst>
        </pc:spChg>
        <pc:spChg chg="add mod">
          <ac:chgData name="Ella Vetter" userId="c6918cf5-f6c0-43cc-8499-a1f635017de9" providerId="ADAL" clId="{EDF018B5-66C9-4EBB-B156-A1BE9ABCF1A6}" dt="2020-10-09T13:16:36.453" v="5903" actId="113"/>
          <ac:spMkLst>
            <pc:docMk/>
            <pc:sldMk cId="3656869318" sldId="461"/>
            <ac:spMk id="3" creationId="{77C34C56-B278-444B-A2A5-343539EA4B83}"/>
          </ac:spMkLst>
        </pc:spChg>
        <pc:spChg chg="add del mod">
          <ac:chgData name="Ella Vetter" userId="c6918cf5-f6c0-43cc-8499-a1f635017de9" providerId="ADAL" clId="{EDF018B5-66C9-4EBB-B156-A1BE9ABCF1A6}" dt="2020-10-09T13:15:57.321" v="5859"/>
          <ac:spMkLst>
            <pc:docMk/>
            <pc:sldMk cId="3656869318" sldId="461"/>
            <ac:spMk id="4" creationId="{ABE8141A-D308-4642-98A6-5BAF88DFD6B0}"/>
          </ac:spMkLst>
        </pc:spChg>
        <pc:picChg chg="add mod">
          <ac:chgData name="Ella Vetter" userId="c6918cf5-f6c0-43cc-8499-a1f635017de9" providerId="ADAL" clId="{EDF018B5-66C9-4EBB-B156-A1BE9ABCF1A6}" dt="2020-10-09T13:16:43.827" v="5905" actId="1076"/>
          <ac:picMkLst>
            <pc:docMk/>
            <pc:sldMk cId="3656869318" sldId="461"/>
            <ac:picMk id="6" creationId="{E5ACF548-CE53-4E3B-9568-FFB7666858D4}"/>
          </ac:picMkLst>
        </pc:picChg>
      </pc:sldChg>
      <pc:sldChg chg="addSp modSp add mod modNotesTx">
        <pc:chgData name="Ella Vetter" userId="c6918cf5-f6c0-43cc-8499-a1f635017de9" providerId="ADAL" clId="{EDF018B5-66C9-4EBB-B156-A1BE9ABCF1A6}" dt="2020-10-09T13:18:12.375" v="5940" actId="13926"/>
        <pc:sldMkLst>
          <pc:docMk/>
          <pc:sldMk cId="1574510002" sldId="462"/>
        </pc:sldMkLst>
        <pc:spChg chg="mod">
          <ac:chgData name="Ella Vetter" userId="c6918cf5-f6c0-43cc-8499-a1f635017de9" providerId="ADAL" clId="{EDF018B5-66C9-4EBB-B156-A1BE9ABCF1A6}" dt="2020-10-09T13:18:12.375" v="5940" actId="13926"/>
          <ac:spMkLst>
            <pc:docMk/>
            <pc:sldMk cId="1574510002" sldId="462"/>
            <ac:spMk id="2" creationId="{455542A7-86C4-4B1C-99F0-EE7C13512717}"/>
          </ac:spMkLst>
        </pc:spChg>
        <pc:spChg chg="add mod">
          <ac:chgData name="Ella Vetter" userId="c6918cf5-f6c0-43cc-8499-a1f635017de9" providerId="ADAL" clId="{EDF018B5-66C9-4EBB-B156-A1BE9ABCF1A6}" dt="2020-10-09T13:17:44.768" v="5935" actId="20577"/>
          <ac:spMkLst>
            <pc:docMk/>
            <pc:sldMk cId="1574510002" sldId="462"/>
            <ac:spMk id="3" creationId="{C62ABDD5-D1B8-4B7E-AA78-4C936D0C9EA7}"/>
          </ac:spMkLst>
        </pc:spChg>
        <pc:picChg chg="add mod">
          <ac:chgData name="Ella Vetter" userId="c6918cf5-f6c0-43cc-8499-a1f635017de9" providerId="ADAL" clId="{EDF018B5-66C9-4EBB-B156-A1BE9ABCF1A6}" dt="2020-10-09T13:18:05.031" v="5937" actId="1076"/>
          <ac:picMkLst>
            <pc:docMk/>
            <pc:sldMk cId="1574510002" sldId="462"/>
            <ac:picMk id="5" creationId="{4ED07136-EBE6-48D5-8E2F-E94FDAB2724E}"/>
          </ac:picMkLst>
        </pc:picChg>
      </pc:sldChg>
      <pc:sldChg chg="addSp modSp add mod modNotesTx">
        <pc:chgData name="Ella Vetter" userId="c6918cf5-f6c0-43cc-8499-a1f635017de9" providerId="ADAL" clId="{EDF018B5-66C9-4EBB-B156-A1BE9ABCF1A6}" dt="2020-10-09T14:24:15.026" v="6350" actId="313"/>
        <pc:sldMkLst>
          <pc:docMk/>
          <pc:sldMk cId="3169681083" sldId="463"/>
        </pc:sldMkLst>
        <pc:spChg chg="mod">
          <ac:chgData name="Ella Vetter" userId="c6918cf5-f6c0-43cc-8499-a1f635017de9" providerId="ADAL" clId="{EDF018B5-66C9-4EBB-B156-A1BE9ABCF1A6}" dt="2020-10-09T13:21:04.993" v="6058" actId="13926"/>
          <ac:spMkLst>
            <pc:docMk/>
            <pc:sldMk cId="3169681083" sldId="463"/>
            <ac:spMk id="2" creationId="{455542A7-86C4-4B1C-99F0-EE7C13512717}"/>
          </ac:spMkLst>
        </pc:spChg>
        <pc:spChg chg="add mod">
          <ac:chgData name="Ella Vetter" userId="c6918cf5-f6c0-43cc-8499-a1f635017de9" providerId="ADAL" clId="{EDF018B5-66C9-4EBB-B156-A1BE9ABCF1A6}" dt="2020-10-09T14:24:15.026" v="6350" actId="313"/>
          <ac:spMkLst>
            <pc:docMk/>
            <pc:sldMk cId="3169681083" sldId="463"/>
            <ac:spMk id="3" creationId="{C09822BE-4355-4274-A3D7-37C7BDDDD48A}"/>
          </ac:spMkLst>
        </pc:spChg>
        <pc:picChg chg="add mod">
          <ac:chgData name="Ella Vetter" userId="c6918cf5-f6c0-43cc-8499-a1f635017de9" providerId="ADAL" clId="{EDF018B5-66C9-4EBB-B156-A1BE9ABCF1A6}" dt="2020-10-09T13:21:03.109" v="6057" actId="1076"/>
          <ac:picMkLst>
            <pc:docMk/>
            <pc:sldMk cId="3169681083" sldId="463"/>
            <ac:picMk id="5" creationId="{20EF4901-AE4E-41AC-B15B-1E2C09F19E4D}"/>
          </ac:picMkLst>
        </pc:picChg>
      </pc:sldChg>
      <pc:sldChg chg="addSp delSp modSp add mod modNotesTx">
        <pc:chgData name="Ella Vetter" userId="c6918cf5-f6c0-43cc-8499-a1f635017de9" providerId="ADAL" clId="{EDF018B5-66C9-4EBB-B156-A1BE9ABCF1A6}" dt="2020-10-09T17:37:43.821" v="6532" actId="20577"/>
        <pc:sldMkLst>
          <pc:docMk/>
          <pc:sldMk cId="336694489" sldId="464"/>
        </pc:sldMkLst>
        <pc:spChg chg="mod">
          <ac:chgData name="Ella Vetter" userId="c6918cf5-f6c0-43cc-8499-a1f635017de9" providerId="ADAL" clId="{EDF018B5-66C9-4EBB-B156-A1BE9ABCF1A6}" dt="2020-10-09T13:19:52.759" v="6000" actId="13926"/>
          <ac:spMkLst>
            <pc:docMk/>
            <pc:sldMk cId="336694489" sldId="464"/>
            <ac:spMk id="2" creationId="{455542A7-86C4-4B1C-99F0-EE7C13512717}"/>
          </ac:spMkLst>
        </pc:spChg>
        <pc:spChg chg="mod">
          <ac:chgData name="Ella Vetter" userId="c6918cf5-f6c0-43cc-8499-a1f635017de9" providerId="ADAL" clId="{EDF018B5-66C9-4EBB-B156-A1BE9ABCF1A6}" dt="2020-10-09T17:37:43.821" v="6532" actId="20577"/>
          <ac:spMkLst>
            <pc:docMk/>
            <pc:sldMk cId="336694489" sldId="464"/>
            <ac:spMk id="3" creationId="{C62ABDD5-D1B8-4B7E-AA78-4C936D0C9EA7}"/>
          </ac:spMkLst>
        </pc:spChg>
        <pc:picChg chg="del">
          <ac:chgData name="Ella Vetter" userId="c6918cf5-f6c0-43cc-8499-a1f635017de9" providerId="ADAL" clId="{EDF018B5-66C9-4EBB-B156-A1BE9ABCF1A6}" dt="2020-10-09T13:18:18.806" v="5943" actId="478"/>
          <ac:picMkLst>
            <pc:docMk/>
            <pc:sldMk cId="336694489" sldId="464"/>
            <ac:picMk id="5" creationId="{4ED07136-EBE6-48D5-8E2F-E94FDAB2724E}"/>
          </ac:picMkLst>
        </pc:picChg>
        <pc:picChg chg="add mod">
          <ac:chgData name="Ella Vetter" userId="c6918cf5-f6c0-43cc-8499-a1f635017de9" providerId="ADAL" clId="{EDF018B5-66C9-4EBB-B156-A1BE9ABCF1A6}" dt="2020-10-09T13:18:46.765" v="5984" actId="1076"/>
          <ac:picMkLst>
            <pc:docMk/>
            <pc:sldMk cId="336694489" sldId="464"/>
            <ac:picMk id="6" creationId="{7F9FC6F9-9B42-4418-B906-E569BB886DEA}"/>
          </ac:picMkLst>
        </pc:picChg>
      </pc:sldChg>
      <pc:sldChg chg="addSp modSp add mod modNotesTx">
        <pc:chgData name="Ella Vetter" userId="c6918cf5-f6c0-43cc-8499-a1f635017de9" providerId="ADAL" clId="{EDF018B5-66C9-4EBB-B156-A1BE9ABCF1A6}" dt="2020-10-09T13:33:33.400" v="6269" actId="13926"/>
        <pc:sldMkLst>
          <pc:docMk/>
          <pc:sldMk cId="601197869" sldId="465"/>
        </pc:sldMkLst>
        <pc:spChg chg="mod">
          <ac:chgData name="Ella Vetter" userId="c6918cf5-f6c0-43cc-8499-a1f635017de9" providerId="ADAL" clId="{EDF018B5-66C9-4EBB-B156-A1BE9ABCF1A6}" dt="2020-10-09T13:33:33.400" v="6269" actId="13926"/>
          <ac:spMkLst>
            <pc:docMk/>
            <pc:sldMk cId="601197869" sldId="465"/>
            <ac:spMk id="2" creationId="{455542A7-86C4-4B1C-99F0-EE7C13512717}"/>
          </ac:spMkLst>
        </pc:spChg>
        <pc:spChg chg="add mod">
          <ac:chgData name="Ella Vetter" userId="c6918cf5-f6c0-43cc-8499-a1f635017de9" providerId="ADAL" clId="{EDF018B5-66C9-4EBB-B156-A1BE9ABCF1A6}" dt="2020-10-09T13:33:28.622" v="6267" actId="255"/>
          <ac:spMkLst>
            <pc:docMk/>
            <pc:sldMk cId="601197869" sldId="465"/>
            <ac:spMk id="3" creationId="{BDA453AF-CC89-470E-878C-692CDE51700E}"/>
          </ac:spMkLst>
        </pc:spChg>
        <pc:picChg chg="add mod">
          <ac:chgData name="Ella Vetter" userId="c6918cf5-f6c0-43cc-8499-a1f635017de9" providerId="ADAL" clId="{EDF018B5-66C9-4EBB-B156-A1BE9ABCF1A6}" dt="2020-10-09T13:32:17.690" v="6173" actId="1076"/>
          <ac:picMkLst>
            <pc:docMk/>
            <pc:sldMk cId="601197869" sldId="465"/>
            <ac:picMk id="5" creationId="{D15E4BED-AF41-492A-904D-8EFC3A797444}"/>
          </ac:picMkLst>
        </pc:picChg>
      </pc:sldChg>
      <pc:sldChg chg="add del">
        <pc:chgData name="Ella Vetter" userId="c6918cf5-f6c0-43cc-8499-a1f635017de9" providerId="ADAL" clId="{EDF018B5-66C9-4EBB-B156-A1BE9ABCF1A6}" dt="2020-10-09T13:32:26.130" v="6178" actId="47"/>
        <pc:sldMkLst>
          <pc:docMk/>
          <pc:sldMk cId="2802186034" sldId="466"/>
        </pc:sldMkLst>
      </pc:sldChg>
      <pc:sldChg chg="add del">
        <pc:chgData name="Ella Vetter" userId="c6918cf5-f6c0-43cc-8499-a1f635017de9" providerId="ADAL" clId="{EDF018B5-66C9-4EBB-B156-A1BE9ABCF1A6}" dt="2020-10-09T13:32:26.130" v="6178" actId="47"/>
        <pc:sldMkLst>
          <pc:docMk/>
          <pc:sldMk cId="1635083731" sldId="467"/>
        </pc:sldMkLst>
      </pc:sldChg>
    </pc:docChg>
  </pc:docChgLst>
  <pc:docChgLst>
    <pc:chgData name="Ella Vetter" userId="c6918cf5-f6c0-43cc-8499-a1f635017de9" providerId="ADAL" clId="{E8CAE533-5900-48F1-9375-A0F1AFC6DE31}"/>
    <pc:docChg chg="undo redo custSel addSld delSld modSld sldOrd">
      <pc:chgData name="Ella Vetter" userId="c6918cf5-f6c0-43cc-8499-a1f635017de9" providerId="ADAL" clId="{E8CAE533-5900-48F1-9375-A0F1AFC6DE31}" dt="2020-09-16T20:23:20.247" v="3279" actId="20577"/>
      <pc:docMkLst>
        <pc:docMk/>
      </pc:docMkLst>
      <pc:sldChg chg="modSp mod">
        <pc:chgData name="Ella Vetter" userId="c6918cf5-f6c0-43cc-8499-a1f635017de9" providerId="ADAL" clId="{E8CAE533-5900-48F1-9375-A0F1AFC6DE31}" dt="2020-09-16T19:46:07.935" v="3226" actId="20577"/>
        <pc:sldMkLst>
          <pc:docMk/>
          <pc:sldMk cId="1993397138" sldId="286"/>
        </pc:sldMkLst>
        <pc:spChg chg="mod">
          <ac:chgData name="Ella Vetter" userId="c6918cf5-f6c0-43cc-8499-a1f635017de9" providerId="ADAL" clId="{E8CAE533-5900-48F1-9375-A0F1AFC6DE31}" dt="2020-09-16T19:46:07.935" v="3226" actId="20577"/>
          <ac:spMkLst>
            <pc:docMk/>
            <pc:sldMk cId="1993397138" sldId="286"/>
            <ac:spMk id="3" creationId="{37B56F8A-6BEF-459C-AFA4-6D790D24F1CB}"/>
          </ac:spMkLst>
        </pc:spChg>
      </pc:sldChg>
      <pc:sldChg chg="modSp mod">
        <pc:chgData name="Ella Vetter" userId="c6918cf5-f6c0-43cc-8499-a1f635017de9" providerId="ADAL" clId="{E8CAE533-5900-48F1-9375-A0F1AFC6DE31}" dt="2020-09-16T16:03:25.573" v="1477" actId="13926"/>
        <pc:sldMkLst>
          <pc:docMk/>
          <pc:sldMk cId="3712023851" sldId="313"/>
        </pc:sldMkLst>
        <pc:spChg chg="mod">
          <ac:chgData name="Ella Vetter" userId="c6918cf5-f6c0-43cc-8499-a1f635017de9" providerId="ADAL" clId="{E8CAE533-5900-48F1-9375-A0F1AFC6DE31}" dt="2020-09-16T16:03:25.573" v="1477" actId="13926"/>
          <ac:spMkLst>
            <pc:docMk/>
            <pc:sldMk cId="3712023851" sldId="313"/>
            <ac:spMk id="2" creationId="{BD0A18F3-9F12-464B-BC50-F741E79EDDDA}"/>
          </ac:spMkLst>
        </pc:spChg>
      </pc:sldChg>
      <pc:sldChg chg="modSp mod">
        <pc:chgData name="Ella Vetter" userId="c6918cf5-f6c0-43cc-8499-a1f635017de9" providerId="ADAL" clId="{E8CAE533-5900-48F1-9375-A0F1AFC6DE31}" dt="2020-09-16T19:46:23.957" v="3228" actId="11"/>
        <pc:sldMkLst>
          <pc:docMk/>
          <pc:sldMk cId="4231542497" sldId="318"/>
        </pc:sldMkLst>
        <pc:spChg chg="mod">
          <ac:chgData name="Ella Vetter" userId="c6918cf5-f6c0-43cc-8499-a1f635017de9" providerId="ADAL" clId="{E8CAE533-5900-48F1-9375-A0F1AFC6DE31}" dt="2020-09-16T19:46:23.957" v="3228" actId="11"/>
          <ac:spMkLst>
            <pc:docMk/>
            <pc:sldMk cId="4231542497" sldId="318"/>
            <ac:spMk id="3" creationId="{53474193-55DD-4B03-A625-1686DEAA14EF}"/>
          </ac:spMkLst>
        </pc:spChg>
      </pc:sldChg>
      <pc:sldChg chg="modSp mod">
        <pc:chgData name="Ella Vetter" userId="c6918cf5-f6c0-43cc-8499-a1f635017de9" providerId="ADAL" clId="{E8CAE533-5900-48F1-9375-A0F1AFC6DE31}" dt="2020-09-16T19:46:30.663" v="3229" actId="11"/>
        <pc:sldMkLst>
          <pc:docMk/>
          <pc:sldMk cId="2141601583" sldId="320"/>
        </pc:sldMkLst>
        <pc:spChg chg="mod">
          <ac:chgData name="Ella Vetter" userId="c6918cf5-f6c0-43cc-8499-a1f635017de9" providerId="ADAL" clId="{E8CAE533-5900-48F1-9375-A0F1AFC6DE31}" dt="2020-09-16T19:46:30.663" v="3229" actId="11"/>
          <ac:spMkLst>
            <pc:docMk/>
            <pc:sldMk cId="2141601583" sldId="320"/>
            <ac:spMk id="3" creationId="{88A62F98-1398-4388-B088-C11376F92F3D}"/>
          </ac:spMkLst>
        </pc:spChg>
      </pc:sldChg>
      <pc:sldChg chg="modSp mod">
        <pc:chgData name="Ella Vetter" userId="c6918cf5-f6c0-43cc-8499-a1f635017de9" providerId="ADAL" clId="{E8CAE533-5900-48F1-9375-A0F1AFC6DE31}" dt="2020-09-16T20:02:55.293" v="3273" actId="20577"/>
        <pc:sldMkLst>
          <pc:docMk/>
          <pc:sldMk cId="701220366" sldId="321"/>
        </pc:sldMkLst>
        <pc:spChg chg="mod">
          <ac:chgData name="Ella Vetter" userId="c6918cf5-f6c0-43cc-8499-a1f635017de9" providerId="ADAL" clId="{E8CAE533-5900-48F1-9375-A0F1AFC6DE31}" dt="2020-09-16T20:02:55.293" v="3273" actId="20577"/>
          <ac:spMkLst>
            <pc:docMk/>
            <pc:sldMk cId="701220366" sldId="321"/>
            <ac:spMk id="3" creationId="{88A62F98-1398-4388-B088-C11376F92F3D}"/>
          </ac:spMkLst>
        </pc:spChg>
      </pc:sldChg>
      <pc:sldChg chg="modSp mod">
        <pc:chgData name="Ella Vetter" userId="c6918cf5-f6c0-43cc-8499-a1f635017de9" providerId="ADAL" clId="{E8CAE533-5900-48F1-9375-A0F1AFC6DE31}" dt="2020-09-16T19:46:19.390" v="3227" actId="11"/>
        <pc:sldMkLst>
          <pc:docMk/>
          <pc:sldMk cId="1043915023" sldId="322"/>
        </pc:sldMkLst>
        <pc:spChg chg="mod">
          <ac:chgData name="Ella Vetter" userId="c6918cf5-f6c0-43cc-8499-a1f635017de9" providerId="ADAL" clId="{E8CAE533-5900-48F1-9375-A0F1AFC6DE31}" dt="2020-09-16T19:46:19.390" v="3227" actId="11"/>
          <ac:spMkLst>
            <pc:docMk/>
            <pc:sldMk cId="1043915023" sldId="322"/>
            <ac:spMk id="9" creationId="{D13DA46D-CD64-490C-80E5-4DDD30392637}"/>
          </ac:spMkLst>
        </pc:spChg>
      </pc:sldChg>
      <pc:sldChg chg="modSp mod">
        <pc:chgData name="Ella Vetter" userId="c6918cf5-f6c0-43cc-8499-a1f635017de9" providerId="ADAL" clId="{E8CAE533-5900-48F1-9375-A0F1AFC6DE31}" dt="2020-09-16T19:46:36.378" v="3230" actId="11"/>
        <pc:sldMkLst>
          <pc:docMk/>
          <pc:sldMk cId="1935364617" sldId="323"/>
        </pc:sldMkLst>
        <pc:spChg chg="mod">
          <ac:chgData name="Ella Vetter" userId="c6918cf5-f6c0-43cc-8499-a1f635017de9" providerId="ADAL" clId="{E8CAE533-5900-48F1-9375-A0F1AFC6DE31}" dt="2020-09-16T19:46:36.378" v="3230" actId="11"/>
          <ac:spMkLst>
            <pc:docMk/>
            <pc:sldMk cId="1935364617" sldId="323"/>
            <ac:spMk id="3" creationId="{88A62F98-1398-4388-B088-C11376F92F3D}"/>
          </ac:spMkLst>
        </pc:spChg>
      </pc:sldChg>
      <pc:sldChg chg="modSp mod">
        <pc:chgData name="Ella Vetter" userId="c6918cf5-f6c0-43cc-8499-a1f635017de9" providerId="ADAL" clId="{E8CAE533-5900-48F1-9375-A0F1AFC6DE31}" dt="2020-09-16T19:46:48.896" v="3231" actId="11"/>
        <pc:sldMkLst>
          <pc:docMk/>
          <pc:sldMk cId="3819862748" sldId="325"/>
        </pc:sldMkLst>
        <pc:spChg chg="mod">
          <ac:chgData name="Ella Vetter" userId="c6918cf5-f6c0-43cc-8499-a1f635017de9" providerId="ADAL" clId="{E8CAE533-5900-48F1-9375-A0F1AFC6DE31}" dt="2020-09-16T19:46:48.896" v="3231" actId="11"/>
          <ac:spMkLst>
            <pc:docMk/>
            <pc:sldMk cId="3819862748" sldId="325"/>
            <ac:spMk id="6" creationId="{C815A54D-D680-47D0-A530-05229ED955FA}"/>
          </ac:spMkLst>
        </pc:spChg>
      </pc:sldChg>
      <pc:sldChg chg="modSp mod">
        <pc:chgData name="Ella Vetter" userId="c6918cf5-f6c0-43cc-8499-a1f635017de9" providerId="ADAL" clId="{E8CAE533-5900-48F1-9375-A0F1AFC6DE31}" dt="2020-09-16T19:47:10.589" v="3235" actId="11"/>
        <pc:sldMkLst>
          <pc:docMk/>
          <pc:sldMk cId="3051631181" sldId="326"/>
        </pc:sldMkLst>
        <pc:spChg chg="mod">
          <ac:chgData name="Ella Vetter" userId="c6918cf5-f6c0-43cc-8499-a1f635017de9" providerId="ADAL" clId="{E8CAE533-5900-48F1-9375-A0F1AFC6DE31}" dt="2020-09-16T19:47:10.589" v="3235" actId="11"/>
          <ac:spMkLst>
            <pc:docMk/>
            <pc:sldMk cId="3051631181" sldId="326"/>
            <ac:spMk id="6" creationId="{90D78095-06B4-428B-A1D1-FA185E91F4DB}"/>
          </ac:spMkLst>
        </pc:spChg>
      </pc:sldChg>
      <pc:sldChg chg="modSp mod">
        <pc:chgData name="Ella Vetter" userId="c6918cf5-f6c0-43cc-8499-a1f635017de9" providerId="ADAL" clId="{E8CAE533-5900-48F1-9375-A0F1AFC6DE31}" dt="2020-09-16T19:46:54.715" v="3232" actId="11"/>
        <pc:sldMkLst>
          <pc:docMk/>
          <pc:sldMk cId="877782285" sldId="327"/>
        </pc:sldMkLst>
        <pc:spChg chg="mod">
          <ac:chgData name="Ella Vetter" userId="c6918cf5-f6c0-43cc-8499-a1f635017de9" providerId="ADAL" clId="{E8CAE533-5900-48F1-9375-A0F1AFC6DE31}" dt="2020-09-16T19:46:54.715" v="3232" actId="11"/>
          <ac:spMkLst>
            <pc:docMk/>
            <pc:sldMk cId="877782285" sldId="327"/>
            <ac:spMk id="4" creationId="{7F8C2603-D7E4-4895-AB2C-372ECA0993A9}"/>
          </ac:spMkLst>
        </pc:spChg>
      </pc:sldChg>
      <pc:sldChg chg="modSp mod">
        <pc:chgData name="Ella Vetter" userId="c6918cf5-f6c0-43cc-8499-a1f635017de9" providerId="ADAL" clId="{E8CAE533-5900-48F1-9375-A0F1AFC6DE31}" dt="2020-09-16T19:47:00.035" v="3233" actId="11"/>
        <pc:sldMkLst>
          <pc:docMk/>
          <pc:sldMk cId="334261442" sldId="328"/>
        </pc:sldMkLst>
        <pc:spChg chg="mod">
          <ac:chgData name="Ella Vetter" userId="c6918cf5-f6c0-43cc-8499-a1f635017de9" providerId="ADAL" clId="{E8CAE533-5900-48F1-9375-A0F1AFC6DE31}" dt="2020-09-16T19:47:00.035" v="3233" actId="11"/>
          <ac:spMkLst>
            <pc:docMk/>
            <pc:sldMk cId="334261442" sldId="328"/>
            <ac:spMk id="6" creationId="{23380FDD-29B9-48D1-805D-66E391BA7387}"/>
          </ac:spMkLst>
        </pc:spChg>
      </pc:sldChg>
      <pc:sldChg chg="modSp mod">
        <pc:chgData name="Ella Vetter" userId="c6918cf5-f6c0-43cc-8499-a1f635017de9" providerId="ADAL" clId="{E8CAE533-5900-48F1-9375-A0F1AFC6DE31}" dt="2020-09-16T19:47:05.411" v="3234" actId="11"/>
        <pc:sldMkLst>
          <pc:docMk/>
          <pc:sldMk cId="3503232561" sldId="329"/>
        </pc:sldMkLst>
        <pc:spChg chg="mod">
          <ac:chgData name="Ella Vetter" userId="c6918cf5-f6c0-43cc-8499-a1f635017de9" providerId="ADAL" clId="{E8CAE533-5900-48F1-9375-A0F1AFC6DE31}" dt="2020-09-16T19:47:05.411" v="3234" actId="11"/>
          <ac:spMkLst>
            <pc:docMk/>
            <pc:sldMk cId="3503232561" sldId="329"/>
            <ac:spMk id="6" creationId="{FB2F8FD9-EEF7-460D-A9DD-C60B151D1FD0}"/>
          </ac:spMkLst>
        </pc:spChg>
      </pc:sldChg>
      <pc:sldChg chg="modSp mod modNotesTx">
        <pc:chgData name="Ella Vetter" userId="c6918cf5-f6c0-43cc-8499-a1f635017de9" providerId="ADAL" clId="{E8CAE533-5900-48F1-9375-A0F1AFC6DE31}" dt="2020-09-16T15:29:30.369" v="703"/>
        <pc:sldMkLst>
          <pc:docMk/>
          <pc:sldMk cId="375912605" sldId="331"/>
        </pc:sldMkLst>
        <pc:spChg chg="mod">
          <ac:chgData name="Ella Vetter" userId="c6918cf5-f6c0-43cc-8499-a1f635017de9" providerId="ADAL" clId="{E8CAE533-5900-48F1-9375-A0F1AFC6DE31}" dt="2020-09-16T15:23:34.672" v="529" actId="115"/>
          <ac:spMkLst>
            <pc:docMk/>
            <pc:sldMk cId="375912605" sldId="331"/>
            <ac:spMk id="3" creationId="{8221F274-BC26-4E74-AB9D-71F773282F5F}"/>
          </ac:spMkLst>
        </pc:spChg>
      </pc:sldChg>
      <pc:sldChg chg="modSp mod modNotesTx">
        <pc:chgData name="Ella Vetter" userId="c6918cf5-f6c0-43cc-8499-a1f635017de9" providerId="ADAL" clId="{E8CAE533-5900-48F1-9375-A0F1AFC6DE31}" dt="2020-09-16T15:48:22.508" v="1361" actId="20577"/>
        <pc:sldMkLst>
          <pc:docMk/>
          <pc:sldMk cId="2949972059" sldId="332"/>
        </pc:sldMkLst>
        <pc:spChg chg="mod">
          <ac:chgData name="Ella Vetter" userId="c6918cf5-f6c0-43cc-8499-a1f635017de9" providerId="ADAL" clId="{E8CAE533-5900-48F1-9375-A0F1AFC6DE31}" dt="2020-09-16T15:48:22.508" v="1361" actId="20577"/>
          <ac:spMkLst>
            <pc:docMk/>
            <pc:sldMk cId="2949972059" sldId="332"/>
            <ac:spMk id="3" creationId="{7E54F556-4D48-4B26-B56B-14903DBF0227}"/>
          </ac:spMkLst>
        </pc:spChg>
      </pc:sldChg>
      <pc:sldChg chg="modSp mod">
        <pc:chgData name="Ella Vetter" userId="c6918cf5-f6c0-43cc-8499-a1f635017de9" providerId="ADAL" clId="{E8CAE533-5900-48F1-9375-A0F1AFC6DE31}" dt="2020-09-16T19:47:16.949" v="3236" actId="11"/>
        <pc:sldMkLst>
          <pc:docMk/>
          <pc:sldMk cId="770859312" sldId="333"/>
        </pc:sldMkLst>
        <pc:spChg chg="mod">
          <ac:chgData name="Ella Vetter" userId="c6918cf5-f6c0-43cc-8499-a1f635017de9" providerId="ADAL" clId="{E8CAE533-5900-48F1-9375-A0F1AFC6DE31}" dt="2020-09-16T19:47:16.949" v="3236" actId="11"/>
          <ac:spMkLst>
            <pc:docMk/>
            <pc:sldMk cId="770859312" sldId="333"/>
            <ac:spMk id="4" creationId="{707C5EBC-6A0E-4D35-ACE9-9DC27564C9E4}"/>
          </ac:spMkLst>
        </pc:spChg>
      </pc:sldChg>
      <pc:sldChg chg="modSp mod">
        <pc:chgData name="Ella Vetter" userId="c6918cf5-f6c0-43cc-8499-a1f635017de9" providerId="ADAL" clId="{E8CAE533-5900-48F1-9375-A0F1AFC6DE31}" dt="2020-09-16T19:47:23.105" v="3237" actId="11"/>
        <pc:sldMkLst>
          <pc:docMk/>
          <pc:sldMk cId="3805342586" sldId="334"/>
        </pc:sldMkLst>
        <pc:spChg chg="mod">
          <ac:chgData name="Ella Vetter" userId="c6918cf5-f6c0-43cc-8499-a1f635017de9" providerId="ADAL" clId="{E8CAE533-5900-48F1-9375-A0F1AFC6DE31}" dt="2020-09-16T19:47:23.105" v="3237" actId="11"/>
          <ac:spMkLst>
            <pc:docMk/>
            <pc:sldMk cId="3805342586" sldId="334"/>
            <ac:spMk id="4" creationId="{54DA42CC-40CB-4A2F-8973-73781A249AF0}"/>
          </ac:spMkLst>
        </pc:spChg>
      </pc:sldChg>
      <pc:sldChg chg="modSp mod">
        <pc:chgData name="Ella Vetter" userId="c6918cf5-f6c0-43cc-8499-a1f635017de9" providerId="ADAL" clId="{E8CAE533-5900-48F1-9375-A0F1AFC6DE31}" dt="2020-09-16T19:47:29.346" v="3238" actId="11"/>
        <pc:sldMkLst>
          <pc:docMk/>
          <pc:sldMk cId="1594842008" sldId="335"/>
        </pc:sldMkLst>
        <pc:spChg chg="mod">
          <ac:chgData name="Ella Vetter" userId="c6918cf5-f6c0-43cc-8499-a1f635017de9" providerId="ADAL" clId="{E8CAE533-5900-48F1-9375-A0F1AFC6DE31}" dt="2020-09-16T19:47:29.346" v="3238" actId="11"/>
          <ac:spMkLst>
            <pc:docMk/>
            <pc:sldMk cId="1594842008" sldId="335"/>
            <ac:spMk id="4" creationId="{894ADE61-8434-47F9-A2E8-8F1D725EA5D2}"/>
          </ac:spMkLst>
        </pc:spChg>
      </pc:sldChg>
      <pc:sldChg chg="modSp mod">
        <pc:chgData name="Ella Vetter" userId="c6918cf5-f6c0-43cc-8499-a1f635017de9" providerId="ADAL" clId="{E8CAE533-5900-48F1-9375-A0F1AFC6DE31}" dt="2020-09-16T19:47:36.507" v="3239" actId="11"/>
        <pc:sldMkLst>
          <pc:docMk/>
          <pc:sldMk cId="513000458" sldId="336"/>
        </pc:sldMkLst>
        <pc:spChg chg="mod">
          <ac:chgData name="Ella Vetter" userId="c6918cf5-f6c0-43cc-8499-a1f635017de9" providerId="ADAL" clId="{E8CAE533-5900-48F1-9375-A0F1AFC6DE31}" dt="2020-09-16T19:47:36.507" v="3239" actId="11"/>
          <ac:spMkLst>
            <pc:docMk/>
            <pc:sldMk cId="513000458" sldId="336"/>
            <ac:spMk id="4" creationId="{9A2FBEA7-2905-4EB0-9760-20C7AB016556}"/>
          </ac:spMkLst>
        </pc:spChg>
      </pc:sldChg>
      <pc:sldChg chg="modSp mod">
        <pc:chgData name="Ella Vetter" userId="c6918cf5-f6c0-43cc-8499-a1f635017de9" providerId="ADAL" clId="{E8CAE533-5900-48F1-9375-A0F1AFC6DE31}" dt="2020-09-16T19:47:53.393" v="3241" actId="11"/>
        <pc:sldMkLst>
          <pc:docMk/>
          <pc:sldMk cId="2497133131" sldId="338"/>
        </pc:sldMkLst>
        <pc:spChg chg="mod">
          <ac:chgData name="Ella Vetter" userId="c6918cf5-f6c0-43cc-8499-a1f635017de9" providerId="ADAL" clId="{E8CAE533-5900-48F1-9375-A0F1AFC6DE31}" dt="2020-09-16T19:47:53.393" v="3241" actId="11"/>
          <ac:spMkLst>
            <pc:docMk/>
            <pc:sldMk cId="2497133131" sldId="338"/>
            <ac:spMk id="4" creationId="{3C6A5C21-4E07-4F33-9198-1792FD7F3D1C}"/>
          </ac:spMkLst>
        </pc:spChg>
      </pc:sldChg>
      <pc:sldChg chg="modSp mod">
        <pc:chgData name="Ella Vetter" userId="c6918cf5-f6c0-43cc-8499-a1f635017de9" providerId="ADAL" clId="{E8CAE533-5900-48F1-9375-A0F1AFC6DE31}" dt="2020-09-16T19:48:08.301" v="3243" actId="11"/>
        <pc:sldMkLst>
          <pc:docMk/>
          <pc:sldMk cId="1524780563" sldId="339"/>
        </pc:sldMkLst>
        <pc:spChg chg="mod">
          <ac:chgData name="Ella Vetter" userId="c6918cf5-f6c0-43cc-8499-a1f635017de9" providerId="ADAL" clId="{E8CAE533-5900-48F1-9375-A0F1AFC6DE31}" dt="2020-09-16T19:48:08.301" v="3243" actId="11"/>
          <ac:spMkLst>
            <pc:docMk/>
            <pc:sldMk cId="1524780563" sldId="339"/>
            <ac:spMk id="4" creationId="{2F129AF8-57D0-4CE0-8DE1-C396C1E6CF8D}"/>
          </ac:spMkLst>
        </pc:spChg>
      </pc:sldChg>
      <pc:sldChg chg="modSp mod">
        <pc:chgData name="Ella Vetter" userId="c6918cf5-f6c0-43cc-8499-a1f635017de9" providerId="ADAL" clId="{E8CAE533-5900-48F1-9375-A0F1AFC6DE31}" dt="2020-09-16T19:48:19.711" v="3244" actId="11"/>
        <pc:sldMkLst>
          <pc:docMk/>
          <pc:sldMk cId="3408288368" sldId="340"/>
        </pc:sldMkLst>
        <pc:spChg chg="mod">
          <ac:chgData name="Ella Vetter" userId="c6918cf5-f6c0-43cc-8499-a1f635017de9" providerId="ADAL" clId="{E8CAE533-5900-48F1-9375-A0F1AFC6DE31}" dt="2020-09-16T19:48:19.711" v="3244" actId="11"/>
          <ac:spMkLst>
            <pc:docMk/>
            <pc:sldMk cId="3408288368" sldId="340"/>
            <ac:spMk id="4" creationId="{04763771-6C82-4162-A5AC-F3602FF29FF6}"/>
          </ac:spMkLst>
        </pc:spChg>
      </pc:sldChg>
      <pc:sldChg chg="modSp mod">
        <pc:chgData name="Ella Vetter" userId="c6918cf5-f6c0-43cc-8499-a1f635017de9" providerId="ADAL" clId="{E8CAE533-5900-48F1-9375-A0F1AFC6DE31}" dt="2020-09-16T19:48:34.768" v="3246" actId="11"/>
        <pc:sldMkLst>
          <pc:docMk/>
          <pc:sldMk cId="437802711" sldId="341"/>
        </pc:sldMkLst>
        <pc:spChg chg="mod">
          <ac:chgData name="Ella Vetter" userId="c6918cf5-f6c0-43cc-8499-a1f635017de9" providerId="ADAL" clId="{E8CAE533-5900-48F1-9375-A0F1AFC6DE31}" dt="2020-09-16T19:48:34.768" v="3246" actId="11"/>
          <ac:spMkLst>
            <pc:docMk/>
            <pc:sldMk cId="437802711" sldId="341"/>
            <ac:spMk id="4" creationId="{D73DF70C-A971-4ABC-B0EC-BF457A93F4A7}"/>
          </ac:spMkLst>
        </pc:spChg>
      </pc:sldChg>
      <pc:sldChg chg="addSp delSp modSp mod">
        <pc:chgData name="Ella Vetter" userId="c6918cf5-f6c0-43cc-8499-a1f635017de9" providerId="ADAL" clId="{E8CAE533-5900-48F1-9375-A0F1AFC6DE31}" dt="2020-09-16T16:38:04.395" v="1851" actId="1035"/>
        <pc:sldMkLst>
          <pc:docMk/>
          <pc:sldMk cId="2321047472" sldId="343"/>
        </pc:sldMkLst>
        <pc:spChg chg="mod">
          <ac:chgData name="Ella Vetter" userId="c6918cf5-f6c0-43cc-8499-a1f635017de9" providerId="ADAL" clId="{E8CAE533-5900-48F1-9375-A0F1AFC6DE31}" dt="2020-09-16T16:37:20.518" v="1809" actId="13926"/>
          <ac:spMkLst>
            <pc:docMk/>
            <pc:sldMk cId="2321047472" sldId="343"/>
            <ac:spMk id="2" creationId="{C272E50E-403C-4E30-9B26-79AF2EFEA227}"/>
          </ac:spMkLst>
        </pc:spChg>
        <pc:spChg chg="mod">
          <ac:chgData name="Ella Vetter" userId="c6918cf5-f6c0-43cc-8499-a1f635017de9" providerId="ADAL" clId="{E8CAE533-5900-48F1-9375-A0F1AFC6DE31}" dt="2020-09-16T16:38:04.395" v="1851" actId="1035"/>
          <ac:spMkLst>
            <pc:docMk/>
            <pc:sldMk cId="2321047472" sldId="343"/>
            <ac:spMk id="3" creationId="{1C8AA331-7FFE-4074-8CB6-F8F6058B9498}"/>
          </ac:spMkLst>
        </pc:spChg>
        <pc:spChg chg="add del">
          <ac:chgData name="Ella Vetter" userId="c6918cf5-f6c0-43cc-8499-a1f635017de9" providerId="ADAL" clId="{E8CAE533-5900-48F1-9375-A0F1AFC6DE31}" dt="2020-09-16T16:07:27.964" v="1547"/>
          <ac:spMkLst>
            <pc:docMk/>
            <pc:sldMk cId="2321047472" sldId="343"/>
            <ac:spMk id="4" creationId="{E71F04E5-6DCA-42B1-8B06-9E1FD7CDD44F}"/>
          </ac:spMkLst>
        </pc:spChg>
        <pc:spChg chg="add del">
          <ac:chgData name="Ella Vetter" userId="c6918cf5-f6c0-43cc-8499-a1f635017de9" providerId="ADAL" clId="{E8CAE533-5900-48F1-9375-A0F1AFC6DE31}" dt="2020-09-16T16:07:30.299" v="1550"/>
          <ac:spMkLst>
            <pc:docMk/>
            <pc:sldMk cId="2321047472" sldId="343"/>
            <ac:spMk id="5" creationId="{35B8488A-C5CE-48B5-A725-CE19F2B260FF}"/>
          </ac:spMkLst>
        </pc:spChg>
        <pc:spChg chg="add del">
          <ac:chgData name="Ella Vetter" userId="c6918cf5-f6c0-43cc-8499-a1f635017de9" providerId="ADAL" clId="{E8CAE533-5900-48F1-9375-A0F1AFC6DE31}" dt="2020-09-16T16:32:52.315" v="1556"/>
          <ac:spMkLst>
            <pc:docMk/>
            <pc:sldMk cId="2321047472" sldId="343"/>
            <ac:spMk id="6" creationId="{C915BF67-1442-4222-82EB-6ECD0ED36C0C}"/>
          </ac:spMkLst>
        </pc:spChg>
      </pc:sldChg>
      <pc:sldChg chg="modSp mod">
        <pc:chgData name="Ella Vetter" userId="c6918cf5-f6c0-43cc-8499-a1f635017de9" providerId="ADAL" clId="{E8CAE533-5900-48F1-9375-A0F1AFC6DE31}" dt="2020-09-16T20:00:19.707" v="3271" actId="20577"/>
        <pc:sldMkLst>
          <pc:docMk/>
          <pc:sldMk cId="883250627" sldId="348"/>
        </pc:sldMkLst>
        <pc:spChg chg="mod">
          <ac:chgData name="Ella Vetter" userId="c6918cf5-f6c0-43cc-8499-a1f635017de9" providerId="ADAL" clId="{E8CAE533-5900-48F1-9375-A0F1AFC6DE31}" dt="2020-09-16T20:00:19.707" v="3271" actId="20577"/>
          <ac:spMkLst>
            <pc:docMk/>
            <pc:sldMk cId="883250627" sldId="348"/>
            <ac:spMk id="4" creationId="{66B87A78-20EF-4FCF-ACED-88D05806FC80}"/>
          </ac:spMkLst>
        </pc:spChg>
      </pc:sldChg>
      <pc:sldChg chg="modSp mod">
        <pc:chgData name="Ella Vetter" userId="c6918cf5-f6c0-43cc-8499-a1f635017de9" providerId="ADAL" clId="{E8CAE533-5900-48F1-9375-A0F1AFC6DE31}" dt="2020-09-16T19:48:00.485" v="3242" actId="11"/>
        <pc:sldMkLst>
          <pc:docMk/>
          <pc:sldMk cId="193838983" sldId="349"/>
        </pc:sldMkLst>
        <pc:spChg chg="mod">
          <ac:chgData name="Ella Vetter" userId="c6918cf5-f6c0-43cc-8499-a1f635017de9" providerId="ADAL" clId="{E8CAE533-5900-48F1-9375-A0F1AFC6DE31}" dt="2020-09-16T19:48:00.485" v="3242" actId="11"/>
          <ac:spMkLst>
            <pc:docMk/>
            <pc:sldMk cId="193838983" sldId="349"/>
            <ac:spMk id="8" creationId="{8D65FE5C-734C-4F70-95ED-19062B16A210}"/>
          </ac:spMkLst>
        </pc:spChg>
      </pc:sldChg>
      <pc:sldChg chg="modSp mod">
        <pc:chgData name="Ella Vetter" userId="c6918cf5-f6c0-43cc-8499-a1f635017de9" providerId="ADAL" clId="{E8CAE533-5900-48F1-9375-A0F1AFC6DE31}" dt="2020-09-16T14:44:28.371" v="16" actId="123"/>
        <pc:sldMkLst>
          <pc:docMk/>
          <pc:sldMk cId="3144359919" sldId="353"/>
        </pc:sldMkLst>
        <pc:spChg chg="mod">
          <ac:chgData name="Ella Vetter" userId="c6918cf5-f6c0-43cc-8499-a1f635017de9" providerId="ADAL" clId="{E8CAE533-5900-48F1-9375-A0F1AFC6DE31}" dt="2020-09-16T14:44:28.371" v="16" actId="123"/>
          <ac:spMkLst>
            <pc:docMk/>
            <pc:sldMk cId="3144359919" sldId="353"/>
            <ac:spMk id="3" creationId="{A43BF2BD-459D-4482-B43A-4B0F359FB02F}"/>
          </ac:spMkLst>
        </pc:spChg>
      </pc:sldChg>
      <pc:sldChg chg="modSp mod">
        <pc:chgData name="Ella Vetter" userId="c6918cf5-f6c0-43cc-8499-a1f635017de9" providerId="ADAL" clId="{E8CAE533-5900-48F1-9375-A0F1AFC6DE31}" dt="2020-09-16T15:40:05.172" v="1180" actId="20577"/>
        <pc:sldMkLst>
          <pc:docMk/>
          <pc:sldMk cId="110084408" sldId="357"/>
        </pc:sldMkLst>
        <pc:spChg chg="mod">
          <ac:chgData name="Ella Vetter" userId="c6918cf5-f6c0-43cc-8499-a1f635017de9" providerId="ADAL" clId="{E8CAE533-5900-48F1-9375-A0F1AFC6DE31}" dt="2020-09-16T15:40:05.172" v="1180" actId="20577"/>
          <ac:spMkLst>
            <pc:docMk/>
            <pc:sldMk cId="110084408" sldId="357"/>
            <ac:spMk id="4" creationId="{E0C5F203-6934-4EFB-90B8-43BB503E1648}"/>
          </ac:spMkLst>
        </pc:spChg>
      </pc:sldChg>
      <pc:sldChg chg="addSp delSp modSp mod">
        <pc:chgData name="Ella Vetter" userId="c6918cf5-f6c0-43cc-8499-a1f635017de9" providerId="ADAL" clId="{E8CAE533-5900-48F1-9375-A0F1AFC6DE31}" dt="2020-09-16T14:46:00.204" v="20" actId="13926"/>
        <pc:sldMkLst>
          <pc:docMk/>
          <pc:sldMk cId="256788973" sldId="359"/>
        </pc:sldMkLst>
        <pc:spChg chg="mod">
          <ac:chgData name="Ella Vetter" userId="c6918cf5-f6c0-43cc-8499-a1f635017de9" providerId="ADAL" clId="{E8CAE533-5900-48F1-9375-A0F1AFC6DE31}" dt="2020-09-16T14:46:00.204" v="20" actId="13926"/>
          <ac:spMkLst>
            <pc:docMk/>
            <pc:sldMk cId="256788973" sldId="359"/>
            <ac:spMk id="2" creationId="{00FBE098-62C7-45A7-B789-152A90C3515D}"/>
          </ac:spMkLst>
        </pc:spChg>
        <pc:spChg chg="del">
          <ac:chgData name="Ella Vetter" userId="c6918cf5-f6c0-43cc-8499-a1f635017de9" providerId="ADAL" clId="{E8CAE533-5900-48F1-9375-A0F1AFC6DE31}" dt="2020-09-16T14:44:07.593" v="7" actId="478"/>
          <ac:spMkLst>
            <pc:docMk/>
            <pc:sldMk cId="256788973" sldId="359"/>
            <ac:spMk id="3" creationId="{C922F6C7-2428-4B4A-A46A-AAD5A2E61970}"/>
          </ac:spMkLst>
        </pc:spChg>
        <pc:spChg chg="add mod">
          <ac:chgData name="Ella Vetter" userId="c6918cf5-f6c0-43cc-8499-a1f635017de9" providerId="ADAL" clId="{E8CAE533-5900-48F1-9375-A0F1AFC6DE31}" dt="2020-09-16T14:44:23.346" v="15" actId="123"/>
          <ac:spMkLst>
            <pc:docMk/>
            <pc:sldMk cId="256788973" sldId="359"/>
            <ac:spMk id="4" creationId="{25CC2C86-E122-46DA-9E54-3A51AB62D03F}"/>
          </ac:spMkLst>
        </pc:spChg>
        <pc:picChg chg="add mod">
          <ac:chgData name="Ella Vetter" userId="c6918cf5-f6c0-43cc-8499-a1f635017de9" providerId="ADAL" clId="{E8CAE533-5900-48F1-9375-A0F1AFC6DE31}" dt="2020-09-16T14:45:54.912" v="19" actId="1076"/>
          <ac:picMkLst>
            <pc:docMk/>
            <pc:sldMk cId="256788973" sldId="359"/>
            <ac:picMk id="6" creationId="{3753803C-A1EA-4138-B553-63756C180EB9}"/>
          </ac:picMkLst>
        </pc:picChg>
      </pc:sldChg>
      <pc:sldChg chg="addSp delSp modSp new mod modNotesTx">
        <pc:chgData name="Ella Vetter" userId="c6918cf5-f6c0-43cc-8499-a1f635017de9" providerId="ADAL" clId="{E8CAE533-5900-48F1-9375-A0F1AFC6DE31}" dt="2020-09-16T15:09:58.567" v="509" actId="13926"/>
        <pc:sldMkLst>
          <pc:docMk/>
          <pc:sldMk cId="2074887566" sldId="360"/>
        </pc:sldMkLst>
        <pc:spChg chg="mod">
          <ac:chgData name="Ella Vetter" userId="c6918cf5-f6c0-43cc-8499-a1f635017de9" providerId="ADAL" clId="{E8CAE533-5900-48F1-9375-A0F1AFC6DE31}" dt="2020-09-16T15:09:58.567" v="509" actId="13926"/>
          <ac:spMkLst>
            <pc:docMk/>
            <pc:sldMk cId="2074887566" sldId="360"/>
            <ac:spMk id="2" creationId="{C35BEF80-5534-4040-BBCC-5882A9DC8FE4}"/>
          </ac:spMkLst>
        </pc:spChg>
        <pc:spChg chg="del">
          <ac:chgData name="Ella Vetter" userId="c6918cf5-f6c0-43cc-8499-a1f635017de9" providerId="ADAL" clId="{E8CAE533-5900-48F1-9375-A0F1AFC6DE31}" dt="2020-09-16T14:46:22.509" v="21" actId="478"/>
          <ac:spMkLst>
            <pc:docMk/>
            <pc:sldMk cId="2074887566" sldId="360"/>
            <ac:spMk id="3" creationId="{5AE33263-E175-4015-99FE-E0BE73F3CDE7}"/>
          </ac:spMkLst>
        </pc:spChg>
        <pc:spChg chg="add mod">
          <ac:chgData name="Ella Vetter" userId="c6918cf5-f6c0-43cc-8499-a1f635017de9" providerId="ADAL" clId="{E8CAE533-5900-48F1-9375-A0F1AFC6DE31}" dt="2020-09-16T14:46:41.754" v="59" actId="113"/>
          <ac:spMkLst>
            <pc:docMk/>
            <pc:sldMk cId="2074887566" sldId="360"/>
            <ac:spMk id="4" creationId="{0350A024-20D5-463D-9952-60A8E354EA8C}"/>
          </ac:spMkLst>
        </pc:spChg>
        <pc:spChg chg="add mod">
          <ac:chgData name="Ella Vetter" userId="c6918cf5-f6c0-43cc-8499-a1f635017de9" providerId="ADAL" clId="{E8CAE533-5900-48F1-9375-A0F1AFC6DE31}" dt="2020-09-16T15:09:53.658" v="508" actId="1036"/>
          <ac:spMkLst>
            <pc:docMk/>
            <pc:sldMk cId="2074887566" sldId="360"/>
            <ac:spMk id="12" creationId="{CF91E8CF-455F-47B7-A966-4A6C09F88A76}"/>
          </ac:spMkLst>
        </pc:spChg>
        <pc:spChg chg="add mod">
          <ac:chgData name="Ella Vetter" userId="c6918cf5-f6c0-43cc-8499-a1f635017de9" providerId="ADAL" clId="{E8CAE533-5900-48F1-9375-A0F1AFC6DE31}" dt="2020-09-16T15:09:53.658" v="508" actId="1036"/>
          <ac:spMkLst>
            <pc:docMk/>
            <pc:sldMk cId="2074887566" sldId="360"/>
            <ac:spMk id="14" creationId="{19E7CB55-3991-4EE6-BA2F-398BECB67FD3}"/>
          </ac:spMkLst>
        </pc:spChg>
        <pc:spChg chg="add mod">
          <ac:chgData name="Ella Vetter" userId="c6918cf5-f6c0-43cc-8499-a1f635017de9" providerId="ADAL" clId="{E8CAE533-5900-48F1-9375-A0F1AFC6DE31}" dt="2020-09-16T15:09:53.658" v="508" actId="1036"/>
          <ac:spMkLst>
            <pc:docMk/>
            <pc:sldMk cId="2074887566" sldId="360"/>
            <ac:spMk id="16" creationId="{17D384F3-E4F7-487E-B9CC-C6BF5136D54A}"/>
          </ac:spMkLst>
        </pc:spChg>
        <pc:spChg chg="add mod">
          <ac:chgData name="Ella Vetter" userId="c6918cf5-f6c0-43cc-8499-a1f635017de9" providerId="ADAL" clId="{E8CAE533-5900-48F1-9375-A0F1AFC6DE31}" dt="2020-09-16T15:09:53.658" v="508" actId="1036"/>
          <ac:spMkLst>
            <pc:docMk/>
            <pc:sldMk cId="2074887566" sldId="360"/>
            <ac:spMk id="20" creationId="{122CF506-ACA6-4B40-A6DE-D0A6218DEA65}"/>
          </ac:spMkLst>
        </pc:spChg>
        <pc:spChg chg="add mod">
          <ac:chgData name="Ella Vetter" userId="c6918cf5-f6c0-43cc-8499-a1f635017de9" providerId="ADAL" clId="{E8CAE533-5900-48F1-9375-A0F1AFC6DE31}" dt="2020-09-16T15:09:53.658" v="508" actId="1036"/>
          <ac:spMkLst>
            <pc:docMk/>
            <pc:sldMk cId="2074887566" sldId="360"/>
            <ac:spMk id="26" creationId="{13B1B233-1A03-4618-9CFC-CA2C81663317}"/>
          </ac:spMkLst>
        </pc:spChg>
        <pc:picChg chg="add mod">
          <ac:chgData name="Ella Vetter" userId="c6918cf5-f6c0-43cc-8499-a1f635017de9" providerId="ADAL" clId="{E8CAE533-5900-48F1-9375-A0F1AFC6DE31}" dt="2020-09-16T15:09:53.658" v="508" actId="1036"/>
          <ac:picMkLst>
            <pc:docMk/>
            <pc:sldMk cId="2074887566" sldId="360"/>
            <ac:picMk id="6" creationId="{9882E3A4-343C-446E-9C74-242DB57913D5}"/>
          </ac:picMkLst>
        </pc:picChg>
        <pc:cxnChg chg="add mod">
          <ac:chgData name="Ella Vetter" userId="c6918cf5-f6c0-43cc-8499-a1f635017de9" providerId="ADAL" clId="{E8CAE533-5900-48F1-9375-A0F1AFC6DE31}" dt="2020-09-16T15:09:53.658" v="508" actId="1036"/>
          <ac:cxnSpMkLst>
            <pc:docMk/>
            <pc:sldMk cId="2074887566" sldId="360"/>
            <ac:cxnSpMk id="7" creationId="{A3A7A5CE-2EE1-4FA1-A364-1E6EA827161C}"/>
          </ac:cxnSpMkLst>
        </pc:cxnChg>
        <pc:cxnChg chg="add mod">
          <ac:chgData name="Ella Vetter" userId="c6918cf5-f6c0-43cc-8499-a1f635017de9" providerId="ADAL" clId="{E8CAE533-5900-48F1-9375-A0F1AFC6DE31}" dt="2020-09-16T15:09:53.658" v="508" actId="1036"/>
          <ac:cxnSpMkLst>
            <pc:docMk/>
            <pc:sldMk cId="2074887566" sldId="360"/>
            <ac:cxnSpMk id="8" creationId="{35732108-FFD2-47A1-9754-25F2CC8EBEDC}"/>
          </ac:cxnSpMkLst>
        </pc:cxnChg>
        <pc:cxnChg chg="add mod">
          <ac:chgData name="Ella Vetter" userId="c6918cf5-f6c0-43cc-8499-a1f635017de9" providerId="ADAL" clId="{E8CAE533-5900-48F1-9375-A0F1AFC6DE31}" dt="2020-09-16T15:09:53.658" v="508" actId="1036"/>
          <ac:cxnSpMkLst>
            <pc:docMk/>
            <pc:sldMk cId="2074887566" sldId="360"/>
            <ac:cxnSpMk id="9" creationId="{EE5AC546-42C8-4391-92DA-0A486F1F25BA}"/>
          </ac:cxnSpMkLst>
        </pc:cxnChg>
        <pc:cxnChg chg="add mod">
          <ac:chgData name="Ella Vetter" userId="c6918cf5-f6c0-43cc-8499-a1f635017de9" providerId="ADAL" clId="{E8CAE533-5900-48F1-9375-A0F1AFC6DE31}" dt="2020-09-16T15:09:53.658" v="508" actId="1036"/>
          <ac:cxnSpMkLst>
            <pc:docMk/>
            <pc:sldMk cId="2074887566" sldId="360"/>
            <ac:cxnSpMk id="10" creationId="{4B391B2C-C843-4423-A394-891EB409CF5B}"/>
          </ac:cxnSpMkLst>
        </pc:cxnChg>
        <pc:cxnChg chg="add mod">
          <ac:chgData name="Ella Vetter" userId="c6918cf5-f6c0-43cc-8499-a1f635017de9" providerId="ADAL" clId="{E8CAE533-5900-48F1-9375-A0F1AFC6DE31}" dt="2020-09-16T15:09:53.658" v="508" actId="1036"/>
          <ac:cxnSpMkLst>
            <pc:docMk/>
            <pc:sldMk cId="2074887566" sldId="360"/>
            <ac:cxnSpMk id="21" creationId="{DB3F08EA-19CC-4EE1-976E-287A602A867B}"/>
          </ac:cxnSpMkLst>
        </pc:cxnChg>
      </pc:sldChg>
      <pc:sldChg chg="addSp delSp modSp add mod">
        <pc:chgData name="Ella Vetter" userId="c6918cf5-f6c0-43cc-8499-a1f635017de9" providerId="ADAL" clId="{E8CAE533-5900-48F1-9375-A0F1AFC6DE31}" dt="2020-09-16T15:10:03.469" v="513" actId="1035"/>
        <pc:sldMkLst>
          <pc:docMk/>
          <pc:sldMk cId="2368709295" sldId="361"/>
        </pc:sldMkLst>
        <pc:spChg chg="del">
          <ac:chgData name="Ella Vetter" userId="c6918cf5-f6c0-43cc-8499-a1f635017de9" providerId="ADAL" clId="{E8CAE533-5900-48F1-9375-A0F1AFC6DE31}" dt="2020-09-16T14:55:33.237" v="155" actId="478"/>
          <ac:spMkLst>
            <pc:docMk/>
            <pc:sldMk cId="2368709295" sldId="361"/>
            <ac:spMk id="3" creationId="{5AE33263-E175-4015-99FE-E0BE73F3CDE7}"/>
          </ac:spMkLst>
        </pc:spChg>
        <pc:spChg chg="add mod">
          <ac:chgData name="Ella Vetter" userId="c6918cf5-f6c0-43cc-8499-a1f635017de9" providerId="ADAL" clId="{E8CAE533-5900-48F1-9375-A0F1AFC6DE31}" dt="2020-09-16T15:10:03.469" v="513" actId="1035"/>
          <ac:spMkLst>
            <pc:docMk/>
            <pc:sldMk cId="2368709295" sldId="361"/>
            <ac:spMk id="4" creationId="{5913F759-147C-4879-BD6B-2D7E6FEB7E38}"/>
          </ac:spMkLst>
        </pc:spChg>
        <pc:picChg chg="add del mod">
          <ac:chgData name="Ella Vetter" userId="c6918cf5-f6c0-43cc-8499-a1f635017de9" providerId="ADAL" clId="{E8CAE533-5900-48F1-9375-A0F1AFC6DE31}" dt="2020-09-16T14:59:15.291" v="286" actId="478"/>
          <ac:picMkLst>
            <pc:docMk/>
            <pc:sldMk cId="2368709295" sldId="361"/>
            <ac:picMk id="6" creationId="{A167F272-BB3E-484D-9927-52703B6CD038}"/>
          </ac:picMkLst>
        </pc:picChg>
        <pc:picChg chg="add mod">
          <ac:chgData name="Ella Vetter" userId="c6918cf5-f6c0-43cc-8499-a1f635017de9" providerId="ADAL" clId="{E8CAE533-5900-48F1-9375-A0F1AFC6DE31}" dt="2020-09-16T14:59:14.470" v="285" actId="571"/>
          <ac:picMkLst>
            <pc:docMk/>
            <pc:sldMk cId="2368709295" sldId="361"/>
            <ac:picMk id="7" creationId="{820C73E2-0082-4E78-9522-475B67C2DF76}"/>
          </ac:picMkLst>
        </pc:picChg>
        <pc:picChg chg="add mod">
          <ac:chgData name="Ella Vetter" userId="c6918cf5-f6c0-43cc-8499-a1f635017de9" providerId="ADAL" clId="{E8CAE533-5900-48F1-9375-A0F1AFC6DE31}" dt="2020-09-16T14:59:22.948" v="291" actId="208"/>
          <ac:picMkLst>
            <pc:docMk/>
            <pc:sldMk cId="2368709295" sldId="361"/>
            <ac:picMk id="9" creationId="{6A700751-3312-4331-8A64-BE6044D18491}"/>
          </ac:picMkLst>
        </pc:picChg>
      </pc:sldChg>
      <pc:sldChg chg="addSp delSp modSp add mod">
        <pc:chgData name="Ella Vetter" userId="c6918cf5-f6c0-43cc-8499-a1f635017de9" providerId="ADAL" clId="{E8CAE533-5900-48F1-9375-A0F1AFC6DE31}" dt="2020-09-16T15:40:09.689" v="1188" actId="20577"/>
        <pc:sldMkLst>
          <pc:docMk/>
          <pc:sldMk cId="882960040" sldId="362"/>
        </pc:sldMkLst>
        <pc:spChg chg="del">
          <ac:chgData name="Ella Vetter" userId="c6918cf5-f6c0-43cc-8499-a1f635017de9" providerId="ADAL" clId="{E8CAE533-5900-48F1-9375-A0F1AFC6DE31}" dt="2020-09-16T14:59:39.912" v="293" actId="478"/>
          <ac:spMkLst>
            <pc:docMk/>
            <pc:sldMk cId="882960040" sldId="362"/>
            <ac:spMk id="3" creationId="{5AE33263-E175-4015-99FE-E0BE73F3CDE7}"/>
          </ac:spMkLst>
        </pc:spChg>
        <pc:spChg chg="add mod">
          <ac:chgData name="Ella Vetter" userId="c6918cf5-f6c0-43cc-8499-a1f635017de9" providerId="ADAL" clId="{E8CAE533-5900-48F1-9375-A0F1AFC6DE31}" dt="2020-09-16T15:40:09.689" v="1188" actId="20577"/>
          <ac:spMkLst>
            <pc:docMk/>
            <pc:sldMk cId="882960040" sldId="362"/>
            <ac:spMk id="4" creationId="{1A7F3C11-AC58-48A9-A1AF-E8BD47BCBCBE}"/>
          </ac:spMkLst>
        </pc:spChg>
        <pc:picChg chg="add mod">
          <ac:chgData name="Ella Vetter" userId="c6918cf5-f6c0-43cc-8499-a1f635017de9" providerId="ADAL" clId="{E8CAE533-5900-48F1-9375-A0F1AFC6DE31}" dt="2020-09-16T15:00:46.250" v="313" actId="1076"/>
          <ac:picMkLst>
            <pc:docMk/>
            <pc:sldMk cId="882960040" sldId="362"/>
            <ac:picMk id="6" creationId="{FA4969C7-26DC-400C-8AA4-A151D43EA457}"/>
          </ac:picMkLst>
        </pc:picChg>
        <pc:picChg chg="add mod">
          <ac:chgData name="Ella Vetter" userId="c6918cf5-f6c0-43cc-8499-a1f635017de9" providerId="ADAL" clId="{E8CAE533-5900-48F1-9375-A0F1AFC6DE31}" dt="2020-09-16T15:01:18.586" v="316" actId="14100"/>
          <ac:picMkLst>
            <pc:docMk/>
            <pc:sldMk cId="882960040" sldId="362"/>
            <ac:picMk id="8" creationId="{EA51F1F0-C9F7-4C94-B68E-8678CC185D6C}"/>
          </ac:picMkLst>
        </pc:picChg>
      </pc:sldChg>
      <pc:sldChg chg="add del">
        <pc:chgData name="Ella Vetter" userId="c6918cf5-f6c0-43cc-8499-a1f635017de9" providerId="ADAL" clId="{E8CAE533-5900-48F1-9375-A0F1AFC6DE31}" dt="2020-09-16T15:10:10.951" v="514" actId="47"/>
        <pc:sldMkLst>
          <pc:docMk/>
          <pc:sldMk cId="1197592500" sldId="363"/>
        </pc:sldMkLst>
      </pc:sldChg>
      <pc:sldChg chg="addSp delSp modSp new mod">
        <pc:chgData name="Ella Vetter" userId="c6918cf5-f6c0-43cc-8499-a1f635017de9" providerId="ADAL" clId="{E8CAE533-5900-48F1-9375-A0F1AFC6DE31}" dt="2020-09-16T15:42:42" v="1303" actId="1076"/>
        <pc:sldMkLst>
          <pc:docMk/>
          <pc:sldMk cId="1575101120" sldId="363"/>
        </pc:sldMkLst>
        <pc:spChg chg="mod">
          <ac:chgData name="Ella Vetter" userId="c6918cf5-f6c0-43cc-8499-a1f635017de9" providerId="ADAL" clId="{E8CAE533-5900-48F1-9375-A0F1AFC6DE31}" dt="2020-09-16T15:11:11.984" v="516"/>
          <ac:spMkLst>
            <pc:docMk/>
            <pc:sldMk cId="1575101120" sldId="363"/>
            <ac:spMk id="2" creationId="{295736AC-1300-421A-BA2B-344D7EC8967F}"/>
          </ac:spMkLst>
        </pc:spChg>
        <pc:spChg chg="del">
          <ac:chgData name="Ella Vetter" userId="c6918cf5-f6c0-43cc-8499-a1f635017de9" providerId="ADAL" clId="{E8CAE533-5900-48F1-9375-A0F1AFC6DE31}" dt="2020-09-16T15:11:24.583" v="520" actId="478"/>
          <ac:spMkLst>
            <pc:docMk/>
            <pc:sldMk cId="1575101120" sldId="363"/>
            <ac:spMk id="3" creationId="{5103F989-0416-4068-9E6F-CCE29817A01F}"/>
          </ac:spMkLst>
        </pc:spChg>
        <pc:spChg chg="add mod">
          <ac:chgData name="Ella Vetter" userId="c6918cf5-f6c0-43cc-8499-a1f635017de9" providerId="ADAL" clId="{E8CAE533-5900-48F1-9375-A0F1AFC6DE31}" dt="2020-09-16T15:42:38.370" v="1302" actId="1036"/>
          <ac:spMkLst>
            <pc:docMk/>
            <pc:sldMk cId="1575101120" sldId="363"/>
            <ac:spMk id="4" creationId="{ADEAE891-F8BC-49BC-96A0-54B1AD69DE72}"/>
          </ac:spMkLst>
        </pc:spChg>
        <pc:picChg chg="add del mod">
          <ac:chgData name="Ella Vetter" userId="c6918cf5-f6c0-43cc-8499-a1f635017de9" providerId="ADAL" clId="{E8CAE533-5900-48F1-9375-A0F1AFC6DE31}" dt="2020-09-16T15:22:04.134" v="525" actId="478"/>
          <ac:picMkLst>
            <pc:docMk/>
            <pc:sldMk cId="1575101120" sldId="363"/>
            <ac:picMk id="6" creationId="{A328B34E-99D5-4DF7-8FAA-F377F407854B}"/>
          </ac:picMkLst>
        </pc:picChg>
        <pc:picChg chg="add mod">
          <ac:chgData name="Ella Vetter" userId="c6918cf5-f6c0-43cc-8499-a1f635017de9" providerId="ADAL" clId="{E8CAE533-5900-48F1-9375-A0F1AFC6DE31}" dt="2020-09-16T15:42:42" v="1303" actId="1076"/>
          <ac:picMkLst>
            <pc:docMk/>
            <pc:sldMk cId="1575101120" sldId="363"/>
            <ac:picMk id="8" creationId="{0173BCBD-D0B2-4D9E-B571-004AB9F82489}"/>
          </ac:picMkLst>
        </pc:picChg>
      </pc:sldChg>
      <pc:sldChg chg="addSp delSp modSp add mod">
        <pc:chgData name="Ella Vetter" userId="c6918cf5-f6c0-43cc-8499-a1f635017de9" providerId="ADAL" clId="{E8CAE533-5900-48F1-9375-A0F1AFC6DE31}" dt="2020-09-16T19:54:53.737" v="3247" actId="11"/>
        <pc:sldMkLst>
          <pc:docMk/>
          <pc:sldMk cId="1795387855" sldId="364"/>
        </pc:sldMkLst>
        <pc:spChg chg="mod">
          <ac:chgData name="Ella Vetter" userId="c6918cf5-f6c0-43cc-8499-a1f635017de9" providerId="ADAL" clId="{E8CAE533-5900-48F1-9375-A0F1AFC6DE31}" dt="2020-09-16T15:34:08.482" v="766" actId="1076"/>
          <ac:spMkLst>
            <pc:docMk/>
            <pc:sldMk cId="1795387855" sldId="364"/>
            <ac:spMk id="2" creationId="{295736AC-1300-421A-BA2B-344D7EC8967F}"/>
          </ac:spMkLst>
        </pc:spChg>
        <pc:spChg chg="del">
          <ac:chgData name="Ella Vetter" userId="c6918cf5-f6c0-43cc-8499-a1f635017de9" providerId="ADAL" clId="{E8CAE533-5900-48F1-9375-A0F1AFC6DE31}" dt="2020-09-16T15:32:19.869" v="715" actId="478"/>
          <ac:spMkLst>
            <pc:docMk/>
            <pc:sldMk cId="1795387855" sldId="364"/>
            <ac:spMk id="3" creationId="{5103F989-0416-4068-9E6F-CCE29817A01F}"/>
          </ac:spMkLst>
        </pc:spChg>
        <pc:spChg chg="add mod">
          <ac:chgData name="Ella Vetter" userId="c6918cf5-f6c0-43cc-8499-a1f635017de9" providerId="ADAL" clId="{E8CAE533-5900-48F1-9375-A0F1AFC6DE31}" dt="2020-09-16T19:54:53.737" v="3247" actId="11"/>
          <ac:spMkLst>
            <pc:docMk/>
            <pc:sldMk cId="1795387855" sldId="364"/>
            <ac:spMk id="4" creationId="{18F3D4D7-4D3A-4AAA-83B2-3B96265F8C6A}"/>
          </ac:spMkLst>
        </pc:spChg>
        <pc:picChg chg="add mod">
          <ac:chgData name="Ella Vetter" userId="c6918cf5-f6c0-43cc-8499-a1f635017de9" providerId="ADAL" clId="{E8CAE533-5900-48F1-9375-A0F1AFC6DE31}" dt="2020-09-16T15:38:35.884" v="1096" actId="1036"/>
          <ac:picMkLst>
            <pc:docMk/>
            <pc:sldMk cId="1795387855" sldId="364"/>
            <ac:picMk id="6" creationId="{EE874ADD-30FC-43BE-A4D9-5523F3668750}"/>
          </ac:picMkLst>
        </pc:picChg>
        <pc:picChg chg="add mod">
          <ac:chgData name="Ella Vetter" userId="c6918cf5-f6c0-43cc-8499-a1f635017de9" providerId="ADAL" clId="{E8CAE533-5900-48F1-9375-A0F1AFC6DE31}" dt="2020-09-16T15:38:49.125" v="1103" actId="14100"/>
          <ac:picMkLst>
            <pc:docMk/>
            <pc:sldMk cId="1795387855" sldId="364"/>
            <ac:picMk id="8" creationId="{A07D5CD1-BF14-4E93-8391-30886040865F}"/>
          </ac:picMkLst>
        </pc:picChg>
      </pc:sldChg>
      <pc:sldChg chg="addSp delSp modSp add mod">
        <pc:chgData name="Ella Vetter" userId="c6918cf5-f6c0-43cc-8499-a1f635017de9" providerId="ADAL" clId="{E8CAE533-5900-48F1-9375-A0F1AFC6DE31}" dt="2020-09-16T20:05:10.428" v="3274" actId="20577"/>
        <pc:sldMkLst>
          <pc:docMk/>
          <pc:sldMk cId="3018599899" sldId="365"/>
        </pc:sldMkLst>
        <pc:spChg chg="del">
          <ac:chgData name="Ella Vetter" userId="c6918cf5-f6c0-43cc-8499-a1f635017de9" providerId="ADAL" clId="{E8CAE533-5900-48F1-9375-A0F1AFC6DE31}" dt="2020-09-16T15:35:42.783" v="881" actId="478"/>
          <ac:spMkLst>
            <pc:docMk/>
            <pc:sldMk cId="3018599899" sldId="365"/>
            <ac:spMk id="3" creationId="{5103F989-0416-4068-9E6F-CCE29817A01F}"/>
          </ac:spMkLst>
        </pc:spChg>
        <pc:spChg chg="add mod">
          <ac:chgData name="Ella Vetter" userId="c6918cf5-f6c0-43cc-8499-a1f635017de9" providerId="ADAL" clId="{E8CAE533-5900-48F1-9375-A0F1AFC6DE31}" dt="2020-09-16T20:05:10.428" v="3274" actId="20577"/>
          <ac:spMkLst>
            <pc:docMk/>
            <pc:sldMk cId="3018599899" sldId="365"/>
            <ac:spMk id="4" creationId="{135412F4-4223-4159-964F-F2E724B1E621}"/>
          </ac:spMkLst>
        </pc:spChg>
        <pc:picChg chg="add mod">
          <ac:chgData name="Ella Vetter" userId="c6918cf5-f6c0-43cc-8499-a1f635017de9" providerId="ADAL" clId="{E8CAE533-5900-48F1-9375-A0F1AFC6DE31}" dt="2020-09-16T15:43:32.359" v="1317" actId="1076"/>
          <ac:picMkLst>
            <pc:docMk/>
            <pc:sldMk cId="3018599899" sldId="365"/>
            <ac:picMk id="6" creationId="{F60BAF2D-4787-43F3-B9C0-2A4556A96F22}"/>
          </ac:picMkLst>
        </pc:picChg>
        <pc:picChg chg="add del mod">
          <ac:chgData name="Ella Vetter" userId="c6918cf5-f6c0-43cc-8499-a1f635017de9" providerId="ADAL" clId="{E8CAE533-5900-48F1-9375-A0F1AFC6DE31}" dt="2020-09-16T15:43:23.101" v="1313" actId="21"/>
          <ac:picMkLst>
            <pc:docMk/>
            <pc:sldMk cId="3018599899" sldId="365"/>
            <ac:picMk id="8" creationId="{4AC48F6D-EF9E-47B6-AEF1-D5097C9CE2DF}"/>
          </ac:picMkLst>
        </pc:picChg>
      </pc:sldChg>
      <pc:sldChg chg="addSp delSp modSp add del mod">
        <pc:chgData name="Ella Vetter" userId="c6918cf5-f6c0-43cc-8499-a1f635017de9" providerId="ADAL" clId="{E8CAE533-5900-48F1-9375-A0F1AFC6DE31}" dt="2020-09-16T15:40:59.324" v="1265" actId="47"/>
        <pc:sldMkLst>
          <pc:docMk/>
          <pc:sldMk cId="2447537763" sldId="366"/>
        </pc:sldMkLst>
        <pc:spChg chg="del">
          <ac:chgData name="Ella Vetter" userId="c6918cf5-f6c0-43cc-8499-a1f635017de9" providerId="ADAL" clId="{E8CAE533-5900-48F1-9375-A0F1AFC6DE31}" dt="2020-09-16T15:39:01.941" v="1104" actId="478"/>
          <ac:spMkLst>
            <pc:docMk/>
            <pc:sldMk cId="2447537763" sldId="366"/>
            <ac:spMk id="3" creationId="{5103F989-0416-4068-9E6F-CCE29817A01F}"/>
          </ac:spMkLst>
        </pc:spChg>
        <pc:spChg chg="add mod">
          <ac:chgData name="Ella Vetter" userId="c6918cf5-f6c0-43cc-8499-a1f635017de9" providerId="ADAL" clId="{E8CAE533-5900-48F1-9375-A0F1AFC6DE31}" dt="2020-09-16T15:40:54.204" v="1259" actId="21"/>
          <ac:spMkLst>
            <pc:docMk/>
            <pc:sldMk cId="2447537763" sldId="366"/>
            <ac:spMk id="4" creationId="{3CFB0801-17A8-4B50-BDDB-CB89263A99E8}"/>
          </ac:spMkLst>
        </pc:spChg>
      </pc:sldChg>
      <pc:sldChg chg="addSp modSp new mod">
        <pc:chgData name="Ella Vetter" userId="c6918cf5-f6c0-43cc-8499-a1f635017de9" providerId="ADAL" clId="{E8CAE533-5900-48F1-9375-A0F1AFC6DE31}" dt="2020-09-16T19:55:11.344" v="3249" actId="11"/>
        <pc:sldMkLst>
          <pc:docMk/>
          <pc:sldMk cId="2456304505" sldId="366"/>
        </pc:sldMkLst>
        <pc:spChg chg="mod">
          <ac:chgData name="Ella Vetter" userId="c6918cf5-f6c0-43cc-8499-a1f635017de9" providerId="ADAL" clId="{E8CAE533-5900-48F1-9375-A0F1AFC6DE31}" dt="2020-09-16T15:43:04.299" v="1305"/>
          <ac:spMkLst>
            <pc:docMk/>
            <pc:sldMk cId="2456304505" sldId="366"/>
            <ac:spMk id="2" creationId="{DCE6CC1B-F3BB-43FB-86AC-C4161D2DEFC3}"/>
          </ac:spMkLst>
        </pc:spChg>
        <pc:spChg chg="mod">
          <ac:chgData name="Ella Vetter" userId="c6918cf5-f6c0-43cc-8499-a1f635017de9" providerId="ADAL" clId="{E8CAE533-5900-48F1-9375-A0F1AFC6DE31}" dt="2020-09-16T19:55:11.344" v="3249" actId="11"/>
          <ac:spMkLst>
            <pc:docMk/>
            <pc:sldMk cId="2456304505" sldId="366"/>
            <ac:spMk id="3" creationId="{D5D596DB-88FA-4D57-8277-AAE265DF59AB}"/>
          </ac:spMkLst>
        </pc:spChg>
        <pc:picChg chg="add mod">
          <ac:chgData name="Ella Vetter" userId="c6918cf5-f6c0-43cc-8499-a1f635017de9" providerId="ADAL" clId="{E8CAE533-5900-48F1-9375-A0F1AFC6DE31}" dt="2020-09-16T15:43:26.039" v="1315" actId="1076"/>
          <ac:picMkLst>
            <pc:docMk/>
            <pc:sldMk cId="2456304505" sldId="366"/>
            <ac:picMk id="5" creationId="{AEF83D90-9885-4C68-80F0-13267004EE71}"/>
          </ac:picMkLst>
        </pc:picChg>
      </pc:sldChg>
      <pc:sldChg chg="addSp delSp modSp new mod">
        <pc:chgData name="Ella Vetter" userId="c6918cf5-f6c0-43cc-8499-a1f635017de9" providerId="ADAL" clId="{E8CAE533-5900-48F1-9375-A0F1AFC6DE31}" dt="2020-09-16T17:42:48.305" v="2003" actId="1035"/>
        <pc:sldMkLst>
          <pc:docMk/>
          <pc:sldMk cId="761110323" sldId="367"/>
        </pc:sldMkLst>
        <pc:spChg chg="mod">
          <ac:chgData name="Ella Vetter" userId="c6918cf5-f6c0-43cc-8499-a1f635017de9" providerId="ADAL" clId="{E8CAE533-5900-48F1-9375-A0F1AFC6DE31}" dt="2020-09-16T16:03:31.789" v="1478"/>
          <ac:spMkLst>
            <pc:docMk/>
            <pc:sldMk cId="761110323" sldId="367"/>
            <ac:spMk id="2" creationId="{7466FB1F-0C9C-48C8-BC71-4AD81EDA0135}"/>
          </ac:spMkLst>
        </pc:spChg>
        <pc:spChg chg="del">
          <ac:chgData name="Ella Vetter" userId="c6918cf5-f6c0-43cc-8499-a1f635017de9" providerId="ADAL" clId="{E8CAE533-5900-48F1-9375-A0F1AFC6DE31}" dt="2020-09-16T16:02:51.457" v="1467" actId="478"/>
          <ac:spMkLst>
            <pc:docMk/>
            <pc:sldMk cId="761110323" sldId="367"/>
            <ac:spMk id="3" creationId="{10465C3C-9478-42B5-975E-2B116C6D73B3}"/>
          </ac:spMkLst>
        </pc:spChg>
        <pc:spChg chg="add mod">
          <ac:chgData name="Ella Vetter" userId="c6918cf5-f6c0-43cc-8499-a1f635017de9" providerId="ADAL" clId="{E8CAE533-5900-48F1-9375-A0F1AFC6DE31}" dt="2020-09-16T17:42:48.305" v="2003" actId="1035"/>
          <ac:spMkLst>
            <pc:docMk/>
            <pc:sldMk cId="761110323" sldId="367"/>
            <ac:spMk id="4" creationId="{63898B1F-9222-441C-BD20-FEA04488D03C}"/>
          </ac:spMkLst>
        </pc:spChg>
        <pc:picChg chg="add mod">
          <ac:chgData name="Ella Vetter" userId="c6918cf5-f6c0-43cc-8499-a1f635017de9" providerId="ADAL" clId="{E8CAE533-5900-48F1-9375-A0F1AFC6DE31}" dt="2020-09-16T16:04:29.559" v="1494" actId="1076"/>
          <ac:picMkLst>
            <pc:docMk/>
            <pc:sldMk cId="761110323" sldId="367"/>
            <ac:picMk id="6" creationId="{8C878D34-387C-42B0-8084-CBD6F7EDB34C}"/>
          </ac:picMkLst>
        </pc:picChg>
      </pc:sldChg>
      <pc:sldChg chg="addSp modSp new mod modNotesTx">
        <pc:chgData name="Ella Vetter" userId="c6918cf5-f6c0-43cc-8499-a1f635017de9" providerId="ADAL" clId="{E8CAE533-5900-48F1-9375-A0F1AFC6DE31}" dt="2020-09-16T17:49:23.028" v="2150" actId="208"/>
        <pc:sldMkLst>
          <pc:docMk/>
          <pc:sldMk cId="1336207614" sldId="368"/>
        </pc:sldMkLst>
        <pc:spChg chg="mod">
          <ac:chgData name="Ella Vetter" userId="c6918cf5-f6c0-43cc-8499-a1f635017de9" providerId="ADAL" clId="{E8CAE533-5900-48F1-9375-A0F1AFC6DE31}" dt="2020-09-16T16:04:36.505" v="1496"/>
          <ac:spMkLst>
            <pc:docMk/>
            <pc:sldMk cId="1336207614" sldId="368"/>
            <ac:spMk id="2" creationId="{CBC00CA2-84F0-4E5A-AFE5-8D8827F798C7}"/>
          </ac:spMkLst>
        </pc:spChg>
        <pc:spChg chg="mod">
          <ac:chgData name="Ella Vetter" userId="c6918cf5-f6c0-43cc-8499-a1f635017de9" providerId="ADAL" clId="{E8CAE533-5900-48F1-9375-A0F1AFC6DE31}" dt="2020-09-16T16:41:26.860" v="1924" actId="20577"/>
          <ac:spMkLst>
            <pc:docMk/>
            <pc:sldMk cId="1336207614" sldId="368"/>
            <ac:spMk id="3" creationId="{F90B97E0-829E-4982-A618-ED033F02687E}"/>
          </ac:spMkLst>
        </pc:spChg>
        <pc:picChg chg="add mod">
          <ac:chgData name="Ella Vetter" userId="c6918cf5-f6c0-43cc-8499-a1f635017de9" providerId="ADAL" clId="{E8CAE533-5900-48F1-9375-A0F1AFC6DE31}" dt="2020-09-16T17:49:23.028" v="2150" actId="208"/>
          <ac:picMkLst>
            <pc:docMk/>
            <pc:sldMk cId="1336207614" sldId="368"/>
            <ac:picMk id="5" creationId="{05C6D86A-C229-487C-964F-D23E943AD525}"/>
          </ac:picMkLst>
        </pc:picChg>
      </pc:sldChg>
      <pc:sldChg chg="addSp delSp modSp add mod modNotesTx">
        <pc:chgData name="Ella Vetter" userId="c6918cf5-f6c0-43cc-8499-a1f635017de9" providerId="ADAL" clId="{E8CAE533-5900-48F1-9375-A0F1AFC6DE31}" dt="2020-09-16T17:48:30.065" v="2145" actId="108"/>
        <pc:sldMkLst>
          <pc:docMk/>
          <pc:sldMk cId="2150884908" sldId="369"/>
        </pc:sldMkLst>
        <pc:spChg chg="del">
          <ac:chgData name="Ella Vetter" userId="c6918cf5-f6c0-43cc-8499-a1f635017de9" providerId="ADAL" clId="{E8CAE533-5900-48F1-9375-A0F1AFC6DE31}" dt="2020-09-16T16:39:19.262" v="1858" actId="478"/>
          <ac:spMkLst>
            <pc:docMk/>
            <pc:sldMk cId="2150884908" sldId="369"/>
            <ac:spMk id="3" creationId="{F90B97E0-829E-4982-A618-ED033F02687E}"/>
          </ac:spMkLst>
        </pc:spChg>
        <pc:spChg chg="add del mod">
          <ac:chgData name="Ella Vetter" userId="c6918cf5-f6c0-43cc-8499-a1f635017de9" providerId="ADAL" clId="{E8CAE533-5900-48F1-9375-A0F1AFC6DE31}" dt="2020-09-16T16:39:20.615" v="1860"/>
          <ac:spMkLst>
            <pc:docMk/>
            <pc:sldMk cId="2150884908" sldId="369"/>
            <ac:spMk id="4" creationId="{F452B51E-2E3C-409E-BFEB-F56C4BC4C352}"/>
          </ac:spMkLst>
        </pc:spChg>
        <pc:spChg chg="add mod">
          <ac:chgData name="Ella Vetter" userId="c6918cf5-f6c0-43cc-8499-a1f635017de9" providerId="ADAL" clId="{E8CAE533-5900-48F1-9375-A0F1AFC6DE31}" dt="2020-09-16T16:41:07.841" v="1915" actId="20577"/>
          <ac:spMkLst>
            <pc:docMk/>
            <pc:sldMk cId="2150884908" sldId="369"/>
            <ac:spMk id="7" creationId="{41711A73-D3A3-4695-BB4E-DBCEBDFB87F6}"/>
          </ac:spMkLst>
        </pc:spChg>
        <pc:graphicFrameChg chg="add mod modGraphic">
          <ac:chgData name="Ella Vetter" userId="c6918cf5-f6c0-43cc-8499-a1f635017de9" providerId="ADAL" clId="{E8CAE533-5900-48F1-9375-A0F1AFC6DE31}" dt="2020-09-16T17:48:30.065" v="2145" actId="108"/>
          <ac:graphicFrameMkLst>
            <pc:docMk/>
            <pc:sldMk cId="2150884908" sldId="369"/>
            <ac:graphicFrameMk id="6" creationId="{FD836CE0-63A6-43DF-9F00-8BFF2AB8A5A7}"/>
          </ac:graphicFrameMkLst>
        </pc:graphicFrameChg>
      </pc:sldChg>
      <pc:sldChg chg="addSp delSp modSp add mod">
        <pc:chgData name="Ella Vetter" userId="c6918cf5-f6c0-43cc-8499-a1f635017de9" providerId="ADAL" clId="{E8CAE533-5900-48F1-9375-A0F1AFC6DE31}" dt="2020-09-16T18:36:44.905" v="2872" actId="1076"/>
        <pc:sldMkLst>
          <pc:docMk/>
          <pc:sldMk cId="1780659734" sldId="370"/>
        </pc:sldMkLst>
        <pc:spChg chg="del">
          <ac:chgData name="Ella Vetter" userId="c6918cf5-f6c0-43cc-8499-a1f635017de9" providerId="ADAL" clId="{E8CAE533-5900-48F1-9375-A0F1AFC6DE31}" dt="2020-09-16T16:42:01.732" v="1928" actId="478"/>
          <ac:spMkLst>
            <pc:docMk/>
            <pc:sldMk cId="1780659734" sldId="370"/>
            <ac:spMk id="3" creationId="{F90B97E0-829E-4982-A618-ED033F02687E}"/>
          </ac:spMkLst>
        </pc:spChg>
        <pc:spChg chg="add mod">
          <ac:chgData name="Ella Vetter" userId="c6918cf5-f6c0-43cc-8499-a1f635017de9" providerId="ADAL" clId="{E8CAE533-5900-48F1-9375-A0F1AFC6DE31}" dt="2020-09-16T16:42:19.863" v="1947" actId="113"/>
          <ac:spMkLst>
            <pc:docMk/>
            <pc:sldMk cId="1780659734" sldId="370"/>
            <ac:spMk id="4" creationId="{3681721F-BC20-4B5D-9B15-7C50903BE682}"/>
          </ac:spMkLst>
        </pc:spChg>
        <pc:picChg chg="add mod">
          <ac:chgData name="Ella Vetter" userId="c6918cf5-f6c0-43cc-8499-a1f635017de9" providerId="ADAL" clId="{E8CAE533-5900-48F1-9375-A0F1AFC6DE31}" dt="2020-09-16T18:36:18.444" v="2870" actId="1076"/>
          <ac:picMkLst>
            <pc:docMk/>
            <pc:sldMk cId="1780659734" sldId="370"/>
            <ac:picMk id="6" creationId="{B32F10BA-275E-4B61-B15D-7C221EB43110}"/>
          </ac:picMkLst>
        </pc:picChg>
        <pc:picChg chg="add mod">
          <ac:chgData name="Ella Vetter" userId="c6918cf5-f6c0-43cc-8499-a1f635017de9" providerId="ADAL" clId="{E8CAE533-5900-48F1-9375-A0F1AFC6DE31}" dt="2020-09-16T18:36:44.905" v="2872" actId="1076"/>
          <ac:picMkLst>
            <pc:docMk/>
            <pc:sldMk cId="1780659734" sldId="370"/>
            <ac:picMk id="8" creationId="{B55AC654-0659-49D4-A9A8-A0CB2F0FF1FE}"/>
          </ac:picMkLst>
        </pc:picChg>
      </pc:sldChg>
      <pc:sldChg chg="add del">
        <pc:chgData name="Ella Vetter" userId="c6918cf5-f6c0-43cc-8499-a1f635017de9" providerId="ADAL" clId="{E8CAE533-5900-48F1-9375-A0F1AFC6DE31}" dt="2020-09-16T16:42:46.073" v="1952" actId="47"/>
        <pc:sldMkLst>
          <pc:docMk/>
          <pc:sldMk cId="758003449" sldId="371"/>
        </pc:sldMkLst>
      </pc:sldChg>
      <pc:sldChg chg="add del">
        <pc:chgData name="Ella Vetter" userId="c6918cf5-f6c0-43cc-8499-a1f635017de9" providerId="ADAL" clId="{E8CAE533-5900-48F1-9375-A0F1AFC6DE31}" dt="2020-09-16T16:42:46.459" v="1953" actId="47"/>
        <pc:sldMkLst>
          <pc:docMk/>
          <pc:sldMk cId="1552811755" sldId="372"/>
        </pc:sldMkLst>
      </pc:sldChg>
      <pc:sldChg chg="add del">
        <pc:chgData name="Ella Vetter" userId="c6918cf5-f6c0-43cc-8499-a1f635017de9" providerId="ADAL" clId="{E8CAE533-5900-48F1-9375-A0F1AFC6DE31}" dt="2020-09-16T16:42:46.890" v="1954" actId="47"/>
        <pc:sldMkLst>
          <pc:docMk/>
          <pc:sldMk cId="4012308329" sldId="373"/>
        </pc:sldMkLst>
      </pc:sldChg>
      <pc:sldChg chg="modSp add mod ord">
        <pc:chgData name="Ella Vetter" userId="c6918cf5-f6c0-43cc-8499-a1f635017de9" providerId="ADAL" clId="{E8CAE533-5900-48F1-9375-A0F1AFC6DE31}" dt="2020-09-16T18:08:12.264" v="2454" actId="2164"/>
        <pc:sldMkLst>
          <pc:docMk/>
          <pc:sldMk cId="1113797894" sldId="374"/>
        </pc:sldMkLst>
        <pc:spChg chg="mod">
          <ac:chgData name="Ella Vetter" userId="c6918cf5-f6c0-43cc-8499-a1f635017de9" providerId="ADAL" clId="{E8CAE533-5900-48F1-9375-A0F1AFC6DE31}" dt="2020-09-16T18:07:57.928" v="2451" actId="1076"/>
          <ac:spMkLst>
            <pc:docMk/>
            <pc:sldMk cId="1113797894" sldId="374"/>
            <ac:spMk id="7" creationId="{41711A73-D3A3-4695-BB4E-DBCEBDFB87F6}"/>
          </ac:spMkLst>
        </pc:spChg>
        <pc:graphicFrameChg chg="mod modGraphic">
          <ac:chgData name="Ella Vetter" userId="c6918cf5-f6c0-43cc-8499-a1f635017de9" providerId="ADAL" clId="{E8CAE533-5900-48F1-9375-A0F1AFC6DE31}" dt="2020-09-16T18:08:12.264" v="2454" actId="2164"/>
          <ac:graphicFrameMkLst>
            <pc:docMk/>
            <pc:sldMk cId="1113797894" sldId="374"/>
            <ac:graphicFrameMk id="6" creationId="{FD836CE0-63A6-43DF-9F00-8BFF2AB8A5A7}"/>
          </ac:graphicFrameMkLst>
        </pc:graphicFrameChg>
      </pc:sldChg>
      <pc:sldChg chg="addSp modSp add mod ord">
        <pc:chgData name="Ella Vetter" userId="c6918cf5-f6c0-43cc-8499-a1f635017de9" providerId="ADAL" clId="{E8CAE533-5900-48F1-9375-A0F1AFC6DE31}" dt="2020-09-16T18:42:09.154" v="2937" actId="1076"/>
        <pc:sldMkLst>
          <pc:docMk/>
          <pc:sldMk cId="3873869221" sldId="375"/>
        </pc:sldMkLst>
        <pc:spChg chg="mod">
          <ac:chgData name="Ella Vetter" userId="c6918cf5-f6c0-43cc-8499-a1f635017de9" providerId="ADAL" clId="{E8CAE533-5900-48F1-9375-A0F1AFC6DE31}" dt="2020-09-16T16:43:28.922" v="1981" actId="20577"/>
          <ac:spMkLst>
            <pc:docMk/>
            <pc:sldMk cId="3873869221" sldId="375"/>
            <ac:spMk id="4" creationId="{3681721F-BC20-4B5D-9B15-7C50903BE682}"/>
          </ac:spMkLst>
        </pc:spChg>
        <pc:picChg chg="add mod">
          <ac:chgData name="Ella Vetter" userId="c6918cf5-f6c0-43cc-8499-a1f635017de9" providerId="ADAL" clId="{E8CAE533-5900-48F1-9375-A0F1AFC6DE31}" dt="2020-09-16T18:41:48.023" v="2935" actId="14100"/>
          <ac:picMkLst>
            <pc:docMk/>
            <pc:sldMk cId="3873869221" sldId="375"/>
            <ac:picMk id="5" creationId="{C12C5B95-042C-42FD-8863-6B4DFAEF03B4}"/>
          </ac:picMkLst>
        </pc:picChg>
        <pc:picChg chg="add mod">
          <ac:chgData name="Ella Vetter" userId="c6918cf5-f6c0-43cc-8499-a1f635017de9" providerId="ADAL" clId="{E8CAE533-5900-48F1-9375-A0F1AFC6DE31}" dt="2020-09-16T18:42:09.154" v="2937" actId="1076"/>
          <ac:picMkLst>
            <pc:docMk/>
            <pc:sldMk cId="3873869221" sldId="375"/>
            <ac:picMk id="7" creationId="{CC62A0D6-EB6C-48A1-8D0B-EA620AF7A39D}"/>
          </ac:picMkLst>
        </pc:picChg>
      </pc:sldChg>
      <pc:sldChg chg="add del">
        <pc:chgData name="Ella Vetter" userId="c6918cf5-f6c0-43cc-8499-a1f635017de9" providerId="ADAL" clId="{E8CAE533-5900-48F1-9375-A0F1AFC6DE31}" dt="2020-09-16T16:42:52.984" v="1956" actId="47"/>
        <pc:sldMkLst>
          <pc:docMk/>
          <pc:sldMk cId="3881321785" sldId="375"/>
        </pc:sldMkLst>
      </pc:sldChg>
      <pc:sldChg chg="add del ord">
        <pc:chgData name="Ella Vetter" userId="c6918cf5-f6c0-43cc-8499-a1f635017de9" providerId="ADAL" clId="{E8CAE533-5900-48F1-9375-A0F1AFC6DE31}" dt="2020-09-16T16:43:14.682" v="1975" actId="47"/>
        <pc:sldMkLst>
          <pc:docMk/>
          <pc:sldMk cId="1894828138" sldId="376"/>
        </pc:sldMkLst>
      </pc:sldChg>
      <pc:sldChg chg="modSp add mod ord">
        <pc:chgData name="Ella Vetter" userId="c6918cf5-f6c0-43cc-8499-a1f635017de9" providerId="ADAL" clId="{E8CAE533-5900-48F1-9375-A0F1AFC6DE31}" dt="2020-09-16T19:40:04.451" v="3216" actId="1035"/>
        <pc:sldMkLst>
          <pc:docMk/>
          <pc:sldMk cId="3117034548" sldId="376"/>
        </pc:sldMkLst>
        <pc:spChg chg="mod">
          <ac:chgData name="Ella Vetter" userId="c6918cf5-f6c0-43cc-8499-a1f635017de9" providerId="ADAL" clId="{E8CAE533-5900-48F1-9375-A0F1AFC6DE31}" dt="2020-09-16T19:40:04.451" v="3216" actId="1035"/>
          <ac:spMkLst>
            <pc:docMk/>
            <pc:sldMk cId="3117034548" sldId="376"/>
            <ac:spMk id="7" creationId="{41711A73-D3A3-4695-BB4E-DBCEBDFB87F6}"/>
          </ac:spMkLst>
        </pc:spChg>
        <pc:graphicFrameChg chg="mod modGraphic">
          <ac:chgData name="Ella Vetter" userId="c6918cf5-f6c0-43cc-8499-a1f635017de9" providerId="ADAL" clId="{E8CAE533-5900-48F1-9375-A0F1AFC6DE31}" dt="2020-09-16T19:35:25.058" v="3149" actId="1076"/>
          <ac:graphicFrameMkLst>
            <pc:docMk/>
            <pc:sldMk cId="3117034548" sldId="376"/>
            <ac:graphicFrameMk id="6" creationId="{FD836CE0-63A6-43DF-9F00-8BFF2AB8A5A7}"/>
          </ac:graphicFrameMkLst>
        </pc:graphicFrameChg>
      </pc:sldChg>
      <pc:sldChg chg="addSp delSp modSp add mod ord">
        <pc:chgData name="Ella Vetter" userId="c6918cf5-f6c0-43cc-8499-a1f635017de9" providerId="ADAL" clId="{E8CAE533-5900-48F1-9375-A0F1AFC6DE31}" dt="2020-09-16T20:23:20.247" v="3279" actId="20577"/>
        <pc:sldMkLst>
          <pc:docMk/>
          <pc:sldMk cId="3207609551" sldId="377"/>
        </pc:sldMkLst>
        <pc:spChg chg="mod">
          <ac:chgData name="Ella Vetter" userId="c6918cf5-f6c0-43cc-8499-a1f635017de9" providerId="ADAL" clId="{E8CAE533-5900-48F1-9375-A0F1AFC6DE31}" dt="2020-09-16T20:23:20.247" v="3279" actId="20577"/>
          <ac:spMkLst>
            <pc:docMk/>
            <pc:sldMk cId="3207609551" sldId="377"/>
            <ac:spMk id="2" creationId="{DC1F2BA1-F687-44F6-8A6B-FDEE5E3CA2FA}"/>
          </ac:spMkLst>
        </pc:spChg>
        <pc:spChg chg="mod">
          <ac:chgData name="Ella Vetter" userId="c6918cf5-f6c0-43cc-8499-a1f635017de9" providerId="ADAL" clId="{E8CAE533-5900-48F1-9375-A0F1AFC6DE31}" dt="2020-09-16T16:44:48.833" v="1997" actId="20577"/>
          <ac:spMkLst>
            <pc:docMk/>
            <pc:sldMk cId="3207609551" sldId="377"/>
            <ac:spMk id="4" creationId="{D73DF70C-A971-4ABC-B0EC-BF457A93F4A7}"/>
          </ac:spMkLst>
        </pc:spChg>
        <pc:picChg chg="add mod">
          <ac:chgData name="Ella Vetter" userId="c6918cf5-f6c0-43cc-8499-a1f635017de9" providerId="ADAL" clId="{E8CAE533-5900-48F1-9375-A0F1AFC6DE31}" dt="2020-09-16T16:44:37.343" v="1990" actId="14100"/>
          <ac:picMkLst>
            <pc:docMk/>
            <pc:sldMk cId="3207609551" sldId="377"/>
            <ac:picMk id="5" creationId="{EE6972F7-BDCC-46B5-AF32-6D78EF719D2C}"/>
          </ac:picMkLst>
        </pc:picChg>
        <pc:picChg chg="del">
          <ac:chgData name="Ella Vetter" userId="c6918cf5-f6c0-43cc-8499-a1f635017de9" providerId="ADAL" clId="{E8CAE533-5900-48F1-9375-A0F1AFC6DE31}" dt="2020-09-16T16:44:07.171" v="1987" actId="478"/>
          <ac:picMkLst>
            <pc:docMk/>
            <pc:sldMk cId="3207609551" sldId="377"/>
            <ac:picMk id="6" creationId="{5697C4D1-F69F-4150-BFE5-F23C2BF4B75C}"/>
          </ac:picMkLst>
        </pc:picChg>
        <pc:picChg chg="del">
          <ac:chgData name="Ella Vetter" userId="c6918cf5-f6c0-43cc-8499-a1f635017de9" providerId="ADAL" clId="{E8CAE533-5900-48F1-9375-A0F1AFC6DE31}" dt="2020-09-16T16:44:42.610" v="1992" actId="478"/>
          <ac:picMkLst>
            <pc:docMk/>
            <pc:sldMk cId="3207609551" sldId="377"/>
            <ac:picMk id="8" creationId="{15B0F498-27CC-407D-9E71-F1390FD6D500}"/>
          </ac:picMkLst>
        </pc:picChg>
        <pc:picChg chg="add mod">
          <ac:chgData name="Ella Vetter" userId="c6918cf5-f6c0-43cc-8499-a1f635017de9" providerId="ADAL" clId="{E8CAE533-5900-48F1-9375-A0F1AFC6DE31}" dt="2020-09-16T16:45:20.867" v="2000" actId="14100"/>
          <ac:picMkLst>
            <pc:docMk/>
            <pc:sldMk cId="3207609551" sldId="377"/>
            <ac:picMk id="9" creationId="{0C3D1E0C-45C3-4976-A15D-48F38E448297}"/>
          </ac:picMkLst>
        </pc:picChg>
      </pc:sldChg>
      <pc:sldChg chg="addSp delSp modSp add mod">
        <pc:chgData name="Ella Vetter" userId="c6918cf5-f6c0-43cc-8499-a1f635017de9" providerId="ADAL" clId="{E8CAE533-5900-48F1-9375-A0F1AFC6DE31}" dt="2020-09-16T18:18:17.926" v="2697" actId="1076"/>
        <pc:sldMkLst>
          <pc:docMk/>
          <pc:sldMk cId="2744915173" sldId="378"/>
        </pc:sldMkLst>
        <pc:graphicFrameChg chg="add del">
          <ac:chgData name="Ella Vetter" userId="c6918cf5-f6c0-43cc-8499-a1f635017de9" providerId="ADAL" clId="{E8CAE533-5900-48F1-9375-A0F1AFC6DE31}" dt="2020-09-16T18:16:02.478" v="2661"/>
          <ac:graphicFrameMkLst>
            <pc:docMk/>
            <pc:sldMk cId="2744915173" sldId="378"/>
            <ac:graphicFrameMk id="3" creationId="{C198C9A5-C914-4431-9985-D1326742DCAC}"/>
          </ac:graphicFrameMkLst>
        </pc:graphicFrameChg>
        <pc:graphicFrameChg chg="mod modGraphic">
          <ac:chgData name="Ella Vetter" userId="c6918cf5-f6c0-43cc-8499-a1f635017de9" providerId="ADAL" clId="{E8CAE533-5900-48F1-9375-A0F1AFC6DE31}" dt="2020-09-16T18:18:17.926" v="2697" actId="1076"/>
          <ac:graphicFrameMkLst>
            <pc:docMk/>
            <pc:sldMk cId="2744915173" sldId="378"/>
            <ac:graphicFrameMk id="6" creationId="{FD836CE0-63A6-43DF-9F00-8BFF2AB8A5A7}"/>
          </ac:graphicFrameMkLst>
        </pc:graphicFrameChg>
      </pc:sldChg>
      <pc:sldChg chg="add del">
        <pc:chgData name="Ella Vetter" userId="c6918cf5-f6c0-43cc-8499-a1f635017de9" providerId="ADAL" clId="{E8CAE533-5900-48F1-9375-A0F1AFC6DE31}" dt="2020-09-16T18:08:37.432" v="2462"/>
        <pc:sldMkLst>
          <pc:docMk/>
          <pc:sldMk cId="2454877183" sldId="379"/>
        </pc:sldMkLst>
      </pc:sldChg>
      <pc:sldChg chg="modSp add mod">
        <pc:chgData name="Ella Vetter" userId="c6918cf5-f6c0-43cc-8499-a1f635017de9" providerId="ADAL" clId="{E8CAE533-5900-48F1-9375-A0F1AFC6DE31}" dt="2020-09-16T18:27:32.375" v="2766" actId="2164"/>
        <pc:sldMkLst>
          <pc:docMk/>
          <pc:sldMk cId="4141574913" sldId="379"/>
        </pc:sldMkLst>
        <pc:graphicFrameChg chg="mod modGraphic">
          <ac:chgData name="Ella Vetter" userId="c6918cf5-f6c0-43cc-8499-a1f635017de9" providerId="ADAL" clId="{E8CAE533-5900-48F1-9375-A0F1AFC6DE31}" dt="2020-09-16T18:27:32.375" v="2766" actId="2164"/>
          <ac:graphicFrameMkLst>
            <pc:docMk/>
            <pc:sldMk cId="4141574913" sldId="379"/>
            <ac:graphicFrameMk id="6" creationId="{FD836CE0-63A6-43DF-9F00-8BFF2AB8A5A7}"/>
          </ac:graphicFrameMkLst>
        </pc:graphicFrameChg>
      </pc:sldChg>
      <pc:sldChg chg="modSp add mod">
        <pc:chgData name="Ella Vetter" userId="c6918cf5-f6c0-43cc-8499-a1f635017de9" providerId="ADAL" clId="{E8CAE533-5900-48F1-9375-A0F1AFC6DE31}" dt="2020-09-16T18:35:43.579" v="2866" actId="2164"/>
        <pc:sldMkLst>
          <pc:docMk/>
          <pc:sldMk cId="1292852785" sldId="380"/>
        </pc:sldMkLst>
        <pc:graphicFrameChg chg="mod modGraphic">
          <ac:chgData name="Ella Vetter" userId="c6918cf5-f6c0-43cc-8499-a1f635017de9" providerId="ADAL" clId="{E8CAE533-5900-48F1-9375-A0F1AFC6DE31}" dt="2020-09-16T18:35:43.579" v="2866" actId="2164"/>
          <ac:graphicFrameMkLst>
            <pc:docMk/>
            <pc:sldMk cId="1292852785" sldId="380"/>
            <ac:graphicFrameMk id="6" creationId="{FD836CE0-63A6-43DF-9F00-8BFF2AB8A5A7}"/>
          </ac:graphicFrameMkLst>
        </pc:graphicFrameChg>
      </pc:sldChg>
      <pc:sldChg chg="modSp add mod">
        <pc:chgData name="Ella Vetter" userId="c6918cf5-f6c0-43cc-8499-a1f635017de9" providerId="ADAL" clId="{E8CAE533-5900-48F1-9375-A0F1AFC6DE31}" dt="2020-09-16T18:35:48.209" v="2867" actId="2164"/>
        <pc:sldMkLst>
          <pc:docMk/>
          <pc:sldMk cId="3591556102" sldId="381"/>
        </pc:sldMkLst>
        <pc:graphicFrameChg chg="modGraphic">
          <ac:chgData name="Ella Vetter" userId="c6918cf5-f6c0-43cc-8499-a1f635017de9" providerId="ADAL" clId="{E8CAE533-5900-48F1-9375-A0F1AFC6DE31}" dt="2020-09-16T18:35:48.209" v="2867" actId="2164"/>
          <ac:graphicFrameMkLst>
            <pc:docMk/>
            <pc:sldMk cId="3591556102" sldId="381"/>
            <ac:graphicFrameMk id="6" creationId="{FD836CE0-63A6-43DF-9F00-8BFF2AB8A5A7}"/>
          </ac:graphicFrameMkLst>
        </pc:graphicFrameChg>
      </pc:sldChg>
      <pc:sldChg chg="modSp add mod">
        <pc:chgData name="Ella Vetter" userId="c6918cf5-f6c0-43cc-8499-a1f635017de9" providerId="ADAL" clId="{E8CAE533-5900-48F1-9375-A0F1AFC6DE31}" dt="2020-09-16T19:40:08.731" v="3221" actId="1036"/>
        <pc:sldMkLst>
          <pc:docMk/>
          <pc:sldMk cId="1457977687" sldId="382"/>
        </pc:sldMkLst>
        <pc:spChg chg="mod">
          <ac:chgData name="Ella Vetter" userId="c6918cf5-f6c0-43cc-8499-a1f635017de9" providerId="ADAL" clId="{E8CAE533-5900-48F1-9375-A0F1AFC6DE31}" dt="2020-09-16T19:40:08.731" v="3221" actId="1036"/>
          <ac:spMkLst>
            <pc:docMk/>
            <pc:sldMk cId="1457977687" sldId="382"/>
            <ac:spMk id="7" creationId="{41711A73-D3A3-4695-BB4E-DBCEBDFB87F6}"/>
          </ac:spMkLst>
        </pc:spChg>
        <pc:graphicFrameChg chg="mod modGraphic">
          <ac:chgData name="Ella Vetter" userId="c6918cf5-f6c0-43cc-8499-a1f635017de9" providerId="ADAL" clId="{E8CAE533-5900-48F1-9375-A0F1AFC6DE31}" dt="2020-09-16T19:39:48.157" v="3201" actId="1035"/>
          <ac:graphicFrameMkLst>
            <pc:docMk/>
            <pc:sldMk cId="1457977687" sldId="382"/>
            <ac:graphicFrameMk id="6" creationId="{FD836CE0-63A6-43DF-9F00-8BFF2AB8A5A7}"/>
          </ac:graphicFrameMkLst>
        </pc:graphicFrameChg>
      </pc:sldChg>
      <pc:sldChg chg="modSp add mod ord">
        <pc:chgData name="Ella Vetter" userId="c6918cf5-f6c0-43cc-8499-a1f635017de9" providerId="ADAL" clId="{E8CAE533-5900-48F1-9375-A0F1AFC6DE31}" dt="2020-09-16T19:40:12.223" v="3224" actId="1035"/>
        <pc:sldMkLst>
          <pc:docMk/>
          <pc:sldMk cId="2738995133" sldId="383"/>
        </pc:sldMkLst>
        <pc:spChg chg="mod">
          <ac:chgData name="Ella Vetter" userId="c6918cf5-f6c0-43cc-8499-a1f635017de9" providerId="ADAL" clId="{E8CAE533-5900-48F1-9375-A0F1AFC6DE31}" dt="2020-09-16T19:40:12.223" v="3224" actId="1035"/>
          <ac:spMkLst>
            <pc:docMk/>
            <pc:sldMk cId="2738995133" sldId="383"/>
            <ac:spMk id="7" creationId="{41711A73-D3A3-4695-BB4E-DBCEBDFB87F6}"/>
          </ac:spMkLst>
        </pc:spChg>
        <pc:graphicFrameChg chg="mod modGraphic">
          <ac:chgData name="Ella Vetter" userId="c6918cf5-f6c0-43cc-8499-a1f635017de9" providerId="ADAL" clId="{E8CAE533-5900-48F1-9375-A0F1AFC6DE31}" dt="2020-09-16T19:39:57.204" v="3207" actId="1076"/>
          <ac:graphicFrameMkLst>
            <pc:docMk/>
            <pc:sldMk cId="2738995133" sldId="383"/>
            <ac:graphicFrameMk id="6" creationId="{FD836CE0-63A6-43DF-9F00-8BFF2AB8A5A7}"/>
          </ac:graphicFrameMkLst>
        </pc:graphicFrameChg>
      </pc:sldChg>
    </pc:docChg>
  </pc:docChgLst>
  <pc:docChgLst>
    <pc:chgData name="Ella Vetter" userId="c6918cf5-f6c0-43cc-8499-a1f635017de9" providerId="ADAL" clId="{AF2A365B-3B33-420F-B2C0-4BFE99A95748}"/>
    <pc:docChg chg="undo custSel addSld delSld modSld sldOrd">
      <pc:chgData name="Ella Vetter" userId="c6918cf5-f6c0-43cc-8499-a1f635017de9" providerId="ADAL" clId="{AF2A365B-3B33-420F-B2C0-4BFE99A95748}" dt="2020-09-11T01:28:21.491" v="4094" actId="20577"/>
      <pc:docMkLst>
        <pc:docMk/>
      </pc:docMkLst>
      <pc:sldChg chg="modSp mod">
        <pc:chgData name="Ella Vetter" userId="c6918cf5-f6c0-43cc-8499-a1f635017de9" providerId="ADAL" clId="{AF2A365B-3B33-420F-B2C0-4BFE99A95748}" dt="2020-09-10T21:01:31.643" v="1710" actId="1036"/>
        <pc:sldMkLst>
          <pc:docMk/>
          <pc:sldMk cId="1993397138" sldId="286"/>
        </pc:sldMkLst>
        <pc:spChg chg="mod">
          <ac:chgData name="Ella Vetter" userId="c6918cf5-f6c0-43cc-8499-a1f635017de9" providerId="ADAL" clId="{AF2A365B-3B33-420F-B2C0-4BFE99A95748}" dt="2020-09-10T21:01:31.643" v="1710" actId="1036"/>
          <ac:spMkLst>
            <pc:docMk/>
            <pc:sldMk cId="1993397138" sldId="286"/>
            <ac:spMk id="3" creationId="{37B56F8A-6BEF-459C-AFA4-6D790D24F1CB}"/>
          </ac:spMkLst>
        </pc:spChg>
      </pc:sldChg>
      <pc:sldChg chg="modSp mod">
        <pc:chgData name="Ella Vetter" userId="c6918cf5-f6c0-43cc-8499-a1f635017de9" providerId="ADAL" clId="{AF2A365B-3B33-420F-B2C0-4BFE99A95748}" dt="2020-09-10T20:41:50.834" v="1568" actId="13926"/>
        <pc:sldMkLst>
          <pc:docMk/>
          <pc:sldMk cId="493686755" sldId="302"/>
        </pc:sldMkLst>
        <pc:spChg chg="mod">
          <ac:chgData name="Ella Vetter" userId="c6918cf5-f6c0-43cc-8499-a1f635017de9" providerId="ADAL" clId="{AF2A365B-3B33-420F-B2C0-4BFE99A95748}" dt="2020-09-10T20:41:50.834" v="1568" actId="13926"/>
          <ac:spMkLst>
            <pc:docMk/>
            <pc:sldMk cId="493686755" sldId="302"/>
            <ac:spMk id="2" creationId="{BD0A18F3-9F12-464B-BC50-F741E79EDDDA}"/>
          </ac:spMkLst>
        </pc:spChg>
      </pc:sldChg>
      <pc:sldChg chg="modSp mod">
        <pc:chgData name="Ella Vetter" userId="c6918cf5-f6c0-43cc-8499-a1f635017de9" providerId="ADAL" clId="{AF2A365B-3B33-420F-B2C0-4BFE99A95748}" dt="2020-09-10T20:45:09.369" v="1612" actId="13926"/>
        <pc:sldMkLst>
          <pc:docMk/>
          <pc:sldMk cId="2864718476" sldId="306"/>
        </pc:sldMkLst>
        <pc:spChg chg="mod">
          <ac:chgData name="Ella Vetter" userId="c6918cf5-f6c0-43cc-8499-a1f635017de9" providerId="ADAL" clId="{AF2A365B-3B33-420F-B2C0-4BFE99A95748}" dt="2020-09-10T20:45:09.369" v="1612" actId="13926"/>
          <ac:spMkLst>
            <pc:docMk/>
            <pc:sldMk cId="2864718476" sldId="306"/>
            <ac:spMk id="2" creationId="{BD0A18F3-9F12-464B-BC50-F741E79EDDDA}"/>
          </ac:spMkLst>
        </pc:spChg>
      </pc:sldChg>
      <pc:sldChg chg="modSp mod">
        <pc:chgData name="Ella Vetter" userId="c6918cf5-f6c0-43cc-8499-a1f635017de9" providerId="ADAL" clId="{AF2A365B-3B33-420F-B2C0-4BFE99A95748}" dt="2020-09-10T23:24:15.945" v="2104" actId="13926"/>
        <pc:sldMkLst>
          <pc:docMk/>
          <pc:sldMk cId="381793790" sldId="310"/>
        </pc:sldMkLst>
        <pc:spChg chg="mod">
          <ac:chgData name="Ella Vetter" userId="c6918cf5-f6c0-43cc-8499-a1f635017de9" providerId="ADAL" clId="{AF2A365B-3B33-420F-B2C0-4BFE99A95748}" dt="2020-09-10T23:24:15.945" v="2104" actId="13926"/>
          <ac:spMkLst>
            <pc:docMk/>
            <pc:sldMk cId="381793790" sldId="310"/>
            <ac:spMk id="2" creationId="{BD0A18F3-9F12-464B-BC50-F741E79EDDDA}"/>
          </ac:spMkLst>
        </pc:spChg>
      </pc:sldChg>
      <pc:sldChg chg="modSp mod modNotesTx">
        <pc:chgData name="Ella Vetter" userId="c6918cf5-f6c0-43cc-8499-a1f635017de9" providerId="ADAL" clId="{AF2A365B-3B33-420F-B2C0-4BFE99A95748}" dt="2020-09-10T20:19:27.880" v="1235" actId="14100"/>
        <pc:sldMkLst>
          <pc:docMk/>
          <pc:sldMk cId="2947677619" sldId="311"/>
        </pc:sldMkLst>
        <pc:spChg chg="mod">
          <ac:chgData name="Ella Vetter" userId="c6918cf5-f6c0-43cc-8499-a1f635017de9" providerId="ADAL" clId="{AF2A365B-3B33-420F-B2C0-4BFE99A95748}" dt="2020-09-10T20:19:27.880" v="1235" actId="14100"/>
          <ac:spMkLst>
            <pc:docMk/>
            <pc:sldMk cId="2947677619" sldId="311"/>
            <ac:spMk id="8" creationId="{22D07A49-DCCF-4596-B459-F110CEA75CB0}"/>
          </ac:spMkLst>
        </pc:spChg>
      </pc:sldChg>
      <pc:sldChg chg="addSp delSp modSp mod">
        <pc:chgData name="Ella Vetter" userId="c6918cf5-f6c0-43cc-8499-a1f635017de9" providerId="ADAL" clId="{AF2A365B-3B33-420F-B2C0-4BFE99A95748}" dt="2020-09-10T20:21:14.695" v="1256" actId="20577"/>
        <pc:sldMkLst>
          <pc:docMk/>
          <pc:sldMk cId="3908242990" sldId="312"/>
        </pc:sldMkLst>
        <pc:spChg chg="mod">
          <ac:chgData name="Ella Vetter" userId="c6918cf5-f6c0-43cc-8499-a1f635017de9" providerId="ADAL" clId="{AF2A365B-3B33-420F-B2C0-4BFE99A95748}" dt="2020-09-10T20:21:14.695" v="1256" actId="20577"/>
          <ac:spMkLst>
            <pc:docMk/>
            <pc:sldMk cId="3908242990" sldId="312"/>
            <ac:spMk id="8" creationId="{22D07A49-DCCF-4596-B459-F110CEA75CB0}"/>
          </ac:spMkLst>
        </pc:spChg>
        <pc:picChg chg="add mod">
          <ac:chgData name="Ella Vetter" userId="c6918cf5-f6c0-43cc-8499-a1f635017de9" providerId="ADAL" clId="{AF2A365B-3B33-420F-B2C0-4BFE99A95748}" dt="2020-09-10T20:19:04.180" v="1234" actId="1076"/>
          <ac:picMkLst>
            <pc:docMk/>
            <pc:sldMk cId="3908242990" sldId="312"/>
            <ac:picMk id="4" creationId="{006AFD4C-9FD4-4E7C-8A4A-C32541337E49}"/>
          </ac:picMkLst>
        </pc:picChg>
        <pc:picChg chg="del">
          <ac:chgData name="Ella Vetter" userId="c6918cf5-f6c0-43cc-8499-a1f635017de9" providerId="ADAL" clId="{AF2A365B-3B33-420F-B2C0-4BFE99A95748}" dt="2020-09-10T20:18:51.506" v="1228" actId="478"/>
          <ac:picMkLst>
            <pc:docMk/>
            <pc:sldMk cId="3908242990" sldId="312"/>
            <ac:picMk id="7" creationId="{0F334E87-7DF3-4520-856B-AB53C0CA2859}"/>
          </ac:picMkLst>
        </pc:picChg>
      </pc:sldChg>
      <pc:sldChg chg="addSp delSp modSp mod modNotesTx">
        <pc:chgData name="Ella Vetter" userId="c6918cf5-f6c0-43cc-8499-a1f635017de9" providerId="ADAL" clId="{AF2A365B-3B33-420F-B2C0-4BFE99A95748}" dt="2020-09-10T20:22:20.521" v="1260" actId="14100"/>
        <pc:sldMkLst>
          <pc:docMk/>
          <pc:sldMk cId="1704682077" sldId="313"/>
        </pc:sldMkLst>
        <pc:spChg chg="add del mod">
          <ac:chgData name="Ella Vetter" userId="c6918cf5-f6c0-43cc-8499-a1f635017de9" providerId="ADAL" clId="{AF2A365B-3B33-420F-B2C0-4BFE99A95748}" dt="2020-09-10T20:14:57.044" v="1209"/>
          <ac:spMkLst>
            <pc:docMk/>
            <pc:sldMk cId="1704682077" sldId="313"/>
            <ac:spMk id="4" creationId="{CC731633-6F4A-4E5C-BC28-615C73F3122D}"/>
          </ac:spMkLst>
        </pc:spChg>
        <pc:spChg chg="mod">
          <ac:chgData name="Ella Vetter" userId="c6918cf5-f6c0-43cc-8499-a1f635017de9" providerId="ADAL" clId="{AF2A365B-3B33-420F-B2C0-4BFE99A95748}" dt="2020-09-10T20:22:20.521" v="1260" actId="14100"/>
          <ac:spMkLst>
            <pc:docMk/>
            <pc:sldMk cId="1704682077" sldId="313"/>
            <ac:spMk id="8" creationId="{22D07A49-DCCF-4596-B459-F110CEA75CB0}"/>
          </ac:spMkLst>
        </pc:spChg>
        <pc:picChg chg="add mod">
          <ac:chgData name="Ella Vetter" userId="c6918cf5-f6c0-43cc-8499-a1f635017de9" providerId="ADAL" clId="{AF2A365B-3B33-420F-B2C0-4BFE99A95748}" dt="2020-09-10T20:22:18.197" v="1259" actId="1076"/>
          <ac:picMkLst>
            <pc:docMk/>
            <pc:sldMk cId="1704682077" sldId="313"/>
            <ac:picMk id="5" creationId="{82CB38D3-09CC-431E-89BF-6A98B950B6FA}"/>
          </ac:picMkLst>
        </pc:picChg>
      </pc:sldChg>
      <pc:sldChg chg="addSp delSp modSp mod">
        <pc:chgData name="Ella Vetter" userId="c6918cf5-f6c0-43cc-8499-a1f635017de9" providerId="ADAL" clId="{AF2A365B-3B33-420F-B2C0-4BFE99A95748}" dt="2020-09-10T22:42:42.079" v="1914" actId="1076"/>
        <pc:sldMkLst>
          <pc:docMk/>
          <pc:sldMk cId="3930836728" sldId="315"/>
        </pc:sldMkLst>
        <pc:picChg chg="add mod">
          <ac:chgData name="Ella Vetter" userId="c6918cf5-f6c0-43cc-8499-a1f635017de9" providerId="ADAL" clId="{AF2A365B-3B33-420F-B2C0-4BFE99A95748}" dt="2020-09-10T22:42:42.079" v="1914" actId="1076"/>
          <ac:picMkLst>
            <pc:docMk/>
            <pc:sldMk cId="3930836728" sldId="315"/>
            <ac:picMk id="5" creationId="{85A94349-D6CC-4B0E-BC40-B2A56D77A124}"/>
          </ac:picMkLst>
        </pc:picChg>
        <pc:picChg chg="del">
          <ac:chgData name="Ella Vetter" userId="c6918cf5-f6c0-43cc-8499-a1f635017de9" providerId="ADAL" clId="{AF2A365B-3B33-420F-B2C0-4BFE99A95748}" dt="2020-09-10T22:42:32.971" v="1909" actId="478"/>
          <ac:picMkLst>
            <pc:docMk/>
            <pc:sldMk cId="3930836728" sldId="315"/>
            <ac:picMk id="6" creationId="{CDBD2FF4-9A55-46C5-8C7D-24F530FB3C31}"/>
          </ac:picMkLst>
        </pc:picChg>
      </pc:sldChg>
      <pc:sldChg chg="modSp mod">
        <pc:chgData name="Ella Vetter" userId="c6918cf5-f6c0-43cc-8499-a1f635017de9" providerId="ADAL" clId="{AF2A365B-3B33-420F-B2C0-4BFE99A95748}" dt="2020-09-11T01:23:27.703" v="4083" actId="20577"/>
        <pc:sldMkLst>
          <pc:docMk/>
          <pc:sldMk cId="3005518000" sldId="319"/>
        </pc:sldMkLst>
        <pc:spChg chg="mod">
          <ac:chgData name="Ella Vetter" userId="c6918cf5-f6c0-43cc-8499-a1f635017de9" providerId="ADAL" clId="{AF2A365B-3B33-420F-B2C0-4BFE99A95748}" dt="2020-09-11T01:23:27.703" v="4083" actId="20577"/>
          <ac:spMkLst>
            <pc:docMk/>
            <pc:sldMk cId="3005518000" sldId="319"/>
            <ac:spMk id="3" creationId="{B584D2A3-1D1C-476A-A570-786965AA5368}"/>
          </ac:spMkLst>
        </pc:spChg>
      </pc:sldChg>
      <pc:sldChg chg="modSp mod">
        <pc:chgData name="Ella Vetter" userId="c6918cf5-f6c0-43cc-8499-a1f635017de9" providerId="ADAL" clId="{AF2A365B-3B33-420F-B2C0-4BFE99A95748}" dt="2020-09-10T20:46:30.305" v="1618" actId="1035"/>
        <pc:sldMkLst>
          <pc:docMk/>
          <pc:sldMk cId="3375760838" sldId="323"/>
        </pc:sldMkLst>
        <pc:spChg chg="mod">
          <ac:chgData name="Ella Vetter" userId="c6918cf5-f6c0-43cc-8499-a1f635017de9" providerId="ADAL" clId="{AF2A365B-3B33-420F-B2C0-4BFE99A95748}" dt="2020-09-10T20:46:30.305" v="1618" actId="1035"/>
          <ac:spMkLst>
            <pc:docMk/>
            <pc:sldMk cId="3375760838" sldId="323"/>
            <ac:spMk id="3" creationId="{A16F4027-4326-4165-B019-E06A987A21AF}"/>
          </ac:spMkLst>
        </pc:spChg>
      </pc:sldChg>
      <pc:sldChg chg="modSp mod">
        <pc:chgData name="Ella Vetter" userId="c6918cf5-f6c0-43cc-8499-a1f635017de9" providerId="ADAL" clId="{AF2A365B-3B33-420F-B2C0-4BFE99A95748}" dt="2020-09-11T01:23:40.197" v="4084" actId="20577"/>
        <pc:sldMkLst>
          <pc:docMk/>
          <pc:sldMk cId="2194755350" sldId="324"/>
        </pc:sldMkLst>
        <pc:spChg chg="mod">
          <ac:chgData name="Ella Vetter" userId="c6918cf5-f6c0-43cc-8499-a1f635017de9" providerId="ADAL" clId="{AF2A365B-3B33-420F-B2C0-4BFE99A95748}" dt="2020-09-11T01:23:40.197" v="4084" actId="20577"/>
          <ac:spMkLst>
            <pc:docMk/>
            <pc:sldMk cId="2194755350" sldId="324"/>
            <ac:spMk id="6" creationId="{09D6F496-7F57-4A57-99BC-0BA114BB93EF}"/>
          </ac:spMkLst>
        </pc:spChg>
      </pc:sldChg>
      <pc:sldChg chg="modSp mod">
        <pc:chgData name="Ella Vetter" userId="c6918cf5-f6c0-43cc-8499-a1f635017de9" providerId="ADAL" clId="{AF2A365B-3B33-420F-B2C0-4BFE99A95748}" dt="2020-09-11T01:23:45.594" v="4085" actId="20577"/>
        <pc:sldMkLst>
          <pc:docMk/>
          <pc:sldMk cId="1361505430" sldId="325"/>
        </pc:sldMkLst>
        <pc:spChg chg="mod">
          <ac:chgData name="Ella Vetter" userId="c6918cf5-f6c0-43cc-8499-a1f635017de9" providerId="ADAL" clId="{AF2A365B-3B33-420F-B2C0-4BFE99A95748}" dt="2020-09-11T01:23:45.594" v="4085" actId="20577"/>
          <ac:spMkLst>
            <pc:docMk/>
            <pc:sldMk cId="1361505430" sldId="325"/>
            <ac:spMk id="3" creationId="{E7B5DD0D-3A09-4349-AE2A-75A1296510D5}"/>
          </ac:spMkLst>
        </pc:spChg>
      </pc:sldChg>
      <pc:sldChg chg="modSp mod">
        <pc:chgData name="Ella Vetter" userId="c6918cf5-f6c0-43cc-8499-a1f635017de9" providerId="ADAL" clId="{AF2A365B-3B33-420F-B2C0-4BFE99A95748}" dt="2020-09-11T01:14:22.567" v="4053" actId="11"/>
        <pc:sldMkLst>
          <pc:docMk/>
          <pc:sldMk cId="1614685867" sldId="326"/>
        </pc:sldMkLst>
        <pc:spChg chg="mod">
          <ac:chgData name="Ella Vetter" userId="c6918cf5-f6c0-43cc-8499-a1f635017de9" providerId="ADAL" clId="{AF2A365B-3B33-420F-B2C0-4BFE99A95748}" dt="2020-09-11T01:14:22.567" v="4053" actId="11"/>
          <ac:spMkLst>
            <pc:docMk/>
            <pc:sldMk cId="1614685867" sldId="326"/>
            <ac:spMk id="4" creationId="{FEA8498E-4378-4185-A3DA-8D26C2722108}"/>
          </ac:spMkLst>
        </pc:spChg>
      </pc:sldChg>
      <pc:sldChg chg="modSp mod">
        <pc:chgData name="Ella Vetter" userId="c6918cf5-f6c0-43cc-8499-a1f635017de9" providerId="ADAL" clId="{AF2A365B-3B33-420F-B2C0-4BFE99A95748}" dt="2020-09-11T01:13:10.781" v="4048" actId="11"/>
        <pc:sldMkLst>
          <pc:docMk/>
          <pc:sldMk cId="3602066013" sldId="329"/>
        </pc:sldMkLst>
        <pc:spChg chg="mod">
          <ac:chgData name="Ella Vetter" userId="c6918cf5-f6c0-43cc-8499-a1f635017de9" providerId="ADAL" clId="{AF2A365B-3B33-420F-B2C0-4BFE99A95748}" dt="2020-09-11T01:13:10.781" v="4048" actId="11"/>
          <ac:spMkLst>
            <pc:docMk/>
            <pc:sldMk cId="3602066013" sldId="329"/>
            <ac:spMk id="6" creationId="{3A0FB1A5-17E5-46AC-BE8B-16CE6D28426F}"/>
          </ac:spMkLst>
        </pc:spChg>
      </pc:sldChg>
      <pc:sldChg chg="modSp mod">
        <pc:chgData name="Ella Vetter" userId="c6918cf5-f6c0-43cc-8499-a1f635017de9" providerId="ADAL" clId="{AF2A365B-3B33-420F-B2C0-4BFE99A95748}" dt="2020-09-11T01:13:21.439" v="4049" actId="11"/>
        <pc:sldMkLst>
          <pc:docMk/>
          <pc:sldMk cId="4195516329" sldId="330"/>
        </pc:sldMkLst>
        <pc:spChg chg="mod">
          <ac:chgData name="Ella Vetter" userId="c6918cf5-f6c0-43cc-8499-a1f635017de9" providerId="ADAL" clId="{AF2A365B-3B33-420F-B2C0-4BFE99A95748}" dt="2020-09-11T01:13:21.439" v="4049" actId="11"/>
          <ac:spMkLst>
            <pc:docMk/>
            <pc:sldMk cId="4195516329" sldId="330"/>
            <ac:spMk id="3" creationId="{A9896BE8-AC01-476B-A8C7-6F1E890C5E66}"/>
          </ac:spMkLst>
        </pc:spChg>
      </pc:sldChg>
      <pc:sldChg chg="modSp mod">
        <pc:chgData name="Ella Vetter" userId="c6918cf5-f6c0-43cc-8499-a1f635017de9" providerId="ADAL" clId="{AF2A365B-3B33-420F-B2C0-4BFE99A95748}" dt="2020-09-11T01:21:46.534" v="4078" actId="20577"/>
        <pc:sldMkLst>
          <pc:docMk/>
          <pc:sldMk cId="796556504" sldId="331"/>
        </pc:sldMkLst>
        <pc:spChg chg="mod">
          <ac:chgData name="Ella Vetter" userId="c6918cf5-f6c0-43cc-8499-a1f635017de9" providerId="ADAL" clId="{AF2A365B-3B33-420F-B2C0-4BFE99A95748}" dt="2020-09-11T01:21:46.534" v="4078" actId="20577"/>
          <ac:spMkLst>
            <pc:docMk/>
            <pc:sldMk cId="796556504" sldId="331"/>
            <ac:spMk id="3" creationId="{A9896BE8-AC01-476B-A8C7-6F1E890C5E66}"/>
          </ac:spMkLst>
        </pc:spChg>
      </pc:sldChg>
      <pc:sldChg chg="modSp mod">
        <pc:chgData name="Ella Vetter" userId="c6918cf5-f6c0-43cc-8499-a1f635017de9" providerId="ADAL" clId="{AF2A365B-3B33-420F-B2C0-4BFE99A95748}" dt="2020-09-11T01:21:52.305" v="4079" actId="20577"/>
        <pc:sldMkLst>
          <pc:docMk/>
          <pc:sldMk cId="3215793146" sldId="332"/>
        </pc:sldMkLst>
        <pc:spChg chg="mod">
          <ac:chgData name="Ella Vetter" userId="c6918cf5-f6c0-43cc-8499-a1f635017de9" providerId="ADAL" clId="{AF2A365B-3B33-420F-B2C0-4BFE99A95748}" dt="2020-09-11T01:21:52.305" v="4079" actId="20577"/>
          <ac:spMkLst>
            <pc:docMk/>
            <pc:sldMk cId="3215793146" sldId="332"/>
            <ac:spMk id="3" creationId="{A9896BE8-AC01-476B-A8C7-6F1E890C5E66}"/>
          </ac:spMkLst>
        </pc:spChg>
      </pc:sldChg>
      <pc:sldChg chg="modSp mod">
        <pc:chgData name="Ella Vetter" userId="c6918cf5-f6c0-43cc-8499-a1f635017de9" providerId="ADAL" clId="{AF2A365B-3B33-420F-B2C0-4BFE99A95748}" dt="2020-09-11T01:17:18.670" v="4063" actId="11"/>
        <pc:sldMkLst>
          <pc:docMk/>
          <pc:sldMk cId="1637666732" sldId="337"/>
        </pc:sldMkLst>
        <pc:spChg chg="mod">
          <ac:chgData name="Ella Vetter" userId="c6918cf5-f6c0-43cc-8499-a1f635017de9" providerId="ADAL" clId="{AF2A365B-3B33-420F-B2C0-4BFE99A95748}" dt="2020-09-11T01:17:18.670" v="4063" actId="11"/>
          <ac:spMkLst>
            <pc:docMk/>
            <pc:sldMk cId="1637666732" sldId="337"/>
            <ac:spMk id="3" creationId="{0361543A-A802-4FDD-9B60-B511A19F13B5}"/>
          </ac:spMkLst>
        </pc:spChg>
      </pc:sldChg>
      <pc:sldChg chg="modSp mod">
        <pc:chgData name="Ella Vetter" userId="c6918cf5-f6c0-43cc-8499-a1f635017de9" providerId="ADAL" clId="{AF2A365B-3B33-420F-B2C0-4BFE99A95748}" dt="2020-09-11T01:23:13.745" v="4082" actId="20577"/>
        <pc:sldMkLst>
          <pc:docMk/>
          <pc:sldMk cId="170518012" sldId="339"/>
        </pc:sldMkLst>
        <pc:spChg chg="mod">
          <ac:chgData name="Ella Vetter" userId="c6918cf5-f6c0-43cc-8499-a1f635017de9" providerId="ADAL" clId="{AF2A365B-3B33-420F-B2C0-4BFE99A95748}" dt="2020-09-11T01:23:13.745" v="4082" actId="20577"/>
          <ac:spMkLst>
            <pc:docMk/>
            <pc:sldMk cId="170518012" sldId="339"/>
            <ac:spMk id="3" creationId="{F2EFAB54-0658-4BAC-B313-232B2F5CDB50}"/>
          </ac:spMkLst>
        </pc:spChg>
      </pc:sldChg>
      <pc:sldChg chg="addSp delSp modSp mod">
        <pc:chgData name="Ella Vetter" userId="c6918cf5-f6c0-43cc-8499-a1f635017de9" providerId="ADAL" clId="{AF2A365B-3B33-420F-B2C0-4BFE99A95748}" dt="2020-09-11T01:18:25.561" v="4076" actId="20577"/>
        <pc:sldMkLst>
          <pc:docMk/>
          <pc:sldMk cId="2964312040" sldId="340"/>
        </pc:sldMkLst>
        <pc:spChg chg="mod">
          <ac:chgData name="Ella Vetter" userId="c6918cf5-f6c0-43cc-8499-a1f635017de9" providerId="ADAL" clId="{AF2A365B-3B33-420F-B2C0-4BFE99A95748}" dt="2020-09-11T01:18:25.561" v="4076" actId="20577"/>
          <ac:spMkLst>
            <pc:docMk/>
            <pc:sldMk cId="2964312040" sldId="340"/>
            <ac:spMk id="3" creationId="{1C90E9B4-97B9-4379-87C4-57EC8D7C1A2F}"/>
          </ac:spMkLst>
        </pc:spChg>
        <pc:grpChg chg="add mod">
          <ac:chgData name="Ella Vetter" userId="c6918cf5-f6c0-43cc-8499-a1f635017de9" providerId="ADAL" clId="{AF2A365B-3B33-420F-B2C0-4BFE99A95748}" dt="2020-09-10T03:58:05.138" v="18" actId="1076"/>
          <ac:grpSpMkLst>
            <pc:docMk/>
            <pc:sldMk cId="2964312040" sldId="340"/>
            <ac:grpSpMk id="12" creationId="{73FBBAB2-8435-409A-9FC6-599B2CAA1B0D}"/>
          </ac:grpSpMkLst>
        </pc:grpChg>
        <pc:picChg chg="add mod">
          <ac:chgData name="Ella Vetter" userId="c6918cf5-f6c0-43cc-8499-a1f635017de9" providerId="ADAL" clId="{AF2A365B-3B33-420F-B2C0-4BFE99A95748}" dt="2020-09-10T03:58:00.032" v="16" actId="164"/>
          <ac:picMkLst>
            <pc:docMk/>
            <pc:sldMk cId="2964312040" sldId="340"/>
            <ac:picMk id="5" creationId="{E44C9E0A-5FBA-43CE-9C91-7D012E3A305A}"/>
          </ac:picMkLst>
        </pc:picChg>
        <pc:picChg chg="add del">
          <ac:chgData name="Ella Vetter" userId="c6918cf5-f6c0-43cc-8499-a1f635017de9" providerId="ADAL" clId="{AF2A365B-3B33-420F-B2C0-4BFE99A95748}" dt="2020-09-10T03:57:18.420" v="5" actId="478"/>
          <ac:picMkLst>
            <pc:docMk/>
            <pc:sldMk cId="2964312040" sldId="340"/>
            <ac:picMk id="7" creationId="{4D4DC6E3-6396-413A-9EE9-BD0195683DBA}"/>
          </ac:picMkLst>
        </pc:picChg>
        <pc:picChg chg="add del mod">
          <ac:chgData name="Ella Vetter" userId="c6918cf5-f6c0-43cc-8499-a1f635017de9" providerId="ADAL" clId="{AF2A365B-3B33-420F-B2C0-4BFE99A95748}" dt="2020-09-10T03:57:40.206" v="9" actId="478"/>
          <ac:picMkLst>
            <pc:docMk/>
            <pc:sldMk cId="2964312040" sldId="340"/>
            <ac:picMk id="9" creationId="{6694DA7C-C375-48CF-8D9E-CD31C68AC50A}"/>
          </ac:picMkLst>
        </pc:picChg>
        <pc:picChg chg="add mod">
          <ac:chgData name="Ella Vetter" userId="c6918cf5-f6c0-43cc-8499-a1f635017de9" providerId="ADAL" clId="{AF2A365B-3B33-420F-B2C0-4BFE99A95748}" dt="2020-09-10T03:58:00.032" v="16" actId="164"/>
          <ac:picMkLst>
            <pc:docMk/>
            <pc:sldMk cId="2964312040" sldId="340"/>
            <ac:picMk id="11" creationId="{F978DB9D-9C07-431A-B9B2-7DC68FCF7E40}"/>
          </ac:picMkLst>
        </pc:picChg>
      </pc:sldChg>
      <pc:sldChg chg="addSp modSp mod modNotesTx">
        <pc:chgData name="Ella Vetter" userId="c6918cf5-f6c0-43cc-8499-a1f635017de9" providerId="ADAL" clId="{AF2A365B-3B33-420F-B2C0-4BFE99A95748}" dt="2020-09-10T12:04:12.976" v="245" actId="13926"/>
        <pc:sldMkLst>
          <pc:docMk/>
          <pc:sldMk cId="132058968" sldId="341"/>
        </pc:sldMkLst>
        <pc:spChg chg="mod">
          <ac:chgData name="Ella Vetter" userId="c6918cf5-f6c0-43cc-8499-a1f635017de9" providerId="ADAL" clId="{AF2A365B-3B33-420F-B2C0-4BFE99A95748}" dt="2020-09-10T12:04:12.976" v="245" actId="13926"/>
          <ac:spMkLst>
            <pc:docMk/>
            <pc:sldMk cId="132058968" sldId="341"/>
            <ac:spMk id="2" creationId="{1003867E-A049-416A-A856-2C89183523CF}"/>
          </ac:spMkLst>
        </pc:spChg>
        <pc:spChg chg="mod">
          <ac:chgData name="Ella Vetter" userId="c6918cf5-f6c0-43cc-8499-a1f635017de9" providerId="ADAL" clId="{AF2A365B-3B33-420F-B2C0-4BFE99A95748}" dt="2020-09-10T12:04:07.530" v="244" actId="1035"/>
          <ac:spMkLst>
            <pc:docMk/>
            <pc:sldMk cId="132058968" sldId="341"/>
            <ac:spMk id="6" creationId="{C69CF398-2AFA-4A38-9C5A-90B081F9FE66}"/>
          </ac:spMkLst>
        </pc:spChg>
        <pc:picChg chg="add mod">
          <ac:chgData name="Ella Vetter" userId="c6918cf5-f6c0-43cc-8499-a1f635017de9" providerId="ADAL" clId="{AF2A365B-3B33-420F-B2C0-4BFE99A95748}" dt="2020-09-10T12:03:43.035" v="235" actId="1076"/>
          <ac:picMkLst>
            <pc:docMk/>
            <pc:sldMk cId="132058968" sldId="341"/>
            <ac:picMk id="4" creationId="{19CC366E-CD6E-4F12-8F7C-C9F4ED97C655}"/>
          </ac:picMkLst>
        </pc:picChg>
      </pc:sldChg>
      <pc:sldChg chg="addSp modSp mod modNotesTx">
        <pc:chgData name="Ella Vetter" userId="c6918cf5-f6c0-43cc-8499-a1f635017de9" providerId="ADAL" clId="{AF2A365B-3B33-420F-B2C0-4BFE99A95748}" dt="2020-09-11T01:23:13.647" v="4081" actId="20577"/>
        <pc:sldMkLst>
          <pc:docMk/>
          <pc:sldMk cId="190349217" sldId="343"/>
        </pc:sldMkLst>
        <pc:spChg chg="mod">
          <ac:chgData name="Ella Vetter" userId="c6918cf5-f6c0-43cc-8499-a1f635017de9" providerId="ADAL" clId="{AF2A365B-3B33-420F-B2C0-4BFE99A95748}" dt="2020-09-11T01:23:13.647" v="4081" actId="20577"/>
          <ac:spMkLst>
            <pc:docMk/>
            <pc:sldMk cId="190349217" sldId="343"/>
            <ac:spMk id="4" creationId="{CFC03315-D7FD-40F5-AFB7-08434ACB01DF}"/>
          </ac:spMkLst>
        </pc:spChg>
        <pc:picChg chg="add mod">
          <ac:chgData name="Ella Vetter" userId="c6918cf5-f6c0-43cc-8499-a1f635017de9" providerId="ADAL" clId="{AF2A365B-3B33-420F-B2C0-4BFE99A95748}" dt="2020-09-10T20:45:02.447" v="1609" actId="1076"/>
          <ac:picMkLst>
            <pc:docMk/>
            <pc:sldMk cId="190349217" sldId="343"/>
            <ac:picMk id="5" creationId="{EF65A07A-DAE2-4B71-A405-E2B74EBED38C}"/>
          </ac:picMkLst>
        </pc:picChg>
      </pc:sldChg>
      <pc:sldChg chg="addSp modSp mod modNotesTx">
        <pc:chgData name="Ella Vetter" userId="c6918cf5-f6c0-43cc-8499-a1f635017de9" providerId="ADAL" clId="{AF2A365B-3B33-420F-B2C0-4BFE99A95748}" dt="2020-09-10T20:46:49.559" v="1619" actId="11"/>
        <pc:sldMkLst>
          <pc:docMk/>
          <pc:sldMk cId="3399199631" sldId="344"/>
        </pc:sldMkLst>
        <pc:spChg chg="mod">
          <ac:chgData name="Ella Vetter" userId="c6918cf5-f6c0-43cc-8499-a1f635017de9" providerId="ADAL" clId="{AF2A365B-3B33-420F-B2C0-4BFE99A95748}" dt="2020-09-10T11:20:29.063" v="59" actId="13926"/>
          <ac:spMkLst>
            <pc:docMk/>
            <pc:sldMk cId="3399199631" sldId="344"/>
            <ac:spMk id="2" creationId="{1003867E-A049-416A-A856-2C89183523CF}"/>
          </ac:spMkLst>
        </pc:spChg>
        <pc:spChg chg="mod">
          <ac:chgData name="Ella Vetter" userId="c6918cf5-f6c0-43cc-8499-a1f635017de9" providerId="ADAL" clId="{AF2A365B-3B33-420F-B2C0-4BFE99A95748}" dt="2020-09-10T20:46:49.559" v="1619" actId="11"/>
          <ac:spMkLst>
            <pc:docMk/>
            <pc:sldMk cId="3399199631" sldId="344"/>
            <ac:spMk id="3" creationId="{20FF138D-2BCD-49F0-8E8D-8AF91465113B}"/>
          </ac:spMkLst>
        </pc:spChg>
        <pc:picChg chg="add mod">
          <ac:chgData name="Ella Vetter" userId="c6918cf5-f6c0-43cc-8499-a1f635017de9" providerId="ADAL" clId="{AF2A365B-3B33-420F-B2C0-4BFE99A95748}" dt="2020-09-10T11:20:21.577" v="58" actId="1036"/>
          <ac:picMkLst>
            <pc:docMk/>
            <pc:sldMk cId="3399199631" sldId="344"/>
            <ac:picMk id="5" creationId="{D2FB4BA9-765B-4B59-B96B-0527F0E850CF}"/>
          </ac:picMkLst>
        </pc:picChg>
      </pc:sldChg>
      <pc:sldChg chg="addSp modSp mod">
        <pc:chgData name="Ella Vetter" userId="c6918cf5-f6c0-43cc-8499-a1f635017de9" providerId="ADAL" clId="{AF2A365B-3B33-420F-B2C0-4BFE99A95748}" dt="2020-09-10T20:46:59.076" v="1620" actId="11"/>
        <pc:sldMkLst>
          <pc:docMk/>
          <pc:sldMk cId="2596221304" sldId="345"/>
        </pc:sldMkLst>
        <pc:spChg chg="mod">
          <ac:chgData name="Ella Vetter" userId="c6918cf5-f6c0-43cc-8499-a1f635017de9" providerId="ADAL" clId="{AF2A365B-3B33-420F-B2C0-4BFE99A95748}" dt="2020-09-10T12:04:28.104" v="246" actId="13926"/>
          <ac:spMkLst>
            <pc:docMk/>
            <pc:sldMk cId="2596221304" sldId="345"/>
            <ac:spMk id="2" creationId="{1003867E-A049-416A-A856-2C89183523CF}"/>
          </ac:spMkLst>
        </pc:spChg>
        <pc:spChg chg="mod">
          <ac:chgData name="Ella Vetter" userId="c6918cf5-f6c0-43cc-8499-a1f635017de9" providerId="ADAL" clId="{AF2A365B-3B33-420F-B2C0-4BFE99A95748}" dt="2020-09-10T20:46:59.076" v="1620" actId="11"/>
          <ac:spMkLst>
            <pc:docMk/>
            <pc:sldMk cId="2596221304" sldId="345"/>
            <ac:spMk id="4" creationId="{2C5E0776-6C3D-466B-9C00-B4AEB73007F5}"/>
          </ac:spMkLst>
        </pc:spChg>
        <pc:picChg chg="add mod">
          <ac:chgData name="Ella Vetter" userId="c6918cf5-f6c0-43cc-8499-a1f635017de9" providerId="ADAL" clId="{AF2A365B-3B33-420F-B2C0-4BFE99A95748}" dt="2020-09-10T11:28:30.909" v="152"/>
          <ac:picMkLst>
            <pc:docMk/>
            <pc:sldMk cId="2596221304" sldId="345"/>
            <ac:picMk id="5" creationId="{8D9C93E9-FCA2-4BAD-A470-D273BB4CC6CA}"/>
          </ac:picMkLst>
        </pc:picChg>
      </pc:sldChg>
      <pc:sldChg chg="addSp delSp modSp mod modNotesTx">
        <pc:chgData name="Ella Vetter" userId="c6918cf5-f6c0-43cc-8499-a1f635017de9" providerId="ADAL" clId="{AF2A365B-3B33-420F-B2C0-4BFE99A95748}" dt="2020-09-10T20:47:23.332" v="1625" actId="11"/>
        <pc:sldMkLst>
          <pc:docMk/>
          <pc:sldMk cId="90620544" sldId="346"/>
        </pc:sldMkLst>
        <pc:spChg chg="mod">
          <ac:chgData name="Ella Vetter" userId="c6918cf5-f6c0-43cc-8499-a1f635017de9" providerId="ADAL" clId="{AF2A365B-3B33-420F-B2C0-4BFE99A95748}" dt="2020-09-10T12:07:11.743" v="297" actId="13926"/>
          <ac:spMkLst>
            <pc:docMk/>
            <pc:sldMk cId="90620544" sldId="346"/>
            <ac:spMk id="2" creationId="{7CF4D56A-7A6F-4534-9BEB-FAE8CF35118B}"/>
          </ac:spMkLst>
        </pc:spChg>
        <pc:spChg chg="del">
          <ac:chgData name="Ella Vetter" userId="c6918cf5-f6c0-43cc-8499-a1f635017de9" providerId="ADAL" clId="{AF2A365B-3B33-420F-B2C0-4BFE99A95748}" dt="2020-09-10T11:23:44.142" v="90" actId="478"/>
          <ac:spMkLst>
            <pc:docMk/>
            <pc:sldMk cId="90620544" sldId="346"/>
            <ac:spMk id="3" creationId="{711FB825-E5B6-458C-BEDA-C2292237AE62}"/>
          </ac:spMkLst>
        </pc:spChg>
        <pc:spChg chg="add mod">
          <ac:chgData name="Ella Vetter" userId="c6918cf5-f6c0-43cc-8499-a1f635017de9" providerId="ADAL" clId="{AF2A365B-3B33-420F-B2C0-4BFE99A95748}" dt="2020-09-10T20:47:23.332" v="1625" actId="11"/>
          <ac:spMkLst>
            <pc:docMk/>
            <pc:sldMk cId="90620544" sldId="346"/>
            <ac:spMk id="5" creationId="{27E53B09-9A94-474D-8876-783255985D9F}"/>
          </ac:spMkLst>
        </pc:spChg>
        <pc:picChg chg="add del mod">
          <ac:chgData name="Ella Vetter" userId="c6918cf5-f6c0-43cc-8499-a1f635017de9" providerId="ADAL" clId="{AF2A365B-3B33-420F-B2C0-4BFE99A95748}" dt="2020-09-10T11:31:20.231" v="228" actId="478"/>
          <ac:picMkLst>
            <pc:docMk/>
            <pc:sldMk cId="90620544" sldId="346"/>
            <ac:picMk id="7" creationId="{56CD984C-772D-4D26-ADB4-B9DE33922D2F}"/>
          </ac:picMkLst>
        </pc:picChg>
        <pc:picChg chg="add mod">
          <ac:chgData name="Ella Vetter" userId="c6918cf5-f6c0-43cc-8499-a1f635017de9" providerId="ADAL" clId="{AF2A365B-3B33-420F-B2C0-4BFE99A95748}" dt="2020-09-10T12:06:42.380" v="280" actId="1076"/>
          <ac:picMkLst>
            <pc:docMk/>
            <pc:sldMk cId="90620544" sldId="346"/>
            <ac:picMk id="9" creationId="{BF757C45-5D07-4740-AC3A-32DB9C738154}"/>
          </ac:picMkLst>
        </pc:picChg>
        <pc:picChg chg="add mod">
          <ac:chgData name="Ella Vetter" userId="c6918cf5-f6c0-43cc-8499-a1f635017de9" providerId="ADAL" clId="{AF2A365B-3B33-420F-B2C0-4BFE99A95748}" dt="2020-09-10T12:06:48.215" v="285" actId="1035"/>
          <ac:picMkLst>
            <pc:docMk/>
            <pc:sldMk cId="90620544" sldId="346"/>
            <ac:picMk id="11" creationId="{DB889140-8773-4448-93CB-D712D4106074}"/>
          </ac:picMkLst>
        </pc:picChg>
      </pc:sldChg>
      <pc:sldChg chg="modSp mod">
        <pc:chgData name="Ella Vetter" userId="c6918cf5-f6c0-43cc-8499-a1f635017de9" providerId="ADAL" clId="{AF2A365B-3B33-420F-B2C0-4BFE99A95748}" dt="2020-09-11T01:23:13.568" v="4080" actId="20577"/>
        <pc:sldMkLst>
          <pc:docMk/>
          <pc:sldMk cId="1463868808" sldId="349"/>
        </pc:sldMkLst>
        <pc:spChg chg="mod">
          <ac:chgData name="Ella Vetter" userId="c6918cf5-f6c0-43cc-8499-a1f635017de9" providerId="ADAL" clId="{AF2A365B-3B33-420F-B2C0-4BFE99A95748}" dt="2020-09-11T01:23:13.568" v="4080" actId="20577"/>
          <ac:spMkLst>
            <pc:docMk/>
            <pc:sldMk cId="1463868808" sldId="349"/>
            <ac:spMk id="4" creationId="{63B5BC74-1981-41C4-8868-0D2C7BEE5A19}"/>
          </ac:spMkLst>
        </pc:spChg>
      </pc:sldChg>
      <pc:sldChg chg="modSp mod">
        <pc:chgData name="Ella Vetter" userId="c6918cf5-f6c0-43cc-8499-a1f635017de9" providerId="ADAL" clId="{AF2A365B-3B33-420F-B2C0-4BFE99A95748}" dt="2020-09-11T01:15:06.430" v="4054" actId="11"/>
        <pc:sldMkLst>
          <pc:docMk/>
          <pc:sldMk cId="4260857195" sldId="350"/>
        </pc:sldMkLst>
        <pc:spChg chg="mod">
          <ac:chgData name="Ella Vetter" userId="c6918cf5-f6c0-43cc-8499-a1f635017de9" providerId="ADAL" clId="{AF2A365B-3B33-420F-B2C0-4BFE99A95748}" dt="2020-09-11T01:15:06.430" v="4054" actId="11"/>
          <ac:spMkLst>
            <pc:docMk/>
            <pc:sldMk cId="4260857195" sldId="350"/>
            <ac:spMk id="3" creationId="{E66FD1A9-40DD-416D-9054-AF7CC4AAB9B0}"/>
          </ac:spMkLst>
        </pc:spChg>
      </pc:sldChg>
      <pc:sldChg chg="modSp mod">
        <pc:chgData name="Ella Vetter" userId="c6918cf5-f6c0-43cc-8499-a1f635017de9" providerId="ADAL" clId="{AF2A365B-3B33-420F-B2C0-4BFE99A95748}" dt="2020-09-11T01:15:25.942" v="4056" actId="11"/>
        <pc:sldMkLst>
          <pc:docMk/>
          <pc:sldMk cId="3702495995" sldId="351"/>
        </pc:sldMkLst>
        <pc:spChg chg="mod">
          <ac:chgData name="Ella Vetter" userId="c6918cf5-f6c0-43cc-8499-a1f635017de9" providerId="ADAL" clId="{AF2A365B-3B33-420F-B2C0-4BFE99A95748}" dt="2020-09-11T01:15:25.942" v="4056" actId="11"/>
          <ac:spMkLst>
            <pc:docMk/>
            <pc:sldMk cId="3702495995" sldId="351"/>
            <ac:spMk id="6" creationId="{2BD25D4E-C2C8-454B-80CA-CF040A48D46E}"/>
          </ac:spMkLst>
        </pc:spChg>
      </pc:sldChg>
      <pc:sldChg chg="modSp mod">
        <pc:chgData name="Ella Vetter" userId="c6918cf5-f6c0-43cc-8499-a1f635017de9" providerId="ADAL" clId="{AF2A365B-3B33-420F-B2C0-4BFE99A95748}" dt="2020-09-11T01:15:39.043" v="4057" actId="11"/>
        <pc:sldMkLst>
          <pc:docMk/>
          <pc:sldMk cId="2102270504" sldId="352"/>
        </pc:sldMkLst>
        <pc:spChg chg="mod">
          <ac:chgData name="Ella Vetter" userId="c6918cf5-f6c0-43cc-8499-a1f635017de9" providerId="ADAL" clId="{AF2A365B-3B33-420F-B2C0-4BFE99A95748}" dt="2020-09-11T01:15:39.043" v="4057" actId="11"/>
          <ac:spMkLst>
            <pc:docMk/>
            <pc:sldMk cId="2102270504" sldId="352"/>
            <ac:spMk id="7" creationId="{DCF401E9-BC8B-4A2A-8B90-3BB0AEAF7665}"/>
          </ac:spMkLst>
        </pc:spChg>
      </pc:sldChg>
      <pc:sldChg chg="modSp mod">
        <pc:chgData name="Ella Vetter" userId="c6918cf5-f6c0-43cc-8499-a1f635017de9" providerId="ADAL" clId="{AF2A365B-3B33-420F-B2C0-4BFE99A95748}" dt="2020-09-11T01:15:55.593" v="4058" actId="11"/>
        <pc:sldMkLst>
          <pc:docMk/>
          <pc:sldMk cId="2476861534" sldId="354"/>
        </pc:sldMkLst>
        <pc:spChg chg="mod">
          <ac:chgData name="Ella Vetter" userId="c6918cf5-f6c0-43cc-8499-a1f635017de9" providerId="ADAL" clId="{AF2A365B-3B33-420F-B2C0-4BFE99A95748}" dt="2020-09-11T01:15:55.593" v="4058" actId="11"/>
          <ac:spMkLst>
            <pc:docMk/>
            <pc:sldMk cId="2476861534" sldId="354"/>
            <ac:spMk id="7" creationId="{4D5F75AC-249D-41CF-BBF9-8A3022F93EFF}"/>
          </ac:spMkLst>
        </pc:spChg>
      </pc:sldChg>
      <pc:sldChg chg="modSp mod">
        <pc:chgData name="Ella Vetter" userId="c6918cf5-f6c0-43cc-8499-a1f635017de9" providerId="ADAL" clId="{AF2A365B-3B33-420F-B2C0-4BFE99A95748}" dt="2020-09-11T01:24:25.927" v="4086" actId="20577"/>
        <pc:sldMkLst>
          <pc:docMk/>
          <pc:sldMk cId="1299363713" sldId="355"/>
        </pc:sldMkLst>
        <pc:spChg chg="mod">
          <ac:chgData name="Ella Vetter" userId="c6918cf5-f6c0-43cc-8499-a1f635017de9" providerId="ADAL" clId="{AF2A365B-3B33-420F-B2C0-4BFE99A95748}" dt="2020-09-11T01:24:25.927" v="4086" actId="20577"/>
          <ac:spMkLst>
            <pc:docMk/>
            <pc:sldMk cId="1299363713" sldId="355"/>
            <ac:spMk id="11" creationId="{264FEF17-13D9-4AC0-9B0D-248B1CCF857F}"/>
          </ac:spMkLst>
        </pc:spChg>
      </pc:sldChg>
      <pc:sldChg chg="modSp mod">
        <pc:chgData name="Ella Vetter" userId="c6918cf5-f6c0-43cc-8499-a1f635017de9" providerId="ADAL" clId="{AF2A365B-3B33-420F-B2C0-4BFE99A95748}" dt="2020-09-11T01:16:21.438" v="4060" actId="11"/>
        <pc:sldMkLst>
          <pc:docMk/>
          <pc:sldMk cId="1743523007" sldId="356"/>
        </pc:sldMkLst>
        <pc:spChg chg="mod">
          <ac:chgData name="Ella Vetter" userId="c6918cf5-f6c0-43cc-8499-a1f635017de9" providerId="ADAL" clId="{AF2A365B-3B33-420F-B2C0-4BFE99A95748}" dt="2020-09-11T01:16:21.438" v="4060" actId="11"/>
          <ac:spMkLst>
            <pc:docMk/>
            <pc:sldMk cId="1743523007" sldId="356"/>
            <ac:spMk id="12" creationId="{947AC910-F1C6-4B54-93D8-7787DDFD1357}"/>
          </ac:spMkLst>
        </pc:spChg>
      </pc:sldChg>
      <pc:sldChg chg="modSp mod">
        <pc:chgData name="Ella Vetter" userId="c6918cf5-f6c0-43cc-8499-a1f635017de9" providerId="ADAL" clId="{AF2A365B-3B33-420F-B2C0-4BFE99A95748}" dt="2020-09-11T01:16:29.733" v="4061" actId="11"/>
        <pc:sldMkLst>
          <pc:docMk/>
          <pc:sldMk cId="2795961728" sldId="357"/>
        </pc:sldMkLst>
        <pc:spChg chg="mod">
          <ac:chgData name="Ella Vetter" userId="c6918cf5-f6c0-43cc-8499-a1f635017de9" providerId="ADAL" clId="{AF2A365B-3B33-420F-B2C0-4BFE99A95748}" dt="2020-09-11T01:16:29.733" v="4061" actId="11"/>
          <ac:spMkLst>
            <pc:docMk/>
            <pc:sldMk cId="2795961728" sldId="357"/>
            <ac:spMk id="7" creationId="{CDD00C26-CB91-4BA5-9BED-9ACC47F25F11}"/>
          </ac:spMkLst>
        </pc:spChg>
      </pc:sldChg>
      <pc:sldChg chg="addSp modSp new mod ord modNotesTx">
        <pc:chgData name="Ella Vetter" userId="c6918cf5-f6c0-43cc-8499-a1f635017de9" providerId="ADAL" clId="{AF2A365B-3B33-420F-B2C0-4BFE99A95748}" dt="2020-09-10T20:47:09.473" v="1623" actId="11"/>
        <pc:sldMkLst>
          <pc:docMk/>
          <pc:sldMk cId="760980716" sldId="366"/>
        </pc:sldMkLst>
        <pc:spChg chg="mod">
          <ac:chgData name="Ella Vetter" userId="c6918cf5-f6c0-43cc-8499-a1f635017de9" providerId="ADAL" clId="{AF2A365B-3B33-420F-B2C0-4BFE99A95748}" dt="2020-09-10T12:04:49.753" v="273" actId="13926"/>
          <ac:spMkLst>
            <pc:docMk/>
            <pc:sldMk cId="760980716" sldId="366"/>
            <ac:spMk id="2" creationId="{0B301652-CD43-4806-98FA-66DE766DDFED}"/>
          </ac:spMkLst>
        </pc:spChg>
        <pc:spChg chg="mod">
          <ac:chgData name="Ella Vetter" userId="c6918cf5-f6c0-43cc-8499-a1f635017de9" providerId="ADAL" clId="{AF2A365B-3B33-420F-B2C0-4BFE99A95748}" dt="2020-09-10T20:47:09.473" v="1623" actId="11"/>
          <ac:spMkLst>
            <pc:docMk/>
            <pc:sldMk cId="760980716" sldId="366"/>
            <ac:spMk id="3" creationId="{7240C353-9B80-44B1-BCED-82825036FE57}"/>
          </ac:spMkLst>
        </pc:spChg>
        <pc:picChg chg="add mod modCrop">
          <ac:chgData name="Ella Vetter" userId="c6918cf5-f6c0-43cc-8499-a1f635017de9" providerId="ADAL" clId="{AF2A365B-3B33-420F-B2C0-4BFE99A95748}" dt="2020-09-10T12:05:07.353" v="276" actId="14100"/>
          <ac:picMkLst>
            <pc:docMk/>
            <pc:sldMk cId="760980716" sldId="366"/>
            <ac:picMk id="5" creationId="{4EB52FBB-CB46-4EC0-9580-C2634AC508A6}"/>
          </ac:picMkLst>
        </pc:picChg>
      </pc:sldChg>
      <pc:sldChg chg="addSp modSp new mod modNotesTx">
        <pc:chgData name="Ella Vetter" userId="c6918cf5-f6c0-43cc-8499-a1f635017de9" providerId="ADAL" clId="{AF2A365B-3B33-420F-B2C0-4BFE99A95748}" dt="2020-09-11T01:12:39.595" v="4046" actId="255"/>
        <pc:sldMkLst>
          <pc:docMk/>
          <pc:sldMk cId="290223264" sldId="367"/>
        </pc:sldMkLst>
        <pc:spChg chg="mod">
          <ac:chgData name="Ella Vetter" userId="c6918cf5-f6c0-43cc-8499-a1f635017de9" providerId="ADAL" clId="{AF2A365B-3B33-420F-B2C0-4BFE99A95748}" dt="2020-09-10T20:17:14.727" v="1223"/>
          <ac:spMkLst>
            <pc:docMk/>
            <pc:sldMk cId="290223264" sldId="367"/>
            <ac:spMk id="2" creationId="{2B232A6E-BA12-463E-8167-7A7D8D3F4C78}"/>
          </ac:spMkLst>
        </pc:spChg>
        <pc:spChg chg="mod">
          <ac:chgData name="Ella Vetter" userId="c6918cf5-f6c0-43cc-8499-a1f635017de9" providerId="ADAL" clId="{AF2A365B-3B33-420F-B2C0-4BFE99A95748}" dt="2020-09-11T01:12:39.595" v="4046" actId="255"/>
          <ac:spMkLst>
            <pc:docMk/>
            <pc:sldMk cId="290223264" sldId="367"/>
            <ac:spMk id="3" creationId="{C49B89C3-A00A-42F6-A397-9DC65037FCFA}"/>
          </ac:spMkLst>
        </pc:spChg>
        <pc:picChg chg="add mod">
          <ac:chgData name="Ella Vetter" userId="c6918cf5-f6c0-43cc-8499-a1f635017de9" providerId="ADAL" clId="{AF2A365B-3B33-420F-B2C0-4BFE99A95748}" dt="2020-09-11T01:12:35.054" v="4045" actId="1036"/>
          <ac:picMkLst>
            <pc:docMk/>
            <pc:sldMk cId="290223264" sldId="367"/>
            <ac:picMk id="5" creationId="{060C5D8B-A8CB-47D1-A025-7687F6E3916A}"/>
          </ac:picMkLst>
        </pc:picChg>
      </pc:sldChg>
      <pc:sldChg chg="new del">
        <pc:chgData name="Ella Vetter" userId="c6918cf5-f6c0-43cc-8499-a1f635017de9" providerId="ADAL" clId="{AF2A365B-3B33-420F-B2C0-4BFE99A95748}" dt="2020-09-10T12:06:05.056" v="278" actId="680"/>
        <pc:sldMkLst>
          <pc:docMk/>
          <pc:sldMk cId="3326033845" sldId="367"/>
        </pc:sldMkLst>
      </pc:sldChg>
      <pc:sldChg chg="modSp new del mod">
        <pc:chgData name="Ella Vetter" userId="c6918cf5-f6c0-43cc-8499-a1f635017de9" providerId="ADAL" clId="{AF2A365B-3B33-420F-B2C0-4BFE99A95748}" dt="2020-09-10T20:31:14.763" v="1352" actId="47"/>
        <pc:sldMkLst>
          <pc:docMk/>
          <pc:sldMk cId="2889692925" sldId="368"/>
        </pc:sldMkLst>
        <pc:spChg chg="mod">
          <ac:chgData name="Ella Vetter" userId="c6918cf5-f6c0-43cc-8499-a1f635017de9" providerId="ADAL" clId="{AF2A365B-3B33-420F-B2C0-4BFE99A95748}" dt="2020-09-10T20:29:39.393" v="1262"/>
          <ac:spMkLst>
            <pc:docMk/>
            <pc:sldMk cId="2889692925" sldId="368"/>
            <ac:spMk id="2" creationId="{3E391F90-BCAB-45EB-8302-8F5B24DD8955}"/>
          </ac:spMkLst>
        </pc:spChg>
      </pc:sldChg>
      <pc:sldChg chg="addSp modSp new mod">
        <pc:chgData name="Ella Vetter" userId="c6918cf5-f6c0-43cc-8499-a1f635017de9" providerId="ADAL" clId="{AF2A365B-3B33-420F-B2C0-4BFE99A95748}" dt="2020-09-11T01:12:49.706" v="4047" actId="255"/>
        <pc:sldMkLst>
          <pc:docMk/>
          <pc:sldMk cId="4290262589" sldId="368"/>
        </pc:sldMkLst>
        <pc:spChg chg="mod">
          <ac:chgData name="Ella Vetter" userId="c6918cf5-f6c0-43cc-8499-a1f635017de9" providerId="ADAL" clId="{AF2A365B-3B33-420F-B2C0-4BFE99A95748}" dt="2020-09-10T20:35:00.378" v="1429"/>
          <ac:spMkLst>
            <pc:docMk/>
            <pc:sldMk cId="4290262589" sldId="368"/>
            <ac:spMk id="2" creationId="{C3B0E3F7-7D27-4FD7-A268-BAB2C5C4465C}"/>
          </ac:spMkLst>
        </pc:spChg>
        <pc:spChg chg="mod">
          <ac:chgData name="Ella Vetter" userId="c6918cf5-f6c0-43cc-8499-a1f635017de9" providerId="ADAL" clId="{AF2A365B-3B33-420F-B2C0-4BFE99A95748}" dt="2020-09-11T01:12:49.706" v="4047" actId="255"/>
          <ac:spMkLst>
            <pc:docMk/>
            <pc:sldMk cId="4290262589" sldId="368"/>
            <ac:spMk id="3" creationId="{5972EC9B-13E3-4EAE-A130-98977CDDACA7}"/>
          </ac:spMkLst>
        </pc:spChg>
        <pc:picChg chg="add mod">
          <ac:chgData name="Ella Vetter" userId="c6918cf5-f6c0-43cc-8499-a1f635017de9" providerId="ADAL" clId="{AF2A365B-3B33-420F-B2C0-4BFE99A95748}" dt="2020-09-10T20:40:54.063" v="1565" actId="1035"/>
          <ac:picMkLst>
            <pc:docMk/>
            <pc:sldMk cId="4290262589" sldId="368"/>
            <ac:picMk id="5" creationId="{63788A86-91D1-491E-B1B2-C2D7DD7AA9FF}"/>
          </ac:picMkLst>
        </pc:picChg>
      </pc:sldChg>
      <pc:sldChg chg="addSp modSp new mod">
        <pc:chgData name="Ella Vetter" userId="c6918cf5-f6c0-43cc-8499-a1f635017de9" providerId="ADAL" clId="{AF2A365B-3B33-420F-B2C0-4BFE99A95748}" dt="2020-09-11T01:25:19.868" v="4087" actId="20577"/>
        <pc:sldMkLst>
          <pc:docMk/>
          <pc:sldMk cId="254936619" sldId="369"/>
        </pc:sldMkLst>
        <pc:spChg chg="mod">
          <ac:chgData name="Ella Vetter" userId="c6918cf5-f6c0-43cc-8499-a1f635017de9" providerId="ADAL" clId="{AF2A365B-3B33-420F-B2C0-4BFE99A95748}" dt="2020-09-10T21:00:49.340" v="1706" actId="20577"/>
          <ac:spMkLst>
            <pc:docMk/>
            <pc:sldMk cId="254936619" sldId="369"/>
            <ac:spMk id="2" creationId="{E3E06216-1C5B-43DC-A8A9-C5904A2BA465}"/>
          </ac:spMkLst>
        </pc:spChg>
        <pc:spChg chg="mod">
          <ac:chgData name="Ella Vetter" userId="c6918cf5-f6c0-43cc-8499-a1f635017de9" providerId="ADAL" clId="{AF2A365B-3B33-420F-B2C0-4BFE99A95748}" dt="2020-09-11T01:25:19.868" v="4087" actId="20577"/>
          <ac:spMkLst>
            <pc:docMk/>
            <pc:sldMk cId="254936619" sldId="369"/>
            <ac:spMk id="3" creationId="{F30BA8DC-9C7A-4B2C-895E-1B631BC9F3F9}"/>
          </ac:spMkLst>
        </pc:spChg>
        <pc:picChg chg="add">
          <ac:chgData name="Ella Vetter" userId="c6918cf5-f6c0-43cc-8499-a1f635017de9" providerId="ADAL" clId="{AF2A365B-3B33-420F-B2C0-4BFE99A95748}" dt="2020-09-10T21:08:59.985" v="1749" actId="22"/>
          <ac:picMkLst>
            <pc:docMk/>
            <pc:sldMk cId="254936619" sldId="369"/>
            <ac:picMk id="5" creationId="{190B5FC0-3A67-4027-BE2E-885AFA8D28CE}"/>
          </ac:picMkLst>
        </pc:picChg>
      </pc:sldChg>
      <pc:sldChg chg="addSp modSp add mod">
        <pc:chgData name="Ella Vetter" userId="c6918cf5-f6c0-43cc-8499-a1f635017de9" providerId="ADAL" clId="{AF2A365B-3B33-420F-B2C0-4BFE99A95748}" dt="2020-09-10T23:29:47.750" v="2352" actId="1035"/>
        <pc:sldMkLst>
          <pc:docMk/>
          <pc:sldMk cId="2226125750" sldId="370"/>
        </pc:sldMkLst>
        <pc:spChg chg="mod">
          <ac:chgData name="Ella Vetter" userId="c6918cf5-f6c0-43cc-8499-a1f635017de9" providerId="ADAL" clId="{AF2A365B-3B33-420F-B2C0-4BFE99A95748}" dt="2020-09-10T23:29:44.262" v="2344" actId="255"/>
          <ac:spMkLst>
            <pc:docMk/>
            <pc:sldMk cId="2226125750" sldId="370"/>
            <ac:spMk id="3" creationId="{F30BA8DC-9C7A-4B2C-895E-1B631BC9F3F9}"/>
          </ac:spMkLst>
        </pc:spChg>
        <pc:picChg chg="add mod">
          <ac:chgData name="Ella Vetter" userId="c6918cf5-f6c0-43cc-8499-a1f635017de9" providerId="ADAL" clId="{AF2A365B-3B33-420F-B2C0-4BFE99A95748}" dt="2020-09-10T23:29:47.750" v="2352" actId="1035"/>
          <ac:picMkLst>
            <pc:docMk/>
            <pc:sldMk cId="2226125750" sldId="370"/>
            <ac:picMk id="5" creationId="{4AA55E62-F78F-4789-89D4-7462E939F454}"/>
          </ac:picMkLst>
        </pc:picChg>
      </pc:sldChg>
      <pc:sldChg chg="addSp modSp add mod">
        <pc:chgData name="Ella Vetter" userId="c6918cf5-f6c0-43cc-8499-a1f635017de9" providerId="ADAL" clId="{AF2A365B-3B33-420F-B2C0-4BFE99A95748}" dt="2020-09-10T23:27:53.503" v="2260" actId="20577"/>
        <pc:sldMkLst>
          <pc:docMk/>
          <pc:sldMk cId="4050674769" sldId="371"/>
        </pc:sldMkLst>
        <pc:spChg chg="mod">
          <ac:chgData name="Ella Vetter" userId="c6918cf5-f6c0-43cc-8499-a1f635017de9" providerId="ADAL" clId="{AF2A365B-3B33-420F-B2C0-4BFE99A95748}" dt="2020-09-10T23:27:53.503" v="2260" actId="20577"/>
          <ac:spMkLst>
            <pc:docMk/>
            <pc:sldMk cId="4050674769" sldId="371"/>
            <ac:spMk id="3" creationId="{F30BA8DC-9C7A-4B2C-895E-1B631BC9F3F9}"/>
          </ac:spMkLst>
        </pc:spChg>
        <pc:picChg chg="add mod">
          <ac:chgData name="Ella Vetter" userId="c6918cf5-f6c0-43cc-8499-a1f635017de9" providerId="ADAL" clId="{AF2A365B-3B33-420F-B2C0-4BFE99A95748}" dt="2020-09-10T23:27:04.720" v="2214" actId="1036"/>
          <ac:picMkLst>
            <pc:docMk/>
            <pc:sldMk cId="4050674769" sldId="371"/>
            <ac:picMk id="5" creationId="{2AB0A8C5-FC40-46A3-8CF6-6B9F43C7815E}"/>
          </ac:picMkLst>
        </pc:picChg>
        <pc:picChg chg="add mod modCrop">
          <ac:chgData name="Ella Vetter" userId="c6918cf5-f6c0-43cc-8499-a1f635017de9" providerId="ADAL" clId="{AF2A365B-3B33-420F-B2C0-4BFE99A95748}" dt="2020-09-10T23:27:46.801" v="2258" actId="732"/>
          <ac:picMkLst>
            <pc:docMk/>
            <pc:sldMk cId="4050674769" sldId="371"/>
            <ac:picMk id="7" creationId="{95DA7C62-C738-4A32-B0B9-24499DDA2B45}"/>
          </ac:picMkLst>
        </pc:picChg>
      </pc:sldChg>
      <pc:sldChg chg="addSp modSp new mod">
        <pc:chgData name="Ella Vetter" userId="c6918cf5-f6c0-43cc-8499-a1f635017de9" providerId="ADAL" clId="{AF2A365B-3B33-420F-B2C0-4BFE99A95748}" dt="2020-09-10T23:29:38.082" v="2343" actId="1036"/>
        <pc:sldMkLst>
          <pc:docMk/>
          <pc:sldMk cId="2131112464" sldId="372"/>
        </pc:sldMkLst>
        <pc:spChg chg="mod">
          <ac:chgData name="Ella Vetter" userId="c6918cf5-f6c0-43cc-8499-a1f635017de9" providerId="ADAL" clId="{AF2A365B-3B33-420F-B2C0-4BFE99A95748}" dt="2020-09-10T21:09:08.515" v="1751"/>
          <ac:spMkLst>
            <pc:docMk/>
            <pc:sldMk cId="2131112464" sldId="372"/>
            <ac:spMk id="2" creationId="{CCC38B92-EC24-4967-AC50-080DF8F23118}"/>
          </ac:spMkLst>
        </pc:spChg>
        <pc:spChg chg="mod">
          <ac:chgData name="Ella Vetter" userId="c6918cf5-f6c0-43cc-8499-a1f635017de9" providerId="ADAL" clId="{AF2A365B-3B33-420F-B2C0-4BFE99A95748}" dt="2020-09-10T23:29:38.082" v="2343" actId="1036"/>
          <ac:spMkLst>
            <pc:docMk/>
            <pc:sldMk cId="2131112464" sldId="372"/>
            <ac:spMk id="3" creationId="{F77C5C24-5487-40C5-8EBB-A5A88A70FF2A}"/>
          </ac:spMkLst>
        </pc:spChg>
        <pc:picChg chg="add mod">
          <ac:chgData name="Ella Vetter" userId="c6918cf5-f6c0-43cc-8499-a1f635017de9" providerId="ADAL" clId="{AF2A365B-3B33-420F-B2C0-4BFE99A95748}" dt="2020-09-10T21:10:56.956" v="1842" actId="1076"/>
          <ac:picMkLst>
            <pc:docMk/>
            <pc:sldMk cId="2131112464" sldId="372"/>
            <ac:picMk id="5" creationId="{C00F8DC5-31E1-465E-89A9-35ACA01CE832}"/>
          </ac:picMkLst>
        </pc:picChg>
      </pc:sldChg>
      <pc:sldChg chg="addSp delSp modSp add mod">
        <pc:chgData name="Ella Vetter" userId="c6918cf5-f6c0-43cc-8499-a1f635017de9" providerId="ADAL" clId="{AF2A365B-3B33-420F-B2C0-4BFE99A95748}" dt="2020-09-10T23:30:06.164" v="2353" actId="11"/>
        <pc:sldMkLst>
          <pc:docMk/>
          <pc:sldMk cId="552881126" sldId="373"/>
        </pc:sldMkLst>
        <pc:spChg chg="del">
          <ac:chgData name="Ella Vetter" userId="c6918cf5-f6c0-43cc-8499-a1f635017de9" providerId="ADAL" clId="{AF2A365B-3B33-420F-B2C0-4BFE99A95748}" dt="2020-09-10T23:29:09.842" v="2333" actId="478"/>
          <ac:spMkLst>
            <pc:docMk/>
            <pc:sldMk cId="552881126" sldId="373"/>
            <ac:spMk id="3" creationId="{F30BA8DC-9C7A-4B2C-895E-1B631BC9F3F9}"/>
          </ac:spMkLst>
        </pc:spChg>
        <pc:spChg chg="add mod">
          <ac:chgData name="Ella Vetter" userId="c6918cf5-f6c0-43cc-8499-a1f635017de9" providerId="ADAL" clId="{AF2A365B-3B33-420F-B2C0-4BFE99A95748}" dt="2020-09-10T23:30:06.164" v="2353" actId="11"/>
          <ac:spMkLst>
            <pc:docMk/>
            <pc:sldMk cId="552881126" sldId="373"/>
            <ac:spMk id="8" creationId="{AF802A76-54E3-4F53-A3A8-885CACC77E66}"/>
          </ac:spMkLst>
        </pc:spChg>
        <pc:picChg chg="add del">
          <ac:chgData name="Ella Vetter" userId="c6918cf5-f6c0-43cc-8499-a1f635017de9" providerId="ADAL" clId="{AF2A365B-3B33-420F-B2C0-4BFE99A95748}" dt="2020-09-10T21:23:56.797" v="1899" actId="478"/>
          <ac:picMkLst>
            <pc:docMk/>
            <pc:sldMk cId="552881126" sldId="373"/>
            <ac:picMk id="5" creationId="{826ED211-14EB-4112-AB35-B3060D163A78}"/>
          </ac:picMkLst>
        </pc:picChg>
        <pc:picChg chg="add mod">
          <ac:chgData name="Ella Vetter" userId="c6918cf5-f6c0-43cc-8499-a1f635017de9" providerId="ADAL" clId="{AF2A365B-3B33-420F-B2C0-4BFE99A95748}" dt="2020-09-10T23:29:21.389" v="2336" actId="1076"/>
          <ac:picMkLst>
            <pc:docMk/>
            <pc:sldMk cId="552881126" sldId="373"/>
            <ac:picMk id="7" creationId="{8563707F-7AD3-4ECF-937B-6B7D9171A60C}"/>
          </ac:picMkLst>
        </pc:picChg>
      </pc:sldChg>
      <pc:sldChg chg="addSp delSp modSp add mod">
        <pc:chgData name="Ella Vetter" userId="c6918cf5-f6c0-43cc-8499-a1f635017de9" providerId="ADAL" clId="{AF2A365B-3B33-420F-B2C0-4BFE99A95748}" dt="2020-09-10T23:33:22.715" v="2476" actId="14100"/>
        <pc:sldMkLst>
          <pc:docMk/>
          <pc:sldMk cId="1583568315" sldId="374"/>
        </pc:sldMkLst>
        <pc:spChg chg="add del">
          <ac:chgData name="Ella Vetter" userId="c6918cf5-f6c0-43cc-8499-a1f635017de9" providerId="ADAL" clId="{AF2A365B-3B33-420F-B2C0-4BFE99A95748}" dt="2020-09-10T23:31:11.148" v="2359" actId="478"/>
          <ac:spMkLst>
            <pc:docMk/>
            <pc:sldMk cId="1583568315" sldId="374"/>
            <ac:spMk id="3" creationId="{F30BA8DC-9C7A-4B2C-895E-1B631BC9F3F9}"/>
          </ac:spMkLst>
        </pc:spChg>
        <pc:spChg chg="add mod">
          <ac:chgData name="Ella Vetter" userId="c6918cf5-f6c0-43cc-8499-a1f635017de9" providerId="ADAL" clId="{AF2A365B-3B33-420F-B2C0-4BFE99A95748}" dt="2020-09-10T23:33:22.715" v="2476" actId="14100"/>
          <ac:spMkLst>
            <pc:docMk/>
            <pc:sldMk cId="1583568315" sldId="374"/>
            <ac:spMk id="7" creationId="{2AA38099-5985-40BC-889A-69A33F34FE89}"/>
          </ac:spMkLst>
        </pc:spChg>
        <pc:picChg chg="add mod">
          <ac:chgData name="Ella Vetter" userId="c6918cf5-f6c0-43cc-8499-a1f635017de9" providerId="ADAL" clId="{AF2A365B-3B33-420F-B2C0-4BFE99A95748}" dt="2020-09-10T23:32:39.191" v="2457" actId="1076"/>
          <ac:picMkLst>
            <pc:docMk/>
            <pc:sldMk cId="1583568315" sldId="374"/>
            <ac:picMk id="5" creationId="{9927C7C2-E8CC-46D4-BAFF-C1A79E539B29}"/>
          </ac:picMkLst>
        </pc:picChg>
      </pc:sldChg>
      <pc:sldChg chg="addSp modSp add mod">
        <pc:chgData name="Ella Vetter" userId="c6918cf5-f6c0-43cc-8499-a1f635017de9" providerId="ADAL" clId="{AF2A365B-3B33-420F-B2C0-4BFE99A95748}" dt="2020-09-10T23:36:01.007" v="2726" actId="20577"/>
        <pc:sldMkLst>
          <pc:docMk/>
          <pc:sldMk cId="135991387" sldId="375"/>
        </pc:sldMkLst>
        <pc:spChg chg="mod">
          <ac:chgData name="Ella Vetter" userId="c6918cf5-f6c0-43cc-8499-a1f635017de9" providerId="ADAL" clId="{AF2A365B-3B33-420F-B2C0-4BFE99A95748}" dt="2020-09-10T23:36:01.007" v="2726" actId="20577"/>
          <ac:spMkLst>
            <pc:docMk/>
            <pc:sldMk cId="135991387" sldId="375"/>
            <ac:spMk id="3" creationId="{F30BA8DC-9C7A-4B2C-895E-1B631BC9F3F9}"/>
          </ac:spMkLst>
        </pc:spChg>
        <pc:grpChg chg="add mod">
          <ac:chgData name="Ella Vetter" userId="c6918cf5-f6c0-43cc-8499-a1f635017de9" providerId="ADAL" clId="{AF2A365B-3B33-420F-B2C0-4BFE99A95748}" dt="2020-09-10T23:35:51.193" v="2725" actId="1036"/>
          <ac:grpSpMkLst>
            <pc:docMk/>
            <pc:sldMk cId="135991387" sldId="375"/>
            <ac:grpSpMk id="10" creationId="{0BDF2E30-A9F1-4516-85CF-510045360F12}"/>
          </ac:grpSpMkLst>
        </pc:grpChg>
        <pc:picChg chg="add mod modCrop">
          <ac:chgData name="Ella Vetter" userId="c6918cf5-f6c0-43cc-8499-a1f635017de9" providerId="ADAL" clId="{AF2A365B-3B33-420F-B2C0-4BFE99A95748}" dt="2020-09-10T23:35:25.828" v="2708" actId="164"/>
          <ac:picMkLst>
            <pc:docMk/>
            <pc:sldMk cId="135991387" sldId="375"/>
            <ac:picMk id="5" creationId="{561CCED2-62C5-4269-9ACA-CBED07C54FE4}"/>
          </ac:picMkLst>
        </pc:picChg>
        <pc:picChg chg="add mod">
          <ac:chgData name="Ella Vetter" userId="c6918cf5-f6c0-43cc-8499-a1f635017de9" providerId="ADAL" clId="{AF2A365B-3B33-420F-B2C0-4BFE99A95748}" dt="2020-09-10T23:35:44.896" v="2716" actId="14100"/>
          <ac:picMkLst>
            <pc:docMk/>
            <pc:sldMk cId="135991387" sldId="375"/>
            <ac:picMk id="7" creationId="{83B51389-C291-46CC-AA65-B7E576389FAE}"/>
          </ac:picMkLst>
        </pc:picChg>
        <pc:picChg chg="add mod modCrop">
          <ac:chgData name="Ella Vetter" userId="c6918cf5-f6c0-43cc-8499-a1f635017de9" providerId="ADAL" clId="{AF2A365B-3B33-420F-B2C0-4BFE99A95748}" dt="2020-09-10T23:35:25.828" v="2708" actId="164"/>
          <ac:picMkLst>
            <pc:docMk/>
            <pc:sldMk cId="135991387" sldId="375"/>
            <ac:picMk id="9" creationId="{BDDF91DB-EEC3-4DC9-841D-8902C05C87AC}"/>
          </ac:picMkLst>
        </pc:picChg>
      </pc:sldChg>
      <pc:sldChg chg="addSp modSp add mod modNotesTx">
        <pc:chgData name="Ella Vetter" userId="c6918cf5-f6c0-43cc-8499-a1f635017de9" providerId="ADAL" clId="{AF2A365B-3B33-420F-B2C0-4BFE99A95748}" dt="2020-09-11T01:25:44.910" v="4088" actId="20577"/>
        <pc:sldMkLst>
          <pc:docMk/>
          <pc:sldMk cId="827311530" sldId="376"/>
        </pc:sldMkLst>
        <pc:spChg chg="mod">
          <ac:chgData name="Ella Vetter" userId="c6918cf5-f6c0-43cc-8499-a1f635017de9" providerId="ADAL" clId="{AF2A365B-3B33-420F-B2C0-4BFE99A95748}" dt="2020-09-11T01:25:44.910" v="4088" actId="20577"/>
          <ac:spMkLst>
            <pc:docMk/>
            <pc:sldMk cId="827311530" sldId="376"/>
            <ac:spMk id="3" creationId="{F30BA8DC-9C7A-4B2C-895E-1B631BC9F3F9}"/>
          </ac:spMkLst>
        </pc:spChg>
        <pc:picChg chg="add mod">
          <ac:chgData name="Ella Vetter" userId="c6918cf5-f6c0-43cc-8499-a1f635017de9" providerId="ADAL" clId="{AF2A365B-3B33-420F-B2C0-4BFE99A95748}" dt="2020-09-10T23:38:10.772" v="2858" actId="1035"/>
          <ac:picMkLst>
            <pc:docMk/>
            <pc:sldMk cId="827311530" sldId="376"/>
            <ac:picMk id="5" creationId="{1ED87E26-0C3A-47CA-9E58-49211F859F93}"/>
          </ac:picMkLst>
        </pc:picChg>
      </pc:sldChg>
      <pc:sldChg chg="addSp delSp modSp add mod modNotesTx">
        <pc:chgData name="Ella Vetter" userId="c6918cf5-f6c0-43cc-8499-a1f635017de9" providerId="ADAL" clId="{AF2A365B-3B33-420F-B2C0-4BFE99A95748}" dt="2020-09-10T23:51:55.901" v="2885" actId="11"/>
        <pc:sldMkLst>
          <pc:docMk/>
          <pc:sldMk cId="1994227182" sldId="377"/>
        </pc:sldMkLst>
        <pc:spChg chg="del mod">
          <ac:chgData name="Ella Vetter" userId="c6918cf5-f6c0-43cc-8499-a1f635017de9" providerId="ADAL" clId="{AF2A365B-3B33-420F-B2C0-4BFE99A95748}" dt="2020-09-10T23:17:28.963" v="2085" actId="478"/>
          <ac:spMkLst>
            <pc:docMk/>
            <pc:sldMk cId="1994227182" sldId="377"/>
            <ac:spMk id="3" creationId="{F30BA8DC-9C7A-4B2C-895E-1B631BC9F3F9}"/>
          </ac:spMkLst>
        </pc:spChg>
        <pc:spChg chg="add mod">
          <ac:chgData name="Ella Vetter" userId="c6918cf5-f6c0-43cc-8499-a1f635017de9" providerId="ADAL" clId="{AF2A365B-3B33-420F-B2C0-4BFE99A95748}" dt="2020-09-10T23:51:55.901" v="2885" actId="11"/>
          <ac:spMkLst>
            <pc:docMk/>
            <pc:sldMk cId="1994227182" sldId="377"/>
            <ac:spMk id="12" creationId="{438BD7B8-DE0F-4F7B-B671-399E40009095}"/>
          </ac:spMkLst>
        </pc:spChg>
        <pc:picChg chg="add del">
          <ac:chgData name="Ella Vetter" userId="c6918cf5-f6c0-43cc-8499-a1f635017de9" providerId="ADAL" clId="{AF2A365B-3B33-420F-B2C0-4BFE99A95748}" dt="2020-09-10T22:53:04.016" v="1932" actId="22"/>
          <ac:picMkLst>
            <pc:docMk/>
            <pc:sldMk cId="1994227182" sldId="377"/>
            <ac:picMk id="5" creationId="{9BEBD119-586C-41ED-A0A4-A0650EFF8640}"/>
          </ac:picMkLst>
        </pc:picChg>
        <pc:picChg chg="add del mod">
          <ac:chgData name="Ella Vetter" userId="c6918cf5-f6c0-43cc-8499-a1f635017de9" providerId="ADAL" clId="{AF2A365B-3B33-420F-B2C0-4BFE99A95748}" dt="2020-09-10T23:18:24.807" v="2098" actId="478"/>
          <ac:picMkLst>
            <pc:docMk/>
            <pc:sldMk cId="1994227182" sldId="377"/>
            <ac:picMk id="7" creationId="{6BDBF1F0-0D94-41FC-9A4A-461BE6A778D6}"/>
          </ac:picMkLst>
        </pc:picChg>
        <pc:picChg chg="add del mod">
          <ac:chgData name="Ella Vetter" userId="c6918cf5-f6c0-43cc-8499-a1f635017de9" providerId="ADAL" clId="{AF2A365B-3B33-420F-B2C0-4BFE99A95748}" dt="2020-09-10T23:18:26.273" v="2099" actId="21"/>
          <ac:picMkLst>
            <pc:docMk/>
            <pc:sldMk cId="1994227182" sldId="377"/>
            <ac:picMk id="9" creationId="{5E600EC4-41BE-41A3-8307-74F4D6ABFE8D}"/>
          </ac:picMkLst>
        </pc:picChg>
        <pc:picChg chg="add mod">
          <ac:chgData name="Ella Vetter" userId="c6918cf5-f6c0-43cc-8499-a1f635017de9" providerId="ADAL" clId="{AF2A365B-3B33-420F-B2C0-4BFE99A95748}" dt="2020-09-10T23:38:49.885" v="2863" actId="1076"/>
          <ac:picMkLst>
            <pc:docMk/>
            <pc:sldMk cId="1994227182" sldId="377"/>
            <ac:picMk id="11" creationId="{B53D9509-B822-4368-ACA9-142A8F2524DE}"/>
          </ac:picMkLst>
        </pc:picChg>
      </pc:sldChg>
      <pc:sldChg chg="addSp delSp modSp add mod modNotesTx">
        <pc:chgData name="Ella Vetter" userId="c6918cf5-f6c0-43cc-8499-a1f635017de9" providerId="ADAL" clId="{AF2A365B-3B33-420F-B2C0-4BFE99A95748}" dt="2020-09-10T23:55:17.608" v="2929" actId="11"/>
        <pc:sldMkLst>
          <pc:docMk/>
          <pc:sldMk cId="1958168636" sldId="378"/>
        </pc:sldMkLst>
        <pc:spChg chg="del">
          <ac:chgData name="Ella Vetter" userId="c6918cf5-f6c0-43cc-8499-a1f635017de9" providerId="ADAL" clId="{AF2A365B-3B33-420F-B2C0-4BFE99A95748}" dt="2020-09-10T23:53:44.933" v="2902" actId="478"/>
          <ac:spMkLst>
            <pc:docMk/>
            <pc:sldMk cId="1958168636" sldId="378"/>
            <ac:spMk id="3" creationId="{F30BA8DC-9C7A-4B2C-895E-1B631BC9F3F9}"/>
          </ac:spMkLst>
        </pc:spChg>
        <pc:spChg chg="add mod">
          <ac:chgData name="Ella Vetter" userId="c6918cf5-f6c0-43cc-8499-a1f635017de9" providerId="ADAL" clId="{AF2A365B-3B33-420F-B2C0-4BFE99A95748}" dt="2020-09-10T23:55:17.608" v="2929" actId="11"/>
          <ac:spMkLst>
            <pc:docMk/>
            <pc:sldMk cId="1958168636" sldId="378"/>
            <ac:spMk id="9" creationId="{8329EE8A-4097-4E11-99B6-A5F6BA92EAB7}"/>
          </ac:spMkLst>
        </pc:spChg>
        <pc:grpChg chg="add mod">
          <ac:chgData name="Ella Vetter" userId="c6918cf5-f6c0-43cc-8499-a1f635017de9" providerId="ADAL" clId="{AF2A365B-3B33-420F-B2C0-4BFE99A95748}" dt="2020-09-10T23:55:05.522" v="2928" actId="1035"/>
          <ac:grpSpMkLst>
            <pc:docMk/>
            <pc:sldMk cId="1958168636" sldId="378"/>
            <ac:grpSpMk id="8" creationId="{D242070E-16C6-4BE1-B48B-8D063F89528D}"/>
          </ac:grpSpMkLst>
        </pc:grpChg>
        <pc:picChg chg="add mod modCrop">
          <ac:chgData name="Ella Vetter" userId="c6918cf5-f6c0-43cc-8499-a1f635017de9" providerId="ADAL" clId="{AF2A365B-3B33-420F-B2C0-4BFE99A95748}" dt="2020-09-10T23:53:43.254" v="2901" actId="164"/>
          <ac:picMkLst>
            <pc:docMk/>
            <pc:sldMk cId="1958168636" sldId="378"/>
            <ac:picMk id="5" creationId="{21E521F9-7AF6-457B-8B1F-96C770E2162B}"/>
          </ac:picMkLst>
        </pc:picChg>
        <pc:picChg chg="add mod modCrop">
          <ac:chgData name="Ella Vetter" userId="c6918cf5-f6c0-43cc-8499-a1f635017de9" providerId="ADAL" clId="{AF2A365B-3B33-420F-B2C0-4BFE99A95748}" dt="2020-09-10T23:53:43.254" v="2901" actId="164"/>
          <ac:picMkLst>
            <pc:docMk/>
            <pc:sldMk cId="1958168636" sldId="378"/>
            <ac:picMk id="7" creationId="{0CCBF39B-252F-4A23-8BD0-EBCA8C566931}"/>
          </ac:picMkLst>
        </pc:picChg>
      </pc:sldChg>
      <pc:sldChg chg="addSp delSp modSp add mod modNotesTx">
        <pc:chgData name="Ella Vetter" userId="c6918cf5-f6c0-43cc-8499-a1f635017de9" providerId="ADAL" clId="{AF2A365B-3B33-420F-B2C0-4BFE99A95748}" dt="2020-09-11T01:26:00.281" v="4089" actId="20577"/>
        <pc:sldMkLst>
          <pc:docMk/>
          <pc:sldMk cId="2092140594" sldId="379"/>
        </pc:sldMkLst>
        <pc:spChg chg="mod">
          <ac:chgData name="Ella Vetter" userId="c6918cf5-f6c0-43cc-8499-a1f635017de9" providerId="ADAL" clId="{AF2A365B-3B33-420F-B2C0-4BFE99A95748}" dt="2020-09-11T00:14:57.134" v="3373" actId="13926"/>
          <ac:spMkLst>
            <pc:docMk/>
            <pc:sldMk cId="2092140594" sldId="379"/>
            <ac:spMk id="2" creationId="{E3E06216-1C5B-43DC-A8A9-C5904A2BA465}"/>
          </ac:spMkLst>
        </pc:spChg>
        <pc:spChg chg="del">
          <ac:chgData name="Ella Vetter" userId="c6918cf5-f6c0-43cc-8499-a1f635017de9" providerId="ADAL" clId="{AF2A365B-3B33-420F-B2C0-4BFE99A95748}" dt="2020-09-10T22:57:24.509" v="1961" actId="22"/>
          <ac:spMkLst>
            <pc:docMk/>
            <pc:sldMk cId="2092140594" sldId="379"/>
            <ac:spMk id="3" creationId="{F30BA8DC-9C7A-4B2C-895E-1B631BC9F3F9}"/>
          </ac:spMkLst>
        </pc:spChg>
        <pc:spChg chg="add mod">
          <ac:chgData name="Ella Vetter" userId="c6918cf5-f6c0-43cc-8499-a1f635017de9" providerId="ADAL" clId="{AF2A365B-3B33-420F-B2C0-4BFE99A95748}" dt="2020-09-11T01:26:00.281" v="4089" actId="20577"/>
          <ac:spMkLst>
            <pc:docMk/>
            <pc:sldMk cId="2092140594" sldId="379"/>
            <ac:spMk id="10" creationId="{EE5F7FF5-313E-4CD8-A3DD-E1443DEAAA3B}"/>
          </ac:spMkLst>
        </pc:spChg>
        <pc:spChg chg="add del mod">
          <ac:chgData name="Ella Vetter" userId="c6918cf5-f6c0-43cc-8499-a1f635017de9" providerId="ADAL" clId="{AF2A365B-3B33-420F-B2C0-4BFE99A95748}" dt="2020-09-11T00:14:36.243" v="3350" actId="478"/>
          <ac:spMkLst>
            <pc:docMk/>
            <pc:sldMk cId="2092140594" sldId="379"/>
            <ac:spMk id="14" creationId="{C2BE70CE-DCF0-478F-B114-1A843915C416}"/>
          </ac:spMkLst>
        </pc:spChg>
        <pc:picChg chg="add del mod ord">
          <ac:chgData name="Ella Vetter" userId="c6918cf5-f6c0-43cc-8499-a1f635017de9" providerId="ADAL" clId="{AF2A365B-3B33-420F-B2C0-4BFE99A95748}" dt="2020-09-11T00:14:19.435" v="3346" actId="478"/>
          <ac:picMkLst>
            <pc:docMk/>
            <pc:sldMk cId="2092140594" sldId="379"/>
            <ac:picMk id="5" creationId="{A7D65BED-16AC-4A9A-B4CF-DDE9EC745FE9}"/>
          </ac:picMkLst>
        </pc:picChg>
        <pc:picChg chg="add mod">
          <ac:chgData name="Ella Vetter" userId="c6918cf5-f6c0-43cc-8499-a1f635017de9" providerId="ADAL" clId="{AF2A365B-3B33-420F-B2C0-4BFE99A95748}" dt="2020-09-11T00:14:49.226" v="3361" actId="1036"/>
          <ac:picMkLst>
            <pc:docMk/>
            <pc:sldMk cId="2092140594" sldId="379"/>
            <ac:picMk id="7" creationId="{38CA9A2C-5BCA-41A2-B3F9-0DFC9C4173E6}"/>
          </ac:picMkLst>
        </pc:picChg>
        <pc:picChg chg="add del mod">
          <ac:chgData name="Ella Vetter" userId="c6918cf5-f6c0-43cc-8499-a1f635017de9" providerId="ADAL" clId="{AF2A365B-3B33-420F-B2C0-4BFE99A95748}" dt="2020-09-11T00:14:37.971" v="3351" actId="478"/>
          <ac:picMkLst>
            <pc:docMk/>
            <pc:sldMk cId="2092140594" sldId="379"/>
            <ac:picMk id="9" creationId="{C4BFF504-EB5E-452C-A597-90E15CA35CDF}"/>
          </ac:picMkLst>
        </pc:picChg>
        <pc:picChg chg="add mod">
          <ac:chgData name="Ella Vetter" userId="c6918cf5-f6c0-43cc-8499-a1f635017de9" providerId="ADAL" clId="{AF2A365B-3B33-420F-B2C0-4BFE99A95748}" dt="2020-09-11T00:14:46.574" v="3354" actId="1076"/>
          <ac:picMkLst>
            <pc:docMk/>
            <pc:sldMk cId="2092140594" sldId="379"/>
            <ac:picMk id="12" creationId="{EC031E41-84BC-48C3-B401-DD6EBFC71A00}"/>
          </ac:picMkLst>
        </pc:picChg>
      </pc:sldChg>
      <pc:sldChg chg="addSp delSp modSp add mod modNotesTx">
        <pc:chgData name="Ella Vetter" userId="c6918cf5-f6c0-43cc-8499-a1f635017de9" providerId="ADAL" clId="{AF2A365B-3B33-420F-B2C0-4BFE99A95748}" dt="2020-09-11T01:26:26.300" v="4091" actId="20577"/>
        <pc:sldMkLst>
          <pc:docMk/>
          <pc:sldMk cId="1627355907" sldId="380"/>
        </pc:sldMkLst>
        <pc:spChg chg="del">
          <ac:chgData name="Ella Vetter" userId="c6918cf5-f6c0-43cc-8499-a1f635017de9" providerId="ADAL" clId="{AF2A365B-3B33-420F-B2C0-4BFE99A95748}" dt="2020-09-11T00:00:11.765" v="3006" actId="478"/>
          <ac:spMkLst>
            <pc:docMk/>
            <pc:sldMk cId="1627355907" sldId="380"/>
            <ac:spMk id="3" creationId="{F30BA8DC-9C7A-4B2C-895E-1B631BC9F3F9}"/>
          </ac:spMkLst>
        </pc:spChg>
        <pc:spChg chg="add mod">
          <ac:chgData name="Ella Vetter" userId="c6918cf5-f6c0-43cc-8499-a1f635017de9" providerId="ADAL" clId="{AF2A365B-3B33-420F-B2C0-4BFE99A95748}" dt="2020-09-11T01:26:26.300" v="4091" actId="20577"/>
          <ac:spMkLst>
            <pc:docMk/>
            <pc:sldMk cId="1627355907" sldId="380"/>
            <ac:spMk id="6" creationId="{8EA52189-6EC2-485F-9AC8-5BCBB574B2DA}"/>
          </ac:spMkLst>
        </pc:spChg>
        <pc:picChg chg="add mod">
          <ac:chgData name="Ella Vetter" userId="c6918cf5-f6c0-43cc-8499-a1f635017de9" providerId="ADAL" clId="{AF2A365B-3B33-420F-B2C0-4BFE99A95748}" dt="2020-09-11T00:01:19.265" v="3087" actId="14100"/>
          <ac:picMkLst>
            <pc:docMk/>
            <pc:sldMk cId="1627355907" sldId="380"/>
            <ac:picMk id="5" creationId="{88F202AB-2A82-4742-9BF9-2F1DE33E22EC}"/>
          </ac:picMkLst>
        </pc:picChg>
      </pc:sldChg>
      <pc:sldChg chg="addSp delSp modSp add mod modNotesTx">
        <pc:chgData name="Ella Vetter" userId="c6918cf5-f6c0-43cc-8499-a1f635017de9" providerId="ADAL" clId="{AF2A365B-3B33-420F-B2C0-4BFE99A95748}" dt="2020-09-11T00:02:49.719" v="3150" actId="11"/>
        <pc:sldMkLst>
          <pc:docMk/>
          <pc:sldMk cId="154384816" sldId="381"/>
        </pc:sldMkLst>
        <pc:spChg chg="del">
          <ac:chgData name="Ella Vetter" userId="c6918cf5-f6c0-43cc-8499-a1f635017de9" providerId="ADAL" clId="{AF2A365B-3B33-420F-B2C0-4BFE99A95748}" dt="2020-09-11T00:01:45.542" v="3089" actId="478"/>
          <ac:spMkLst>
            <pc:docMk/>
            <pc:sldMk cId="154384816" sldId="381"/>
            <ac:spMk id="3" creationId="{F30BA8DC-9C7A-4B2C-895E-1B631BC9F3F9}"/>
          </ac:spMkLst>
        </pc:spChg>
        <pc:spChg chg="add mod">
          <ac:chgData name="Ella Vetter" userId="c6918cf5-f6c0-43cc-8499-a1f635017de9" providerId="ADAL" clId="{AF2A365B-3B33-420F-B2C0-4BFE99A95748}" dt="2020-09-11T00:02:49.719" v="3150" actId="11"/>
          <ac:spMkLst>
            <pc:docMk/>
            <pc:sldMk cId="154384816" sldId="381"/>
            <ac:spMk id="7" creationId="{9CE190B1-2E6C-40F9-988D-53D70398A1A4}"/>
          </ac:spMkLst>
        </pc:spChg>
        <pc:picChg chg="add mod">
          <ac:chgData name="Ella Vetter" userId="c6918cf5-f6c0-43cc-8499-a1f635017de9" providerId="ADAL" clId="{AF2A365B-3B33-420F-B2C0-4BFE99A95748}" dt="2020-09-11T00:01:40.389" v="3088" actId="1076"/>
          <ac:picMkLst>
            <pc:docMk/>
            <pc:sldMk cId="154384816" sldId="381"/>
            <ac:picMk id="5" creationId="{400F38A8-41D8-40FE-9857-58F66DCFC625}"/>
          </ac:picMkLst>
        </pc:picChg>
      </pc:sldChg>
      <pc:sldChg chg="addSp delSp modSp new mod modNotesTx">
        <pc:chgData name="Ella Vetter" userId="c6918cf5-f6c0-43cc-8499-a1f635017de9" providerId="ADAL" clId="{AF2A365B-3B33-420F-B2C0-4BFE99A95748}" dt="2020-09-11T01:18:59.838" v="4077" actId="13926"/>
        <pc:sldMkLst>
          <pc:docMk/>
          <pc:sldMk cId="1676511026" sldId="382"/>
        </pc:sldMkLst>
        <pc:spChg chg="mod">
          <ac:chgData name="Ella Vetter" userId="c6918cf5-f6c0-43cc-8499-a1f635017de9" providerId="ADAL" clId="{AF2A365B-3B33-420F-B2C0-4BFE99A95748}" dt="2020-09-11T00:02:58.682" v="3151"/>
          <ac:spMkLst>
            <pc:docMk/>
            <pc:sldMk cId="1676511026" sldId="382"/>
            <ac:spMk id="2" creationId="{9023D04A-D6FF-47DC-B380-57662546DB73}"/>
          </ac:spMkLst>
        </pc:spChg>
        <pc:spChg chg="del">
          <ac:chgData name="Ella Vetter" userId="c6918cf5-f6c0-43cc-8499-a1f635017de9" providerId="ADAL" clId="{AF2A365B-3B33-420F-B2C0-4BFE99A95748}" dt="2020-09-11T00:03:43.613" v="3156" actId="478"/>
          <ac:spMkLst>
            <pc:docMk/>
            <pc:sldMk cId="1676511026" sldId="382"/>
            <ac:spMk id="3" creationId="{5EE4D437-C138-4EF5-B2EF-070AF82900ED}"/>
          </ac:spMkLst>
        </pc:spChg>
        <pc:spChg chg="add mod">
          <ac:chgData name="Ella Vetter" userId="c6918cf5-f6c0-43cc-8499-a1f635017de9" providerId="ADAL" clId="{AF2A365B-3B33-420F-B2C0-4BFE99A95748}" dt="2020-09-11T01:18:59.838" v="4077" actId="13926"/>
          <ac:spMkLst>
            <pc:docMk/>
            <pc:sldMk cId="1676511026" sldId="382"/>
            <ac:spMk id="7" creationId="{5D633073-D697-4433-80C0-FC38B5D55B04}"/>
          </ac:spMkLst>
        </pc:spChg>
        <pc:picChg chg="add mod">
          <ac:chgData name="Ella Vetter" userId="c6918cf5-f6c0-43cc-8499-a1f635017de9" providerId="ADAL" clId="{AF2A365B-3B33-420F-B2C0-4BFE99A95748}" dt="2020-09-11T00:07:47.224" v="3325" actId="1076"/>
          <ac:picMkLst>
            <pc:docMk/>
            <pc:sldMk cId="1676511026" sldId="382"/>
            <ac:picMk id="5" creationId="{E20C3FF3-0C4C-4236-A401-35BC01C5A351}"/>
          </ac:picMkLst>
        </pc:picChg>
      </pc:sldChg>
      <pc:sldChg chg="addSp delSp modSp new mod modNotesTx">
        <pc:chgData name="Ella Vetter" userId="c6918cf5-f6c0-43cc-8499-a1f635017de9" providerId="ADAL" clId="{AF2A365B-3B33-420F-B2C0-4BFE99A95748}" dt="2020-09-11T00:26:46.413" v="3566" actId="11"/>
        <pc:sldMkLst>
          <pc:docMk/>
          <pc:sldMk cId="976555450" sldId="383"/>
        </pc:sldMkLst>
        <pc:spChg chg="mod">
          <ac:chgData name="Ella Vetter" userId="c6918cf5-f6c0-43cc-8499-a1f635017de9" providerId="ADAL" clId="{AF2A365B-3B33-420F-B2C0-4BFE99A95748}" dt="2020-09-11T00:08:07.530" v="3328"/>
          <ac:spMkLst>
            <pc:docMk/>
            <pc:sldMk cId="976555450" sldId="383"/>
            <ac:spMk id="2" creationId="{E621C343-F798-4153-8D13-3A79BDC0ACC2}"/>
          </ac:spMkLst>
        </pc:spChg>
        <pc:spChg chg="del">
          <ac:chgData name="Ella Vetter" userId="c6918cf5-f6c0-43cc-8499-a1f635017de9" providerId="ADAL" clId="{AF2A365B-3B33-420F-B2C0-4BFE99A95748}" dt="2020-09-11T00:08:20.189" v="3332" actId="478"/>
          <ac:spMkLst>
            <pc:docMk/>
            <pc:sldMk cId="976555450" sldId="383"/>
            <ac:spMk id="3" creationId="{47F9D3FF-667E-4A83-B3DD-87826C8D9ED7}"/>
          </ac:spMkLst>
        </pc:spChg>
        <pc:spChg chg="add mod">
          <ac:chgData name="Ella Vetter" userId="c6918cf5-f6c0-43cc-8499-a1f635017de9" providerId="ADAL" clId="{AF2A365B-3B33-420F-B2C0-4BFE99A95748}" dt="2020-09-11T00:26:46.413" v="3566" actId="11"/>
          <ac:spMkLst>
            <pc:docMk/>
            <pc:sldMk cId="976555450" sldId="383"/>
            <ac:spMk id="13" creationId="{B2FD6BB1-6DB2-41F7-A0EA-FE4C15729DA9}"/>
          </ac:spMkLst>
        </pc:spChg>
        <pc:picChg chg="add del mod">
          <ac:chgData name="Ella Vetter" userId="c6918cf5-f6c0-43cc-8499-a1f635017de9" providerId="ADAL" clId="{AF2A365B-3B33-420F-B2C0-4BFE99A95748}" dt="2020-09-11T00:11:14.735" v="3341" actId="478"/>
          <ac:picMkLst>
            <pc:docMk/>
            <pc:sldMk cId="976555450" sldId="383"/>
            <ac:picMk id="5" creationId="{CDE8E75F-FA19-4EA9-9EF6-C1683CCF9141}"/>
          </ac:picMkLst>
        </pc:picChg>
        <pc:picChg chg="add mod">
          <ac:chgData name="Ella Vetter" userId="c6918cf5-f6c0-43cc-8499-a1f635017de9" providerId="ADAL" clId="{AF2A365B-3B33-420F-B2C0-4BFE99A95748}" dt="2020-09-11T00:24:54.505" v="3408" actId="1076"/>
          <ac:picMkLst>
            <pc:docMk/>
            <pc:sldMk cId="976555450" sldId="383"/>
            <ac:picMk id="7" creationId="{12CC2F7D-AB96-45A5-994F-88B13C2559C8}"/>
          </ac:picMkLst>
        </pc:picChg>
        <pc:picChg chg="add del mod">
          <ac:chgData name="Ella Vetter" userId="c6918cf5-f6c0-43cc-8499-a1f635017de9" providerId="ADAL" clId="{AF2A365B-3B33-420F-B2C0-4BFE99A95748}" dt="2020-09-11T00:10:23.161" v="3338" actId="22"/>
          <ac:picMkLst>
            <pc:docMk/>
            <pc:sldMk cId="976555450" sldId="383"/>
            <ac:picMk id="9" creationId="{4ABC58C9-0DD0-491E-A7AD-C1B327B4E808}"/>
          </ac:picMkLst>
        </pc:picChg>
        <pc:picChg chg="add mod">
          <ac:chgData name="Ella Vetter" userId="c6918cf5-f6c0-43cc-8499-a1f635017de9" providerId="ADAL" clId="{AF2A365B-3B33-420F-B2C0-4BFE99A95748}" dt="2020-09-11T00:25:02.629" v="3410" actId="1076"/>
          <ac:picMkLst>
            <pc:docMk/>
            <pc:sldMk cId="976555450" sldId="383"/>
            <ac:picMk id="11" creationId="{02B87418-EFE7-4A13-8B98-E74C2A33A237}"/>
          </ac:picMkLst>
        </pc:picChg>
      </pc:sldChg>
      <pc:sldChg chg="addSp delSp modSp new mod">
        <pc:chgData name="Ella Vetter" userId="c6918cf5-f6c0-43cc-8499-a1f635017de9" providerId="ADAL" clId="{AF2A365B-3B33-420F-B2C0-4BFE99A95748}" dt="2020-09-11T00:27:56.499" v="3596" actId="1076"/>
        <pc:sldMkLst>
          <pc:docMk/>
          <pc:sldMk cId="1539436406" sldId="384"/>
        </pc:sldMkLst>
        <pc:spChg chg="mod">
          <ac:chgData name="Ella Vetter" userId="c6918cf5-f6c0-43cc-8499-a1f635017de9" providerId="ADAL" clId="{AF2A365B-3B33-420F-B2C0-4BFE99A95748}" dt="2020-09-11T00:25:11.364" v="3411"/>
          <ac:spMkLst>
            <pc:docMk/>
            <pc:sldMk cId="1539436406" sldId="384"/>
            <ac:spMk id="2" creationId="{5A287F5A-E3A0-4A5D-B4F0-F3D4F98147DE}"/>
          </ac:spMkLst>
        </pc:spChg>
        <pc:spChg chg="del">
          <ac:chgData name="Ella Vetter" userId="c6918cf5-f6c0-43cc-8499-a1f635017de9" providerId="ADAL" clId="{AF2A365B-3B33-420F-B2C0-4BFE99A95748}" dt="2020-09-11T00:25:27.579" v="3415" actId="478"/>
          <ac:spMkLst>
            <pc:docMk/>
            <pc:sldMk cId="1539436406" sldId="384"/>
            <ac:spMk id="3" creationId="{39B85F23-1A9F-40B5-AEE8-B52B6E17FDF1}"/>
          </ac:spMkLst>
        </pc:spChg>
        <pc:spChg chg="add mod">
          <ac:chgData name="Ella Vetter" userId="c6918cf5-f6c0-43cc-8499-a1f635017de9" providerId="ADAL" clId="{AF2A365B-3B33-420F-B2C0-4BFE99A95748}" dt="2020-09-11T00:27:48.642" v="3594" actId="113"/>
          <ac:spMkLst>
            <pc:docMk/>
            <pc:sldMk cId="1539436406" sldId="384"/>
            <ac:spMk id="7" creationId="{0E725FD3-4C59-4D24-8B1C-4562CD3E8E77}"/>
          </ac:spMkLst>
        </pc:spChg>
        <pc:picChg chg="add mod">
          <ac:chgData name="Ella Vetter" userId="c6918cf5-f6c0-43cc-8499-a1f635017de9" providerId="ADAL" clId="{AF2A365B-3B33-420F-B2C0-4BFE99A95748}" dt="2020-09-11T00:27:56.499" v="3596" actId="1076"/>
          <ac:picMkLst>
            <pc:docMk/>
            <pc:sldMk cId="1539436406" sldId="384"/>
            <ac:picMk id="5" creationId="{42154CC3-D597-40BA-946E-07B6D606E8BE}"/>
          </ac:picMkLst>
        </pc:picChg>
      </pc:sldChg>
      <pc:sldChg chg="addSp delSp modSp new mod modNotesTx">
        <pc:chgData name="Ella Vetter" userId="c6918cf5-f6c0-43cc-8499-a1f635017de9" providerId="ADAL" clId="{AF2A365B-3B33-420F-B2C0-4BFE99A95748}" dt="2020-09-11T01:28:21.491" v="4094" actId="20577"/>
        <pc:sldMkLst>
          <pc:docMk/>
          <pc:sldMk cId="2398487438" sldId="385"/>
        </pc:sldMkLst>
        <pc:spChg chg="mod">
          <ac:chgData name="Ella Vetter" userId="c6918cf5-f6c0-43cc-8499-a1f635017de9" providerId="ADAL" clId="{AF2A365B-3B33-420F-B2C0-4BFE99A95748}" dt="2020-09-11T00:32:04.782" v="3690" actId="13926"/>
          <ac:spMkLst>
            <pc:docMk/>
            <pc:sldMk cId="2398487438" sldId="385"/>
            <ac:spMk id="2" creationId="{DFE4C2A5-4920-4306-B6C0-2EE6AD1F4930}"/>
          </ac:spMkLst>
        </pc:spChg>
        <pc:spChg chg="del">
          <ac:chgData name="Ella Vetter" userId="c6918cf5-f6c0-43cc-8499-a1f635017de9" providerId="ADAL" clId="{AF2A365B-3B33-420F-B2C0-4BFE99A95748}" dt="2020-09-11T00:28:30.279" v="3600" actId="478"/>
          <ac:spMkLst>
            <pc:docMk/>
            <pc:sldMk cId="2398487438" sldId="385"/>
            <ac:spMk id="3" creationId="{1277A919-38C4-49C3-BB4A-2BEA4E3B667A}"/>
          </ac:spMkLst>
        </pc:spChg>
        <pc:spChg chg="add mod">
          <ac:chgData name="Ella Vetter" userId="c6918cf5-f6c0-43cc-8499-a1f635017de9" providerId="ADAL" clId="{AF2A365B-3B33-420F-B2C0-4BFE99A95748}" dt="2020-09-11T01:28:21.491" v="4094" actId="20577"/>
          <ac:spMkLst>
            <pc:docMk/>
            <pc:sldMk cId="2398487438" sldId="385"/>
            <ac:spMk id="9" creationId="{5A4CF031-D73C-4D8F-A3E2-A17622567119}"/>
          </ac:spMkLst>
        </pc:spChg>
        <pc:picChg chg="add mod">
          <ac:chgData name="Ella Vetter" userId="c6918cf5-f6c0-43cc-8499-a1f635017de9" providerId="ADAL" clId="{AF2A365B-3B33-420F-B2C0-4BFE99A95748}" dt="2020-09-11T00:30:37.246" v="3684" actId="1076"/>
          <ac:picMkLst>
            <pc:docMk/>
            <pc:sldMk cId="2398487438" sldId="385"/>
            <ac:picMk id="5" creationId="{33283A3A-CF7F-4CA8-B7B3-A4B3BA563B4C}"/>
          </ac:picMkLst>
        </pc:picChg>
        <pc:picChg chg="add del mod">
          <ac:chgData name="Ella Vetter" userId="c6918cf5-f6c0-43cc-8499-a1f635017de9" providerId="ADAL" clId="{AF2A365B-3B33-420F-B2C0-4BFE99A95748}" dt="2020-09-10T23:13:40.418" v="2037" actId="21"/>
          <ac:picMkLst>
            <pc:docMk/>
            <pc:sldMk cId="2398487438" sldId="385"/>
            <ac:picMk id="7" creationId="{08F5081D-2FB7-4514-A40C-4D61CAD141AC}"/>
          </ac:picMkLst>
        </pc:picChg>
      </pc:sldChg>
      <pc:sldChg chg="addSp delSp modSp new mod modNotesTx">
        <pc:chgData name="Ella Vetter" userId="c6918cf5-f6c0-43cc-8499-a1f635017de9" providerId="ADAL" clId="{AF2A365B-3B33-420F-B2C0-4BFE99A95748}" dt="2020-09-11T00:37:24.121" v="4030" actId="11"/>
        <pc:sldMkLst>
          <pc:docMk/>
          <pc:sldMk cId="2855755633" sldId="386"/>
        </pc:sldMkLst>
        <pc:spChg chg="mod">
          <ac:chgData name="Ella Vetter" userId="c6918cf5-f6c0-43cc-8499-a1f635017de9" providerId="ADAL" clId="{AF2A365B-3B33-420F-B2C0-4BFE99A95748}" dt="2020-09-11T00:36:57.891" v="4027" actId="13926"/>
          <ac:spMkLst>
            <pc:docMk/>
            <pc:sldMk cId="2855755633" sldId="386"/>
            <ac:spMk id="2" creationId="{8A0E83AD-9060-4127-948F-242A7BAF1BB8}"/>
          </ac:spMkLst>
        </pc:spChg>
        <pc:spChg chg="del">
          <ac:chgData name="Ella Vetter" userId="c6918cf5-f6c0-43cc-8499-a1f635017de9" providerId="ADAL" clId="{AF2A365B-3B33-420F-B2C0-4BFE99A95748}" dt="2020-09-11T00:35:32.973" v="3999" actId="478"/>
          <ac:spMkLst>
            <pc:docMk/>
            <pc:sldMk cId="2855755633" sldId="386"/>
            <ac:spMk id="3" creationId="{700DA06C-CE7A-44A6-85F8-A1C7507CFE94}"/>
          </ac:spMkLst>
        </pc:spChg>
        <pc:spChg chg="add mod ord">
          <ac:chgData name="Ella Vetter" userId="c6918cf5-f6c0-43cc-8499-a1f635017de9" providerId="ADAL" clId="{AF2A365B-3B33-420F-B2C0-4BFE99A95748}" dt="2020-09-11T00:37:24.121" v="4030" actId="11"/>
          <ac:spMkLst>
            <pc:docMk/>
            <pc:sldMk cId="2855755633" sldId="386"/>
            <ac:spMk id="11" creationId="{60994629-C3A2-43E0-A0D2-B178F096ABE8}"/>
          </ac:spMkLst>
        </pc:spChg>
        <pc:picChg chg="add mod">
          <ac:chgData name="Ella Vetter" userId="c6918cf5-f6c0-43cc-8499-a1f635017de9" providerId="ADAL" clId="{AF2A365B-3B33-420F-B2C0-4BFE99A95748}" dt="2020-09-11T00:36:22.085" v="4017" actId="14100"/>
          <ac:picMkLst>
            <pc:docMk/>
            <pc:sldMk cId="2855755633" sldId="386"/>
            <ac:picMk id="5" creationId="{95532FE2-C8A9-4A59-B250-B32529081C87}"/>
          </ac:picMkLst>
        </pc:picChg>
        <pc:picChg chg="add mod">
          <ac:chgData name="Ella Vetter" userId="c6918cf5-f6c0-43cc-8499-a1f635017de9" providerId="ADAL" clId="{AF2A365B-3B33-420F-B2C0-4BFE99A95748}" dt="2020-09-11T00:36:53.530" v="4026" actId="1076"/>
          <ac:picMkLst>
            <pc:docMk/>
            <pc:sldMk cId="2855755633" sldId="386"/>
            <ac:picMk id="7" creationId="{93B07298-BF60-49ED-8527-3F147414DA33}"/>
          </ac:picMkLst>
        </pc:picChg>
        <pc:picChg chg="add mod">
          <ac:chgData name="Ella Vetter" userId="c6918cf5-f6c0-43cc-8499-a1f635017de9" providerId="ADAL" clId="{AF2A365B-3B33-420F-B2C0-4BFE99A95748}" dt="2020-09-11T00:36:31.873" v="4020" actId="1076"/>
          <ac:picMkLst>
            <pc:docMk/>
            <pc:sldMk cId="2855755633" sldId="386"/>
            <ac:picMk id="9" creationId="{F288AEFF-12D5-4CCB-96D3-6DCA484E9BB8}"/>
          </ac:picMkLst>
        </pc:picChg>
      </pc:sldChg>
    </pc:docChg>
  </pc:docChgLst>
  <pc:docChgLst>
    <pc:chgData name="Ella Vetter" userId="c6918cf5-f6c0-43cc-8499-a1f635017de9" providerId="ADAL" clId="{03D8DEAE-739D-469B-904C-2522E9DFB65E}"/>
    <pc:docChg chg="undo custSel mod addSld delSld modSld sldOrd">
      <pc:chgData name="Ella Vetter" userId="c6918cf5-f6c0-43cc-8499-a1f635017de9" providerId="ADAL" clId="{03D8DEAE-739D-469B-904C-2522E9DFB65E}" dt="2020-08-19T20:56:21.320" v="9023" actId="478"/>
      <pc:docMkLst>
        <pc:docMk/>
      </pc:docMkLst>
      <pc:sldChg chg="modSp mod">
        <pc:chgData name="Ella Vetter" userId="c6918cf5-f6c0-43cc-8499-a1f635017de9" providerId="ADAL" clId="{03D8DEAE-739D-469B-904C-2522E9DFB65E}" dt="2020-08-17T19:04:15.442" v="20" actId="20577"/>
        <pc:sldMkLst>
          <pc:docMk/>
          <pc:sldMk cId="4108423597" sldId="256"/>
        </pc:sldMkLst>
        <pc:spChg chg="mod">
          <ac:chgData name="Ella Vetter" userId="c6918cf5-f6c0-43cc-8499-a1f635017de9" providerId="ADAL" clId="{03D8DEAE-739D-469B-904C-2522E9DFB65E}" dt="2020-08-17T19:04:15.442" v="20" actId="20577"/>
          <ac:spMkLst>
            <pc:docMk/>
            <pc:sldMk cId="4108423597" sldId="256"/>
            <ac:spMk id="2" creationId="{00000000-0000-0000-0000-000000000000}"/>
          </ac:spMkLst>
        </pc:spChg>
      </pc:sldChg>
      <pc:sldChg chg="del modNotesTx">
        <pc:chgData name="Ella Vetter" userId="c6918cf5-f6c0-43cc-8499-a1f635017de9" providerId="ADAL" clId="{03D8DEAE-739D-469B-904C-2522E9DFB65E}" dt="2020-08-17T19:40:11.106" v="2096" actId="47"/>
        <pc:sldMkLst>
          <pc:docMk/>
          <pc:sldMk cId="928301404" sldId="284"/>
        </pc:sldMkLst>
      </pc:sldChg>
      <pc:sldChg chg="modSp add del mod ord">
        <pc:chgData name="Ella Vetter" userId="c6918cf5-f6c0-43cc-8499-a1f635017de9" providerId="ADAL" clId="{03D8DEAE-739D-469B-904C-2522E9DFB65E}" dt="2020-08-17T20:04:10.777" v="3622" actId="47"/>
        <pc:sldMkLst>
          <pc:docMk/>
          <pc:sldMk cId="3024534450" sldId="285"/>
        </pc:sldMkLst>
        <pc:spChg chg="mod">
          <ac:chgData name="Ella Vetter" userId="c6918cf5-f6c0-43cc-8499-a1f635017de9" providerId="ADAL" clId="{03D8DEAE-739D-469B-904C-2522E9DFB65E}" dt="2020-08-17T20:03:13.902" v="3527" actId="20577"/>
          <ac:spMkLst>
            <pc:docMk/>
            <pc:sldMk cId="3024534450" sldId="285"/>
            <ac:spMk id="2" creationId="{BD0A18F3-9F12-464B-BC50-F741E79EDDDA}"/>
          </ac:spMkLst>
        </pc:spChg>
      </pc:sldChg>
      <pc:sldChg chg="modSp add mod modNotesTx">
        <pc:chgData name="Ella Vetter" userId="c6918cf5-f6c0-43cc-8499-a1f635017de9" providerId="ADAL" clId="{03D8DEAE-739D-469B-904C-2522E9DFB65E}" dt="2020-08-18T20:07:57.301" v="8697" actId="123"/>
        <pc:sldMkLst>
          <pc:docMk/>
          <pc:sldMk cId="1993397138" sldId="286"/>
        </pc:sldMkLst>
        <pc:spChg chg="mod">
          <ac:chgData name="Ella Vetter" userId="c6918cf5-f6c0-43cc-8499-a1f635017de9" providerId="ADAL" clId="{03D8DEAE-739D-469B-904C-2522E9DFB65E}" dt="2020-08-18T20:07:57.301" v="8697" actId="123"/>
          <ac:spMkLst>
            <pc:docMk/>
            <pc:sldMk cId="1993397138" sldId="286"/>
            <ac:spMk id="3" creationId="{37B56F8A-6BEF-459C-AFA4-6D790D24F1CB}"/>
          </ac:spMkLst>
        </pc:spChg>
      </pc:sldChg>
      <pc:sldChg chg="delSp modSp add mod">
        <pc:chgData name="Ella Vetter" userId="c6918cf5-f6c0-43cc-8499-a1f635017de9" providerId="ADAL" clId="{03D8DEAE-739D-469B-904C-2522E9DFB65E}" dt="2020-08-18T14:34:07.098" v="5418" actId="478"/>
        <pc:sldMkLst>
          <pc:docMk/>
          <pc:sldMk cId="1119100617" sldId="287"/>
        </pc:sldMkLst>
        <pc:spChg chg="mod">
          <ac:chgData name="Ella Vetter" userId="c6918cf5-f6c0-43cc-8499-a1f635017de9" providerId="ADAL" clId="{03D8DEAE-739D-469B-904C-2522E9DFB65E}" dt="2020-08-17T20:03:23.808" v="3541" actId="20577"/>
          <ac:spMkLst>
            <pc:docMk/>
            <pc:sldMk cId="1119100617" sldId="287"/>
            <ac:spMk id="2" creationId="{BD0A18F3-9F12-464B-BC50-F741E79EDDDA}"/>
          </ac:spMkLst>
        </pc:spChg>
        <pc:spChg chg="del">
          <ac:chgData name="Ella Vetter" userId="c6918cf5-f6c0-43cc-8499-a1f635017de9" providerId="ADAL" clId="{03D8DEAE-739D-469B-904C-2522E9DFB65E}" dt="2020-08-18T14:34:07.098" v="5418" actId="478"/>
          <ac:spMkLst>
            <pc:docMk/>
            <pc:sldMk cId="1119100617" sldId="287"/>
            <ac:spMk id="3" creationId="{EEF38455-45AA-47D0-8328-2077E428FA3B}"/>
          </ac:spMkLst>
        </pc:spChg>
      </pc:sldChg>
      <pc:sldChg chg="delSp modSp add mod">
        <pc:chgData name="Ella Vetter" userId="c6918cf5-f6c0-43cc-8499-a1f635017de9" providerId="ADAL" clId="{03D8DEAE-739D-469B-904C-2522E9DFB65E}" dt="2020-08-18T14:34:10.543" v="5419" actId="478"/>
        <pc:sldMkLst>
          <pc:docMk/>
          <pc:sldMk cId="185546831" sldId="288"/>
        </pc:sldMkLst>
        <pc:spChg chg="mod">
          <ac:chgData name="Ella Vetter" userId="c6918cf5-f6c0-43cc-8499-a1f635017de9" providerId="ADAL" clId="{03D8DEAE-739D-469B-904C-2522E9DFB65E}" dt="2020-08-18T14:32:49.627" v="5388" actId="20577"/>
          <ac:spMkLst>
            <pc:docMk/>
            <pc:sldMk cId="185546831" sldId="288"/>
            <ac:spMk id="2" creationId="{BD0A18F3-9F12-464B-BC50-F741E79EDDDA}"/>
          </ac:spMkLst>
        </pc:spChg>
        <pc:spChg chg="del">
          <ac:chgData name="Ella Vetter" userId="c6918cf5-f6c0-43cc-8499-a1f635017de9" providerId="ADAL" clId="{03D8DEAE-739D-469B-904C-2522E9DFB65E}" dt="2020-08-18T14:34:10.543" v="5419" actId="478"/>
          <ac:spMkLst>
            <pc:docMk/>
            <pc:sldMk cId="185546831" sldId="288"/>
            <ac:spMk id="3" creationId="{EEF38455-45AA-47D0-8328-2077E428FA3B}"/>
          </ac:spMkLst>
        </pc:spChg>
      </pc:sldChg>
      <pc:sldChg chg="delSp modSp add mod">
        <pc:chgData name="Ella Vetter" userId="c6918cf5-f6c0-43cc-8499-a1f635017de9" providerId="ADAL" clId="{03D8DEAE-739D-469B-904C-2522E9DFB65E}" dt="2020-08-18T14:34:16.018" v="5421" actId="478"/>
        <pc:sldMkLst>
          <pc:docMk/>
          <pc:sldMk cId="103818715" sldId="289"/>
        </pc:sldMkLst>
        <pc:spChg chg="mod">
          <ac:chgData name="Ella Vetter" userId="c6918cf5-f6c0-43cc-8499-a1f635017de9" providerId="ADAL" clId="{03D8DEAE-739D-469B-904C-2522E9DFB65E}" dt="2020-08-18T14:29:54.892" v="5276" actId="20577"/>
          <ac:spMkLst>
            <pc:docMk/>
            <pc:sldMk cId="103818715" sldId="289"/>
            <ac:spMk id="2" creationId="{BD0A18F3-9F12-464B-BC50-F741E79EDDDA}"/>
          </ac:spMkLst>
        </pc:spChg>
        <pc:spChg chg="del">
          <ac:chgData name="Ella Vetter" userId="c6918cf5-f6c0-43cc-8499-a1f635017de9" providerId="ADAL" clId="{03D8DEAE-739D-469B-904C-2522E9DFB65E}" dt="2020-08-18T14:34:16.018" v="5421" actId="478"/>
          <ac:spMkLst>
            <pc:docMk/>
            <pc:sldMk cId="103818715" sldId="289"/>
            <ac:spMk id="3" creationId="{EEF38455-45AA-47D0-8328-2077E428FA3B}"/>
          </ac:spMkLst>
        </pc:spChg>
      </pc:sldChg>
      <pc:sldChg chg="delSp modSp add mod">
        <pc:chgData name="Ella Vetter" userId="c6918cf5-f6c0-43cc-8499-a1f635017de9" providerId="ADAL" clId="{03D8DEAE-739D-469B-904C-2522E9DFB65E}" dt="2020-08-18T18:08:44.524" v="8253" actId="478"/>
        <pc:sldMkLst>
          <pc:docMk/>
          <pc:sldMk cId="871549301" sldId="290"/>
        </pc:sldMkLst>
        <pc:spChg chg="mod">
          <ac:chgData name="Ella Vetter" userId="c6918cf5-f6c0-43cc-8499-a1f635017de9" providerId="ADAL" clId="{03D8DEAE-739D-469B-904C-2522E9DFB65E}" dt="2020-08-17T20:03:48.846" v="3598" actId="20577"/>
          <ac:spMkLst>
            <pc:docMk/>
            <pc:sldMk cId="871549301" sldId="290"/>
            <ac:spMk id="2" creationId="{BD0A18F3-9F12-464B-BC50-F741E79EDDDA}"/>
          </ac:spMkLst>
        </pc:spChg>
        <pc:spChg chg="del">
          <ac:chgData name="Ella Vetter" userId="c6918cf5-f6c0-43cc-8499-a1f635017de9" providerId="ADAL" clId="{03D8DEAE-739D-469B-904C-2522E9DFB65E}" dt="2020-08-18T18:08:44.524" v="8253" actId="478"/>
          <ac:spMkLst>
            <pc:docMk/>
            <pc:sldMk cId="871549301" sldId="290"/>
            <ac:spMk id="3" creationId="{EEF38455-45AA-47D0-8328-2077E428FA3B}"/>
          </ac:spMkLst>
        </pc:spChg>
      </pc:sldChg>
      <pc:sldChg chg="delSp modSp add mod">
        <pc:chgData name="Ella Vetter" userId="c6918cf5-f6c0-43cc-8499-a1f635017de9" providerId="ADAL" clId="{03D8DEAE-739D-469B-904C-2522E9DFB65E}" dt="2020-08-18T18:09:09.820" v="8254" actId="478"/>
        <pc:sldMkLst>
          <pc:docMk/>
          <pc:sldMk cId="2770565150" sldId="291"/>
        </pc:sldMkLst>
        <pc:spChg chg="mod">
          <ac:chgData name="Ella Vetter" userId="c6918cf5-f6c0-43cc-8499-a1f635017de9" providerId="ADAL" clId="{03D8DEAE-739D-469B-904C-2522E9DFB65E}" dt="2020-08-18T15:57:12.557" v="7533" actId="313"/>
          <ac:spMkLst>
            <pc:docMk/>
            <pc:sldMk cId="2770565150" sldId="291"/>
            <ac:spMk id="2" creationId="{BD0A18F3-9F12-464B-BC50-F741E79EDDDA}"/>
          </ac:spMkLst>
        </pc:spChg>
        <pc:spChg chg="del">
          <ac:chgData name="Ella Vetter" userId="c6918cf5-f6c0-43cc-8499-a1f635017de9" providerId="ADAL" clId="{03D8DEAE-739D-469B-904C-2522E9DFB65E}" dt="2020-08-18T18:09:09.820" v="8254" actId="478"/>
          <ac:spMkLst>
            <pc:docMk/>
            <pc:sldMk cId="2770565150" sldId="291"/>
            <ac:spMk id="3" creationId="{EEF38455-45AA-47D0-8328-2077E428FA3B}"/>
          </ac:spMkLst>
        </pc:spChg>
      </pc:sldChg>
      <pc:sldChg chg="delSp modSp add mod">
        <pc:chgData name="Ella Vetter" userId="c6918cf5-f6c0-43cc-8499-a1f635017de9" providerId="ADAL" clId="{03D8DEAE-739D-469B-904C-2522E9DFB65E}" dt="2020-08-19T20:56:21.320" v="9023" actId="478"/>
        <pc:sldMkLst>
          <pc:docMk/>
          <pc:sldMk cId="2581183036" sldId="292"/>
        </pc:sldMkLst>
        <pc:spChg chg="mod">
          <ac:chgData name="Ella Vetter" userId="c6918cf5-f6c0-43cc-8499-a1f635017de9" providerId="ADAL" clId="{03D8DEAE-739D-469B-904C-2522E9DFB65E}" dt="2020-08-17T20:04:14.678" v="3625" actId="403"/>
          <ac:spMkLst>
            <pc:docMk/>
            <pc:sldMk cId="2581183036" sldId="292"/>
            <ac:spMk id="2" creationId="{BD0A18F3-9F12-464B-BC50-F741E79EDDDA}"/>
          </ac:spMkLst>
        </pc:spChg>
        <pc:spChg chg="del">
          <ac:chgData name="Ella Vetter" userId="c6918cf5-f6c0-43cc-8499-a1f635017de9" providerId="ADAL" clId="{03D8DEAE-739D-469B-904C-2522E9DFB65E}" dt="2020-08-19T20:56:21.320" v="9023" actId="478"/>
          <ac:spMkLst>
            <pc:docMk/>
            <pc:sldMk cId="2581183036" sldId="292"/>
            <ac:spMk id="3" creationId="{EEF38455-45AA-47D0-8328-2077E428FA3B}"/>
          </ac:spMkLst>
        </pc:spChg>
      </pc:sldChg>
      <pc:sldChg chg="delSp modSp add mod ord">
        <pc:chgData name="Ella Vetter" userId="c6918cf5-f6c0-43cc-8499-a1f635017de9" providerId="ADAL" clId="{03D8DEAE-739D-469B-904C-2522E9DFB65E}" dt="2020-08-18T18:10:10.698" v="8255" actId="478"/>
        <pc:sldMkLst>
          <pc:docMk/>
          <pc:sldMk cId="363628062" sldId="293"/>
        </pc:sldMkLst>
        <pc:spChg chg="mod">
          <ac:chgData name="Ella Vetter" userId="c6918cf5-f6c0-43cc-8499-a1f635017de9" providerId="ADAL" clId="{03D8DEAE-739D-469B-904C-2522E9DFB65E}" dt="2020-08-17T20:04:23.132" v="3635" actId="20577"/>
          <ac:spMkLst>
            <pc:docMk/>
            <pc:sldMk cId="363628062" sldId="293"/>
            <ac:spMk id="2" creationId="{BD0A18F3-9F12-464B-BC50-F741E79EDDDA}"/>
          </ac:spMkLst>
        </pc:spChg>
        <pc:spChg chg="del">
          <ac:chgData name="Ella Vetter" userId="c6918cf5-f6c0-43cc-8499-a1f635017de9" providerId="ADAL" clId="{03D8DEAE-739D-469B-904C-2522E9DFB65E}" dt="2020-08-18T18:10:10.698" v="8255" actId="478"/>
          <ac:spMkLst>
            <pc:docMk/>
            <pc:sldMk cId="363628062" sldId="293"/>
            <ac:spMk id="3" creationId="{EEF38455-45AA-47D0-8328-2077E428FA3B}"/>
          </ac:spMkLst>
        </pc:spChg>
      </pc:sldChg>
      <pc:sldChg chg="addSp delSp modSp new mod ord">
        <pc:chgData name="Ella Vetter" userId="c6918cf5-f6c0-43cc-8499-a1f635017de9" providerId="ADAL" clId="{03D8DEAE-739D-469B-904C-2522E9DFB65E}" dt="2020-08-18T17:56:03.781" v="8252" actId="20577"/>
        <pc:sldMkLst>
          <pc:docMk/>
          <pc:sldMk cId="459683926" sldId="294"/>
        </pc:sldMkLst>
        <pc:spChg chg="mod">
          <ac:chgData name="Ella Vetter" userId="c6918cf5-f6c0-43cc-8499-a1f635017de9" providerId="ADAL" clId="{03D8DEAE-739D-469B-904C-2522E9DFB65E}" dt="2020-08-18T13:39:15.755" v="4171" actId="1076"/>
          <ac:spMkLst>
            <pc:docMk/>
            <pc:sldMk cId="459683926" sldId="294"/>
            <ac:spMk id="2" creationId="{67990642-98C9-4E05-8DEA-8CB111834A2B}"/>
          </ac:spMkLst>
        </pc:spChg>
        <pc:spChg chg="del">
          <ac:chgData name="Ella Vetter" userId="c6918cf5-f6c0-43cc-8499-a1f635017de9" providerId="ADAL" clId="{03D8DEAE-739D-469B-904C-2522E9DFB65E}" dt="2020-08-18T13:33:35.579" v="4086" actId="478"/>
          <ac:spMkLst>
            <pc:docMk/>
            <pc:sldMk cId="459683926" sldId="294"/>
            <ac:spMk id="3" creationId="{0C44F08A-E79C-46C7-8576-79BD89EBE46B}"/>
          </ac:spMkLst>
        </pc:spChg>
        <pc:spChg chg="add mod">
          <ac:chgData name="Ella Vetter" userId="c6918cf5-f6c0-43cc-8499-a1f635017de9" providerId="ADAL" clId="{03D8DEAE-739D-469B-904C-2522E9DFB65E}" dt="2020-08-18T17:56:03.781" v="8252" actId="20577"/>
          <ac:spMkLst>
            <pc:docMk/>
            <pc:sldMk cId="459683926" sldId="294"/>
            <ac:spMk id="4" creationId="{EB1BD3C0-FF3E-4E6D-9033-B223EF53FA24}"/>
          </ac:spMkLst>
        </pc:spChg>
        <pc:picChg chg="add del mod">
          <ac:chgData name="Ella Vetter" userId="c6918cf5-f6c0-43cc-8499-a1f635017de9" providerId="ADAL" clId="{03D8DEAE-739D-469B-904C-2522E9DFB65E}" dt="2020-08-18T13:37:47.399" v="4092" actId="478"/>
          <ac:picMkLst>
            <pc:docMk/>
            <pc:sldMk cId="459683926" sldId="294"/>
            <ac:picMk id="6" creationId="{5FE5A14B-BEA2-4C4A-98CC-A9FD4E735B04}"/>
          </ac:picMkLst>
        </pc:picChg>
        <pc:picChg chg="add mod">
          <ac:chgData name="Ella Vetter" userId="c6918cf5-f6c0-43cc-8499-a1f635017de9" providerId="ADAL" clId="{03D8DEAE-739D-469B-904C-2522E9DFB65E}" dt="2020-08-18T13:37:51.108" v="4095" actId="1076"/>
          <ac:picMkLst>
            <pc:docMk/>
            <pc:sldMk cId="459683926" sldId="294"/>
            <ac:picMk id="8" creationId="{9AE14368-4327-482C-9E6F-88344B771F4B}"/>
          </ac:picMkLst>
        </pc:picChg>
      </pc:sldChg>
      <pc:sldChg chg="addSp delSp modSp add mod">
        <pc:chgData name="Ella Vetter" userId="c6918cf5-f6c0-43cc-8499-a1f635017de9" providerId="ADAL" clId="{03D8DEAE-739D-469B-904C-2522E9DFB65E}" dt="2020-08-18T20:20:20.751" v="8789" actId="20577"/>
        <pc:sldMkLst>
          <pc:docMk/>
          <pc:sldMk cId="2937015379" sldId="295"/>
        </pc:sldMkLst>
        <pc:spChg chg="mod">
          <ac:chgData name="Ella Vetter" userId="c6918cf5-f6c0-43cc-8499-a1f635017de9" providerId="ADAL" clId="{03D8DEAE-739D-469B-904C-2522E9DFB65E}" dt="2020-08-18T20:20:20.751" v="8789" actId="20577"/>
          <ac:spMkLst>
            <pc:docMk/>
            <pc:sldMk cId="2937015379" sldId="295"/>
            <ac:spMk id="4" creationId="{EB1BD3C0-FF3E-4E6D-9033-B223EF53FA24}"/>
          </ac:spMkLst>
        </pc:spChg>
        <pc:picChg chg="add del mod">
          <ac:chgData name="Ella Vetter" userId="c6918cf5-f6c0-43cc-8499-a1f635017de9" providerId="ADAL" clId="{03D8DEAE-739D-469B-904C-2522E9DFB65E}" dt="2020-08-18T13:58:45.042" v="4671" actId="478"/>
          <ac:picMkLst>
            <pc:docMk/>
            <pc:sldMk cId="2937015379" sldId="295"/>
            <ac:picMk id="5" creationId="{18F13F68-31A4-44C3-A204-1BAF662F94A0}"/>
          </ac:picMkLst>
        </pc:picChg>
        <pc:picChg chg="add del mod">
          <ac:chgData name="Ella Vetter" userId="c6918cf5-f6c0-43cc-8499-a1f635017de9" providerId="ADAL" clId="{03D8DEAE-739D-469B-904C-2522E9DFB65E}" dt="2020-08-18T14:00:35.252" v="4688" actId="478"/>
          <ac:picMkLst>
            <pc:docMk/>
            <pc:sldMk cId="2937015379" sldId="295"/>
            <ac:picMk id="7" creationId="{AB53E41E-8838-4038-91B1-63DDF57E5AAA}"/>
          </ac:picMkLst>
        </pc:picChg>
        <pc:picChg chg="del">
          <ac:chgData name="Ella Vetter" userId="c6918cf5-f6c0-43cc-8499-a1f635017de9" providerId="ADAL" clId="{03D8DEAE-739D-469B-904C-2522E9DFB65E}" dt="2020-08-18T13:40:03.716" v="4224" actId="478"/>
          <ac:picMkLst>
            <pc:docMk/>
            <pc:sldMk cId="2937015379" sldId="295"/>
            <ac:picMk id="8" creationId="{9AE14368-4327-482C-9E6F-88344B771F4B}"/>
          </ac:picMkLst>
        </pc:picChg>
        <pc:picChg chg="add mod">
          <ac:chgData name="Ella Vetter" userId="c6918cf5-f6c0-43cc-8499-a1f635017de9" providerId="ADAL" clId="{03D8DEAE-739D-469B-904C-2522E9DFB65E}" dt="2020-08-18T14:00:40.492" v="4692" actId="1076"/>
          <ac:picMkLst>
            <pc:docMk/>
            <pc:sldMk cId="2937015379" sldId="295"/>
            <ac:picMk id="10" creationId="{C0CDFA4D-9547-46B4-97C7-07DA2A629DD4}"/>
          </ac:picMkLst>
        </pc:picChg>
      </pc:sldChg>
      <pc:sldChg chg="delSp add mod">
        <pc:chgData name="Ella Vetter" userId="c6918cf5-f6c0-43cc-8499-a1f635017de9" providerId="ADAL" clId="{03D8DEAE-739D-469B-904C-2522E9DFB65E}" dt="2020-08-18T14:34:12.433" v="5420" actId="478"/>
        <pc:sldMkLst>
          <pc:docMk/>
          <pc:sldMk cId="4190825100" sldId="296"/>
        </pc:sldMkLst>
        <pc:spChg chg="del">
          <ac:chgData name="Ella Vetter" userId="c6918cf5-f6c0-43cc-8499-a1f635017de9" providerId="ADAL" clId="{03D8DEAE-739D-469B-904C-2522E9DFB65E}" dt="2020-08-18T14:34:12.433" v="5420" actId="478"/>
          <ac:spMkLst>
            <pc:docMk/>
            <pc:sldMk cId="4190825100" sldId="296"/>
            <ac:spMk id="3" creationId="{EEF38455-45AA-47D0-8328-2077E428FA3B}"/>
          </ac:spMkLst>
        </pc:spChg>
      </pc:sldChg>
      <pc:sldChg chg="addSp delSp modSp add mod ord">
        <pc:chgData name="Ella Vetter" userId="c6918cf5-f6c0-43cc-8499-a1f635017de9" providerId="ADAL" clId="{03D8DEAE-739D-469B-904C-2522E9DFB65E}" dt="2020-08-18T14:11:22.502" v="4814" actId="20577"/>
        <pc:sldMkLst>
          <pc:docMk/>
          <pc:sldMk cId="762950747" sldId="297"/>
        </pc:sldMkLst>
        <pc:spChg chg="mod">
          <ac:chgData name="Ella Vetter" userId="c6918cf5-f6c0-43cc-8499-a1f635017de9" providerId="ADAL" clId="{03D8DEAE-739D-469B-904C-2522E9DFB65E}" dt="2020-08-18T13:47:15.163" v="4336" actId="20577"/>
          <ac:spMkLst>
            <pc:docMk/>
            <pc:sldMk cId="762950747" sldId="297"/>
            <ac:spMk id="2" creationId="{67990642-98C9-4E05-8DEA-8CB111834A2B}"/>
          </ac:spMkLst>
        </pc:spChg>
        <pc:spChg chg="mod">
          <ac:chgData name="Ella Vetter" userId="c6918cf5-f6c0-43cc-8499-a1f635017de9" providerId="ADAL" clId="{03D8DEAE-739D-469B-904C-2522E9DFB65E}" dt="2020-08-18T14:11:22.502" v="4814" actId="20577"/>
          <ac:spMkLst>
            <pc:docMk/>
            <pc:sldMk cId="762950747" sldId="297"/>
            <ac:spMk id="4" creationId="{EB1BD3C0-FF3E-4E6D-9033-B223EF53FA24}"/>
          </ac:spMkLst>
        </pc:spChg>
        <pc:picChg chg="add mod">
          <ac:chgData name="Ella Vetter" userId="c6918cf5-f6c0-43cc-8499-a1f635017de9" providerId="ADAL" clId="{03D8DEAE-739D-469B-904C-2522E9DFB65E}" dt="2020-08-18T13:49:56.736" v="4341" actId="1076"/>
          <ac:picMkLst>
            <pc:docMk/>
            <pc:sldMk cId="762950747" sldId="297"/>
            <ac:picMk id="5" creationId="{22F7D2FB-96DD-4A20-A26C-C3F2E4437829}"/>
          </ac:picMkLst>
        </pc:picChg>
        <pc:picChg chg="del">
          <ac:chgData name="Ella Vetter" userId="c6918cf5-f6c0-43cc-8499-a1f635017de9" providerId="ADAL" clId="{03D8DEAE-739D-469B-904C-2522E9DFB65E}" dt="2020-08-18T13:47:16.861" v="4337" actId="478"/>
          <ac:picMkLst>
            <pc:docMk/>
            <pc:sldMk cId="762950747" sldId="297"/>
            <ac:picMk id="8" creationId="{9AE14368-4327-482C-9E6F-88344B771F4B}"/>
          </ac:picMkLst>
        </pc:picChg>
      </pc:sldChg>
      <pc:sldChg chg="addSp delSp modSp add mod ord">
        <pc:chgData name="Ella Vetter" userId="c6918cf5-f6c0-43cc-8499-a1f635017de9" providerId="ADAL" clId="{03D8DEAE-739D-469B-904C-2522E9DFB65E}" dt="2020-08-18T14:02:06.951" v="4722" actId="20577"/>
        <pc:sldMkLst>
          <pc:docMk/>
          <pc:sldMk cId="1051219299" sldId="298"/>
        </pc:sldMkLst>
        <pc:spChg chg="mod">
          <ac:chgData name="Ella Vetter" userId="c6918cf5-f6c0-43cc-8499-a1f635017de9" providerId="ADAL" clId="{03D8DEAE-739D-469B-904C-2522E9DFB65E}" dt="2020-08-18T14:01:34.030" v="4697" actId="1076"/>
          <ac:spMkLst>
            <pc:docMk/>
            <pc:sldMk cId="1051219299" sldId="298"/>
            <ac:spMk id="2" creationId="{67990642-98C9-4E05-8DEA-8CB111834A2B}"/>
          </ac:spMkLst>
        </pc:spChg>
        <pc:spChg chg="mod">
          <ac:chgData name="Ella Vetter" userId="c6918cf5-f6c0-43cc-8499-a1f635017de9" providerId="ADAL" clId="{03D8DEAE-739D-469B-904C-2522E9DFB65E}" dt="2020-08-18T14:02:06.951" v="4722" actId="20577"/>
          <ac:spMkLst>
            <pc:docMk/>
            <pc:sldMk cId="1051219299" sldId="298"/>
            <ac:spMk id="4" creationId="{EB1BD3C0-FF3E-4E6D-9033-B223EF53FA24}"/>
          </ac:spMkLst>
        </pc:spChg>
        <pc:picChg chg="del">
          <ac:chgData name="Ella Vetter" userId="c6918cf5-f6c0-43cc-8499-a1f635017de9" providerId="ADAL" clId="{03D8DEAE-739D-469B-904C-2522E9DFB65E}" dt="2020-08-18T13:52:34.878" v="4472" actId="478"/>
          <ac:picMkLst>
            <pc:docMk/>
            <pc:sldMk cId="1051219299" sldId="298"/>
            <ac:picMk id="5" creationId="{18F13F68-31A4-44C3-A204-1BAF662F94A0}"/>
          </ac:picMkLst>
        </pc:picChg>
        <pc:picChg chg="add mod">
          <ac:chgData name="Ella Vetter" userId="c6918cf5-f6c0-43cc-8499-a1f635017de9" providerId="ADAL" clId="{03D8DEAE-739D-469B-904C-2522E9DFB65E}" dt="2020-08-18T14:01:51.220" v="4704" actId="1076"/>
          <ac:picMkLst>
            <pc:docMk/>
            <pc:sldMk cId="1051219299" sldId="298"/>
            <ac:picMk id="6" creationId="{C3D66F7A-74D1-42AF-833B-FDBB476FF694}"/>
          </ac:picMkLst>
        </pc:picChg>
      </pc:sldChg>
      <pc:sldChg chg="delSp modSp add mod">
        <pc:chgData name="Ella Vetter" userId="c6918cf5-f6c0-43cc-8499-a1f635017de9" providerId="ADAL" clId="{03D8DEAE-739D-469B-904C-2522E9DFB65E}" dt="2020-08-18T14:06:03.097" v="4799" actId="1076"/>
        <pc:sldMkLst>
          <pc:docMk/>
          <pc:sldMk cId="1260842860" sldId="299"/>
        </pc:sldMkLst>
        <pc:spChg chg="mod">
          <ac:chgData name="Ella Vetter" userId="c6918cf5-f6c0-43cc-8499-a1f635017de9" providerId="ADAL" clId="{03D8DEAE-739D-469B-904C-2522E9DFB65E}" dt="2020-08-18T14:02:30.514" v="4726" actId="1076"/>
          <ac:spMkLst>
            <pc:docMk/>
            <pc:sldMk cId="1260842860" sldId="299"/>
            <ac:spMk id="2" creationId="{67990642-98C9-4E05-8DEA-8CB111834A2B}"/>
          </ac:spMkLst>
        </pc:spChg>
        <pc:spChg chg="mod">
          <ac:chgData name="Ella Vetter" userId="c6918cf5-f6c0-43cc-8499-a1f635017de9" providerId="ADAL" clId="{03D8DEAE-739D-469B-904C-2522E9DFB65E}" dt="2020-08-18T14:06:03.097" v="4799" actId="1076"/>
          <ac:spMkLst>
            <pc:docMk/>
            <pc:sldMk cId="1260842860" sldId="299"/>
            <ac:spMk id="4" creationId="{EB1BD3C0-FF3E-4E6D-9033-B223EF53FA24}"/>
          </ac:spMkLst>
        </pc:spChg>
        <pc:picChg chg="del">
          <ac:chgData name="Ella Vetter" userId="c6918cf5-f6c0-43cc-8499-a1f635017de9" providerId="ADAL" clId="{03D8DEAE-739D-469B-904C-2522E9DFB65E}" dt="2020-08-18T14:02:29.289" v="4724" actId="478"/>
          <ac:picMkLst>
            <pc:docMk/>
            <pc:sldMk cId="1260842860" sldId="299"/>
            <ac:picMk id="6" creationId="{C3D66F7A-74D1-42AF-833B-FDBB476FF694}"/>
          </ac:picMkLst>
        </pc:picChg>
      </pc:sldChg>
      <pc:sldChg chg="addSp delSp new del mod">
        <pc:chgData name="Ella Vetter" userId="c6918cf5-f6c0-43cc-8499-a1f635017de9" providerId="ADAL" clId="{03D8DEAE-739D-469B-904C-2522E9DFB65E}" dt="2020-08-18T14:12:50.243" v="4880" actId="47"/>
        <pc:sldMkLst>
          <pc:docMk/>
          <pc:sldMk cId="4110648707" sldId="300"/>
        </pc:sldMkLst>
        <pc:spChg chg="del">
          <ac:chgData name="Ella Vetter" userId="c6918cf5-f6c0-43cc-8499-a1f635017de9" providerId="ADAL" clId="{03D8DEAE-739D-469B-904C-2522E9DFB65E}" dt="2020-08-18T14:10:46.017" v="4801" actId="478"/>
          <ac:spMkLst>
            <pc:docMk/>
            <pc:sldMk cId="4110648707" sldId="300"/>
            <ac:spMk id="3" creationId="{3A29EF87-A7F7-49F3-8649-E5CEEA374DA6}"/>
          </ac:spMkLst>
        </pc:spChg>
        <pc:picChg chg="add del">
          <ac:chgData name="Ella Vetter" userId="c6918cf5-f6c0-43cc-8499-a1f635017de9" providerId="ADAL" clId="{03D8DEAE-739D-469B-904C-2522E9DFB65E}" dt="2020-08-18T14:11:03.368" v="4809" actId="21"/>
          <ac:picMkLst>
            <pc:docMk/>
            <pc:sldMk cId="4110648707" sldId="300"/>
            <ac:picMk id="5" creationId="{06E1EC75-37F3-4792-BC34-AF6F50ADF113}"/>
          </ac:picMkLst>
        </pc:picChg>
      </pc:sldChg>
      <pc:sldChg chg="addSp delSp modSp add mod ord">
        <pc:chgData name="Ella Vetter" userId="c6918cf5-f6c0-43cc-8499-a1f635017de9" providerId="ADAL" clId="{03D8DEAE-739D-469B-904C-2522E9DFB65E}" dt="2020-08-18T14:30:29.765" v="5295" actId="14100"/>
        <pc:sldMkLst>
          <pc:docMk/>
          <pc:sldMk cId="2307844789" sldId="301"/>
        </pc:sldMkLst>
        <pc:spChg chg="mod">
          <ac:chgData name="Ella Vetter" userId="c6918cf5-f6c0-43cc-8499-a1f635017de9" providerId="ADAL" clId="{03D8DEAE-739D-469B-904C-2522E9DFB65E}" dt="2020-08-18T14:30:29.765" v="5295" actId="14100"/>
          <ac:spMkLst>
            <pc:docMk/>
            <pc:sldMk cId="2307844789" sldId="301"/>
            <ac:spMk id="2" creationId="{67990642-98C9-4E05-8DEA-8CB111834A2B}"/>
          </ac:spMkLst>
        </pc:spChg>
        <pc:spChg chg="mod">
          <ac:chgData name="Ella Vetter" userId="c6918cf5-f6c0-43cc-8499-a1f635017de9" providerId="ADAL" clId="{03D8DEAE-739D-469B-904C-2522E9DFB65E}" dt="2020-08-18T14:30:09.896" v="5289" actId="14100"/>
          <ac:spMkLst>
            <pc:docMk/>
            <pc:sldMk cId="2307844789" sldId="301"/>
            <ac:spMk id="4" creationId="{EB1BD3C0-FF3E-4E6D-9033-B223EF53FA24}"/>
          </ac:spMkLst>
        </pc:spChg>
        <pc:picChg chg="add mod">
          <ac:chgData name="Ella Vetter" userId="c6918cf5-f6c0-43cc-8499-a1f635017de9" providerId="ADAL" clId="{03D8DEAE-739D-469B-904C-2522E9DFB65E}" dt="2020-08-18T14:11:08.309" v="4812" actId="1076"/>
          <ac:picMkLst>
            <pc:docMk/>
            <pc:sldMk cId="2307844789" sldId="301"/>
            <ac:picMk id="3" creationId="{730165D7-2D78-42A7-ADF3-60FF3A41AC03}"/>
          </ac:picMkLst>
        </pc:picChg>
        <pc:picChg chg="del">
          <ac:chgData name="Ella Vetter" userId="c6918cf5-f6c0-43cc-8499-a1f635017de9" providerId="ADAL" clId="{03D8DEAE-739D-469B-904C-2522E9DFB65E}" dt="2020-08-18T14:11:00.907" v="4808" actId="478"/>
          <ac:picMkLst>
            <pc:docMk/>
            <pc:sldMk cId="2307844789" sldId="301"/>
            <ac:picMk id="5" creationId="{22F7D2FB-96DD-4A20-A26C-C3F2E4437829}"/>
          </ac:picMkLst>
        </pc:picChg>
      </pc:sldChg>
      <pc:sldChg chg="addSp delSp modSp add mod">
        <pc:chgData name="Ella Vetter" userId="c6918cf5-f6c0-43cc-8499-a1f635017de9" providerId="ADAL" clId="{03D8DEAE-739D-469B-904C-2522E9DFB65E}" dt="2020-08-18T14:30:25.251" v="5294" actId="14100"/>
        <pc:sldMkLst>
          <pc:docMk/>
          <pc:sldMk cId="3124823203" sldId="302"/>
        </pc:sldMkLst>
        <pc:spChg chg="del">
          <ac:chgData name="Ella Vetter" userId="c6918cf5-f6c0-43cc-8499-a1f635017de9" providerId="ADAL" clId="{03D8DEAE-739D-469B-904C-2522E9DFB65E}" dt="2020-08-18T14:30:15.982" v="5290" actId="478"/>
          <ac:spMkLst>
            <pc:docMk/>
            <pc:sldMk cId="3124823203" sldId="302"/>
            <ac:spMk id="2" creationId="{67990642-98C9-4E05-8DEA-8CB111834A2B}"/>
          </ac:spMkLst>
        </pc:spChg>
        <pc:spChg chg="mod">
          <ac:chgData name="Ella Vetter" userId="c6918cf5-f6c0-43cc-8499-a1f635017de9" providerId="ADAL" clId="{03D8DEAE-739D-469B-904C-2522E9DFB65E}" dt="2020-08-18T14:30:21.396" v="5293" actId="14100"/>
          <ac:spMkLst>
            <pc:docMk/>
            <pc:sldMk cId="3124823203" sldId="302"/>
            <ac:spMk id="4" creationId="{EB1BD3C0-FF3E-4E6D-9033-B223EF53FA24}"/>
          </ac:spMkLst>
        </pc:spChg>
        <pc:spChg chg="add del mod">
          <ac:chgData name="Ella Vetter" userId="c6918cf5-f6c0-43cc-8499-a1f635017de9" providerId="ADAL" clId="{03D8DEAE-739D-469B-904C-2522E9DFB65E}" dt="2020-08-18T14:30:18.102" v="5292" actId="478"/>
          <ac:spMkLst>
            <pc:docMk/>
            <pc:sldMk cId="3124823203" sldId="302"/>
            <ac:spMk id="8" creationId="{366D18DF-0CB9-4388-9031-9BC2E99B9650}"/>
          </ac:spMkLst>
        </pc:spChg>
        <pc:spChg chg="add mod">
          <ac:chgData name="Ella Vetter" userId="c6918cf5-f6c0-43cc-8499-a1f635017de9" providerId="ADAL" clId="{03D8DEAE-739D-469B-904C-2522E9DFB65E}" dt="2020-08-18T14:30:25.251" v="5294" actId="14100"/>
          <ac:spMkLst>
            <pc:docMk/>
            <pc:sldMk cId="3124823203" sldId="302"/>
            <ac:spMk id="9" creationId="{15F419EE-59D4-4AEC-AC5D-6911E0DE8B82}"/>
          </ac:spMkLst>
        </pc:spChg>
        <pc:picChg chg="del">
          <ac:chgData name="Ella Vetter" userId="c6918cf5-f6c0-43cc-8499-a1f635017de9" providerId="ADAL" clId="{03D8DEAE-739D-469B-904C-2522E9DFB65E}" dt="2020-08-18T14:12:54.604" v="4882" actId="478"/>
          <ac:picMkLst>
            <pc:docMk/>
            <pc:sldMk cId="3124823203" sldId="302"/>
            <ac:picMk id="3" creationId="{730165D7-2D78-42A7-ADF3-60FF3A41AC03}"/>
          </ac:picMkLst>
        </pc:picChg>
        <pc:picChg chg="add mod">
          <ac:chgData name="Ella Vetter" userId="c6918cf5-f6c0-43cc-8499-a1f635017de9" providerId="ADAL" clId="{03D8DEAE-739D-469B-904C-2522E9DFB65E}" dt="2020-08-18T14:15:08.923" v="4969" actId="1076"/>
          <ac:picMkLst>
            <pc:docMk/>
            <pc:sldMk cId="3124823203" sldId="302"/>
            <ac:picMk id="6" creationId="{D746C555-403C-4446-9D53-5D2E54BF683B}"/>
          </ac:picMkLst>
        </pc:picChg>
      </pc:sldChg>
      <pc:sldChg chg="addSp delSp modSp add mod">
        <pc:chgData name="Ella Vetter" userId="c6918cf5-f6c0-43cc-8499-a1f635017de9" providerId="ADAL" clId="{03D8DEAE-739D-469B-904C-2522E9DFB65E}" dt="2020-08-18T20:01:53.328" v="8652" actId="11"/>
        <pc:sldMkLst>
          <pc:docMk/>
          <pc:sldMk cId="2314639853" sldId="303"/>
        </pc:sldMkLst>
        <pc:spChg chg="del">
          <ac:chgData name="Ella Vetter" userId="c6918cf5-f6c0-43cc-8499-a1f635017de9" providerId="ADAL" clId="{03D8DEAE-739D-469B-904C-2522E9DFB65E}" dt="2020-08-18T14:30:36.918" v="5296" actId="478"/>
          <ac:spMkLst>
            <pc:docMk/>
            <pc:sldMk cId="2314639853" sldId="303"/>
            <ac:spMk id="2" creationId="{67990642-98C9-4E05-8DEA-8CB111834A2B}"/>
          </ac:spMkLst>
        </pc:spChg>
        <pc:spChg chg="mod">
          <ac:chgData name="Ella Vetter" userId="c6918cf5-f6c0-43cc-8499-a1f635017de9" providerId="ADAL" clId="{03D8DEAE-739D-469B-904C-2522E9DFB65E}" dt="2020-08-18T20:01:53.328" v="8652" actId="11"/>
          <ac:spMkLst>
            <pc:docMk/>
            <pc:sldMk cId="2314639853" sldId="303"/>
            <ac:spMk id="4" creationId="{EB1BD3C0-FF3E-4E6D-9033-B223EF53FA24}"/>
          </ac:spMkLst>
        </pc:spChg>
        <pc:spChg chg="add del mod">
          <ac:chgData name="Ella Vetter" userId="c6918cf5-f6c0-43cc-8499-a1f635017de9" providerId="ADAL" clId="{03D8DEAE-739D-469B-904C-2522E9DFB65E}" dt="2020-08-18T14:30:39.126" v="5298" actId="478"/>
          <ac:spMkLst>
            <pc:docMk/>
            <pc:sldMk cId="2314639853" sldId="303"/>
            <ac:spMk id="8" creationId="{951CF073-C05B-46C8-9A05-760C991F7F2A}"/>
          </ac:spMkLst>
        </pc:spChg>
        <pc:spChg chg="add">
          <ac:chgData name="Ella Vetter" userId="c6918cf5-f6c0-43cc-8499-a1f635017de9" providerId="ADAL" clId="{03D8DEAE-739D-469B-904C-2522E9DFB65E}" dt="2020-08-18T14:30:37.235" v="5297" actId="22"/>
          <ac:spMkLst>
            <pc:docMk/>
            <pc:sldMk cId="2314639853" sldId="303"/>
            <ac:spMk id="10" creationId="{C822AC81-D4A6-475A-97B4-0B1E95B693EE}"/>
          </ac:spMkLst>
        </pc:spChg>
        <pc:picChg chg="add mod">
          <ac:chgData name="Ella Vetter" userId="c6918cf5-f6c0-43cc-8499-a1f635017de9" providerId="ADAL" clId="{03D8DEAE-739D-469B-904C-2522E9DFB65E}" dt="2020-08-18T14:23:07.671" v="5034" actId="14100"/>
          <ac:picMkLst>
            <pc:docMk/>
            <pc:sldMk cId="2314639853" sldId="303"/>
            <ac:picMk id="5" creationId="{91B01B0B-801D-4ED1-83DA-55863D643211}"/>
          </ac:picMkLst>
        </pc:picChg>
        <pc:picChg chg="del">
          <ac:chgData name="Ella Vetter" userId="c6918cf5-f6c0-43cc-8499-a1f635017de9" providerId="ADAL" clId="{03D8DEAE-739D-469B-904C-2522E9DFB65E}" dt="2020-08-18T14:15:22.413" v="4973" actId="478"/>
          <ac:picMkLst>
            <pc:docMk/>
            <pc:sldMk cId="2314639853" sldId="303"/>
            <ac:picMk id="6" creationId="{D746C555-403C-4446-9D53-5D2E54BF683B}"/>
          </ac:picMkLst>
        </pc:picChg>
      </pc:sldChg>
      <pc:sldChg chg="addSp delSp modSp add mod">
        <pc:chgData name="Ella Vetter" userId="c6918cf5-f6c0-43cc-8499-a1f635017de9" providerId="ADAL" clId="{03D8DEAE-739D-469B-904C-2522E9DFB65E}" dt="2020-08-18T20:01:59.848" v="8653" actId="11"/>
        <pc:sldMkLst>
          <pc:docMk/>
          <pc:sldMk cId="479836661" sldId="304"/>
        </pc:sldMkLst>
        <pc:spChg chg="del">
          <ac:chgData name="Ella Vetter" userId="c6918cf5-f6c0-43cc-8499-a1f635017de9" providerId="ADAL" clId="{03D8DEAE-739D-469B-904C-2522E9DFB65E}" dt="2020-08-18T14:30:46.059" v="5300" actId="478"/>
          <ac:spMkLst>
            <pc:docMk/>
            <pc:sldMk cId="479836661" sldId="304"/>
            <ac:spMk id="2" creationId="{67990642-98C9-4E05-8DEA-8CB111834A2B}"/>
          </ac:spMkLst>
        </pc:spChg>
        <pc:spChg chg="mod">
          <ac:chgData name="Ella Vetter" userId="c6918cf5-f6c0-43cc-8499-a1f635017de9" providerId="ADAL" clId="{03D8DEAE-739D-469B-904C-2522E9DFB65E}" dt="2020-08-18T20:01:59.848" v="8653" actId="11"/>
          <ac:spMkLst>
            <pc:docMk/>
            <pc:sldMk cId="479836661" sldId="304"/>
            <ac:spMk id="4" creationId="{EB1BD3C0-FF3E-4E6D-9033-B223EF53FA24}"/>
          </ac:spMkLst>
        </pc:spChg>
        <pc:spChg chg="add del mod">
          <ac:chgData name="Ella Vetter" userId="c6918cf5-f6c0-43cc-8499-a1f635017de9" providerId="ADAL" clId="{03D8DEAE-739D-469B-904C-2522E9DFB65E}" dt="2020-08-18T14:30:49.953" v="5302" actId="478"/>
          <ac:spMkLst>
            <pc:docMk/>
            <pc:sldMk cId="479836661" sldId="304"/>
            <ac:spMk id="11" creationId="{EB4100AE-35D4-4979-9CC0-337D916A4DD4}"/>
          </ac:spMkLst>
        </pc:spChg>
        <pc:spChg chg="add mod">
          <ac:chgData name="Ella Vetter" userId="c6918cf5-f6c0-43cc-8499-a1f635017de9" providerId="ADAL" clId="{03D8DEAE-739D-469B-904C-2522E9DFB65E}" dt="2020-08-18T14:30:52.106" v="5303" actId="14100"/>
          <ac:spMkLst>
            <pc:docMk/>
            <pc:sldMk cId="479836661" sldId="304"/>
            <ac:spMk id="13" creationId="{9BD8847A-8F96-4556-A3A8-DBA070EDD55A}"/>
          </ac:spMkLst>
        </pc:spChg>
        <pc:grpChg chg="add mod">
          <ac:chgData name="Ella Vetter" userId="c6918cf5-f6c0-43cc-8499-a1f635017de9" providerId="ADAL" clId="{03D8DEAE-739D-469B-904C-2522E9DFB65E}" dt="2020-08-18T14:39:00.339" v="5667" actId="1076"/>
          <ac:grpSpMkLst>
            <pc:docMk/>
            <pc:sldMk cId="479836661" sldId="304"/>
            <ac:grpSpMk id="9" creationId="{46EEBFB4-F061-4EB9-92D8-1A4DC4055E7F}"/>
          </ac:grpSpMkLst>
        </pc:grpChg>
        <pc:picChg chg="del">
          <ac:chgData name="Ella Vetter" userId="c6918cf5-f6c0-43cc-8499-a1f635017de9" providerId="ADAL" clId="{03D8DEAE-739D-469B-904C-2522E9DFB65E}" dt="2020-08-18T14:24:54.410" v="5104" actId="478"/>
          <ac:picMkLst>
            <pc:docMk/>
            <pc:sldMk cId="479836661" sldId="304"/>
            <ac:picMk id="5" creationId="{91B01B0B-801D-4ED1-83DA-55863D643211}"/>
          </ac:picMkLst>
        </pc:picChg>
        <pc:picChg chg="add mod modCrop">
          <ac:chgData name="Ella Vetter" userId="c6918cf5-f6c0-43cc-8499-a1f635017de9" providerId="ADAL" clId="{03D8DEAE-739D-469B-904C-2522E9DFB65E}" dt="2020-08-18T14:25:50.993" v="5117" actId="164"/>
          <ac:picMkLst>
            <pc:docMk/>
            <pc:sldMk cId="479836661" sldId="304"/>
            <ac:picMk id="6" creationId="{EB155448-AC48-4E62-8DBD-C02F41B61F43}"/>
          </ac:picMkLst>
        </pc:picChg>
        <pc:picChg chg="add mod modCrop">
          <ac:chgData name="Ella Vetter" userId="c6918cf5-f6c0-43cc-8499-a1f635017de9" providerId="ADAL" clId="{03D8DEAE-739D-469B-904C-2522E9DFB65E}" dt="2020-08-18T14:25:50.993" v="5117" actId="164"/>
          <ac:picMkLst>
            <pc:docMk/>
            <pc:sldMk cId="479836661" sldId="304"/>
            <ac:picMk id="8" creationId="{27ACF8F8-C63B-43F6-B183-788B3775F69A}"/>
          </ac:picMkLst>
        </pc:picChg>
      </pc:sldChg>
      <pc:sldChg chg="addSp delSp modSp add mod addCm modCm">
        <pc:chgData name="Ella Vetter" userId="c6918cf5-f6c0-43cc-8499-a1f635017de9" providerId="ADAL" clId="{03D8DEAE-739D-469B-904C-2522E9DFB65E}" dt="2020-08-18T20:02:08.287" v="8654" actId="11"/>
        <pc:sldMkLst>
          <pc:docMk/>
          <pc:sldMk cId="3678233466" sldId="305"/>
        </pc:sldMkLst>
        <pc:spChg chg="del">
          <ac:chgData name="Ella Vetter" userId="c6918cf5-f6c0-43cc-8499-a1f635017de9" providerId="ADAL" clId="{03D8DEAE-739D-469B-904C-2522E9DFB65E}" dt="2020-08-18T14:31:06.996" v="5307" actId="478"/>
          <ac:spMkLst>
            <pc:docMk/>
            <pc:sldMk cId="3678233466" sldId="305"/>
            <ac:spMk id="2" creationId="{67990642-98C9-4E05-8DEA-8CB111834A2B}"/>
          </ac:spMkLst>
        </pc:spChg>
        <pc:spChg chg="mod">
          <ac:chgData name="Ella Vetter" userId="c6918cf5-f6c0-43cc-8499-a1f635017de9" providerId="ADAL" clId="{03D8DEAE-739D-469B-904C-2522E9DFB65E}" dt="2020-08-18T20:02:08.287" v="8654" actId="11"/>
          <ac:spMkLst>
            <pc:docMk/>
            <pc:sldMk cId="3678233466" sldId="305"/>
            <ac:spMk id="4" creationId="{EB1BD3C0-FF3E-4E6D-9033-B223EF53FA24}"/>
          </ac:spMkLst>
        </pc:spChg>
        <pc:spChg chg="add del mod">
          <ac:chgData name="Ella Vetter" userId="c6918cf5-f6c0-43cc-8499-a1f635017de9" providerId="ADAL" clId="{03D8DEAE-739D-469B-904C-2522E9DFB65E}" dt="2020-08-18T14:31:09.025" v="5309" actId="478"/>
          <ac:spMkLst>
            <pc:docMk/>
            <pc:sldMk cId="3678233466" sldId="305"/>
            <ac:spMk id="5" creationId="{D5579207-FAD2-495F-9F0C-99C6159CDF1C}"/>
          </ac:spMkLst>
        </pc:spChg>
        <pc:spChg chg="add mod">
          <ac:chgData name="Ella Vetter" userId="c6918cf5-f6c0-43cc-8499-a1f635017de9" providerId="ADAL" clId="{03D8DEAE-739D-469B-904C-2522E9DFB65E}" dt="2020-08-18T14:36:30.743" v="5429" actId="14100"/>
          <ac:spMkLst>
            <pc:docMk/>
            <pc:sldMk cId="3678233466" sldId="305"/>
            <ac:spMk id="7" creationId="{733E857A-7829-4616-9B6C-3539713A6D57}"/>
          </ac:spMkLst>
        </pc:spChg>
        <pc:grpChg chg="del">
          <ac:chgData name="Ella Vetter" userId="c6918cf5-f6c0-43cc-8499-a1f635017de9" providerId="ADAL" clId="{03D8DEAE-739D-469B-904C-2522E9DFB65E}" dt="2020-08-18T14:27:39.098" v="5156" actId="478"/>
          <ac:grpSpMkLst>
            <pc:docMk/>
            <pc:sldMk cId="3678233466" sldId="305"/>
            <ac:grpSpMk id="9" creationId="{46EEBFB4-F061-4EB9-92D8-1A4DC4055E7F}"/>
          </ac:grpSpMkLst>
        </pc:grpChg>
        <pc:picChg chg="add del">
          <ac:chgData name="Ella Vetter" userId="c6918cf5-f6c0-43cc-8499-a1f635017de9" providerId="ADAL" clId="{03D8DEAE-739D-469B-904C-2522E9DFB65E}" dt="2020-08-18T14:36:20.659" v="5423" actId="478"/>
          <ac:picMkLst>
            <pc:docMk/>
            <pc:sldMk cId="3678233466" sldId="305"/>
            <ac:picMk id="12" creationId="{ED852CA5-12EF-48E5-98D4-F4E216D9D53B}"/>
          </ac:picMkLst>
        </pc:picChg>
        <pc:picChg chg="add mod">
          <ac:chgData name="Ella Vetter" userId="c6918cf5-f6c0-43cc-8499-a1f635017de9" providerId="ADAL" clId="{03D8DEAE-739D-469B-904C-2522E9DFB65E}" dt="2020-08-18T14:39:07.405" v="5673" actId="1076"/>
          <ac:picMkLst>
            <pc:docMk/>
            <pc:sldMk cId="3678233466" sldId="305"/>
            <ac:picMk id="14" creationId="{0C1F5A63-B4E4-487A-ADAE-F4F2CFFA1A2A}"/>
          </ac:picMkLst>
        </pc:picChg>
      </pc:sldChg>
      <pc:sldChg chg="new del">
        <pc:chgData name="Ella Vetter" userId="c6918cf5-f6c0-43cc-8499-a1f635017de9" providerId="ADAL" clId="{03D8DEAE-739D-469B-904C-2522E9DFB65E}" dt="2020-08-18T14:32:31.720" v="5379" actId="47"/>
        <pc:sldMkLst>
          <pc:docMk/>
          <pc:sldMk cId="2068146712" sldId="306"/>
        </pc:sldMkLst>
      </pc:sldChg>
      <pc:sldChg chg="addSp delSp modSp add mod ord">
        <pc:chgData name="Ella Vetter" userId="c6918cf5-f6c0-43cc-8499-a1f635017de9" providerId="ADAL" clId="{03D8DEAE-739D-469B-904C-2522E9DFB65E}" dt="2020-08-18T20:19:44.810" v="8785" actId="20577"/>
        <pc:sldMkLst>
          <pc:docMk/>
          <pc:sldMk cId="3024852514" sldId="306"/>
        </pc:sldMkLst>
        <pc:spChg chg="mod">
          <ac:chgData name="Ella Vetter" userId="c6918cf5-f6c0-43cc-8499-a1f635017de9" providerId="ADAL" clId="{03D8DEAE-739D-469B-904C-2522E9DFB65E}" dt="2020-08-18T20:18:56.527" v="8783" actId="13926"/>
          <ac:spMkLst>
            <pc:docMk/>
            <pc:sldMk cId="3024852514" sldId="306"/>
            <ac:spMk id="2" creationId="{67990642-98C9-4E05-8DEA-8CB111834A2B}"/>
          </ac:spMkLst>
        </pc:spChg>
        <pc:spChg chg="del mod">
          <ac:chgData name="Ella Vetter" userId="c6918cf5-f6c0-43cc-8499-a1f635017de9" providerId="ADAL" clId="{03D8DEAE-739D-469B-904C-2522E9DFB65E}" dt="2020-08-18T20:15:18.943" v="8703" actId="22"/>
          <ac:spMkLst>
            <pc:docMk/>
            <pc:sldMk cId="3024852514" sldId="306"/>
            <ac:spMk id="4" creationId="{EB1BD3C0-FF3E-4E6D-9033-B223EF53FA24}"/>
          </ac:spMkLst>
        </pc:spChg>
        <pc:spChg chg="add mod">
          <ac:chgData name="Ella Vetter" userId="c6918cf5-f6c0-43cc-8499-a1f635017de9" providerId="ADAL" clId="{03D8DEAE-739D-469B-904C-2522E9DFB65E}" dt="2020-08-18T20:19:44.810" v="8785" actId="20577"/>
          <ac:spMkLst>
            <pc:docMk/>
            <pc:sldMk cId="3024852514" sldId="306"/>
            <ac:spMk id="7" creationId="{12D004DF-5DD8-41D5-86AA-AACBE4E3EAC1}"/>
          </ac:spMkLst>
        </pc:spChg>
        <pc:picChg chg="add mod ord">
          <ac:chgData name="Ella Vetter" userId="c6918cf5-f6c0-43cc-8499-a1f635017de9" providerId="ADAL" clId="{03D8DEAE-739D-469B-904C-2522E9DFB65E}" dt="2020-08-18T20:19:42.336" v="8784" actId="1076"/>
          <ac:picMkLst>
            <pc:docMk/>
            <pc:sldMk cId="3024852514" sldId="306"/>
            <ac:picMk id="5" creationId="{864BC9CB-F1A3-425B-B847-299A03CE5075}"/>
          </ac:picMkLst>
        </pc:picChg>
        <pc:picChg chg="del">
          <ac:chgData name="Ella Vetter" userId="c6918cf5-f6c0-43cc-8499-a1f635017de9" providerId="ADAL" clId="{03D8DEAE-739D-469B-904C-2522E9DFB65E}" dt="2020-08-18T14:33:17.228" v="5398" actId="478"/>
          <ac:picMkLst>
            <pc:docMk/>
            <pc:sldMk cId="3024852514" sldId="306"/>
            <ac:picMk id="8" creationId="{9AE14368-4327-482C-9E6F-88344B771F4B}"/>
          </ac:picMkLst>
        </pc:picChg>
      </pc:sldChg>
      <pc:sldChg chg="delSp modSp add mod ord">
        <pc:chgData name="Ella Vetter" userId="c6918cf5-f6c0-43cc-8499-a1f635017de9" providerId="ADAL" clId="{03D8DEAE-739D-469B-904C-2522E9DFB65E}" dt="2020-08-19T20:46:30.241" v="9022" actId="1036"/>
        <pc:sldMkLst>
          <pc:docMk/>
          <pc:sldMk cId="863958273" sldId="307"/>
        </pc:sldMkLst>
        <pc:spChg chg="mod">
          <ac:chgData name="Ella Vetter" userId="c6918cf5-f6c0-43cc-8499-a1f635017de9" providerId="ADAL" clId="{03D8DEAE-739D-469B-904C-2522E9DFB65E}" dt="2020-08-19T20:46:30.241" v="9022" actId="1036"/>
          <ac:spMkLst>
            <pc:docMk/>
            <pc:sldMk cId="863958273" sldId="307"/>
            <ac:spMk id="4" creationId="{EB1BD3C0-FF3E-4E6D-9033-B223EF53FA24}"/>
          </ac:spMkLst>
        </pc:spChg>
        <pc:spChg chg="mod">
          <ac:chgData name="Ella Vetter" userId="c6918cf5-f6c0-43cc-8499-a1f635017de9" providerId="ADAL" clId="{03D8DEAE-739D-469B-904C-2522E9DFB65E}" dt="2020-08-18T14:49:12.070" v="5891" actId="14100"/>
          <ac:spMkLst>
            <pc:docMk/>
            <pc:sldMk cId="863958273" sldId="307"/>
            <ac:spMk id="7" creationId="{733E857A-7829-4616-9B6C-3539713A6D57}"/>
          </ac:spMkLst>
        </pc:spChg>
        <pc:picChg chg="del">
          <ac:chgData name="Ella Vetter" userId="c6918cf5-f6c0-43cc-8499-a1f635017de9" providerId="ADAL" clId="{03D8DEAE-739D-469B-904C-2522E9DFB65E}" dt="2020-08-18T14:38:16.428" v="5636" actId="478"/>
          <ac:picMkLst>
            <pc:docMk/>
            <pc:sldMk cId="863958273" sldId="307"/>
            <ac:picMk id="14" creationId="{0C1F5A63-B4E4-487A-ADAE-F4F2CFFA1A2A}"/>
          </ac:picMkLst>
        </pc:picChg>
      </pc:sldChg>
      <pc:sldChg chg="modSp add del mod">
        <pc:chgData name="Ella Vetter" userId="c6918cf5-f6c0-43cc-8499-a1f635017de9" providerId="ADAL" clId="{03D8DEAE-739D-469B-904C-2522E9DFB65E}" dt="2020-08-18T14:49:26.840" v="5910" actId="47"/>
        <pc:sldMkLst>
          <pc:docMk/>
          <pc:sldMk cId="3414845168" sldId="308"/>
        </pc:sldMkLst>
        <pc:spChg chg="mod">
          <ac:chgData name="Ella Vetter" userId="c6918cf5-f6c0-43cc-8499-a1f635017de9" providerId="ADAL" clId="{03D8DEAE-739D-469B-904C-2522E9DFB65E}" dt="2020-08-18T14:49:08.062" v="5890" actId="20577"/>
          <ac:spMkLst>
            <pc:docMk/>
            <pc:sldMk cId="3414845168" sldId="308"/>
            <ac:spMk id="4" creationId="{EB1BD3C0-FF3E-4E6D-9033-B223EF53FA24}"/>
          </ac:spMkLst>
        </pc:spChg>
      </pc:sldChg>
      <pc:sldChg chg="modSp add mod">
        <pc:chgData name="Ella Vetter" userId="c6918cf5-f6c0-43cc-8499-a1f635017de9" providerId="ADAL" clId="{03D8DEAE-739D-469B-904C-2522E9DFB65E}" dt="2020-08-18T14:59:44.495" v="6111" actId="20577"/>
        <pc:sldMkLst>
          <pc:docMk/>
          <pc:sldMk cId="967811762" sldId="309"/>
        </pc:sldMkLst>
        <pc:spChg chg="mod">
          <ac:chgData name="Ella Vetter" userId="c6918cf5-f6c0-43cc-8499-a1f635017de9" providerId="ADAL" clId="{03D8DEAE-739D-469B-904C-2522E9DFB65E}" dt="2020-08-18T14:59:44.495" v="6111" actId="20577"/>
          <ac:spMkLst>
            <pc:docMk/>
            <pc:sldMk cId="967811762" sldId="309"/>
            <ac:spMk id="4" creationId="{EB1BD3C0-FF3E-4E6D-9033-B223EF53FA24}"/>
          </ac:spMkLst>
        </pc:spChg>
      </pc:sldChg>
      <pc:sldChg chg="addSp delSp modSp add mod setBg setClrOvrMap">
        <pc:chgData name="Ella Vetter" userId="c6918cf5-f6c0-43cc-8499-a1f635017de9" providerId="ADAL" clId="{03D8DEAE-739D-469B-904C-2522E9DFB65E}" dt="2020-08-18T14:58:10.675" v="6026" actId="20577"/>
        <pc:sldMkLst>
          <pc:docMk/>
          <pc:sldMk cId="2087496391" sldId="310"/>
        </pc:sldMkLst>
        <pc:spChg chg="mod ord">
          <ac:chgData name="Ella Vetter" userId="c6918cf5-f6c0-43cc-8499-a1f635017de9" providerId="ADAL" clId="{03D8DEAE-739D-469B-904C-2522E9DFB65E}" dt="2020-08-18T14:58:10.675" v="6026" actId="20577"/>
          <ac:spMkLst>
            <pc:docMk/>
            <pc:sldMk cId="2087496391" sldId="310"/>
            <ac:spMk id="4" creationId="{EB1BD3C0-FF3E-4E6D-9033-B223EF53FA24}"/>
          </ac:spMkLst>
        </pc:spChg>
        <pc:spChg chg="mod">
          <ac:chgData name="Ella Vetter" userId="c6918cf5-f6c0-43cc-8499-a1f635017de9" providerId="ADAL" clId="{03D8DEAE-739D-469B-904C-2522E9DFB65E}" dt="2020-08-18T14:55:02.916" v="5980" actId="26606"/>
          <ac:spMkLst>
            <pc:docMk/>
            <pc:sldMk cId="2087496391" sldId="310"/>
            <ac:spMk id="7" creationId="{733E857A-7829-4616-9B6C-3539713A6D57}"/>
          </ac:spMkLst>
        </pc:spChg>
        <pc:spChg chg="add del">
          <ac:chgData name="Ella Vetter" userId="c6918cf5-f6c0-43cc-8499-a1f635017de9" providerId="ADAL" clId="{03D8DEAE-739D-469B-904C-2522E9DFB65E}" dt="2020-08-18T14:55:02.916" v="5980" actId="26606"/>
          <ac:spMkLst>
            <pc:docMk/>
            <pc:sldMk cId="2087496391" sldId="310"/>
            <ac:spMk id="12" creationId="{A3BAF07C-C39E-42EB-BB22-8D46691D9735}"/>
          </ac:spMkLst>
        </pc:spChg>
        <pc:spChg chg="add del">
          <ac:chgData name="Ella Vetter" userId="c6918cf5-f6c0-43cc-8499-a1f635017de9" providerId="ADAL" clId="{03D8DEAE-739D-469B-904C-2522E9DFB65E}" dt="2020-08-18T14:55:02.916" v="5980" actId="26606"/>
          <ac:spMkLst>
            <pc:docMk/>
            <pc:sldMk cId="2087496391" sldId="310"/>
            <ac:spMk id="35" creationId="{44C110BA-81E8-4247-853A-5F2B93E92E46}"/>
          </ac:spMkLst>
        </pc:spChg>
        <pc:grpChg chg="add del">
          <ac:chgData name="Ella Vetter" userId="c6918cf5-f6c0-43cc-8499-a1f635017de9" providerId="ADAL" clId="{03D8DEAE-739D-469B-904C-2522E9DFB65E}" dt="2020-08-18T14:55:02.916" v="5980" actId="26606"/>
          <ac:grpSpMkLst>
            <pc:docMk/>
            <pc:sldMk cId="2087496391" sldId="310"/>
            <ac:grpSpMk id="14" creationId="{D8E9CF54-0466-4261-9E62-0249E60E1886}"/>
          </ac:grpSpMkLst>
        </pc:grpChg>
        <pc:picChg chg="add mod">
          <ac:chgData name="Ella Vetter" userId="c6918cf5-f6c0-43cc-8499-a1f635017de9" providerId="ADAL" clId="{03D8DEAE-739D-469B-904C-2522E9DFB65E}" dt="2020-08-18T14:55:31.262" v="5983" actId="1076"/>
          <ac:picMkLst>
            <pc:docMk/>
            <pc:sldMk cId="2087496391" sldId="310"/>
            <ac:picMk id="3" creationId="{654791F9-0F9D-43BE-9F31-06C8AF764A4C}"/>
          </ac:picMkLst>
        </pc:picChg>
      </pc:sldChg>
      <pc:sldChg chg="delSp modSp add mod">
        <pc:chgData name="Ella Vetter" userId="c6918cf5-f6c0-43cc-8499-a1f635017de9" providerId="ADAL" clId="{03D8DEAE-739D-469B-904C-2522E9DFB65E}" dt="2020-08-18T20:02:17.388" v="8655" actId="11"/>
        <pc:sldMkLst>
          <pc:docMk/>
          <pc:sldMk cId="2405233228" sldId="311"/>
        </pc:sldMkLst>
        <pc:spChg chg="mod">
          <ac:chgData name="Ella Vetter" userId="c6918cf5-f6c0-43cc-8499-a1f635017de9" providerId="ADAL" clId="{03D8DEAE-739D-469B-904C-2522E9DFB65E}" dt="2020-08-18T20:02:17.388" v="8655" actId="11"/>
          <ac:spMkLst>
            <pc:docMk/>
            <pc:sldMk cId="2405233228" sldId="311"/>
            <ac:spMk id="4" creationId="{EB1BD3C0-FF3E-4E6D-9033-B223EF53FA24}"/>
          </ac:spMkLst>
        </pc:spChg>
        <pc:picChg chg="del">
          <ac:chgData name="Ella Vetter" userId="c6918cf5-f6c0-43cc-8499-a1f635017de9" providerId="ADAL" clId="{03D8DEAE-739D-469B-904C-2522E9DFB65E}" dt="2020-08-18T14:56:43.066" v="5985" actId="478"/>
          <ac:picMkLst>
            <pc:docMk/>
            <pc:sldMk cId="2405233228" sldId="311"/>
            <ac:picMk id="14" creationId="{0C1F5A63-B4E4-487A-ADAE-F4F2CFFA1A2A}"/>
          </ac:picMkLst>
        </pc:picChg>
      </pc:sldChg>
      <pc:sldChg chg="addSp delSp modSp add mod ord">
        <pc:chgData name="Ella Vetter" userId="c6918cf5-f6c0-43cc-8499-a1f635017de9" providerId="ADAL" clId="{03D8DEAE-739D-469B-904C-2522E9DFB65E}" dt="2020-08-18T20:02:36.531" v="8656" actId="11"/>
        <pc:sldMkLst>
          <pc:docMk/>
          <pc:sldMk cId="417122223" sldId="312"/>
        </pc:sldMkLst>
        <pc:spChg chg="mod">
          <ac:chgData name="Ella Vetter" userId="c6918cf5-f6c0-43cc-8499-a1f635017de9" providerId="ADAL" clId="{03D8DEAE-739D-469B-904C-2522E9DFB65E}" dt="2020-08-18T15:05:56.624" v="6285" actId="20577"/>
          <ac:spMkLst>
            <pc:docMk/>
            <pc:sldMk cId="417122223" sldId="312"/>
            <ac:spMk id="2" creationId="{67990642-98C9-4E05-8DEA-8CB111834A2B}"/>
          </ac:spMkLst>
        </pc:spChg>
        <pc:spChg chg="mod">
          <ac:chgData name="Ella Vetter" userId="c6918cf5-f6c0-43cc-8499-a1f635017de9" providerId="ADAL" clId="{03D8DEAE-739D-469B-904C-2522E9DFB65E}" dt="2020-08-18T20:02:36.531" v="8656" actId="11"/>
          <ac:spMkLst>
            <pc:docMk/>
            <pc:sldMk cId="417122223" sldId="312"/>
            <ac:spMk id="4" creationId="{EB1BD3C0-FF3E-4E6D-9033-B223EF53FA24}"/>
          </ac:spMkLst>
        </pc:spChg>
        <pc:picChg chg="del">
          <ac:chgData name="Ella Vetter" userId="c6918cf5-f6c0-43cc-8499-a1f635017de9" providerId="ADAL" clId="{03D8DEAE-739D-469B-904C-2522E9DFB65E}" dt="2020-08-18T15:05:58.349" v="6286" actId="478"/>
          <ac:picMkLst>
            <pc:docMk/>
            <pc:sldMk cId="417122223" sldId="312"/>
            <ac:picMk id="3" creationId="{730165D7-2D78-42A7-ADF3-60FF3A41AC03}"/>
          </ac:picMkLst>
        </pc:picChg>
        <pc:picChg chg="add mod">
          <ac:chgData name="Ella Vetter" userId="c6918cf5-f6c0-43cc-8499-a1f635017de9" providerId="ADAL" clId="{03D8DEAE-739D-469B-904C-2522E9DFB65E}" dt="2020-08-18T15:09:34.584" v="6420" actId="1076"/>
          <ac:picMkLst>
            <pc:docMk/>
            <pc:sldMk cId="417122223" sldId="312"/>
            <ac:picMk id="6" creationId="{528B8F39-9A90-4725-9E4F-D5EC0F2BD06C}"/>
          </ac:picMkLst>
        </pc:picChg>
      </pc:sldChg>
      <pc:sldChg chg="addSp delSp modSp add mod">
        <pc:chgData name="Ella Vetter" userId="c6918cf5-f6c0-43cc-8499-a1f635017de9" providerId="ADAL" clId="{03D8DEAE-739D-469B-904C-2522E9DFB65E}" dt="2020-08-18T20:02:51.816" v="8657" actId="11"/>
        <pc:sldMkLst>
          <pc:docMk/>
          <pc:sldMk cId="7312146" sldId="313"/>
        </pc:sldMkLst>
        <pc:spChg chg="mod">
          <ac:chgData name="Ella Vetter" userId="c6918cf5-f6c0-43cc-8499-a1f635017de9" providerId="ADAL" clId="{03D8DEAE-739D-469B-904C-2522E9DFB65E}" dt="2020-08-18T20:02:51.816" v="8657" actId="11"/>
          <ac:spMkLst>
            <pc:docMk/>
            <pc:sldMk cId="7312146" sldId="313"/>
            <ac:spMk id="4" creationId="{EB1BD3C0-FF3E-4E6D-9033-B223EF53FA24}"/>
          </ac:spMkLst>
        </pc:spChg>
        <pc:picChg chg="add del mod">
          <ac:chgData name="Ella Vetter" userId="c6918cf5-f6c0-43cc-8499-a1f635017de9" providerId="ADAL" clId="{03D8DEAE-739D-469B-904C-2522E9DFB65E}" dt="2020-08-18T15:13:04.019" v="6564" actId="478"/>
          <ac:picMkLst>
            <pc:docMk/>
            <pc:sldMk cId="7312146" sldId="313"/>
            <ac:picMk id="5" creationId="{5AEFE114-24D3-438A-881B-102BD14B3CF3}"/>
          </ac:picMkLst>
        </pc:picChg>
        <pc:picChg chg="del">
          <ac:chgData name="Ella Vetter" userId="c6918cf5-f6c0-43cc-8499-a1f635017de9" providerId="ADAL" clId="{03D8DEAE-739D-469B-904C-2522E9DFB65E}" dt="2020-08-18T15:09:40.662" v="6422" actId="478"/>
          <ac:picMkLst>
            <pc:docMk/>
            <pc:sldMk cId="7312146" sldId="313"/>
            <ac:picMk id="6" creationId="{528B8F39-9A90-4725-9E4F-D5EC0F2BD06C}"/>
          </ac:picMkLst>
        </pc:picChg>
        <pc:picChg chg="add del mod">
          <ac:chgData name="Ella Vetter" userId="c6918cf5-f6c0-43cc-8499-a1f635017de9" providerId="ADAL" clId="{03D8DEAE-739D-469B-904C-2522E9DFB65E}" dt="2020-08-18T15:18:41.523" v="6585" actId="478"/>
          <ac:picMkLst>
            <pc:docMk/>
            <pc:sldMk cId="7312146" sldId="313"/>
            <ac:picMk id="8" creationId="{52BEA557-77C1-458B-88B3-5683DBCD5E12}"/>
          </ac:picMkLst>
        </pc:picChg>
        <pc:picChg chg="add mod">
          <ac:chgData name="Ella Vetter" userId="c6918cf5-f6c0-43cc-8499-a1f635017de9" providerId="ADAL" clId="{03D8DEAE-739D-469B-904C-2522E9DFB65E}" dt="2020-08-18T15:18:58.097" v="6589" actId="1076"/>
          <ac:picMkLst>
            <pc:docMk/>
            <pc:sldMk cId="7312146" sldId="313"/>
            <ac:picMk id="10" creationId="{151E41D6-7933-4840-A5B7-E3236DDBE34C}"/>
          </ac:picMkLst>
        </pc:picChg>
      </pc:sldChg>
      <pc:sldChg chg="addSp delSp modSp add del mod">
        <pc:chgData name="Ella Vetter" userId="c6918cf5-f6c0-43cc-8499-a1f635017de9" providerId="ADAL" clId="{03D8DEAE-739D-469B-904C-2522E9DFB65E}" dt="2020-08-18T15:25:50.918" v="6760" actId="47"/>
        <pc:sldMkLst>
          <pc:docMk/>
          <pc:sldMk cId="1335106964" sldId="314"/>
        </pc:sldMkLst>
        <pc:spChg chg="mod">
          <ac:chgData name="Ella Vetter" userId="c6918cf5-f6c0-43cc-8499-a1f635017de9" providerId="ADAL" clId="{03D8DEAE-739D-469B-904C-2522E9DFB65E}" dt="2020-08-18T15:19:31.689" v="6607" actId="20577"/>
          <ac:spMkLst>
            <pc:docMk/>
            <pc:sldMk cId="1335106964" sldId="314"/>
            <ac:spMk id="4" creationId="{EB1BD3C0-FF3E-4E6D-9033-B223EF53FA24}"/>
          </ac:spMkLst>
        </pc:spChg>
        <pc:picChg chg="add del mod">
          <ac:chgData name="Ella Vetter" userId="c6918cf5-f6c0-43cc-8499-a1f635017de9" providerId="ADAL" clId="{03D8DEAE-739D-469B-904C-2522E9DFB65E}" dt="2020-08-18T15:25:41.296" v="6759" actId="478"/>
          <ac:picMkLst>
            <pc:docMk/>
            <pc:sldMk cId="1335106964" sldId="314"/>
            <ac:picMk id="5" creationId="{B6C628A1-C829-4669-82D2-6988AFDB2D93}"/>
          </ac:picMkLst>
        </pc:picChg>
        <pc:picChg chg="mod">
          <ac:chgData name="Ella Vetter" userId="c6918cf5-f6c0-43cc-8499-a1f635017de9" providerId="ADAL" clId="{03D8DEAE-739D-469B-904C-2522E9DFB65E}" dt="2020-08-18T15:25:40.781" v="6758" actId="1076"/>
          <ac:picMkLst>
            <pc:docMk/>
            <pc:sldMk cId="1335106964" sldId="314"/>
            <ac:picMk id="8" creationId="{52BEA557-77C1-458B-88B3-5683DBCD5E12}"/>
          </ac:picMkLst>
        </pc:picChg>
      </pc:sldChg>
      <pc:sldChg chg="modSp add mod addCm delCm modCm">
        <pc:chgData name="Ella Vetter" userId="c6918cf5-f6c0-43cc-8499-a1f635017de9" providerId="ADAL" clId="{03D8DEAE-739D-469B-904C-2522E9DFB65E}" dt="2020-08-19T20:37:06.056" v="8906" actId="20577"/>
        <pc:sldMkLst>
          <pc:docMk/>
          <pc:sldMk cId="18722152" sldId="315"/>
        </pc:sldMkLst>
        <pc:spChg chg="mod">
          <ac:chgData name="Ella Vetter" userId="c6918cf5-f6c0-43cc-8499-a1f635017de9" providerId="ADAL" clId="{03D8DEAE-739D-469B-904C-2522E9DFB65E}" dt="2020-08-19T20:31:58.682" v="8814" actId="1035"/>
          <ac:spMkLst>
            <pc:docMk/>
            <pc:sldMk cId="18722152" sldId="315"/>
            <ac:spMk id="2" creationId="{67990642-98C9-4E05-8DEA-8CB111834A2B}"/>
          </ac:spMkLst>
        </pc:spChg>
        <pc:spChg chg="mod">
          <ac:chgData name="Ella Vetter" userId="c6918cf5-f6c0-43cc-8499-a1f635017de9" providerId="ADAL" clId="{03D8DEAE-739D-469B-904C-2522E9DFB65E}" dt="2020-08-19T20:37:06.056" v="8906" actId="20577"/>
          <ac:spMkLst>
            <pc:docMk/>
            <pc:sldMk cId="18722152" sldId="315"/>
            <ac:spMk id="4" creationId="{EB1BD3C0-FF3E-4E6D-9033-B223EF53FA24}"/>
          </ac:spMkLst>
        </pc:spChg>
        <pc:picChg chg="mod">
          <ac:chgData name="Ella Vetter" userId="c6918cf5-f6c0-43cc-8499-a1f635017de9" providerId="ADAL" clId="{03D8DEAE-739D-469B-904C-2522E9DFB65E}" dt="2020-08-19T20:31:58.682" v="8814" actId="1035"/>
          <ac:picMkLst>
            <pc:docMk/>
            <pc:sldMk cId="18722152" sldId="315"/>
            <ac:picMk id="5" creationId="{B6C628A1-C829-4669-82D2-6988AFDB2D93}"/>
          </ac:picMkLst>
        </pc:picChg>
        <pc:picChg chg="mod">
          <ac:chgData name="Ella Vetter" userId="c6918cf5-f6c0-43cc-8499-a1f635017de9" providerId="ADAL" clId="{03D8DEAE-739D-469B-904C-2522E9DFB65E}" dt="2020-08-19T20:31:58.682" v="8814" actId="1035"/>
          <ac:picMkLst>
            <pc:docMk/>
            <pc:sldMk cId="18722152" sldId="315"/>
            <ac:picMk id="8" creationId="{52BEA557-77C1-458B-88B3-5683DBCD5E12}"/>
          </ac:picMkLst>
        </pc:picChg>
      </pc:sldChg>
      <pc:sldChg chg="addSp delSp modSp add mod ord">
        <pc:chgData name="Ella Vetter" userId="c6918cf5-f6c0-43cc-8499-a1f635017de9" providerId="ADAL" clId="{03D8DEAE-739D-469B-904C-2522E9DFB65E}" dt="2020-08-18T20:03:33.799" v="8660" actId="11"/>
        <pc:sldMkLst>
          <pc:docMk/>
          <pc:sldMk cId="3475848830" sldId="316"/>
        </pc:sldMkLst>
        <pc:spChg chg="add del mod">
          <ac:chgData name="Ella Vetter" userId="c6918cf5-f6c0-43cc-8499-a1f635017de9" providerId="ADAL" clId="{03D8DEAE-739D-469B-904C-2522E9DFB65E}" dt="2020-08-18T15:40:14.043" v="6940" actId="478"/>
          <ac:spMkLst>
            <pc:docMk/>
            <pc:sldMk cId="3475848830" sldId="316"/>
            <ac:spMk id="3" creationId="{9FC304E6-BCD5-44B4-BCF6-9F75DDFD8462}"/>
          </ac:spMkLst>
        </pc:spChg>
        <pc:spChg chg="del mod">
          <ac:chgData name="Ella Vetter" userId="c6918cf5-f6c0-43cc-8499-a1f635017de9" providerId="ADAL" clId="{03D8DEAE-739D-469B-904C-2522E9DFB65E}" dt="2020-08-18T15:40:12.313" v="6939" actId="478"/>
          <ac:spMkLst>
            <pc:docMk/>
            <pc:sldMk cId="3475848830" sldId="316"/>
            <ac:spMk id="4" creationId="{EB1BD3C0-FF3E-4E6D-9033-B223EF53FA24}"/>
          </ac:spMkLst>
        </pc:spChg>
        <pc:spChg chg="add mod">
          <ac:chgData name="Ella Vetter" userId="c6918cf5-f6c0-43cc-8499-a1f635017de9" providerId="ADAL" clId="{03D8DEAE-739D-469B-904C-2522E9DFB65E}" dt="2020-08-18T20:03:33.799" v="8660" actId="11"/>
          <ac:spMkLst>
            <pc:docMk/>
            <pc:sldMk cId="3475848830" sldId="316"/>
            <ac:spMk id="6" creationId="{EFA01FA0-64D5-4D2C-BCC5-C1ACEBA4711B}"/>
          </ac:spMkLst>
        </pc:spChg>
        <pc:spChg chg="mod">
          <ac:chgData name="Ella Vetter" userId="c6918cf5-f6c0-43cc-8499-a1f635017de9" providerId="ADAL" clId="{03D8DEAE-739D-469B-904C-2522E9DFB65E}" dt="2020-08-18T15:43:28.715" v="7055" actId="20577"/>
          <ac:spMkLst>
            <pc:docMk/>
            <pc:sldMk cId="3475848830" sldId="316"/>
            <ac:spMk id="7" creationId="{733E857A-7829-4616-9B6C-3539713A6D57}"/>
          </ac:spMkLst>
        </pc:spChg>
        <pc:picChg chg="add mod">
          <ac:chgData name="Ella Vetter" userId="c6918cf5-f6c0-43cc-8499-a1f635017de9" providerId="ADAL" clId="{03D8DEAE-739D-469B-904C-2522E9DFB65E}" dt="2020-08-18T15:42:51.441" v="6959" actId="14100"/>
          <ac:picMkLst>
            <pc:docMk/>
            <pc:sldMk cId="3475848830" sldId="316"/>
            <ac:picMk id="8" creationId="{A27B549F-3486-446F-8B1C-8A85CBDE71A4}"/>
          </ac:picMkLst>
        </pc:picChg>
      </pc:sldChg>
      <pc:sldChg chg="delSp modSp add mod ord">
        <pc:chgData name="Ella Vetter" userId="c6918cf5-f6c0-43cc-8499-a1f635017de9" providerId="ADAL" clId="{03D8DEAE-739D-469B-904C-2522E9DFB65E}" dt="2020-08-18T15:57:05.916" v="7531" actId="478"/>
        <pc:sldMkLst>
          <pc:docMk/>
          <pc:sldMk cId="4013056772" sldId="317"/>
        </pc:sldMkLst>
        <pc:spChg chg="mod">
          <ac:chgData name="Ella Vetter" userId="c6918cf5-f6c0-43cc-8499-a1f635017de9" providerId="ADAL" clId="{03D8DEAE-739D-469B-904C-2522E9DFB65E}" dt="2020-08-18T15:38:56.645" v="6861" actId="20577"/>
          <ac:spMkLst>
            <pc:docMk/>
            <pc:sldMk cId="4013056772" sldId="317"/>
            <ac:spMk id="2" creationId="{BD0A18F3-9F12-464B-BC50-F741E79EDDDA}"/>
          </ac:spMkLst>
        </pc:spChg>
        <pc:spChg chg="del">
          <ac:chgData name="Ella Vetter" userId="c6918cf5-f6c0-43cc-8499-a1f635017de9" providerId="ADAL" clId="{03D8DEAE-739D-469B-904C-2522E9DFB65E}" dt="2020-08-18T15:57:05.916" v="7531" actId="478"/>
          <ac:spMkLst>
            <pc:docMk/>
            <pc:sldMk cId="4013056772" sldId="317"/>
            <ac:spMk id="3" creationId="{EEF38455-45AA-47D0-8328-2077E428FA3B}"/>
          </ac:spMkLst>
        </pc:spChg>
      </pc:sldChg>
      <pc:sldChg chg="addSp delSp modSp add mod addCm delCm modCm">
        <pc:chgData name="Ella Vetter" userId="c6918cf5-f6c0-43cc-8499-a1f635017de9" providerId="ADAL" clId="{03D8DEAE-739D-469B-904C-2522E9DFB65E}" dt="2020-08-19T20:37:11.163" v="8907" actId="20577"/>
        <pc:sldMkLst>
          <pc:docMk/>
          <pc:sldMk cId="292048381" sldId="318"/>
        </pc:sldMkLst>
        <pc:spChg chg="mod">
          <ac:chgData name="Ella Vetter" userId="c6918cf5-f6c0-43cc-8499-a1f635017de9" providerId="ADAL" clId="{03D8DEAE-739D-469B-904C-2522E9DFB65E}" dt="2020-08-19T20:37:11.163" v="8907" actId="20577"/>
          <ac:spMkLst>
            <pc:docMk/>
            <pc:sldMk cId="292048381" sldId="318"/>
            <ac:spMk id="6" creationId="{EFA01FA0-64D5-4D2C-BCC5-C1ACEBA4711B}"/>
          </ac:spMkLst>
        </pc:spChg>
        <pc:spChg chg="mod">
          <ac:chgData name="Ella Vetter" userId="c6918cf5-f6c0-43cc-8499-a1f635017de9" providerId="ADAL" clId="{03D8DEAE-739D-469B-904C-2522E9DFB65E}" dt="2020-08-19T20:32:57.922" v="8892" actId="1035"/>
          <ac:spMkLst>
            <pc:docMk/>
            <pc:sldMk cId="292048381" sldId="318"/>
            <ac:spMk id="7" creationId="{733E857A-7829-4616-9B6C-3539713A6D57}"/>
          </ac:spMkLst>
        </pc:spChg>
        <pc:picChg chg="add mod">
          <ac:chgData name="Ella Vetter" userId="c6918cf5-f6c0-43cc-8499-a1f635017de9" providerId="ADAL" clId="{03D8DEAE-739D-469B-904C-2522E9DFB65E}" dt="2020-08-19T20:33:36.873" v="8904" actId="14100"/>
          <ac:picMkLst>
            <pc:docMk/>
            <pc:sldMk cId="292048381" sldId="318"/>
            <ac:picMk id="2" creationId="{9D7D9CBB-796D-46CE-94EA-E95204893861}"/>
          </ac:picMkLst>
        </pc:picChg>
        <pc:picChg chg="add del mod">
          <ac:chgData name="Ella Vetter" userId="c6918cf5-f6c0-43cc-8499-a1f635017de9" providerId="ADAL" clId="{03D8DEAE-739D-469B-904C-2522E9DFB65E}" dt="2020-08-18T15:50:53.491" v="7242" actId="478"/>
          <ac:picMkLst>
            <pc:docMk/>
            <pc:sldMk cId="292048381" sldId="318"/>
            <ac:picMk id="3" creationId="{AAB16AE3-1288-4A2D-8F56-0E3896B016AC}"/>
          </ac:picMkLst>
        </pc:picChg>
        <pc:picChg chg="add del mod">
          <ac:chgData name="Ella Vetter" userId="c6918cf5-f6c0-43cc-8499-a1f635017de9" providerId="ADAL" clId="{03D8DEAE-739D-469B-904C-2522E9DFB65E}" dt="2020-08-19T20:32:41.095" v="8870" actId="21"/>
          <ac:picMkLst>
            <pc:docMk/>
            <pc:sldMk cId="292048381" sldId="318"/>
            <ac:picMk id="5" creationId="{4150E863-E079-4558-BDEA-30EDA5D783E8}"/>
          </ac:picMkLst>
        </pc:picChg>
        <pc:picChg chg="del">
          <ac:chgData name="Ella Vetter" userId="c6918cf5-f6c0-43cc-8499-a1f635017de9" providerId="ADAL" clId="{03D8DEAE-739D-469B-904C-2522E9DFB65E}" dt="2020-08-18T15:43:20.459" v="7031" actId="478"/>
          <ac:picMkLst>
            <pc:docMk/>
            <pc:sldMk cId="292048381" sldId="318"/>
            <ac:picMk id="8" creationId="{A27B549F-3486-446F-8B1C-8A85CBDE71A4}"/>
          </ac:picMkLst>
        </pc:picChg>
      </pc:sldChg>
      <pc:sldChg chg="addSp delSp modSp add mod">
        <pc:chgData name="Ella Vetter" userId="c6918cf5-f6c0-43cc-8499-a1f635017de9" providerId="ADAL" clId="{03D8DEAE-739D-469B-904C-2522E9DFB65E}" dt="2020-08-18T20:04:14.743" v="8665" actId="11"/>
        <pc:sldMkLst>
          <pc:docMk/>
          <pc:sldMk cId="1681374144" sldId="319"/>
        </pc:sldMkLst>
        <pc:spChg chg="mod">
          <ac:chgData name="Ella Vetter" userId="c6918cf5-f6c0-43cc-8499-a1f635017de9" providerId="ADAL" clId="{03D8DEAE-739D-469B-904C-2522E9DFB65E}" dt="2020-08-18T20:04:14.743" v="8665" actId="11"/>
          <ac:spMkLst>
            <pc:docMk/>
            <pc:sldMk cId="1681374144" sldId="319"/>
            <ac:spMk id="6" creationId="{EFA01FA0-64D5-4D2C-BCC5-C1ACEBA4711B}"/>
          </ac:spMkLst>
        </pc:spChg>
        <pc:grpChg chg="add mod">
          <ac:chgData name="Ella Vetter" userId="c6918cf5-f6c0-43cc-8499-a1f635017de9" providerId="ADAL" clId="{03D8DEAE-739D-469B-904C-2522E9DFB65E}" dt="2020-08-18T15:53:30.505" v="7281" actId="1076"/>
          <ac:grpSpMkLst>
            <pc:docMk/>
            <pc:sldMk cId="1681374144" sldId="319"/>
            <ac:grpSpMk id="9" creationId="{A8BB2D83-0055-4063-9497-006CCCE86699}"/>
          </ac:grpSpMkLst>
        </pc:grpChg>
        <pc:picChg chg="del">
          <ac:chgData name="Ella Vetter" userId="c6918cf5-f6c0-43cc-8499-a1f635017de9" providerId="ADAL" clId="{03D8DEAE-739D-469B-904C-2522E9DFB65E}" dt="2020-08-18T15:49:33.050" v="7239" actId="478"/>
          <ac:picMkLst>
            <pc:docMk/>
            <pc:sldMk cId="1681374144" sldId="319"/>
            <ac:picMk id="3" creationId="{AAB16AE3-1288-4A2D-8F56-0E3896B016AC}"/>
          </ac:picMkLst>
        </pc:picChg>
        <pc:picChg chg="add del mod modCrop">
          <ac:chgData name="Ella Vetter" userId="c6918cf5-f6c0-43cc-8499-a1f635017de9" providerId="ADAL" clId="{03D8DEAE-739D-469B-904C-2522E9DFB65E}" dt="2020-08-18T15:53:27.447" v="7280" actId="164"/>
          <ac:picMkLst>
            <pc:docMk/>
            <pc:sldMk cId="1681374144" sldId="319"/>
            <ac:picMk id="4" creationId="{0D190938-B6D5-4D4E-B64E-222D40DF7DFE}"/>
          </ac:picMkLst>
        </pc:picChg>
        <pc:picChg chg="add mod modCrop">
          <ac:chgData name="Ella Vetter" userId="c6918cf5-f6c0-43cc-8499-a1f635017de9" providerId="ADAL" clId="{03D8DEAE-739D-469B-904C-2522E9DFB65E}" dt="2020-08-18T15:53:27.447" v="7280" actId="164"/>
          <ac:picMkLst>
            <pc:docMk/>
            <pc:sldMk cId="1681374144" sldId="319"/>
            <ac:picMk id="5" creationId="{77F539B9-40BB-4A94-8A6D-07E4D6A2B9FB}"/>
          </ac:picMkLst>
        </pc:picChg>
      </pc:sldChg>
      <pc:sldChg chg="addSp delSp modSp add mod ord">
        <pc:chgData name="Ella Vetter" userId="c6918cf5-f6c0-43cc-8499-a1f635017de9" providerId="ADAL" clId="{03D8DEAE-739D-469B-904C-2522E9DFB65E}" dt="2020-08-18T20:04:25.727" v="8666" actId="11"/>
        <pc:sldMkLst>
          <pc:docMk/>
          <pc:sldMk cId="3533470311" sldId="320"/>
        </pc:sldMkLst>
        <pc:spChg chg="del mod">
          <ac:chgData name="Ella Vetter" userId="c6918cf5-f6c0-43cc-8499-a1f635017de9" providerId="ADAL" clId="{03D8DEAE-739D-469B-904C-2522E9DFB65E}" dt="2020-08-18T19:51:31.973" v="8276" actId="478"/>
          <ac:spMkLst>
            <pc:docMk/>
            <pc:sldMk cId="3533470311" sldId="320"/>
            <ac:spMk id="6" creationId="{EFA01FA0-64D5-4D2C-BCC5-C1ACEBA4711B}"/>
          </ac:spMkLst>
        </pc:spChg>
        <pc:spChg chg="mod">
          <ac:chgData name="Ella Vetter" userId="c6918cf5-f6c0-43cc-8499-a1f635017de9" providerId="ADAL" clId="{03D8DEAE-739D-469B-904C-2522E9DFB65E}" dt="2020-08-18T15:56:40.107" v="7528" actId="20577"/>
          <ac:spMkLst>
            <pc:docMk/>
            <pc:sldMk cId="3533470311" sldId="320"/>
            <ac:spMk id="7" creationId="{733E857A-7829-4616-9B6C-3539713A6D57}"/>
          </ac:spMkLst>
        </pc:spChg>
        <pc:spChg chg="add del">
          <ac:chgData name="Ella Vetter" userId="c6918cf5-f6c0-43cc-8499-a1f635017de9" providerId="ADAL" clId="{03D8DEAE-739D-469B-904C-2522E9DFB65E}" dt="2020-08-18T19:51:34.102" v="8278" actId="22"/>
          <ac:spMkLst>
            <pc:docMk/>
            <pc:sldMk cId="3533470311" sldId="320"/>
            <ac:spMk id="9" creationId="{0A1ACA91-1285-4A3B-8F94-93256E090EAA}"/>
          </ac:spMkLst>
        </pc:spChg>
        <pc:spChg chg="add mod">
          <ac:chgData name="Ella Vetter" userId="c6918cf5-f6c0-43cc-8499-a1f635017de9" providerId="ADAL" clId="{03D8DEAE-739D-469B-904C-2522E9DFB65E}" dt="2020-08-18T20:04:25.727" v="8666" actId="11"/>
          <ac:spMkLst>
            <pc:docMk/>
            <pc:sldMk cId="3533470311" sldId="320"/>
            <ac:spMk id="10" creationId="{B1F8AFE3-3156-4B93-924A-D25DBF128A57}"/>
          </ac:spMkLst>
        </pc:spChg>
        <pc:picChg chg="add mod">
          <ac:chgData name="Ella Vetter" userId="c6918cf5-f6c0-43cc-8499-a1f635017de9" providerId="ADAL" clId="{03D8DEAE-739D-469B-904C-2522E9DFB65E}" dt="2020-08-18T19:53:08.052" v="8283" actId="14100"/>
          <ac:picMkLst>
            <pc:docMk/>
            <pc:sldMk cId="3533470311" sldId="320"/>
            <ac:picMk id="4" creationId="{F3E897A5-BCC9-43FF-BAE2-49E95EACF18B}"/>
          </ac:picMkLst>
        </pc:picChg>
        <pc:picChg chg="del">
          <ac:chgData name="Ella Vetter" userId="c6918cf5-f6c0-43cc-8499-a1f635017de9" providerId="ADAL" clId="{03D8DEAE-739D-469B-904C-2522E9DFB65E}" dt="2020-08-18T15:56:41.777" v="7529" actId="478"/>
          <ac:picMkLst>
            <pc:docMk/>
            <pc:sldMk cId="3533470311" sldId="320"/>
            <ac:picMk id="8" creationId="{A27B549F-3486-446F-8B1C-8A85CBDE71A4}"/>
          </ac:picMkLst>
        </pc:picChg>
      </pc:sldChg>
      <pc:sldChg chg="addSp modSp add mod ord">
        <pc:chgData name="Ella Vetter" userId="c6918cf5-f6c0-43cc-8499-a1f635017de9" providerId="ADAL" clId="{03D8DEAE-739D-469B-904C-2522E9DFB65E}" dt="2020-08-18T16:04:59.937" v="7682" actId="20577"/>
        <pc:sldMkLst>
          <pc:docMk/>
          <pc:sldMk cId="4105528555" sldId="321"/>
        </pc:sldMkLst>
        <pc:spChg chg="mod">
          <ac:chgData name="Ella Vetter" userId="c6918cf5-f6c0-43cc-8499-a1f635017de9" providerId="ADAL" clId="{03D8DEAE-739D-469B-904C-2522E9DFB65E}" dt="2020-08-18T16:04:59.937" v="7682" actId="20577"/>
          <ac:spMkLst>
            <pc:docMk/>
            <pc:sldMk cId="4105528555" sldId="321"/>
            <ac:spMk id="6" creationId="{EFA01FA0-64D5-4D2C-BCC5-C1ACEBA4711B}"/>
          </ac:spMkLst>
        </pc:spChg>
        <pc:spChg chg="mod">
          <ac:chgData name="Ella Vetter" userId="c6918cf5-f6c0-43cc-8499-a1f635017de9" providerId="ADAL" clId="{03D8DEAE-739D-469B-904C-2522E9DFB65E}" dt="2020-08-18T15:59:26.061" v="7556" actId="20577"/>
          <ac:spMkLst>
            <pc:docMk/>
            <pc:sldMk cId="4105528555" sldId="321"/>
            <ac:spMk id="7" creationId="{733E857A-7829-4616-9B6C-3539713A6D57}"/>
          </ac:spMkLst>
        </pc:spChg>
        <pc:picChg chg="add mod">
          <ac:chgData name="Ella Vetter" userId="c6918cf5-f6c0-43cc-8499-a1f635017de9" providerId="ADAL" clId="{03D8DEAE-739D-469B-904C-2522E9DFB65E}" dt="2020-08-18T16:04:29.873" v="7657" actId="14100"/>
          <ac:picMkLst>
            <pc:docMk/>
            <pc:sldMk cId="4105528555" sldId="321"/>
            <ac:picMk id="3" creationId="{FA1E427A-0EAA-40E5-9F01-9DB024A24671}"/>
          </ac:picMkLst>
        </pc:picChg>
      </pc:sldChg>
      <pc:sldChg chg="addSp delSp modSp new mod">
        <pc:chgData name="Ella Vetter" userId="c6918cf5-f6c0-43cc-8499-a1f635017de9" providerId="ADAL" clId="{03D8DEAE-739D-469B-904C-2522E9DFB65E}" dt="2020-08-18T17:28:12.667" v="7934" actId="1076"/>
        <pc:sldMkLst>
          <pc:docMk/>
          <pc:sldMk cId="462169597" sldId="322"/>
        </pc:sldMkLst>
        <pc:spChg chg="mod">
          <ac:chgData name="Ella Vetter" userId="c6918cf5-f6c0-43cc-8499-a1f635017de9" providerId="ADAL" clId="{03D8DEAE-739D-469B-904C-2522E9DFB65E}" dt="2020-08-18T16:04:39.160" v="7674" actId="20577"/>
          <ac:spMkLst>
            <pc:docMk/>
            <pc:sldMk cId="462169597" sldId="322"/>
            <ac:spMk id="2" creationId="{B17A42E8-0DE2-4963-A509-39B1AB49EE99}"/>
          </ac:spMkLst>
        </pc:spChg>
        <pc:spChg chg="del">
          <ac:chgData name="Ella Vetter" userId="c6918cf5-f6c0-43cc-8499-a1f635017de9" providerId="ADAL" clId="{03D8DEAE-739D-469B-904C-2522E9DFB65E}" dt="2020-08-18T17:22:03.199" v="7684" actId="478"/>
          <ac:spMkLst>
            <pc:docMk/>
            <pc:sldMk cId="462169597" sldId="322"/>
            <ac:spMk id="3" creationId="{16736300-AA14-45A8-AD02-266B972764DC}"/>
          </ac:spMkLst>
        </pc:spChg>
        <pc:spChg chg="add mod">
          <ac:chgData name="Ella Vetter" userId="c6918cf5-f6c0-43cc-8499-a1f635017de9" providerId="ADAL" clId="{03D8DEAE-739D-469B-904C-2522E9DFB65E}" dt="2020-08-18T17:25:01.022" v="7880" actId="1076"/>
          <ac:spMkLst>
            <pc:docMk/>
            <pc:sldMk cId="462169597" sldId="322"/>
            <ac:spMk id="4" creationId="{7DADA6BB-EA43-41A3-B382-88DA041AB1C5}"/>
          </ac:spMkLst>
        </pc:spChg>
        <pc:grpChg chg="add del mod">
          <ac:chgData name="Ella Vetter" userId="c6918cf5-f6c0-43cc-8499-a1f635017de9" providerId="ADAL" clId="{03D8DEAE-739D-469B-904C-2522E9DFB65E}" dt="2020-08-18T17:27:50.973" v="7924" actId="478"/>
          <ac:grpSpMkLst>
            <pc:docMk/>
            <pc:sldMk cId="462169597" sldId="322"/>
            <ac:grpSpMk id="9" creationId="{D3BE300B-6233-4850-83B6-0BCE1F77467B}"/>
          </ac:grpSpMkLst>
        </pc:grpChg>
        <pc:grpChg chg="add mod">
          <ac:chgData name="Ella Vetter" userId="c6918cf5-f6c0-43cc-8499-a1f635017de9" providerId="ADAL" clId="{03D8DEAE-739D-469B-904C-2522E9DFB65E}" dt="2020-08-18T17:28:12.667" v="7934" actId="1076"/>
          <ac:grpSpMkLst>
            <pc:docMk/>
            <pc:sldMk cId="462169597" sldId="322"/>
            <ac:grpSpMk id="14" creationId="{1B9A7860-F033-4D63-871A-13FBC9AC268B}"/>
          </ac:grpSpMkLst>
        </pc:grpChg>
        <pc:picChg chg="add mod modCrop">
          <ac:chgData name="Ella Vetter" userId="c6918cf5-f6c0-43cc-8499-a1f635017de9" providerId="ADAL" clId="{03D8DEAE-739D-469B-904C-2522E9DFB65E}" dt="2020-08-18T17:23:43.295" v="7740" actId="164"/>
          <ac:picMkLst>
            <pc:docMk/>
            <pc:sldMk cId="462169597" sldId="322"/>
            <ac:picMk id="6" creationId="{660C2896-6AAF-4023-8462-BEC421FA2F3D}"/>
          </ac:picMkLst>
        </pc:picChg>
        <pc:picChg chg="add mod modCrop">
          <ac:chgData name="Ella Vetter" userId="c6918cf5-f6c0-43cc-8499-a1f635017de9" providerId="ADAL" clId="{03D8DEAE-739D-469B-904C-2522E9DFB65E}" dt="2020-08-18T17:23:43.295" v="7740" actId="164"/>
          <ac:picMkLst>
            <pc:docMk/>
            <pc:sldMk cId="462169597" sldId="322"/>
            <ac:picMk id="8" creationId="{904EABCF-DFA6-4AF9-950B-A742D23A9D70}"/>
          </ac:picMkLst>
        </pc:picChg>
        <pc:picChg chg="add mod modCrop">
          <ac:chgData name="Ella Vetter" userId="c6918cf5-f6c0-43cc-8499-a1f635017de9" providerId="ADAL" clId="{03D8DEAE-739D-469B-904C-2522E9DFB65E}" dt="2020-08-18T17:28:07.807" v="7933" actId="164"/>
          <ac:picMkLst>
            <pc:docMk/>
            <pc:sldMk cId="462169597" sldId="322"/>
            <ac:picMk id="11" creationId="{0C998CE7-03C4-4A8F-8016-C8E5E23D1344}"/>
          </ac:picMkLst>
        </pc:picChg>
        <pc:picChg chg="add mod modCrop">
          <ac:chgData name="Ella Vetter" userId="c6918cf5-f6c0-43cc-8499-a1f635017de9" providerId="ADAL" clId="{03D8DEAE-739D-469B-904C-2522E9DFB65E}" dt="2020-08-18T17:28:07.807" v="7933" actId="164"/>
          <ac:picMkLst>
            <pc:docMk/>
            <pc:sldMk cId="462169597" sldId="322"/>
            <ac:picMk id="13" creationId="{84DC5716-ECAD-4E44-B897-CB36C814585C}"/>
          </ac:picMkLst>
        </pc:picChg>
      </pc:sldChg>
      <pc:sldChg chg="addSp delSp modSp add mod">
        <pc:chgData name="Ella Vetter" userId="c6918cf5-f6c0-43cc-8499-a1f635017de9" providerId="ADAL" clId="{03D8DEAE-739D-469B-904C-2522E9DFB65E}" dt="2020-08-18T20:05:10.259" v="8670" actId="11"/>
        <pc:sldMkLst>
          <pc:docMk/>
          <pc:sldMk cId="1572152252" sldId="323"/>
        </pc:sldMkLst>
        <pc:spChg chg="mod">
          <ac:chgData name="Ella Vetter" userId="c6918cf5-f6c0-43cc-8499-a1f635017de9" providerId="ADAL" clId="{03D8DEAE-739D-469B-904C-2522E9DFB65E}" dt="2020-08-18T20:05:10.259" v="8670" actId="11"/>
          <ac:spMkLst>
            <pc:docMk/>
            <pc:sldMk cId="1572152252" sldId="323"/>
            <ac:spMk id="4" creationId="{7DADA6BB-EA43-41A3-B382-88DA041AB1C5}"/>
          </ac:spMkLst>
        </pc:spChg>
        <pc:spChg chg="add mod">
          <ac:chgData name="Ella Vetter" userId="c6918cf5-f6c0-43cc-8499-a1f635017de9" providerId="ADAL" clId="{03D8DEAE-739D-469B-904C-2522E9DFB65E}" dt="2020-08-18T17:38:38.828" v="8239" actId="12"/>
          <ac:spMkLst>
            <pc:docMk/>
            <pc:sldMk cId="1572152252" sldId="323"/>
            <ac:spMk id="14" creationId="{A4C4E5FB-C3D4-48A8-8FB0-C7FA1E1147D7}"/>
          </ac:spMkLst>
        </pc:spChg>
        <pc:grpChg chg="del">
          <ac:chgData name="Ella Vetter" userId="c6918cf5-f6c0-43cc-8499-a1f635017de9" providerId="ADAL" clId="{03D8DEAE-739D-469B-904C-2522E9DFB65E}" dt="2020-08-18T17:25:55.753" v="7901" actId="478"/>
          <ac:grpSpMkLst>
            <pc:docMk/>
            <pc:sldMk cId="1572152252" sldId="323"/>
            <ac:grpSpMk id="9" creationId="{D3BE300B-6233-4850-83B6-0BCE1F77467B}"/>
          </ac:grpSpMkLst>
        </pc:grpChg>
        <pc:picChg chg="add del mod">
          <ac:chgData name="Ella Vetter" userId="c6918cf5-f6c0-43cc-8499-a1f635017de9" providerId="ADAL" clId="{03D8DEAE-739D-469B-904C-2522E9DFB65E}" dt="2020-08-18T17:31:50.214" v="7981" actId="478"/>
          <ac:picMkLst>
            <pc:docMk/>
            <pc:sldMk cId="1572152252" sldId="323"/>
            <ac:picMk id="5" creationId="{13E156AF-C0BA-4286-9090-968AA6E6B668}"/>
          </ac:picMkLst>
        </pc:picChg>
        <pc:picChg chg="add del mod">
          <ac:chgData name="Ella Vetter" userId="c6918cf5-f6c0-43cc-8499-a1f635017de9" providerId="ADAL" clId="{03D8DEAE-739D-469B-904C-2522E9DFB65E}" dt="2020-08-18T17:35:45.994" v="8137" actId="478"/>
          <ac:picMkLst>
            <pc:docMk/>
            <pc:sldMk cId="1572152252" sldId="323"/>
            <ac:picMk id="10" creationId="{13E05071-8274-4F0A-A652-A884C1AD612F}"/>
          </ac:picMkLst>
        </pc:picChg>
        <pc:picChg chg="add mod">
          <ac:chgData name="Ella Vetter" userId="c6918cf5-f6c0-43cc-8499-a1f635017de9" providerId="ADAL" clId="{03D8DEAE-739D-469B-904C-2522E9DFB65E}" dt="2020-08-18T17:38:19.119" v="8236" actId="1076"/>
          <ac:picMkLst>
            <pc:docMk/>
            <pc:sldMk cId="1572152252" sldId="323"/>
            <ac:picMk id="12" creationId="{7B13E586-8D4C-47F8-A38E-BC5A1DD56E9C}"/>
          </ac:picMkLst>
        </pc:picChg>
      </pc:sldChg>
      <pc:sldChg chg="addSp delSp modSp add mod">
        <pc:chgData name="Ella Vetter" userId="c6918cf5-f6c0-43cc-8499-a1f635017de9" providerId="ADAL" clId="{03D8DEAE-739D-469B-904C-2522E9DFB65E}" dt="2020-08-18T20:04:36.692" v="8667" actId="11"/>
        <pc:sldMkLst>
          <pc:docMk/>
          <pc:sldMk cId="801660138" sldId="324"/>
        </pc:sldMkLst>
        <pc:spChg chg="mod">
          <ac:chgData name="Ella Vetter" userId="c6918cf5-f6c0-43cc-8499-a1f635017de9" providerId="ADAL" clId="{03D8DEAE-739D-469B-904C-2522E9DFB65E}" dt="2020-08-18T20:04:36.692" v="8667" actId="11"/>
          <ac:spMkLst>
            <pc:docMk/>
            <pc:sldMk cId="801660138" sldId="324"/>
            <ac:spMk id="10" creationId="{B1F8AFE3-3156-4B93-924A-D25DBF128A57}"/>
          </ac:spMkLst>
        </pc:spChg>
        <pc:grpChg chg="add mod">
          <ac:chgData name="Ella Vetter" userId="c6918cf5-f6c0-43cc-8499-a1f635017de9" providerId="ADAL" clId="{03D8DEAE-739D-469B-904C-2522E9DFB65E}" dt="2020-08-18T19:56:49.241" v="8425" actId="1076"/>
          <ac:grpSpMkLst>
            <pc:docMk/>
            <pc:sldMk cId="801660138" sldId="324"/>
            <ac:grpSpMk id="6" creationId="{E5999FFC-65E7-4A26-ADFF-DD455F6543D4}"/>
          </ac:grpSpMkLst>
        </pc:grpChg>
        <pc:picChg chg="add mod modCrop">
          <ac:chgData name="Ella Vetter" userId="c6918cf5-f6c0-43cc-8499-a1f635017de9" providerId="ADAL" clId="{03D8DEAE-739D-469B-904C-2522E9DFB65E}" dt="2020-08-18T19:56:45.313" v="8423" actId="164"/>
          <ac:picMkLst>
            <pc:docMk/>
            <pc:sldMk cId="801660138" sldId="324"/>
            <ac:picMk id="3" creationId="{5FAE41CD-BEFE-42E3-A8AB-042A1F26462F}"/>
          </ac:picMkLst>
        </pc:picChg>
        <pc:picChg chg="del">
          <ac:chgData name="Ella Vetter" userId="c6918cf5-f6c0-43cc-8499-a1f635017de9" providerId="ADAL" clId="{03D8DEAE-739D-469B-904C-2522E9DFB65E}" dt="2020-08-18T19:53:53.496" v="8330" actId="478"/>
          <ac:picMkLst>
            <pc:docMk/>
            <pc:sldMk cId="801660138" sldId="324"/>
            <ac:picMk id="4" creationId="{F3E897A5-BCC9-43FF-BAE2-49E95EACF18B}"/>
          </ac:picMkLst>
        </pc:picChg>
        <pc:picChg chg="add mod modCrop">
          <ac:chgData name="Ella Vetter" userId="c6918cf5-f6c0-43cc-8499-a1f635017de9" providerId="ADAL" clId="{03D8DEAE-739D-469B-904C-2522E9DFB65E}" dt="2020-08-18T19:56:45.313" v="8423" actId="164"/>
          <ac:picMkLst>
            <pc:docMk/>
            <pc:sldMk cId="801660138" sldId="324"/>
            <ac:picMk id="5" creationId="{C239BAE8-55AC-4A0B-AE2B-ACF104C29779}"/>
          </ac:picMkLst>
        </pc:picChg>
      </pc:sldChg>
      <pc:sldChg chg="modSp add mod">
        <pc:chgData name="Ella Vetter" userId="c6918cf5-f6c0-43cc-8499-a1f635017de9" providerId="ADAL" clId="{03D8DEAE-739D-469B-904C-2522E9DFB65E}" dt="2020-08-18T20:04:46.433" v="8668" actId="11"/>
        <pc:sldMkLst>
          <pc:docMk/>
          <pc:sldMk cId="4095391555" sldId="325"/>
        </pc:sldMkLst>
        <pc:spChg chg="mod">
          <ac:chgData name="Ella Vetter" userId="c6918cf5-f6c0-43cc-8499-a1f635017de9" providerId="ADAL" clId="{03D8DEAE-739D-469B-904C-2522E9DFB65E}" dt="2020-08-18T20:04:46.433" v="8668" actId="11"/>
          <ac:spMkLst>
            <pc:docMk/>
            <pc:sldMk cId="4095391555" sldId="325"/>
            <ac:spMk id="10" creationId="{B1F8AFE3-3156-4B93-924A-D25DBF128A57}"/>
          </ac:spMkLst>
        </pc:spChg>
      </pc:sldChg>
      <pc:sldChg chg="addSp delSp modSp new mod">
        <pc:chgData name="Ella Vetter" userId="c6918cf5-f6c0-43cc-8499-a1f635017de9" providerId="ADAL" clId="{03D8DEAE-739D-469B-904C-2522E9DFB65E}" dt="2020-08-18T20:08:35.704" v="8701" actId="20577"/>
        <pc:sldMkLst>
          <pc:docMk/>
          <pc:sldMk cId="1661658181" sldId="326"/>
        </pc:sldMkLst>
        <pc:spChg chg="del">
          <ac:chgData name="Ella Vetter" userId="c6918cf5-f6c0-43cc-8499-a1f635017de9" providerId="ADAL" clId="{03D8DEAE-739D-469B-904C-2522E9DFB65E}" dt="2020-08-18T19:59:03.127" v="8429" actId="478"/>
          <ac:spMkLst>
            <pc:docMk/>
            <pc:sldMk cId="1661658181" sldId="326"/>
            <ac:spMk id="2" creationId="{2B2F4B10-DBCC-4874-9FFB-A6B0994043CA}"/>
          </ac:spMkLst>
        </pc:spChg>
        <pc:spChg chg="del">
          <ac:chgData name="Ella Vetter" userId="c6918cf5-f6c0-43cc-8499-a1f635017de9" providerId="ADAL" clId="{03D8DEAE-739D-469B-904C-2522E9DFB65E}" dt="2020-08-18T19:59:04.013" v="8430" actId="478"/>
          <ac:spMkLst>
            <pc:docMk/>
            <pc:sldMk cId="1661658181" sldId="326"/>
            <ac:spMk id="3" creationId="{91268AC6-1988-4C9E-A564-654FDE8D7859}"/>
          </ac:spMkLst>
        </pc:spChg>
        <pc:spChg chg="add mod">
          <ac:chgData name="Ella Vetter" userId="c6918cf5-f6c0-43cc-8499-a1f635017de9" providerId="ADAL" clId="{03D8DEAE-739D-469B-904C-2522E9DFB65E}" dt="2020-08-18T19:59:16.222" v="8434"/>
          <ac:spMkLst>
            <pc:docMk/>
            <pc:sldMk cId="1661658181" sldId="326"/>
            <ac:spMk id="6" creationId="{30A76EB6-03BC-475D-AF8F-3753B4B61224}"/>
          </ac:spMkLst>
        </pc:spChg>
        <pc:spChg chg="add mod">
          <ac:chgData name="Ella Vetter" userId="c6918cf5-f6c0-43cc-8499-a1f635017de9" providerId="ADAL" clId="{03D8DEAE-739D-469B-904C-2522E9DFB65E}" dt="2020-08-18T20:08:35.704" v="8701" actId="20577"/>
          <ac:spMkLst>
            <pc:docMk/>
            <pc:sldMk cId="1661658181" sldId="326"/>
            <ac:spMk id="7" creationId="{2102EDB5-1B3E-4A96-978B-6BE637F6A99D}"/>
          </ac:spMkLst>
        </pc:spChg>
        <pc:picChg chg="add mod">
          <ac:chgData name="Ella Vetter" userId="c6918cf5-f6c0-43cc-8499-a1f635017de9" providerId="ADAL" clId="{03D8DEAE-739D-469B-904C-2522E9DFB65E}" dt="2020-08-18T19:59:10.027" v="8433" actId="1076"/>
          <ac:picMkLst>
            <pc:docMk/>
            <pc:sldMk cId="1661658181" sldId="326"/>
            <ac:picMk id="5" creationId="{1DB63345-037A-4CB5-A11F-92197C6EEECF}"/>
          </ac:picMkLst>
        </pc:picChg>
      </pc:sldChg>
    </pc:docChg>
  </pc:docChgLst>
  <pc:docChgLst>
    <pc:chgData name="Han-Li Tremblay" userId="852346c9-b2bc-4eee-843e-ad7d28b9aba1" providerId="ADAL" clId="{2E0B1CA8-B862-41C6-A286-E72890825192}"/>
    <pc:docChg chg="undo custSel modSld">
      <pc:chgData name="Han-Li Tremblay" userId="852346c9-b2bc-4eee-843e-ad7d28b9aba1" providerId="ADAL" clId="{2E0B1CA8-B862-41C6-A286-E72890825192}" dt="2020-05-14T14:46:37.556" v="90" actId="20577"/>
      <pc:docMkLst>
        <pc:docMk/>
      </pc:docMkLst>
      <pc:sldChg chg="addSp delSp modSp mod">
        <pc:chgData name="Han-Li Tremblay" userId="852346c9-b2bc-4eee-843e-ad7d28b9aba1" providerId="ADAL" clId="{2E0B1CA8-B862-41C6-A286-E72890825192}" dt="2020-05-14T14:45:58.346" v="88" actId="113"/>
        <pc:sldMkLst>
          <pc:docMk/>
          <pc:sldMk cId="2140319755" sldId="315"/>
        </pc:sldMkLst>
        <pc:spChg chg="mod">
          <ac:chgData name="Han-Li Tremblay" userId="852346c9-b2bc-4eee-843e-ad7d28b9aba1" providerId="ADAL" clId="{2E0B1CA8-B862-41C6-A286-E72890825192}" dt="2020-05-14T14:45:58.346" v="88" actId="113"/>
          <ac:spMkLst>
            <pc:docMk/>
            <pc:sldMk cId="2140319755" sldId="315"/>
            <ac:spMk id="3" creationId="{34399A5B-564D-407B-B894-488105A59A5E}"/>
          </ac:spMkLst>
        </pc:spChg>
        <pc:spChg chg="del">
          <ac:chgData name="Han-Li Tremblay" userId="852346c9-b2bc-4eee-843e-ad7d28b9aba1" providerId="ADAL" clId="{2E0B1CA8-B862-41C6-A286-E72890825192}" dt="2020-05-14T14:45:31.732" v="80" actId="478"/>
          <ac:spMkLst>
            <pc:docMk/>
            <pc:sldMk cId="2140319755" sldId="315"/>
            <ac:spMk id="14" creationId="{18BF6FC1-2CB5-4628-AC03-9E0D2FB44A1E}"/>
          </ac:spMkLst>
        </pc:spChg>
        <pc:spChg chg="add mod">
          <ac:chgData name="Han-Li Tremblay" userId="852346c9-b2bc-4eee-843e-ad7d28b9aba1" providerId="ADAL" clId="{2E0B1CA8-B862-41C6-A286-E72890825192}" dt="2020-05-14T14:45:56.491" v="87" actId="14100"/>
          <ac:spMkLst>
            <pc:docMk/>
            <pc:sldMk cId="2140319755" sldId="315"/>
            <ac:spMk id="17" creationId="{5CC25E5A-B57D-4752-861D-C9465A41E282}"/>
          </ac:spMkLst>
        </pc:spChg>
        <pc:picChg chg="add mod">
          <ac:chgData name="Han-Li Tremblay" userId="852346c9-b2bc-4eee-843e-ad7d28b9aba1" providerId="ADAL" clId="{2E0B1CA8-B862-41C6-A286-E72890825192}" dt="2020-05-14T14:45:49.167" v="84" actId="1076"/>
          <ac:picMkLst>
            <pc:docMk/>
            <pc:sldMk cId="2140319755" sldId="315"/>
            <ac:picMk id="5" creationId="{7D13D716-04AA-4C86-989C-411E72197BED}"/>
          </ac:picMkLst>
        </pc:picChg>
        <pc:picChg chg="del mod">
          <ac:chgData name="Han-Li Tremblay" userId="852346c9-b2bc-4eee-843e-ad7d28b9aba1" providerId="ADAL" clId="{2E0B1CA8-B862-41C6-A286-E72890825192}" dt="2020-05-14T14:45:32.966" v="82" actId="478"/>
          <ac:picMkLst>
            <pc:docMk/>
            <pc:sldMk cId="2140319755" sldId="315"/>
            <ac:picMk id="13" creationId="{0CAB4657-CBED-42D1-808F-E43B862737DB}"/>
          </ac:picMkLst>
        </pc:picChg>
        <pc:cxnChg chg="del mod">
          <ac:chgData name="Han-Li Tremblay" userId="852346c9-b2bc-4eee-843e-ad7d28b9aba1" providerId="ADAL" clId="{2E0B1CA8-B862-41C6-A286-E72890825192}" dt="2020-05-14T14:45:30.026" v="79" actId="478"/>
          <ac:cxnSpMkLst>
            <pc:docMk/>
            <pc:sldMk cId="2140319755" sldId="315"/>
            <ac:cxnSpMk id="15" creationId="{74AD9F0F-447A-4FAF-A247-E5ED33128D24}"/>
          </ac:cxnSpMkLst>
        </pc:cxnChg>
      </pc:sldChg>
      <pc:sldChg chg="addSp delSp modSp mod">
        <pc:chgData name="Han-Li Tremblay" userId="852346c9-b2bc-4eee-843e-ad7d28b9aba1" providerId="ADAL" clId="{2E0B1CA8-B862-41C6-A286-E72890825192}" dt="2020-05-14T14:45:09.129" v="21" actId="1076"/>
        <pc:sldMkLst>
          <pc:docMk/>
          <pc:sldMk cId="187358022" sldId="316"/>
        </pc:sldMkLst>
        <pc:spChg chg="mod">
          <ac:chgData name="Han-Li Tremblay" userId="852346c9-b2bc-4eee-843e-ad7d28b9aba1" providerId="ADAL" clId="{2E0B1CA8-B862-41C6-A286-E72890825192}" dt="2020-05-14T14:44:56.899" v="18" actId="1076"/>
          <ac:spMkLst>
            <pc:docMk/>
            <pc:sldMk cId="187358022" sldId="316"/>
            <ac:spMk id="3" creationId="{8427A7F2-67C7-46B3-9AAB-94E0870A6A76}"/>
          </ac:spMkLst>
        </pc:spChg>
        <pc:spChg chg="mod topLvl">
          <ac:chgData name="Han-Li Tremblay" userId="852346c9-b2bc-4eee-843e-ad7d28b9aba1" providerId="ADAL" clId="{2E0B1CA8-B862-41C6-A286-E72890825192}" dt="2020-05-14T14:44:43.376" v="14" actId="1076"/>
          <ac:spMkLst>
            <pc:docMk/>
            <pc:sldMk cId="187358022" sldId="316"/>
            <ac:spMk id="7" creationId="{6D9E9911-87FA-4EDB-B6E7-EB4D99C285BD}"/>
          </ac:spMkLst>
        </pc:spChg>
        <pc:spChg chg="mod topLvl">
          <ac:chgData name="Han-Li Tremblay" userId="852346c9-b2bc-4eee-843e-ad7d28b9aba1" providerId="ADAL" clId="{2E0B1CA8-B862-41C6-A286-E72890825192}" dt="2020-05-14T14:44:37.663" v="13" actId="165"/>
          <ac:spMkLst>
            <pc:docMk/>
            <pc:sldMk cId="187358022" sldId="316"/>
            <ac:spMk id="8" creationId="{DD9C9291-4085-49DC-883B-9C7BC67E4FFE}"/>
          </ac:spMkLst>
        </pc:spChg>
        <pc:spChg chg="add mod">
          <ac:chgData name="Han-Li Tremblay" userId="852346c9-b2bc-4eee-843e-ad7d28b9aba1" providerId="ADAL" clId="{2E0B1CA8-B862-41C6-A286-E72890825192}" dt="2020-05-14T14:45:09.129" v="21" actId="1076"/>
          <ac:spMkLst>
            <pc:docMk/>
            <pc:sldMk cId="187358022" sldId="316"/>
            <ac:spMk id="10" creationId="{E285F634-81EA-4757-A7C8-D0E60277D5D3}"/>
          </ac:spMkLst>
        </pc:spChg>
        <pc:grpChg chg="add del mod">
          <ac:chgData name="Han-Li Tremblay" userId="852346c9-b2bc-4eee-843e-ad7d28b9aba1" providerId="ADAL" clId="{2E0B1CA8-B862-41C6-A286-E72890825192}" dt="2020-05-14T14:44:37.663" v="13" actId="165"/>
          <ac:grpSpMkLst>
            <pc:docMk/>
            <pc:sldMk cId="187358022" sldId="316"/>
            <ac:grpSpMk id="11" creationId="{3C463478-CC73-4530-AF00-29EF861B0AB3}"/>
          </ac:grpSpMkLst>
        </pc:grpChg>
        <pc:picChg chg="mod">
          <ac:chgData name="Han-Li Tremblay" userId="852346c9-b2bc-4eee-843e-ad7d28b9aba1" providerId="ADAL" clId="{2E0B1CA8-B862-41C6-A286-E72890825192}" dt="2020-05-14T14:44:00.385" v="3" actId="1076"/>
          <ac:picMkLst>
            <pc:docMk/>
            <pc:sldMk cId="187358022" sldId="316"/>
            <ac:picMk id="4" creationId="{A9A5C039-1945-497F-9A4A-8B7EACD979D2}"/>
          </ac:picMkLst>
        </pc:picChg>
        <pc:picChg chg="mod topLvl">
          <ac:chgData name="Han-Li Tremblay" userId="852346c9-b2bc-4eee-843e-ad7d28b9aba1" providerId="ADAL" clId="{2E0B1CA8-B862-41C6-A286-E72890825192}" dt="2020-05-14T14:44:37.663" v="13" actId="165"/>
          <ac:picMkLst>
            <pc:docMk/>
            <pc:sldMk cId="187358022" sldId="316"/>
            <ac:picMk id="5" creationId="{25CACD92-79ED-4402-ADB2-6918EF4848A8}"/>
          </ac:picMkLst>
        </pc:picChg>
        <pc:picChg chg="mod topLvl modCrop">
          <ac:chgData name="Han-Li Tremblay" userId="852346c9-b2bc-4eee-843e-ad7d28b9aba1" providerId="ADAL" clId="{2E0B1CA8-B862-41C6-A286-E72890825192}" dt="2020-05-14T14:44:43.376" v="14" actId="1076"/>
          <ac:picMkLst>
            <pc:docMk/>
            <pc:sldMk cId="187358022" sldId="316"/>
            <ac:picMk id="6" creationId="{744430D0-0A87-481A-9A68-F95D628C1298}"/>
          </ac:picMkLst>
        </pc:picChg>
        <pc:picChg chg="add mod">
          <ac:chgData name="Han-Li Tremblay" userId="852346c9-b2bc-4eee-843e-ad7d28b9aba1" providerId="ADAL" clId="{2E0B1CA8-B862-41C6-A286-E72890825192}" dt="2020-05-14T14:45:09.129" v="21" actId="1076"/>
          <ac:picMkLst>
            <pc:docMk/>
            <pc:sldMk cId="187358022" sldId="316"/>
            <ac:picMk id="9" creationId="{61C6FC44-3B77-4AA0-A08F-FA0FA9E50CDC}"/>
          </ac:picMkLst>
        </pc:picChg>
      </pc:sldChg>
      <pc:sldChg chg="modSp mod">
        <pc:chgData name="Han-Li Tremblay" userId="852346c9-b2bc-4eee-843e-ad7d28b9aba1" providerId="ADAL" clId="{2E0B1CA8-B862-41C6-A286-E72890825192}" dt="2020-05-14T14:46:13.854" v="89" actId="11"/>
        <pc:sldMkLst>
          <pc:docMk/>
          <pc:sldMk cId="1918947853" sldId="317"/>
        </pc:sldMkLst>
        <pc:spChg chg="mod">
          <ac:chgData name="Han-Li Tremblay" userId="852346c9-b2bc-4eee-843e-ad7d28b9aba1" providerId="ADAL" clId="{2E0B1CA8-B862-41C6-A286-E72890825192}" dt="2020-05-14T14:46:13.854" v="89" actId="11"/>
          <ac:spMkLst>
            <pc:docMk/>
            <pc:sldMk cId="1918947853" sldId="317"/>
            <ac:spMk id="3" creationId="{6BDE973B-A277-4E32-AA4E-54274E5E6098}"/>
          </ac:spMkLst>
        </pc:spChg>
      </pc:sldChg>
      <pc:sldChg chg="modSp mod">
        <pc:chgData name="Han-Li Tremblay" userId="852346c9-b2bc-4eee-843e-ad7d28b9aba1" providerId="ADAL" clId="{2E0B1CA8-B862-41C6-A286-E72890825192}" dt="2020-05-14T14:46:37.556" v="90" actId="20577"/>
        <pc:sldMkLst>
          <pc:docMk/>
          <pc:sldMk cId="3983940405" sldId="334"/>
        </pc:sldMkLst>
        <pc:spChg chg="mod">
          <ac:chgData name="Han-Li Tremblay" userId="852346c9-b2bc-4eee-843e-ad7d28b9aba1" providerId="ADAL" clId="{2E0B1CA8-B862-41C6-A286-E72890825192}" dt="2020-05-14T14:46:37.556" v="90" actId="20577"/>
          <ac:spMkLst>
            <pc:docMk/>
            <pc:sldMk cId="3983940405" sldId="334"/>
            <ac:spMk id="3" creationId="{87142D55-EE1F-412A-8985-B2D3C4BB339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F3CFA-5706-43F2-850B-24929E026241}" type="datetimeFigureOut">
              <a:rPr lang="en-US" smtClean="0"/>
              <a:t>10/22/2020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40D562-E0E0-4FB4-B4A2-60D50CC5D52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0660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876AA1-4AE4-4C0B-B9F0-94A9DA2C749D}" type="datetimeFigureOut">
              <a:rPr lang="en-CA" smtClean="0"/>
              <a:t>2020-10-22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FA5FA9-7139-4C72-AA69-017BCD15C1C5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12592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A5FA9-7139-4C72-AA69-017BCD15C1C5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147511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endParaRPr lang="fr-CA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A5FA9-7139-4C72-AA69-017BCD15C1C5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53487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3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52222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buClr>
                <a:srgbClr val="F58220"/>
              </a:buClr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buClr>
                <a:srgbClr val="F58220"/>
              </a:buClr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143000" indent="-228600">
              <a:buClr>
                <a:srgbClr val="F58220"/>
              </a:buClr>
              <a:buFont typeface="Calibri" panose="020F0502020204030204" pitchFamily="34" charset="0"/>
              <a:buChar char="-"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600200" indent="-228600">
              <a:buClr>
                <a:srgbClr val="F58220"/>
              </a:buClr>
              <a:buFont typeface="Calibri" panose="020F0502020204030204" pitchFamily="34" charset="0"/>
              <a:buChar char="-"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057400" indent="-228600">
              <a:buClr>
                <a:srgbClr val="F58220"/>
              </a:buClr>
              <a:buFont typeface="Calibri" panose="020F0502020204030204" pitchFamily="34" charset="0"/>
              <a:buChar char="-"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04323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7451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e 70"/>
          <p:cNvGrpSpPr/>
          <p:nvPr userDrawn="1"/>
        </p:nvGrpSpPr>
        <p:grpSpPr>
          <a:xfrm>
            <a:off x="10456514" y="6455664"/>
            <a:ext cx="1389888" cy="319914"/>
            <a:chOff x="7334318" y="6455664"/>
            <a:chExt cx="1389888" cy="319914"/>
          </a:xfrm>
        </p:grpSpPr>
        <p:sp>
          <p:nvSpPr>
            <p:cNvPr id="8" name="Freeform 5"/>
            <p:cNvSpPr>
              <a:spLocks/>
            </p:cNvSpPr>
            <p:nvPr userDrawn="1"/>
          </p:nvSpPr>
          <p:spPr bwMode="auto">
            <a:xfrm>
              <a:off x="7618573" y="6510958"/>
              <a:ext cx="237176" cy="124231"/>
            </a:xfrm>
            <a:custGeom>
              <a:avLst/>
              <a:gdLst>
                <a:gd name="T0" fmla="*/ 393 w 414"/>
                <a:gd name="T1" fmla="*/ 0 h 214"/>
                <a:gd name="T2" fmla="*/ 344 w 414"/>
                <a:gd name="T3" fmla="*/ 0 h 214"/>
                <a:gd name="T4" fmla="*/ 324 w 414"/>
                <a:gd name="T5" fmla="*/ 13 h 214"/>
                <a:gd name="T6" fmla="*/ 281 w 414"/>
                <a:gd name="T7" fmla="*/ 109 h 214"/>
                <a:gd name="T8" fmla="*/ 251 w 414"/>
                <a:gd name="T9" fmla="*/ 16 h 214"/>
                <a:gd name="T10" fmla="*/ 233 w 414"/>
                <a:gd name="T11" fmla="*/ 0 h 214"/>
                <a:gd name="T12" fmla="*/ 188 w 414"/>
                <a:gd name="T13" fmla="*/ 0 h 214"/>
                <a:gd name="T14" fmla="*/ 171 w 414"/>
                <a:gd name="T15" fmla="*/ 16 h 214"/>
                <a:gd name="T16" fmla="*/ 142 w 414"/>
                <a:gd name="T17" fmla="*/ 109 h 214"/>
                <a:gd name="T18" fmla="*/ 99 w 414"/>
                <a:gd name="T19" fmla="*/ 13 h 214"/>
                <a:gd name="T20" fmla="*/ 72 w 414"/>
                <a:gd name="T21" fmla="*/ 0 h 214"/>
                <a:gd name="T22" fmla="*/ 19 w 414"/>
                <a:gd name="T23" fmla="*/ 0 h 214"/>
                <a:gd name="T24" fmla="*/ 5 w 414"/>
                <a:gd name="T25" fmla="*/ 28 h 214"/>
                <a:gd name="T26" fmla="*/ 82 w 414"/>
                <a:gd name="T27" fmla="*/ 203 h 214"/>
                <a:gd name="T28" fmla="*/ 102 w 414"/>
                <a:gd name="T29" fmla="*/ 214 h 214"/>
                <a:gd name="T30" fmla="*/ 158 w 414"/>
                <a:gd name="T31" fmla="*/ 214 h 214"/>
                <a:gd name="T32" fmla="*/ 177 w 414"/>
                <a:gd name="T33" fmla="*/ 202 h 214"/>
                <a:gd name="T34" fmla="*/ 210 w 414"/>
                <a:gd name="T35" fmla="*/ 92 h 214"/>
                <a:gd name="T36" fmla="*/ 213 w 414"/>
                <a:gd name="T37" fmla="*/ 93 h 214"/>
                <a:gd name="T38" fmla="*/ 245 w 414"/>
                <a:gd name="T39" fmla="*/ 202 h 214"/>
                <a:gd name="T40" fmla="*/ 266 w 414"/>
                <a:gd name="T41" fmla="*/ 214 h 214"/>
                <a:gd name="T42" fmla="*/ 311 w 414"/>
                <a:gd name="T43" fmla="*/ 214 h 214"/>
                <a:gd name="T44" fmla="*/ 333 w 414"/>
                <a:gd name="T45" fmla="*/ 202 h 214"/>
                <a:gd name="T46" fmla="*/ 410 w 414"/>
                <a:gd name="T47" fmla="*/ 23 h 214"/>
                <a:gd name="T48" fmla="*/ 393 w 414"/>
                <a:gd name="T49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14" h="214">
                  <a:moveTo>
                    <a:pt x="393" y="0"/>
                  </a:moveTo>
                  <a:cubicBezTo>
                    <a:pt x="344" y="0"/>
                    <a:pt x="344" y="0"/>
                    <a:pt x="344" y="0"/>
                  </a:cubicBezTo>
                  <a:cubicBezTo>
                    <a:pt x="333" y="0"/>
                    <a:pt x="327" y="6"/>
                    <a:pt x="324" y="13"/>
                  </a:cubicBezTo>
                  <a:cubicBezTo>
                    <a:pt x="281" y="109"/>
                    <a:pt x="281" y="109"/>
                    <a:pt x="281" y="109"/>
                  </a:cubicBezTo>
                  <a:cubicBezTo>
                    <a:pt x="251" y="16"/>
                    <a:pt x="251" y="16"/>
                    <a:pt x="251" y="16"/>
                  </a:cubicBezTo>
                  <a:cubicBezTo>
                    <a:pt x="247" y="4"/>
                    <a:pt x="239" y="0"/>
                    <a:pt x="233" y="0"/>
                  </a:cubicBezTo>
                  <a:cubicBezTo>
                    <a:pt x="188" y="0"/>
                    <a:pt x="188" y="0"/>
                    <a:pt x="188" y="0"/>
                  </a:cubicBezTo>
                  <a:cubicBezTo>
                    <a:pt x="179" y="0"/>
                    <a:pt x="172" y="8"/>
                    <a:pt x="171" y="16"/>
                  </a:cubicBezTo>
                  <a:cubicBezTo>
                    <a:pt x="142" y="109"/>
                    <a:pt x="142" y="109"/>
                    <a:pt x="142" y="109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4" y="0"/>
                    <a:pt x="80" y="0"/>
                    <a:pt x="72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0" y="3"/>
                    <a:pt x="1" y="16"/>
                    <a:pt x="5" y="28"/>
                  </a:cubicBezTo>
                  <a:cubicBezTo>
                    <a:pt x="82" y="203"/>
                    <a:pt x="82" y="203"/>
                    <a:pt x="82" y="203"/>
                  </a:cubicBezTo>
                  <a:cubicBezTo>
                    <a:pt x="85" y="207"/>
                    <a:pt x="89" y="214"/>
                    <a:pt x="102" y="214"/>
                  </a:cubicBezTo>
                  <a:cubicBezTo>
                    <a:pt x="158" y="214"/>
                    <a:pt x="158" y="214"/>
                    <a:pt x="158" y="214"/>
                  </a:cubicBezTo>
                  <a:cubicBezTo>
                    <a:pt x="171" y="214"/>
                    <a:pt x="176" y="207"/>
                    <a:pt x="177" y="202"/>
                  </a:cubicBezTo>
                  <a:cubicBezTo>
                    <a:pt x="210" y="92"/>
                    <a:pt x="210" y="92"/>
                    <a:pt x="210" y="92"/>
                  </a:cubicBezTo>
                  <a:cubicBezTo>
                    <a:pt x="210" y="90"/>
                    <a:pt x="212" y="89"/>
                    <a:pt x="213" y="93"/>
                  </a:cubicBezTo>
                  <a:cubicBezTo>
                    <a:pt x="245" y="202"/>
                    <a:pt x="245" y="202"/>
                    <a:pt x="245" y="202"/>
                  </a:cubicBezTo>
                  <a:cubicBezTo>
                    <a:pt x="248" y="208"/>
                    <a:pt x="257" y="214"/>
                    <a:pt x="266" y="214"/>
                  </a:cubicBezTo>
                  <a:cubicBezTo>
                    <a:pt x="311" y="214"/>
                    <a:pt x="311" y="214"/>
                    <a:pt x="311" y="214"/>
                  </a:cubicBezTo>
                  <a:cubicBezTo>
                    <a:pt x="325" y="214"/>
                    <a:pt x="330" y="207"/>
                    <a:pt x="333" y="202"/>
                  </a:cubicBezTo>
                  <a:cubicBezTo>
                    <a:pt x="410" y="23"/>
                    <a:pt x="410" y="23"/>
                    <a:pt x="410" y="23"/>
                  </a:cubicBezTo>
                  <a:cubicBezTo>
                    <a:pt x="414" y="12"/>
                    <a:pt x="408" y="1"/>
                    <a:pt x="393" y="0"/>
                  </a:cubicBezTo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9" name="Freeform 6"/>
            <p:cNvSpPr>
              <a:spLocks/>
            </p:cNvSpPr>
            <p:nvPr userDrawn="1"/>
          </p:nvSpPr>
          <p:spPr bwMode="auto">
            <a:xfrm>
              <a:off x="7361780" y="6455664"/>
              <a:ext cx="200084" cy="101611"/>
            </a:xfrm>
            <a:custGeom>
              <a:avLst/>
              <a:gdLst>
                <a:gd name="T0" fmla="*/ 151 w 350"/>
                <a:gd name="T1" fmla="*/ 0 h 176"/>
                <a:gd name="T2" fmla="*/ 0 w 350"/>
                <a:gd name="T3" fmla="*/ 76 h 176"/>
                <a:gd name="T4" fmla="*/ 30 w 350"/>
                <a:gd name="T5" fmla="*/ 76 h 176"/>
                <a:gd name="T6" fmla="*/ 151 w 350"/>
                <a:gd name="T7" fmla="*/ 23 h 176"/>
                <a:gd name="T8" fmla="*/ 286 w 350"/>
                <a:gd name="T9" fmla="*/ 96 h 176"/>
                <a:gd name="T10" fmla="*/ 248 w 350"/>
                <a:gd name="T11" fmla="*/ 96 h 176"/>
                <a:gd name="T12" fmla="*/ 298 w 350"/>
                <a:gd name="T13" fmla="*/ 176 h 176"/>
                <a:gd name="T14" fmla="*/ 350 w 350"/>
                <a:gd name="T15" fmla="*/ 96 h 176"/>
                <a:gd name="T16" fmla="*/ 313 w 350"/>
                <a:gd name="T17" fmla="*/ 96 h 176"/>
                <a:gd name="T18" fmla="*/ 151 w 350"/>
                <a:gd name="T19" fmla="*/ 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0" h="176">
                  <a:moveTo>
                    <a:pt x="151" y="0"/>
                  </a:moveTo>
                  <a:cubicBezTo>
                    <a:pt x="91" y="0"/>
                    <a:pt x="36" y="29"/>
                    <a:pt x="0" y="76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60" y="43"/>
                    <a:pt x="105" y="23"/>
                    <a:pt x="151" y="23"/>
                  </a:cubicBezTo>
                  <a:cubicBezTo>
                    <a:pt x="205" y="23"/>
                    <a:pt x="257" y="51"/>
                    <a:pt x="286" y="96"/>
                  </a:cubicBezTo>
                  <a:cubicBezTo>
                    <a:pt x="248" y="96"/>
                    <a:pt x="248" y="96"/>
                    <a:pt x="248" y="96"/>
                  </a:cubicBezTo>
                  <a:cubicBezTo>
                    <a:pt x="298" y="176"/>
                    <a:pt x="298" y="176"/>
                    <a:pt x="298" y="176"/>
                  </a:cubicBezTo>
                  <a:cubicBezTo>
                    <a:pt x="350" y="96"/>
                    <a:pt x="350" y="96"/>
                    <a:pt x="350" y="96"/>
                  </a:cubicBezTo>
                  <a:cubicBezTo>
                    <a:pt x="313" y="96"/>
                    <a:pt x="313" y="96"/>
                    <a:pt x="313" y="96"/>
                  </a:cubicBezTo>
                  <a:cubicBezTo>
                    <a:pt x="282" y="37"/>
                    <a:pt x="218" y="0"/>
                    <a:pt x="151" y="0"/>
                  </a:cubicBezTo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7334318" y="6510958"/>
              <a:ext cx="190097" cy="123513"/>
            </a:xfrm>
            <a:custGeom>
              <a:avLst/>
              <a:gdLst>
                <a:gd name="T0" fmla="*/ 0 w 533"/>
                <a:gd name="T1" fmla="*/ 0 h 344"/>
                <a:gd name="T2" fmla="*/ 219 w 533"/>
                <a:gd name="T3" fmla="*/ 344 h 344"/>
                <a:gd name="T4" fmla="*/ 321 w 533"/>
                <a:gd name="T5" fmla="*/ 178 h 344"/>
                <a:gd name="T6" fmla="*/ 417 w 533"/>
                <a:gd name="T7" fmla="*/ 344 h 344"/>
                <a:gd name="T8" fmla="*/ 533 w 533"/>
                <a:gd name="T9" fmla="*/ 163 h 344"/>
                <a:gd name="T10" fmla="*/ 431 w 533"/>
                <a:gd name="T11" fmla="*/ 0 h 344"/>
                <a:gd name="T12" fmla="*/ 0 w 533"/>
                <a:gd name="T13" fmla="*/ 0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3" h="344">
                  <a:moveTo>
                    <a:pt x="0" y="0"/>
                  </a:moveTo>
                  <a:lnTo>
                    <a:pt x="219" y="344"/>
                  </a:lnTo>
                  <a:lnTo>
                    <a:pt x="321" y="178"/>
                  </a:lnTo>
                  <a:lnTo>
                    <a:pt x="417" y="344"/>
                  </a:lnTo>
                  <a:lnTo>
                    <a:pt x="533" y="163"/>
                  </a:lnTo>
                  <a:lnTo>
                    <a:pt x="43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7340024" y="6544708"/>
              <a:ext cx="46365" cy="90840"/>
            </a:xfrm>
            <a:custGeom>
              <a:avLst/>
              <a:gdLst>
                <a:gd name="T0" fmla="*/ 24 w 81"/>
                <a:gd name="T1" fmla="*/ 32 h 157"/>
                <a:gd name="T2" fmla="*/ 3 w 81"/>
                <a:gd name="T3" fmla="*/ 0 h 157"/>
                <a:gd name="T4" fmla="*/ 0 w 81"/>
                <a:gd name="T5" fmla="*/ 32 h 157"/>
                <a:gd name="T6" fmla="*/ 47 w 81"/>
                <a:gd name="T7" fmla="*/ 156 h 157"/>
                <a:gd name="T8" fmla="*/ 81 w 81"/>
                <a:gd name="T9" fmla="*/ 156 h 157"/>
                <a:gd name="T10" fmla="*/ 24 w 81"/>
                <a:gd name="T11" fmla="*/ 32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" h="157">
                  <a:moveTo>
                    <a:pt x="24" y="32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0" y="24"/>
                    <a:pt x="0" y="32"/>
                  </a:cubicBezTo>
                  <a:cubicBezTo>
                    <a:pt x="1" y="65"/>
                    <a:pt x="4" y="102"/>
                    <a:pt x="47" y="156"/>
                  </a:cubicBezTo>
                  <a:cubicBezTo>
                    <a:pt x="48" y="157"/>
                    <a:pt x="80" y="156"/>
                    <a:pt x="81" y="156"/>
                  </a:cubicBezTo>
                  <a:cubicBezTo>
                    <a:pt x="46" y="126"/>
                    <a:pt x="23" y="80"/>
                    <a:pt x="24" y="32"/>
                  </a:cubicBezTo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8472407" y="6510958"/>
              <a:ext cx="170125" cy="124591"/>
            </a:xfrm>
            <a:custGeom>
              <a:avLst/>
              <a:gdLst>
                <a:gd name="T0" fmla="*/ 293 w 297"/>
                <a:gd name="T1" fmla="*/ 197 h 215"/>
                <a:gd name="T2" fmla="*/ 252 w 297"/>
                <a:gd name="T3" fmla="*/ 132 h 215"/>
                <a:gd name="T4" fmla="*/ 291 w 297"/>
                <a:gd name="T5" fmla="*/ 88 h 215"/>
                <a:gd name="T6" fmla="*/ 291 w 297"/>
                <a:gd name="T7" fmla="*/ 56 h 215"/>
                <a:gd name="T8" fmla="*/ 219 w 297"/>
                <a:gd name="T9" fmla="*/ 0 h 215"/>
                <a:gd name="T10" fmla="*/ 27 w 297"/>
                <a:gd name="T11" fmla="*/ 0 h 215"/>
                <a:gd name="T12" fmla="*/ 0 w 297"/>
                <a:gd name="T13" fmla="*/ 27 h 215"/>
                <a:gd name="T14" fmla="*/ 0 w 297"/>
                <a:gd name="T15" fmla="*/ 198 h 215"/>
                <a:gd name="T16" fmla="*/ 14 w 297"/>
                <a:gd name="T17" fmla="*/ 214 h 215"/>
                <a:gd name="T18" fmla="*/ 77 w 297"/>
                <a:gd name="T19" fmla="*/ 214 h 215"/>
                <a:gd name="T20" fmla="*/ 93 w 297"/>
                <a:gd name="T21" fmla="*/ 196 h 215"/>
                <a:gd name="T22" fmla="*/ 93 w 297"/>
                <a:gd name="T23" fmla="*/ 135 h 215"/>
                <a:gd name="T24" fmla="*/ 96 w 297"/>
                <a:gd name="T25" fmla="*/ 132 h 215"/>
                <a:gd name="T26" fmla="*/ 152 w 297"/>
                <a:gd name="T27" fmla="*/ 132 h 215"/>
                <a:gd name="T28" fmla="*/ 162 w 297"/>
                <a:gd name="T29" fmla="*/ 139 h 215"/>
                <a:gd name="T30" fmla="*/ 196 w 297"/>
                <a:gd name="T31" fmla="*/ 203 h 215"/>
                <a:gd name="T32" fmla="*/ 215 w 297"/>
                <a:gd name="T33" fmla="*/ 214 h 215"/>
                <a:gd name="T34" fmla="*/ 283 w 297"/>
                <a:gd name="T35" fmla="*/ 214 h 215"/>
                <a:gd name="T36" fmla="*/ 293 w 297"/>
                <a:gd name="T37" fmla="*/ 197 h 215"/>
                <a:gd name="T38" fmla="*/ 181 w 297"/>
                <a:gd name="T39" fmla="*/ 82 h 215"/>
                <a:gd name="T40" fmla="*/ 95 w 297"/>
                <a:gd name="T41" fmla="*/ 82 h 215"/>
                <a:gd name="T42" fmla="*/ 92 w 297"/>
                <a:gd name="T43" fmla="*/ 78 h 215"/>
                <a:gd name="T44" fmla="*/ 92 w 297"/>
                <a:gd name="T45" fmla="*/ 54 h 215"/>
                <a:gd name="T46" fmla="*/ 95 w 297"/>
                <a:gd name="T47" fmla="*/ 51 h 215"/>
                <a:gd name="T48" fmla="*/ 179 w 297"/>
                <a:gd name="T49" fmla="*/ 51 h 215"/>
                <a:gd name="T50" fmla="*/ 203 w 297"/>
                <a:gd name="T51" fmla="*/ 66 h 215"/>
                <a:gd name="T52" fmla="*/ 181 w 297"/>
                <a:gd name="T53" fmla="*/ 82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7" h="215">
                  <a:moveTo>
                    <a:pt x="293" y="197"/>
                  </a:moveTo>
                  <a:cubicBezTo>
                    <a:pt x="252" y="132"/>
                    <a:pt x="252" y="132"/>
                    <a:pt x="252" y="132"/>
                  </a:cubicBezTo>
                  <a:cubicBezTo>
                    <a:pt x="276" y="122"/>
                    <a:pt x="291" y="109"/>
                    <a:pt x="291" y="88"/>
                  </a:cubicBezTo>
                  <a:cubicBezTo>
                    <a:pt x="291" y="56"/>
                    <a:pt x="291" y="56"/>
                    <a:pt x="291" y="56"/>
                  </a:cubicBezTo>
                  <a:cubicBezTo>
                    <a:pt x="291" y="26"/>
                    <a:pt x="258" y="2"/>
                    <a:pt x="219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13" y="0"/>
                    <a:pt x="0" y="6"/>
                    <a:pt x="0" y="27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205"/>
                    <a:pt x="3" y="213"/>
                    <a:pt x="14" y="214"/>
                  </a:cubicBezTo>
                  <a:cubicBezTo>
                    <a:pt x="77" y="214"/>
                    <a:pt x="77" y="214"/>
                    <a:pt x="77" y="214"/>
                  </a:cubicBezTo>
                  <a:cubicBezTo>
                    <a:pt x="91" y="214"/>
                    <a:pt x="93" y="205"/>
                    <a:pt x="93" y="196"/>
                  </a:cubicBezTo>
                  <a:cubicBezTo>
                    <a:pt x="93" y="135"/>
                    <a:pt x="93" y="135"/>
                    <a:pt x="93" y="135"/>
                  </a:cubicBezTo>
                  <a:cubicBezTo>
                    <a:pt x="93" y="134"/>
                    <a:pt x="95" y="132"/>
                    <a:pt x="96" y="132"/>
                  </a:cubicBezTo>
                  <a:cubicBezTo>
                    <a:pt x="152" y="132"/>
                    <a:pt x="152" y="132"/>
                    <a:pt x="152" y="132"/>
                  </a:cubicBezTo>
                  <a:cubicBezTo>
                    <a:pt x="157" y="132"/>
                    <a:pt x="158" y="134"/>
                    <a:pt x="162" y="139"/>
                  </a:cubicBezTo>
                  <a:cubicBezTo>
                    <a:pt x="196" y="203"/>
                    <a:pt x="196" y="203"/>
                    <a:pt x="196" y="203"/>
                  </a:cubicBezTo>
                  <a:cubicBezTo>
                    <a:pt x="198" y="205"/>
                    <a:pt x="205" y="215"/>
                    <a:pt x="215" y="214"/>
                  </a:cubicBezTo>
                  <a:cubicBezTo>
                    <a:pt x="283" y="214"/>
                    <a:pt x="283" y="214"/>
                    <a:pt x="283" y="214"/>
                  </a:cubicBezTo>
                  <a:cubicBezTo>
                    <a:pt x="293" y="214"/>
                    <a:pt x="297" y="204"/>
                    <a:pt x="293" y="197"/>
                  </a:cubicBezTo>
                  <a:moveTo>
                    <a:pt x="181" y="82"/>
                  </a:moveTo>
                  <a:cubicBezTo>
                    <a:pt x="95" y="82"/>
                    <a:pt x="95" y="82"/>
                    <a:pt x="95" y="82"/>
                  </a:cubicBezTo>
                  <a:cubicBezTo>
                    <a:pt x="93" y="82"/>
                    <a:pt x="92" y="80"/>
                    <a:pt x="92" y="78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2" y="52"/>
                    <a:pt x="95" y="51"/>
                    <a:pt x="95" y="51"/>
                  </a:cubicBezTo>
                  <a:cubicBezTo>
                    <a:pt x="179" y="51"/>
                    <a:pt x="179" y="51"/>
                    <a:pt x="179" y="51"/>
                  </a:cubicBezTo>
                  <a:cubicBezTo>
                    <a:pt x="194" y="51"/>
                    <a:pt x="203" y="51"/>
                    <a:pt x="203" y="66"/>
                  </a:cubicBezTo>
                  <a:cubicBezTo>
                    <a:pt x="203" y="82"/>
                    <a:pt x="194" y="82"/>
                    <a:pt x="181" y="82"/>
                  </a:cubicBezTo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8312625" y="6510958"/>
              <a:ext cx="137312" cy="124231"/>
            </a:xfrm>
            <a:custGeom>
              <a:avLst/>
              <a:gdLst>
                <a:gd name="T0" fmla="*/ 222 w 240"/>
                <a:gd name="T1" fmla="*/ 0 h 214"/>
                <a:gd name="T2" fmla="*/ 24 w 240"/>
                <a:gd name="T3" fmla="*/ 0 h 214"/>
                <a:gd name="T4" fmla="*/ 0 w 240"/>
                <a:gd name="T5" fmla="*/ 24 h 214"/>
                <a:gd name="T6" fmla="*/ 0 w 240"/>
                <a:gd name="T7" fmla="*/ 195 h 214"/>
                <a:gd name="T8" fmla="*/ 24 w 240"/>
                <a:gd name="T9" fmla="*/ 214 h 214"/>
                <a:gd name="T10" fmla="*/ 222 w 240"/>
                <a:gd name="T11" fmla="*/ 214 h 214"/>
                <a:gd name="T12" fmla="*/ 240 w 240"/>
                <a:gd name="T13" fmla="*/ 206 h 214"/>
                <a:gd name="T14" fmla="*/ 240 w 240"/>
                <a:gd name="T15" fmla="*/ 177 h 214"/>
                <a:gd name="T16" fmla="*/ 222 w 240"/>
                <a:gd name="T17" fmla="*/ 164 h 214"/>
                <a:gd name="T18" fmla="*/ 93 w 240"/>
                <a:gd name="T19" fmla="*/ 164 h 214"/>
                <a:gd name="T20" fmla="*/ 88 w 240"/>
                <a:gd name="T21" fmla="*/ 160 h 214"/>
                <a:gd name="T22" fmla="*/ 88 w 240"/>
                <a:gd name="T23" fmla="*/ 134 h 214"/>
                <a:gd name="T24" fmla="*/ 93 w 240"/>
                <a:gd name="T25" fmla="*/ 129 h 214"/>
                <a:gd name="T26" fmla="*/ 222 w 240"/>
                <a:gd name="T27" fmla="*/ 129 h 214"/>
                <a:gd name="T28" fmla="*/ 240 w 240"/>
                <a:gd name="T29" fmla="*/ 114 h 214"/>
                <a:gd name="T30" fmla="*/ 240 w 240"/>
                <a:gd name="T31" fmla="*/ 101 h 214"/>
                <a:gd name="T32" fmla="*/ 222 w 240"/>
                <a:gd name="T33" fmla="*/ 85 h 214"/>
                <a:gd name="T34" fmla="*/ 91 w 240"/>
                <a:gd name="T35" fmla="*/ 85 h 214"/>
                <a:gd name="T36" fmla="*/ 88 w 240"/>
                <a:gd name="T37" fmla="*/ 81 h 214"/>
                <a:gd name="T38" fmla="*/ 88 w 240"/>
                <a:gd name="T39" fmla="*/ 54 h 214"/>
                <a:gd name="T40" fmla="*/ 91 w 240"/>
                <a:gd name="T41" fmla="*/ 51 h 214"/>
                <a:gd name="T42" fmla="*/ 222 w 240"/>
                <a:gd name="T43" fmla="*/ 51 h 214"/>
                <a:gd name="T44" fmla="*/ 240 w 240"/>
                <a:gd name="T45" fmla="*/ 35 h 214"/>
                <a:gd name="T46" fmla="*/ 240 w 240"/>
                <a:gd name="T47" fmla="*/ 17 h 214"/>
                <a:gd name="T48" fmla="*/ 222 w 240"/>
                <a:gd name="T49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40" h="214">
                  <a:moveTo>
                    <a:pt x="222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9" y="0"/>
                    <a:pt x="0" y="9"/>
                    <a:pt x="0" y="24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0" y="208"/>
                    <a:pt x="10" y="214"/>
                    <a:pt x="24" y="214"/>
                  </a:cubicBezTo>
                  <a:cubicBezTo>
                    <a:pt x="222" y="214"/>
                    <a:pt x="222" y="214"/>
                    <a:pt x="222" y="214"/>
                  </a:cubicBezTo>
                  <a:cubicBezTo>
                    <a:pt x="230" y="214"/>
                    <a:pt x="240" y="214"/>
                    <a:pt x="240" y="206"/>
                  </a:cubicBezTo>
                  <a:cubicBezTo>
                    <a:pt x="240" y="177"/>
                    <a:pt x="240" y="177"/>
                    <a:pt x="240" y="177"/>
                  </a:cubicBezTo>
                  <a:cubicBezTo>
                    <a:pt x="240" y="165"/>
                    <a:pt x="230" y="164"/>
                    <a:pt x="222" y="164"/>
                  </a:cubicBezTo>
                  <a:cubicBezTo>
                    <a:pt x="93" y="164"/>
                    <a:pt x="93" y="164"/>
                    <a:pt x="93" y="164"/>
                  </a:cubicBezTo>
                  <a:cubicBezTo>
                    <a:pt x="90" y="164"/>
                    <a:pt x="89" y="162"/>
                    <a:pt x="88" y="160"/>
                  </a:cubicBezTo>
                  <a:cubicBezTo>
                    <a:pt x="88" y="134"/>
                    <a:pt x="88" y="134"/>
                    <a:pt x="88" y="134"/>
                  </a:cubicBezTo>
                  <a:cubicBezTo>
                    <a:pt x="88" y="132"/>
                    <a:pt x="90" y="129"/>
                    <a:pt x="93" y="129"/>
                  </a:cubicBezTo>
                  <a:cubicBezTo>
                    <a:pt x="222" y="129"/>
                    <a:pt x="222" y="129"/>
                    <a:pt x="222" y="129"/>
                  </a:cubicBezTo>
                  <a:cubicBezTo>
                    <a:pt x="235" y="129"/>
                    <a:pt x="240" y="125"/>
                    <a:pt x="240" y="114"/>
                  </a:cubicBezTo>
                  <a:cubicBezTo>
                    <a:pt x="240" y="101"/>
                    <a:pt x="240" y="101"/>
                    <a:pt x="240" y="101"/>
                  </a:cubicBezTo>
                  <a:cubicBezTo>
                    <a:pt x="240" y="87"/>
                    <a:pt x="234" y="85"/>
                    <a:pt x="222" y="85"/>
                  </a:cubicBezTo>
                  <a:cubicBezTo>
                    <a:pt x="91" y="85"/>
                    <a:pt x="91" y="85"/>
                    <a:pt x="91" y="85"/>
                  </a:cubicBezTo>
                  <a:cubicBezTo>
                    <a:pt x="90" y="85"/>
                    <a:pt x="88" y="85"/>
                    <a:pt x="88" y="81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8" y="52"/>
                    <a:pt x="88" y="51"/>
                    <a:pt x="91" y="51"/>
                  </a:cubicBezTo>
                  <a:cubicBezTo>
                    <a:pt x="222" y="51"/>
                    <a:pt x="222" y="51"/>
                    <a:pt x="222" y="51"/>
                  </a:cubicBezTo>
                  <a:cubicBezTo>
                    <a:pt x="234" y="51"/>
                    <a:pt x="240" y="46"/>
                    <a:pt x="240" y="35"/>
                  </a:cubicBezTo>
                  <a:cubicBezTo>
                    <a:pt x="240" y="17"/>
                    <a:pt x="240" y="17"/>
                    <a:pt x="240" y="17"/>
                  </a:cubicBezTo>
                  <a:cubicBezTo>
                    <a:pt x="240" y="4"/>
                    <a:pt x="234" y="0"/>
                    <a:pt x="222" y="0"/>
                  </a:cubicBezTo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4" name="Freeform 11"/>
            <p:cNvSpPr>
              <a:spLocks noEditPoints="1"/>
            </p:cNvSpPr>
            <p:nvPr userDrawn="1"/>
          </p:nvSpPr>
          <p:spPr bwMode="auto">
            <a:xfrm>
              <a:off x="7836846" y="6510599"/>
              <a:ext cx="184391" cy="124591"/>
            </a:xfrm>
            <a:custGeom>
              <a:avLst/>
              <a:gdLst>
                <a:gd name="T0" fmla="*/ 237 w 322"/>
                <a:gd name="T1" fmla="*/ 21 h 215"/>
                <a:gd name="T2" fmla="*/ 204 w 322"/>
                <a:gd name="T3" fmla="*/ 1 h 215"/>
                <a:gd name="T4" fmla="*/ 121 w 322"/>
                <a:gd name="T5" fmla="*/ 1 h 215"/>
                <a:gd name="T6" fmla="*/ 86 w 322"/>
                <a:gd name="T7" fmla="*/ 23 h 215"/>
                <a:gd name="T8" fmla="*/ 5 w 322"/>
                <a:gd name="T9" fmla="*/ 194 h 215"/>
                <a:gd name="T10" fmla="*/ 13 w 322"/>
                <a:gd name="T11" fmla="*/ 215 h 215"/>
                <a:gd name="T12" fmla="*/ 62 w 322"/>
                <a:gd name="T13" fmla="*/ 215 h 215"/>
                <a:gd name="T14" fmla="*/ 77 w 322"/>
                <a:gd name="T15" fmla="*/ 207 h 215"/>
                <a:gd name="T16" fmla="*/ 91 w 322"/>
                <a:gd name="T17" fmla="*/ 174 h 215"/>
                <a:gd name="T18" fmla="*/ 203 w 322"/>
                <a:gd name="T19" fmla="*/ 175 h 215"/>
                <a:gd name="T20" fmla="*/ 221 w 322"/>
                <a:gd name="T21" fmla="*/ 207 h 215"/>
                <a:gd name="T22" fmla="*/ 240 w 322"/>
                <a:gd name="T23" fmla="*/ 215 h 215"/>
                <a:gd name="T24" fmla="*/ 307 w 322"/>
                <a:gd name="T25" fmla="*/ 215 h 215"/>
                <a:gd name="T26" fmla="*/ 317 w 322"/>
                <a:gd name="T27" fmla="*/ 194 h 215"/>
                <a:gd name="T28" fmla="*/ 237 w 322"/>
                <a:gd name="T29" fmla="*/ 21 h 215"/>
                <a:gd name="T30" fmla="*/ 180 w 322"/>
                <a:gd name="T31" fmla="*/ 127 h 215"/>
                <a:gd name="T32" fmla="*/ 114 w 322"/>
                <a:gd name="T33" fmla="*/ 127 h 215"/>
                <a:gd name="T34" fmla="*/ 113 w 322"/>
                <a:gd name="T35" fmla="*/ 124 h 215"/>
                <a:gd name="T36" fmla="*/ 146 w 322"/>
                <a:gd name="T37" fmla="*/ 52 h 215"/>
                <a:gd name="T38" fmla="*/ 150 w 322"/>
                <a:gd name="T39" fmla="*/ 52 h 215"/>
                <a:gd name="T40" fmla="*/ 182 w 322"/>
                <a:gd name="T41" fmla="*/ 124 h 215"/>
                <a:gd name="T42" fmla="*/ 180 w 322"/>
                <a:gd name="T43" fmla="*/ 127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22" h="215">
                  <a:moveTo>
                    <a:pt x="237" y="21"/>
                  </a:moveTo>
                  <a:cubicBezTo>
                    <a:pt x="227" y="2"/>
                    <a:pt x="214" y="1"/>
                    <a:pt x="204" y="1"/>
                  </a:cubicBezTo>
                  <a:cubicBezTo>
                    <a:pt x="121" y="1"/>
                    <a:pt x="121" y="1"/>
                    <a:pt x="121" y="1"/>
                  </a:cubicBezTo>
                  <a:cubicBezTo>
                    <a:pt x="108" y="0"/>
                    <a:pt x="91" y="12"/>
                    <a:pt x="86" y="23"/>
                  </a:cubicBezTo>
                  <a:cubicBezTo>
                    <a:pt x="5" y="194"/>
                    <a:pt x="5" y="194"/>
                    <a:pt x="5" y="194"/>
                  </a:cubicBezTo>
                  <a:cubicBezTo>
                    <a:pt x="0" y="202"/>
                    <a:pt x="3" y="215"/>
                    <a:pt x="13" y="215"/>
                  </a:cubicBezTo>
                  <a:cubicBezTo>
                    <a:pt x="62" y="215"/>
                    <a:pt x="62" y="215"/>
                    <a:pt x="62" y="215"/>
                  </a:cubicBezTo>
                  <a:cubicBezTo>
                    <a:pt x="71" y="215"/>
                    <a:pt x="75" y="210"/>
                    <a:pt x="77" y="207"/>
                  </a:cubicBezTo>
                  <a:cubicBezTo>
                    <a:pt x="91" y="174"/>
                    <a:pt x="91" y="174"/>
                    <a:pt x="91" y="174"/>
                  </a:cubicBezTo>
                  <a:cubicBezTo>
                    <a:pt x="203" y="175"/>
                    <a:pt x="203" y="175"/>
                    <a:pt x="203" y="175"/>
                  </a:cubicBezTo>
                  <a:cubicBezTo>
                    <a:pt x="221" y="207"/>
                    <a:pt x="221" y="207"/>
                    <a:pt x="221" y="207"/>
                  </a:cubicBezTo>
                  <a:cubicBezTo>
                    <a:pt x="224" y="212"/>
                    <a:pt x="232" y="215"/>
                    <a:pt x="240" y="215"/>
                  </a:cubicBezTo>
                  <a:cubicBezTo>
                    <a:pt x="307" y="215"/>
                    <a:pt x="307" y="215"/>
                    <a:pt x="307" y="215"/>
                  </a:cubicBezTo>
                  <a:cubicBezTo>
                    <a:pt x="322" y="215"/>
                    <a:pt x="322" y="202"/>
                    <a:pt x="317" y="194"/>
                  </a:cubicBezTo>
                  <a:lnTo>
                    <a:pt x="237" y="21"/>
                  </a:lnTo>
                  <a:close/>
                  <a:moveTo>
                    <a:pt x="180" y="127"/>
                  </a:moveTo>
                  <a:cubicBezTo>
                    <a:pt x="114" y="127"/>
                    <a:pt x="114" y="127"/>
                    <a:pt x="114" y="127"/>
                  </a:cubicBezTo>
                  <a:cubicBezTo>
                    <a:pt x="111" y="127"/>
                    <a:pt x="111" y="125"/>
                    <a:pt x="113" y="124"/>
                  </a:cubicBezTo>
                  <a:cubicBezTo>
                    <a:pt x="146" y="52"/>
                    <a:pt x="146" y="52"/>
                    <a:pt x="146" y="52"/>
                  </a:cubicBezTo>
                  <a:cubicBezTo>
                    <a:pt x="147" y="50"/>
                    <a:pt x="149" y="48"/>
                    <a:pt x="150" y="52"/>
                  </a:cubicBezTo>
                  <a:cubicBezTo>
                    <a:pt x="182" y="124"/>
                    <a:pt x="182" y="124"/>
                    <a:pt x="182" y="124"/>
                  </a:cubicBezTo>
                  <a:cubicBezTo>
                    <a:pt x="184" y="126"/>
                    <a:pt x="182" y="127"/>
                    <a:pt x="180" y="127"/>
                  </a:cubicBezTo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5" name="Freeform 12"/>
            <p:cNvSpPr>
              <a:spLocks/>
            </p:cNvSpPr>
            <p:nvPr userDrawn="1"/>
          </p:nvSpPr>
          <p:spPr bwMode="auto">
            <a:xfrm>
              <a:off x="8132870" y="6510958"/>
              <a:ext cx="161922" cy="124591"/>
            </a:xfrm>
            <a:custGeom>
              <a:avLst/>
              <a:gdLst>
                <a:gd name="T0" fmla="*/ 264 w 283"/>
                <a:gd name="T1" fmla="*/ 0 h 215"/>
                <a:gd name="T2" fmla="*/ 21 w 283"/>
                <a:gd name="T3" fmla="*/ 0 h 215"/>
                <a:gd name="T4" fmla="*/ 0 w 283"/>
                <a:gd name="T5" fmla="*/ 17 h 215"/>
                <a:gd name="T6" fmla="*/ 0 w 283"/>
                <a:gd name="T7" fmla="*/ 36 h 215"/>
                <a:gd name="T8" fmla="*/ 17 w 283"/>
                <a:gd name="T9" fmla="*/ 51 h 215"/>
                <a:gd name="T10" fmla="*/ 95 w 283"/>
                <a:gd name="T11" fmla="*/ 51 h 215"/>
                <a:gd name="T12" fmla="*/ 95 w 283"/>
                <a:gd name="T13" fmla="*/ 199 h 215"/>
                <a:gd name="T14" fmla="*/ 111 w 283"/>
                <a:gd name="T15" fmla="*/ 214 h 215"/>
                <a:gd name="T16" fmla="*/ 175 w 283"/>
                <a:gd name="T17" fmla="*/ 214 h 215"/>
                <a:gd name="T18" fmla="*/ 192 w 283"/>
                <a:gd name="T19" fmla="*/ 198 h 215"/>
                <a:gd name="T20" fmla="*/ 192 w 283"/>
                <a:gd name="T21" fmla="*/ 51 h 215"/>
                <a:gd name="T22" fmla="*/ 267 w 283"/>
                <a:gd name="T23" fmla="*/ 51 h 215"/>
                <a:gd name="T24" fmla="*/ 283 w 283"/>
                <a:gd name="T25" fmla="*/ 35 h 215"/>
                <a:gd name="T26" fmla="*/ 283 w 283"/>
                <a:gd name="T27" fmla="*/ 17 h 215"/>
                <a:gd name="T28" fmla="*/ 264 w 283"/>
                <a:gd name="T29" fmla="*/ 0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3" h="215">
                  <a:moveTo>
                    <a:pt x="264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4" y="0"/>
                    <a:pt x="0" y="8"/>
                    <a:pt x="0" y="17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43"/>
                    <a:pt x="6" y="51"/>
                    <a:pt x="17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199"/>
                    <a:pt x="95" y="199"/>
                    <a:pt x="95" y="199"/>
                  </a:cubicBezTo>
                  <a:cubicBezTo>
                    <a:pt x="95" y="207"/>
                    <a:pt x="102" y="214"/>
                    <a:pt x="111" y="214"/>
                  </a:cubicBezTo>
                  <a:cubicBezTo>
                    <a:pt x="175" y="214"/>
                    <a:pt x="175" y="214"/>
                    <a:pt x="175" y="214"/>
                  </a:cubicBezTo>
                  <a:cubicBezTo>
                    <a:pt x="190" y="215"/>
                    <a:pt x="192" y="206"/>
                    <a:pt x="192" y="198"/>
                  </a:cubicBezTo>
                  <a:cubicBezTo>
                    <a:pt x="192" y="51"/>
                    <a:pt x="192" y="51"/>
                    <a:pt x="192" y="51"/>
                  </a:cubicBezTo>
                  <a:cubicBezTo>
                    <a:pt x="267" y="51"/>
                    <a:pt x="267" y="51"/>
                    <a:pt x="267" y="51"/>
                  </a:cubicBezTo>
                  <a:cubicBezTo>
                    <a:pt x="277" y="51"/>
                    <a:pt x="283" y="46"/>
                    <a:pt x="283" y="35"/>
                  </a:cubicBezTo>
                  <a:cubicBezTo>
                    <a:pt x="283" y="17"/>
                    <a:pt x="283" y="17"/>
                    <a:pt x="283" y="17"/>
                  </a:cubicBezTo>
                  <a:cubicBezTo>
                    <a:pt x="282" y="8"/>
                    <a:pt x="278" y="0"/>
                    <a:pt x="264" y="0"/>
                  </a:cubicBezTo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8032294" y="6510958"/>
              <a:ext cx="132676" cy="124231"/>
            </a:xfrm>
            <a:custGeom>
              <a:avLst/>
              <a:gdLst>
                <a:gd name="T0" fmla="*/ 215 w 232"/>
                <a:gd name="T1" fmla="*/ 173 h 214"/>
                <a:gd name="T2" fmla="*/ 93 w 232"/>
                <a:gd name="T3" fmla="*/ 173 h 214"/>
                <a:gd name="T4" fmla="*/ 93 w 232"/>
                <a:gd name="T5" fmla="*/ 26 h 214"/>
                <a:gd name="T6" fmla="*/ 67 w 232"/>
                <a:gd name="T7" fmla="*/ 0 h 214"/>
                <a:gd name="T8" fmla="*/ 26 w 232"/>
                <a:gd name="T9" fmla="*/ 0 h 214"/>
                <a:gd name="T10" fmla="*/ 0 w 232"/>
                <a:gd name="T11" fmla="*/ 26 h 214"/>
                <a:gd name="T12" fmla="*/ 0 w 232"/>
                <a:gd name="T13" fmla="*/ 192 h 214"/>
                <a:gd name="T14" fmla="*/ 24 w 232"/>
                <a:gd name="T15" fmla="*/ 214 h 214"/>
                <a:gd name="T16" fmla="*/ 216 w 232"/>
                <a:gd name="T17" fmla="*/ 214 h 214"/>
                <a:gd name="T18" fmla="*/ 232 w 232"/>
                <a:gd name="T19" fmla="*/ 206 h 214"/>
                <a:gd name="T20" fmla="*/ 232 w 232"/>
                <a:gd name="T21" fmla="*/ 186 h 214"/>
                <a:gd name="T22" fmla="*/ 215 w 232"/>
                <a:gd name="T23" fmla="*/ 173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32" h="214">
                  <a:moveTo>
                    <a:pt x="215" y="173"/>
                  </a:moveTo>
                  <a:cubicBezTo>
                    <a:pt x="93" y="173"/>
                    <a:pt x="93" y="173"/>
                    <a:pt x="93" y="173"/>
                  </a:cubicBezTo>
                  <a:cubicBezTo>
                    <a:pt x="93" y="26"/>
                    <a:pt x="93" y="26"/>
                    <a:pt x="93" y="26"/>
                  </a:cubicBezTo>
                  <a:cubicBezTo>
                    <a:pt x="92" y="2"/>
                    <a:pt x="78" y="0"/>
                    <a:pt x="67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5" y="0"/>
                    <a:pt x="0" y="14"/>
                    <a:pt x="0" y="26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03"/>
                    <a:pt x="7" y="214"/>
                    <a:pt x="24" y="214"/>
                  </a:cubicBezTo>
                  <a:cubicBezTo>
                    <a:pt x="216" y="214"/>
                    <a:pt x="216" y="214"/>
                    <a:pt x="216" y="214"/>
                  </a:cubicBezTo>
                  <a:cubicBezTo>
                    <a:pt x="223" y="214"/>
                    <a:pt x="230" y="213"/>
                    <a:pt x="232" y="206"/>
                  </a:cubicBezTo>
                  <a:cubicBezTo>
                    <a:pt x="232" y="186"/>
                    <a:pt x="232" y="186"/>
                    <a:pt x="232" y="186"/>
                  </a:cubicBezTo>
                  <a:cubicBezTo>
                    <a:pt x="231" y="175"/>
                    <a:pt x="222" y="173"/>
                    <a:pt x="215" y="173"/>
                  </a:cubicBezTo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7641755" y="6684738"/>
              <a:ext cx="59561" cy="70015"/>
            </a:xfrm>
            <a:custGeom>
              <a:avLst/>
              <a:gdLst>
                <a:gd name="T0" fmla="*/ 87 w 104"/>
                <a:gd name="T1" fmla="*/ 33 h 121"/>
                <a:gd name="T2" fmla="*/ 66 w 104"/>
                <a:gd name="T3" fmla="*/ 25 h 121"/>
                <a:gd name="T4" fmla="*/ 51 w 104"/>
                <a:gd name="T5" fmla="*/ 35 h 121"/>
                <a:gd name="T6" fmla="*/ 63 w 104"/>
                <a:gd name="T7" fmla="*/ 46 h 121"/>
                <a:gd name="T8" fmla="*/ 71 w 104"/>
                <a:gd name="T9" fmla="*/ 48 h 121"/>
                <a:gd name="T10" fmla="*/ 97 w 104"/>
                <a:gd name="T11" fmla="*/ 79 h 121"/>
                <a:gd name="T12" fmla="*/ 78 w 104"/>
                <a:gd name="T13" fmla="*/ 111 h 121"/>
                <a:gd name="T14" fmla="*/ 41 w 104"/>
                <a:gd name="T15" fmla="*/ 121 h 121"/>
                <a:gd name="T16" fmla="*/ 0 w 104"/>
                <a:gd name="T17" fmla="*/ 108 h 121"/>
                <a:gd name="T18" fmla="*/ 18 w 104"/>
                <a:gd name="T19" fmla="*/ 84 h 121"/>
                <a:gd name="T20" fmla="*/ 44 w 104"/>
                <a:gd name="T21" fmla="*/ 96 h 121"/>
                <a:gd name="T22" fmla="*/ 62 w 104"/>
                <a:gd name="T23" fmla="*/ 84 h 121"/>
                <a:gd name="T24" fmla="*/ 45 w 104"/>
                <a:gd name="T25" fmla="*/ 71 h 121"/>
                <a:gd name="T26" fmla="*/ 16 w 104"/>
                <a:gd name="T27" fmla="*/ 38 h 121"/>
                <a:gd name="T28" fmla="*/ 66 w 104"/>
                <a:gd name="T29" fmla="*/ 0 h 121"/>
                <a:gd name="T30" fmla="*/ 104 w 104"/>
                <a:gd name="T31" fmla="*/ 9 h 121"/>
                <a:gd name="T32" fmla="*/ 87 w 104"/>
                <a:gd name="T33" fmla="*/ 33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4" h="121">
                  <a:moveTo>
                    <a:pt x="87" y="33"/>
                  </a:moveTo>
                  <a:cubicBezTo>
                    <a:pt x="81" y="28"/>
                    <a:pt x="74" y="25"/>
                    <a:pt x="66" y="25"/>
                  </a:cubicBezTo>
                  <a:cubicBezTo>
                    <a:pt x="61" y="25"/>
                    <a:pt x="52" y="28"/>
                    <a:pt x="51" y="35"/>
                  </a:cubicBezTo>
                  <a:cubicBezTo>
                    <a:pt x="50" y="41"/>
                    <a:pt x="58" y="44"/>
                    <a:pt x="63" y="46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88" y="53"/>
                    <a:pt x="100" y="61"/>
                    <a:pt x="97" y="79"/>
                  </a:cubicBezTo>
                  <a:cubicBezTo>
                    <a:pt x="95" y="91"/>
                    <a:pt x="90" y="103"/>
                    <a:pt x="78" y="111"/>
                  </a:cubicBezTo>
                  <a:cubicBezTo>
                    <a:pt x="67" y="118"/>
                    <a:pt x="54" y="121"/>
                    <a:pt x="41" y="121"/>
                  </a:cubicBezTo>
                  <a:cubicBezTo>
                    <a:pt x="25" y="121"/>
                    <a:pt x="11" y="116"/>
                    <a:pt x="0" y="108"/>
                  </a:cubicBezTo>
                  <a:cubicBezTo>
                    <a:pt x="18" y="84"/>
                    <a:pt x="18" y="84"/>
                    <a:pt x="18" y="84"/>
                  </a:cubicBezTo>
                  <a:cubicBezTo>
                    <a:pt x="25" y="91"/>
                    <a:pt x="33" y="96"/>
                    <a:pt x="44" y="96"/>
                  </a:cubicBezTo>
                  <a:cubicBezTo>
                    <a:pt x="52" y="96"/>
                    <a:pt x="61" y="92"/>
                    <a:pt x="62" y="84"/>
                  </a:cubicBezTo>
                  <a:cubicBezTo>
                    <a:pt x="64" y="76"/>
                    <a:pt x="51" y="73"/>
                    <a:pt x="45" y="71"/>
                  </a:cubicBezTo>
                  <a:cubicBezTo>
                    <a:pt x="25" y="66"/>
                    <a:pt x="13" y="61"/>
                    <a:pt x="16" y="38"/>
                  </a:cubicBezTo>
                  <a:cubicBezTo>
                    <a:pt x="20" y="15"/>
                    <a:pt x="41" y="0"/>
                    <a:pt x="66" y="0"/>
                  </a:cubicBezTo>
                  <a:cubicBezTo>
                    <a:pt x="79" y="0"/>
                    <a:pt x="93" y="3"/>
                    <a:pt x="104" y="9"/>
                  </a:cubicBezTo>
                  <a:lnTo>
                    <a:pt x="87" y="33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7704527" y="6708077"/>
              <a:ext cx="59205" cy="46677"/>
            </a:xfrm>
            <a:custGeom>
              <a:avLst/>
              <a:gdLst>
                <a:gd name="T0" fmla="*/ 43 w 103"/>
                <a:gd name="T1" fmla="*/ 0 h 81"/>
                <a:gd name="T2" fmla="*/ 36 w 103"/>
                <a:gd name="T3" fmla="*/ 42 h 81"/>
                <a:gd name="T4" fmla="*/ 48 w 103"/>
                <a:gd name="T5" fmla="*/ 59 h 81"/>
                <a:gd name="T6" fmla="*/ 66 w 103"/>
                <a:gd name="T7" fmla="*/ 42 h 81"/>
                <a:gd name="T8" fmla="*/ 73 w 103"/>
                <a:gd name="T9" fmla="*/ 0 h 81"/>
                <a:gd name="T10" fmla="*/ 103 w 103"/>
                <a:gd name="T11" fmla="*/ 0 h 81"/>
                <a:gd name="T12" fmla="*/ 95 w 103"/>
                <a:gd name="T13" fmla="*/ 47 h 81"/>
                <a:gd name="T14" fmla="*/ 44 w 103"/>
                <a:gd name="T15" fmla="*/ 81 h 81"/>
                <a:gd name="T16" fmla="*/ 5 w 103"/>
                <a:gd name="T17" fmla="*/ 47 h 81"/>
                <a:gd name="T18" fmla="*/ 13 w 103"/>
                <a:gd name="T19" fmla="*/ 0 h 81"/>
                <a:gd name="T20" fmla="*/ 43 w 103"/>
                <a:gd name="T2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3" h="81">
                  <a:moveTo>
                    <a:pt x="43" y="0"/>
                  </a:moveTo>
                  <a:cubicBezTo>
                    <a:pt x="36" y="42"/>
                    <a:pt x="36" y="42"/>
                    <a:pt x="36" y="42"/>
                  </a:cubicBezTo>
                  <a:cubicBezTo>
                    <a:pt x="34" y="52"/>
                    <a:pt x="35" y="59"/>
                    <a:pt x="48" y="59"/>
                  </a:cubicBezTo>
                  <a:cubicBezTo>
                    <a:pt x="60" y="59"/>
                    <a:pt x="64" y="52"/>
                    <a:pt x="66" y="42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95" y="47"/>
                    <a:pt x="95" y="47"/>
                    <a:pt x="95" y="47"/>
                  </a:cubicBezTo>
                  <a:cubicBezTo>
                    <a:pt x="91" y="73"/>
                    <a:pt x="70" y="81"/>
                    <a:pt x="44" y="81"/>
                  </a:cubicBezTo>
                  <a:cubicBezTo>
                    <a:pt x="19" y="81"/>
                    <a:pt x="0" y="73"/>
                    <a:pt x="5" y="47"/>
                  </a:cubicBezTo>
                  <a:cubicBezTo>
                    <a:pt x="13" y="0"/>
                    <a:pt x="13" y="0"/>
                    <a:pt x="13" y="0"/>
                  </a:cubicBezTo>
                  <a:lnTo>
                    <a:pt x="43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7769795" y="6707358"/>
              <a:ext cx="44225" cy="45600"/>
            </a:xfrm>
            <a:custGeom>
              <a:avLst/>
              <a:gdLst>
                <a:gd name="T0" fmla="*/ 41 w 77"/>
                <a:gd name="T1" fmla="*/ 14 h 79"/>
                <a:gd name="T2" fmla="*/ 42 w 77"/>
                <a:gd name="T3" fmla="*/ 14 h 79"/>
                <a:gd name="T4" fmla="*/ 72 w 77"/>
                <a:gd name="T5" fmla="*/ 0 h 79"/>
                <a:gd name="T6" fmla="*/ 77 w 77"/>
                <a:gd name="T7" fmla="*/ 0 h 79"/>
                <a:gd name="T8" fmla="*/ 73 w 77"/>
                <a:gd name="T9" fmla="*/ 26 h 79"/>
                <a:gd name="T10" fmla="*/ 60 w 77"/>
                <a:gd name="T11" fmla="*/ 24 h 79"/>
                <a:gd name="T12" fmla="*/ 36 w 77"/>
                <a:gd name="T13" fmla="*/ 48 h 79"/>
                <a:gd name="T14" fmla="*/ 30 w 77"/>
                <a:gd name="T15" fmla="*/ 79 h 79"/>
                <a:gd name="T16" fmla="*/ 0 w 77"/>
                <a:gd name="T17" fmla="*/ 79 h 79"/>
                <a:gd name="T18" fmla="*/ 13 w 77"/>
                <a:gd name="T19" fmla="*/ 1 h 79"/>
                <a:gd name="T20" fmla="*/ 44 w 77"/>
                <a:gd name="T21" fmla="*/ 1 h 79"/>
                <a:gd name="T22" fmla="*/ 41 w 77"/>
                <a:gd name="T23" fmla="*/ 14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7" h="79">
                  <a:moveTo>
                    <a:pt x="41" y="14"/>
                  </a:moveTo>
                  <a:cubicBezTo>
                    <a:pt x="42" y="14"/>
                    <a:pt x="42" y="14"/>
                    <a:pt x="42" y="14"/>
                  </a:cubicBezTo>
                  <a:cubicBezTo>
                    <a:pt x="49" y="4"/>
                    <a:pt x="60" y="0"/>
                    <a:pt x="72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3" y="26"/>
                    <a:pt x="73" y="26"/>
                    <a:pt x="73" y="26"/>
                  </a:cubicBezTo>
                  <a:cubicBezTo>
                    <a:pt x="69" y="24"/>
                    <a:pt x="65" y="24"/>
                    <a:pt x="60" y="24"/>
                  </a:cubicBezTo>
                  <a:cubicBezTo>
                    <a:pt x="44" y="24"/>
                    <a:pt x="38" y="34"/>
                    <a:pt x="36" y="48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44" y="1"/>
                    <a:pt x="44" y="1"/>
                    <a:pt x="44" y="1"/>
                  </a:cubicBezTo>
                  <a:lnTo>
                    <a:pt x="41" y="14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7820797" y="6678993"/>
              <a:ext cx="41729" cy="73964"/>
            </a:xfrm>
            <a:custGeom>
              <a:avLst/>
              <a:gdLst>
                <a:gd name="T0" fmla="*/ 31 w 73"/>
                <a:gd name="T1" fmla="*/ 128 h 128"/>
                <a:gd name="T2" fmla="*/ 1 w 73"/>
                <a:gd name="T3" fmla="*/ 128 h 128"/>
                <a:gd name="T4" fmla="*/ 10 w 73"/>
                <a:gd name="T5" fmla="*/ 73 h 128"/>
                <a:gd name="T6" fmla="*/ 0 w 73"/>
                <a:gd name="T7" fmla="*/ 73 h 128"/>
                <a:gd name="T8" fmla="*/ 3 w 73"/>
                <a:gd name="T9" fmla="*/ 50 h 128"/>
                <a:gd name="T10" fmla="*/ 14 w 73"/>
                <a:gd name="T11" fmla="*/ 50 h 128"/>
                <a:gd name="T12" fmla="*/ 16 w 73"/>
                <a:gd name="T13" fmla="*/ 40 h 128"/>
                <a:gd name="T14" fmla="*/ 29 w 73"/>
                <a:gd name="T15" fmla="*/ 12 h 128"/>
                <a:gd name="T16" fmla="*/ 61 w 73"/>
                <a:gd name="T17" fmla="*/ 0 h 128"/>
                <a:gd name="T18" fmla="*/ 73 w 73"/>
                <a:gd name="T19" fmla="*/ 2 h 128"/>
                <a:gd name="T20" fmla="*/ 69 w 73"/>
                <a:gd name="T21" fmla="*/ 26 h 128"/>
                <a:gd name="T22" fmla="*/ 59 w 73"/>
                <a:gd name="T23" fmla="*/ 24 h 128"/>
                <a:gd name="T24" fmla="*/ 46 w 73"/>
                <a:gd name="T25" fmla="*/ 37 h 128"/>
                <a:gd name="T26" fmla="*/ 44 w 73"/>
                <a:gd name="T27" fmla="*/ 50 h 128"/>
                <a:gd name="T28" fmla="*/ 65 w 73"/>
                <a:gd name="T29" fmla="*/ 50 h 128"/>
                <a:gd name="T30" fmla="*/ 61 w 73"/>
                <a:gd name="T31" fmla="*/ 73 h 128"/>
                <a:gd name="T32" fmla="*/ 40 w 73"/>
                <a:gd name="T33" fmla="*/ 73 h 128"/>
                <a:gd name="T34" fmla="*/ 31 w 73"/>
                <a:gd name="T35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3" h="128">
                  <a:moveTo>
                    <a:pt x="31" y="128"/>
                  </a:moveTo>
                  <a:cubicBezTo>
                    <a:pt x="1" y="128"/>
                    <a:pt x="1" y="128"/>
                    <a:pt x="1" y="128"/>
                  </a:cubicBezTo>
                  <a:cubicBezTo>
                    <a:pt x="10" y="73"/>
                    <a:pt x="10" y="73"/>
                    <a:pt x="10" y="73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14" y="50"/>
                    <a:pt x="14" y="50"/>
                    <a:pt x="14" y="50"/>
                  </a:cubicBezTo>
                  <a:cubicBezTo>
                    <a:pt x="16" y="40"/>
                    <a:pt x="16" y="40"/>
                    <a:pt x="16" y="40"/>
                  </a:cubicBezTo>
                  <a:cubicBezTo>
                    <a:pt x="18" y="29"/>
                    <a:pt x="19" y="21"/>
                    <a:pt x="29" y="12"/>
                  </a:cubicBezTo>
                  <a:cubicBezTo>
                    <a:pt x="38" y="4"/>
                    <a:pt x="49" y="0"/>
                    <a:pt x="61" y="0"/>
                  </a:cubicBezTo>
                  <a:cubicBezTo>
                    <a:pt x="65" y="0"/>
                    <a:pt x="69" y="0"/>
                    <a:pt x="73" y="2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66" y="25"/>
                    <a:pt x="63" y="24"/>
                    <a:pt x="59" y="24"/>
                  </a:cubicBezTo>
                  <a:cubicBezTo>
                    <a:pt x="51" y="24"/>
                    <a:pt x="48" y="28"/>
                    <a:pt x="46" y="37"/>
                  </a:cubicBezTo>
                  <a:cubicBezTo>
                    <a:pt x="44" y="50"/>
                    <a:pt x="44" y="50"/>
                    <a:pt x="44" y="50"/>
                  </a:cubicBezTo>
                  <a:cubicBezTo>
                    <a:pt x="65" y="50"/>
                    <a:pt x="65" y="50"/>
                    <a:pt x="65" y="50"/>
                  </a:cubicBezTo>
                  <a:cubicBezTo>
                    <a:pt x="61" y="73"/>
                    <a:pt x="61" y="73"/>
                    <a:pt x="61" y="73"/>
                  </a:cubicBezTo>
                  <a:cubicBezTo>
                    <a:pt x="40" y="73"/>
                    <a:pt x="40" y="73"/>
                    <a:pt x="40" y="73"/>
                  </a:cubicBezTo>
                  <a:lnTo>
                    <a:pt x="31" y="128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1" name="Freeform 18"/>
            <p:cNvSpPr>
              <a:spLocks noEditPoints="1"/>
            </p:cNvSpPr>
            <p:nvPr userDrawn="1"/>
          </p:nvSpPr>
          <p:spPr bwMode="auto">
            <a:xfrm>
              <a:off x="7857532" y="6706281"/>
              <a:ext cx="62415" cy="48472"/>
            </a:xfrm>
            <a:custGeom>
              <a:avLst/>
              <a:gdLst>
                <a:gd name="T0" fmla="*/ 96 w 109"/>
                <a:gd name="T1" fmla="*/ 81 h 84"/>
                <a:gd name="T2" fmla="*/ 66 w 109"/>
                <a:gd name="T3" fmla="*/ 81 h 84"/>
                <a:gd name="T4" fmla="*/ 67 w 109"/>
                <a:gd name="T5" fmla="*/ 73 h 84"/>
                <a:gd name="T6" fmla="*/ 67 w 109"/>
                <a:gd name="T7" fmla="*/ 73 h 84"/>
                <a:gd name="T8" fmla="*/ 39 w 109"/>
                <a:gd name="T9" fmla="*/ 84 h 84"/>
                <a:gd name="T10" fmla="*/ 4 w 109"/>
                <a:gd name="T11" fmla="*/ 42 h 84"/>
                <a:gd name="T12" fmla="*/ 53 w 109"/>
                <a:gd name="T13" fmla="*/ 0 h 84"/>
                <a:gd name="T14" fmla="*/ 78 w 109"/>
                <a:gd name="T15" fmla="*/ 10 h 84"/>
                <a:gd name="T16" fmla="*/ 79 w 109"/>
                <a:gd name="T17" fmla="*/ 3 h 84"/>
                <a:gd name="T18" fmla="*/ 109 w 109"/>
                <a:gd name="T19" fmla="*/ 3 h 84"/>
                <a:gd name="T20" fmla="*/ 96 w 109"/>
                <a:gd name="T21" fmla="*/ 81 h 84"/>
                <a:gd name="T22" fmla="*/ 35 w 109"/>
                <a:gd name="T23" fmla="*/ 42 h 84"/>
                <a:gd name="T24" fmla="*/ 51 w 109"/>
                <a:gd name="T25" fmla="*/ 60 h 84"/>
                <a:gd name="T26" fmla="*/ 73 w 109"/>
                <a:gd name="T27" fmla="*/ 42 h 84"/>
                <a:gd name="T28" fmla="*/ 57 w 109"/>
                <a:gd name="T29" fmla="*/ 24 h 84"/>
                <a:gd name="T30" fmla="*/ 35 w 109"/>
                <a:gd name="T31" fmla="*/ 4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9" h="84">
                  <a:moveTo>
                    <a:pt x="96" y="81"/>
                  </a:moveTo>
                  <a:cubicBezTo>
                    <a:pt x="66" y="81"/>
                    <a:pt x="66" y="81"/>
                    <a:pt x="66" y="81"/>
                  </a:cubicBezTo>
                  <a:cubicBezTo>
                    <a:pt x="67" y="73"/>
                    <a:pt x="67" y="73"/>
                    <a:pt x="67" y="73"/>
                  </a:cubicBezTo>
                  <a:cubicBezTo>
                    <a:pt x="67" y="73"/>
                    <a:pt x="67" y="73"/>
                    <a:pt x="67" y="73"/>
                  </a:cubicBezTo>
                  <a:cubicBezTo>
                    <a:pt x="60" y="80"/>
                    <a:pt x="49" y="84"/>
                    <a:pt x="39" y="84"/>
                  </a:cubicBezTo>
                  <a:cubicBezTo>
                    <a:pt x="14" y="84"/>
                    <a:pt x="0" y="64"/>
                    <a:pt x="4" y="42"/>
                  </a:cubicBezTo>
                  <a:cubicBezTo>
                    <a:pt x="7" y="19"/>
                    <a:pt x="28" y="0"/>
                    <a:pt x="53" y="0"/>
                  </a:cubicBezTo>
                  <a:cubicBezTo>
                    <a:pt x="63" y="0"/>
                    <a:pt x="73" y="3"/>
                    <a:pt x="78" y="10"/>
                  </a:cubicBezTo>
                  <a:cubicBezTo>
                    <a:pt x="79" y="3"/>
                    <a:pt x="79" y="3"/>
                    <a:pt x="79" y="3"/>
                  </a:cubicBezTo>
                  <a:cubicBezTo>
                    <a:pt x="109" y="3"/>
                    <a:pt x="109" y="3"/>
                    <a:pt x="109" y="3"/>
                  </a:cubicBezTo>
                  <a:lnTo>
                    <a:pt x="96" y="81"/>
                  </a:lnTo>
                  <a:close/>
                  <a:moveTo>
                    <a:pt x="35" y="42"/>
                  </a:moveTo>
                  <a:cubicBezTo>
                    <a:pt x="33" y="52"/>
                    <a:pt x="39" y="60"/>
                    <a:pt x="51" y="60"/>
                  </a:cubicBezTo>
                  <a:cubicBezTo>
                    <a:pt x="63" y="60"/>
                    <a:pt x="72" y="52"/>
                    <a:pt x="73" y="42"/>
                  </a:cubicBezTo>
                  <a:cubicBezTo>
                    <a:pt x="75" y="32"/>
                    <a:pt x="69" y="24"/>
                    <a:pt x="57" y="24"/>
                  </a:cubicBezTo>
                  <a:cubicBezTo>
                    <a:pt x="45" y="24"/>
                    <a:pt x="36" y="32"/>
                    <a:pt x="35" y="42"/>
                  </a:cubicBezTo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7924583" y="6706281"/>
              <a:ext cx="44582" cy="48472"/>
            </a:xfrm>
            <a:custGeom>
              <a:avLst/>
              <a:gdLst>
                <a:gd name="T0" fmla="*/ 74 w 78"/>
                <a:gd name="T1" fmla="*/ 28 h 84"/>
                <a:gd name="T2" fmla="*/ 59 w 78"/>
                <a:gd name="T3" fmla="*/ 23 h 84"/>
                <a:gd name="T4" fmla="*/ 36 w 78"/>
                <a:gd name="T5" fmla="*/ 42 h 84"/>
                <a:gd name="T6" fmla="*/ 53 w 78"/>
                <a:gd name="T7" fmla="*/ 61 h 84"/>
                <a:gd name="T8" fmla="*/ 69 w 78"/>
                <a:gd name="T9" fmla="*/ 56 h 84"/>
                <a:gd name="T10" fmla="*/ 65 w 78"/>
                <a:gd name="T11" fmla="*/ 79 h 84"/>
                <a:gd name="T12" fmla="*/ 43 w 78"/>
                <a:gd name="T13" fmla="*/ 84 h 84"/>
                <a:gd name="T14" fmla="*/ 4 w 78"/>
                <a:gd name="T15" fmla="*/ 43 h 84"/>
                <a:gd name="T16" fmla="*/ 59 w 78"/>
                <a:gd name="T17" fmla="*/ 0 h 84"/>
                <a:gd name="T18" fmla="*/ 78 w 78"/>
                <a:gd name="T19" fmla="*/ 5 h 84"/>
                <a:gd name="T20" fmla="*/ 74 w 78"/>
                <a:gd name="T21" fmla="*/ 28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8" h="84">
                  <a:moveTo>
                    <a:pt x="74" y="28"/>
                  </a:moveTo>
                  <a:cubicBezTo>
                    <a:pt x="70" y="25"/>
                    <a:pt x="65" y="23"/>
                    <a:pt x="59" y="23"/>
                  </a:cubicBezTo>
                  <a:cubicBezTo>
                    <a:pt x="48" y="23"/>
                    <a:pt x="37" y="31"/>
                    <a:pt x="36" y="42"/>
                  </a:cubicBezTo>
                  <a:cubicBezTo>
                    <a:pt x="34" y="53"/>
                    <a:pt x="41" y="61"/>
                    <a:pt x="53" y="61"/>
                  </a:cubicBezTo>
                  <a:cubicBezTo>
                    <a:pt x="59" y="61"/>
                    <a:pt x="65" y="59"/>
                    <a:pt x="69" y="56"/>
                  </a:cubicBezTo>
                  <a:cubicBezTo>
                    <a:pt x="65" y="79"/>
                    <a:pt x="65" y="79"/>
                    <a:pt x="65" y="79"/>
                  </a:cubicBezTo>
                  <a:cubicBezTo>
                    <a:pt x="58" y="83"/>
                    <a:pt x="51" y="84"/>
                    <a:pt x="43" y="84"/>
                  </a:cubicBezTo>
                  <a:cubicBezTo>
                    <a:pt x="18" y="84"/>
                    <a:pt x="0" y="67"/>
                    <a:pt x="4" y="43"/>
                  </a:cubicBezTo>
                  <a:cubicBezTo>
                    <a:pt x="9" y="18"/>
                    <a:pt x="32" y="0"/>
                    <a:pt x="59" y="0"/>
                  </a:cubicBezTo>
                  <a:cubicBezTo>
                    <a:pt x="66" y="0"/>
                    <a:pt x="73" y="2"/>
                    <a:pt x="78" y="5"/>
                  </a:cubicBezTo>
                  <a:lnTo>
                    <a:pt x="74" y="28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3" name="Freeform 20"/>
            <p:cNvSpPr>
              <a:spLocks noEditPoints="1"/>
            </p:cNvSpPr>
            <p:nvPr userDrawn="1"/>
          </p:nvSpPr>
          <p:spPr bwMode="auto">
            <a:xfrm>
              <a:off x="7973089" y="6706281"/>
              <a:ext cx="58492" cy="48472"/>
            </a:xfrm>
            <a:custGeom>
              <a:avLst/>
              <a:gdLst>
                <a:gd name="T0" fmla="*/ 97 w 102"/>
                <a:gd name="T1" fmla="*/ 47 h 84"/>
                <a:gd name="T2" fmla="*/ 34 w 102"/>
                <a:gd name="T3" fmla="*/ 47 h 84"/>
                <a:gd name="T4" fmla="*/ 50 w 102"/>
                <a:gd name="T5" fmla="*/ 64 h 84"/>
                <a:gd name="T6" fmla="*/ 65 w 102"/>
                <a:gd name="T7" fmla="*/ 57 h 84"/>
                <a:gd name="T8" fmla="*/ 94 w 102"/>
                <a:gd name="T9" fmla="*/ 57 h 84"/>
                <a:gd name="T10" fmla="*/ 46 w 102"/>
                <a:gd name="T11" fmla="*/ 84 h 84"/>
                <a:gd name="T12" fmla="*/ 4 w 102"/>
                <a:gd name="T13" fmla="*/ 42 h 84"/>
                <a:gd name="T14" fmla="*/ 58 w 102"/>
                <a:gd name="T15" fmla="*/ 0 h 84"/>
                <a:gd name="T16" fmla="*/ 98 w 102"/>
                <a:gd name="T17" fmla="*/ 44 h 84"/>
                <a:gd name="T18" fmla="*/ 97 w 102"/>
                <a:gd name="T19" fmla="*/ 47 h 84"/>
                <a:gd name="T20" fmla="*/ 72 w 102"/>
                <a:gd name="T21" fmla="*/ 31 h 84"/>
                <a:gd name="T22" fmla="*/ 57 w 102"/>
                <a:gd name="T23" fmla="*/ 18 h 84"/>
                <a:gd name="T24" fmla="*/ 37 w 102"/>
                <a:gd name="T25" fmla="*/ 31 h 84"/>
                <a:gd name="T26" fmla="*/ 72 w 102"/>
                <a:gd name="T27" fmla="*/ 31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2" h="84">
                  <a:moveTo>
                    <a:pt x="97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2" y="58"/>
                    <a:pt x="37" y="64"/>
                    <a:pt x="50" y="64"/>
                  </a:cubicBezTo>
                  <a:cubicBezTo>
                    <a:pt x="56" y="64"/>
                    <a:pt x="61" y="62"/>
                    <a:pt x="65" y="57"/>
                  </a:cubicBezTo>
                  <a:cubicBezTo>
                    <a:pt x="94" y="57"/>
                    <a:pt x="94" y="57"/>
                    <a:pt x="94" y="57"/>
                  </a:cubicBezTo>
                  <a:cubicBezTo>
                    <a:pt x="86" y="76"/>
                    <a:pt x="66" y="84"/>
                    <a:pt x="46" y="84"/>
                  </a:cubicBezTo>
                  <a:cubicBezTo>
                    <a:pt x="18" y="84"/>
                    <a:pt x="0" y="69"/>
                    <a:pt x="4" y="42"/>
                  </a:cubicBezTo>
                  <a:cubicBezTo>
                    <a:pt x="9" y="16"/>
                    <a:pt x="31" y="0"/>
                    <a:pt x="58" y="0"/>
                  </a:cubicBezTo>
                  <a:cubicBezTo>
                    <a:pt x="88" y="0"/>
                    <a:pt x="102" y="17"/>
                    <a:pt x="98" y="44"/>
                  </a:cubicBezTo>
                  <a:lnTo>
                    <a:pt x="97" y="47"/>
                  </a:lnTo>
                  <a:close/>
                  <a:moveTo>
                    <a:pt x="72" y="31"/>
                  </a:moveTo>
                  <a:cubicBezTo>
                    <a:pt x="72" y="23"/>
                    <a:pt x="65" y="18"/>
                    <a:pt x="57" y="18"/>
                  </a:cubicBezTo>
                  <a:cubicBezTo>
                    <a:pt x="48" y="18"/>
                    <a:pt x="40" y="22"/>
                    <a:pt x="37" y="31"/>
                  </a:cubicBezTo>
                  <a:lnTo>
                    <a:pt x="72" y="3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8075092" y="6686534"/>
              <a:ext cx="52072" cy="66424"/>
            </a:xfrm>
            <a:custGeom>
              <a:avLst/>
              <a:gdLst>
                <a:gd name="T0" fmla="*/ 71 w 146"/>
                <a:gd name="T1" fmla="*/ 185 h 185"/>
                <a:gd name="T2" fmla="*/ 19 w 146"/>
                <a:gd name="T3" fmla="*/ 185 h 185"/>
                <a:gd name="T4" fmla="*/ 43 w 146"/>
                <a:gd name="T5" fmla="*/ 40 h 185"/>
                <a:gd name="T6" fmla="*/ 0 w 146"/>
                <a:gd name="T7" fmla="*/ 40 h 185"/>
                <a:gd name="T8" fmla="*/ 8 w 146"/>
                <a:gd name="T9" fmla="*/ 0 h 185"/>
                <a:gd name="T10" fmla="*/ 146 w 146"/>
                <a:gd name="T11" fmla="*/ 0 h 185"/>
                <a:gd name="T12" fmla="*/ 138 w 146"/>
                <a:gd name="T13" fmla="*/ 40 h 185"/>
                <a:gd name="T14" fmla="*/ 95 w 146"/>
                <a:gd name="T15" fmla="*/ 40 h 185"/>
                <a:gd name="T16" fmla="*/ 71 w 146"/>
                <a:gd name="T17" fmla="*/ 185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6" h="185">
                  <a:moveTo>
                    <a:pt x="71" y="185"/>
                  </a:moveTo>
                  <a:lnTo>
                    <a:pt x="19" y="185"/>
                  </a:lnTo>
                  <a:lnTo>
                    <a:pt x="43" y="40"/>
                  </a:lnTo>
                  <a:lnTo>
                    <a:pt x="0" y="40"/>
                  </a:lnTo>
                  <a:lnTo>
                    <a:pt x="8" y="0"/>
                  </a:lnTo>
                  <a:lnTo>
                    <a:pt x="146" y="0"/>
                  </a:lnTo>
                  <a:lnTo>
                    <a:pt x="138" y="40"/>
                  </a:lnTo>
                  <a:lnTo>
                    <a:pt x="95" y="40"/>
                  </a:lnTo>
                  <a:lnTo>
                    <a:pt x="71" y="185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5" name="Freeform 22"/>
            <p:cNvSpPr>
              <a:spLocks noEditPoints="1"/>
            </p:cNvSpPr>
            <p:nvPr userDrawn="1"/>
          </p:nvSpPr>
          <p:spPr bwMode="auto">
            <a:xfrm>
              <a:off x="8113968" y="6706281"/>
              <a:ext cx="58492" cy="48472"/>
            </a:xfrm>
            <a:custGeom>
              <a:avLst/>
              <a:gdLst>
                <a:gd name="T0" fmla="*/ 97 w 102"/>
                <a:gd name="T1" fmla="*/ 47 h 84"/>
                <a:gd name="T2" fmla="*/ 34 w 102"/>
                <a:gd name="T3" fmla="*/ 47 h 84"/>
                <a:gd name="T4" fmla="*/ 49 w 102"/>
                <a:gd name="T5" fmla="*/ 64 h 84"/>
                <a:gd name="T6" fmla="*/ 65 w 102"/>
                <a:gd name="T7" fmla="*/ 57 h 84"/>
                <a:gd name="T8" fmla="*/ 94 w 102"/>
                <a:gd name="T9" fmla="*/ 57 h 84"/>
                <a:gd name="T10" fmla="*/ 46 w 102"/>
                <a:gd name="T11" fmla="*/ 84 h 84"/>
                <a:gd name="T12" fmla="*/ 4 w 102"/>
                <a:gd name="T13" fmla="*/ 42 h 84"/>
                <a:gd name="T14" fmla="*/ 58 w 102"/>
                <a:gd name="T15" fmla="*/ 0 h 84"/>
                <a:gd name="T16" fmla="*/ 97 w 102"/>
                <a:gd name="T17" fmla="*/ 44 h 84"/>
                <a:gd name="T18" fmla="*/ 97 w 102"/>
                <a:gd name="T19" fmla="*/ 47 h 84"/>
                <a:gd name="T20" fmla="*/ 72 w 102"/>
                <a:gd name="T21" fmla="*/ 31 h 84"/>
                <a:gd name="T22" fmla="*/ 57 w 102"/>
                <a:gd name="T23" fmla="*/ 18 h 84"/>
                <a:gd name="T24" fmla="*/ 37 w 102"/>
                <a:gd name="T25" fmla="*/ 31 h 84"/>
                <a:gd name="T26" fmla="*/ 72 w 102"/>
                <a:gd name="T27" fmla="*/ 31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2" h="84">
                  <a:moveTo>
                    <a:pt x="97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2" y="58"/>
                    <a:pt x="37" y="64"/>
                    <a:pt x="49" y="64"/>
                  </a:cubicBezTo>
                  <a:cubicBezTo>
                    <a:pt x="56" y="64"/>
                    <a:pt x="61" y="62"/>
                    <a:pt x="65" y="57"/>
                  </a:cubicBezTo>
                  <a:cubicBezTo>
                    <a:pt x="94" y="57"/>
                    <a:pt x="94" y="57"/>
                    <a:pt x="94" y="57"/>
                  </a:cubicBezTo>
                  <a:cubicBezTo>
                    <a:pt x="86" y="76"/>
                    <a:pt x="66" y="84"/>
                    <a:pt x="46" y="84"/>
                  </a:cubicBezTo>
                  <a:cubicBezTo>
                    <a:pt x="18" y="84"/>
                    <a:pt x="0" y="69"/>
                    <a:pt x="4" y="42"/>
                  </a:cubicBezTo>
                  <a:cubicBezTo>
                    <a:pt x="9" y="16"/>
                    <a:pt x="31" y="0"/>
                    <a:pt x="58" y="0"/>
                  </a:cubicBezTo>
                  <a:cubicBezTo>
                    <a:pt x="88" y="0"/>
                    <a:pt x="102" y="17"/>
                    <a:pt x="97" y="44"/>
                  </a:cubicBezTo>
                  <a:lnTo>
                    <a:pt x="97" y="47"/>
                  </a:lnTo>
                  <a:close/>
                  <a:moveTo>
                    <a:pt x="72" y="31"/>
                  </a:moveTo>
                  <a:cubicBezTo>
                    <a:pt x="72" y="23"/>
                    <a:pt x="65" y="18"/>
                    <a:pt x="57" y="18"/>
                  </a:cubicBezTo>
                  <a:cubicBezTo>
                    <a:pt x="48" y="18"/>
                    <a:pt x="40" y="22"/>
                    <a:pt x="37" y="31"/>
                  </a:cubicBezTo>
                  <a:lnTo>
                    <a:pt x="72" y="3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8174599" y="6706281"/>
              <a:ext cx="44582" cy="48472"/>
            </a:xfrm>
            <a:custGeom>
              <a:avLst/>
              <a:gdLst>
                <a:gd name="T0" fmla="*/ 74 w 78"/>
                <a:gd name="T1" fmla="*/ 28 h 84"/>
                <a:gd name="T2" fmla="*/ 60 w 78"/>
                <a:gd name="T3" fmla="*/ 23 h 84"/>
                <a:gd name="T4" fmla="*/ 36 w 78"/>
                <a:gd name="T5" fmla="*/ 42 h 84"/>
                <a:gd name="T6" fmla="*/ 53 w 78"/>
                <a:gd name="T7" fmla="*/ 61 h 84"/>
                <a:gd name="T8" fmla="*/ 69 w 78"/>
                <a:gd name="T9" fmla="*/ 56 h 84"/>
                <a:gd name="T10" fmla="*/ 65 w 78"/>
                <a:gd name="T11" fmla="*/ 79 h 84"/>
                <a:gd name="T12" fmla="*/ 43 w 78"/>
                <a:gd name="T13" fmla="*/ 84 h 84"/>
                <a:gd name="T14" fmla="*/ 4 w 78"/>
                <a:gd name="T15" fmla="*/ 43 h 84"/>
                <a:gd name="T16" fmla="*/ 59 w 78"/>
                <a:gd name="T17" fmla="*/ 0 h 84"/>
                <a:gd name="T18" fmla="*/ 78 w 78"/>
                <a:gd name="T19" fmla="*/ 5 h 84"/>
                <a:gd name="T20" fmla="*/ 74 w 78"/>
                <a:gd name="T21" fmla="*/ 28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8" h="84">
                  <a:moveTo>
                    <a:pt x="74" y="28"/>
                  </a:moveTo>
                  <a:cubicBezTo>
                    <a:pt x="70" y="25"/>
                    <a:pt x="65" y="23"/>
                    <a:pt x="60" y="23"/>
                  </a:cubicBezTo>
                  <a:cubicBezTo>
                    <a:pt x="48" y="23"/>
                    <a:pt x="37" y="31"/>
                    <a:pt x="36" y="42"/>
                  </a:cubicBezTo>
                  <a:cubicBezTo>
                    <a:pt x="34" y="53"/>
                    <a:pt x="41" y="61"/>
                    <a:pt x="53" y="61"/>
                  </a:cubicBezTo>
                  <a:cubicBezTo>
                    <a:pt x="59" y="61"/>
                    <a:pt x="65" y="59"/>
                    <a:pt x="69" y="56"/>
                  </a:cubicBezTo>
                  <a:cubicBezTo>
                    <a:pt x="65" y="79"/>
                    <a:pt x="65" y="79"/>
                    <a:pt x="65" y="79"/>
                  </a:cubicBezTo>
                  <a:cubicBezTo>
                    <a:pt x="58" y="83"/>
                    <a:pt x="51" y="84"/>
                    <a:pt x="43" y="84"/>
                  </a:cubicBezTo>
                  <a:cubicBezTo>
                    <a:pt x="18" y="84"/>
                    <a:pt x="0" y="67"/>
                    <a:pt x="4" y="43"/>
                  </a:cubicBezTo>
                  <a:cubicBezTo>
                    <a:pt x="9" y="18"/>
                    <a:pt x="32" y="0"/>
                    <a:pt x="59" y="0"/>
                  </a:cubicBezTo>
                  <a:cubicBezTo>
                    <a:pt x="66" y="0"/>
                    <a:pt x="73" y="2"/>
                    <a:pt x="78" y="5"/>
                  </a:cubicBezTo>
                  <a:lnTo>
                    <a:pt x="74" y="28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7" name="Freeform 24"/>
            <p:cNvSpPr>
              <a:spLocks/>
            </p:cNvSpPr>
            <p:nvPr userDrawn="1"/>
          </p:nvSpPr>
          <p:spPr bwMode="auto">
            <a:xfrm>
              <a:off x="8225601" y="6679711"/>
              <a:ext cx="57778" cy="73246"/>
            </a:xfrm>
            <a:custGeom>
              <a:avLst/>
              <a:gdLst>
                <a:gd name="T0" fmla="*/ 52 w 101"/>
                <a:gd name="T1" fmla="*/ 0 h 127"/>
                <a:gd name="T2" fmla="*/ 42 w 101"/>
                <a:gd name="T3" fmla="*/ 59 h 127"/>
                <a:gd name="T4" fmla="*/ 42 w 101"/>
                <a:gd name="T5" fmla="*/ 59 h 127"/>
                <a:gd name="T6" fmla="*/ 71 w 101"/>
                <a:gd name="T7" fmla="*/ 46 h 127"/>
                <a:gd name="T8" fmla="*/ 98 w 101"/>
                <a:gd name="T9" fmla="*/ 79 h 127"/>
                <a:gd name="T10" fmla="*/ 89 w 101"/>
                <a:gd name="T11" fmla="*/ 127 h 127"/>
                <a:gd name="T12" fmla="*/ 59 w 101"/>
                <a:gd name="T13" fmla="*/ 127 h 127"/>
                <a:gd name="T14" fmla="*/ 66 w 101"/>
                <a:gd name="T15" fmla="*/ 87 h 127"/>
                <a:gd name="T16" fmla="*/ 56 w 101"/>
                <a:gd name="T17" fmla="*/ 68 h 127"/>
                <a:gd name="T18" fmla="*/ 37 w 101"/>
                <a:gd name="T19" fmla="*/ 87 h 127"/>
                <a:gd name="T20" fmla="*/ 30 w 101"/>
                <a:gd name="T21" fmla="*/ 127 h 127"/>
                <a:gd name="T22" fmla="*/ 0 w 101"/>
                <a:gd name="T23" fmla="*/ 127 h 127"/>
                <a:gd name="T24" fmla="*/ 22 w 101"/>
                <a:gd name="T25" fmla="*/ 0 h 127"/>
                <a:gd name="T26" fmla="*/ 52 w 101"/>
                <a:gd name="T27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1" h="127">
                  <a:moveTo>
                    <a:pt x="52" y="0"/>
                  </a:moveTo>
                  <a:cubicBezTo>
                    <a:pt x="42" y="59"/>
                    <a:pt x="42" y="59"/>
                    <a:pt x="42" y="59"/>
                  </a:cubicBezTo>
                  <a:cubicBezTo>
                    <a:pt x="42" y="59"/>
                    <a:pt x="42" y="59"/>
                    <a:pt x="42" y="59"/>
                  </a:cubicBezTo>
                  <a:cubicBezTo>
                    <a:pt x="50" y="50"/>
                    <a:pt x="60" y="46"/>
                    <a:pt x="71" y="46"/>
                  </a:cubicBezTo>
                  <a:cubicBezTo>
                    <a:pt x="93" y="46"/>
                    <a:pt x="101" y="59"/>
                    <a:pt x="98" y="79"/>
                  </a:cubicBezTo>
                  <a:cubicBezTo>
                    <a:pt x="89" y="127"/>
                    <a:pt x="89" y="127"/>
                    <a:pt x="89" y="127"/>
                  </a:cubicBezTo>
                  <a:cubicBezTo>
                    <a:pt x="59" y="127"/>
                    <a:pt x="59" y="127"/>
                    <a:pt x="59" y="127"/>
                  </a:cubicBezTo>
                  <a:cubicBezTo>
                    <a:pt x="66" y="87"/>
                    <a:pt x="66" y="87"/>
                    <a:pt x="66" y="87"/>
                  </a:cubicBezTo>
                  <a:cubicBezTo>
                    <a:pt x="68" y="78"/>
                    <a:pt x="68" y="68"/>
                    <a:pt x="56" y="68"/>
                  </a:cubicBezTo>
                  <a:cubicBezTo>
                    <a:pt x="44" y="68"/>
                    <a:pt x="38" y="78"/>
                    <a:pt x="37" y="87"/>
                  </a:cubicBezTo>
                  <a:cubicBezTo>
                    <a:pt x="30" y="127"/>
                    <a:pt x="30" y="127"/>
                    <a:pt x="30" y="127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22" y="0"/>
                    <a:pt x="22" y="0"/>
                    <a:pt x="22" y="0"/>
                  </a:cubicBezTo>
                  <a:lnTo>
                    <a:pt x="52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8" name="Freeform 25"/>
            <p:cNvSpPr>
              <a:spLocks/>
            </p:cNvSpPr>
            <p:nvPr userDrawn="1"/>
          </p:nvSpPr>
          <p:spPr bwMode="auto">
            <a:xfrm>
              <a:off x="8290869" y="6706281"/>
              <a:ext cx="57778" cy="46677"/>
            </a:xfrm>
            <a:custGeom>
              <a:avLst/>
              <a:gdLst>
                <a:gd name="T0" fmla="*/ 42 w 101"/>
                <a:gd name="T1" fmla="*/ 13 h 81"/>
                <a:gd name="T2" fmla="*/ 42 w 101"/>
                <a:gd name="T3" fmla="*/ 13 h 81"/>
                <a:gd name="T4" fmla="*/ 72 w 101"/>
                <a:gd name="T5" fmla="*/ 0 h 81"/>
                <a:gd name="T6" fmla="*/ 98 w 101"/>
                <a:gd name="T7" fmla="*/ 33 h 81"/>
                <a:gd name="T8" fmla="*/ 90 w 101"/>
                <a:gd name="T9" fmla="*/ 81 h 81"/>
                <a:gd name="T10" fmla="*/ 60 w 101"/>
                <a:gd name="T11" fmla="*/ 81 h 81"/>
                <a:gd name="T12" fmla="*/ 66 w 101"/>
                <a:gd name="T13" fmla="*/ 43 h 81"/>
                <a:gd name="T14" fmla="*/ 56 w 101"/>
                <a:gd name="T15" fmla="*/ 22 h 81"/>
                <a:gd name="T16" fmla="*/ 37 w 101"/>
                <a:gd name="T17" fmla="*/ 41 h 81"/>
                <a:gd name="T18" fmla="*/ 30 w 101"/>
                <a:gd name="T19" fmla="*/ 81 h 81"/>
                <a:gd name="T20" fmla="*/ 0 w 101"/>
                <a:gd name="T21" fmla="*/ 81 h 81"/>
                <a:gd name="T22" fmla="*/ 14 w 101"/>
                <a:gd name="T23" fmla="*/ 3 h 81"/>
                <a:gd name="T24" fmla="*/ 44 w 101"/>
                <a:gd name="T25" fmla="*/ 3 h 81"/>
                <a:gd name="T26" fmla="*/ 42 w 101"/>
                <a:gd name="T27" fmla="*/ 13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1" h="81">
                  <a:moveTo>
                    <a:pt x="42" y="13"/>
                  </a:moveTo>
                  <a:cubicBezTo>
                    <a:pt x="42" y="13"/>
                    <a:pt x="42" y="13"/>
                    <a:pt x="42" y="13"/>
                  </a:cubicBezTo>
                  <a:cubicBezTo>
                    <a:pt x="51" y="3"/>
                    <a:pt x="60" y="0"/>
                    <a:pt x="72" y="0"/>
                  </a:cubicBezTo>
                  <a:cubicBezTo>
                    <a:pt x="95" y="0"/>
                    <a:pt x="101" y="13"/>
                    <a:pt x="98" y="33"/>
                  </a:cubicBezTo>
                  <a:cubicBezTo>
                    <a:pt x="90" y="81"/>
                    <a:pt x="90" y="81"/>
                    <a:pt x="90" y="81"/>
                  </a:cubicBezTo>
                  <a:cubicBezTo>
                    <a:pt x="60" y="81"/>
                    <a:pt x="60" y="81"/>
                    <a:pt x="60" y="81"/>
                  </a:cubicBezTo>
                  <a:cubicBezTo>
                    <a:pt x="66" y="43"/>
                    <a:pt x="66" y="43"/>
                    <a:pt x="66" y="43"/>
                  </a:cubicBezTo>
                  <a:cubicBezTo>
                    <a:pt x="68" y="36"/>
                    <a:pt x="71" y="22"/>
                    <a:pt x="56" y="22"/>
                  </a:cubicBezTo>
                  <a:cubicBezTo>
                    <a:pt x="44" y="22"/>
                    <a:pt x="39" y="31"/>
                    <a:pt x="37" y="4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44" y="3"/>
                    <a:pt x="44" y="3"/>
                    <a:pt x="44" y="3"/>
                  </a:cubicBezTo>
                  <a:lnTo>
                    <a:pt x="42" y="13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9" name="Freeform 26"/>
            <p:cNvSpPr>
              <a:spLocks noEditPoints="1"/>
            </p:cNvSpPr>
            <p:nvPr userDrawn="1"/>
          </p:nvSpPr>
          <p:spPr bwMode="auto">
            <a:xfrm>
              <a:off x="8354354" y="6706281"/>
              <a:ext cx="63841" cy="48472"/>
            </a:xfrm>
            <a:custGeom>
              <a:avLst/>
              <a:gdLst>
                <a:gd name="T0" fmla="*/ 106 w 111"/>
                <a:gd name="T1" fmla="*/ 42 h 84"/>
                <a:gd name="T2" fmla="*/ 48 w 111"/>
                <a:gd name="T3" fmla="*/ 84 h 84"/>
                <a:gd name="T4" fmla="*/ 4 w 111"/>
                <a:gd name="T5" fmla="*/ 42 h 84"/>
                <a:gd name="T6" fmla="*/ 62 w 111"/>
                <a:gd name="T7" fmla="*/ 0 h 84"/>
                <a:gd name="T8" fmla="*/ 106 w 111"/>
                <a:gd name="T9" fmla="*/ 42 h 84"/>
                <a:gd name="T10" fmla="*/ 36 w 111"/>
                <a:gd name="T11" fmla="*/ 42 h 84"/>
                <a:gd name="T12" fmla="*/ 52 w 111"/>
                <a:gd name="T13" fmla="*/ 60 h 84"/>
                <a:gd name="T14" fmla="*/ 75 w 111"/>
                <a:gd name="T15" fmla="*/ 42 h 84"/>
                <a:gd name="T16" fmla="*/ 58 w 111"/>
                <a:gd name="T17" fmla="*/ 24 h 84"/>
                <a:gd name="T18" fmla="*/ 36 w 111"/>
                <a:gd name="T19" fmla="*/ 4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1" h="84">
                  <a:moveTo>
                    <a:pt x="106" y="42"/>
                  </a:moveTo>
                  <a:cubicBezTo>
                    <a:pt x="102" y="69"/>
                    <a:pt x="76" y="84"/>
                    <a:pt x="48" y="84"/>
                  </a:cubicBezTo>
                  <a:cubicBezTo>
                    <a:pt x="21" y="84"/>
                    <a:pt x="0" y="69"/>
                    <a:pt x="4" y="42"/>
                  </a:cubicBezTo>
                  <a:cubicBezTo>
                    <a:pt x="9" y="15"/>
                    <a:pt x="35" y="0"/>
                    <a:pt x="62" y="0"/>
                  </a:cubicBezTo>
                  <a:cubicBezTo>
                    <a:pt x="90" y="0"/>
                    <a:pt x="111" y="15"/>
                    <a:pt x="106" y="42"/>
                  </a:cubicBezTo>
                  <a:moveTo>
                    <a:pt x="36" y="42"/>
                  </a:moveTo>
                  <a:cubicBezTo>
                    <a:pt x="34" y="52"/>
                    <a:pt x="40" y="60"/>
                    <a:pt x="52" y="60"/>
                  </a:cubicBezTo>
                  <a:cubicBezTo>
                    <a:pt x="65" y="60"/>
                    <a:pt x="73" y="52"/>
                    <a:pt x="75" y="42"/>
                  </a:cubicBezTo>
                  <a:cubicBezTo>
                    <a:pt x="76" y="32"/>
                    <a:pt x="71" y="24"/>
                    <a:pt x="58" y="24"/>
                  </a:cubicBezTo>
                  <a:cubicBezTo>
                    <a:pt x="46" y="24"/>
                    <a:pt x="38" y="32"/>
                    <a:pt x="36" y="42"/>
                  </a:cubicBezTo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30" name="Freeform 27"/>
            <p:cNvSpPr>
              <a:spLocks/>
            </p:cNvSpPr>
            <p:nvPr userDrawn="1"/>
          </p:nvSpPr>
          <p:spPr bwMode="auto">
            <a:xfrm>
              <a:off x="8422119" y="6679711"/>
              <a:ext cx="29602" cy="73246"/>
            </a:xfrm>
            <a:custGeom>
              <a:avLst/>
              <a:gdLst>
                <a:gd name="T0" fmla="*/ 50 w 83"/>
                <a:gd name="T1" fmla="*/ 204 h 204"/>
                <a:gd name="T2" fmla="*/ 0 w 83"/>
                <a:gd name="T3" fmla="*/ 204 h 204"/>
                <a:gd name="T4" fmla="*/ 35 w 83"/>
                <a:gd name="T5" fmla="*/ 0 h 204"/>
                <a:gd name="T6" fmla="*/ 83 w 83"/>
                <a:gd name="T7" fmla="*/ 0 h 204"/>
                <a:gd name="T8" fmla="*/ 50 w 83"/>
                <a:gd name="T9" fmla="*/ 2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204">
                  <a:moveTo>
                    <a:pt x="50" y="204"/>
                  </a:moveTo>
                  <a:lnTo>
                    <a:pt x="0" y="204"/>
                  </a:lnTo>
                  <a:lnTo>
                    <a:pt x="35" y="0"/>
                  </a:lnTo>
                  <a:lnTo>
                    <a:pt x="83" y="0"/>
                  </a:lnTo>
                  <a:lnTo>
                    <a:pt x="50" y="204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31" name="Freeform 28"/>
            <p:cNvSpPr>
              <a:spLocks noEditPoints="1"/>
            </p:cNvSpPr>
            <p:nvPr userDrawn="1"/>
          </p:nvSpPr>
          <p:spPr bwMode="auto">
            <a:xfrm>
              <a:off x="8451364" y="6706281"/>
              <a:ext cx="63841" cy="48472"/>
            </a:xfrm>
            <a:custGeom>
              <a:avLst/>
              <a:gdLst>
                <a:gd name="T0" fmla="*/ 107 w 112"/>
                <a:gd name="T1" fmla="*/ 42 h 84"/>
                <a:gd name="T2" fmla="*/ 49 w 112"/>
                <a:gd name="T3" fmla="*/ 84 h 84"/>
                <a:gd name="T4" fmla="*/ 5 w 112"/>
                <a:gd name="T5" fmla="*/ 42 h 84"/>
                <a:gd name="T6" fmla="*/ 63 w 112"/>
                <a:gd name="T7" fmla="*/ 0 h 84"/>
                <a:gd name="T8" fmla="*/ 107 w 112"/>
                <a:gd name="T9" fmla="*/ 42 h 84"/>
                <a:gd name="T10" fmla="*/ 37 w 112"/>
                <a:gd name="T11" fmla="*/ 42 h 84"/>
                <a:gd name="T12" fmla="*/ 53 w 112"/>
                <a:gd name="T13" fmla="*/ 60 h 84"/>
                <a:gd name="T14" fmla="*/ 75 w 112"/>
                <a:gd name="T15" fmla="*/ 42 h 84"/>
                <a:gd name="T16" fmla="*/ 59 w 112"/>
                <a:gd name="T17" fmla="*/ 24 h 84"/>
                <a:gd name="T18" fmla="*/ 37 w 112"/>
                <a:gd name="T19" fmla="*/ 4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2" h="84">
                  <a:moveTo>
                    <a:pt x="107" y="42"/>
                  </a:moveTo>
                  <a:cubicBezTo>
                    <a:pt x="103" y="69"/>
                    <a:pt x="76" y="84"/>
                    <a:pt x="49" y="84"/>
                  </a:cubicBezTo>
                  <a:cubicBezTo>
                    <a:pt x="22" y="84"/>
                    <a:pt x="0" y="69"/>
                    <a:pt x="5" y="42"/>
                  </a:cubicBezTo>
                  <a:cubicBezTo>
                    <a:pt x="10" y="15"/>
                    <a:pt x="36" y="0"/>
                    <a:pt x="63" y="0"/>
                  </a:cubicBezTo>
                  <a:cubicBezTo>
                    <a:pt x="90" y="0"/>
                    <a:pt x="112" y="15"/>
                    <a:pt x="107" y="42"/>
                  </a:cubicBezTo>
                  <a:moveTo>
                    <a:pt x="37" y="42"/>
                  </a:moveTo>
                  <a:cubicBezTo>
                    <a:pt x="35" y="52"/>
                    <a:pt x="41" y="60"/>
                    <a:pt x="53" y="60"/>
                  </a:cubicBezTo>
                  <a:cubicBezTo>
                    <a:pt x="65" y="60"/>
                    <a:pt x="74" y="52"/>
                    <a:pt x="75" y="42"/>
                  </a:cubicBezTo>
                  <a:cubicBezTo>
                    <a:pt x="77" y="32"/>
                    <a:pt x="71" y="24"/>
                    <a:pt x="59" y="24"/>
                  </a:cubicBezTo>
                  <a:cubicBezTo>
                    <a:pt x="47" y="24"/>
                    <a:pt x="38" y="32"/>
                    <a:pt x="37" y="42"/>
                  </a:cubicBezTo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32" name="Freeform 29"/>
            <p:cNvSpPr>
              <a:spLocks noEditPoints="1"/>
            </p:cNvSpPr>
            <p:nvPr userDrawn="1"/>
          </p:nvSpPr>
          <p:spPr bwMode="auto">
            <a:xfrm>
              <a:off x="8515206" y="6706281"/>
              <a:ext cx="65268" cy="69297"/>
            </a:xfrm>
            <a:custGeom>
              <a:avLst/>
              <a:gdLst>
                <a:gd name="T0" fmla="*/ 102 w 114"/>
                <a:gd name="T1" fmla="*/ 74 h 120"/>
                <a:gd name="T2" fmla="*/ 44 w 114"/>
                <a:gd name="T3" fmla="*/ 120 h 120"/>
                <a:gd name="T4" fmla="*/ 1 w 114"/>
                <a:gd name="T5" fmla="*/ 90 h 120"/>
                <a:gd name="T6" fmla="*/ 35 w 114"/>
                <a:gd name="T7" fmla="*/ 90 h 120"/>
                <a:gd name="T8" fmla="*/ 40 w 114"/>
                <a:gd name="T9" fmla="*/ 96 h 120"/>
                <a:gd name="T10" fmla="*/ 48 w 114"/>
                <a:gd name="T11" fmla="*/ 98 h 120"/>
                <a:gd name="T12" fmla="*/ 71 w 114"/>
                <a:gd name="T13" fmla="*/ 76 h 120"/>
                <a:gd name="T14" fmla="*/ 72 w 114"/>
                <a:gd name="T15" fmla="*/ 72 h 120"/>
                <a:gd name="T16" fmla="*/ 43 w 114"/>
                <a:gd name="T17" fmla="*/ 83 h 120"/>
                <a:gd name="T18" fmla="*/ 8 w 114"/>
                <a:gd name="T19" fmla="*/ 43 h 120"/>
                <a:gd name="T20" fmla="*/ 59 w 114"/>
                <a:gd name="T21" fmla="*/ 0 h 120"/>
                <a:gd name="T22" fmla="*/ 82 w 114"/>
                <a:gd name="T23" fmla="*/ 11 h 120"/>
                <a:gd name="T24" fmla="*/ 82 w 114"/>
                <a:gd name="T25" fmla="*/ 11 h 120"/>
                <a:gd name="T26" fmla="*/ 84 w 114"/>
                <a:gd name="T27" fmla="*/ 3 h 120"/>
                <a:gd name="T28" fmla="*/ 114 w 114"/>
                <a:gd name="T29" fmla="*/ 3 h 120"/>
                <a:gd name="T30" fmla="*/ 102 w 114"/>
                <a:gd name="T31" fmla="*/ 74 h 120"/>
                <a:gd name="T32" fmla="*/ 39 w 114"/>
                <a:gd name="T33" fmla="*/ 41 h 120"/>
                <a:gd name="T34" fmla="*/ 56 w 114"/>
                <a:gd name="T35" fmla="*/ 59 h 120"/>
                <a:gd name="T36" fmla="*/ 78 w 114"/>
                <a:gd name="T37" fmla="*/ 41 h 120"/>
                <a:gd name="T38" fmla="*/ 62 w 114"/>
                <a:gd name="T39" fmla="*/ 24 h 120"/>
                <a:gd name="T40" fmla="*/ 39 w 114"/>
                <a:gd name="T41" fmla="*/ 41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4" h="120">
                  <a:moveTo>
                    <a:pt x="102" y="74"/>
                  </a:moveTo>
                  <a:cubicBezTo>
                    <a:pt x="96" y="107"/>
                    <a:pt x="76" y="120"/>
                    <a:pt x="44" y="120"/>
                  </a:cubicBezTo>
                  <a:cubicBezTo>
                    <a:pt x="25" y="120"/>
                    <a:pt x="0" y="111"/>
                    <a:pt x="1" y="90"/>
                  </a:cubicBezTo>
                  <a:cubicBezTo>
                    <a:pt x="35" y="90"/>
                    <a:pt x="35" y="90"/>
                    <a:pt x="35" y="90"/>
                  </a:cubicBezTo>
                  <a:cubicBezTo>
                    <a:pt x="35" y="93"/>
                    <a:pt x="37" y="95"/>
                    <a:pt x="40" y="96"/>
                  </a:cubicBezTo>
                  <a:cubicBezTo>
                    <a:pt x="42" y="98"/>
                    <a:pt x="45" y="98"/>
                    <a:pt x="48" y="98"/>
                  </a:cubicBezTo>
                  <a:cubicBezTo>
                    <a:pt x="64" y="98"/>
                    <a:pt x="69" y="88"/>
                    <a:pt x="71" y="76"/>
                  </a:cubicBezTo>
                  <a:cubicBezTo>
                    <a:pt x="72" y="72"/>
                    <a:pt x="72" y="72"/>
                    <a:pt x="72" y="72"/>
                  </a:cubicBezTo>
                  <a:cubicBezTo>
                    <a:pt x="63" y="79"/>
                    <a:pt x="54" y="83"/>
                    <a:pt x="43" y="83"/>
                  </a:cubicBezTo>
                  <a:cubicBezTo>
                    <a:pt x="18" y="83"/>
                    <a:pt x="4" y="65"/>
                    <a:pt x="8" y="43"/>
                  </a:cubicBezTo>
                  <a:cubicBezTo>
                    <a:pt x="12" y="20"/>
                    <a:pt x="33" y="0"/>
                    <a:pt x="59" y="0"/>
                  </a:cubicBezTo>
                  <a:cubicBezTo>
                    <a:pt x="69" y="0"/>
                    <a:pt x="77" y="3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3"/>
                    <a:pt x="84" y="3"/>
                    <a:pt x="84" y="3"/>
                  </a:cubicBezTo>
                  <a:cubicBezTo>
                    <a:pt x="114" y="3"/>
                    <a:pt x="114" y="3"/>
                    <a:pt x="114" y="3"/>
                  </a:cubicBezTo>
                  <a:lnTo>
                    <a:pt x="102" y="74"/>
                  </a:lnTo>
                  <a:close/>
                  <a:moveTo>
                    <a:pt x="39" y="41"/>
                  </a:moveTo>
                  <a:cubicBezTo>
                    <a:pt x="38" y="51"/>
                    <a:pt x="43" y="59"/>
                    <a:pt x="56" y="59"/>
                  </a:cubicBezTo>
                  <a:cubicBezTo>
                    <a:pt x="68" y="59"/>
                    <a:pt x="76" y="51"/>
                    <a:pt x="78" y="41"/>
                  </a:cubicBezTo>
                  <a:cubicBezTo>
                    <a:pt x="80" y="32"/>
                    <a:pt x="74" y="24"/>
                    <a:pt x="62" y="24"/>
                  </a:cubicBezTo>
                  <a:cubicBezTo>
                    <a:pt x="49" y="24"/>
                    <a:pt x="41" y="32"/>
                    <a:pt x="39" y="41"/>
                  </a:cubicBezTo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33" name="Freeform 30"/>
            <p:cNvSpPr>
              <a:spLocks noEditPoints="1"/>
            </p:cNvSpPr>
            <p:nvPr userDrawn="1"/>
          </p:nvSpPr>
          <p:spPr bwMode="auto">
            <a:xfrm>
              <a:off x="8586537" y="6681507"/>
              <a:ext cx="29602" cy="71451"/>
            </a:xfrm>
            <a:custGeom>
              <a:avLst/>
              <a:gdLst>
                <a:gd name="T0" fmla="*/ 30 w 52"/>
                <a:gd name="T1" fmla="*/ 124 h 124"/>
                <a:gd name="T2" fmla="*/ 0 w 52"/>
                <a:gd name="T3" fmla="*/ 124 h 124"/>
                <a:gd name="T4" fmla="*/ 14 w 52"/>
                <a:gd name="T5" fmla="*/ 46 h 124"/>
                <a:gd name="T6" fmla="*/ 44 w 52"/>
                <a:gd name="T7" fmla="*/ 46 h 124"/>
                <a:gd name="T8" fmla="*/ 30 w 52"/>
                <a:gd name="T9" fmla="*/ 124 h 124"/>
                <a:gd name="T10" fmla="*/ 51 w 52"/>
                <a:gd name="T11" fmla="*/ 16 h 124"/>
                <a:gd name="T12" fmla="*/ 31 w 52"/>
                <a:gd name="T13" fmla="*/ 31 h 124"/>
                <a:gd name="T14" fmla="*/ 17 w 52"/>
                <a:gd name="T15" fmla="*/ 16 h 124"/>
                <a:gd name="T16" fmla="*/ 37 w 52"/>
                <a:gd name="T17" fmla="*/ 0 h 124"/>
                <a:gd name="T18" fmla="*/ 51 w 52"/>
                <a:gd name="T19" fmla="*/ 16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2" h="124">
                  <a:moveTo>
                    <a:pt x="30" y="124"/>
                  </a:moveTo>
                  <a:cubicBezTo>
                    <a:pt x="0" y="124"/>
                    <a:pt x="0" y="124"/>
                    <a:pt x="0" y="124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44" y="46"/>
                    <a:pt x="44" y="46"/>
                    <a:pt x="44" y="46"/>
                  </a:cubicBezTo>
                  <a:lnTo>
                    <a:pt x="30" y="124"/>
                  </a:lnTo>
                  <a:close/>
                  <a:moveTo>
                    <a:pt x="51" y="16"/>
                  </a:moveTo>
                  <a:cubicBezTo>
                    <a:pt x="49" y="24"/>
                    <a:pt x="41" y="31"/>
                    <a:pt x="31" y="31"/>
                  </a:cubicBezTo>
                  <a:cubicBezTo>
                    <a:pt x="22" y="31"/>
                    <a:pt x="15" y="24"/>
                    <a:pt x="17" y="16"/>
                  </a:cubicBezTo>
                  <a:cubicBezTo>
                    <a:pt x="18" y="7"/>
                    <a:pt x="27" y="0"/>
                    <a:pt x="37" y="0"/>
                  </a:cubicBezTo>
                  <a:cubicBezTo>
                    <a:pt x="46" y="0"/>
                    <a:pt x="52" y="7"/>
                    <a:pt x="51" y="16"/>
                  </a:cubicBezTo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34" name="Freeform 31"/>
            <p:cNvSpPr>
              <a:spLocks noEditPoints="1"/>
            </p:cNvSpPr>
            <p:nvPr userDrawn="1"/>
          </p:nvSpPr>
          <p:spPr bwMode="auto">
            <a:xfrm>
              <a:off x="8615426" y="6706281"/>
              <a:ext cx="59205" cy="48472"/>
            </a:xfrm>
            <a:custGeom>
              <a:avLst/>
              <a:gdLst>
                <a:gd name="T0" fmla="*/ 97 w 103"/>
                <a:gd name="T1" fmla="*/ 47 h 84"/>
                <a:gd name="T2" fmla="*/ 34 w 103"/>
                <a:gd name="T3" fmla="*/ 47 h 84"/>
                <a:gd name="T4" fmla="*/ 50 w 103"/>
                <a:gd name="T5" fmla="*/ 64 h 84"/>
                <a:gd name="T6" fmla="*/ 66 w 103"/>
                <a:gd name="T7" fmla="*/ 57 h 84"/>
                <a:gd name="T8" fmla="*/ 94 w 103"/>
                <a:gd name="T9" fmla="*/ 57 h 84"/>
                <a:gd name="T10" fmla="*/ 47 w 103"/>
                <a:gd name="T11" fmla="*/ 84 h 84"/>
                <a:gd name="T12" fmla="*/ 5 w 103"/>
                <a:gd name="T13" fmla="*/ 42 h 84"/>
                <a:gd name="T14" fmla="*/ 59 w 103"/>
                <a:gd name="T15" fmla="*/ 0 h 84"/>
                <a:gd name="T16" fmla="*/ 98 w 103"/>
                <a:gd name="T17" fmla="*/ 44 h 84"/>
                <a:gd name="T18" fmla="*/ 97 w 103"/>
                <a:gd name="T19" fmla="*/ 47 h 84"/>
                <a:gd name="T20" fmla="*/ 72 w 103"/>
                <a:gd name="T21" fmla="*/ 31 h 84"/>
                <a:gd name="T22" fmla="*/ 57 w 103"/>
                <a:gd name="T23" fmla="*/ 18 h 84"/>
                <a:gd name="T24" fmla="*/ 37 w 103"/>
                <a:gd name="T25" fmla="*/ 31 h 84"/>
                <a:gd name="T26" fmla="*/ 72 w 103"/>
                <a:gd name="T27" fmla="*/ 31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" h="84">
                  <a:moveTo>
                    <a:pt x="97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2" y="58"/>
                    <a:pt x="37" y="64"/>
                    <a:pt x="50" y="64"/>
                  </a:cubicBezTo>
                  <a:cubicBezTo>
                    <a:pt x="56" y="64"/>
                    <a:pt x="61" y="62"/>
                    <a:pt x="66" y="57"/>
                  </a:cubicBezTo>
                  <a:cubicBezTo>
                    <a:pt x="94" y="57"/>
                    <a:pt x="94" y="57"/>
                    <a:pt x="94" y="57"/>
                  </a:cubicBezTo>
                  <a:cubicBezTo>
                    <a:pt x="87" y="76"/>
                    <a:pt x="66" y="84"/>
                    <a:pt x="47" y="84"/>
                  </a:cubicBezTo>
                  <a:cubicBezTo>
                    <a:pt x="19" y="84"/>
                    <a:pt x="0" y="69"/>
                    <a:pt x="5" y="42"/>
                  </a:cubicBezTo>
                  <a:cubicBezTo>
                    <a:pt x="9" y="16"/>
                    <a:pt x="31" y="0"/>
                    <a:pt x="59" y="0"/>
                  </a:cubicBezTo>
                  <a:cubicBezTo>
                    <a:pt x="88" y="0"/>
                    <a:pt x="103" y="17"/>
                    <a:pt x="98" y="44"/>
                  </a:cubicBezTo>
                  <a:lnTo>
                    <a:pt x="97" y="47"/>
                  </a:lnTo>
                  <a:close/>
                  <a:moveTo>
                    <a:pt x="72" y="31"/>
                  </a:moveTo>
                  <a:cubicBezTo>
                    <a:pt x="72" y="23"/>
                    <a:pt x="65" y="18"/>
                    <a:pt x="57" y="18"/>
                  </a:cubicBezTo>
                  <a:cubicBezTo>
                    <a:pt x="48" y="18"/>
                    <a:pt x="40" y="22"/>
                    <a:pt x="37" y="31"/>
                  </a:cubicBezTo>
                  <a:lnTo>
                    <a:pt x="72" y="3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35" name="Freeform 32"/>
            <p:cNvSpPr>
              <a:spLocks/>
            </p:cNvSpPr>
            <p:nvPr userDrawn="1"/>
          </p:nvSpPr>
          <p:spPr bwMode="auto">
            <a:xfrm>
              <a:off x="8676414" y="6706281"/>
              <a:ext cx="47792" cy="48472"/>
            </a:xfrm>
            <a:custGeom>
              <a:avLst/>
              <a:gdLst>
                <a:gd name="T0" fmla="*/ 70 w 84"/>
                <a:gd name="T1" fmla="*/ 23 h 84"/>
                <a:gd name="T2" fmla="*/ 55 w 84"/>
                <a:gd name="T3" fmla="*/ 19 h 84"/>
                <a:gd name="T4" fmla="*/ 44 w 84"/>
                <a:gd name="T5" fmla="*/ 24 h 84"/>
                <a:gd name="T6" fmla="*/ 57 w 84"/>
                <a:gd name="T7" fmla="*/ 31 h 84"/>
                <a:gd name="T8" fmla="*/ 78 w 84"/>
                <a:gd name="T9" fmla="*/ 55 h 84"/>
                <a:gd name="T10" fmla="*/ 33 w 84"/>
                <a:gd name="T11" fmla="*/ 84 h 84"/>
                <a:gd name="T12" fmla="*/ 0 w 84"/>
                <a:gd name="T13" fmla="*/ 75 h 84"/>
                <a:gd name="T14" fmla="*/ 14 w 84"/>
                <a:gd name="T15" fmla="*/ 55 h 84"/>
                <a:gd name="T16" fmla="*/ 37 w 84"/>
                <a:gd name="T17" fmla="*/ 63 h 84"/>
                <a:gd name="T18" fmla="*/ 47 w 84"/>
                <a:gd name="T19" fmla="*/ 57 h 84"/>
                <a:gd name="T20" fmla="*/ 30 w 84"/>
                <a:gd name="T21" fmla="*/ 49 h 84"/>
                <a:gd name="T22" fmla="*/ 14 w 84"/>
                <a:gd name="T23" fmla="*/ 28 h 84"/>
                <a:gd name="T24" fmla="*/ 56 w 84"/>
                <a:gd name="T25" fmla="*/ 0 h 84"/>
                <a:gd name="T26" fmla="*/ 84 w 84"/>
                <a:gd name="T27" fmla="*/ 5 h 84"/>
                <a:gd name="T28" fmla="*/ 70 w 84"/>
                <a:gd name="T29" fmla="*/ 23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4" h="84">
                  <a:moveTo>
                    <a:pt x="70" y="23"/>
                  </a:moveTo>
                  <a:cubicBezTo>
                    <a:pt x="66" y="21"/>
                    <a:pt x="60" y="19"/>
                    <a:pt x="55" y="19"/>
                  </a:cubicBezTo>
                  <a:cubicBezTo>
                    <a:pt x="51" y="19"/>
                    <a:pt x="45" y="21"/>
                    <a:pt x="44" y="24"/>
                  </a:cubicBezTo>
                  <a:cubicBezTo>
                    <a:pt x="44" y="30"/>
                    <a:pt x="53" y="31"/>
                    <a:pt x="57" y="31"/>
                  </a:cubicBezTo>
                  <a:cubicBezTo>
                    <a:pt x="70" y="34"/>
                    <a:pt x="80" y="40"/>
                    <a:pt x="78" y="55"/>
                  </a:cubicBezTo>
                  <a:cubicBezTo>
                    <a:pt x="74" y="75"/>
                    <a:pt x="52" y="84"/>
                    <a:pt x="33" y="84"/>
                  </a:cubicBezTo>
                  <a:cubicBezTo>
                    <a:pt x="20" y="84"/>
                    <a:pt x="9" y="81"/>
                    <a:pt x="0" y="75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9" y="59"/>
                    <a:pt x="29" y="63"/>
                    <a:pt x="37" y="63"/>
                  </a:cubicBezTo>
                  <a:cubicBezTo>
                    <a:pt x="40" y="63"/>
                    <a:pt x="46" y="62"/>
                    <a:pt x="47" y="57"/>
                  </a:cubicBezTo>
                  <a:cubicBezTo>
                    <a:pt x="48" y="51"/>
                    <a:pt x="39" y="51"/>
                    <a:pt x="30" y="49"/>
                  </a:cubicBezTo>
                  <a:cubicBezTo>
                    <a:pt x="21" y="46"/>
                    <a:pt x="12" y="42"/>
                    <a:pt x="14" y="28"/>
                  </a:cubicBezTo>
                  <a:cubicBezTo>
                    <a:pt x="18" y="9"/>
                    <a:pt x="38" y="0"/>
                    <a:pt x="56" y="0"/>
                  </a:cubicBezTo>
                  <a:cubicBezTo>
                    <a:pt x="66" y="0"/>
                    <a:pt x="75" y="2"/>
                    <a:pt x="84" y="5"/>
                  </a:cubicBezTo>
                  <a:lnTo>
                    <a:pt x="70" y="23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</p:grpSp>
      <p:grpSp>
        <p:nvGrpSpPr>
          <p:cNvPr id="36" name="Groupe 104"/>
          <p:cNvGrpSpPr>
            <a:grpSpLocks noChangeAspect="1"/>
          </p:cNvGrpSpPr>
          <p:nvPr userDrawn="1"/>
        </p:nvGrpSpPr>
        <p:grpSpPr>
          <a:xfrm flipV="1">
            <a:off x="0" y="6505287"/>
            <a:ext cx="10206455" cy="353622"/>
            <a:chOff x="93663" y="5592763"/>
            <a:chExt cx="12004675" cy="415925"/>
          </a:xfrm>
          <a:solidFill>
            <a:srgbClr val="F58220"/>
          </a:solidFill>
        </p:grpSpPr>
        <p:sp>
          <p:nvSpPr>
            <p:cNvPr id="37" name="Freeform 5"/>
            <p:cNvSpPr>
              <a:spLocks/>
            </p:cNvSpPr>
            <p:nvPr/>
          </p:nvSpPr>
          <p:spPr bwMode="auto">
            <a:xfrm>
              <a:off x="3963988" y="5592763"/>
              <a:ext cx="8134350" cy="415925"/>
            </a:xfrm>
            <a:custGeom>
              <a:avLst/>
              <a:gdLst>
                <a:gd name="T0" fmla="*/ 4982 w 5124"/>
                <a:gd name="T1" fmla="*/ 262 h 262"/>
                <a:gd name="T2" fmla="*/ 0 w 5124"/>
                <a:gd name="T3" fmla="*/ 262 h 262"/>
                <a:gd name="T4" fmla="*/ 142 w 5124"/>
                <a:gd name="T5" fmla="*/ 0 h 262"/>
                <a:gd name="T6" fmla="*/ 5124 w 5124"/>
                <a:gd name="T7" fmla="*/ 0 h 262"/>
                <a:gd name="T8" fmla="*/ 4982 w 5124"/>
                <a:gd name="T9" fmla="*/ 262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24" h="262">
                  <a:moveTo>
                    <a:pt x="4982" y="262"/>
                  </a:moveTo>
                  <a:lnTo>
                    <a:pt x="0" y="262"/>
                  </a:lnTo>
                  <a:lnTo>
                    <a:pt x="142" y="0"/>
                  </a:lnTo>
                  <a:lnTo>
                    <a:pt x="5124" y="0"/>
                  </a:lnTo>
                  <a:lnTo>
                    <a:pt x="4982" y="2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38" name="Freeform 6"/>
            <p:cNvSpPr>
              <a:spLocks/>
            </p:cNvSpPr>
            <p:nvPr/>
          </p:nvSpPr>
          <p:spPr bwMode="auto">
            <a:xfrm>
              <a:off x="93663" y="5592763"/>
              <a:ext cx="4060825" cy="415925"/>
            </a:xfrm>
            <a:custGeom>
              <a:avLst/>
              <a:gdLst>
                <a:gd name="T0" fmla="*/ 2558 w 2558"/>
                <a:gd name="T1" fmla="*/ 0 h 262"/>
                <a:gd name="T2" fmla="*/ 0 w 2558"/>
                <a:gd name="T3" fmla="*/ 0 h 262"/>
                <a:gd name="T4" fmla="*/ 0 w 2558"/>
                <a:gd name="T5" fmla="*/ 262 h 262"/>
                <a:gd name="T6" fmla="*/ 2417 w 2558"/>
                <a:gd name="T7" fmla="*/ 262 h 262"/>
                <a:gd name="T8" fmla="*/ 2558 w 2558"/>
                <a:gd name="T9" fmla="*/ 0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8" h="262">
                  <a:moveTo>
                    <a:pt x="2558" y="0"/>
                  </a:moveTo>
                  <a:lnTo>
                    <a:pt x="0" y="0"/>
                  </a:lnTo>
                  <a:lnTo>
                    <a:pt x="0" y="262"/>
                  </a:lnTo>
                  <a:lnTo>
                    <a:pt x="2417" y="262"/>
                  </a:lnTo>
                  <a:lnTo>
                    <a:pt x="255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</p:grpSp>
    </p:spTree>
    <p:extLst>
      <p:ext uri="{BB962C8B-B14F-4D97-AF65-F5344CB8AC3E}">
        <p14:creationId xmlns:p14="http://schemas.microsoft.com/office/powerpoint/2010/main" val="1696568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6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5" Type="http://schemas.openxmlformats.org/officeDocument/2006/relationships/image" Target="../media/image7.png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image" Target="../media/image8.png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5" Type="http://schemas.openxmlformats.org/officeDocument/2006/relationships/image" Target="../media/image9.png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7" Type="http://schemas.openxmlformats.org/officeDocument/2006/relationships/image" Target="../media/image10.pn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slide" Target="slide7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image" Target="../media/image11.png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523999" y="1796713"/>
            <a:ext cx="9641305" cy="2146384"/>
          </a:xfrm>
        </p:spPr>
        <p:txBody>
          <a:bodyPr/>
          <a:lstStyle/>
          <a:p>
            <a:r>
              <a:rPr lang="en-CA" sz="4400" b="1" dirty="0"/>
              <a:t>System Administration</a:t>
            </a:r>
            <a:br>
              <a:rPr lang="en-CA" sz="4400" b="1" dirty="0"/>
            </a:br>
            <a:r>
              <a:rPr lang="en-CA" sz="4400" dirty="0"/>
              <a:t>Cluster Selection Load</a:t>
            </a:r>
            <a:endParaRPr 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524000" y="4035172"/>
            <a:ext cx="9144000" cy="1655762"/>
          </a:xfrm>
        </p:spPr>
        <p:txBody>
          <a:bodyPr/>
          <a:lstStyle/>
          <a:p>
            <a:r>
              <a:rPr lang="en-CA" sz="2800" dirty="0"/>
              <a:t> WMS Guide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08423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721B97-8019-4011-B7F6-413B14A6B100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CA" sz="3600" dirty="0"/>
              <a:t>Cluster Selection Load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CA3FFB0-19ED-4554-94B5-163B6296C2C4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28650" y="1142999"/>
            <a:ext cx="10991850" cy="4900613"/>
          </a:xfrm>
        </p:spPr>
        <p:txBody>
          <a:bodyPr/>
          <a:lstStyle/>
          <a:p>
            <a:pPr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The Cluster Selection Load resource is used to add, modify, copy, delete, and query the planning information for cluster picking in a given area.</a:t>
            </a:r>
          </a:p>
          <a:p>
            <a:pPr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Cluster selection is the term used to define the process of picking multiple outbound orders simultaneously within a single trip. The aim of cluster picking is to maximize the productivity of the picking personnel by minimizing travel time for each order.</a:t>
            </a:r>
          </a:p>
          <a:p>
            <a:pPr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There are two types of cluster picking within the WMS: user-directed (i.e. pick by label) and system-directed. For more details regarding cluster picking, refer to the “WMS </a:t>
            </a:r>
            <a:r>
              <a:rPr lang="en-US" sz="2200" dirty="0" err="1"/>
              <a:t>Tecsys_Picking</a:t>
            </a:r>
            <a:r>
              <a:rPr lang="en-US" sz="2200" dirty="0"/>
              <a:t>” document. </a:t>
            </a:r>
          </a:p>
          <a:p>
            <a:pPr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The cluster selection table is used </a:t>
            </a:r>
            <a:r>
              <a:rPr lang="en-US" sz="2200" b="1" u="sng" dirty="0"/>
              <a:t>for system-directed cluster picking only</a:t>
            </a:r>
            <a:r>
              <a:rPr lang="en-US" sz="2200" b="1" dirty="0"/>
              <a:t> </a:t>
            </a:r>
            <a:r>
              <a:rPr lang="en-US" sz="2200" dirty="0"/>
              <a:t>and defines the system-directed criteria. </a:t>
            </a:r>
          </a:p>
          <a:p>
            <a:pPr algn="just">
              <a:lnSpc>
                <a:spcPct val="140000"/>
              </a:lnSpc>
            </a:pPr>
            <a:endParaRPr lang="en-CA" sz="2200" dirty="0"/>
          </a:p>
        </p:txBody>
      </p:sp>
    </p:spTree>
    <p:extLst>
      <p:ext uri="{BB962C8B-B14F-4D97-AF65-F5344CB8AC3E}">
        <p14:creationId xmlns:p14="http://schemas.microsoft.com/office/powerpoint/2010/main" val="1405778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721B97-8019-4011-B7F6-413B14A6B100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CA" sz="3600" dirty="0"/>
              <a:t>Cluster Selection Load</a:t>
            </a:r>
            <a:endParaRPr lang="en-CA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C02E75C5-8C8D-4419-9876-B7167B98940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523157" y="288925"/>
            <a:ext cx="3011117" cy="5936475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xmlns="" id="{5B3FF647-8CEE-4A4B-83D3-2E33041A0D48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657725" y="1344706"/>
            <a:ext cx="7684957" cy="473378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5822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822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8220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8220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8220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300" dirty="0"/>
              <a:t>With a </a:t>
            </a:r>
            <a:r>
              <a:rPr lang="en-US" sz="2300" u="sng" dirty="0"/>
              <a:t>desktop computer</a:t>
            </a:r>
            <a:r>
              <a:rPr lang="en-US" sz="2300" dirty="0"/>
              <a:t>, use the </a:t>
            </a:r>
            <a:r>
              <a:rPr lang="en-US" sz="2300" b="1" dirty="0"/>
              <a:t>Warehouse Management</a:t>
            </a:r>
            <a:r>
              <a:rPr lang="en-US" sz="2300" dirty="0"/>
              <a:t> menu.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300" dirty="0"/>
              <a:t>Select the </a:t>
            </a:r>
            <a:r>
              <a:rPr lang="en-US" sz="2300" b="1" dirty="0"/>
              <a:t>WMS System Administration</a:t>
            </a:r>
            <a:r>
              <a:rPr lang="en-US" sz="2300" dirty="0"/>
              <a:t> resource</a:t>
            </a:r>
            <a:r>
              <a:rPr lang="en-US" sz="2300" b="1" dirty="0"/>
              <a:t>. </a:t>
            </a:r>
            <a:endParaRPr lang="en-US" sz="2300" dirty="0"/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300" dirty="0"/>
              <a:t>Under WMS System Administration, click on </a:t>
            </a:r>
            <a:r>
              <a:rPr lang="en-US" sz="2300" b="1" dirty="0"/>
              <a:t>Configuration</a:t>
            </a:r>
            <a:r>
              <a:rPr lang="en-US" sz="2300" dirty="0"/>
              <a:t>.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300" dirty="0"/>
              <a:t>Under Configuration, click on </a:t>
            </a:r>
            <a:r>
              <a:rPr lang="en-US" sz="2300" b="1" dirty="0"/>
              <a:t>Data Import and/or Export Views</a:t>
            </a:r>
            <a:r>
              <a:rPr lang="en-US" sz="2300" dirty="0"/>
              <a:t>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300" dirty="0"/>
              <a:t>Under Data Import and/or Export Views, click on </a:t>
            </a:r>
            <a:r>
              <a:rPr lang="en-US" sz="2300" b="1" dirty="0"/>
              <a:t>Cluster Selection Load.</a:t>
            </a:r>
            <a:endParaRPr lang="en-US" sz="2300" dirty="0"/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879768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721B97-8019-4011-B7F6-413B14A6B100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CA" sz="3600" dirty="0"/>
              <a:t>Cluster Selection Load</a:t>
            </a:r>
            <a:endParaRPr lang="en-CA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03609284-900F-462E-99F0-A9BEFEB0BDEA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1278354"/>
            <a:ext cx="10515600" cy="5091113"/>
          </a:xfrm>
        </p:spPr>
        <p:txBody>
          <a:bodyPr/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 startAt="6"/>
            </a:pPr>
            <a:r>
              <a:rPr lang="fr-CA" dirty="0"/>
              <a:t>In the new </a:t>
            </a:r>
            <a:r>
              <a:rPr lang="fr-CA" dirty="0" err="1"/>
              <a:t>window</a:t>
            </a:r>
            <a:r>
              <a:rPr lang="fr-CA" dirty="0"/>
              <a:t>, </a:t>
            </a:r>
            <a:r>
              <a:rPr lang="en-US" dirty="0"/>
              <a:t>the existing parameters for cluster selection already configured in the WMS will be listed.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en-US" u="sng" dirty="0"/>
              <a:t>If you want to create new parameters for a cluster selection</a:t>
            </a:r>
            <a:r>
              <a:rPr lang="en-US" dirty="0"/>
              <a:t>, do this: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CA" dirty="0"/>
              <a:t>	</a:t>
            </a:r>
            <a:r>
              <a:rPr lang="fr-CA" dirty="0">
                <a:solidFill>
                  <a:schemeClr val="accent2"/>
                </a:solidFill>
              </a:rPr>
              <a:t>7.1</a:t>
            </a:r>
            <a:r>
              <a:rPr lang="fr-CA" dirty="0"/>
              <a:t> Click on </a:t>
            </a:r>
            <a:r>
              <a:rPr lang="fr-CA" dirty="0" err="1"/>
              <a:t>Create</a:t>
            </a:r>
            <a:r>
              <a:rPr lang="fr-CA" dirty="0"/>
              <a:t> at the </a:t>
            </a:r>
            <a:r>
              <a:rPr lang="fr-CA" dirty="0" err="1"/>
              <a:t>bottom</a:t>
            </a:r>
            <a:r>
              <a:rPr lang="fr-CA" dirty="0"/>
              <a:t> right of </a:t>
            </a:r>
            <a:r>
              <a:rPr lang="fr-CA" dirty="0" err="1"/>
              <a:t>your</a:t>
            </a:r>
            <a:r>
              <a:rPr lang="fr-CA" dirty="0"/>
              <a:t> screen.</a:t>
            </a:r>
          </a:p>
          <a:p>
            <a:pPr marL="0" indent="0">
              <a:lnSpc>
                <a:spcPct val="150000"/>
              </a:lnSpc>
              <a:buNone/>
            </a:pPr>
            <a:endParaRPr lang="fr-CA" dirty="0"/>
          </a:p>
          <a:p>
            <a:pPr marL="0" indent="0" algn="just">
              <a:lnSpc>
                <a:spcPct val="150000"/>
              </a:lnSpc>
              <a:spcBef>
                <a:spcPts val="1000"/>
              </a:spcBef>
              <a:buClr>
                <a:srgbClr val="F58220"/>
              </a:buClr>
              <a:buNone/>
            </a:pPr>
            <a:r>
              <a:rPr lang="fr-CA" dirty="0">
                <a:solidFill>
                  <a:schemeClr val="accent2"/>
                </a:solidFill>
              </a:rPr>
              <a:t>	</a:t>
            </a:r>
            <a:endParaRPr lang="fr-CA" dirty="0"/>
          </a:p>
          <a:p>
            <a:pPr marL="0" indent="0">
              <a:lnSpc>
                <a:spcPct val="150000"/>
              </a:lnSpc>
              <a:buNone/>
            </a:pPr>
            <a:endParaRPr lang="fr-CA" dirty="0"/>
          </a:p>
          <a:p>
            <a:pPr marL="0" indent="0">
              <a:lnSpc>
                <a:spcPct val="150000"/>
              </a:lnSpc>
              <a:buNone/>
            </a:pPr>
            <a:endParaRPr lang="fr-CA" dirty="0"/>
          </a:p>
          <a:p>
            <a:pPr marL="0" indent="0">
              <a:lnSpc>
                <a:spcPct val="150000"/>
              </a:lnSpc>
              <a:buNone/>
            </a:pPr>
            <a:endParaRPr lang="fr-CA" dirty="0"/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  <a:p>
            <a:pPr marL="0" indent="0">
              <a:lnSpc>
                <a:spcPct val="150000"/>
              </a:lnSpc>
              <a:buNone/>
            </a:pPr>
            <a:endParaRPr lang="en-C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62C6AC04-7784-4C13-A5F8-57903CABBE5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85010" y="4212276"/>
            <a:ext cx="11454064" cy="1331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469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721B97-8019-4011-B7F6-413B14A6B100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CA" sz="3600" dirty="0"/>
              <a:t>Cluster Selection Load</a:t>
            </a:r>
            <a:endParaRPr lang="en-CA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CAE64B05-8CEF-4E4D-9A85-F66867FEFA75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1251284"/>
            <a:ext cx="5995737" cy="492567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spcBef>
                <a:spcPts val="1000"/>
              </a:spcBef>
              <a:buClr>
                <a:srgbClr val="F58220"/>
              </a:buClr>
              <a:buNone/>
            </a:pPr>
            <a:r>
              <a:rPr lang="fr-CA" dirty="0">
                <a:solidFill>
                  <a:schemeClr val="accent2"/>
                </a:solidFill>
              </a:rPr>
              <a:t>7.2</a:t>
            </a:r>
            <a:r>
              <a:rPr lang="fr-CA" dirty="0"/>
              <a:t> </a:t>
            </a:r>
            <a:r>
              <a:rPr lang="fr-CA" sz="2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From</a:t>
            </a:r>
            <a:r>
              <a:rPr lang="fr-CA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the new </a:t>
            </a:r>
            <a:r>
              <a:rPr lang="fr-CA" sz="2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window</a:t>
            </a:r>
            <a:r>
              <a:rPr lang="fr-CA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enter the Container </a:t>
            </a:r>
            <a:r>
              <a:rPr lang="fr-CA" sz="2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Selection</a:t>
            </a:r>
            <a:r>
              <a:rPr lang="fr-CA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Code.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CA" dirty="0"/>
              <a:t> This </a:t>
            </a:r>
            <a:r>
              <a:rPr lang="fr-CA" dirty="0" err="1"/>
              <a:t>is</a:t>
            </a:r>
            <a:r>
              <a:rPr lang="fr-CA" dirty="0"/>
              <a:t> the </a:t>
            </a:r>
            <a:r>
              <a:rPr lang="en-US" dirty="0"/>
              <a:t>code that identifies the container's cluster configuration.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 Use the lookup button to retrieve a container code if needed. </a:t>
            </a:r>
            <a:endParaRPr lang="fr-CA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just">
              <a:lnSpc>
                <a:spcPct val="150000"/>
              </a:lnSpc>
              <a:spcBef>
                <a:spcPts val="1000"/>
              </a:spcBef>
              <a:buClr>
                <a:srgbClr val="F58220"/>
              </a:buClr>
              <a:buNone/>
            </a:pPr>
            <a:r>
              <a:rPr lang="fr-CA" dirty="0">
                <a:solidFill>
                  <a:schemeClr val="accent2"/>
                </a:solidFill>
              </a:rPr>
              <a:t>7.3</a:t>
            </a:r>
            <a:r>
              <a:rPr lang="fr-CA" dirty="0"/>
              <a:t> </a:t>
            </a:r>
            <a:r>
              <a:rPr lang="fr-CA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Click Continue.  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C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82DCBFD2-F97B-45B9-8846-2DF2783300B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746910" y="260988"/>
            <a:ext cx="3606890" cy="591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639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721B97-8019-4011-B7F6-413B14A6B100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CA" sz="3600" dirty="0"/>
              <a:t>Cluster Selection Load</a:t>
            </a:r>
            <a:endParaRPr lang="en-CA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E8ABF2D0-16AC-4157-B413-9F774107159B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1314450"/>
            <a:ext cx="5466347" cy="4862513"/>
          </a:xfrm>
        </p:spPr>
        <p:txBody>
          <a:bodyPr/>
          <a:lstStyle/>
          <a:p>
            <a:pPr marL="0" indent="0" algn="just">
              <a:lnSpc>
                <a:spcPct val="200000"/>
              </a:lnSpc>
              <a:buNone/>
            </a:pPr>
            <a:r>
              <a:rPr lang="fr-CA" dirty="0">
                <a:solidFill>
                  <a:schemeClr val="accent2"/>
                </a:solidFill>
              </a:rPr>
              <a:t>7.4</a:t>
            </a:r>
            <a:r>
              <a:rPr lang="fr-CA" dirty="0"/>
              <a:t> A new </a:t>
            </a:r>
            <a:r>
              <a:rPr lang="fr-CA" dirty="0" err="1"/>
              <a:t>window</a:t>
            </a:r>
            <a:r>
              <a:rPr lang="fr-CA" dirty="0"/>
              <a:t> </a:t>
            </a:r>
            <a:r>
              <a:rPr lang="fr-CA" dirty="0" err="1"/>
              <a:t>will</a:t>
            </a:r>
            <a:r>
              <a:rPr lang="fr-CA" dirty="0"/>
              <a:t> </a:t>
            </a:r>
            <a:r>
              <a:rPr lang="fr-CA" dirty="0" err="1"/>
              <a:t>appear</a:t>
            </a:r>
            <a:r>
              <a:rPr lang="fr-CA" dirty="0"/>
              <a:t>. In the </a:t>
            </a:r>
            <a:r>
              <a:rPr lang="fr-CA" b="1" dirty="0"/>
              <a:t>General</a:t>
            </a:r>
            <a:r>
              <a:rPr lang="fr-CA" dirty="0"/>
              <a:t> section, enter a value in the Containers per Cluster </a:t>
            </a:r>
            <a:r>
              <a:rPr lang="fr-CA" dirty="0" err="1"/>
              <a:t>field</a:t>
            </a:r>
            <a:r>
              <a:rPr lang="fr-CA" dirty="0"/>
              <a:t>. </a:t>
            </a:r>
          </a:p>
          <a:p>
            <a:pPr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CA" dirty="0"/>
              <a:t> </a:t>
            </a:r>
            <a:r>
              <a:rPr lang="en-US" dirty="0"/>
              <a:t>This is the maximum number of containers for each cluster.</a:t>
            </a:r>
          </a:p>
          <a:p>
            <a:pPr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endParaRPr lang="fr-C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0A9AF974-87C1-4FFE-A0DF-BB02B529A34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200596" y="702123"/>
            <a:ext cx="3983060" cy="4812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093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721B97-8019-4011-B7F6-413B14A6B100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CA" sz="3600" dirty="0"/>
              <a:t>Cluster Selection Load</a:t>
            </a:r>
            <a:endParaRPr lang="en-CA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59C79045-B99A-443F-B12F-216812B98AA4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95300" y="1314450"/>
            <a:ext cx="6591300" cy="4862513"/>
          </a:xfrm>
        </p:spPr>
        <p:txBody>
          <a:bodyPr/>
          <a:lstStyle/>
          <a:p>
            <a:pPr marL="0" indent="0" algn="just">
              <a:lnSpc>
                <a:spcPct val="130000"/>
              </a:lnSpc>
              <a:buNone/>
            </a:pPr>
            <a:r>
              <a:rPr lang="fr-CA" sz="2300" dirty="0">
                <a:solidFill>
                  <a:schemeClr val="accent2"/>
                </a:solidFill>
              </a:rPr>
              <a:t>7.5</a:t>
            </a:r>
            <a:r>
              <a:rPr lang="fr-CA" sz="2300" dirty="0"/>
              <a:t> Enter a value for the </a:t>
            </a:r>
            <a:r>
              <a:rPr lang="fr-CA" sz="2300" dirty="0" err="1"/>
              <a:t>following</a:t>
            </a:r>
            <a:r>
              <a:rPr lang="fr-CA" sz="2300" dirty="0"/>
              <a:t> </a:t>
            </a:r>
            <a:r>
              <a:rPr lang="fr-CA" sz="2300" dirty="0" err="1"/>
              <a:t>two</a:t>
            </a:r>
            <a:r>
              <a:rPr lang="fr-CA" sz="2300" dirty="0"/>
              <a:t> </a:t>
            </a:r>
            <a:r>
              <a:rPr lang="fr-CA" sz="2300" dirty="0" err="1"/>
              <a:t>fields</a:t>
            </a:r>
            <a:r>
              <a:rPr lang="fr-CA" sz="2300" dirty="0"/>
              <a:t>:</a:t>
            </a:r>
          </a:p>
          <a:p>
            <a:pPr algn="just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CA" sz="2300" dirty="0"/>
              <a:t> </a:t>
            </a:r>
            <a:r>
              <a:rPr lang="en-CA" sz="2300" b="1" dirty="0"/>
              <a:t>Aisle Groups Level 1</a:t>
            </a:r>
            <a:r>
              <a:rPr lang="en-CA" sz="2300" dirty="0"/>
              <a:t>: This is the </a:t>
            </a:r>
            <a:r>
              <a:rPr lang="en-US" sz="2300" dirty="0"/>
              <a:t>number of aisle groups to be considered for consolidation in a cluster for the indicated level. Aisle groups are used to identify the locations that are found in a group. A value greater than zero must be entered in this field.</a:t>
            </a:r>
            <a:endParaRPr lang="fr-CA" sz="2300" dirty="0"/>
          </a:p>
          <a:p>
            <a:pPr algn="just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CA" sz="2300" dirty="0"/>
              <a:t> </a:t>
            </a:r>
            <a:r>
              <a:rPr lang="en-CA" sz="2300" b="1" dirty="0"/>
              <a:t>Pick Percent Level 1</a:t>
            </a:r>
            <a:r>
              <a:rPr lang="en-CA" sz="2300" dirty="0"/>
              <a:t>: This is the </a:t>
            </a:r>
            <a:r>
              <a:rPr lang="en-US" sz="2300" dirty="0"/>
              <a:t>minimum percentage of picks for the indicated level. A value greater than zero must be entered in this field.</a:t>
            </a:r>
          </a:p>
          <a:p>
            <a:pPr marL="0" indent="0" algn="just">
              <a:lnSpc>
                <a:spcPct val="130000"/>
              </a:lnSpc>
              <a:buNone/>
            </a:pPr>
            <a:endParaRPr lang="fr-CA" sz="23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2902C3A2-0738-4F0C-9AB0-9EB23DE1817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370740" y="827444"/>
            <a:ext cx="3983060" cy="485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221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721B97-8019-4011-B7F6-413B14A6B100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CA" sz="3600" dirty="0"/>
              <a:t>Cluster Selection Load</a:t>
            </a:r>
            <a:endParaRPr lang="en-CA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5E93C49C-7F68-4532-9AFC-3A886F8CA028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76250" y="1123702"/>
            <a:ext cx="6502066" cy="4862513"/>
          </a:xfrm>
        </p:spPr>
        <p:txBody>
          <a:bodyPr/>
          <a:lstStyle/>
          <a:p>
            <a:pPr marL="0" indent="0" algn="just">
              <a:lnSpc>
                <a:spcPct val="130000"/>
              </a:lnSpc>
              <a:buNone/>
            </a:pPr>
            <a:r>
              <a:rPr lang="fr-CA" sz="2100" dirty="0">
                <a:solidFill>
                  <a:schemeClr val="accent2"/>
                </a:solidFill>
              </a:rPr>
              <a:t>7.6</a:t>
            </a:r>
            <a:r>
              <a:rPr lang="fr-CA" sz="2100" dirty="0"/>
              <a:t> Enter a value for the </a:t>
            </a:r>
            <a:r>
              <a:rPr lang="fr-CA" sz="2100" dirty="0" err="1"/>
              <a:t>following</a:t>
            </a:r>
            <a:r>
              <a:rPr lang="fr-CA" sz="2100" dirty="0"/>
              <a:t> </a:t>
            </a:r>
            <a:r>
              <a:rPr lang="fr-CA" sz="2100" dirty="0" err="1"/>
              <a:t>two</a:t>
            </a:r>
            <a:r>
              <a:rPr lang="fr-CA" sz="2100" dirty="0"/>
              <a:t> </a:t>
            </a:r>
            <a:r>
              <a:rPr lang="fr-CA" sz="2100" dirty="0" err="1"/>
              <a:t>fields</a:t>
            </a:r>
            <a:r>
              <a:rPr lang="fr-CA" sz="2100" dirty="0"/>
              <a:t>:</a:t>
            </a:r>
          </a:p>
          <a:p>
            <a:pPr algn="just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CA" sz="2100" dirty="0"/>
              <a:t> </a:t>
            </a:r>
            <a:r>
              <a:rPr lang="en-CA" sz="2100" b="1" dirty="0"/>
              <a:t>Aisle Groups Level 2</a:t>
            </a:r>
            <a:r>
              <a:rPr lang="en-CA" sz="2100" dirty="0"/>
              <a:t>*: This t</a:t>
            </a:r>
            <a:r>
              <a:rPr lang="en-US" sz="2100" dirty="0"/>
              <a:t>he number of aisle groups to be considered for consolidation in a cluster for the indicated level. If a value greater than zero was entered in the Pick Percent Level 2 field, then the value specified here must be greater than zero. </a:t>
            </a:r>
          </a:p>
          <a:p>
            <a:pPr algn="just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sz="2100" b="1" dirty="0"/>
              <a:t> </a:t>
            </a:r>
            <a:r>
              <a:rPr lang="en-CA" sz="2100" b="1" dirty="0"/>
              <a:t>Pick Percent Level 2</a:t>
            </a:r>
            <a:r>
              <a:rPr lang="en-CA" sz="2100" dirty="0"/>
              <a:t>*: This </a:t>
            </a:r>
            <a:r>
              <a:rPr lang="en-US" sz="2100" dirty="0"/>
              <a:t>is the minimum percentage of picks for the indicated level. If a value greater than zero was entered in the Aisle Groups Level 2 field, then the value specified here must be greater than zero.</a:t>
            </a:r>
          </a:p>
          <a:p>
            <a:pPr marL="0" indent="0" algn="just">
              <a:lnSpc>
                <a:spcPct val="130000"/>
              </a:lnSpc>
              <a:buNone/>
            </a:pP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*You must ensure that there are no gaps between this level and the previous level, otherwise, your entry is rejected.</a:t>
            </a:r>
            <a:endParaRPr lang="en-CA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just">
              <a:lnSpc>
                <a:spcPct val="130000"/>
              </a:lnSpc>
              <a:buNone/>
            </a:pPr>
            <a:endParaRPr lang="en-CA" sz="2100" dirty="0"/>
          </a:p>
          <a:p>
            <a:pPr algn="just">
              <a:lnSpc>
                <a:spcPct val="130000"/>
              </a:lnSpc>
              <a:buFont typeface="Wingdings" panose="05000000000000000000" pitchFamily="2" charset="2"/>
              <a:buChar char="ü"/>
            </a:pPr>
            <a:endParaRPr lang="fr-CA" sz="2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A4240199-EFBB-4E8C-BA1A-31664C6B054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370740" y="1042022"/>
            <a:ext cx="3983060" cy="4773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808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721B97-8019-4011-B7F6-413B14A6B100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CA" sz="3600" dirty="0"/>
              <a:t>Cluster Selection Load</a:t>
            </a:r>
            <a:endParaRPr lang="en-CA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83C8B870-8C96-4C5B-A1C2-634BBF96A2AD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1218952"/>
            <a:ext cx="5562600" cy="4862513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fr-CA" sz="2300" dirty="0">
                <a:solidFill>
                  <a:schemeClr val="accent2"/>
                </a:solidFill>
              </a:rPr>
              <a:t>7.7</a:t>
            </a:r>
            <a:r>
              <a:rPr lang="fr-CA" sz="2300" dirty="0"/>
              <a:t> </a:t>
            </a:r>
            <a:r>
              <a:rPr lang="en-US" sz="2300" dirty="0"/>
              <a:t>Repeat the same step 7.6 for all other levels 3 to 10 if necessary.</a:t>
            </a:r>
            <a:endParaRPr lang="en-CA" sz="2300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fr-CA" sz="23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330B3C69-7228-475F-A7D4-7C021BFFBCD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807524" y="365125"/>
            <a:ext cx="4546276" cy="571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052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721B97-8019-4011-B7F6-413B14A6B100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CA" sz="3600" dirty="0"/>
              <a:t>Cluster Selection Load</a:t>
            </a:r>
            <a:endParaRPr lang="en-CA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83C8B870-8C96-4C5B-A1C2-634BBF96A2AD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1218952"/>
            <a:ext cx="5562600" cy="4862513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fr-CA" sz="2300" dirty="0">
                <a:solidFill>
                  <a:schemeClr val="accent2"/>
                </a:solidFill>
              </a:rPr>
              <a:t>7.8</a:t>
            </a:r>
            <a:r>
              <a:rPr lang="fr-CA" sz="2300" dirty="0"/>
              <a:t> </a:t>
            </a:r>
            <a:r>
              <a:rPr lang="en-US" sz="2300" dirty="0"/>
              <a:t>Once all the fields properly entered, click on Submit.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CA" sz="2300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CA" sz="2300" dirty="0"/>
              <a:t> The </a:t>
            </a:r>
            <a:r>
              <a:rPr lang="fr-CA" sz="2300" dirty="0" err="1"/>
              <a:t>parameters</a:t>
            </a:r>
            <a:r>
              <a:rPr lang="fr-CA" sz="2300" dirty="0"/>
              <a:t> </a:t>
            </a:r>
            <a:r>
              <a:rPr lang="en-US" sz="2300" dirty="0"/>
              <a:t>for the cluster selection</a:t>
            </a:r>
            <a:r>
              <a:rPr lang="fr-CA" sz="2300" dirty="0"/>
              <a:t> have been </a:t>
            </a:r>
            <a:r>
              <a:rPr lang="fr-CA" sz="2300" dirty="0" err="1"/>
              <a:t>created</a:t>
            </a:r>
            <a:r>
              <a:rPr lang="fr-CA" sz="2300" dirty="0"/>
              <a:t>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2DDA6AB-3C31-43D3-9D23-26885D2A9DA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115024" y="522025"/>
            <a:ext cx="4238776" cy="555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502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721B97-8019-4011-B7F6-413B14A6B100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CA" sz="3600" dirty="0"/>
              <a:t>Cluster Selection Load</a:t>
            </a:r>
            <a:endParaRPr lang="en-CA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D5391315-9C87-49AF-BA07-4EC9164A1106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1162050"/>
            <a:ext cx="10515600" cy="5014913"/>
          </a:xfrm>
        </p:spPr>
        <p:txBody>
          <a:bodyPr/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 startAt="8"/>
            </a:pPr>
            <a:r>
              <a:rPr lang="en-US" u="sng" dirty="0"/>
              <a:t>If you want to update parameters for a cluster selection</a:t>
            </a:r>
            <a:r>
              <a:rPr lang="en-US" dirty="0"/>
              <a:t>, do this: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sz="2400" dirty="0">
                <a:solidFill>
                  <a:schemeClr val="accent2"/>
                </a:solidFill>
              </a:rPr>
              <a:t>8.1</a:t>
            </a:r>
            <a:r>
              <a:rPr lang="en-US" sz="2400" dirty="0"/>
              <a:t> Perform a search to retrieve the cluster selection you wish to update and click on View Record Details.</a:t>
            </a:r>
          </a:p>
          <a:p>
            <a:pPr marL="457200" indent="-457200" algn="just">
              <a:buFont typeface="+mj-lt"/>
              <a:buAutoNum type="arabicPeriod" startAt="8"/>
            </a:pPr>
            <a:endParaRPr lang="en-C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627C3406-DE2D-4492-A82B-4DE6DACCEB3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01053" y="3106679"/>
            <a:ext cx="11454063" cy="274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095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721B97-8019-4011-B7F6-413B14A6B100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CA" sz="3600" dirty="0"/>
              <a:t>Cluster Selection Load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ED555C0-6F78-4C32-8FDF-D7D177E50A47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1171074"/>
            <a:ext cx="6589295" cy="5120193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300" dirty="0">
                <a:solidFill>
                  <a:schemeClr val="accent2"/>
                </a:solidFill>
              </a:rPr>
              <a:t>8.2</a:t>
            </a:r>
            <a:r>
              <a:rPr lang="en-US" sz="2300" dirty="0"/>
              <a:t> From the new window, in the </a:t>
            </a:r>
            <a:r>
              <a:rPr lang="en-US" sz="2300" b="1" dirty="0"/>
              <a:t>General</a:t>
            </a:r>
            <a:r>
              <a:rPr lang="en-US" sz="2300" dirty="0"/>
              <a:t> section, update the following fields as required: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300" dirty="0"/>
              <a:t> </a:t>
            </a:r>
            <a:r>
              <a:rPr lang="en-US" sz="2300" b="1" dirty="0"/>
              <a:t>Containers per Cluster</a:t>
            </a:r>
            <a:r>
              <a:rPr lang="en-US" sz="2300" dirty="0"/>
              <a:t>, that is the maximum number of containers for the cluster.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300" b="1" dirty="0"/>
              <a:t> Aisle Groups Level 1 to 10 </a:t>
            </a:r>
            <a:r>
              <a:rPr lang="en-US" sz="2300" dirty="0"/>
              <a:t>and </a:t>
            </a:r>
            <a:r>
              <a:rPr lang="en-CA" sz="2300" b="1" dirty="0"/>
              <a:t>Pick Percent Level 1</a:t>
            </a:r>
            <a:r>
              <a:rPr lang="en-US" sz="2300" b="1" dirty="0"/>
              <a:t> to 10</a:t>
            </a:r>
            <a:r>
              <a:rPr lang="en-US" sz="2300" dirty="0"/>
              <a:t>: Refer to the </a:t>
            </a:r>
            <a:r>
              <a:rPr lang="en-US" sz="2300" dirty="0">
                <a:hlinkClick r:id="rId6" action="ppaction://hlinksldjump"/>
              </a:rPr>
              <a:t>slides 7 to 9</a:t>
            </a:r>
            <a:r>
              <a:rPr lang="en-US" sz="2300" dirty="0"/>
              <a:t> for details.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CA" sz="23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CA074CA-9FEC-42BA-A999-4C8FC2C49D2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617007" y="534807"/>
            <a:ext cx="3736793" cy="5756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8044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721B97-8019-4011-B7F6-413B14A6B100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CA" sz="3600" dirty="0"/>
              <a:t>Cluster Selection Load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B24D8C3-5AEA-456F-930B-37251FB3FA67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1347537"/>
            <a:ext cx="5755105" cy="4943730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300" dirty="0">
                <a:solidFill>
                  <a:schemeClr val="accent2"/>
                </a:solidFill>
              </a:rPr>
              <a:t>8.3</a:t>
            </a:r>
            <a:r>
              <a:rPr lang="en-US" sz="2300" dirty="0"/>
              <a:t> Once all the fields properly updated, click on Submit.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1000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CA" sz="2300" dirty="0"/>
              <a:t> The </a:t>
            </a:r>
            <a:r>
              <a:rPr lang="fr-CA" sz="2300" dirty="0" err="1"/>
              <a:t>parameters</a:t>
            </a:r>
            <a:r>
              <a:rPr lang="fr-CA" sz="2300" dirty="0"/>
              <a:t> </a:t>
            </a:r>
            <a:r>
              <a:rPr lang="en-US" sz="2300" dirty="0"/>
              <a:t>for the cluster selection</a:t>
            </a:r>
            <a:r>
              <a:rPr lang="fr-CA" sz="2300" dirty="0"/>
              <a:t> have been </a:t>
            </a:r>
            <a:r>
              <a:rPr lang="fr-CA" sz="2300" dirty="0" err="1"/>
              <a:t>updated</a:t>
            </a:r>
            <a:r>
              <a:rPr lang="fr-CA" sz="2300" dirty="0"/>
              <a:t>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fr-CA" sz="2400" dirty="0"/>
              <a:t> </a:t>
            </a:r>
            <a:endParaRPr lang="en-US" sz="2400" dirty="0"/>
          </a:p>
          <a:p>
            <a:pPr marL="0" indent="0" algn="just">
              <a:lnSpc>
                <a:spcPct val="150000"/>
              </a:lnSpc>
              <a:buNone/>
            </a:pP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8C44C3B-B6E2-4F8F-9CDF-6CD08A41D55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357851" y="566733"/>
            <a:ext cx="3658691" cy="5636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91738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15B32ECCCF1A4F8BAA78AEE051229E" ma:contentTypeVersion="12" ma:contentTypeDescription="Crée un document." ma:contentTypeScope="" ma:versionID="0ebbd9a872aa4c132bd3d925cd34cc71">
  <xsd:schema xmlns:xsd="http://www.w3.org/2001/XMLSchema" xmlns:xs="http://www.w3.org/2001/XMLSchema" xmlns:p="http://schemas.microsoft.com/office/2006/metadata/properties" xmlns:ns2="e462bd94-50ae-4fcb-8a4d-76eef9bd0f1d" xmlns:ns3="698a266e-b205-4ba7-a043-296de9e9eb89" targetNamespace="http://schemas.microsoft.com/office/2006/metadata/properties" ma:root="true" ma:fieldsID="5cfd5ee4064d1f443f65af0b4aba68e3" ns2:_="" ns3:_="">
    <xsd:import namespace="e462bd94-50ae-4fcb-8a4d-76eef9bd0f1d"/>
    <xsd:import namespace="698a266e-b205-4ba7-a043-296de9e9eb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62bd94-50ae-4fcb-8a4d-76eef9bd0f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Balises d’images" ma:readOnly="false" ma:fieldId="{5cf76f15-5ced-4ddc-b409-7134ff3c332f}" ma:taxonomyMulti="true" ma:sspId="98856d2f-f367-4957-ac1b-6565251ed0c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8a266e-b205-4ba7-a043-296de9e9eb89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8a669148-c562-4cac-984e-a39a7a0331e3}" ma:internalName="TaxCatchAll" ma:showField="CatchAllData" ma:web="698a266e-b205-4ba7-a043-296de9e9eb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698a266e-b205-4ba7-a043-296de9e9eb89">
      <UserInfo>
        <DisplayName>Alpha Barry</DisplayName>
        <AccountId>861</AccountId>
        <AccountType/>
      </UserInfo>
    </SharedWithUsers>
    <lcf76f155ced4ddcb4097134ff3c332f xmlns="e462bd94-50ae-4fcb-8a4d-76eef9bd0f1d">
      <Terms xmlns="http://schemas.microsoft.com/office/infopath/2007/PartnerControls"/>
    </lcf76f155ced4ddcb4097134ff3c332f>
    <TaxCatchAll xmlns="698a266e-b205-4ba7-a043-296de9e9eb89" xsi:nil="true"/>
  </documentManagement>
</p:properties>
</file>

<file path=customXml/itemProps1.xml><?xml version="1.0" encoding="utf-8"?>
<ds:datastoreItem xmlns:ds="http://schemas.openxmlformats.org/officeDocument/2006/customXml" ds:itemID="{B250BBAA-866C-4D31-85A4-D240381A7E3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6420D91-0AB7-4A7B-A6E2-A282DA673616}"/>
</file>

<file path=customXml/itemProps3.xml><?xml version="1.0" encoding="utf-8"?>
<ds:datastoreItem xmlns:ds="http://schemas.openxmlformats.org/officeDocument/2006/customXml" ds:itemID="{1C0D2C95-BABC-47AD-A1E1-702DCD8872B0}">
  <ds:schemaRefs>
    <ds:schemaRef ds:uri="http://schemas.microsoft.com/office/infopath/2007/PartnerControls"/>
    <ds:schemaRef ds:uri="http://purl.org/dc/elements/1.1/"/>
    <ds:schemaRef ds:uri="c7454f8d-4c17-43a4-bc16-0cf0fc914fca"/>
    <ds:schemaRef ds:uri="http://schemas.microsoft.com/office/2006/metadata/properties"/>
    <ds:schemaRef ds:uri="http://purl.org/dc/terms/"/>
    <ds:schemaRef ds:uri="http://schemas.microsoft.com/office/2006/documentManagement/types"/>
    <ds:schemaRef ds:uri="eb899797-80f6-4e69-af82-8dc567209eda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5900</TotalTime>
  <Words>712</Words>
  <Application>Microsoft Office PowerPoint</Application>
  <PresentationFormat>Grand écran</PresentationFormat>
  <Paragraphs>60</Paragraphs>
  <Slides>13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Office Theme</vt:lpstr>
      <vt:lpstr>System Administration Cluster Selection Load</vt:lpstr>
      <vt:lpstr>Cluster Selection Load</vt:lpstr>
      <vt:lpstr>Cluster Selection Load</vt:lpstr>
      <vt:lpstr>Cluster Selection Load</vt:lpstr>
      <vt:lpstr>Cluster Selection Load</vt:lpstr>
      <vt:lpstr>Cluster Selection Load</vt:lpstr>
      <vt:lpstr>Cluster Selection Load</vt:lpstr>
      <vt:lpstr>Cluster Selection Load</vt:lpstr>
      <vt:lpstr>Cluster Selection Load</vt:lpstr>
      <vt:lpstr>Cluster Selection Load</vt:lpstr>
      <vt:lpstr>Cluster Selection Load</vt:lpstr>
      <vt:lpstr>Cluster Selection Load</vt:lpstr>
      <vt:lpstr>Cluster Selection Load</vt:lpstr>
    </vt:vector>
  </TitlesOfParts>
  <Company>Walter Surface Technologies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Grondin, Rejean</dc:creator>
  <cp:lastModifiedBy>Jeannot, Guy</cp:lastModifiedBy>
  <cp:revision>1037</cp:revision>
  <dcterms:created xsi:type="dcterms:W3CDTF">2016-08-24T13:01:38Z</dcterms:created>
  <dcterms:modified xsi:type="dcterms:W3CDTF">2020-10-22T12:00:21Z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0x0101000115B32ECCCF1A4F8BAA78AEE051229E</vt:lpwstr>
  </property>
</Properties>
</file>