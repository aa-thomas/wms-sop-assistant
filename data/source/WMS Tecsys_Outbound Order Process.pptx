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3.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5.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6.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9.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0.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2.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3.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4.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5.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6.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7.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8.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9.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20.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21.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22.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23.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24.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25.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26.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27.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28.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29.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30.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31.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32.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33.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34.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35.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notesSlides/notesSlide36.xml" ContentType="application/vnd.openxmlformats-officedocument.presentationml.notesSlide+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notesSlides/notesSlide37.xml" ContentType="application/vnd.openxmlformats-officedocument.presentationml.notesSlide+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38.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notesSlides/notesSlide39.xml" ContentType="application/vnd.openxmlformats-officedocument.presentationml.notesSlide+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40.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notesSlides/notesSlide41.xml" ContentType="application/vnd.openxmlformats-officedocument.presentationml.notesSlide+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notesSlides/notesSlide42.xml" ContentType="application/vnd.openxmlformats-officedocument.presentationml.notesSlide+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43.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notesSlides/notesSlide44.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5"/>
  </p:notesMasterIdLst>
  <p:handoutMasterIdLst>
    <p:handoutMasterId r:id="rId86"/>
  </p:handoutMasterIdLst>
  <p:sldIdLst>
    <p:sldId id="256" r:id="rId5"/>
    <p:sldId id="286" r:id="rId6"/>
    <p:sldId id="302" r:id="rId7"/>
    <p:sldId id="311" r:id="rId8"/>
    <p:sldId id="312" r:id="rId9"/>
    <p:sldId id="313" r:id="rId10"/>
    <p:sldId id="367" r:id="rId11"/>
    <p:sldId id="368" r:id="rId12"/>
    <p:sldId id="304" r:id="rId13"/>
    <p:sldId id="318" r:id="rId14"/>
    <p:sldId id="328" r:id="rId15"/>
    <p:sldId id="329" r:id="rId16"/>
    <p:sldId id="330" r:id="rId17"/>
    <p:sldId id="331" r:id="rId18"/>
    <p:sldId id="332" r:id="rId19"/>
    <p:sldId id="303" r:id="rId20"/>
    <p:sldId id="314" r:id="rId21"/>
    <p:sldId id="315" r:id="rId22"/>
    <p:sldId id="349" r:id="rId23"/>
    <p:sldId id="317" r:id="rId24"/>
    <p:sldId id="327" r:id="rId25"/>
    <p:sldId id="316" r:id="rId26"/>
    <p:sldId id="319" r:id="rId27"/>
    <p:sldId id="321" r:id="rId28"/>
    <p:sldId id="305" r:id="rId29"/>
    <p:sldId id="323" r:id="rId30"/>
    <p:sldId id="324" r:id="rId31"/>
    <p:sldId id="325" r:id="rId32"/>
    <p:sldId id="326" r:id="rId33"/>
    <p:sldId id="306" r:id="rId34"/>
    <p:sldId id="342" r:id="rId35"/>
    <p:sldId id="343" r:id="rId36"/>
    <p:sldId id="344" r:id="rId37"/>
    <p:sldId id="341" r:id="rId38"/>
    <p:sldId id="366" r:id="rId39"/>
    <p:sldId id="345" r:id="rId40"/>
    <p:sldId id="346" r:id="rId41"/>
    <p:sldId id="307" r:id="rId42"/>
    <p:sldId id="348" r:id="rId43"/>
    <p:sldId id="350" r:id="rId44"/>
    <p:sldId id="351" r:id="rId45"/>
    <p:sldId id="352" r:id="rId46"/>
    <p:sldId id="353" r:id="rId47"/>
    <p:sldId id="354" r:id="rId48"/>
    <p:sldId id="355" r:id="rId49"/>
    <p:sldId id="356" r:id="rId50"/>
    <p:sldId id="357" r:id="rId51"/>
    <p:sldId id="308" r:id="rId52"/>
    <p:sldId id="360" r:id="rId53"/>
    <p:sldId id="361" r:id="rId54"/>
    <p:sldId id="362" r:id="rId55"/>
    <p:sldId id="363" r:id="rId56"/>
    <p:sldId id="365" r:id="rId57"/>
    <p:sldId id="387" r:id="rId58"/>
    <p:sldId id="309" r:id="rId59"/>
    <p:sldId id="333" r:id="rId60"/>
    <p:sldId id="334" r:id="rId61"/>
    <p:sldId id="339" r:id="rId62"/>
    <p:sldId id="336" r:id="rId63"/>
    <p:sldId id="337" r:id="rId64"/>
    <p:sldId id="340" r:id="rId65"/>
    <p:sldId id="310" r:id="rId66"/>
    <p:sldId id="369" r:id="rId67"/>
    <p:sldId id="372" r:id="rId68"/>
    <p:sldId id="370" r:id="rId69"/>
    <p:sldId id="371" r:id="rId70"/>
    <p:sldId id="373" r:id="rId71"/>
    <p:sldId id="374" r:id="rId72"/>
    <p:sldId id="375" r:id="rId73"/>
    <p:sldId id="376" r:id="rId74"/>
    <p:sldId id="377" r:id="rId75"/>
    <p:sldId id="378" r:id="rId76"/>
    <p:sldId id="379" r:id="rId77"/>
    <p:sldId id="380" r:id="rId78"/>
    <p:sldId id="381" r:id="rId79"/>
    <p:sldId id="382" r:id="rId80"/>
    <p:sldId id="383" r:id="rId81"/>
    <p:sldId id="384" r:id="rId82"/>
    <p:sldId id="385" r:id="rId83"/>
    <p:sldId id="386"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4"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A9C1A5-20B3-424D-AF00-A0CFB9CED4A8}" vWet="2" dt="2020-09-10T21:15:43.634"/>
    <p1510:client id="{AF2A365B-3B33-420F-B2C0-4BFE99A95748}" v="2672" dt="2020-09-11T01:28:21.4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2" autoAdjust="0"/>
    <p:restoredTop sz="85343" autoAdjust="0"/>
  </p:normalViewPr>
  <p:slideViewPr>
    <p:cSldViewPr snapToGrid="0">
      <p:cViewPr varScale="1">
        <p:scale>
          <a:sx n="63" d="100"/>
          <a:sy n="63" d="100"/>
        </p:scale>
        <p:origin x="78" y="6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notesMaster" Target="notesMasters/notesMaster1.xml"/><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AF2A365B-3B33-420F-B2C0-4BFE99A95748}"/>
    <pc:docChg chg="undo custSel addSld delSld modSld sldOrd">
      <pc:chgData name="Ella Vetter" userId="c6918cf5-f6c0-43cc-8499-a1f635017de9" providerId="ADAL" clId="{AF2A365B-3B33-420F-B2C0-4BFE99A95748}" dt="2020-09-11T01:28:21.491" v="4094" actId="20577"/>
      <pc:docMkLst>
        <pc:docMk/>
      </pc:docMkLst>
      <pc:sldChg chg="modSp mod">
        <pc:chgData name="Ella Vetter" userId="c6918cf5-f6c0-43cc-8499-a1f635017de9" providerId="ADAL" clId="{AF2A365B-3B33-420F-B2C0-4BFE99A95748}" dt="2020-09-10T21:01:31.643" v="1710" actId="1036"/>
        <pc:sldMkLst>
          <pc:docMk/>
          <pc:sldMk cId="1993397138" sldId="286"/>
        </pc:sldMkLst>
        <pc:spChg chg="mod">
          <ac:chgData name="Ella Vetter" userId="c6918cf5-f6c0-43cc-8499-a1f635017de9" providerId="ADAL" clId="{AF2A365B-3B33-420F-B2C0-4BFE99A95748}" dt="2020-09-10T21:01:31.643" v="1710" actId="1036"/>
          <ac:spMkLst>
            <pc:docMk/>
            <pc:sldMk cId="1993397138" sldId="286"/>
            <ac:spMk id="3" creationId="{37B56F8A-6BEF-459C-AFA4-6D790D24F1CB}"/>
          </ac:spMkLst>
        </pc:spChg>
      </pc:sldChg>
      <pc:sldChg chg="modSp mod">
        <pc:chgData name="Ella Vetter" userId="c6918cf5-f6c0-43cc-8499-a1f635017de9" providerId="ADAL" clId="{AF2A365B-3B33-420F-B2C0-4BFE99A95748}" dt="2020-09-10T20:41:50.834" v="1568" actId="13926"/>
        <pc:sldMkLst>
          <pc:docMk/>
          <pc:sldMk cId="493686755" sldId="302"/>
        </pc:sldMkLst>
        <pc:spChg chg="mod">
          <ac:chgData name="Ella Vetter" userId="c6918cf5-f6c0-43cc-8499-a1f635017de9" providerId="ADAL" clId="{AF2A365B-3B33-420F-B2C0-4BFE99A95748}" dt="2020-09-10T20:41:50.834" v="1568" actId="13926"/>
          <ac:spMkLst>
            <pc:docMk/>
            <pc:sldMk cId="493686755" sldId="302"/>
            <ac:spMk id="2" creationId="{BD0A18F3-9F12-464B-BC50-F741E79EDDDA}"/>
          </ac:spMkLst>
        </pc:spChg>
      </pc:sldChg>
      <pc:sldChg chg="modSp mod">
        <pc:chgData name="Ella Vetter" userId="c6918cf5-f6c0-43cc-8499-a1f635017de9" providerId="ADAL" clId="{AF2A365B-3B33-420F-B2C0-4BFE99A95748}" dt="2020-09-10T20:45:09.369" v="1612" actId="13926"/>
        <pc:sldMkLst>
          <pc:docMk/>
          <pc:sldMk cId="2864718476" sldId="306"/>
        </pc:sldMkLst>
        <pc:spChg chg="mod">
          <ac:chgData name="Ella Vetter" userId="c6918cf5-f6c0-43cc-8499-a1f635017de9" providerId="ADAL" clId="{AF2A365B-3B33-420F-B2C0-4BFE99A95748}" dt="2020-09-10T20:45:09.369" v="1612" actId="13926"/>
          <ac:spMkLst>
            <pc:docMk/>
            <pc:sldMk cId="2864718476" sldId="306"/>
            <ac:spMk id="2" creationId="{BD0A18F3-9F12-464B-BC50-F741E79EDDDA}"/>
          </ac:spMkLst>
        </pc:spChg>
      </pc:sldChg>
      <pc:sldChg chg="modSp mod">
        <pc:chgData name="Ella Vetter" userId="c6918cf5-f6c0-43cc-8499-a1f635017de9" providerId="ADAL" clId="{AF2A365B-3B33-420F-B2C0-4BFE99A95748}" dt="2020-09-10T23:24:15.945" v="2104" actId="13926"/>
        <pc:sldMkLst>
          <pc:docMk/>
          <pc:sldMk cId="381793790" sldId="310"/>
        </pc:sldMkLst>
        <pc:spChg chg="mod">
          <ac:chgData name="Ella Vetter" userId="c6918cf5-f6c0-43cc-8499-a1f635017de9" providerId="ADAL" clId="{AF2A365B-3B33-420F-B2C0-4BFE99A95748}" dt="2020-09-10T23:24:15.945" v="2104" actId="13926"/>
          <ac:spMkLst>
            <pc:docMk/>
            <pc:sldMk cId="381793790" sldId="310"/>
            <ac:spMk id="2" creationId="{BD0A18F3-9F12-464B-BC50-F741E79EDDDA}"/>
          </ac:spMkLst>
        </pc:spChg>
      </pc:sldChg>
      <pc:sldChg chg="modSp mod modNotesTx">
        <pc:chgData name="Ella Vetter" userId="c6918cf5-f6c0-43cc-8499-a1f635017de9" providerId="ADAL" clId="{AF2A365B-3B33-420F-B2C0-4BFE99A95748}" dt="2020-09-10T20:19:27.880" v="1235" actId="14100"/>
        <pc:sldMkLst>
          <pc:docMk/>
          <pc:sldMk cId="2947677619" sldId="311"/>
        </pc:sldMkLst>
        <pc:spChg chg="mod">
          <ac:chgData name="Ella Vetter" userId="c6918cf5-f6c0-43cc-8499-a1f635017de9" providerId="ADAL" clId="{AF2A365B-3B33-420F-B2C0-4BFE99A95748}" dt="2020-09-10T20:19:27.880" v="1235" actId="14100"/>
          <ac:spMkLst>
            <pc:docMk/>
            <pc:sldMk cId="2947677619" sldId="311"/>
            <ac:spMk id="8" creationId="{22D07A49-DCCF-4596-B459-F110CEA75CB0}"/>
          </ac:spMkLst>
        </pc:spChg>
      </pc:sldChg>
      <pc:sldChg chg="addSp delSp modSp mod">
        <pc:chgData name="Ella Vetter" userId="c6918cf5-f6c0-43cc-8499-a1f635017de9" providerId="ADAL" clId="{AF2A365B-3B33-420F-B2C0-4BFE99A95748}" dt="2020-09-10T20:21:14.695" v="1256" actId="20577"/>
        <pc:sldMkLst>
          <pc:docMk/>
          <pc:sldMk cId="3908242990" sldId="312"/>
        </pc:sldMkLst>
        <pc:spChg chg="mod">
          <ac:chgData name="Ella Vetter" userId="c6918cf5-f6c0-43cc-8499-a1f635017de9" providerId="ADAL" clId="{AF2A365B-3B33-420F-B2C0-4BFE99A95748}" dt="2020-09-10T20:21:14.695" v="1256" actId="20577"/>
          <ac:spMkLst>
            <pc:docMk/>
            <pc:sldMk cId="3908242990" sldId="312"/>
            <ac:spMk id="8" creationId="{22D07A49-DCCF-4596-B459-F110CEA75CB0}"/>
          </ac:spMkLst>
        </pc:spChg>
        <pc:picChg chg="add mod">
          <ac:chgData name="Ella Vetter" userId="c6918cf5-f6c0-43cc-8499-a1f635017de9" providerId="ADAL" clId="{AF2A365B-3B33-420F-B2C0-4BFE99A95748}" dt="2020-09-10T20:19:04.180" v="1234" actId="1076"/>
          <ac:picMkLst>
            <pc:docMk/>
            <pc:sldMk cId="3908242990" sldId="312"/>
            <ac:picMk id="4" creationId="{006AFD4C-9FD4-4E7C-8A4A-C32541337E49}"/>
          </ac:picMkLst>
        </pc:picChg>
        <pc:picChg chg="del">
          <ac:chgData name="Ella Vetter" userId="c6918cf5-f6c0-43cc-8499-a1f635017de9" providerId="ADAL" clId="{AF2A365B-3B33-420F-B2C0-4BFE99A95748}" dt="2020-09-10T20:18:51.506" v="1228" actId="478"/>
          <ac:picMkLst>
            <pc:docMk/>
            <pc:sldMk cId="3908242990" sldId="312"/>
            <ac:picMk id="7" creationId="{0F334E87-7DF3-4520-856B-AB53C0CA2859}"/>
          </ac:picMkLst>
        </pc:picChg>
      </pc:sldChg>
      <pc:sldChg chg="addSp delSp modSp mod modNotesTx">
        <pc:chgData name="Ella Vetter" userId="c6918cf5-f6c0-43cc-8499-a1f635017de9" providerId="ADAL" clId="{AF2A365B-3B33-420F-B2C0-4BFE99A95748}" dt="2020-09-10T20:22:20.521" v="1260" actId="14100"/>
        <pc:sldMkLst>
          <pc:docMk/>
          <pc:sldMk cId="1704682077" sldId="313"/>
        </pc:sldMkLst>
        <pc:spChg chg="add del mod">
          <ac:chgData name="Ella Vetter" userId="c6918cf5-f6c0-43cc-8499-a1f635017de9" providerId="ADAL" clId="{AF2A365B-3B33-420F-B2C0-4BFE99A95748}" dt="2020-09-10T20:14:57.044" v="1209"/>
          <ac:spMkLst>
            <pc:docMk/>
            <pc:sldMk cId="1704682077" sldId="313"/>
            <ac:spMk id="4" creationId="{CC731633-6F4A-4E5C-BC28-615C73F3122D}"/>
          </ac:spMkLst>
        </pc:spChg>
        <pc:spChg chg="mod">
          <ac:chgData name="Ella Vetter" userId="c6918cf5-f6c0-43cc-8499-a1f635017de9" providerId="ADAL" clId="{AF2A365B-3B33-420F-B2C0-4BFE99A95748}" dt="2020-09-10T20:22:20.521" v="1260" actId="14100"/>
          <ac:spMkLst>
            <pc:docMk/>
            <pc:sldMk cId="1704682077" sldId="313"/>
            <ac:spMk id="8" creationId="{22D07A49-DCCF-4596-B459-F110CEA75CB0}"/>
          </ac:spMkLst>
        </pc:spChg>
        <pc:picChg chg="add mod">
          <ac:chgData name="Ella Vetter" userId="c6918cf5-f6c0-43cc-8499-a1f635017de9" providerId="ADAL" clId="{AF2A365B-3B33-420F-B2C0-4BFE99A95748}" dt="2020-09-10T20:22:18.197" v="1259" actId="1076"/>
          <ac:picMkLst>
            <pc:docMk/>
            <pc:sldMk cId="1704682077" sldId="313"/>
            <ac:picMk id="5" creationId="{82CB38D3-09CC-431E-89BF-6A98B950B6FA}"/>
          </ac:picMkLst>
        </pc:picChg>
      </pc:sldChg>
      <pc:sldChg chg="addSp delSp modSp mod">
        <pc:chgData name="Ella Vetter" userId="c6918cf5-f6c0-43cc-8499-a1f635017de9" providerId="ADAL" clId="{AF2A365B-3B33-420F-B2C0-4BFE99A95748}" dt="2020-09-10T22:42:42.079" v="1914" actId="1076"/>
        <pc:sldMkLst>
          <pc:docMk/>
          <pc:sldMk cId="3930836728" sldId="315"/>
        </pc:sldMkLst>
        <pc:picChg chg="add mod">
          <ac:chgData name="Ella Vetter" userId="c6918cf5-f6c0-43cc-8499-a1f635017de9" providerId="ADAL" clId="{AF2A365B-3B33-420F-B2C0-4BFE99A95748}" dt="2020-09-10T22:42:42.079" v="1914" actId="1076"/>
          <ac:picMkLst>
            <pc:docMk/>
            <pc:sldMk cId="3930836728" sldId="315"/>
            <ac:picMk id="5" creationId="{85A94349-D6CC-4B0E-BC40-B2A56D77A124}"/>
          </ac:picMkLst>
        </pc:picChg>
        <pc:picChg chg="del">
          <ac:chgData name="Ella Vetter" userId="c6918cf5-f6c0-43cc-8499-a1f635017de9" providerId="ADAL" clId="{AF2A365B-3B33-420F-B2C0-4BFE99A95748}" dt="2020-09-10T22:42:32.971" v="1909" actId="478"/>
          <ac:picMkLst>
            <pc:docMk/>
            <pc:sldMk cId="3930836728" sldId="315"/>
            <ac:picMk id="6" creationId="{CDBD2FF4-9A55-46C5-8C7D-24F530FB3C31}"/>
          </ac:picMkLst>
        </pc:picChg>
      </pc:sldChg>
      <pc:sldChg chg="modSp mod">
        <pc:chgData name="Ella Vetter" userId="c6918cf5-f6c0-43cc-8499-a1f635017de9" providerId="ADAL" clId="{AF2A365B-3B33-420F-B2C0-4BFE99A95748}" dt="2020-09-11T01:23:27.703" v="4083" actId="20577"/>
        <pc:sldMkLst>
          <pc:docMk/>
          <pc:sldMk cId="3005518000" sldId="319"/>
        </pc:sldMkLst>
        <pc:spChg chg="mod">
          <ac:chgData name="Ella Vetter" userId="c6918cf5-f6c0-43cc-8499-a1f635017de9" providerId="ADAL" clId="{AF2A365B-3B33-420F-B2C0-4BFE99A95748}" dt="2020-09-11T01:23:27.703" v="4083" actId="20577"/>
          <ac:spMkLst>
            <pc:docMk/>
            <pc:sldMk cId="3005518000" sldId="319"/>
            <ac:spMk id="3" creationId="{B584D2A3-1D1C-476A-A570-786965AA5368}"/>
          </ac:spMkLst>
        </pc:spChg>
      </pc:sldChg>
      <pc:sldChg chg="modSp mod">
        <pc:chgData name="Ella Vetter" userId="c6918cf5-f6c0-43cc-8499-a1f635017de9" providerId="ADAL" clId="{AF2A365B-3B33-420F-B2C0-4BFE99A95748}" dt="2020-09-10T20:46:30.305" v="1618" actId="1035"/>
        <pc:sldMkLst>
          <pc:docMk/>
          <pc:sldMk cId="3375760838" sldId="323"/>
        </pc:sldMkLst>
        <pc:spChg chg="mod">
          <ac:chgData name="Ella Vetter" userId="c6918cf5-f6c0-43cc-8499-a1f635017de9" providerId="ADAL" clId="{AF2A365B-3B33-420F-B2C0-4BFE99A95748}" dt="2020-09-10T20:46:30.305" v="1618" actId="1035"/>
          <ac:spMkLst>
            <pc:docMk/>
            <pc:sldMk cId="3375760838" sldId="323"/>
            <ac:spMk id="3" creationId="{A16F4027-4326-4165-B019-E06A987A21AF}"/>
          </ac:spMkLst>
        </pc:spChg>
      </pc:sldChg>
      <pc:sldChg chg="modSp mod">
        <pc:chgData name="Ella Vetter" userId="c6918cf5-f6c0-43cc-8499-a1f635017de9" providerId="ADAL" clId="{AF2A365B-3B33-420F-B2C0-4BFE99A95748}" dt="2020-09-11T01:23:40.197" v="4084" actId="20577"/>
        <pc:sldMkLst>
          <pc:docMk/>
          <pc:sldMk cId="2194755350" sldId="324"/>
        </pc:sldMkLst>
        <pc:spChg chg="mod">
          <ac:chgData name="Ella Vetter" userId="c6918cf5-f6c0-43cc-8499-a1f635017de9" providerId="ADAL" clId="{AF2A365B-3B33-420F-B2C0-4BFE99A95748}" dt="2020-09-11T01:23:40.197" v="4084" actId="20577"/>
          <ac:spMkLst>
            <pc:docMk/>
            <pc:sldMk cId="2194755350" sldId="324"/>
            <ac:spMk id="6" creationId="{09D6F496-7F57-4A57-99BC-0BA114BB93EF}"/>
          </ac:spMkLst>
        </pc:spChg>
      </pc:sldChg>
      <pc:sldChg chg="modSp mod">
        <pc:chgData name="Ella Vetter" userId="c6918cf5-f6c0-43cc-8499-a1f635017de9" providerId="ADAL" clId="{AF2A365B-3B33-420F-B2C0-4BFE99A95748}" dt="2020-09-11T01:23:45.594" v="4085" actId="20577"/>
        <pc:sldMkLst>
          <pc:docMk/>
          <pc:sldMk cId="1361505430" sldId="325"/>
        </pc:sldMkLst>
        <pc:spChg chg="mod">
          <ac:chgData name="Ella Vetter" userId="c6918cf5-f6c0-43cc-8499-a1f635017de9" providerId="ADAL" clId="{AF2A365B-3B33-420F-B2C0-4BFE99A95748}" dt="2020-09-11T01:23:45.594" v="4085" actId="20577"/>
          <ac:spMkLst>
            <pc:docMk/>
            <pc:sldMk cId="1361505430" sldId="325"/>
            <ac:spMk id="3" creationId="{E7B5DD0D-3A09-4349-AE2A-75A1296510D5}"/>
          </ac:spMkLst>
        </pc:spChg>
      </pc:sldChg>
      <pc:sldChg chg="modSp mod">
        <pc:chgData name="Ella Vetter" userId="c6918cf5-f6c0-43cc-8499-a1f635017de9" providerId="ADAL" clId="{AF2A365B-3B33-420F-B2C0-4BFE99A95748}" dt="2020-09-11T01:14:22.567" v="4053" actId="11"/>
        <pc:sldMkLst>
          <pc:docMk/>
          <pc:sldMk cId="1614685867" sldId="326"/>
        </pc:sldMkLst>
        <pc:spChg chg="mod">
          <ac:chgData name="Ella Vetter" userId="c6918cf5-f6c0-43cc-8499-a1f635017de9" providerId="ADAL" clId="{AF2A365B-3B33-420F-B2C0-4BFE99A95748}" dt="2020-09-11T01:14:22.567" v="4053" actId="11"/>
          <ac:spMkLst>
            <pc:docMk/>
            <pc:sldMk cId="1614685867" sldId="326"/>
            <ac:spMk id="4" creationId="{FEA8498E-4378-4185-A3DA-8D26C2722108}"/>
          </ac:spMkLst>
        </pc:spChg>
      </pc:sldChg>
      <pc:sldChg chg="modSp mod">
        <pc:chgData name="Ella Vetter" userId="c6918cf5-f6c0-43cc-8499-a1f635017de9" providerId="ADAL" clId="{AF2A365B-3B33-420F-B2C0-4BFE99A95748}" dt="2020-09-11T01:13:10.781" v="4048" actId="11"/>
        <pc:sldMkLst>
          <pc:docMk/>
          <pc:sldMk cId="3602066013" sldId="329"/>
        </pc:sldMkLst>
        <pc:spChg chg="mod">
          <ac:chgData name="Ella Vetter" userId="c6918cf5-f6c0-43cc-8499-a1f635017de9" providerId="ADAL" clId="{AF2A365B-3B33-420F-B2C0-4BFE99A95748}" dt="2020-09-11T01:13:10.781" v="4048" actId="11"/>
          <ac:spMkLst>
            <pc:docMk/>
            <pc:sldMk cId="3602066013" sldId="329"/>
            <ac:spMk id="6" creationId="{3A0FB1A5-17E5-46AC-BE8B-16CE6D28426F}"/>
          </ac:spMkLst>
        </pc:spChg>
      </pc:sldChg>
      <pc:sldChg chg="modSp mod">
        <pc:chgData name="Ella Vetter" userId="c6918cf5-f6c0-43cc-8499-a1f635017de9" providerId="ADAL" clId="{AF2A365B-3B33-420F-B2C0-4BFE99A95748}" dt="2020-09-11T01:13:21.439" v="4049" actId="11"/>
        <pc:sldMkLst>
          <pc:docMk/>
          <pc:sldMk cId="4195516329" sldId="330"/>
        </pc:sldMkLst>
        <pc:spChg chg="mod">
          <ac:chgData name="Ella Vetter" userId="c6918cf5-f6c0-43cc-8499-a1f635017de9" providerId="ADAL" clId="{AF2A365B-3B33-420F-B2C0-4BFE99A95748}" dt="2020-09-11T01:13:21.439" v="4049" actId="11"/>
          <ac:spMkLst>
            <pc:docMk/>
            <pc:sldMk cId="4195516329" sldId="330"/>
            <ac:spMk id="3" creationId="{A9896BE8-AC01-476B-A8C7-6F1E890C5E66}"/>
          </ac:spMkLst>
        </pc:spChg>
      </pc:sldChg>
      <pc:sldChg chg="modSp mod">
        <pc:chgData name="Ella Vetter" userId="c6918cf5-f6c0-43cc-8499-a1f635017de9" providerId="ADAL" clId="{AF2A365B-3B33-420F-B2C0-4BFE99A95748}" dt="2020-09-11T01:21:46.534" v="4078" actId="20577"/>
        <pc:sldMkLst>
          <pc:docMk/>
          <pc:sldMk cId="796556504" sldId="331"/>
        </pc:sldMkLst>
        <pc:spChg chg="mod">
          <ac:chgData name="Ella Vetter" userId="c6918cf5-f6c0-43cc-8499-a1f635017de9" providerId="ADAL" clId="{AF2A365B-3B33-420F-B2C0-4BFE99A95748}" dt="2020-09-11T01:21:46.534" v="4078" actId="20577"/>
          <ac:spMkLst>
            <pc:docMk/>
            <pc:sldMk cId="796556504" sldId="331"/>
            <ac:spMk id="3" creationId="{A9896BE8-AC01-476B-A8C7-6F1E890C5E66}"/>
          </ac:spMkLst>
        </pc:spChg>
      </pc:sldChg>
      <pc:sldChg chg="modSp mod">
        <pc:chgData name="Ella Vetter" userId="c6918cf5-f6c0-43cc-8499-a1f635017de9" providerId="ADAL" clId="{AF2A365B-3B33-420F-B2C0-4BFE99A95748}" dt="2020-09-11T01:21:52.305" v="4079" actId="20577"/>
        <pc:sldMkLst>
          <pc:docMk/>
          <pc:sldMk cId="3215793146" sldId="332"/>
        </pc:sldMkLst>
        <pc:spChg chg="mod">
          <ac:chgData name="Ella Vetter" userId="c6918cf5-f6c0-43cc-8499-a1f635017de9" providerId="ADAL" clId="{AF2A365B-3B33-420F-B2C0-4BFE99A95748}" dt="2020-09-11T01:21:52.305" v="4079" actId="20577"/>
          <ac:spMkLst>
            <pc:docMk/>
            <pc:sldMk cId="3215793146" sldId="332"/>
            <ac:spMk id="3" creationId="{A9896BE8-AC01-476B-A8C7-6F1E890C5E66}"/>
          </ac:spMkLst>
        </pc:spChg>
      </pc:sldChg>
      <pc:sldChg chg="modSp mod">
        <pc:chgData name="Ella Vetter" userId="c6918cf5-f6c0-43cc-8499-a1f635017de9" providerId="ADAL" clId="{AF2A365B-3B33-420F-B2C0-4BFE99A95748}" dt="2020-09-11T01:17:18.670" v="4063" actId="11"/>
        <pc:sldMkLst>
          <pc:docMk/>
          <pc:sldMk cId="1637666732" sldId="337"/>
        </pc:sldMkLst>
        <pc:spChg chg="mod">
          <ac:chgData name="Ella Vetter" userId="c6918cf5-f6c0-43cc-8499-a1f635017de9" providerId="ADAL" clId="{AF2A365B-3B33-420F-B2C0-4BFE99A95748}" dt="2020-09-11T01:17:18.670" v="4063" actId="11"/>
          <ac:spMkLst>
            <pc:docMk/>
            <pc:sldMk cId="1637666732" sldId="337"/>
            <ac:spMk id="3" creationId="{0361543A-A802-4FDD-9B60-B511A19F13B5}"/>
          </ac:spMkLst>
        </pc:spChg>
      </pc:sldChg>
      <pc:sldChg chg="modSp mod">
        <pc:chgData name="Ella Vetter" userId="c6918cf5-f6c0-43cc-8499-a1f635017de9" providerId="ADAL" clId="{AF2A365B-3B33-420F-B2C0-4BFE99A95748}" dt="2020-09-11T01:23:13.745" v="4082" actId="20577"/>
        <pc:sldMkLst>
          <pc:docMk/>
          <pc:sldMk cId="170518012" sldId="339"/>
        </pc:sldMkLst>
        <pc:spChg chg="mod">
          <ac:chgData name="Ella Vetter" userId="c6918cf5-f6c0-43cc-8499-a1f635017de9" providerId="ADAL" clId="{AF2A365B-3B33-420F-B2C0-4BFE99A95748}" dt="2020-09-11T01:23:13.745" v="4082" actId="20577"/>
          <ac:spMkLst>
            <pc:docMk/>
            <pc:sldMk cId="170518012" sldId="339"/>
            <ac:spMk id="3" creationId="{F2EFAB54-0658-4BAC-B313-232B2F5CDB50}"/>
          </ac:spMkLst>
        </pc:spChg>
      </pc:sldChg>
      <pc:sldChg chg="addSp delSp modSp mod">
        <pc:chgData name="Ella Vetter" userId="c6918cf5-f6c0-43cc-8499-a1f635017de9" providerId="ADAL" clId="{AF2A365B-3B33-420F-B2C0-4BFE99A95748}" dt="2020-09-11T01:18:25.561" v="4076" actId="20577"/>
        <pc:sldMkLst>
          <pc:docMk/>
          <pc:sldMk cId="2964312040" sldId="340"/>
        </pc:sldMkLst>
        <pc:spChg chg="mod">
          <ac:chgData name="Ella Vetter" userId="c6918cf5-f6c0-43cc-8499-a1f635017de9" providerId="ADAL" clId="{AF2A365B-3B33-420F-B2C0-4BFE99A95748}" dt="2020-09-11T01:18:25.561" v="4076" actId="20577"/>
          <ac:spMkLst>
            <pc:docMk/>
            <pc:sldMk cId="2964312040" sldId="340"/>
            <ac:spMk id="3" creationId="{1C90E9B4-97B9-4379-87C4-57EC8D7C1A2F}"/>
          </ac:spMkLst>
        </pc:spChg>
        <pc:grpChg chg="add mod">
          <ac:chgData name="Ella Vetter" userId="c6918cf5-f6c0-43cc-8499-a1f635017de9" providerId="ADAL" clId="{AF2A365B-3B33-420F-B2C0-4BFE99A95748}" dt="2020-09-10T03:58:05.138" v="18" actId="1076"/>
          <ac:grpSpMkLst>
            <pc:docMk/>
            <pc:sldMk cId="2964312040" sldId="340"/>
            <ac:grpSpMk id="12" creationId="{73FBBAB2-8435-409A-9FC6-599B2CAA1B0D}"/>
          </ac:grpSpMkLst>
        </pc:grpChg>
        <pc:picChg chg="add mod">
          <ac:chgData name="Ella Vetter" userId="c6918cf5-f6c0-43cc-8499-a1f635017de9" providerId="ADAL" clId="{AF2A365B-3B33-420F-B2C0-4BFE99A95748}" dt="2020-09-10T03:58:00.032" v="16" actId="164"/>
          <ac:picMkLst>
            <pc:docMk/>
            <pc:sldMk cId="2964312040" sldId="340"/>
            <ac:picMk id="5" creationId="{E44C9E0A-5FBA-43CE-9C91-7D012E3A305A}"/>
          </ac:picMkLst>
        </pc:picChg>
        <pc:picChg chg="add del">
          <ac:chgData name="Ella Vetter" userId="c6918cf5-f6c0-43cc-8499-a1f635017de9" providerId="ADAL" clId="{AF2A365B-3B33-420F-B2C0-4BFE99A95748}" dt="2020-09-10T03:57:18.420" v="5" actId="478"/>
          <ac:picMkLst>
            <pc:docMk/>
            <pc:sldMk cId="2964312040" sldId="340"/>
            <ac:picMk id="7" creationId="{4D4DC6E3-6396-413A-9EE9-BD0195683DBA}"/>
          </ac:picMkLst>
        </pc:picChg>
        <pc:picChg chg="add del mod">
          <ac:chgData name="Ella Vetter" userId="c6918cf5-f6c0-43cc-8499-a1f635017de9" providerId="ADAL" clId="{AF2A365B-3B33-420F-B2C0-4BFE99A95748}" dt="2020-09-10T03:57:40.206" v="9" actId="478"/>
          <ac:picMkLst>
            <pc:docMk/>
            <pc:sldMk cId="2964312040" sldId="340"/>
            <ac:picMk id="9" creationId="{6694DA7C-C375-48CF-8D9E-CD31C68AC50A}"/>
          </ac:picMkLst>
        </pc:picChg>
        <pc:picChg chg="add mod">
          <ac:chgData name="Ella Vetter" userId="c6918cf5-f6c0-43cc-8499-a1f635017de9" providerId="ADAL" clId="{AF2A365B-3B33-420F-B2C0-4BFE99A95748}" dt="2020-09-10T03:58:00.032" v="16" actId="164"/>
          <ac:picMkLst>
            <pc:docMk/>
            <pc:sldMk cId="2964312040" sldId="340"/>
            <ac:picMk id="11" creationId="{F978DB9D-9C07-431A-B9B2-7DC68FCF7E40}"/>
          </ac:picMkLst>
        </pc:picChg>
      </pc:sldChg>
      <pc:sldChg chg="addSp modSp mod modNotesTx">
        <pc:chgData name="Ella Vetter" userId="c6918cf5-f6c0-43cc-8499-a1f635017de9" providerId="ADAL" clId="{AF2A365B-3B33-420F-B2C0-4BFE99A95748}" dt="2020-09-10T12:04:12.976" v="245" actId="13926"/>
        <pc:sldMkLst>
          <pc:docMk/>
          <pc:sldMk cId="132058968" sldId="341"/>
        </pc:sldMkLst>
        <pc:spChg chg="mod">
          <ac:chgData name="Ella Vetter" userId="c6918cf5-f6c0-43cc-8499-a1f635017de9" providerId="ADAL" clId="{AF2A365B-3B33-420F-B2C0-4BFE99A95748}" dt="2020-09-10T12:04:12.976" v="245" actId="13926"/>
          <ac:spMkLst>
            <pc:docMk/>
            <pc:sldMk cId="132058968" sldId="341"/>
            <ac:spMk id="2" creationId="{1003867E-A049-416A-A856-2C89183523CF}"/>
          </ac:spMkLst>
        </pc:spChg>
        <pc:spChg chg="mod">
          <ac:chgData name="Ella Vetter" userId="c6918cf5-f6c0-43cc-8499-a1f635017de9" providerId="ADAL" clId="{AF2A365B-3B33-420F-B2C0-4BFE99A95748}" dt="2020-09-10T12:04:07.530" v="244" actId="1035"/>
          <ac:spMkLst>
            <pc:docMk/>
            <pc:sldMk cId="132058968" sldId="341"/>
            <ac:spMk id="6" creationId="{C69CF398-2AFA-4A38-9C5A-90B081F9FE66}"/>
          </ac:spMkLst>
        </pc:spChg>
        <pc:picChg chg="add mod">
          <ac:chgData name="Ella Vetter" userId="c6918cf5-f6c0-43cc-8499-a1f635017de9" providerId="ADAL" clId="{AF2A365B-3B33-420F-B2C0-4BFE99A95748}" dt="2020-09-10T12:03:43.035" v="235" actId="1076"/>
          <ac:picMkLst>
            <pc:docMk/>
            <pc:sldMk cId="132058968" sldId="341"/>
            <ac:picMk id="4" creationId="{19CC366E-CD6E-4F12-8F7C-C9F4ED97C655}"/>
          </ac:picMkLst>
        </pc:picChg>
      </pc:sldChg>
      <pc:sldChg chg="addSp modSp mod modNotesTx">
        <pc:chgData name="Ella Vetter" userId="c6918cf5-f6c0-43cc-8499-a1f635017de9" providerId="ADAL" clId="{AF2A365B-3B33-420F-B2C0-4BFE99A95748}" dt="2020-09-11T01:23:13.647" v="4081" actId="20577"/>
        <pc:sldMkLst>
          <pc:docMk/>
          <pc:sldMk cId="190349217" sldId="343"/>
        </pc:sldMkLst>
        <pc:spChg chg="mod">
          <ac:chgData name="Ella Vetter" userId="c6918cf5-f6c0-43cc-8499-a1f635017de9" providerId="ADAL" clId="{AF2A365B-3B33-420F-B2C0-4BFE99A95748}" dt="2020-09-11T01:23:13.647" v="4081" actId="20577"/>
          <ac:spMkLst>
            <pc:docMk/>
            <pc:sldMk cId="190349217" sldId="343"/>
            <ac:spMk id="4" creationId="{CFC03315-D7FD-40F5-AFB7-08434ACB01DF}"/>
          </ac:spMkLst>
        </pc:spChg>
        <pc:picChg chg="add mod">
          <ac:chgData name="Ella Vetter" userId="c6918cf5-f6c0-43cc-8499-a1f635017de9" providerId="ADAL" clId="{AF2A365B-3B33-420F-B2C0-4BFE99A95748}" dt="2020-09-10T20:45:02.447" v="1609" actId="1076"/>
          <ac:picMkLst>
            <pc:docMk/>
            <pc:sldMk cId="190349217" sldId="343"/>
            <ac:picMk id="5" creationId="{EF65A07A-DAE2-4B71-A405-E2B74EBED38C}"/>
          </ac:picMkLst>
        </pc:picChg>
      </pc:sldChg>
      <pc:sldChg chg="addSp modSp mod modNotesTx">
        <pc:chgData name="Ella Vetter" userId="c6918cf5-f6c0-43cc-8499-a1f635017de9" providerId="ADAL" clId="{AF2A365B-3B33-420F-B2C0-4BFE99A95748}" dt="2020-09-10T20:46:49.559" v="1619" actId="11"/>
        <pc:sldMkLst>
          <pc:docMk/>
          <pc:sldMk cId="3399199631" sldId="344"/>
        </pc:sldMkLst>
        <pc:spChg chg="mod">
          <ac:chgData name="Ella Vetter" userId="c6918cf5-f6c0-43cc-8499-a1f635017de9" providerId="ADAL" clId="{AF2A365B-3B33-420F-B2C0-4BFE99A95748}" dt="2020-09-10T11:20:29.063" v="59" actId="13926"/>
          <ac:spMkLst>
            <pc:docMk/>
            <pc:sldMk cId="3399199631" sldId="344"/>
            <ac:spMk id="2" creationId="{1003867E-A049-416A-A856-2C89183523CF}"/>
          </ac:spMkLst>
        </pc:spChg>
        <pc:spChg chg="mod">
          <ac:chgData name="Ella Vetter" userId="c6918cf5-f6c0-43cc-8499-a1f635017de9" providerId="ADAL" clId="{AF2A365B-3B33-420F-B2C0-4BFE99A95748}" dt="2020-09-10T20:46:49.559" v="1619" actId="11"/>
          <ac:spMkLst>
            <pc:docMk/>
            <pc:sldMk cId="3399199631" sldId="344"/>
            <ac:spMk id="3" creationId="{20FF138D-2BCD-49F0-8E8D-8AF91465113B}"/>
          </ac:spMkLst>
        </pc:spChg>
        <pc:picChg chg="add mod">
          <ac:chgData name="Ella Vetter" userId="c6918cf5-f6c0-43cc-8499-a1f635017de9" providerId="ADAL" clId="{AF2A365B-3B33-420F-B2C0-4BFE99A95748}" dt="2020-09-10T11:20:21.577" v="58" actId="1036"/>
          <ac:picMkLst>
            <pc:docMk/>
            <pc:sldMk cId="3399199631" sldId="344"/>
            <ac:picMk id="5" creationId="{D2FB4BA9-765B-4B59-B96B-0527F0E850CF}"/>
          </ac:picMkLst>
        </pc:picChg>
      </pc:sldChg>
      <pc:sldChg chg="addSp modSp mod">
        <pc:chgData name="Ella Vetter" userId="c6918cf5-f6c0-43cc-8499-a1f635017de9" providerId="ADAL" clId="{AF2A365B-3B33-420F-B2C0-4BFE99A95748}" dt="2020-09-10T20:46:59.076" v="1620" actId="11"/>
        <pc:sldMkLst>
          <pc:docMk/>
          <pc:sldMk cId="2596221304" sldId="345"/>
        </pc:sldMkLst>
        <pc:spChg chg="mod">
          <ac:chgData name="Ella Vetter" userId="c6918cf5-f6c0-43cc-8499-a1f635017de9" providerId="ADAL" clId="{AF2A365B-3B33-420F-B2C0-4BFE99A95748}" dt="2020-09-10T12:04:28.104" v="246" actId="13926"/>
          <ac:spMkLst>
            <pc:docMk/>
            <pc:sldMk cId="2596221304" sldId="345"/>
            <ac:spMk id="2" creationId="{1003867E-A049-416A-A856-2C89183523CF}"/>
          </ac:spMkLst>
        </pc:spChg>
        <pc:spChg chg="mod">
          <ac:chgData name="Ella Vetter" userId="c6918cf5-f6c0-43cc-8499-a1f635017de9" providerId="ADAL" clId="{AF2A365B-3B33-420F-B2C0-4BFE99A95748}" dt="2020-09-10T20:46:59.076" v="1620" actId="11"/>
          <ac:spMkLst>
            <pc:docMk/>
            <pc:sldMk cId="2596221304" sldId="345"/>
            <ac:spMk id="4" creationId="{2C5E0776-6C3D-466B-9C00-B4AEB73007F5}"/>
          </ac:spMkLst>
        </pc:spChg>
        <pc:picChg chg="add mod">
          <ac:chgData name="Ella Vetter" userId="c6918cf5-f6c0-43cc-8499-a1f635017de9" providerId="ADAL" clId="{AF2A365B-3B33-420F-B2C0-4BFE99A95748}" dt="2020-09-10T11:28:30.909" v="152"/>
          <ac:picMkLst>
            <pc:docMk/>
            <pc:sldMk cId="2596221304" sldId="345"/>
            <ac:picMk id="5" creationId="{8D9C93E9-FCA2-4BAD-A470-D273BB4CC6CA}"/>
          </ac:picMkLst>
        </pc:picChg>
      </pc:sldChg>
      <pc:sldChg chg="addSp delSp modSp mod modNotesTx">
        <pc:chgData name="Ella Vetter" userId="c6918cf5-f6c0-43cc-8499-a1f635017de9" providerId="ADAL" clId="{AF2A365B-3B33-420F-B2C0-4BFE99A95748}" dt="2020-09-10T20:47:23.332" v="1625" actId="11"/>
        <pc:sldMkLst>
          <pc:docMk/>
          <pc:sldMk cId="90620544" sldId="346"/>
        </pc:sldMkLst>
        <pc:spChg chg="mod">
          <ac:chgData name="Ella Vetter" userId="c6918cf5-f6c0-43cc-8499-a1f635017de9" providerId="ADAL" clId="{AF2A365B-3B33-420F-B2C0-4BFE99A95748}" dt="2020-09-10T12:07:11.743" v="297" actId="13926"/>
          <ac:spMkLst>
            <pc:docMk/>
            <pc:sldMk cId="90620544" sldId="346"/>
            <ac:spMk id="2" creationId="{7CF4D56A-7A6F-4534-9BEB-FAE8CF35118B}"/>
          </ac:spMkLst>
        </pc:spChg>
        <pc:spChg chg="del">
          <ac:chgData name="Ella Vetter" userId="c6918cf5-f6c0-43cc-8499-a1f635017de9" providerId="ADAL" clId="{AF2A365B-3B33-420F-B2C0-4BFE99A95748}" dt="2020-09-10T11:23:44.142" v="90" actId="478"/>
          <ac:spMkLst>
            <pc:docMk/>
            <pc:sldMk cId="90620544" sldId="346"/>
            <ac:spMk id="3" creationId="{711FB825-E5B6-458C-BEDA-C2292237AE62}"/>
          </ac:spMkLst>
        </pc:spChg>
        <pc:spChg chg="add mod">
          <ac:chgData name="Ella Vetter" userId="c6918cf5-f6c0-43cc-8499-a1f635017de9" providerId="ADAL" clId="{AF2A365B-3B33-420F-B2C0-4BFE99A95748}" dt="2020-09-10T20:47:23.332" v="1625" actId="11"/>
          <ac:spMkLst>
            <pc:docMk/>
            <pc:sldMk cId="90620544" sldId="346"/>
            <ac:spMk id="5" creationId="{27E53B09-9A94-474D-8876-783255985D9F}"/>
          </ac:spMkLst>
        </pc:spChg>
        <pc:picChg chg="add del mod">
          <ac:chgData name="Ella Vetter" userId="c6918cf5-f6c0-43cc-8499-a1f635017de9" providerId="ADAL" clId="{AF2A365B-3B33-420F-B2C0-4BFE99A95748}" dt="2020-09-10T11:31:20.231" v="228" actId="478"/>
          <ac:picMkLst>
            <pc:docMk/>
            <pc:sldMk cId="90620544" sldId="346"/>
            <ac:picMk id="7" creationId="{56CD984C-772D-4D26-ADB4-B9DE33922D2F}"/>
          </ac:picMkLst>
        </pc:picChg>
        <pc:picChg chg="add mod">
          <ac:chgData name="Ella Vetter" userId="c6918cf5-f6c0-43cc-8499-a1f635017de9" providerId="ADAL" clId="{AF2A365B-3B33-420F-B2C0-4BFE99A95748}" dt="2020-09-10T12:06:42.380" v="280" actId="1076"/>
          <ac:picMkLst>
            <pc:docMk/>
            <pc:sldMk cId="90620544" sldId="346"/>
            <ac:picMk id="9" creationId="{BF757C45-5D07-4740-AC3A-32DB9C738154}"/>
          </ac:picMkLst>
        </pc:picChg>
        <pc:picChg chg="add mod">
          <ac:chgData name="Ella Vetter" userId="c6918cf5-f6c0-43cc-8499-a1f635017de9" providerId="ADAL" clId="{AF2A365B-3B33-420F-B2C0-4BFE99A95748}" dt="2020-09-10T12:06:48.215" v="285" actId="1035"/>
          <ac:picMkLst>
            <pc:docMk/>
            <pc:sldMk cId="90620544" sldId="346"/>
            <ac:picMk id="11" creationId="{DB889140-8773-4448-93CB-D712D4106074}"/>
          </ac:picMkLst>
        </pc:picChg>
      </pc:sldChg>
      <pc:sldChg chg="modSp mod">
        <pc:chgData name="Ella Vetter" userId="c6918cf5-f6c0-43cc-8499-a1f635017de9" providerId="ADAL" clId="{AF2A365B-3B33-420F-B2C0-4BFE99A95748}" dt="2020-09-11T01:23:13.568" v="4080" actId="20577"/>
        <pc:sldMkLst>
          <pc:docMk/>
          <pc:sldMk cId="1463868808" sldId="349"/>
        </pc:sldMkLst>
        <pc:spChg chg="mod">
          <ac:chgData name="Ella Vetter" userId="c6918cf5-f6c0-43cc-8499-a1f635017de9" providerId="ADAL" clId="{AF2A365B-3B33-420F-B2C0-4BFE99A95748}" dt="2020-09-11T01:23:13.568" v="4080" actId="20577"/>
          <ac:spMkLst>
            <pc:docMk/>
            <pc:sldMk cId="1463868808" sldId="349"/>
            <ac:spMk id="4" creationId="{63B5BC74-1981-41C4-8868-0D2C7BEE5A19}"/>
          </ac:spMkLst>
        </pc:spChg>
      </pc:sldChg>
      <pc:sldChg chg="modSp mod">
        <pc:chgData name="Ella Vetter" userId="c6918cf5-f6c0-43cc-8499-a1f635017de9" providerId="ADAL" clId="{AF2A365B-3B33-420F-B2C0-4BFE99A95748}" dt="2020-09-11T01:15:06.430" v="4054" actId="11"/>
        <pc:sldMkLst>
          <pc:docMk/>
          <pc:sldMk cId="4260857195" sldId="350"/>
        </pc:sldMkLst>
        <pc:spChg chg="mod">
          <ac:chgData name="Ella Vetter" userId="c6918cf5-f6c0-43cc-8499-a1f635017de9" providerId="ADAL" clId="{AF2A365B-3B33-420F-B2C0-4BFE99A95748}" dt="2020-09-11T01:15:06.430" v="4054" actId="11"/>
          <ac:spMkLst>
            <pc:docMk/>
            <pc:sldMk cId="4260857195" sldId="350"/>
            <ac:spMk id="3" creationId="{E66FD1A9-40DD-416D-9054-AF7CC4AAB9B0}"/>
          </ac:spMkLst>
        </pc:spChg>
      </pc:sldChg>
      <pc:sldChg chg="modSp mod">
        <pc:chgData name="Ella Vetter" userId="c6918cf5-f6c0-43cc-8499-a1f635017de9" providerId="ADAL" clId="{AF2A365B-3B33-420F-B2C0-4BFE99A95748}" dt="2020-09-11T01:15:25.942" v="4056" actId="11"/>
        <pc:sldMkLst>
          <pc:docMk/>
          <pc:sldMk cId="3702495995" sldId="351"/>
        </pc:sldMkLst>
        <pc:spChg chg="mod">
          <ac:chgData name="Ella Vetter" userId="c6918cf5-f6c0-43cc-8499-a1f635017de9" providerId="ADAL" clId="{AF2A365B-3B33-420F-B2C0-4BFE99A95748}" dt="2020-09-11T01:15:25.942" v="4056" actId="11"/>
          <ac:spMkLst>
            <pc:docMk/>
            <pc:sldMk cId="3702495995" sldId="351"/>
            <ac:spMk id="6" creationId="{2BD25D4E-C2C8-454B-80CA-CF040A48D46E}"/>
          </ac:spMkLst>
        </pc:spChg>
      </pc:sldChg>
      <pc:sldChg chg="modSp mod">
        <pc:chgData name="Ella Vetter" userId="c6918cf5-f6c0-43cc-8499-a1f635017de9" providerId="ADAL" clId="{AF2A365B-3B33-420F-B2C0-4BFE99A95748}" dt="2020-09-11T01:15:39.043" v="4057" actId="11"/>
        <pc:sldMkLst>
          <pc:docMk/>
          <pc:sldMk cId="2102270504" sldId="352"/>
        </pc:sldMkLst>
        <pc:spChg chg="mod">
          <ac:chgData name="Ella Vetter" userId="c6918cf5-f6c0-43cc-8499-a1f635017de9" providerId="ADAL" clId="{AF2A365B-3B33-420F-B2C0-4BFE99A95748}" dt="2020-09-11T01:15:39.043" v="4057" actId="11"/>
          <ac:spMkLst>
            <pc:docMk/>
            <pc:sldMk cId="2102270504" sldId="352"/>
            <ac:spMk id="7" creationId="{DCF401E9-BC8B-4A2A-8B90-3BB0AEAF7665}"/>
          </ac:spMkLst>
        </pc:spChg>
      </pc:sldChg>
      <pc:sldChg chg="modSp mod">
        <pc:chgData name="Ella Vetter" userId="c6918cf5-f6c0-43cc-8499-a1f635017de9" providerId="ADAL" clId="{AF2A365B-3B33-420F-B2C0-4BFE99A95748}" dt="2020-09-11T01:15:55.593" v="4058" actId="11"/>
        <pc:sldMkLst>
          <pc:docMk/>
          <pc:sldMk cId="2476861534" sldId="354"/>
        </pc:sldMkLst>
        <pc:spChg chg="mod">
          <ac:chgData name="Ella Vetter" userId="c6918cf5-f6c0-43cc-8499-a1f635017de9" providerId="ADAL" clId="{AF2A365B-3B33-420F-B2C0-4BFE99A95748}" dt="2020-09-11T01:15:55.593" v="4058" actId="11"/>
          <ac:spMkLst>
            <pc:docMk/>
            <pc:sldMk cId="2476861534" sldId="354"/>
            <ac:spMk id="7" creationId="{4D5F75AC-249D-41CF-BBF9-8A3022F93EFF}"/>
          </ac:spMkLst>
        </pc:spChg>
      </pc:sldChg>
      <pc:sldChg chg="modSp mod">
        <pc:chgData name="Ella Vetter" userId="c6918cf5-f6c0-43cc-8499-a1f635017de9" providerId="ADAL" clId="{AF2A365B-3B33-420F-B2C0-4BFE99A95748}" dt="2020-09-11T01:24:25.927" v="4086" actId="20577"/>
        <pc:sldMkLst>
          <pc:docMk/>
          <pc:sldMk cId="1299363713" sldId="355"/>
        </pc:sldMkLst>
        <pc:spChg chg="mod">
          <ac:chgData name="Ella Vetter" userId="c6918cf5-f6c0-43cc-8499-a1f635017de9" providerId="ADAL" clId="{AF2A365B-3B33-420F-B2C0-4BFE99A95748}" dt="2020-09-11T01:24:25.927" v="4086" actId="20577"/>
          <ac:spMkLst>
            <pc:docMk/>
            <pc:sldMk cId="1299363713" sldId="355"/>
            <ac:spMk id="11" creationId="{264FEF17-13D9-4AC0-9B0D-248B1CCF857F}"/>
          </ac:spMkLst>
        </pc:spChg>
      </pc:sldChg>
      <pc:sldChg chg="modSp mod">
        <pc:chgData name="Ella Vetter" userId="c6918cf5-f6c0-43cc-8499-a1f635017de9" providerId="ADAL" clId="{AF2A365B-3B33-420F-B2C0-4BFE99A95748}" dt="2020-09-11T01:16:21.438" v="4060" actId="11"/>
        <pc:sldMkLst>
          <pc:docMk/>
          <pc:sldMk cId="1743523007" sldId="356"/>
        </pc:sldMkLst>
        <pc:spChg chg="mod">
          <ac:chgData name="Ella Vetter" userId="c6918cf5-f6c0-43cc-8499-a1f635017de9" providerId="ADAL" clId="{AF2A365B-3B33-420F-B2C0-4BFE99A95748}" dt="2020-09-11T01:16:21.438" v="4060" actId="11"/>
          <ac:spMkLst>
            <pc:docMk/>
            <pc:sldMk cId="1743523007" sldId="356"/>
            <ac:spMk id="12" creationId="{947AC910-F1C6-4B54-93D8-7787DDFD1357}"/>
          </ac:spMkLst>
        </pc:spChg>
      </pc:sldChg>
      <pc:sldChg chg="modSp mod">
        <pc:chgData name="Ella Vetter" userId="c6918cf5-f6c0-43cc-8499-a1f635017de9" providerId="ADAL" clId="{AF2A365B-3B33-420F-B2C0-4BFE99A95748}" dt="2020-09-11T01:16:29.733" v="4061" actId="11"/>
        <pc:sldMkLst>
          <pc:docMk/>
          <pc:sldMk cId="2795961728" sldId="357"/>
        </pc:sldMkLst>
        <pc:spChg chg="mod">
          <ac:chgData name="Ella Vetter" userId="c6918cf5-f6c0-43cc-8499-a1f635017de9" providerId="ADAL" clId="{AF2A365B-3B33-420F-B2C0-4BFE99A95748}" dt="2020-09-11T01:16:29.733" v="4061" actId="11"/>
          <ac:spMkLst>
            <pc:docMk/>
            <pc:sldMk cId="2795961728" sldId="357"/>
            <ac:spMk id="7" creationId="{CDD00C26-CB91-4BA5-9BED-9ACC47F25F11}"/>
          </ac:spMkLst>
        </pc:spChg>
      </pc:sldChg>
      <pc:sldChg chg="addSp modSp new mod ord modNotesTx">
        <pc:chgData name="Ella Vetter" userId="c6918cf5-f6c0-43cc-8499-a1f635017de9" providerId="ADAL" clId="{AF2A365B-3B33-420F-B2C0-4BFE99A95748}" dt="2020-09-10T20:47:09.473" v="1623" actId="11"/>
        <pc:sldMkLst>
          <pc:docMk/>
          <pc:sldMk cId="760980716" sldId="366"/>
        </pc:sldMkLst>
        <pc:spChg chg="mod">
          <ac:chgData name="Ella Vetter" userId="c6918cf5-f6c0-43cc-8499-a1f635017de9" providerId="ADAL" clId="{AF2A365B-3B33-420F-B2C0-4BFE99A95748}" dt="2020-09-10T12:04:49.753" v="273" actId="13926"/>
          <ac:spMkLst>
            <pc:docMk/>
            <pc:sldMk cId="760980716" sldId="366"/>
            <ac:spMk id="2" creationId="{0B301652-CD43-4806-98FA-66DE766DDFED}"/>
          </ac:spMkLst>
        </pc:spChg>
        <pc:spChg chg="mod">
          <ac:chgData name="Ella Vetter" userId="c6918cf5-f6c0-43cc-8499-a1f635017de9" providerId="ADAL" clId="{AF2A365B-3B33-420F-B2C0-4BFE99A95748}" dt="2020-09-10T20:47:09.473" v="1623" actId="11"/>
          <ac:spMkLst>
            <pc:docMk/>
            <pc:sldMk cId="760980716" sldId="366"/>
            <ac:spMk id="3" creationId="{7240C353-9B80-44B1-BCED-82825036FE57}"/>
          </ac:spMkLst>
        </pc:spChg>
        <pc:picChg chg="add mod modCrop">
          <ac:chgData name="Ella Vetter" userId="c6918cf5-f6c0-43cc-8499-a1f635017de9" providerId="ADAL" clId="{AF2A365B-3B33-420F-B2C0-4BFE99A95748}" dt="2020-09-10T12:05:07.353" v="276" actId="14100"/>
          <ac:picMkLst>
            <pc:docMk/>
            <pc:sldMk cId="760980716" sldId="366"/>
            <ac:picMk id="5" creationId="{4EB52FBB-CB46-4EC0-9580-C2634AC508A6}"/>
          </ac:picMkLst>
        </pc:picChg>
      </pc:sldChg>
      <pc:sldChg chg="addSp modSp new mod modNotesTx">
        <pc:chgData name="Ella Vetter" userId="c6918cf5-f6c0-43cc-8499-a1f635017de9" providerId="ADAL" clId="{AF2A365B-3B33-420F-B2C0-4BFE99A95748}" dt="2020-09-11T01:12:39.595" v="4046" actId="255"/>
        <pc:sldMkLst>
          <pc:docMk/>
          <pc:sldMk cId="290223264" sldId="367"/>
        </pc:sldMkLst>
        <pc:spChg chg="mod">
          <ac:chgData name="Ella Vetter" userId="c6918cf5-f6c0-43cc-8499-a1f635017de9" providerId="ADAL" clId="{AF2A365B-3B33-420F-B2C0-4BFE99A95748}" dt="2020-09-10T20:17:14.727" v="1223"/>
          <ac:spMkLst>
            <pc:docMk/>
            <pc:sldMk cId="290223264" sldId="367"/>
            <ac:spMk id="2" creationId="{2B232A6E-BA12-463E-8167-7A7D8D3F4C78}"/>
          </ac:spMkLst>
        </pc:spChg>
        <pc:spChg chg="mod">
          <ac:chgData name="Ella Vetter" userId="c6918cf5-f6c0-43cc-8499-a1f635017de9" providerId="ADAL" clId="{AF2A365B-3B33-420F-B2C0-4BFE99A95748}" dt="2020-09-11T01:12:39.595" v="4046" actId="255"/>
          <ac:spMkLst>
            <pc:docMk/>
            <pc:sldMk cId="290223264" sldId="367"/>
            <ac:spMk id="3" creationId="{C49B89C3-A00A-42F6-A397-9DC65037FCFA}"/>
          </ac:spMkLst>
        </pc:spChg>
        <pc:picChg chg="add mod">
          <ac:chgData name="Ella Vetter" userId="c6918cf5-f6c0-43cc-8499-a1f635017de9" providerId="ADAL" clId="{AF2A365B-3B33-420F-B2C0-4BFE99A95748}" dt="2020-09-11T01:12:35.054" v="4045" actId="1036"/>
          <ac:picMkLst>
            <pc:docMk/>
            <pc:sldMk cId="290223264" sldId="367"/>
            <ac:picMk id="5" creationId="{060C5D8B-A8CB-47D1-A025-7687F6E3916A}"/>
          </ac:picMkLst>
        </pc:picChg>
      </pc:sldChg>
      <pc:sldChg chg="new del">
        <pc:chgData name="Ella Vetter" userId="c6918cf5-f6c0-43cc-8499-a1f635017de9" providerId="ADAL" clId="{AF2A365B-3B33-420F-B2C0-4BFE99A95748}" dt="2020-09-10T12:06:05.056" v="278" actId="680"/>
        <pc:sldMkLst>
          <pc:docMk/>
          <pc:sldMk cId="3326033845" sldId="367"/>
        </pc:sldMkLst>
      </pc:sldChg>
      <pc:sldChg chg="modSp new del mod">
        <pc:chgData name="Ella Vetter" userId="c6918cf5-f6c0-43cc-8499-a1f635017de9" providerId="ADAL" clId="{AF2A365B-3B33-420F-B2C0-4BFE99A95748}" dt="2020-09-10T20:31:14.763" v="1352" actId="47"/>
        <pc:sldMkLst>
          <pc:docMk/>
          <pc:sldMk cId="2889692925" sldId="368"/>
        </pc:sldMkLst>
        <pc:spChg chg="mod">
          <ac:chgData name="Ella Vetter" userId="c6918cf5-f6c0-43cc-8499-a1f635017de9" providerId="ADAL" clId="{AF2A365B-3B33-420F-B2C0-4BFE99A95748}" dt="2020-09-10T20:29:39.393" v="1262"/>
          <ac:spMkLst>
            <pc:docMk/>
            <pc:sldMk cId="2889692925" sldId="368"/>
            <ac:spMk id="2" creationId="{3E391F90-BCAB-45EB-8302-8F5B24DD8955}"/>
          </ac:spMkLst>
        </pc:spChg>
      </pc:sldChg>
      <pc:sldChg chg="addSp modSp new mod">
        <pc:chgData name="Ella Vetter" userId="c6918cf5-f6c0-43cc-8499-a1f635017de9" providerId="ADAL" clId="{AF2A365B-3B33-420F-B2C0-4BFE99A95748}" dt="2020-09-11T01:12:49.706" v="4047" actId="255"/>
        <pc:sldMkLst>
          <pc:docMk/>
          <pc:sldMk cId="4290262589" sldId="368"/>
        </pc:sldMkLst>
        <pc:spChg chg="mod">
          <ac:chgData name="Ella Vetter" userId="c6918cf5-f6c0-43cc-8499-a1f635017de9" providerId="ADAL" clId="{AF2A365B-3B33-420F-B2C0-4BFE99A95748}" dt="2020-09-10T20:35:00.378" v="1429"/>
          <ac:spMkLst>
            <pc:docMk/>
            <pc:sldMk cId="4290262589" sldId="368"/>
            <ac:spMk id="2" creationId="{C3B0E3F7-7D27-4FD7-A268-BAB2C5C4465C}"/>
          </ac:spMkLst>
        </pc:spChg>
        <pc:spChg chg="mod">
          <ac:chgData name="Ella Vetter" userId="c6918cf5-f6c0-43cc-8499-a1f635017de9" providerId="ADAL" clId="{AF2A365B-3B33-420F-B2C0-4BFE99A95748}" dt="2020-09-11T01:12:49.706" v="4047" actId="255"/>
          <ac:spMkLst>
            <pc:docMk/>
            <pc:sldMk cId="4290262589" sldId="368"/>
            <ac:spMk id="3" creationId="{5972EC9B-13E3-4EAE-A130-98977CDDACA7}"/>
          </ac:spMkLst>
        </pc:spChg>
        <pc:picChg chg="add mod">
          <ac:chgData name="Ella Vetter" userId="c6918cf5-f6c0-43cc-8499-a1f635017de9" providerId="ADAL" clId="{AF2A365B-3B33-420F-B2C0-4BFE99A95748}" dt="2020-09-10T20:40:54.063" v="1565" actId="1035"/>
          <ac:picMkLst>
            <pc:docMk/>
            <pc:sldMk cId="4290262589" sldId="368"/>
            <ac:picMk id="5" creationId="{63788A86-91D1-491E-B1B2-C2D7DD7AA9FF}"/>
          </ac:picMkLst>
        </pc:picChg>
      </pc:sldChg>
      <pc:sldChg chg="addSp modSp new mod">
        <pc:chgData name="Ella Vetter" userId="c6918cf5-f6c0-43cc-8499-a1f635017de9" providerId="ADAL" clId="{AF2A365B-3B33-420F-B2C0-4BFE99A95748}" dt="2020-09-11T01:25:19.868" v="4087" actId="20577"/>
        <pc:sldMkLst>
          <pc:docMk/>
          <pc:sldMk cId="254936619" sldId="369"/>
        </pc:sldMkLst>
        <pc:spChg chg="mod">
          <ac:chgData name="Ella Vetter" userId="c6918cf5-f6c0-43cc-8499-a1f635017de9" providerId="ADAL" clId="{AF2A365B-3B33-420F-B2C0-4BFE99A95748}" dt="2020-09-10T21:00:49.340" v="1706" actId="20577"/>
          <ac:spMkLst>
            <pc:docMk/>
            <pc:sldMk cId="254936619" sldId="369"/>
            <ac:spMk id="2" creationId="{E3E06216-1C5B-43DC-A8A9-C5904A2BA465}"/>
          </ac:spMkLst>
        </pc:spChg>
        <pc:spChg chg="mod">
          <ac:chgData name="Ella Vetter" userId="c6918cf5-f6c0-43cc-8499-a1f635017de9" providerId="ADAL" clId="{AF2A365B-3B33-420F-B2C0-4BFE99A95748}" dt="2020-09-11T01:25:19.868" v="4087" actId="20577"/>
          <ac:spMkLst>
            <pc:docMk/>
            <pc:sldMk cId="254936619" sldId="369"/>
            <ac:spMk id="3" creationId="{F30BA8DC-9C7A-4B2C-895E-1B631BC9F3F9}"/>
          </ac:spMkLst>
        </pc:spChg>
        <pc:picChg chg="add">
          <ac:chgData name="Ella Vetter" userId="c6918cf5-f6c0-43cc-8499-a1f635017de9" providerId="ADAL" clId="{AF2A365B-3B33-420F-B2C0-4BFE99A95748}" dt="2020-09-10T21:08:59.985" v="1749" actId="22"/>
          <ac:picMkLst>
            <pc:docMk/>
            <pc:sldMk cId="254936619" sldId="369"/>
            <ac:picMk id="5" creationId="{190B5FC0-3A67-4027-BE2E-885AFA8D28CE}"/>
          </ac:picMkLst>
        </pc:picChg>
      </pc:sldChg>
      <pc:sldChg chg="addSp modSp add mod">
        <pc:chgData name="Ella Vetter" userId="c6918cf5-f6c0-43cc-8499-a1f635017de9" providerId="ADAL" clId="{AF2A365B-3B33-420F-B2C0-4BFE99A95748}" dt="2020-09-10T23:29:47.750" v="2352" actId="1035"/>
        <pc:sldMkLst>
          <pc:docMk/>
          <pc:sldMk cId="2226125750" sldId="370"/>
        </pc:sldMkLst>
        <pc:spChg chg="mod">
          <ac:chgData name="Ella Vetter" userId="c6918cf5-f6c0-43cc-8499-a1f635017de9" providerId="ADAL" clId="{AF2A365B-3B33-420F-B2C0-4BFE99A95748}" dt="2020-09-10T23:29:44.262" v="2344" actId="255"/>
          <ac:spMkLst>
            <pc:docMk/>
            <pc:sldMk cId="2226125750" sldId="370"/>
            <ac:spMk id="3" creationId="{F30BA8DC-9C7A-4B2C-895E-1B631BC9F3F9}"/>
          </ac:spMkLst>
        </pc:spChg>
        <pc:picChg chg="add mod">
          <ac:chgData name="Ella Vetter" userId="c6918cf5-f6c0-43cc-8499-a1f635017de9" providerId="ADAL" clId="{AF2A365B-3B33-420F-B2C0-4BFE99A95748}" dt="2020-09-10T23:29:47.750" v="2352" actId="1035"/>
          <ac:picMkLst>
            <pc:docMk/>
            <pc:sldMk cId="2226125750" sldId="370"/>
            <ac:picMk id="5" creationId="{4AA55E62-F78F-4789-89D4-7462E939F454}"/>
          </ac:picMkLst>
        </pc:picChg>
      </pc:sldChg>
      <pc:sldChg chg="addSp modSp add mod">
        <pc:chgData name="Ella Vetter" userId="c6918cf5-f6c0-43cc-8499-a1f635017de9" providerId="ADAL" clId="{AF2A365B-3B33-420F-B2C0-4BFE99A95748}" dt="2020-09-10T23:27:53.503" v="2260" actId="20577"/>
        <pc:sldMkLst>
          <pc:docMk/>
          <pc:sldMk cId="4050674769" sldId="371"/>
        </pc:sldMkLst>
        <pc:spChg chg="mod">
          <ac:chgData name="Ella Vetter" userId="c6918cf5-f6c0-43cc-8499-a1f635017de9" providerId="ADAL" clId="{AF2A365B-3B33-420F-B2C0-4BFE99A95748}" dt="2020-09-10T23:27:53.503" v="2260" actId="20577"/>
          <ac:spMkLst>
            <pc:docMk/>
            <pc:sldMk cId="4050674769" sldId="371"/>
            <ac:spMk id="3" creationId="{F30BA8DC-9C7A-4B2C-895E-1B631BC9F3F9}"/>
          </ac:spMkLst>
        </pc:spChg>
        <pc:picChg chg="add mod">
          <ac:chgData name="Ella Vetter" userId="c6918cf5-f6c0-43cc-8499-a1f635017de9" providerId="ADAL" clId="{AF2A365B-3B33-420F-B2C0-4BFE99A95748}" dt="2020-09-10T23:27:04.720" v="2214" actId="1036"/>
          <ac:picMkLst>
            <pc:docMk/>
            <pc:sldMk cId="4050674769" sldId="371"/>
            <ac:picMk id="5" creationId="{2AB0A8C5-FC40-46A3-8CF6-6B9F43C7815E}"/>
          </ac:picMkLst>
        </pc:picChg>
        <pc:picChg chg="add mod modCrop">
          <ac:chgData name="Ella Vetter" userId="c6918cf5-f6c0-43cc-8499-a1f635017de9" providerId="ADAL" clId="{AF2A365B-3B33-420F-B2C0-4BFE99A95748}" dt="2020-09-10T23:27:46.801" v="2258" actId="732"/>
          <ac:picMkLst>
            <pc:docMk/>
            <pc:sldMk cId="4050674769" sldId="371"/>
            <ac:picMk id="7" creationId="{95DA7C62-C738-4A32-B0B9-24499DDA2B45}"/>
          </ac:picMkLst>
        </pc:picChg>
      </pc:sldChg>
      <pc:sldChg chg="addSp modSp new mod">
        <pc:chgData name="Ella Vetter" userId="c6918cf5-f6c0-43cc-8499-a1f635017de9" providerId="ADAL" clId="{AF2A365B-3B33-420F-B2C0-4BFE99A95748}" dt="2020-09-10T23:29:38.082" v="2343" actId="1036"/>
        <pc:sldMkLst>
          <pc:docMk/>
          <pc:sldMk cId="2131112464" sldId="372"/>
        </pc:sldMkLst>
        <pc:spChg chg="mod">
          <ac:chgData name="Ella Vetter" userId="c6918cf5-f6c0-43cc-8499-a1f635017de9" providerId="ADAL" clId="{AF2A365B-3B33-420F-B2C0-4BFE99A95748}" dt="2020-09-10T21:09:08.515" v="1751"/>
          <ac:spMkLst>
            <pc:docMk/>
            <pc:sldMk cId="2131112464" sldId="372"/>
            <ac:spMk id="2" creationId="{CCC38B92-EC24-4967-AC50-080DF8F23118}"/>
          </ac:spMkLst>
        </pc:spChg>
        <pc:spChg chg="mod">
          <ac:chgData name="Ella Vetter" userId="c6918cf5-f6c0-43cc-8499-a1f635017de9" providerId="ADAL" clId="{AF2A365B-3B33-420F-B2C0-4BFE99A95748}" dt="2020-09-10T23:29:38.082" v="2343" actId="1036"/>
          <ac:spMkLst>
            <pc:docMk/>
            <pc:sldMk cId="2131112464" sldId="372"/>
            <ac:spMk id="3" creationId="{F77C5C24-5487-40C5-8EBB-A5A88A70FF2A}"/>
          </ac:spMkLst>
        </pc:spChg>
        <pc:picChg chg="add mod">
          <ac:chgData name="Ella Vetter" userId="c6918cf5-f6c0-43cc-8499-a1f635017de9" providerId="ADAL" clId="{AF2A365B-3B33-420F-B2C0-4BFE99A95748}" dt="2020-09-10T21:10:56.956" v="1842" actId="1076"/>
          <ac:picMkLst>
            <pc:docMk/>
            <pc:sldMk cId="2131112464" sldId="372"/>
            <ac:picMk id="5" creationId="{C00F8DC5-31E1-465E-89A9-35ACA01CE832}"/>
          </ac:picMkLst>
        </pc:picChg>
      </pc:sldChg>
      <pc:sldChg chg="addSp delSp modSp add mod">
        <pc:chgData name="Ella Vetter" userId="c6918cf5-f6c0-43cc-8499-a1f635017de9" providerId="ADAL" clId="{AF2A365B-3B33-420F-B2C0-4BFE99A95748}" dt="2020-09-10T23:30:06.164" v="2353" actId="11"/>
        <pc:sldMkLst>
          <pc:docMk/>
          <pc:sldMk cId="552881126" sldId="373"/>
        </pc:sldMkLst>
        <pc:spChg chg="del">
          <ac:chgData name="Ella Vetter" userId="c6918cf5-f6c0-43cc-8499-a1f635017de9" providerId="ADAL" clId="{AF2A365B-3B33-420F-B2C0-4BFE99A95748}" dt="2020-09-10T23:29:09.842" v="2333" actId="478"/>
          <ac:spMkLst>
            <pc:docMk/>
            <pc:sldMk cId="552881126" sldId="373"/>
            <ac:spMk id="3" creationId="{F30BA8DC-9C7A-4B2C-895E-1B631BC9F3F9}"/>
          </ac:spMkLst>
        </pc:spChg>
        <pc:spChg chg="add mod">
          <ac:chgData name="Ella Vetter" userId="c6918cf5-f6c0-43cc-8499-a1f635017de9" providerId="ADAL" clId="{AF2A365B-3B33-420F-B2C0-4BFE99A95748}" dt="2020-09-10T23:30:06.164" v="2353" actId="11"/>
          <ac:spMkLst>
            <pc:docMk/>
            <pc:sldMk cId="552881126" sldId="373"/>
            <ac:spMk id="8" creationId="{AF802A76-54E3-4F53-A3A8-885CACC77E66}"/>
          </ac:spMkLst>
        </pc:spChg>
        <pc:picChg chg="add del">
          <ac:chgData name="Ella Vetter" userId="c6918cf5-f6c0-43cc-8499-a1f635017de9" providerId="ADAL" clId="{AF2A365B-3B33-420F-B2C0-4BFE99A95748}" dt="2020-09-10T21:23:56.797" v="1899" actId="478"/>
          <ac:picMkLst>
            <pc:docMk/>
            <pc:sldMk cId="552881126" sldId="373"/>
            <ac:picMk id="5" creationId="{826ED211-14EB-4112-AB35-B3060D163A78}"/>
          </ac:picMkLst>
        </pc:picChg>
        <pc:picChg chg="add mod">
          <ac:chgData name="Ella Vetter" userId="c6918cf5-f6c0-43cc-8499-a1f635017de9" providerId="ADAL" clId="{AF2A365B-3B33-420F-B2C0-4BFE99A95748}" dt="2020-09-10T23:29:21.389" v="2336" actId="1076"/>
          <ac:picMkLst>
            <pc:docMk/>
            <pc:sldMk cId="552881126" sldId="373"/>
            <ac:picMk id="7" creationId="{8563707F-7AD3-4ECF-937B-6B7D9171A60C}"/>
          </ac:picMkLst>
        </pc:picChg>
      </pc:sldChg>
      <pc:sldChg chg="addSp delSp modSp add mod">
        <pc:chgData name="Ella Vetter" userId="c6918cf5-f6c0-43cc-8499-a1f635017de9" providerId="ADAL" clId="{AF2A365B-3B33-420F-B2C0-4BFE99A95748}" dt="2020-09-10T23:33:22.715" v="2476" actId="14100"/>
        <pc:sldMkLst>
          <pc:docMk/>
          <pc:sldMk cId="1583568315" sldId="374"/>
        </pc:sldMkLst>
        <pc:spChg chg="add del">
          <ac:chgData name="Ella Vetter" userId="c6918cf5-f6c0-43cc-8499-a1f635017de9" providerId="ADAL" clId="{AF2A365B-3B33-420F-B2C0-4BFE99A95748}" dt="2020-09-10T23:31:11.148" v="2359" actId="478"/>
          <ac:spMkLst>
            <pc:docMk/>
            <pc:sldMk cId="1583568315" sldId="374"/>
            <ac:spMk id="3" creationId="{F30BA8DC-9C7A-4B2C-895E-1B631BC9F3F9}"/>
          </ac:spMkLst>
        </pc:spChg>
        <pc:spChg chg="add mod">
          <ac:chgData name="Ella Vetter" userId="c6918cf5-f6c0-43cc-8499-a1f635017de9" providerId="ADAL" clId="{AF2A365B-3B33-420F-B2C0-4BFE99A95748}" dt="2020-09-10T23:33:22.715" v="2476" actId="14100"/>
          <ac:spMkLst>
            <pc:docMk/>
            <pc:sldMk cId="1583568315" sldId="374"/>
            <ac:spMk id="7" creationId="{2AA38099-5985-40BC-889A-69A33F34FE89}"/>
          </ac:spMkLst>
        </pc:spChg>
        <pc:picChg chg="add mod">
          <ac:chgData name="Ella Vetter" userId="c6918cf5-f6c0-43cc-8499-a1f635017de9" providerId="ADAL" clId="{AF2A365B-3B33-420F-B2C0-4BFE99A95748}" dt="2020-09-10T23:32:39.191" v="2457" actId="1076"/>
          <ac:picMkLst>
            <pc:docMk/>
            <pc:sldMk cId="1583568315" sldId="374"/>
            <ac:picMk id="5" creationId="{9927C7C2-E8CC-46D4-BAFF-C1A79E539B29}"/>
          </ac:picMkLst>
        </pc:picChg>
      </pc:sldChg>
      <pc:sldChg chg="addSp modSp add mod">
        <pc:chgData name="Ella Vetter" userId="c6918cf5-f6c0-43cc-8499-a1f635017de9" providerId="ADAL" clId="{AF2A365B-3B33-420F-B2C0-4BFE99A95748}" dt="2020-09-10T23:36:01.007" v="2726" actId="20577"/>
        <pc:sldMkLst>
          <pc:docMk/>
          <pc:sldMk cId="135991387" sldId="375"/>
        </pc:sldMkLst>
        <pc:spChg chg="mod">
          <ac:chgData name="Ella Vetter" userId="c6918cf5-f6c0-43cc-8499-a1f635017de9" providerId="ADAL" clId="{AF2A365B-3B33-420F-B2C0-4BFE99A95748}" dt="2020-09-10T23:36:01.007" v="2726" actId="20577"/>
          <ac:spMkLst>
            <pc:docMk/>
            <pc:sldMk cId="135991387" sldId="375"/>
            <ac:spMk id="3" creationId="{F30BA8DC-9C7A-4B2C-895E-1B631BC9F3F9}"/>
          </ac:spMkLst>
        </pc:spChg>
        <pc:grpChg chg="add mod">
          <ac:chgData name="Ella Vetter" userId="c6918cf5-f6c0-43cc-8499-a1f635017de9" providerId="ADAL" clId="{AF2A365B-3B33-420F-B2C0-4BFE99A95748}" dt="2020-09-10T23:35:51.193" v="2725" actId="1036"/>
          <ac:grpSpMkLst>
            <pc:docMk/>
            <pc:sldMk cId="135991387" sldId="375"/>
            <ac:grpSpMk id="10" creationId="{0BDF2E30-A9F1-4516-85CF-510045360F12}"/>
          </ac:grpSpMkLst>
        </pc:grpChg>
        <pc:picChg chg="add mod modCrop">
          <ac:chgData name="Ella Vetter" userId="c6918cf5-f6c0-43cc-8499-a1f635017de9" providerId="ADAL" clId="{AF2A365B-3B33-420F-B2C0-4BFE99A95748}" dt="2020-09-10T23:35:25.828" v="2708" actId="164"/>
          <ac:picMkLst>
            <pc:docMk/>
            <pc:sldMk cId="135991387" sldId="375"/>
            <ac:picMk id="5" creationId="{561CCED2-62C5-4269-9ACA-CBED07C54FE4}"/>
          </ac:picMkLst>
        </pc:picChg>
        <pc:picChg chg="add mod">
          <ac:chgData name="Ella Vetter" userId="c6918cf5-f6c0-43cc-8499-a1f635017de9" providerId="ADAL" clId="{AF2A365B-3B33-420F-B2C0-4BFE99A95748}" dt="2020-09-10T23:35:44.896" v="2716" actId="14100"/>
          <ac:picMkLst>
            <pc:docMk/>
            <pc:sldMk cId="135991387" sldId="375"/>
            <ac:picMk id="7" creationId="{83B51389-C291-46CC-AA65-B7E576389FAE}"/>
          </ac:picMkLst>
        </pc:picChg>
        <pc:picChg chg="add mod modCrop">
          <ac:chgData name="Ella Vetter" userId="c6918cf5-f6c0-43cc-8499-a1f635017de9" providerId="ADAL" clId="{AF2A365B-3B33-420F-B2C0-4BFE99A95748}" dt="2020-09-10T23:35:25.828" v="2708" actId="164"/>
          <ac:picMkLst>
            <pc:docMk/>
            <pc:sldMk cId="135991387" sldId="375"/>
            <ac:picMk id="9" creationId="{BDDF91DB-EEC3-4DC9-841D-8902C05C87AC}"/>
          </ac:picMkLst>
        </pc:picChg>
      </pc:sldChg>
      <pc:sldChg chg="addSp modSp add mod modNotesTx">
        <pc:chgData name="Ella Vetter" userId="c6918cf5-f6c0-43cc-8499-a1f635017de9" providerId="ADAL" clId="{AF2A365B-3B33-420F-B2C0-4BFE99A95748}" dt="2020-09-11T01:25:44.910" v="4088" actId="20577"/>
        <pc:sldMkLst>
          <pc:docMk/>
          <pc:sldMk cId="827311530" sldId="376"/>
        </pc:sldMkLst>
        <pc:spChg chg="mod">
          <ac:chgData name="Ella Vetter" userId="c6918cf5-f6c0-43cc-8499-a1f635017de9" providerId="ADAL" clId="{AF2A365B-3B33-420F-B2C0-4BFE99A95748}" dt="2020-09-11T01:25:44.910" v="4088" actId="20577"/>
          <ac:spMkLst>
            <pc:docMk/>
            <pc:sldMk cId="827311530" sldId="376"/>
            <ac:spMk id="3" creationId="{F30BA8DC-9C7A-4B2C-895E-1B631BC9F3F9}"/>
          </ac:spMkLst>
        </pc:spChg>
        <pc:picChg chg="add mod">
          <ac:chgData name="Ella Vetter" userId="c6918cf5-f6c0-43cc-8499-a1f635017de9" providerId="ADAL" clId="{AF2A365B-3B33-420F-B2C0-4BFE99A95748}" dt="2020-09-10T23:38:10.772" v="2858" actId="1035"/>
          <ac:picMkLst>
            <pc:docMk/>
            <pc:sldMk cId="827311530" sldId="376"/>
            <ac:picMk id="5" creationId="{1ED87E26-0C3A-47CA-9E58-49211F859F93}"/>
          </ac:picMkLst>
        </pc:picChg>
      </pc:sldChg>
      <pc:sldChg chg="addSp delSp modSp add mod modNotesTx">
        <pc:chgData name="Ella Vetter" userId="c6918cf5-f6c0-43cc-8499-a1f635017de9" providerId="ADAL" clId="{AF2A365B-3B33-420F-B2C0-4BFE99A95748}" dt="2020-09-10T23:51:55.901" v="2885" actId="11"/>
        <pc:sldMkLst>
          <pc:docMk/>
          <pc:sldMk cId="1994227182" sldId="377"/>
        </pc:sldMkLst>
        <pc:spChg chg="del mod">
          <ac:chgData name="Ella Vetter" userId="c6918cf5-f6c0-43cc-8499-a1f635017de9" providerId="ADAL" clId="{AF2A365B-3B33-420F-B2C0-4BFE99A95748}" dt="2020-09-10T23:17:28.963" v="2085" actId="478"/>
          <ac:spMkLst>
            <pc:docMk/>
            <pc:sldMk cId="1994227182" sldId="377"/>
            <ac:spMk id="3" creationId="{F30BA8DC-9C7A-4B2C-895E-1B631BC9F3F9}"/>
          </ac:spMkLst>
        </pc:spChg>
        <pc:spChg chg="add mod">
          <ac:chgData name="Ella Vetter" userId="c6918cf5-f6c0-43cc-8499-a1f635017de9" providerId="ADAL" clId="{AF2A365B-3B33-420F-B2C0-4BFE99A95748}" dt="2020-09-10T23:51:55.901" v="2885" actId="11"/>
          <ac:spMkLst>
            <pc:docMk/>
            <pc:sldMk cId="1994227182" sldId="377"/>
            <ac:spMk id="12" creationId="{438BD7B8-DE0F-4F7B-B671-399E40009095}"/>
          </ac:spMkLst>
        </pc:spChg>
        <pc:picChg chg="add del">
          <ac:chgData name="Ella Vetter" userId="c6918cf5-f6c0-43cc-8499-a1f635017de9" providerId="ADAL" clId="{AF2A365B-3B33-420F-B2C0-4BFE99A95748}" dt="2020-09-10T22:53:04.016" v="1932" actId="22"/>
          <ac:picMkLst>
            <pc:docMk/>
            <pc:sldMk cId="1994227182" sldId="377"/>
            <ac:picMk id="5" creationId="{9BEBD119-586C-41ED-A0A4-A0650EFF8640}"/>
          </ac:picMkLst>
        </pc:picChg>
        <pc:picChg chg="add del mod">
          <ac:chgData name="Ella Vetter" userId="c6918cf5-f6c0-43cc-8499-a1f635017de9" providerId="ADAL" clId="{AF2A365B-3B33-420F-B2C0-4BFE99A95748}" dt="2020-09-10T23:18:24.807" v="2098" actId="478"/>
          <ac:picMkLst>
            <pc:docMk/>
            <pc:sldMk cId="1994227182" sldId="377"/>
            <ac:picMk id="7" creationId="{6BDBF1F0-0D94-41FC-9A4A-461BE6A778D6}"/>
          </ac:picMkLst>
        </pc:picChg>
        <pc:picChg chg="add del mod">
          <ac:chgData name="Ella Vetter" userId="c6918cf5-f6c0-43cc-8499-a1f635017de9" providerId="ADAL" clId="{AF2A365B-3B33-420F-B2C0-4BFE99A95748}" dt="2020-09-10T23:18:26.273" v="2099" actId="21"/>
          <ac:picMkLst>
            <pc:docMk/>
            <pc:sldMk cId="1994227182" sldId="377"/>
            <ac:picMk id="9" creationId="{5E600EC4-41BE-41A3-8307-74F4D6ABFE8D}"/>
          </ac:picMkLst>
        </pc:picChg>
        <pc:picChg chg="add mod">
          <ac:chgData name="Ella Vetter" userId="c6918cf5-f6c0-43cc-8499-a1f635017de9" providerId="ADAL" clId="{AF2A365B-3B33-420F-B2C0-4BFE99A95748}" dt="2020-09-10T23:38:49.885" v="2863" actId="1076"/>
          <ac:picMkLst>
            <pc:docMk/>
            <pc:sldMk cId="1994227182" sldId="377"/>
            <ac:picMk id="11" creationId="{B53D9509-B822-4368-ACA9-142A8F2524DE}"/>
          </ac:picMkLst>
        </pc:picChg>
      </pc:sldChg>
      <pc:sldChg chg="addSp delSp modSp add mod modNotesTx">
        <pc:chgData name="Ella Vetter" userId="c6918cf5-f6c0-43cc-8499-a1f635017de9" providerId="ADAL" clId="{AF2A365B-3B33-420F-B2C0-4BFE99A95748}" dt="2020-09-10T23:55:17.608" v="2929" actId="11"/>
        <pc:sldMkLst>
          <pc:docMk/>
          <pc:sldMk cId="1958168636" sldId="378"/>
        </pc:sldMkLst>
        <pc:spChg chg="del">
          <ac:chgData name="Ella Vetter" userId="c6918cf5-f6c0-43cc-8499-a1f635017de9" providerId="ADAL" clId="{AF2A365B-3B33-420F-B2C0-4BFE99A95748}" dt="2020-09-10T23:53:44.933" v="2902" actId="478"/>
          <ac:spMkLst>
            <pc:docMk/>
            <pc:sldMk cId="1958168636" sldId="378"/>
            <ac:spMk id="3" creationId="{F30BA8DC-9C7A-4B2C-895E-1B631BC9F3F9}"/>
          </ac:spMkLst>
        </pc:spChg>
        <pc:spChg chg="add mod">
          <ac:chgData name="Ella Vetter" userId="c6918cf5-f6c0-43cc-8499-a1f635017de9" providerId="ADAL" clId="{AF2A365B-3B33-420F-B2C0-4BFE99A95748}" dt="2020-09-10T23:55:17.608" v="2929" actId="11"/>
          <ac:spMkLst>
            <pc:docMk/>
            <pc:sldMk cId="1958168636" sldId="378"/>
            <ac:spMk id="9" creationId="{8329EE8A-4097-4E11-99B6-A5F6BA92EAB7}"/>
          </ac:spMkLst>
        </pc:spChg>
        <pc:grpChg chg="add mod">
          <ac:chgData name="Ella Vetter" userId="c6918cf5-f6c0-43cc-8499-a1f635017de9" providerId="ADAL" clId="{AF2A365B-3B33-420F-B2C0-4BFE99A95748}" dt="2020-09-10T23:55:05.522" v="2928" actId="1035"/>
          <ac:grpSpMkLst>
            <pc:docMk/>
            <pc:sldMk cId="1958168636" sldId="378"/>
            <ac:grpSpMk id="8" creationId="{D242070E-16C6-4BE1-B48B-8D063F89528D}"/>
          </ac:grpSpMkLst>
        </pc:grpChg>
        <pc:picChg chg="add mod modCrop">
          <ac:chgData name="Ella Vetter" userId="c6918cf5-f6c0-43cc-8499-a1f635017de9" providerId="ADAL" clId="{AF2A365B-3B33-420F-B2C0-4BFE99A95748}" dt="2020-09-10T23:53:43.254" v="2901" actId="164"/>
          <ac:picMkLst>
            <pc:docMk/>
            <pc:sldMk cId="1958168636" sldId="378"/>
            <ac:picMk id="5" creationId="{21E521F9-7AF6-457B-8B1F-96C770E2162B}"/>
          </ac:picMkLst>
        </pc:picChg>
        <pc:picChg chg="add mod modCrop">
          <ac:chgData name="Ella Vetter" userId="c6918cf5-f6c0-43cc-8499-a1f635017de9" providerId="ADAL" clId="{AF2A365B-3B33-420F-B2C0-4BFE99A95748}" dt="2020-09-10T23:53:43.254" v="2901" actId="164"/>
          <ac:picMkLst>
            <pc:docMk/>
            <pc:sldMk cId="1958168636" sldId="378"/>
            <ac:picMk id="7" creationId="{0CCBF39B-252F-4A23-8BD0-EBCA8C566931}"/>
          </ac:picMkLst>
        </pc:picChg>
      </pc:sldChg>
      <pc:sldChg chg="addSp delSp modSp add mod modNotesTx">
        <pc:chgData name="Ella Vetter" userId="c6918cf5-f6c0-43cc-8499-a1f635017de9" providerId="ADAL" clId="{AF2A365B-3B33-420F-B2C0-4BFE99A95748}" dt="2020-09-11T01:26:00.281" v="4089" actId="20577"/>
        <pc:sldMkLst>
          <pc:docMk/>
          <pc:sldMk cId="2092140594" sldId="379"/>
        </pc:sldMkLst>
        <pc:spChg chg="mod">
          <ac:chgData name="Ella Vetter" userId="c6918cf5-f6c0-43cc-8499-a1f635017de9" providerId="ADAL" clId="{AF2A365B-3B33-420F-B2C0-4BFE99A95748}" dt="2020-09-11T00:14:57.134" v="3373" actId="13926"/>
          <ac:spMkLst>
            <pc:docMk/>
            <pc:sldMk cId="2092140594" sldId="379"/>
            <ac:spMk id="2" creationId="{E3E06216-1C5B-43DC-A8A9-C5904A2BA465}"/>
          </ac:spMkLst>
        </pc:spChg>
        <pc:spChg chg="del">
          <ac:chgData name="Ella Vetter" userId="c6918cf5-f6c0-43cc-8499-a1f635017de9" providerId="ADAL" clId="{AF2A365B-3B33-420F-B2C0-4BFE99A95748}" dt="2020-09-10T22:57:24.509" v="1961" actId="22"/>
          <ac:spMkLst>
            <pc:docMk/>
            <pc:sldMk cId="2092140594" sldId="379"/>
            <ac:spMk id="3" creationId="{F30BA8DC-9C7A-4B2C-895E-1B631BC9F3F9}"/>
          </ac:spMkLst>
        </pc:spChg>
        <pc:spChg chg="add mod">
          <ac:chgData name="Ella Vetter" userId="c6918cf5-f6c0-43cc-8499-a1f635017de9" providerId="ADAL" clId="{AF2A365B-3B33-420F-B2C0-4BFE99A95748}" dt="2020-09-11T01:26:00.281" v="4089" actId="20577"/>
          <ac:spMkLst>
            <pc:docMk/>
            <pc:sldMk cId="2092140594" sldId="379"/>
            <ac:spMk id="10" creationId="{EE5F7FF5-313E-4CD8-A3DD-E1443DEAAA3B}"/>
          </ac:spMkLst>
        </pc:spChg>
        <pc:spChg chg="add del mod">
          <ac:chgData name="Ella Vetter" userId="c6918cf5-f6c0-43cc-8499-a1f635017de9" providerId="ADAL" clId="{AF2A365B-3B33-420F-B2C0-4BFE99A95748}" dt="2020-09-11T00:14:36.243" v="3350" actId="478"/>
          <ac:spMkLst>
            <pc:docMk/>
            <pc:sldMk cId="2092140594" sldId="379"/>
            <ac:spMk id="14" creationId="{C2BE70CE-DCF0-478F-B114-1A843915C416}"/>
          </ac:spMkLst>
        </pc:spChg>
        <pc:picChg chg="add del mod ord">
          <ac:chgData name="Ella Vetter" userId="c6918cf5-f6c0-43cc-8499-a1f635017de9" providerId="ADAL" clId="{AF2A365B-3B33-420F-B2C0-4BFE99A95748}" dt="2020-09-11T00:14:19.435" v="3346" actId="478"/>
          <ac:picMkLst>
            <pc:docMk/>
            <pc:sldMk cId="2092140594" sldId="379"/>
            <ac:picMk id="5" creationId="{A7D65BED-16AC-4A9A-B4CF-DDE9EC745FE9}"/>
          </ac:picMkLst>
        </pc:picChg>
        <pc:picChg chg="add mod">
          <ac:chgData name="Ella Vetter" userId="c6918cf5-f6c0-43cc-8499-a1f635017de9" providerId="ADAL" clId="{AF2A365B-3B33-420F-B2C0-4BFE99A95748}" dt="2020-09-11T00:14:49.226" v="3361" actId="1036"/>
          <ac:picMkLst>
            <pc:docMk/>
            <pc:sldMk cId="2092140594" sldId="379"/>
            <ac:picMk id="7" creationId="{38CA9A2C-5BCA-41A2-B3F9-0DFC9C4173E6}"/>
          </ac:picMkLst>
        </pc:picChg>
        <pc:picChg chg="add del mod">
          <ac:chgData name="Ella Vetter" userId="c6918cf5-f6c0-43cc-8499-a1f635017de9" providerId="ADAL" clId="{AF2A365B-3B33-420F-B2C0-4BFE99A95748}" dt="2020-09-11T00:14:37.971" v="3351" actId="478"/>
          <ac:picMkLst>
            <pc:docMk/>
            <pc:sldMk cId="2092140594" sldId="379"/>
            <ac:picMk id="9" creationId="{C4BFF504-EB5E-452C-A597-90E15CA35CDF}"/>
          </ac:picMkLst>
        </pc:picChg>
        <pc:picChg chg="add mod">
          <ac:chgData name="Ella Vetter" userId="c6918cf5-f6c0-43cc-8499-a1f635017de9" providerId="ADAL" clId="{AF2A365B-3B33-420F-B2C0-4BFE99A95748}" dt="2020-09-11T00:14:46.574" v="3354" actId="1076"/>
          <ac:picMkLst>
            <pc:docMk/>
            <pc:sldMk cId="2092140594" sldId="379"/>
            <ac:picMk id="12" creationId="{EC031E41-84BC-48C3-B401-DD6EBFC71A00}"/>
          </ac:picMkLst>
        </pc:picChg>
      </pc:sldChg>
      <pc:sldChg chg="addSp delSp modSp add mod modNotesTx">
        <pc:chgData name="Ella Vetter" userId="c6918cf5-f6c0-43cc-8499-a1f635017de9" providerId="ADAL" clId="{AF2A365B-3B33-420F-B2C0-4BFE99A95748}" dt="2020-09-11T01:26:26.300" v="4091" actId="20577"/>
        <pc:sldMkLst>
          <pc:docMk/>
          <pc:sldMk cId="1627355907" sldId="380"/>
        </pc:sldMkLst>
        <pc:spChg chg="del">
          <ac:chgData name="Ella Vetter" userId="c6918cf5-f6c0-43cc-8499-a1f635017de9" providerId="ADAL" clId="{AF2A365B-3B33-420F-B2C0-4BFE99A95748}" dt="2020-09-11T00:00:11.765" v="3006" actId="478"/>
          <ac:spMkLst>
            <pc:docMk/>
            <pc:sldMk cId="1627355907" sldId="380"/>
            <ac:spMk id="3" creationId="{F30BA8DC-9C7A-4B2C-895E-1B631BC9F3F9}"/>
          </ac:spMkLst>
        </pc:spChg>
        <pc:spChg chg="add mod">
          <ac:chgData name="Ella Vetter" userId="c6918cf5-f6c0-43cc-8499-a1f635017de9" providerId="ADAL" clId="{AF2A365B-3B33-420F-B2C0-4BFE99A95748}" dt="2020-09-11T01:26:26.300" v="4091" actId="20577"/>
          <ac:spMkLst>
            <pc:docMk/>
            <pc:sldMk cId="1627355907" sldId="380"/>
            <ac:spMk id="6" creationId="{8EA52189-6EC2-485F-9AC8-5BCBB574B2DA}"/>
          </ac:spMkLst>
        </pc:spChg>
        <pc:picChg chg="add mod">
          <ac:chgData name="Ella Vetter" userId="c6918cf5-f6c0-43cc-8499-a1f635017de9" providerId="ADAL" clId="{AF2A365B-3B33-420F-B2C0-4BFE99A95748}" dt="2020-09-11T00:01:19.265" v="3087" actId="14100"/>
          <ac:picMkLst>
            <pc:docMk/>
            <pc:sldMk cId="1627355907" sldId="380"/>
            <ac:picMk id="5" creationId="{88F202AB-2A82-4742-9BF9-2F1DE33E22EC}"/>
          </ac:picMkLst>
        </pc:picChg>
      </pc:sldChg>
      <pc:sldChg chg="addSp delSp modSp add mod modNotesTx">
        <pc:chgData name="Ella Vetter" userId="c6918cf5-f6c0-43cc-8499-a1f635017de9" providerId="ADAL" clId="{AF2A365B-3B33-420F-B2C0-4BFE99A95748}" dt="2020-09-11T00:02:49.719" v="3150" actId="11"/>
        <pc:sldMkLst>
          <pc:docMk/>
          <pc:sldMk cId="154384816" sldId="381"/>
        </pc:sldMkLst>
        <pc:spChg chg="del">
          <ac:chgData name="Ella Vetter" userId="c6918cf5-f6c0-43cc-8499-a1f635017de9" providerId="ADAL" clId="{AF2A365B-3B33-420F-B2C0-4BFE99A95748}" dt="2020-09-11T00:01:45.542" v="3089" actId="478"/>
          <ac:spMkLst>
            <pc:docMk/>
            <pc:sldMk cId="154384816" sldId="381"/>
            <ac:spMk id="3" creationId="{F30BA8DC-9C7A-4B2C-895E-1B631BC9F3F9}"/>
          </ac:spMkLst>
        </pc:spChg>
        <pc:spChg chg="add mod">
          <ac:chgData name="Ella Vetter" userId="c6918cf5-f6c0-43cc-8499-a1f635017de9" providerId="ADAL" clId="{AF2A365B-3B33-420F-B2C0-4BFE99A95748}" dt="2020-09-11T00:02:49.719" v="3150" actId="11"/>
          <ac:spMkLst>
            <pc:docMk/>
            <pc:sldMk cId="154384816" sldId="381"/>
            <ac:spMk id="7" creationId="{9CE190B1-2E6C-40F9-988D-53D70398A1A4}"/>
          </ac:spMkLst>
        </pc:spChg>
        <pc:picChg chg="add mod">
          <ac:chgData name="Ella Vetter" userId="c6918cf5-f6c0-43cc-8499-a1f635017de9" providerId="ADAL" clId="{AF2A365B-3B33-420F-B2C0-4BFE99A95748}" dt="2020-09-11T00:01:40.389" v="3088" actId="1076"/>
          <ac:picMkLst>
            <pc:docMk/>
            <pc:sldMk cId="154384816" sldId="381"/>
            <ac:picMk id="5" creationId="{400F38A8-41D8-40FE-9857-58F66DCFC625}"/>
          </ac:picMkLst>
        </pc:picChg>
      </pc:sldChg>
      <pc:sldChg chg="addSp delSp modSp new mod modNotesTx">
        <pc:chgData name="Ella Vetter" userId="c6918cf5-f6c0-43cc-8499-a1f635017de9" providerId="ADAL" clId="{AF2A365B-3B33-420F-B2C0-4BFE99A95748}" dt="2020-09-11T01:18:59.838" v="4077" actId="13926"/>
        <pc:sldMkLst>
          <pc:docMk/>
          <pc:sldMk cId="1676511026" sldId="382"/>
        </pc:sldMkLst>
        <pc:spChg chg="mod">
          <ac:chgData name="Ella Vetter" userId="c6918cf5-f6c0-43cc-8499-a1f635017de9" providerId="ADAL" clId="{AF2A365B-3B33-420F-B2C0-4BFE99A95748}" dt="2020-09-11T00:02:58.682" v="3151"/>
          <ac:spMkLst>
            <pc:docMk/>
            <pc:sldMk cId="1676511026" sldId="382"/>
            <ac:spMk id="2" creationId="{9023D04A-D6FF-47DC-B380-57662546DB73}"/>
          </ac:spMkLst>
        </pc:spChg>
        <pc:spChg chg="del">
          <ac:chgData name="Ella Vetter" userId="c6918cf5-f6c0-43cc-8499-a1f635017de9" providerId="ADAL" clId="{AF2A365B-3B33-420F-B2C0-4BFE99A95748}" dt="2020-09-11T00:03:43.613" v="3156" actId="478"/>
          <ac:spMkLst>
            <pc:docMk/>
            <pc:sldMk cId="1676511026" sldId="382"/>
            <ac:spMk id="3" creationId="{5EE4D437-C138-4EF5-B2EF-070AF82900ED}"/>
          </ac:spMkLst>
        </pc:spChg>
        <pc:spChg chg="add mod">
          <ac:chgData name="Ella Vetter" userId="c6918cf5-f6c0-43cc-8499-a1f635017de9" providerId="ADAL" clId="{AF2A365B-3B33-420F-B2C0-4BFE99A95748}" dt="2020-09-11T01:18:59.838" v="4077" actId="13926"/>
          <ac:spMkLst>
            <pc:docMk/>
            <pc:sldMk cId="1676511026" sldId="382"/>
            <ac:spMk id="7" creationId="{5D633073-D697-4433-80C0-FC38B5D55B04}"/>
          </ac:spMkLst>
        </pc:spChg>
        <pc:picChg chg="add mod">
          <ac:chgData name="Ella Vetter" userId="c6918cf5-f6c0-43cc-8499-a1f635017de9" providerId="ADAL" clId="{AF2A365B-3B33-420F-B2C0-4BFE99A95748}" dt="2020-09-11T00:07:47.224" v="3325" actId="1076"/>
          <ac:picMkLst>
            <pc:docMk/>
            <pc:sldMk cId="1676511026" sldId="382"/>
            <ac:picMk id="5" creationId="{E20C3FF3-0C4C-4236-A401-35BC01C5A351}"/>
          </ac:picMkLst>
        </pc:picChg>
      </pc:sldChg>
      <pc:sldChg chg="addSp delSp modSp new mod modNotesTx">
        <pc:chgData name="Ella Vetter" userId="c6918cf5-f6c0-43cc-8499-a1f635017de9" providerId="ADAL" clId="{AF2A365B-3B33-420F-B2C0-4BFE99A95748}" dt="2020-09-11T00:26:46.413" v="3566" actId="11"/>
        <pc:sldMkLst>
          <pc:docMk/>
          <pc:sldMk cId="976555450" sldId="383"/>
        </pc:sldMkLst>
        <pc:spChg chg="mod">
          <ac:chgData name="Ella Vetter" userId="c6918cf5-f6c0-43cc-8499-a1f635017de9" providerId="ADAL" clId="{AF2A365B-3B33-420F-B2C0-4BFE99A95748}" dt="2020-09-11T00:08:07.530" v="3328"/>
          <ac:spMkLst>
            <pc:docMk/>
            <pc:sldMk cId="976555450" sldId="383"/>
            <ac:spMk id="2" creationId="{E621C343-F798-4153-8D13-3A79BDC0ACC2}"/>
          </ac:spMkLst>
        </pc:spChg>
        <pc:spChg chg="del">
          <ac:chgData name="Ella Vetter" userId="c6918cf5-f6c0-43cc-8499-a1f635017de9" providerId="ADAL" clId="{AF2A365B-3B33-420F-B2C0-4BFE99A95748}" dt="2020-09-11T00:08:20.189" v="3332" actId="478"/>
          <ac:spMkLst>
            <pc:docMk/>
            <pc:sldMk cId="976555450" sldId="383"/>
            <ac:spMk id="3" creationId="{47F9D3FF-667E-4A83-B3DD-87826C8D9ED7}"/>
          </ac:spMkLst>
        </pc:spChg>
        <pc:spChg chg="add mod">
          <ac:chgData name="Ella Vetter" userId="c6918cf5-f6c0-43cc-8499-a1f635017de9" providerId="ADAL" clId="{AF2A365B-3B33-420F-B2C0-4BFE99A95748}" dt="2020-09-11T00:26:46.413" v="3566" actId="11"/>
          <ac:spMkLst>
            <pc:docMk/>
            <pc:sldMk cId="976555450" sldId="383"/>
            <ac:spMk id="13" creationId="{B2FD6BB1-6DB2-41F7-A0EA-FE4C15729DA9}"/>
          </ac:spMkLst>
        </pc:spChg>
        <pc:picChg chg="add del mod">
          <ac:chgData name="Ella Vetter" userId="c6918cf5-f6c0-43cc-8499-a1f635017de9" providerId="ADAL" clId="{AF2A365B-3B33-420F-B2C0-4BFE99A95748}" dt="2020-09-11T00:11:14.735" v="3341" actId="478"/>
          <ac:picMkLst>
            <pc:docMk/>
            <pc:sldMk cId="976555450" sldId="383"/>
            <ac:picMk id="5" creationId="{CDE8E75F-FA19-4EA9-9EF6-C1683CCF9141}"/>
          </ac:picMkLst>
        </pc:picChg>
        <pc:picChg chg="add mod">
          <ac:chgData name="Ella Vetter" userId="c6918cf5-f6c0-43cc-8499-a1f635017de9" providerId="ADAL" clId="{AF2A365B-3B33-420F-B2C0-4BFE99A95748}" dt="2020-09-11T00:24:54.505" v="3408" actId="1076"/>
          <ac:picMkLst>
            <pc:docMk/>
            <pc:sldMk cId="976555450" sldId="383"/>
            <ac:picMk id="7" creationId="{12CC2F7D-AB96-45A5-994F-88B13C2559C8}"/>
          </ac:picMkLst>
        </pc:picChg>
        <pc:picChg chg="add del mod">
          <ac:chgData name="Ella Vetter" userId="c6918cf5-f6c0-43cc-8499-a1f635017de9" providerId="ADAL" clId="{AF2A365B-3B33-420F-B2C0-4BFE99A95748}" dt="2020-09-11T00:10:23.161" v="3338" actId="22"/>
          <ac:picMkLst>
            <pc:docMk/>
            <pc:sldMk cId="976555450" sldId="383"/>
            <ac:picMk id="9" creationId="{4ABC58C9-0DD0-491E-A7AD-C1B327B4E808}"/>
          </ac:picMkLst>
        </pc:picChg>
        <pc:picChg chg="add mod">
          <ac:chgData name="Ella Vetter" userId="c6918cf5-f6c0-43cc-8499-a1f635017de9" providerId="ADAL" clId="{AF2A365B-3B33-420F-B2C0-4BFE99A95748}" dt="2020-09-11T00:25:02.629" v="3410" actId="1076"/>
          <ac:picMkLst>
            <pc:docMk/>
            <pc:sldMk cId="976555450" sldId="383"/>
            <ac:picMk id="11" creationId="{02B87418-EFE7-4A13-8B98-E74C2A33A237}"/>
          </ac:picMkLst>
        </pc:picChg>
      </pc:sldChg>
      <pc:sldChg chg="addSp delSp modSp new mod">
        <pc:chgData name="Ella Vetter" userId="c6918cf5-f6c0-43cc-8499-a1f635017de9" providerId="ADAL" clId="{AF2A365B-3B33-420F-B2C0-4BFE99A95748}" dt="2020-09-11T00:27:56.499" v="3596" actId="1076"/>
        <pc:sldMkLst>
          <pc:docMk/>
          <pc:sldMk cId="1539436406" sldId="384"/>
        </pc:sldMkLst>
        <pc:spChg chg="mod">
          <ac:chgData name="Ella Vetter" userId="c6918cf5-f6c0-43cc-8499-a1f635017de9" providerId="ADAL" clId="{AF2A365B-3B33-420F-B2C0-4BFE99A95748}" dt="2020-09-11T00:25:11.364" v="3411"/>
          <ac:spMkLst>
            <pc:docMk/>
            <pc:sldMk cId="1539436406" sldId="384"/>
            <ac:spMk id="2" creationId="{5A287F5A-E3A0-4A5D-B4F0-F3D4F98147DE}"/>
          </ac:spMkLst>
        </pc:spChg>
        <pc:spChg chg="del">
          <ac:chgData name="Ella Vetter" userId="c6918cf5-f6c0-43cc-8499-a1f635017de9" providerId="ADAL" clId="{AF2A365B-3B33-420F-B2C0-4BFE99A95748}" dt="2020-09-11T00:25:27.579" v="3415" actId="478"/>
          <ac:spMkLst>
            <pc:docMk/>
            <pc:sldMk cId="1539436406" sldId="384"/>
            <ac:spMk id="3" creationId="{39B85F23-1A9F-40B5-AEE8-B52B6E17FDF1}"/>
          </ac:spMkLst>
        </pc:spChg>
        <pc:spChg chg="add mod">
          <ac:chgData name="Ella Vetter" userId="c6918cf5-f6c0-43cc-8499-a1f635017de9" providerId="ADAL" clId="{AF2A365B-3B33-420F-B2C0-4BFE99A95748}" dt="2020-09-11T00:27:48.642" v="3594" actId="113"/>
          <ac:spMkLst>
            <pc:docMk/>
            <pc:sldMk cId="1539436406" sldId="384"/>
            <ac:spMk id="7" creationId="{0E725FD3-4C59-4D24-8B1C-4562CD3E8E77}"/>
          </ac:spMkLst>
        </pc:spChg>
        <pc:picChg chg="add mod">
          <ac:chgData name="Ella Vetter" userId="c6918cf5-f6c0-43cc-8499-a1f635017de9" providerId="ADAL" clId="{AF2A365B-3B33-420F-B2C0-4BFE99A95748}" dt="2020-09-11T00:27:56.499" v="3596" actId="1076"/>
          <ac:picMkLst>
            <pc:docMk/>
            <pc:sldMk cId="1539436406" sldId="384"/>
            <ac:picMk id="5" creationId="{42154CC3-D597-40BA-946E-07B6D606E8BE}"/>
          </ac:picMkLst>
        </pc:picChg>
      </pc:sldChg>
      <pc:sldChg chg="addSp delSp modSp new mod modNotesTx">
        <pc:chgData name="Ella Vetter" userId="c6918cf5-f6c0-43cc-8499-a1f635017de9" providerId="ADAL" clId="{AF2A365B-3B33-420F-B2C0-4BFE99A95748}" dt="2020-09-11T01:28:21.491" v="4094" actId="20577"/>
        <pc:sldMkLst>
          <pc:docMk/>
          <pc:sldMk cId="2398487438" sldId="385"/>
        </pc:sldMkLst>
        <pc:spChg chg="mod">
          <ac:chgData name="Ella Vetter" userId="c6918cf5-f6c0-43cc-8499-a1f635017de9" providerId="ADAL" clId="{AF2A365B-3B33-420F-B2C0-4BFE99A95748}" dt="2020-09-11T00:32:04.782" v="3690" actId="13926"/>
          <ac:spMkLst>
            <pc:docMk/>
            <pc:sldMk cId="2398487438" sldId="385"/>
            <ac:spMk id="2" creationId="{DFE4C2A5-4920-4306-B6C0-2EE6AD1F4930}"/>
          </ac:spMkLst>
        </pc:spChg>
        <pc:spChg chg="del">
          <ac:chgData name="Ella Vetter" userId="c6918cf5-f6c0-43cc-8499-a1f635017de9" providerId="ADAL" clId="{AF2A365B-3B33-420F-B2C0-4BFE99A95748}" dt="2020-09-11T00:28:30.279" v="3600" actId="478"/>
          <ac:spMkLst>
            <pc:docMk/>
            <pc:sldMk cId="2398487438" sldId="385"/>
            <ac:spMk id="3" creationId="{1277A919-38C4-49C3-BB4A-2BEA4E3B667A}"/>
          </ac:spMkLst>
        </pc:spChg>
        <pc:spChg chg="add mod">
          <ac:chgData name="Ella Vetter" userId="c6918cf5-f6c0-43cc-8499-a1f635017de9" providerId="ADAL" clId="{AF2A365B-3B33-420F-B2C0-4BFE99A95748}" dt="2020-09-11T01:28:21.491" v="4094" actId="20577"/>
          <ac:spMkLst>
            <pc:docMk/>
            <pc:sldMk cId="2398487438" sldId="385"/>
            <ac:spMk id="9" creationId="{5A4CF031-D73C-4D8F-A3E2-A17622567119}"/>
          </ac:spMkLst>
        </pc:spChg>
        <pc:picChg chg="add mod">
          <ac:chgData name="Ella Vetter" userId="c6918cf5-f6c0-43cc-8499-a1f635017de9" providerId="ADAL" clId="{AF2A365B-3B33-420F-B2C0-4BFE99A95748}" dt="2020-09-11T00:30:37.246" v="3684" actId="1076"/>
          <ac:picMkLst>
            <pc:docMk/>
            <pc:sldMk cId="2398487438" sldId="385"/>
            <ac:picMk id="5" creationId="{33283A3A-CF7F-4CA8-B7B3-A4B3BA563B4C}"/>
          </ac:picMkLst>
        </pc:picChg>
        <pc:picChg chg="add del mod">
          <ac:chgData name="Ella Vetter" userId="c6918cf5-f6c0-43cc-8499-a1f635017de9" providerId="ADAL" clId="{AF2A365B-3B33-420F-B2C0-4BFE99A95748}" dt="2020-09-10T23:13:40.418" v="2037" actId="21"/>
          <ac:picMkLst>
            <pc:docMk/>
            <pc:sldMk cId="2398487438" sldId="385"/>
            <ac:picMk id="7" creationId="{08F5081D-2FB7-4514-A40C-4D61CAD141AC}"/>
          </ac:picMkLst>
        </pc:picChg>
      </pc:sldChg>
      <pc:sldChg chg="addSp delSp modSp new mod modNotesTx">
        <pc:chgData name="Ella Vetter" userId="c6918cf5-f6c0-43cc-8499-a1f635017de9" providerId="ADAL" clId="{AF2A365B-3B33-420F-B2C0-4BFE99A95748}" dt="2020-09-11T00:37:24.121" v="4030" actId="11"/>
        <pc:sldMkLst>
          <pc:docMk/>
          <pc:sldMk cId="2855755633" sldId="386"/>
        </pc:sldMkLst>
        <pc:spChg chg="mod">
          <ac:chgData name="Ella Vetter" userId="c6918cf5-f6c0-43cc-8499-a1f635017de9" providerId="ADAL" clId="{AF2A365B-3B33-420F-B2C0-4BFE99A95748}" dt="2020-09-11T00:36:57.891" v="4027" actId="13926"/>
          <ac:spMkLst>
            <pc:docMk/>
            <pc:sldMk cId="2855755633" sldId="386"/>
            <ac:spMk id="2" creationId="{8A0E83AD-9060-4127-948F-242A7BAF1BB8}"/>
          </ac:spMkLst>
        </pc:spChg>
        <pc:spChg chg="del">
          <ac:chgData name="Ella Vetter" userId="c6918cf5-f6c0-43cc-8499-a1f635017de9" providerId="ADAL" clId="{AF2A365B-3B33-420F-B2C0-4BFE99A95748}" dt="2020-09-11T00:35:32.973" v="3999" actId="478"/>
          <ac:spMkLst>
            <pc:docMk/>
            <pc:sldMk cId="2855755633" sldId="386"/>
            <ac:spMk id="3" creationId="{700DA06C-CE7A-44A6-85F8-A1C7507CFE94}"/>
          </ac:spMkLst>
        </pc:spChg>
        <pc:spChg chg="add mod ord">
          <ac:chgData name="Ella Vetter" userId="c6918cf5-f6c0-43cc-8499-a1f635017de9" providerId="ADAL" clId="{AF2A365B-3B33-420F-B2C0-4BFE99A95748}" dt="2020-09-11T00:37:24.121" v="4030" actId="11"/>
          <ac:spMkLst>
            <pc:docMk/>
            <pc:sldMk cId="2855755633" sldId="386"/>
            <ac:spMk id="11" creationId="{60994629-C3A2-43E0-A0D2-B178F096ABE8}"/>
          </ac:spMkLst>
        </pc:spChg>
        <pc:picChg chg="add mod">
          <ac:chgData name="Ella Vetter" userId="c6918cf5-f6c0-43cc-8499-a1f635017de9" providerId="ADAL" clId="{AF2A365B-3B33-420F-B2C0-4BFE99A95748}" dt="2020-09-11T00:36:22.085" v="4017" actId="14100"/>
          <ac:picMkLst>
            <pc:docMk/>
            <pc:sldMk cId="2855755633" sldId="386"/>
            <ac:picMk id="5" creationId="{95532FE2-C8A9-4A59-B250-B32529081C87}"/>
          </ac:picMkLst>
        </pc:picChg>
        <pc:picChg chg="add mod">
          <ac:chgData name="Ella Vetter" userId="c6918cf5-f6c0-43cc-8499-a1f635017de9" providerId="ADAL" clId="{AF2A365B-3B33-420F-B2C0-4BFE99A95748}" dt="2020-09-11T00:36:53.530" v="4026" actId="1076"/>
          <ac:picMkLst>
            <pc:docMk/>
            <pc:sldMk cId="2855755633" sldId="386"/>
            <ac:picMk id="7" creationId="{93B07298-BF60-49ED-8527-3F147414DA33}"/>
          </ac:picMkLst>
        </pc:picChg>
        <pc:picChg chg="add mod">
          <ac:chgData name="Ella Vetter" userId="c6918cf5-f6c0-43cc-8499-a1f635017de9" providerId="ADAL" clId="{AF2A365B-3B33-420F-B2C0-4BFE99A95748}" dt="2020-09-11T00:36:31.873" v="4020" actId="1076"/>
          <ac:picMkLst>
            <pc:docMk/>
            <pc:sldMk cId="2855755633" sldId="386"/>
            <ac:picMk id="9" creationId="{F288AEFF-12D5-4CCB-96D3-6DCA484E9BB8}"/>
          </ac:picMkLst>
        </pc:picChg>
      </pc:sldChg>
    </pc:docChg>
  </pc:docChgLst>
  <pc:docChgLst>
    <pc:chgData name="Ella Vetter" userId="c6918cf5-f6c0-43cc-8499-a1f635017de9" providerId="ADAL" clId="{03D8DEAE-739D-469B-904C-2522E9DFB65E}"/>
    <pc:docChg chg="undo custSel mod addSld delSld modSld sldOrd">
      <pc:chgData name="Ella Vetter" userId="c6918cf5-f6c0-43cc-8499-a1f635017de9" providerId="ADAL" clId="{03D8DEAE-739D-469B-904C-2522E9DFB65E}" dt="2020-08-19T20:56:21.320" v="9023" actId="478"/>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8T20:07:57.301" v="8697" actId="123"/>
        <pc:sldMkLst>
          <pc:docMk/>
          <pc:sldMk cId="1993397138" sldId="286"/>
        </pc:sldMkLst>
        <pc:spChg chg="mod">
          <ac:chgData name="Ella Vetter" userId="c6918cf5-f6c0-43cc-8499-a1f635017de9" providerId="ADAL" clId="{03D8DEAE-739D-469B-904C-2522E9DFB65E}" dt="2020-08-18T20:07:57.301" v="8697" actId="123"/>
          <ac:spMkLst>
            <pc:docMk/>
            <pc:sldMk cId="1993397138" sldId="286"/>
            <ac:spMk id="3" creationId="{37B56F8A-6BEF-459C-AFA4-6D790D24F1CB}"/>
          </ac:spMkLst>
        </pc:spChg>
      </pc:sldChg>
      <pc:sldChg chg="delSp modSp add mod">
        <pc:chgData name="Ella Vetter" userId="c6918cf5-f6c0-43cc-8499-a1f635017de9" providerId="ADAL" clId="{03D8DEAE-739D-469B-904C-2522E9DFB65E}" dt="2020-08-18T14:34:07.098" v="5418" actId="478"/>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pChg chg="del">
          <ac:chgData name="Ella Vetter" userId="c6918cf5-f6c0-43cc-8499-a1f635017de9" providerId="ADAL" clId="{03D8DEAE-739D-469B-904C-2522E9DFB65E}" dt="2020-08-18T14:34:07.098" v="5418" actId="478"/>
          <ac:spMkLst>
            <pc:docMk/>
            <pc:sldMk cId="1119100617" sldId="287"/>
            <ac:spMk id="3" creationId="{EEF38455-45AA-47D0-8328-2077E428FA3B}"/>
          </ac:spMkLst>
        </pc:spChg>
      </pc:sldChg>
      <pc:sldChg chg="delSp modSp add mod">
        <pc:chgData name="Ella Vetter" userId="c6918cf5-f6c0-43cc-8499-a1f635017de9" providerId="ADAL" clId="{03D8DEAE-739D-469B-904C-2522E9DFB65E}" dt="2020-08-18T14:34:10.543" v="5419" actId="478"/>
        <pc:sldMkLst>
          <pc:docMk/>
          <pc:sldMk cId="185546831" sldId="288"/>
        </pc:sldMkLst>
        <pc:spChg chg="mod">
          <ac:chgData name="Ella Vetter" userId="c6918cf5-f6c0-43cc-8499-a1f635017de9" providerId="ADAL" clId="{03D8DEAE-739D-469B-904C-2522E9DFB65E}" dt="2020-08-18T14:32:49.627" v="5388" actId="20577"/>
          <ac:spMkLst>
            <pc:docMk/>
            <pc:sldMk cId="185546831" sldId="288"/>
            <ac:spMk id="2" creationId="{BD0A18F3-9F12-464B-BC50-F741E79EDDDA}"/>
          </ac:spMkLst>
        </pc:spChg>
        <pc:spChg chg="del">
          <ac:chgData name="Ella Vetter" userId="c6918cf5-f6c0-43cc-8499-a1f635017de9" providerId="ADAL" clId="{03D8DEAE-739D-469B-904C-2522E9DFB65E}" dt="2020-08-18T14:34:10.543" v="5419" actId="478"/>
          <ac:spMkLst>
            <pc:docMk/>
            <pc:sldMk cId="185546831" sldId="288"/>
            <ac:spMk id="3" creationId="{EEF38455-45AA-47D0-8328-2077E428FA3B}"/>
          </ac:spMkLst>
        </pc:spChg>
      </pc:sldChg>
      <pc:sldChg chg="delSp modSp add mod">
        <pc:chgData name="Ella Vetter" userId="c6918cf5-f6c0-43cc-8499-a1f635017de9" providerId="ADAL" clId="{03D8DEAE-739D-469B-904C-2522E9DFB65E}" dt="2020-08-18T14:34:16.018" v="5421" actId="478"/>
        <pc:sldMkLst>
          <pc:docMk/>
          <pc:sldMk cId="103818715" sldId="289"/>
        </pc:sldMkLst>
        <pc:spChg chg="mod">
          <ac:chgData name="Ella Vetter" userId="c6918cf5-f6c0-43cc-8499-a1f635017de9" providerId="ADAL" clId="{03D8DEAE-739D-469B-904C-2522E9DFB65E}" dt="2020-08-18T14:29:54.892" v="5276" actId="20577"/>
          <ac:spMkLst>
            <pc:docMk/>
            <pc:sldMk cId="103818715" sldId="289"/>
            <ac:spMk id="2" creationId="{BD0A18F3-9F12-464B-BC50-F741E79EDDDA}"/>
          </ac:spMkLst>
        </pc:spChg>
        <pc:spChg chg="del">
          <ac:chgData name="Ella Vetter" userId="c6918cf5-f6c0-43cc-8499-a1f635017de9" providerId="ADAL" clId="{03D8DEAE-739D-469B-904C-2522E9DFB65E}" dt="2020-08-18T14:34:16.018" v="5421" actId="478"/>
          <ac:spMkLst>
            <pc:docMk/>
            <pc:sldMk cId="103818715" sldId="289"/>
            <ac:spMk id="3" creationId="{EEF38455-45AA-47D0-8328-2077E428FA3B}"/>
          </ac:spMkLst>
        </pc:spChg>
      </pc:sldChg>
      <pc:sldChg chg="delSp modSp add mod">
        <pc:chgData name="Ella Vetter" userId="c6918cf5-f6c0-43cc-8499-a1f635017de9" providerId="ADAL" clId="{03D8DEAE-739D-469B-904C-2522E9DFB65E}" dt="2020-08-18T18:08:44.524" v="8253" actId="478"/>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pChg chg="del">
          <ac:chgData name="Ella Vetter" userId="c6918cf5-f6c0-43cc-8499-a1f635017de9" providerId="ADAL" clId="{03D8DEAE-739D-469B-904C-2522E9DFB65E}" dt="2020-08-18T18:08:44.524" v="8253" actId="478"/>
          <ac:spMkLst>
            <pc:docMk/>
            <pc:sldMk cId="871549301" sldId="290"/>
            <ac:spMk id="3" creationId="{EEF38455-45AA-47D0-8328-2077E428FA3B}"/>
          </ac:spMkLst>
        </pc:spChg>
      </pc:sldChg>
      <pc:sldChg chg="delSp modSp add mod">
        <pc:chgData name="Ella Vetter" userId="c6918cf5-f6c0-43cc-8499-a1f635017de9" providerId="ADAL" clId="{03D8DEAE-739D-469B-904C-2522E9DFB65E}" dt="2020-08-18T18:09:09.820" v="8254" actId="478"/>
        <pc:sldMkLst>
          <pc:docMk/>
          <pc:sldMk cId="2770565150" sldId="291"/>
        </pc:sldMkLst>
        <pc:spChg chg="mod">
          <ac:chgData name="Ella Vetter" userId="c6918cf5-f6c0-43cc-8499-a1f635017de9" providerId="ADAL" clId="{03D8DEAE-739D-469B-904C-2522E9DFB65E}" dt="2020-08-18T15:57:12.557" v="7533" actId="313"/>
          <ac:spMkLst>
            <pc:docMk/>
            <pc:sldMk cId="2770565150" sldId="291"/>
            <ac:spMk id="2" creationId="{BD0A18F3-9F12-464B-BC50-F741E79EDDDA}"/>
          </ac:spMkLst>
        </pc:spChg>
        <pc:spChg chg="del">
          <ac:chgData name="Ella Vetter" userId="c6918cf5-f6c0-43cc-8499-a1f635017de9" providerId="ADAL" clId="{03D8DEAE-739D-469B-904C-2522E9DFB65E}" dt="2020-08-18T18:09:09.820" v="8254" actId="478"/>
          <ac:spMkLst>
            <pc:docMk/>
            <pc:sldMk cId="2770565150" sldId="291"/>
            <ac:spMk id="3" creationId="{EEF38455-45AA-47D0-8328-2077E428FA3B}"/>
          </ac:spMkLst>
        </pc:spChg>
      </pc:sldChg>
      <pc:sldChg chg="delSp modSp add mod">
        <pc:chgData name="Ella Vetter" userId="c6918cf5-f6c0-43cc-8499-a1f635017de9" providerId="ADAL" clId="{03D8DEAE-739D-469B-904C-2522E9DFB65E}" dt="2020-08-19T20:56:21.320" v="9023" actId="478"/>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pChg chg="del">
          <ac:chgData name="Ella Vetter" userId="c6918cf5-f6c0-43cc-8499-a1f635017de9" providerId="ADAL" clId="{03D8DEAE-739D-469B-904C-2522E9DFB65E}" dt="2020-08-19T20:56:21.320" v="9023" actId="478"/>
          <ac:spMkLst>
            <pc:docMk/>
            <pc:sldMk cId="2581183036" sldId="292"/>
            <ac:spMk id="3" creationId="{EEF38455-45AA-47D0-8328-2077E428FA3B}"/>
          </ac:spMkLst>
        </pc:spChg>
      </pc:sldChg>
      <pc:sldChg chg="delSp modSp add mod ord">
        <pc:chgData name="Ella Vetter" userId="c6918cf5-f6c0-43cc-8499-a1f635017de9" providerId="ADAL" clId="{03D8DEAE-739D-469B-904C-2522E9DFB65E}" dt="2020-08-18T18:10:10.698" v="8255" actId="478"/>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pChg chg="del">
          <ac:chgData name="Ella Vetter" userId="c6918cf5-f6c0-43cc-8499-a1f635017de9" providerId="ADAL" clId="{03D8DEAE-739D-469B-904C-2522E9DFB65E}" dt="2020-08-18T18:10:10.698" v="8255" actId="478"/>
          <ac:spMkLst>
            <pc:docMk/>
            <pc:sldMk cId="363628062" sldId="293"/>
            <ac:spMk id="3" creationId="{EEF38455-45AA-47D0-8328-2077E428FA3B}"/>
          </ac:spMkLst>
        </pc:spChg>
      </pc:sldChg>
      <pc:sldChg chg="addSp delSp modSp new mod ord">
        <pc:chgData name="Ella Vetter" userId="c6918cf5-f6c0-43cc-8499-a1f635017de9" providerId="ADAL" clId="{03D8DEAE-739D-469B-904C-2522E9DFB65E}" dt="2020-08-18T17:56:03.781" v="8252" actId="20577"/>
        <pc:sldMkLst>
          <pc:docMk/>
          <pc:sldMk cId="459683926" sldId="294"/>
        </pc:sldMkLst>
        <pc:spChg chg="mod">
          <ac:chgData name="Ella Vetter" userId="c6918cf5-f6c0-43cc-8499-a1f635017de9" providerId="ADAL" clId="{03D8DEAE-739D-469B-904C-2522E9DFB65E}" dt="2020-08-18T13:39:15.755" v="4171" actId="1076"/>
          <ac:spMkLst>
            <pc:docMk/>
            <pc:sldMk cId="459683926" sldId="294"/>
            <ac:spMk id="2" creationId="{67990642-98C9-4E05-8DEA-8CB111834A2B}"/>
          </ac:spMkLst>
        </pc:spChg>
        <pc:spChg chg="del">
          <ac:chgData name="Ella Vetter" userId="c6918cf5-f6c0-43cc-8499-a1f635017de9" providerId="ADAL" clId="{03D8DEAE-739D-469B-904C-2522E9DFB65E}" dt="2020-08-18T13:33:35.579" v="4086" actId="478"/>
          <ac:spMkLst>
            <pc:docMk/>
            <pc:sldMk cId="459683926" sldId="294"/>
            <ac:spMk id="3" creationId="{0C44F08A-E79C-46C7-8576-79BD89EBE46B}"/>
          </ac:spMkLst>
        </pc:spChg>
        <pc:spChg chg="add mod">
          <ac:chgData name="Ella Vetter" userId="c6918cf5-f6c0-43cc-8499-a1f635017de9" providerId="ADAL" clId="{03D8DEAE-739D-469B-904C-2522E9DFB65E}" dt="2020-08-18T17:56:03.781" v="8252" actId="20577"/>
          <ac:spMkLst>
            <pc:docMk/>
            <pc:sldMk cId="459683926" sldId="294"/>
            <ac:spMk id="4" creationId="{EB1BD3C0-FF3E-4E6D-9033-B223EF53FA24}"/>
          </ac:spMkLst>
        </pc:spChg>
        <pc:picChg chg="add del mod">
          <ac:chgData name="Ella Vetter" userId="c6918cf5-f6c0-43cc-8499-a1f635017de9" providerId="ADAL" clId="{03D8DEAE-739D-469B-904C-2522E9DFB65E}" dt="2020-08-18T13:37:47.399" v="4092" actId="478"/>
          <ac:picMkLst>
            <pc:docMk/>
            <pc:sldMk cId="459683926" sldId="294"/>
            <ac:picMk id="6" creationId="{5FE5A14B-BEA2-4C4A-98CC-A9FD4E735B04}"/>
          </ac:picMkLst>
        </pc:picChg>
        <pc:picChg chg="add mod">
          <ac:chgData name="Ella Vetter" userId="c6918cf5-f6c0-43cc-8499-a1f635017de9" providerId="ADAL" clId="{03D8DEAE-739D-469B-904C-2522E9DFB65E}" dt="2020-08-18T13:37:51.108" v="4095" actId="1076"/>
          <ac:picMkLst>
            <pc:docMk/>
            <pc:sldMk cId="459683926" sldId="294"/>
            <ac:picMk id="8" creationId="{9AE14368-4327-482C-9E6F-88344B771F4B}"/>
          </ac:picMkLst>
        </pc:picChg>
      </pc:sldChg>
      <pc:sldChg chg="addSp delSp modSp add mod">
        <pc:chgData name="Ella Vetter" userId="c6918cf5-f6c0-43cc-8499-a1f635017de9" providerId="ADAL" clId="{03D8DEAE-739D-469B-904C-2522E9DFB65E}" dt="2020-08-18T20:20:20.751" v="8789" actId="20577"/>
        <pc:sldMkLst>
          <pc:docMk/>
          <pc:sldMk cId="2937015379" sldId="295"/>
        </pc:sldMkLst>
        <pc:spChg chg="mod">
          <ac:chgData name="Ella Vetter" userId="c6918cf5-f6c0-43cc-8499-a1f635017de9" providerId="ADAL" clId="{03D8DEAE-739D-469B-904C-2522E9DFB65E}" dt="2020-08-18T20:20:20.751" v="8789" actId="20577"/>
          <ac:spMkLst>
            <pc:docMk/>
            <pc:sldMk cId="2937015379" sldId="295"/>
            <ac:spMk id="4" creationId="{EB1BD3C0-FF3E-4E6D-9033-B223EF53FA24}"/>
          </ac:spMkLst>
        </pc:spChg>
        <pc:picChg chg="add del mod">
          <ac:chgData name="Ella Vetter" userId="c6918cf5-f6c0-43cc-8499-a1f635017de9" providerId="ADAL" clId="{03D8DEAE-739D-469B-904C-2522E9DFB65E}" dt="2020-08-18T13:58:45.042" v="4671" actId="478"/>
          <ac:picMkLst>
            <pc:docMk/>
            <pc:sldMk cId="2937015379" sldId="295"/>
            <ac:picMk id="5" creationId="{18F13F68-31A4-44C3-A204-1BAF662F94A0}"/>
          </ac:picMkLst>
        </pc:picChg>
        <pc:picChg chg="add del mod">
          <ac:chgData name="Ella Vetter" userId="c6918cf5-f6c0-43cc-8499-a1f635017de9" providerId="ADAL" clId="{03D8DEAE-739D-469B-904C-2522E9DFB65E}" dt="2020-08-18T14:00:35.252" v="4688" actId="478"/>
          <ac:picMkLst>
            <pc:docMk/>
            <pc:sldMk cId="2937015379" sldId="295"/>
            <ac:picMk id="7" creationId="{AB53E41E-8838-4038-91B1-63DDF57E5AAA}"/>
          </ac:picMkLst>
        </pc:picChg>
        <pc:picChg chg="del">
          <ac:chgData name="Ella Vetter" userId="c6918cf5-f6c0-43cc-8499-a1f635017de9" providerId="ADAL" clId="{03D8DEAE-739D-469B-904C-2522E9DFB65E}" dt="2020-08-18T13:40:03.716" v="4224" actId="478"/>
          <ac:picMkLst>
            <pc:docMk/>
            <pc:sldMk cId="2937015379" sldId="295"/>
            <ac:picMk id="8" creationId="{9AE14368-4327-482C-9E6F-88344B771F4B}"/>
          </ac:picMkLst>
        </pc:picChg>
        <pc:picChg chg="add mod">
          <ac:chgData name="Ella Vetter" userId="c6918cf5-f6c0-43cc-8499-a1f635017de9" providerId="ADAL" clId="{03D8DEAE-739D-469B-904C-2522E9DFB65E}" dt="2020-08-18T14:00:40.492" v="4692" actId="1076"/>
          <ac:picMkLst>
            <pc:docMk/>
            <pc:sldMk cId="2937015379" sldId="295"/>
            <ac:picMk id="10" creationId="{C0CDFA4D-9547-46B4-97C7-07DA2A629DD4}"/>
          </ac:picMkLst>
        </pc:picChg>
      </pc:sldChg>
      <pc:sldChg chg="delSp add mod">
        <pc:chgData name="Ella Vetter" userId="c6918cf5-f6c0-43cc-8499-a1f635017de9" providerId="ADAL" clId="{03D8DEAE-739D-469B-904C-2522E9DFB65E}" dt="2020-08-18T14:34:12.433" v="5420" actId="478"/>
        <pc:sldMkLst>
          <pc:docMk/>
          <pc:sldMk cId="4190825100" sldId="296"/>
        </pc:sldMkLst>
        <pc:spChg chg="del">
          <ac:chgData name="Ella Vetter" userId="c6918cf5-f6c0-43cc-8499-a1f635017de9" providerId="ADAL" clId="{03D8DEAE-739D-469B-904C-2522E9DFB65E}" dt="2020-08-18T14:34:12.433" v="5420" actId="478"/>
          <ac:spMkLst>
            <pc:docMk/>
            <pc:sldMk cId="4190825100" sldId="296"/>
            <ac:spMk id="3" creationId="{EEF38455-45AA-47D0-8328-2077E428FA3B}"/>
          </ac:spMkLst>
        </pc:spChg>
      </pc:sldChg>
      <pc:sldChg chg="addSp delSp modSp add mod ord">
        <pc:chgData name="Ella Vetter" userId="c6918cf5-f6c0-43cc-8499-a1f635017de9" providerId="ADAL" clId="{03D8DEAE-739D-469B-904C-2522E9DFB65E}" dt="2020-08-18T14:11:22.502" v="4814" actId="20577"/>
        <pc:sldMkLst>
          <pc:docMk/>
          <pc:sldMk cId="762950747" sldId="297"/>
        </pc:sldMkLst>
        <pc:spChg chg="mod">
          <ac:chgData name="Ella Vetter" userId="c6918cf5-f6c0-43cc-8499-a1f635017de9" providerId="ADAL" clId="{03D8DEAE-739D-469B-904C-2522E9DFB65E}" dt="2020-08-18T13:47:15.163" v="4336" actId="20577"/>
          <ac:spMkLst>
            <pc:docMk/>
            <pc:sldMk cId="762950747" sldId="297"/>
            <ac:spMk id="2" creationId="{67990642-98C9-4E05-8DEA-8CB111834A2B}"/>
          </ac:spMkLst>
        </pc:spChg>
        <pc:spChg chg="mod">
          <ac:chgData name="Ella Vetter" userId="c6918cf5-f6c0-43cc-8499-a1f635017de9" providerId="ADAL" clId="{03D8DEAE-739D-469B-904C-2522E9DFB65E}" dt="2020-08-18T14:11:22.502" v="4814" actId="20577"/>
          <ac:spMkLst>
            <pc:docMk/>
            <pc:sldMk cId="762950747" sldId="297"/>
            <ac:spMk id="4" creationId="{EB1BD3C0-FF3E-4E6D-9033-B223EF53FA24}"/>
          </ac:spMkLst>
        </pc:spChg>
        <pc:picChg chg="add mod">
          <ac:chgData name="Ella Vetter" userId="c6918cf5-f6c0-43cc-8499-a1f635017de9" providerId="ADAL" clId="{03D8DEAE-739D-469B-904C-2522E9DFB65E}" dt="2020-08-18T13:49:56.736" v="4341" actId="1076"/>
          <ac:picMkLst>
            <pc:docMk/>
            <pc:sldMk cId="762950747" sldId="297"/>
            <ac:picMk id="5" creationId="{22F7D2FB-96DD-4A20-A26C-C3F2E4437829}"/>
          </ac:picMkLst>
        </pc:picChg>
        <pc:picChg chg="del">
          <ac:chgData name="Ella Vetter" userId="c6918cf5-f6c0-43cc-8499-a1f635017de9" providerId="ADAL" clId="{03D8DEAE-739D-469B-904C-2522E9DFB65E}" dt="2020-08-18T13:47:16.861" v="4337" actId="478"/>
          <ac:picMkLst>
            <pc:docMk/>
            <pc:sldMk cId="762950747" sldId="297"/>
            <ac:picMk id="8" creationId="{9AE14368-4327-482C-9E6F-88344B771F4B}"/>
          </ac:picMkLst>
        </pc:picChg>
      </pc:sldChg>
      <pc:sldChg chg="addSp delSp modSp add mod ord">
        <pc:chgData name="Ella Vetter" userId="c6918cf5-f6c0-43cc-8499-a1f635017de9" providerId="ADAL" clId="{03D8DEAE-739D-469B-904C-2522E9DFB65E}" dt="2020-08-18T14:02:06.951" v="4722" actId="20577"/>
        <pc:sldMkLst>
          <pc:docMk/>
          <pc:sldMk cId="1051219299" sldId="298"/>
        </pc:sldMkLst>
        <pc:spChg chg="mod">
          <ac:chgData name="Ella Vetter" userId="c6918cf5-f6c0-43cc-8499-a1f635017de9" providerId="ADAL" clId="{03D8DEAE-739D-469B-904C-2522E9DFB65E}" dt="2020-08-18T14:01:34.030" v="4697" actId="1076"/>
          <ac:spMkLst>
            <pc:docMk/>
            <pc:sldMk cId="1051219299" sldId="298"/>
            <ac:spMk id="2" creationId="{67990642-98C9-4E05-8DEA-8CB111834A2B}"/>
          </ac:spMkLst>
        </pc:spChg>
        <pc:spChg chg="mod">
          <ac:chgData name="Ella Vetter" userId="c6918cf5-f6c0-43cc-8499-a1f635017de9" providerId="ADAL" clId="{03D8DEAE-739D-469B-904C-2522E9DFB65E}" dt="2020-08-18T14:02:06.951" v="4722" actId="20577"/>
          <ac:spMkLst>
            <pc:docMk/>
            <pc:sldMk cId="1051219299" sldId="298"/>
            <ac:spMk id="4" creationId="{EB1BD3C0-FF3E-4E6D-9033-B223EF53FA24}"/>
          </ac:spMkLst>
        </pc:spChg>
        <pc:picChg chg="del">
          <ac:chgData name="Ella Vetter" userId="c6918cf5-f6c0-43cc-8499-a1f635017de9" providerId="ADAL" clId="{03D8DEAE-739D-469B-904C-2522E9DFB65E}" dt="2020-08-18T13:52:34.878" v="4472" actId="478"/>
          <ac:picMkLst>
            <pc:docMk/>
            <pc:sldMk cId="1051219299" sldId="298"/>
            <ac:picMk id="5" creationId="{18F13F68-31A4-44C3-A204-1BAF662F94A0}"/>
          </ac:picMkLst>
        </pc:picChg>
        <pc:picChg chg="add mod">
          <ac:chgData name="Ella Vetter" userId="c6918cf5-f6c0-43cc-8499-a1f635017de9" providerId="ADAL" clId="{03D8DEAE-739D-469B-904C-2522E9DFB65E}" dt="2020-08-18T14:01:51.220" v="4704" actId="1076"/>
          <ac:picMkLst>
            <pc:docMk/>
            <pc:sldMk cId="1051219299" sldId="298"/>
            <ac:picMk id="6" creationId="{C3D66F7A-74D1-42AF-833B-FDBB476FF694}"/>
          </ac:picMkLst>
        </pc:picChg>
      </pc:sldChg>
      <pc:sldChg chg="delSp modSp add mod">
        <pc:chgData name="Ella Vetter" userId="c6918cf5-f6c0-43cc-8499-a1f635017de9" providerId="ADAL" clId="{03D8DEAE-739D-469B-904C-2522E9DFB65E}" dt="2020-08-18T14:06:03.097" v="4799" actId="1076"/>
        <pc:sldMkLst>
          <pc:docMk/>
          <pc:sldMk cId="1260842860" sldId="299"/>
        </pc:sldMkLst>
        <pc:spChg chg="mod">
          <ac:chgData name="Ella Vetter" userId="c6918cf5-f6c0-43cc-8499-a1f635017de9" providerId="ADAL" clId="{03D8DEAE-739D-469B-904C-2522E9DFB65E}" dt="2020-08-18T14:02:30.514" v="4726" actId="1076"/>
          <ac:spMkLst>
            <pc:docMk/>
            <pc:sldMk cId="1260842860" sldId="299"/>
            <ac:spMk id="2" creationId="{67990642-98C9-4E05-8DEA-8CB111834A2B}"/>
          </ac:spMkLst>
        </pc:spChg>
        <pc:spChg chg="mod">
          <ac:chgData name="Ella Vetter" userId="c6918cf5-f6c0-43cc-8499-a1f635017de9" providerId="ADAL" clId="{03D8DEAE-739D-469B-904C-2522E9DFB65E}" dt="2020-08-18T14:06:03.097" v="4799" actId="1076"/>
          <ac:spMkLst>
            <pc:docMk/>
            <pc:sldMk cId="1260842860" sldId="299"/>
            <ac:spMk id="4" creationId="{EB1BD3C0-FF3E-4E6D-9033-B223EF53FA24}"/>
          </ac:spMkLst>
        </pc:spChg>
        <pc:picChg chg="del">
          <ac:chgData name="Ella Vetter" userId="c6918cf5-f6c0-43cc-8499-a1f635017de9" providerId="ADAL" clId="{03D8DEAE-739D-469B-904C-2522E9DFB65E}" dt="2020-08-18T14:02:29.289" v="4724" actId="478"/>
          <ac:picMkLst>
            <pc:docMk/>
            <pc:sldMk cId="1260842860" sldId="299"/>
            <ac:picMk id="6" creationId="{C3D66F7A-74D1-42AF-833B-FDBB476FF694}"/>
          </ac:picMkLst>
        </pc:picChg>
      </pc:sldChg>
      <pc:sldChg chg="addSp delSp new del mod">
        <pc:chgData name="Ella Vetter" userId="c6918cf5-f6c0-43cc-8499-a1f635017de9" providerId="ADAL" clId="{03D8DEAE-739D-469B-904C-2522E9DFB65E}" dt="2020-08-18T14:12:50.243" v="4880" actId="47"/>
        <pc:sldMkLst>
          <pc:docMk/>
          <pc:sldMk cId="4110648707" sldId="300"/>
        </pc:sldMkLst>
        <pc:spChg chg="del">
          <ac:chgData name="Ella Vetter" userId="c6918cf5-f6c0-43cc-8499-a1f635017de9" providerId="ADAL" clId="{03D8DEAE-739D-469B-904C-2522E9DFB65E}" dt="2020-08-18T14:10:46.017" v="4801" actId="478"/>
          <ac:spMkLst>
            <pc:docMk/>
            <pc:sldMk cId="4110648707" sldId="300"/>
            <ac:spMk id="3" creationId="{3A29EF87-A7F7-49F3-8649-E5CEEA374DA6}"/>
          </ac:spMkLst>
        </pc:spChg>
        <pc:picChg chg="add del">
          <ac:chgData name="Ella Vetter" userId="c6918cf5-f6c0-43cc-8499-a1f635017de9" providerId="ADAL" clId="{03D8DEAE-739D-469B-904C-2522E9DFB65E}" dt="2020-08-18T14:11:03.368" v="4809" actId="21"/>
          <ac:picMkLst>
            <pc:docMk/>
            <pc:sldMk cId="4110648707" sldId="300"/>
            <ac:picMk id="5" creationId="{06E1EC75-37F3-4792-BC34-AF6F50ADF113}"/>
          </ac:picMkLst>
        </pc:picChg>
      </pc:sldChg>
      <pc:sldChg chg="addSp delSp modSp add mod ord">
        <pc:chgData name="Ella Vetter" userId="c6918cf5-f6c0-43cc-8499-a1f635017de9" providerId="ADAL" clId="{03D8DEAE-739D-469B-904C-2522E9DFB65E}" dt="2020-08-18T14:30:29.765" v="5295" actId="14100"/>
        <pc:sldMkLst>
          <pc:docMk/>
          <pc:sldMk cId="2307844789" sldId="301"/>
        </pc:sldMkLst>
        <pc:spChg chg="mod">
          <ac:chgData name="Ella Vetter" userId="c6918cf5-f6c0-43cc-8499-a1f635017de9" providerId="ADAL" clId="{03D8DEAE-739D-469B-904C-2522E9DFB65E}" dt="2020-08-18T14:30:29.765" v="5295" actId="14100"/>
          <ac:spMkLst>
            <pc:docMk/>
            <pc:sldMk cId="2307844789" sldId="301"/>
            <ac:spMk id="2" creationId="{67990642-98C9-4E05-8DEA-8CB111834A2B}"/>
          </ac:spMkLst>
        </pc:spChg>
        <pc:spChg chg="mod">
          <ac:chgData name="Ella Vetter" userId="c6918cf5-f6c0-43cc-8499-a1f635017de9" providerId="ADAL" clId="{03D8DEAE-739D-469B-904C-2522E9DFB65E}" dt="2020-08-18T14:30:09.896" v="5289" actId="14100"/>
          <ac:spMkLst>
            <pc:docMk/>
            <pc:sldMk cId="2307844789" sldId="301"/>
            <ac:spMk id="4" creationId="{EB1BD3C0-FF3E-4E6D-9033-B223EF53FA24}"/>
          </ac:spMkLst>
        </pc:spChg>
        <pc:picChg chg="add mod">
          <ac:chgData name="Ella Vetter" userId="c6918cf5-f6c0-43cc-8499-a1f635017de9" providerId="ADAL" clId="{03D8DEAE-739D-469B-904C-2522E9DFB65E}" dt="2020-08-18T14:11:08.309" v="4812" actId="1076"/>
          <ac:picMkLst>
            <pc:docMk/>
            <pc:sldMk cId="2307844789" sldId="301"/>
            <ac:picMk id="3" creationId="{730165D7-2D78-42A7-ADF3-60FF3A41AC03}"/>
          </ac:picMkLst>
        </pc:picChg>
        <pc:picChg chg="del">
          <ac:chgData name="Ella Vetter" userId="c6918cf5-f6c0-43cc-8499-a1f635017de9" providerId="ADAL" clId="{03D8DEAE-739D-469B-904C-2522E9DFB65E}" dt="2020-08-18T14:11:00.907" v="4808" actId="478"/>
          <ac:picMkLst>
            <pc:docMk/>
            <pc:sldMk cId="2307844789" sldId="301"/>
            <ac:picMk id="5" creationId="{22F7D2FB-96DD-4A20-A26C-C3F2E4437829}"/>
          </ac:picMkLst>
        </pc:picChg>
      </pc:sldChg>
      <pc:sldChg chg="addSp delSp modSp add mod">
        <pc:chgData name="Ella Vetter" userId="c6918cf5-f6c0-43cc-8499-a1f635017de9" providerId="ADAL" clId="{03D8DEAE-739D-469B-904C-2522E9DFB65E}" dt="2020-08-18T14:30:25.251" v="5294" actId="14100"/>
        <pc:sldMkLst>
          <pc:docMk/>
          <pc:sldMk cId="3124823203" sldId="302"/>
        </pc:sldMkLst>
        <pc:spChg chg="del">
          <ac:chgData name="Ella Vetter" userId="c6918cf5-f6c0-43cc-8499-a1f635017de9" providerId="ADAL" clId="{03D8DEAE-739D-469B-904C-2522E9DFB65E}" dt="2020-08-18T14:30:15.982" v="5290" actId="478"/>
          <ac:spMkLst>
            <pc:docMk/>
            <pc:sldMk cId="3124823203" sldId="302"/>
            <ac:spMk id="2" creationId="{67990642-98C9-4E05-8DEA-8CB111834A2B}"/>
          </ac:spMkLst>
        </pc:spChg>
        <pc:spChg chg="mod">
          <ac:chgData name="Ella Vetter" userId="c6918cf5-f6c0-43cc-8499-a1f635017de9" providerId="ADAL" clId="{03D8DEAE-739D-469B-904C-2522E9DFB65E}" dt="2020-08-18T14:30:21.396" v="5293" actId="14100"/>
          <ac:spMkLst>
            <pc:docMk/>
            <pc:sldMk cId="3124823203" sldId="302"/>
            <ac:spMk id="4" creationId="{EB1BD3C0-FF3E-4E6D-9033-B223EF53FA24}"/>
          </ac:spMkLst>
        </pc:spChg>
        <pc:spChg chg="add del mod">
          <ac:chgData name="Ella Vetter" userId="c6918cf5-f6c0-43cc-8499-a1f635017de9" providerId="ADAL" clId="{03D8DEAE-739D-469B-904C-2522E9DFB65E}" dt="2020-08-18T14:30:18.102" v="5292" actId="478"/>
          <ac:spMkLst>
            <pc:docMk/>
            <pc:sldMk cId="3124823203" sldId="302"/>
            <ac:spMk id="8" creationId="{366D18DF-0CB9-4388-9031-9BC2E99B9650}"/>
          </ac:spMkLst>
        </pc:spChg>
        <pc:spChg chg="add mod">
          <ac:chgData name="Ella Vetter" userId="c6918cf5-f6c0-43cc-8499-a1f635017de9" providerId="ADAL" clId="{03D8DEAE-739D-469B-904C-2522E9DFB65E}" dt="2020-08-18T14:30:25.251" v="5294" actId="14100"/>
          <ac:spMkLst>
            <pc:docMk/>
            <pc:sldMk cId="3124823203" sldId="302"/>
            <ac:spMk id="9" creationId="{15F419EE-59D4-4AEC-AC5D-6911E0DE8B82}"/>
          </ac:spMkLst>
        </pc:spChg>
        <pc:picChg chg="del">
          <ac:chgData name="Ella Vetter" userId="c6918cf5-f6c0-43cc-8499-a1f635017de9" providerId="ADAL" clId="{03D8DEAE-739D-469B-904C-2522E9DFB65E}" dt="2020-08-18T14:12:54.604" v="4882" actId="478"/>
          <ac:picMkLst>
            <pc:docMk/>
            <pc:sldMk cId="3124823203" sldId="302"/>
            <ac:picMk id="3" creationId="{730165D7-2D78-42A7-ADF3-60FF3A41AC03}"/>
          </ac:picMkLst>
        </pc:picChg>
        <pc:picChg chg="add mod">
          <ac:chgData name="Ella Vetter" userId="c6918cf5-f6c0-43cc-8499-a1f635017de9" providerId="ADAL" clId="{03D8DEAE-739D-469B-904C-2522E9DFB65E}" dt="2020-08-18T14:15:08.923" v="4969" actId="1076"/>
          <ac:picMkLst>
            <pc:docMk/>
            <pc:sldMk cId="3124823203" sldId="302"/>
            <ac:picMk id="6" creationId="{D746C555-403C-4446-9D53-5D2E54BF683B}"/>
          </ac:picMkLst>
        </pc:picChg>
      </pc:sldChg>
      <pc:sldChg chg="addSp delSp modSp add mod">
        <pc:chgData name="Ella Vetter" userId="c6918cf5-f6c0-43cc-8499-a1f635017de9" providerId="ADAL" clId="{03D8DEAE-739D-469B-904C-2522E9DFB65E}" dt="2020-08-18T20:01:53.328" v="8652" actId="11"/>
        <pc:sldMkLst>
          <pc:docMk/>
          <pc:sldMk cId="2314639853" sldId="303"/>
        </pc:sldMkLst>
        <pc:spChg chg="del">
          <ac:chgData name="Ella Vetter" userId="c6918cf5-f6c0-43cc-8499-a1f635017de9" providerId="ADAL" clId="{03D8DEAE-739D-469B-904C-2522E9DFB65E}" dt="2020-08-18T14:30:36.918" v="5296" actId="478"/>
          <ac:spMkLst>
            <pc:docMk/>
            <pc:sldMk cId="2314639853" sldId="303"/>
            <ac:spMk id="2" creationId="{67990642-98C9-4E05-8DEA-8CB111834A2B}"/>
          </ac:spMkLst>
        </pc:spChg>
        <pc:spChg chg="mod">
          <ac:chgData name="Ella Vetter" userId="c6918cf5-f6c0-43cc-8499-a1f635017de9" providerId="ADAL" clId="{03D8DEAE-739D-469B-904C-2522E9DFB65E}" dt="2020-08-18T20:01:53.328" v="8652" actId="11"/>
          <ac:spMkLst>
            <pc:docMk/>
            <pc:sldMk cId="2314639853" sldId="303"/>
            <ac:spMk id="4" creationId="{EB1BD3C0-FF3E-4E6D-9033-B223EF53FA24}"/>
          </ac:spMkLst>
        </pc:spChg>
        <pc:spChg chg="add del mod">
          <ac:chgData name="Ella Vetter" userId="c6918cf5-f6c0-43cc-8499-a1f635017de9" providerId="ADAL" clId="{03D8DEAE-739D-469B-904C-2522E9DFB65E}" dt="2020-08-18T14:30:39.126" v="5298" actId="478"/>
          <ac:spMkLst>
            <pc:docMk/>
            <pc:sldMk cId="2314639853" sldId="303"/>
            <ac:spMk id="8" creationId="{951CF073-C05B-46C8-9A05-760C991F7F2A}"/>
          </ac:spMkLst>
        </pc:spChg>
        <pc:spChg chg="add">
          <ac:chgData name="Ella Vetter" userId="c6918cf5-f6c0-43cc-8499-a1f635017de9" providerId="ADAL" clId="{03D8DEAE-739D-469B-904C-2522E9DFB65E}" dt="2020-08-18T14:30:37.235" v="5297" actId="22"/>
          <ac:spMkLst>
            <pc:docMk/>
            <pc:sldMk cId="2314639853" sldId="303"/>
            <ac:spMk id="10" creationId="{C822AC81-D4A6-475A-97B4-0B1E95B693EE}"/>
          </ac:spMkLst>
        </pc:spChg>
        <pc:picChg chg="add mod">
          <ac:chgData name="Ella Vetter" userId="c6918cf5-f6c0-43cc-8499-a1f635017de9" providerId="ADAL" clId="{03D8DEAE-739D-469B-904C-2522E9DFB65E}" dt="2020-08-18T14:23:07.671" v="5034" actId="14100"/>
          <ac:picMkLst>
            <pc:docMk/>
            <pc:sldMk cId="2314639853" sldId="303"/>
            <ac:picMk id="5" creationId="{91B01B0B-801D-4ED1-83DA-55863D643211}"/>
          </ac:picMkLst>
        </pc:picChg>
        <pc:picChg chg="del">
          <ac:chgData name="Ella Vetter" userId="c6918cf5-f6c0-43cc-8499-a1f635017de9" providerId="ADAL" clId="{03D8DEAE-739D-469B-904C-2522E9DFB65E}" dt="2020-08-18T14:15:22.413" v="4973" actId="478"/>
          <ac:picMkLst>
            <pc:docMk/>
            <pc:sldMk cId="2314639853" sldId="303"/>
            <ac:picMk id="6" creationId="{D746C555-403C-4446-9D53-5D2E54BF683B}"/>
          </ac:picMkLst>
        </pc:picChg>
      </pc:sldChg>
      <pc:sldChg chg="addSp delSp modSp add mod">
        <pc:chgData name="Ella Vetter" userId="c6918cf5-f6c0-43cc-8499-a1f635017de9" providerId="ADAL" clId="{03D8DEAE-739D-469B-904C-2522E9DFB65E}" dt="2020-08-18T20:01:59.848" v="8653" actId="11"/>
        <pc:sldMkLst>
          <pc:docMk/>
          <pc:sldMk cId="479836661" sldId="304"/>
        </pc:sldMkLst>
        <pc:spChg chg="del">
          <ac:chgData name="Ella Vetter" userId="c6918cf5-f6c0-43cc-8499-a1f635017de9" providerId="ADAL" clId="{03D8DEAE-739D-469B-904C-2522E9DFB65E}" dt="2020-08-18T14:30:46.059" v="5300" actId="478"/>
          <ac:spMkLst>
            <pc:docMk/>
            <pc:sldMk cId="479836661" sldId="304"/>
            <ac:spMk id="2" creationId="{67990642-98C9-4E05-8DEA-8CB111834A2B}"/>
          </ac:spMkLst>
        </pc:spChg>
        <pc:spChg chg="mod">
          <ac:chgData name="Ella Vetter" userId="c6918cf5-f6c0-43cc-8499-a1f635017de9" providerId="ADAL" clId="{03D8DEAE-739D-469B-904C-2522E9DFB65E}" dt="2020-08-18T20:01:59.848" v="8653" actId="11"/>
          <ac:spMkLst>
            <pc:docMk/>
            <pc:sldMk cId="479836661" sldId="304"/>
            <ac:spMk id="4" creationId="{EB1BD3C0-FF3E-4E6D-9033-B223EF53FA24}"/>
          </ac:spMkLst>
        </pc:spChg>
        <pc:spChg chg="add del mod">
          <ac:chgData name="Ella Vetter" userId="c6918cf5-f6c0-43cc-8499-a1f635017de9" providerId="ADAL" clId="{03D8DEAE-739D-469B-904C-2522E9DFB65E}" dt="2020-08-18T14:30:49.953" v="5302" actId="478"/>
          <ac:spMkLst>
            <pc:docMk/>
            <pc:sldMk cId="479836661" sldId="304"/>
            <ac:spMk id="11" creationId="{EB4100AE-35D4-4979-9CC0-337D916A4DD4}"/>
          </ac:spMkLst>
        </pc:spChg>
        <pc:spChg chg="add mod">
          <ac:chgData name="Ella Vetter" userId="c6918cf5-f6c0-43cc-8499-a1f635017de9" providerId="ADAL" clId="{03D8DEAE-739D-469B-904C-2522E9DFB65E}" dt="2020-08-18T14:30:52.106" v="5303" actId="14100"/>
          <ac:spMkLst>
            <pc:docMk/>
            <pc:sldMk cId="479836661" sldId="304"/>
            <ac:spMk id="13" creationId="{9BD8847A-8F96-4556-A3A8-DBA070EDD55A}"/>
          </ac:spMkLst>
        </pc:spChg>
        <pc:grpChg chg="add mod">
          <ac:chgData name="Ella Vetter" userId="c6918cf5-f6c0-43cc-8499-a1f635017de9" providerId="ADAL" clId="{03D8DEAE-739D-469B-904C-2522E9DFB65E}" dt="2020-08-18T14:39:00.339" v="5667" actId="1076"/>
          <ac:grpSpMkLst>
            <pc:docMk/>
            <pc:sldMk cId="479836661" sldId="304"/>
            <ac:grpSpMk id="9" creationId="{46EEBFB4-F061-4EB9-92D8-1A4DC4055E7F}"/>
          </ac:grpSpMkLst>
        </pc:grpChg>
        <pc:picChg chg="del">
          <ac:chgData name="Ella Vetter" userId="c6918cf5-f6c0-43cc-8499-a1f635017de9" providerId="ADAL" clId="{03D8DEAE-739D-469B-904C-2522E9DFB65E}" dt="2020-08-18T14:24:54.410" v="5104" actId="478"/>
          <ac:picMkLst>
            <pc:docMk/>
            <pc:sldMk cId="479836661" sldId="304"/>
            <ac:picMk id="5" creationId="{91B01B0B-801D-4ED1-83DA-55863D643211}"/>
          </ac:picMkLst>
        </pc:picChg>
        <pc:picChg chg="add mod modCrop">
          <ac:chgData name="Ella Vetter" userId="c6918cf5-f6c0-43cc-8499-a1f635017de9" providerId="ADAL" clId="{03D8DEAE-739D-469B-904C-2522E9DFB65E}" dt="2020-08-18T14:25:50.993" v="5117" actId="164"/>
          <ac:picMkLst>
            <pc:docMk/>
            <pc:sldMk cId="479836661" sldId="304"/>
            <ac:picMk id="6" creationId="{EB155448-AC48-4E62-8DBD-C02F41B61F43}"/>
          </ac:picMkLst>
        </pc:picChg>
        <pc:picChg chg="add mod modCrop">
          <ac:chgData name="Ella Vetter" userId="c6918cf5-f6c0-43cc-8499-a1f635017de9" providerId="ADAL" clId="{03D8DEAE-739D-469B-904C-2522E9DFB65E}" dt="2020-08-18T14:25:50.993" v="5117" actId="164"/>
          <ac:picMkLst>
            <pc:docMk/>
            <pc:sldMk cId="479836661" sldId="304"/>
            <ac:picMk id="8" creationId="{27ACF8F8-C63B-43F6-B183-788B3775F69A}"/>
          </ac:picMkLst>
        </pc:picChg>
      </pc:sldChg>
      <pc:sldChg chg="addSp delSp modSp add mod addCm modCm">
        <pc:chgData name="Ella Vetter" userId="c6918cf5-f6c0-43cc-8499-a1f635017de9" providerId="ADAL" clId="{03D8DEAE-739D-469B-904C-2522E9DFB65E}" dt="2020-08-18T20:02:08.287" v="8654" actId="11"/>
        <pc:sldMkLst>
          <pc:docMk/>
          <pc:sldMk cId="3678233466" sldId="305"/>
        </pc:sldMkLst>
        <pc:spChg chg="del">
          <ac:chgData name="Ella Vetter" userId="c6918cf5-f6c0-43cc-8499-a1f635017de9" providerId="ADAL" clId="{03D8DEAE-739D-469B-904C-2522E9DFB65E}" dt="2020-08-18T14:31:06.996" v="5307" actId="478"/>
          <ac:spMkLst>
            <pc:docMk/>
            <pc:sldMk cId="3678233466" sldId="305"/>
            <ac:spMk id="2" creationId="{67990642-98C9-4E05-8DEA-8CB111834A2B}"/>
          </ac:spMkLst>
        </pc:spChg>
        <pc:spChg chg="mod">
          <ac:chgData name="Ella Vetter" userId="c6918cf5-f6c0-43cc-8499-a1f635017de9" providerId="ADAL" clId="{03D8DEAE-739D-469B-904C-2522E9DFB65E}" dt="2020-08-18T20:02:08.287" v="8654" actId="11"/>
          <ac:spMkLst>
            <pc:docMk/>
            <pc:sldMk cId="3678233466" sldId="305"/>
            <ac:spMk id="4" creationId="{EB1BD3C0-FF3E-4E6D-9033-B223EF53FA24}"/>
          </ac:spMkLst>
        </pc:spChg>
        <pc:spChg chg="add del mod">
          <ac:chgData name="Ella Vetter" userId="c6918cf5-f6c0-43cc-8499-a1f635017de9" providerId="ADAL" clId="{03D8DEAE-739D-469B-904C-2522E9DFB65E}" dt="2020-08-18T14:31:09.025" v="5309" actId="478"/>
          <ac:spMkLst>
            <pc:docMk/>
            <pc:sldMk cId="3678233466" sldId="305"/>
            <ac:spMk id="5" creationId="{D5579207-FAD2-495F-9F0C-99C6159CDF1C}"/>
          </ac:spMkLst>
        </pc:spChg>
        <pc:spChg chg="add mod">
          <ac:chgData name="Ella Vetter" userId="c6918cf5-f6c0-43cc-8499-a1f635017de9" providerId="ADAL" clId="{03D8DEAE-739D-469B-904C-2522E9DFB65E}" dt="2020-08-18T14:36:30.743" v="5429" actId="14100"/>
          <ac:spMkLst>
            <pc:docMk/>
            <pc:sldMk cId="3678233466" sldId="305"/>
            <ac:spMk id="7" creationId="{733E857A-7829-4616-9B6C-3539713A6D57}"/>
          </ac:spMkLst>
        </pc:spChg>
        <pc:grpChg chg="del">
          <ac:chgData name="Ella Vetter" userId="c6918cf5-f6c0-43cc-8499-a1f635017de9" providerId="ADAL" clId="{03D8DEAE-739D-469B-904C-2522E9DFB65E}" dt="2020-08-18T14:27:39.098" v="5156" actId="478"/>
          <ac:grpSpMkLst>
            <pc:docMk/>
            <pc:sldMk cId="3678233466" sldId="305"/>
            <ac:grpSpMk id="9" creationId="{46EEBFB4-F061-4EB9-92D8-1A4DC4055E7F}"/>
          </ac:grpSpMkLst>
        </pc:grpChg>
        <pc:picChg chg="add del">
          <ac:chgData name="Ella Vetter" userId="c6918cf5-f6c0-43cc-8499-a1f635017de9" providerId="ADAL" clId="{03D8DEAE-739D-469B-904C-2522E9DFB65E}" dt="2020-08-18T14:36:20.659" v="5423" actId="478"/>
          <ac:picMkLst>
            <pc:docMk/>
            <pc:sldMk cId="3678233466" sldId="305"/>
            <ac:picMk id="12" creationId="{ED852CA5-12EF-48E5-98D4-F4E216D9D53B}"/>
          </ac:picMkLst>
        </pc:picChg>
        <pc:picChg chg="add mod">
          <ac:chgData name="Ella Vetter" userId="c6918cf5-f6c0-43cc-8499-a1f635017de9" providerId="ADAL" clId="{03D8DEAE-739D-469B-904C-2522E9DFB65E}" dt="2020-08-18T14:39:07.405" v="5673" actId="1076"/>
          <ac:picMkLst>
            <pc:docMk/>
            <pc:sldMk cId="3678233466" sldId="305"/>
            <ac:picMk id="14" creationId="{0C1F5A63-B4E4-487A-ADAE-F4F2CFFA1A2A}"/>
          </ac:picMkLst>
        </pc:picChg>
      </pc:sldChg>
      <pc:sldChg chg="new del">
        <pc:chgData name="Ella Vetter" userId="c6918cf5-f6c0-43cc-8499-a1f635017de9" providerId="ADAL" clId="{03D8DEAE-739D-469B-904C-2522E9DFB65E}" dt="2020-08-18T14:32:31.720" v="5379" actId="47"/>
        <pc:sldMkLst>
          <pc:docMk/>
          <pc:sldMk cId="2068146712" sldId="306"/>
        </pc:sldMkLst>
      </pc:sldChg>
      <pc:sldChg chg="addSp delSp modSp add mod ord">
        <pc:chgData name="Ella Vetter" userId="c6918cf5-f6c0-43cc-8499-a1f635017de9" providerId="ADAL" clId="{03D8DEAE-739D-469B-904C-2522E9DFB65E}" dt="2020-08-18T20:19:44.810" v="8785" actId="20577"/>
        <pc:sldMkLst>
          <pc:docMk/>
          <pc:sldMk cId="3024852514" sldId="306"/>
        </pc:sldMkLst>
        <pc:spChg chg="mod">
          <ac:chgData name="Ella Vetter" userId="c6918cf5-f6c0-43cc-8499-a1f635017de9" providerId="ADAL" clId="{03D8DEAE-739D-469B-904C-2522E9DFB65E}" dt="2020-08-18T20:18:56.527" v="8783" actId="13926"/>
          <ac:spMkLst>
            <pc:docMk/>
            <pc:sldMk cId="3024852514" sldId="306"/>
            <ac:spMk id="2" creationId="{67990642-98C9-4E05-8DEA-8CB111834A2B}"/>
          </ac:spMkLst>
        </pc:spChg>
        <pc:spChg chg="del mod">
          <ac:chgData name="Ella Vetter" userId="c6918cf5-f6c0-43cc-8499-a1f635017de9" providerId="ADAL" clId="{03D8DEAE-739D-469B-904C-2522E9DFB65E}" dt="2020-08-18T20:15:18.943" v="8703" actId="22"/>
          <ac:spMkLst>
            <pc:docMk/>
            <pc:sldMk cId="3024852514" sldId="306"/>
            <ac:spMk id="4" creationId="{EB1BD3C0-FF3E-4E6D-9033-B223EF53FA24}"/>
          </ac:spMkLst>
        </pc:spChg>
        <pc:spChg chg="add mod">
          <ac:chgData name="Ella Vetter" userId="c6918cf5-f6c0-43cc-8499-a1f635017de9" providerId="ADAL" clId="{03D8DEAE-739D-469B-904C-2522E9DFB65E}" dt="2020-08-18T20:19:44.810" v="8785" actId="20577"/>
          <ac:spMkLst>
            <pc:docMk/>
            <pc:sldMk cId="3024852514" sldId="306"/>
            <ac:spMk id="7" creationId="{12D004DF-5DD8-41D5-86AA-AACBE4E3EAC1}"/>
          </ac:spMkLst>
        </pc:spChg>
        <pc:picChg chg="add mod ord">
          <ac:chgData name="Ella Vetter" userId="c6918cf5-f6c0-43cc-8499-a1f635017de9" providerId="ADAL" clId="{03D8DEAE-739D-469B-904C-2522E9DFB65E}" dt="2020-08-18T20:19:42.336" v="8784" actId="1076"/>
          <ac:picMkLst>
            <pc:docMk/>
            <pc:sldMk cId="3024852514" sldId="306"/>
            <ac:picMk id="5" creationId="{864BC9CB-F1A3-425B-B847-299A03CE5075}"/>
          </ac:picMkLst>
        </pc:picChg>
        <pc:picChg chg="del">
          <ac:chgData name="Ella Vetter" userId="c6918cf5-f6c0-43cc-8499-a1f635017de9" providerId="ADAL" clId="{03D8DEAE-739D-469B-904C-2522E9DFB65E}" dt="2020-08-18T14:33:17.228" v="5398" actId="478"/>
          <ac:picMkLst>
            <pc:docMk/>
            <pc:sldMk cId="3024852514" sldId="306"/>
            <ac:picMk id="8" creationId="{9AE14368-4327-482C-9E6F-88344B771F4B}"/>
          </ac:picMkLst>
        </pc:picChg>
      </pc:sldChg>
      <pc:sldChg chg="delSp modSp add mod ord">
        <pc:chgData name="Ella Vetter" userId="c6918cf5-f6c0-43cc-8499-a1f635017de9" providerId="ADAL" clId="{03D8DEAE-739D-469B-904C-2522E9DFB65E}" dt="2020-08-19T20:46:30.241" v="9022" actId="1036"/>
        <pc:sldMkLst>
          <pc:docMk/>
          <pc:sldMk cId="863958273" sldId="307"/>
        </pc:sldMkLst>
        <pc:spChg chg="mod">
          <ac:chgData name="Ella Vetter" userId="c6918cf5-f6c0-43cc-8499-a1f635017de9" providerId="ADAL" clId="{03D8DEAE-739D-469B-904C-2522E9DFB65E}" dt="2020-08-19T20:46:30.241" v="9022" actId="1036"/>
          <ac:spMkLst>
            <pc:docMk/>
            <pc:sldMk cId="863958273" sldId="307"/>
            <ac:spMk id="4" creationId="{EB1BD3C0-FF3E-4E6D-9033-B223EF53FA24}"/>
          </ac:spMkLst>
        </pc:spChg>
        <pc:spChg chg="mod">
          <ac:chgData name="Ella Vetter" userId="c6918cf5-f6c0-43cc-8499-a1f635017de9" providerId="ADAL" clId="{03D8DEAE-739D-469B-904C-2522E9DFB65E}" dt="2020-08-18T14:49:12.070" v="5891" actId="14100"/>
          <ac:spMkLst>
            <pc:docMk/>
            <pc:sldMk cId="863958273" sldId="307"/>
            <ac:spMk id="7" creationId="{733E857A-7829-4616-9B6C-3539713A6D57}"/>
          </ac:spMkLst>
        </pc:spChg>
        <pc:picChg chg="del">
          <ac:chgData name="Ella Vetter" userId="c6918cf5-f6c0-43cc-8499-a1f635017de9" providerId="ADAL" clId="{03D8DEAE-739D-469B-904C-2522E9DFB65E}" dt="2020-08-18T14:38:16.428" v="5636" actId="478"/>
          <ac:picMkLst>
            <pc:docMk/>
            <pc:sldMk cId="863958273" sldId="307"/>
            <ac:picMk id="14" creationId="{0C1F5A63-B4E4-487A-ADAE-F4F2CFFA1A2A}"/>
          </ac:picMkLst>
        </pc:picChg>
      </pc:sldChg>
      <pc:sldChg chg="modSp add del mod">
        <pc:chgData name="Ella Vetter" userId="c6918cf5-f6c0-43cc-8499-a1f635017de9" providerId="ADAL" clId="{03D8DEAE-739D-469B-904C-2522E9DFB65E}" dt="2020-08-18T14:49:26.840" v="5910" actId="47"/>
        <pc:sldMkLst>
          <pc:docMk/>
          <pc:sldMk cId="3414845168" sldId="308"/>
        </pc:sldMkLst>
        <pc:spChg chg="mod">
          <ac:chgData name="Ella Vetter" userId="c6918cf5-f6c0-43cc-8499-a1f635017de9" providerId="ADAL" clId="{03D8DEAE-739D-469B-904C-2522E9DFB65E}" dt="2020-08-18T14:49:08.062" v="5890" actId="20577"/>
          <ac:spMkLst>
            <pc:docMk/>
            <pc:sldMk cId="3414845168" sldId="308"/>
            <ac:spMk id="4" creationId="{EB1BD3C0-FF3E-4E6D-9033-B223EF53FA24}"/>
          </ac:spMkLst>
        </pc:spChg>
      </pc:sldChg>
      <pc:sldChg chg="modSp add mod">
        <pc:chgData name="Ella Vetter" userId="c6918cf5-f6c0-43cc-8499-a1f635017de9" providerId="ADAL" clId="{03D8DEAE-739D-469B-904C-2522E9DFB65E}" dt="2020-08-18T14:59:44.495" v="6111" actId="20577"/>
        <pc:sldMkLst>
          <pc:docMk/>
          <pc:sldMk cId="967811762" sldId="309"/>
        </pc:sldMkLst>
        <pc:spChg chg="mod">
          <ac:chgData name="Ella Vetter" userId="c6918cf5-f6c0-43cc-8499-a1f635017de9" providerId="ADAL" clId="{03D8DEAE-739D-469B-904C-2522E9DFB65E}" dt="2020-08-18T14:59:44.495" v="6111" actId="20577"/>
          <ac:spMkLst>
            <pc:docMk/>
            <pc:sldMk cId="967811762" sldId="309"/>
            <ac:spMk id="4" creationId="{EB1BD3C0-FF3E-4E6D-9033-B223EF53FA24}"/>
          </ac:spMkLst>
        </pc:spChg>
      </pc:sldChg>
      <pc:sldChg chg="addSp delSp modSp add mod setBg setClrOvrMap">
        <pc:chgData name="Ella Vetter" userId="c6918cf5-f6c0-43cc-8499-a1f635017de9" providerId="ADAL" clId="{03D8DEAE-739D-469B-904C-2522E9DFB65E}" dt="2020-08-18T14:58:10.675" v="6026" actId="20577"/>
        <pc:sldMkLst>
          <pc:docMk/>
          <pc:sldMk cId="2087496391" sldId="310"/>
        </pc:sldMkLst>
        <pc:spChg chg="mod ord">
          <ac:chgData name="Ella Vetter" userId="c6918cf5-f6c0-43cc-8499-a1f635017de9" providerId="ADAL" clId="{03D8DEAE-739D-469B-904C-2522E9DFB65E}" dt="2020-08-18T14:58:10.675" v="6026" actId="20577"/>
          <ac:spMkLst>
            <pc:docMk/>
            <pc:sldMk cId="2087496391" sldId="310"/>
            <ac:spMk id="4" creationId="{EB1BD3C0-FF3E-4E6D-9033-B223EF53FA24}"/>
          </ac:spMkLst>
        </pc:spChg>
        <pc:spChg chg="mod">
          <ac:chgData name="Ella Vetter" userId="c6918cf5-f6c0-43cc-8499-a1f635017de9" providerId="ADAL" clId="{03D8DEAE-739D-469B-904C-2522E9DFB65E}" dt="2020-08-18T14:55:02.916" v="5980" actId="26606"/>
          <ac:spMkLst>
            <pc:docMk/>
            <pc:sldMk cId="2087496391" sldId="310"/>
            <ac:spMk id="7" creationId="{733E857A-7829-4616-9B6C-3539713A6D57}"/>
          </ac:spMkLst>
        </pc:spChg>
        <pc:spChg chg="add del">
          <ac:chgData name="Ella Vetter" userId="c6918cf5-f6c0-43cc-8499-a1f635017de9" providerId="ADAL" clId="{03D8DEAE-739D-469B-904C-2522E9DFB65E}" dt="2020-08-18T14:55:02.916" v="5980" actId="26606"/>
          <ac:spMkLst>
            <pc:docMk/>
            <pc:sldMk cId="2087496391" sldId="310"/>
            <ac:spMk id="12" creationId="{A3BAF07C-C39E-42EB-BB22-8D46691D9735}"/>
          </ac:spMkLst>
        </pc:spChg>
        <pc:spChg chg="add del">
          <ac:chgData name="Ella Vetter" userId="c6918cf5-f6c0-43cc-8499-a1f635017de9" providerId="ADAL" clId="{03D8DEAE-739D-469B-904C-2522E9DFB65E}" dt="2020-08-18T14:55:02.916" v="5980" actId="26606"/>
          <ac:spMkLst>
            <pc:docMk/>
            <pc:sldMk cId="2087496391" sldId="310"/>
            <ac:spMk id="35" creationId="{44C110BA-81E8-4247-853A-5F2B93E92E46}"/>
          </ac:spMkLst>
        </pc:spChg>
        <pc:grpChg chg="add del">
          <ac:chgData name="Ella Vetter" userId="c6918cf5-f6c0-43cc-8499-a1f635017de9" providerId="ADAL" clId="{03D8DEAE-739D-469B-904C-2522E9DFB65E}" dt="2020-08-18T14:55:02.916" v="5980" actId="26606"/>
          <ac:grpSpMkLst>
            <pc:docMk/>
            <pc:sldMk cId="2087496391" sldId="310"/>
            <ac:grpSpMk id="14" creationId="{D8E9CF54-0466-4261-9E62-0249E60E1886}"/>
          </ac:grpSpMkLst>
        </pc:grpChg>
        <pc:picChg chg="add mod">
          <ac:chgData name="Ella Vetter" userId="c6918cf5-f6c0-43cc-8499-a1f635017de9" providerId="ADAL" clId="{03D8DEAE-739D-469B-904C-2522E9DFB65E}" dt="2020-08-18T14:55:31.262" v="5983" actId="1076"/>
          <ac:picMkLst>
            <pc:docMk/>
            <pc:sldMk cId="2087496391" sldId="310"/>
            <ac:picMk id="3" creationId="{654791F9-0F9D-43BE-9F31-06C8AF764A4C}"/>
          </ac:picMkLst>
        </pc:picChg>
      </pc:sldChg>
      <pc:sldChg chg="delSp modSp add mod">
        <pc:chgData name="Ella Vetter" userId="c6918cf5-f6c0-43cc-8499-a1f635017de9" providerId="ADAL" clId="{03D8DEAE-739D-469B-904C-2522E9DFB65E}" dt="2020-08-18T20:02:17.388" v="8655" actId="11"/>
        <pc:sldMkLst>
          <pc:docMk/>
          <pc:sldMk cId="2405233228" sldId="311"/>
        </pc:sldMkLst>
        <pc:spChg chg="mod">
          <ac:chgData name="Ella Vetter" userId="c6918cf5-f6c0-43cc-8499-a1f635017de9" providerId="ADAL" clId="{03D8DEAE-739D-469B-904C-2522E9DFB65E}" dt="2020-08-18T20:02:17.388" v="8655" actId="11"/>
          <ac:spMkLst>
            <pc:docMk/>
            <pc:sldMk cId="2405233228" sldId="311"/>
            <ac:spMk id="4" creationId="{EB1BD3C0-FF3E-4E6D-9033-B223EF53FA24}"/>
          </ac:spMkLst>
        </pc:spChg>
        <pc:picChg chg="del">
          <ac:chgData name="Ella Vetter" userId="c6918cf5-f6c0-43cc-8499-a1f635017de9" providerId="ADAL" clId="{03D8DEAE-739D-469B-904C-2522E9DFB65E}" dt="2020-08-18T14:56:43.066" v="5985" actId="478"/>
          <ac:picMkLst>
            <pc:docMk/>
            <pc:sldMk cId="2405233228" sldId="311"/>
            <ac:picMk id="14" creationId="{0C1F5A63-B4E4-487A-ADAE-F4F2CFFA1A2A}"/>
          </ac:picMkLst>
        </pc:picChg>
      </pc:sldChg>
      <pc:sldChg chg="addSp delSp modSp add mod ord">
        <pc:chgData name="Ella Vetter" userId="c6918cf5-f6c0-43cc-8499-a1f635017de9" providerId="ADAL" clId="{03D8DEAE-739D-469B-904C-2522E9DFB65E}" dt="2020-08-18T20:02:36.531" v="8656" actId="11"/>
        <pc:sldMkLst>
          <pc:docMk/>
          <pc:sldMk cId="417122223" sldId="312"/>
        </pc:sldMkLst>
        <pc:spChg chg="mod">
          <ac:chgData name="Ella Vetter" userId="c6918cf5-f6c0-43cc-8499-a1f635017de9" providerId="ADAL" clId="{03D8DEAE-739D-469B-904C-2522E9DFB65E}" dt="2020-08-18T15:05:56.624" v="6285" actId="20577"/>
          <ac:spMkLst>
            <pc:docMk/>
            <pc:sldMk cId="417122223" sldId="312"/>
            <ac:spMk id="2" creationId="{67990642-98C9-4E05-8DEA-8CB111834A2B}"/>
          </ac:spMkLst>
        </pc:spChg>
        <pc:spChg chg="mod">
          <ac:chgData name="Ella Vetter" userId="c6918cf5-f6c0-43cc-8499-a1f635017de9" providerId="ADAL" clId="{03D8DEAE-739D-469B-904C-2522E9DFB65E}" dt="2020-08-18T20:02:36.531" v="8656" actId="11"/>
          <ac:spMkLst>
            <pc:docMk/>
            <pc:sldMk cId="417122223" sldId="312"/>
            <ac:spMk id="4" creationId="{EB1BD3C0-FF3E-4E6D-9033-B223EF53FA24}"/>
          </ac:spMkLst>
        </pc:spChg>
        <pc:picChg chg="del">
          <ac:chgData name="Ella Vetter" userId="c6918cf5-f6c0-43cc-8499-a1f635017de9" providerId="ADAL" clId="{03D8DEAE-739D-469B-904C-2522E9DFB65E}" dt="2020-08-18T15:05:58.349" v="6286" actId="478"/>
          <ac:picMkLst>
            <pc:docMk/>
            <pc:sldMk cId="417122223" sldId="312"/>
            <ac:picMk id="3" creationId="{730165D7-2D78-42A7-ADF3-60FF3A41AC03}"/>
          </ac:picMkLst>
        </pc:picChg>
        <pc:picChg chg="add mod">
          <ac:chgData name="Ella Vetter" userId="c6918cf5-f6c0-43cc-8499-a1f635017de9" providerId="ADAL" clId="{03D8DEAE-739D-469B-904C-2522E9DFB65E}" dt="2020-08-18T15:09:34.584" v="6420" actId="1076"/>
          <ac:picMkLst>
            <pc:docMk/>
            <pc:sldMk cId="417122223" sldId="312"/>
            <ac:picMk id="6" creationId="{528B8F39-9A90-4725-9E4F-D5EC0F2BD06C}"/>
          </ac:picMkLst>
        </pc:picChg>
      </pc:sldChg>
      <pc:sldChg chg="addSp delSp modSp add mod">
        <pc:chgData name="Ella Vetter" userId="c6918cf5-f6c0-43cc-8499-a1f635017de9" providerId="ADAL" clId="{03D8DEAE-739D-469B-904C-2522E9DFB65E}" dt="2020-08-18T20:02:51.816" v="8657" actId="11"/>
        <pc:sldMkLst>
          <pc:docMk/>
          <pc:sldMk cId="7312146" sldId="313"/>
        </pc:sldMkLst>
        <pc:spChg chg="mod">
          <ac:chgData name="Ella Vetter" userId="c6918cf5-f6c0-43cc-8499-a1f635017de9" providerId="ADAL" clId="{03D8DEAE-739D-469B-904C-2522E9DFB65E}" dt="2020-08-18T20:02:51.816" v="8657" actId="11"/>
          <ac:spMkLst>
            <pc:docMk/>
            <pc:sldMk cId="7312146" sldId="313"/>
            <ac:spMk id="4" creationId="{EB1BD3C0-FF3E-4E6D-9033-B223EF53FA24}"/>
          </ac:spMkLst>
        </pc:spChg>
        <pc:picChg chg="add del mod">
          <ac:chgData name="Ella Vetter" userId="c6918cf5-f6c0-43cc-8499-a1f635017de9" providerId="ADAL" clId="{03D8DEAE-739D-469B-904C-2522E9DFB65E}" dt="2020-08-18T15:13:04.019" v="6564" actId="478"/>
          <ac:picMkLst>
            <pc:docMk/>
            <pc:sldMk cId="7312146" sldId="313"/>
            <ac:picMk id="5" creationId="{5AEFE114-24D3-438A-881B-102BD14B3CF3}"/>
          </ac:picMkLst>
        </pc:picChg>
        <pc:picChg chg="del">
          <ac:chgData name="Ella Vetter" userId="c6918cf5-f6c0-43cc-8499-a1f635017de9" providerId="ADAL" clId="{03D8DEAE-739D-469B-904C-2522E9DFB65E}" dt="2020-08-18T15:09:40.662" v="6422" actId="478"/>
          <ac:picMkLst>
            <pc:docMk/>
            <pc:sldMk cId="7312146" sldId="313"/>
            <ac:picMk id="6" creationId="{528B8F39-9A90-4725-9E4F-D5EC0F2BD06C}"/>
          </ac:picMkLst>
        </pc:picChg>
        <pc:picChg chg="add del mod">
          <ac:chgData name="Ella Vetter" userId="c6918cf5-f6c0-43cc-8499-a1f635017de9" providerId="ADAL" clId="{03D8DEAE-739D-469B-904C-2522E9DFB65E}" dt="2020-08-18T15:18:41.523" v="6585" actId="478"/>
          <ac:picMkLst>
            <pc:docMk/>
            <pc:sldMk cId="7312146" sldId="313"/>
            <ac:picMk id="8" creationId="{52BEA557-77C1-458B-88B3-5683DBCD5E12}"/>
          </ac:picMkLst>
        </pc:picChg>
        <pc:picChg chg="add mod">
          <ac:chgData name="Ella Vetter" userId="c6918cf5-f6c0-43cc-8499-a1f635017de9" providerId="ADAL" clId="{03D8DEAE-739D-469B-904C-2522E9DFB65E}" dt="2020-08-18T15:18:58.097" v="6589" actId="1076"/>
          <ac:picMkLst>
            <pc:docMk/>
            <pc:sldMk cId="7312146" sldId="313"/>
            <ac:picMk id="10" creationId="{151E41D6-7933-4840-A5B7-E3236DDBE34C}"/>
          </ac:picMkLst>
        </pc:picChg>
      </pc:sldChg>
      <pc:sldChg chg="addSp delSp modSp add del mod">
        <pc:chgData name="Ella Vetter" userId="c6918cf5-f6c0-43cc-8499-a1f635017de9" providerId="ADAL" clId="{03D8DEAE-739D-469B-904C-2522E9DFB65E}" dt="2020-08-18T15:25:50.918" v="6760" actId="47"/>
        <pc:sldMkLst>
          <pc:docMk/>
          <pc:sldMk cId="1335106964" sldId="314"/>
        </pc:sldMkLst>
        <pc:spChg chg="mod">
          <ac:chgData name="Ella Vetter" userId="c6918cf5-f6c0-43cc-8499-a1f635017de9" providerId="ADAL" clId="{03D8DEAE-739D-469B-904C-2522E9DFB65E}" dt="2020-08-18T15:19:31.689" v="6607" actId="20577"/>
          <ac:spMkLst>
            <pc:docMk/>
            <pc:sldMk cId="1335106964" sldId="314"/>
            <ac:spMk id="4" creationId="{EB1BD3C0-FF3E-4E6D-9033-B223EF53FA24}"/>
          </ac:spMkLst>
        </pc:spChg>
        <pc:picChg chg="add del mod">
          <ac:chgData name="Ella Vetter" userId="c6918cf5-f6c0-43cc-8499-a1f635017de9" providerId="ADAL" clId="{03D8DEAE-739D-469B-904C-2522E9DFB65E}" dt="2020-08-18T15:25:41.296" v="6759" actId="478"/>
          <ac:picMkLst>
            <pc:docMk/>
            <pc:sldMk cId="1335106964" sldId="314"/>
            <ac:picMk id="5" creationId="{B6C628A1-C829-4669-82D2-6988AFDB2D93}"/>
          </ac:picMkLst>
        </pc:picChg>
        <pc:picChg chg="mod">
          <ac:chgData name="Ella Vetter" userId="c6918cf5-f6c0-43cc-8499-a1f635017de9" providerId="ADAL" clId="{03D8DEAE-739D-469B-904C-2522E9DFB65E}" dt="2020-08-18T15:25:40.781" v="6758" actId="1076"/>
          <ac:picMkLst>
            <pc:docMk/>
            <pc:sldMk cId="1335106964" sldId="314"/>
            <ac:picMk id="8" creationId="{52BEA557-77C1-458B-88B3-5683DBCD5E12}"/>
          </ac:picMkLst>
        </pc:picChg>
      </pc:sldChg>
      <pc:sldChg chg="modSp add mod addCm delCm modCm">
        <pc:chgData name="Ella Vetter" userId="c6918cf5-f6c0-43cc-8499-a1f635017de9" providerId="ADAL" clId="{03D8DEAE-739D-469B-904C-2522E9DFB65E}" dt="2020-08-19T20:37:06.056" v="8906" actId="20577"/>
        <pc:sldMkLst>
          <pc:docMk/>
          <pc:sldMk cId="18722152" sldId="315"/>
        </pc:sldMkLst>
        <pc:spChg chg="mod">
          <ac:chgData name="Ella Vetter" userId="c6918cf5-f6c0-43cc-8499-a1f635017de9" providerId="ADAL" clId="{03D8DEAE-739D-469B-904C-2522E9DFB65E}" dt="2020-08-19T20:31:58.682" v="8814" actId="1035"/>
          <ac:spMkLst>
            <pc:docMk/>
            <pc:sldMk cId="18722152" sldId="315"/>
            <ac:spMk id="2" creationId="{67990642-98C9-4E05-8DEA-8CB111834A2B}"/>
          </ac:spMkLst>
        </pc:spChg>
        <pc:spChg chg="mod">
          <ac:chgData name="Ella Vetter" userId="c6918cf5-f6c0-43cc-8499-a1f635017de9" providerId="ADAL" clId="{03D8DEAE-739D-469B-904C-2522E9DFB65E}" dt="2020-08-19T20:37:06.056" v="8906" actId="20577"/>
          <ac:spMkLst>
            <pc:docMk/>
            <pc:sldMk cId="18722152" sldId="315"/>
            <ac:spMk id="4" creationId="{EB1BD3C0-FF3E-4E6D-9033-B223EF53FA24}"/>
          </ac:spMkLst>
        </pc:spChg>
        <pc:picChg chg="mod">
          <ac:chgData name="Ella Vetter" userId="c6918cf5-f6c0-43cc-8499-a1f635017de9" providerId="ADAL" clId="{03D8DEAE-739D-469B-904C-2522E9DFB65E}" dt="2020-08-19T20:31:58.682" v="8814" actId="1035"/>
          <ac:picMkLst>
            <pc:docMk/>
            <pc:sldMk cId="18722152" sldId="315"/>
            <ac:picMk id="5" creationId="{B6C628A1-C829-4669-82D2-6988AFDB2D93}"/>
          </ac:picMkLst>
        </pc:picChg>
        <pc:picChg chg="mod">
          <ac:chgData name="Ella Vetter" userId="c6918cf5-f6c0-43cc-8499-a1f635017de9" providerId="ADAL" clId="{03D8DEAE-739D-469B-904C-2522E9DFB65E}" dt="2020-08-19T20:31:58.682" v="8814" actId="1035"/>
          <ac:picMkLst>
            <pc:docMk/>
            <pc:sldMk cId="18722152" sldId="315"/>
            <ac:picMk id="8" creationId="{52BEA557-77C1-458B-88B3-5683DBCD5E12}"/>
          </ac:picMkLst>
        </pc:picChg>
      </pc:sldChg>
      <pc:sldChg chg="addSp delSp modSp add mod ord">
        <pc:chgData name="Ella Vetter" userId="c6918cf5-f6c0-43cc-8499-a1f635017de9" providerId="ADAL" clId="{03D8DEAE-739D-469B-904C-2522E9DFB65E}" dt="2020-08-18T20:03:33.799" v="8660" actId="11"/>
        <pc:sldMkLst>
          <pc:docMk/>
          <pc:sldMk cId="3475848830" sldId="316"/>
        </pc:sldMkLst>
        <pc:spChg chg="add del mod">
          <ac:chgData name="Ella Vetter" userId="c6918cf5-f6c0-43cc-8499-a1f635017de9" providerId="ADAL" clId="{03D8DEAE-739D-469B-904C-2522E9DFB65E}" dt="2020-08-18T15:40:14.043" v="6940" actId="478"/>
          <ac:spMkLst>
            <pc:docMk/>
            <pc:sldMk cId="3475848830" sldId="316"/>
            <ac:spMk id="3" creationId="{9FC304E6-BCD5-44B4-BCF6-9F75DDFD8462}"/>
          </ac:spMkLst>
        </pc:spChg>
        <pc:spChg chg="del mod">
          <ac:chgData name="Ella Vetter" userId="c6918cf5-f6c0-43cc-8499-a1f635017de9" providerId="ADAL" clId="{03D8DEAE-739D-469B-904C-2522E9DFB65E}" dt="2020-08-18T15:40:12.313" v="6939" actId="478"/>
          <ac:spMkLst>
            <pc:docMk/>
            <pc:sldMk cId="3475848830" sldId="316"/>
            <ac:spMk id="4" creationId="{EB1BD3C0-FF3E-4E6D-9033-B223EF53FA24}"/>
          </ac:spMkLst>
        </pc:spChg>
        <pc:spChg chg="add mod">
          <ac:chgData name="Ella Vetter" userId="c6918cf5-f6c0-43cc-8499-a1f635017de9" providerId="ADAL" clId="{03D8DEAE-739D-469B-904C-2522E9DFB65E}" dt="2020-08-18T20:03:33.799" v="8660" actId="11"/>
          <ac:spMkLst>
            <pc:docMk/>
            <pc:sldMk cId="3475848830" sldId="316"/>
            <ac:spMk id="6" creationId="{EFA01FA0-64D5-4D2C-BCC5-C1ACEBA4711B}"/>
          </ac:spMkLst>
        </pc:spChg>
        <pc:spChg chg="mod">
          <ac:chgData name="Ella Vetter" userId="c6918cf5-f6c0-43cc-8499-a1f635017de9" providerId="ADAL" clId="{03D8DEAE-739D-469B-904C-2522E9DFB65E}" dt="2020-08-18T15:43:28.715" v="7055" actId="20577"/>
          <ac:spMkLst>
            <pc:docMk/>
            <pc:sldMk cId="3475848830" sldId="316"/>
            <ac:spMk id="7" creationId="{733E857A-7829-4616-9B6C-3539713A6D57}"/>
          </ac:spMkLst>
        </pc:spChg>
        <pc:picChg chg="add mod">
          <ac:chgData name="Ella Vetter" userId="c6918cf5-f6c0-43cc-8499-a1f635017de9" providerId="ADAL" clId="{03D8DEAE-739D-469B-904C-2522E9DFB65E}" dt="2020-08-18T15:42:51.441" v="6959" actId="14100"/>
          <ac:picMkLst>
            <pc:docMk/>
            <pc:sldMk cId="3475848830" sldId="316"/>
            <ac:picMk id="8" creationId="{A27B549F-3486-446F-8B1C-8A85CBDE71A4}"/>
          </ac:picMkLst>
        </pc:picChg>
      </pc:sldChg>
      <pc:sldChg chg="delSp modSp add mod ord">
        <pc:chgData name="Ella Vetter" userId="c6918cf5-f6c0-43cc-8499-a1f635017de9" providerId="ADAL" clId="{03D8DEAE-739D-469B-904C-2522E9DFB65E}" dt="2020-08-18T15:57:05.916" v="7531" actId="478"/>
        <pc:sldMkLst>
          <pc:docMk/>
          <pc:sldMk cId="4013056772" sldId="317"/>
        </pc:sldMkLst>
        <pc:spChg chg="mod">
          <ac:chgData name="Ella Vetter" userId="c6918cf5-f6c0-43cc-8499-a1f635017de9" providerId="ADAL" clId="{03D8DEAE-739D-469B-904C-2522E9DFB65E}" dt="2020-08-18T15:38:56.645" v="6861" actId="20577"/>
          <ac:spMkLst>
            <pc:docMk/>
            <pc:sldMk cId="4013056772" sldId="317"/>
            <ac:spMk id="2" creationId="{BD0A18F3-9F12-464B-BC50-F741E79EDDDA}"/>
          </ac:spMkLst>
        </pc:spChg>
        <pc:spChg chg="del">
          <ac:chgData name="Ella Vetter" userId="c6918cf5-f6c0-43cc-8499-a1f635017de9" providerId="ADAL" clId="{03D8DEAE-739D-469B-904C-2522E9DFB65E}" dt="2020-08-18T15:57:05.916" v="7531" actId="478"/>
          <ac:spMkLst>
            <pc:docMk/>
            <pc:sldMk cId="4013056772" sldId="317"/>
            <ac:spMk id="3" creationId="{EEF38455-45AA-47D0-8328-2077E428FA3B}"/>
          </ac:spMkLst>
        </pc:spChg>
      </pc:sldChg>
      <pc:sldChg chg="addSp delSp modSp add mod addCm delCm modCm">
        <pc:chgData name="Ella Vetter" userId="c6918cf5-f6c0-43cc-8499-a1f635017de9" providerId="ADAL" clId="{03D8DEAE-739D-469B-904C-2522E9DFB65E}" dt="2020-08-19T20:37:11.163" v="8907" actId="20577"/>
        <pc:sldMkLst>
          <pc:docMk/>
          <pc:sldMk cId="292048381" sldId="318"/>
        </pc:sldMkLst>
        <pc:spChg chg="mod">
          <ac:chgData name="Ella Vetter" userId="c6918cf5-f6c0-43cc-8499-a1f635017de9" providerId="ADAL" clId="{03D8DEAE-739D-469B-904C-2522E9DFB65E}" dt="2020-08-19T20:37:11.163" v="8907" actId="20577"/>
          <ac:spMkLst>
            <pc:docMk/>
            <pc:sldMk cId="292048381" sldId="318"/>
            <ac:spMk id="6" creationId="{EFA01FA0-64D5-4D2C-BCC5-C1ACEBA4711B}"/>
          </ac:spMkLst>
        </pc:spChg>
        <pc:spChg chg="mod">
          <ac:chgData name="Ella Vetter" userId="c6918cf5-f6c0-43cc-8499-a1f635017de9" providerId="ADAL" clId="{03D8DEAE-739D-469B-904C-2522E9DFB65E}" dt="2020-08-19T20:32:57.922" v="8892" actId="1035"/>
          <ac:spMkLst>
            <pc:docMk/>
            <pc:sldMk cId="292048381" sldId="318"/>
            <ac:spMk id="7" creationId="{733E857A-7829-4616-9B6C-3539713A6D57}"/>
          </ac:spMkLst>
        </pc:spChg>
        <pc:picChg chg="add mod">
          <ac:chgData name="Ella Vetter" userId="c6918cf5-f6c0-43cc-8499-a1f635017de9" providerId="ADAL" clId="{03D8DEAE-739D-469B-904C-2522E9DFB65E}" dt="2020-08-19T20:33:36.873" v="8904" actId="14100"/>
          <ac:picMkLst>
            <pc:docMk/>
            <pc:sldMk cId="292048381" sldId="318"/>
            <ac:picMk id="2" creationId="{9D7D9CBB-796D-46CE-94EA-E95204893861}"/>
          </ac:picMkLst>
        </pc:picChg>
        <pc:picChg chg="add del mod">
          <ac:chgData name="Ella Vetter" userId="c6918cf5-f6c0-43cc-8499-a1f635017de9" providerId="ADAL" clId="{03D8DEAE-739D-469B-904C-2522E9DFB65E}" dt="2020-08-18T15:50:53.491" v="7242" actId="478"/>
          <ac:picMkLst>
            <pc:docMk/>
            <pc:sldMk cId="292048381" sldId="318"/>
            <ac:picMk id="3" creationId="{AAB16AE3-1288-4A2D-8F56-0E3896B016AC}"/>
          </ac:picMkLst>
        </pc:picChg>
        <pc:picChg chg="add del mod">
          <ac:chgData name="Ella Vetter" userId="c6918cf5-f6c0-43cc-8499-a1f635017de9" providerId="ADAL" clId="{03D8DEAE-739D-469B-904C-2522E9DFB65E}" dt="2020-08-19T20:32:41.095" v="8870" actId="21"/>
          <ac:picMkLst>
            <pc:docMk/>
            <pc:sldMk cId="292048381" sldId="318"/>
            <ac:picMk id="5" creationId="{4150E863-E079-4558-BDEA-30EDA5D783E8}"/>
          </ac:picMkLst>
        </pc:picChg>
        <pc:picChg chg="del">
          <ac:chgData name="Ella Vetter" userId="c6918cf5-f6c0-43cc-8499-a1f635017de9" providerId="ADAL" clId="{03D8DEAE-739D-469B-904C-2522E9DFB65E}" dt="2020-08-18T15:43:20.459" v="7031" actId="478"/>
          <ac:picMkLst>
            <pc:docMk/>
            <pc:sldMk cId="292048381" sldId="318"/>
            <ac:picMk id="8" creationId="{A27B549F-3486-446F-8B1C-8A85CBDE71A4}"/>
          </ac:picMkLst>
        </pc:picChg>
      </pc:sldChg>
      <pc:sldChg chg="addSp delSp modSp add mod">
        <pc:chgData name="Ella Vetter" userId="c6918cf5-f6c0-43cc-8499-a1f635017de9" providerId="ADAL" clId="{03D8DEAE-739D-469B-904C-2522E9DFB65E}" dt="2020-08-18T20:04:14.743" v="8665" actId="11"/>
        <pc:sldMkLst>
          <pc:docMk/>
          <pc:sldMk cId="1681374144" sldId="319"/>
        </pc:sldMkLst>
        <pc:spChg chg="mod">
          <ac:chgData name="Ella Vetter" userId="c6918cf5-f6c0-43cc-8499-a1f635017de9" providerId="ADAL" clId="{03D8DEAE-739D-469B-904C-2522E9DFB65E}" dt="2020-08-18T20:04:14.743" v="8665" actId="11"/>
          <ac:spMkLst>
            <pc:docMk/>
            <pc:sldMk cId="1681374144" sldId="319"/>
            <ac:spMk id="6" creationId="{EFA01FA0-64D5-4D2C-BCC5-C1ACEBA4711B}"/>
          </ac:spMkLst>
        </pc:spChg>
        <pc:grpChg chg="add mod">
          <ac:chgData name="Ella Vetter" userId="c6918cf5-f6c0-43cc-8499-a1f635017de9" providerId="ADAL" clId="{03D8DEAE-739D-469B-904C-2522E9DFB65E}" dt="2020-08-18T15:53:30.505" v="7281" actId="1076"/>
          <ac:grpSpMkLst>
            <pc:docMk/>
            <pc:sldMk cId="1681374144" sldId="319"/>
            <ac:grpSpMk id="9" creationId="{A8BB2D83-0055-4063-9497-006CCCE86699}"/>
          </ac:grpSpMkLst>
        </pc:grpChg>
        <pc:picChg chg="del">
          <ac:chgData name="Ella Vetter" userId="c6918cf5-f6c0-43cc-8499-a1f635017de9" providerId="ADAL" clId="{03D8DEAE-739D-469B-904C-2522E9DFB65E}" dt="2020-08-18T15:49:33.050" v="7239" actId="478"/>
          <ac:picMkLst>
            <pc:docMk/>
            <pc:sldMk cId="1681374144" sldId="319"/>
            <ac:picMk id="3" creationId="{AAB16AE3-1288-4A2D-8F56-0E3896B016AC}"/>
          </ac:picMkLst>
        </pc:picChg>
        <pc:picChg chg="add del mod modCrop">
          <ac:chgData name="Ella Vetter" userId="c6918cf5-f6c0-43cc-8499-a1f635017de9" providerId="ADAL" clId="{03D8DEAE-739D-469B-904C-2522E9DFB65E}" dt="2020-08-18T15:53:27.447" v="7280" actId="164"/>
          <ac:picMkLst>
            <pc:docMk/>
            <pc:sldMk cId="1681374144" sldId="319"/>
            <ac:picMk id="4" creationId="{0D190938-B6D5-4D4E-B64E-222D40DF7DFE}"/>
          </ac:picMkLst>
        </pc:picChg>
        <pc:picChg chg="add mod modCrop">
          <ac:chgData name="Ella Vetter" userId="c6918cf5-f6c0-43cc-8499-a1f635017de9" providerId="ADAL" clId="{03D8DEAE-739D-469B-904C-2522E9DFB65E}" dt="2020-08-18T15:53:27.447" v="7280" actId="164"/>
          <ac:picMkLst>
            <pc:docMk/>
            <pc:sldMk cId="1681374144" sldId="319"/>
            <ac:picMk id="5" creationId="{77F539B9-40BB-4A94-8A6D-07E4D6A2B9FB}"/>
          </ac:picMkLst>
        </pc:picChg>
      </pc:sldChg>
      <pc:sldChg chg="addSp delSp modSp add mod ord">
        <pc:chgData name="Ella Vetter" userId="c6918cf5-f6c0-43cc-8499-a1f635017de9" providerId="ADAL" clId="{03D8DEAE-739D-469B-904C-2522E9DFB65E}" dt="2020-08-18T20:04:25.727" v="8666" actId="11"/>
        <pc:sldMkLst>
          <pc:docMk/>
          <pc:sldMk cId="3533470311" sldId="320"/>
        </pc:sldMkLst>
        <pc:spChg chg="del mod">
          <ac:chgData name="Ella Vetter" userId="c6918cf5-f6c0-43cc-8499-a1f635017de9" providerId="ADAL" clId="{03D8DEAE-739D-469B-904C-2522E9DFB65E}" dt="2020-08-18T19:51:31.973" v="8276" actId="478"/>
          <ac:spMkLst>
            <pc:docMk/>
            <pc:sldMk cId="3533470311" sldId="320"/>
            <ac:spMk id="6" creationId="{EFA01FA0-64D5-4D2C-BCC5-C1ACEBA4711B}"/>
          </ac:spMkLst>
        </pc:spChg>
        <pc:spChg chg="mod">
          <ac:chgData name="Ella Vetter" userId="c6918cf5-f6c0-43cc-8499-a1f635017de9" providerId="ADAL" clId="{03D8DEAE-739D-469B-904C-2522E9DFB65E}" dt="2020-08-18T15:56:40.107" v="7528" actId="20577"/>
          <ac:spMkLst>
            <pc:docMk/>
            <pc:sldMk cId="3533470311" sldId="320"/>
            <ac:spMk id="7" creationId="{733E857A-7829-4616-9B6C-3539713A6D57}"/>
          </ac:spMkLst>
        </pc:spChg>
        <pc:spChg chg="add del">
          <ac:chgData name="Ella Vetter" userId="c6918cf5-f6c0-43cc-8499-a1f635017de9" providerId="ADAL" clId="{03D8DEAE-739D-469B-904C-2522E9DFB65E}" dt="2020-08-18T19:51:34.102" v="8278" actId="22"/>
          <ac:spMkLst>
            <pc:docMk/>
            <pc:sldMk cId="3533470311" sldId="320"/>
            <ac:spMk id="9" creationId="{0A1ACA91-1285-4A3B-8F94-93256E090EAA}"/>
          </ac:spMkLst>
        </pc:spChg>
        <pc:spChg chg="add mod">
          <ac:chgData name="Ella Vetter" userId="c6918cf5-f6c0-43cc-8499-a1f635017de9" providerId="ADAL" clId="{03D8DEAE-739D-469B-904C-2522E9DFB65E}" dt="2020-08-18T20:04:25.727" v="8666" actId="11"/>
          <ac:spMkLst>
            <pc:docMk/>
            <pc:sldMk cId="3533470311" sldId="320"/>
            <ac:spMk id="10" creationId="{B1F8AFE3-3156-4B93-924A-D25DBF128A57}"/>
          </ac:spMkLst>
        </pc:spChg>
        <pc:picChg chg="add mod">
          <ac:chgData name="Ella Vetter" userId="c6918cf5-f6c0-43cc-8499-a1f635017de9" providerId="ADAL" clId="{03D8DEAE-739D-469B-904C-2522E9DFB65E}" dt="2020-08-18T19:53:08.052" v="8283" actId="14100"/>
          <ac:picMkLst>
            <pc:docMk/>
            <pc:sldMk cId="3533470311" sldId="320"/>
            <ac:picMk id="4" creationId="{F3E897A5-BCC9-43FF-BAE2-49E95EACF18B}"/>
          </ac:picMkLst>
        </pc:picChg>
        <pc:picChg chg="del">
          <ac:chgData name="Ella Vetter" userId="c6918cf5-f6c0-43cc-8499-a1f635017de9" providerId="ADAL" clId="{03D8DEAE-739D-469B-904C-2522E9DFB65E}" dt="2020-08-18T15:56:41.777" v="7529" actId="478"/>
          <ac:picMkLst>
            <pc:docMk/>
            <pc:sldMk cId="3533470311" sldId="320"/>
            <ac:picMk id="8" creationId="{A27B549F-3486-446F-8B1C-8A85CBDE71A4}"/>
          </ac:picMkLst>
        </pc:picChg>
      </pc:sldChg>
      <pc:sldChg chg="addSp modSp add mod ord">
        <pc:chgData name="Ella Vetter" userId="c6918cf5-f6c0-43cc-8499-a1f635017de9" providerId="ADAL" clId="{03D8DEAE-739D-469B-904C-2522E9DFB65E}" dt="2020-08-18T16:04:59.937" v="7682" actId="20577"/>
        <pc:sldMkLst>
          <pc:docMk/>
          <pc:sldMk cId="4105528555" sldId="321"/>
        </pc:sldMkLst>
        <pc:spChg chg="mod">
          <ac:chgData name="Ella Vetter" userId="c6918cf5-f6c0-43cc-8499-a1f635017de9" providerId="ADAL" clId="{03D8DEAE-739D-469B-904C-2522E9DFB65E}" dt="2020-08-18T16:04:59.937" v="7682" actId="20577"/>
          <ac:spMkLst>
            <pc:docMk/>
            <pc:sldMk cId="4105528555" sldId="321"/>
            <ac:spMk id="6" creationId="{EFA01FA0-64D5-4D2C-BCC5-C1ACEBA4711B}"/>
          </ac:spMkLst>
        </pc:spChg>
        <pc:spChg chg="mod">
          <ac:chgData name="Ella Vetter" userId="c6918cf5-f6c0-43cc-8499-a1f635017de9" providerId="ADAL" clId="{03D8DEAE-739D-469B-904C-2522E9DFB65E}" dt="2020-08-18T15:59:26.061" v="7556" actId="20577"/>
          <ac:spMkLst>
            <pc:docMk/>
            <pc:sldMk cId="4105528555" sldId="321"/>
            <ac:spMk id="7" creationId="{733E857A-7829-4616-9B6C-3539713A6D57}"/>
          </ac:spMkLst>
        </pc:spChg>
        <pc:picChg chg="add mod">
          <ac:chgData name="Ella Vetter" userId="c6918cf5-f6c0-43cc-8499-a1f635017de9" providerId="ADAL" clId="{03D8DEAE-739D-469B-904C-2522E9DFB65E}" dt="2020-08-18T16:04:29.873" v="7657" actId="14100"/>
          <ac:picMkLst>
            <pc:docMk/>
            <pc:sldMk cId="4105528555" sldId="321"/>
            <ac:picMk id="3" creationId="{FA1E427A-0EAA-40E5-9F01-9DB024A24671}"/>
          </ac:picMkLst>
        </pc:picChg>
      </pc:sldChg>
      <pc:sldChg chg="addSp delSp modSp new mod">
        <pc:chgData name="Ella Vetter" userId="c6918cf5-f6c0-43cc-8499-a1f635017de9" providerId="ADAL" clId="{03D8DEAE-739D-469B-904C-2522E9DFB65E}" dt="2020-08-18T17:28:12.667" v="7934" actId="1076"/>
        <pc:sldMkLst>
          <pc:docMk/>
          <pc:sldMk cId="462169597" sldId="322"/>
        </pc:sldMkLst>
        <pc:spChg chg="mod">
          <ac:chgData name="Ella Vetter" userId="c6918cf5-f6c0-43cc-8499-a1f635017de9" providerId="ADAL" clId="{03D8DEAE-739D-469B-904C-2522E9DFB65E}" dt="2020-08-18T16:04:39.160" v="7674" actId="20577"/>
          <ac:spMkLst>
            <pc:docMk/>
            <pc:sldMk cId="462169597" sldId="322"/>
            <ac:spMk id="2" creationId="{B17A42E8-0DE2-4963-A509-39B1AB49EE99}"/>
          </ac:spMkLst>
        </pc:spChg>
        <pc:spChg chg="del">
          <ac:chgData name="Ella Vetter" userId="c6918cf5-f6c0-43cc-8499-a1f635017de9" providerId="ADAL" clId="{03D8DEAE-739D-469B-904C-2522E9DFB65E}" dt="2020-08-18T17:22:03.199" v="7684" actId="478"/>
          <ac:spMkLst>
            <pc:docMk/>
            <pc:sldMk cId="462169597" sldId="322"/>
            <ac:spMk id="3" creationId="{16736300-AA14-45A8-AD02-266B972764DC}"/>
          </ac:spMkLst>
        </pc:spChg>
        <pc:spChg chg="add mod">
          <ac:chgData name="Ella Vetter" userId="c6918cf5-f6c0-43cc-8499-a1f635017de9" providerId="ADAL" clId="{03D8DEAE-739D-469B-904C-2522E9DFB65E}" dt="2020-08-18T17:25:01.022" v="7880" actId="1076"/>
          <ac:spMkLst>
            <pc:docMk/>
            <pc:sldMk cId="462169597" sldId="322"/>
            <ac:spMk id="4" creationId="{7DADA6BB-EA43-41A3-B382-88DA041AB1C5}"/>
          </ac:spMkLst>
        </pc:spChg>
        <pc:grpChg chg="add del mod">
          <ac:chgData name="Ella Vetter" userId="c6918cf5-f6c0-43cc-8499-a1f635017de9" providerId="ADAL" clId="{03D8DEAE-739D-469B-904C-2522E9DFB65E}" dt="2020-08-18T17:27:50.973" v="7924" actId="478"/>
          <ac:grpSpMkLst>
            <pc:docMk/>
            <pc:sldMk cId="462169597" sldId="322"/>
            <ac:grpSpMk id="9" creationId="{D3BE300B-6233-4850-83B6-0BCE1F77467B}"/>
          </ac:grpSpMkLst>
        </pc:grpChg>
        <pc:grpChg chg="add mod">
          <ac:chgData name="Ella Vetter" userId="c6918cf5-f6c0-43cc-8499-a1f635017de9" providerId="ADAL" clId="{03D8DEAE-739D-469B-904C-2522E9DFB65E}" dt="2020-08-18T17:28:12.667" v="7934" actId="1076"/>
          <ac:grpSpMkLst>
            <pc:docMk/>
            <pc:sldMk cId="462169597" sldId="322"/>
            <ac:grpSpMk id="14" creationId="{1B9A7860-F033-4D63-871A-13FBC9AC268B}"/>
          </ac:grpSpMkLst>
        </pc:grpChg>
        <pc:picChg chg="add mod modCrop">
          <ac:chgData name="Ella Vetter" userId="c6918cf5-f6c0-43cc-8499-a1f635017de9" providerId="ADAL" clId="{03D8DEAE-739D-469B-904C-2522E9DFB65E}" dt="2020-08-18T17:23:43.295" v="7740" actId="164"/>
          <ac:picMkLst>
            <pc:docMk/>
            <pc:sldMk cId="462169597" sldId="322"/>
            <ac:picMk id="6" creationId="{660C2896-6AAF-4023-8462-BEC421FA2F3D}"/>
          </ac:picMkLst>
        </pc:picChg>
        <pc:picChg chg="add mod modCrop">
          <ac:chgData name="Ella Vetter" userId="c6918cf5-f6c0-43cc-8499-a1f635017de9" providerId="ADAL" clId="{03D8DEAE-739D-469B-904C-2522E9DFB65E}" dt="2020-08-18T17:23:43.295" v="7740" actId="164"/>
          <ac:picMkLst>
            <pc:docMk/>
            <pc:sldMk cId="462169597" sldId="322"/>
            <ac:picMk id="8" creationId="{904EABCF-DFA6-4AF9-950B-A742D23A9D70}"/>
          </ac:picMkLst>
        </pc:picChg>
        <pc:picChg chg="add mod modCrop">
          <ac:chgData name="Ella Vetter" userId="c6918cf5-f6c0-43cc-8499-a1f635017de9" providerId="ADAL" clId="{03D8DEAE-739D-469B-904C-2522E9DFB65E}" dt="2020-08-18T17:28:07.807" v="7933" actId="164"/>
          <ac:picMkLst>
            <pc:docMk/>
            <pc:sldMk cId="462169597" sldId="322"/>
            <ac:picMk id="11" creationId="{0C998CE7-03C4-4A8F-8016-C8E5E23D1344}"/>
          </ac:picMkLst>
        </pc:picChg>
        <pc:picChg chg="add mod modCrop">
          <ac:chgData name="Ella Vetter" userId="c6918cf5-f6c0-43cc-8499-a1f635017de9" providerId="ADAL" clId="{03D8DEAE-739D-469B-904C-2522E9DFB65E}" dt="2020-08-18T17:28:07.807" v="7933" actId="164"/>
          <ac:picMkLst>
            <pc:docMk/>
            <pc:sldMk cId="462169597" sldId="322"/>
            <ac:picMk id="13" creationId="{84DC5716-ECAD-4E44-B897-CB36C814585C}"/>
          </ac:picMkLst>
        </pc:picChg>
      </pc:sldChg>
      <pc:sldChg chg="addSp delSp modSp add mod">
        <pc:chgData name="Ella Vetter" userId="c6918cf5-f6c0-43cc-8499-a1f635017de9" providerId="ADAL" clId="{03D8DEAE-739D-469B-904C-2522E9DFB65E}" dt="2020-08-18T20:05:10.259" v="8670" actId="11"/>
        <pc:sldMkLst>
          <pc:docMk/>
          <pc:sldMk cId="1572152252" sldId="323"/>
        </pc:sldMkLst>
        <pc:spChg chg="mod">
          <ac:chgData name="Ella Vetter" userId="c6918cf5-f6c0-43cc-8499-a1f635017de9" providerId="ADAL" clId="{03D8DEAE-739D-469B-904C-2522E9DFB65E}" dt="2020-08-18T20:05:10.259" v="8670" actId="11"/>
          <ac:spMkLst>
            <pc:docMk/>
            <pc:sldMk cId="1572152252" sldId="323"/>
            <ac:spMk id="4" creationId="{7DADA6BB-EA43-41A3-B382-88DA041AB1C5}"/>
          </ac:spMkLst>
        </pc:spChg>
        <pc:spChg chg="add mod">
          <ac:chgData name="Ella Vetter" userId="c6918cf5-f6c0-43cc-8499-a1f635017de9" providerId="ADAL" clId="{03D8DEAE-739D-469B-904C-2522E9DFB65E}" dt="2020-08-18T17:38:38.828" v="8239" actId="12"/>
          <ac:spMkLst>
            <pc:docMk/>
            <pc:sldMk cId="1572152252" sldId="323"/>
            <ac:spMk id="14" creationId="{A4C4E5FB-C3D4-48A8-8FB0-C7FA1E1147D7}"/>
          </ac:spMkLst>
        </pc:spChg>
        <pc:grpChg chg="del">
          <ac:chgData name="Ella Vetter" userId="c6918cf5-f6c0-43cc-8499-a1f635017de9" providerId="ADAL" clId="{03D8DEAE-739D-469B-904C-2522E9DFB65E}" dt="2020-08-18T17:25:55.753" v="7901" actId="478"/>
          <ac:grpSpMkLst>
            <pc:docMk/>
            <pc:sldMk cId="1572152252" sldId="323"/>
            <ac:grpSpMk id="9" creationId="{D3BE300B-6233-4850-83B6-0BCE1F77467B}"/>
          </ac:grpSpMkLst>
        </pc:grpChg>
        <pc:picChg chg="add del mod">
          <ac:chgData name="Ella Vetter" userId="c6918cf5-f6c0-43cc-8499-a1f635017de9" providerId="ADAL" clId="{03D8DEAE-739D-469B-904C-2522E9DFB65E}" dt="2020-08-18T17:31:50.214" v="7981" actId="478"/>
          <ac:picMkLst>
            <pc:docMk/>
            <pc:sldMk cId="1572152252" sldId="323"/>
            <ac:picMk id="5" creationId="{13E156AF-C0BA-4286-9090-968AA6E6B668}"/>
          </ac:picMkLst>
        </pc:picChg>
        <pc:picChg chg="add del mod">
          <ac:chgData name="Ella Vetter" userId="c6918cf5-f6c0-43cc-8499-a1f635017de9" providerId="ADAL" clId="{03D8DEAE-739D-469B-904C-2522E9DFB65E}" dt="2020-08-18T17:35:45.994" v="8137" actId="478"/>
          <ac:picMkLst>
            <pc:docMk/>
            <pc:sldMk cId="1572152252" sldId="323"/>
            <ac:picMk id="10" creationId="{13E05071-8274-4F0A-A652-A884C1AD612F}"/>
          </ac:picMkLst>
        </pc:picChg>
        <pc:picChg chg="add mod">
          <ac:chgData name="Ella Vetter" userId="c6918cf5-f6c0-43cc-8499-a1f635017de9" providerId="ADAL" clId="{03D8DEAE-739D-469B-904C-2522E9DFB65E}" dt="2020-08-18T17:38:19.119" v="8236" actId="1076"/>
          <ac:picMkLst>
            <pc:docMk/>
            <pc:sldMk cId="1572152252" sldId="323"/>
            <ac:picMk id="12" creationId="{7B13E586-8D4C-47F8-A38E-BC5A1DD56E9C}"/>
          </ac:picMkLst>
        </pc:picChg>
      </pc:sldChg>
      <pc:sldChg chg="addSp delSp modSp add mod">
        <pc:chgData name="Ella Vetter" userId="c6918cf5-f6c0-43cc-8499-a1f635017de9" providerId="ADAL" clId="{03D8DEAE-739D-469B-904C-2522E9DFB65E}" dt="2020-08-18T20:04:36.692" v="8667" actId="11"/>
        <pc:sldMkLst>
          <pc:docMk/>
          <pc:sldMk cId="801660138" sldId="324"/>
        </pc:sldMkLst>
        <pc:spChg chg="mod">
          <ac:chgData name="Ella Vetter" userId="c6918cf5-f6c0-43cc-8499-a1f635017de9" providerId="ADAL" clId="{03D8DEAE-739D-469B-904C-2522E9DFB65E}" dt="2020-08-18T20:04:36.692" v="8667" actId="11"/>
          <ac:spMkLst>
            <pc:docMk/>
            <pc:sldMk cId="801660138" sldId="324"/>
            <ac:spMk id="10" creationId="{B1F8AFE3-3156-4B93-924A-D25DBF128A57}"/>
          </ac:spMkLst>
        </pc:spChg>
        <pc:grpChg chg="add mod">
          <ac:chgData name="Ella Vetter" userId="c6918cf5-f6c0-43cc-8499-a1f635017de9" providerId="ADAL" clId="{03D8DEAE-739D-469B-904C-2522E9DFB65E}" dt="2020-08-18T19:56:49.241" v="8425" actId="1076"/>
          <ac:grpSpMkLst>
            <pc:docMk/>
            <pc:sldMk cId="801660138" sldId="324"/>
            <ac:grpSpMk id="6" creationId="{E5999FFC-65E7-4A26-ADFF-DD455F6543D4}"/>
          </ac:grpSpMkLst>
        </pc:grpChg>
        <pc:picChg chg="add mod modCrop">
          <ac:chgData name="Ella Vetter" userId="c6918cf5-f6c0-43cc-8499-a1f635017de9" providerId="ADAL" clId="{03D8DEAE-739D-469B-904C-2522E9DFB65E}" dt="2020-08-18T19:56:45.313" v="8423" actId="164"/>
          <ac:picMkLst>
            <pc:docMk/>
            <pc:sldMk cId="801660138" sldId="324"/>
            <ac:picMk id="3" creationId="{5FAE41CD-BEFE-42E3-A8AB-042A1F26462F}"/>
          </ac:picMkLst>
        </pc:picChg>
        <pc:picChg chg="del">
          <ac:chgData name="Ella Vetter" userId="c6918cf5-f6c0-43cc-8499-a1f635017de9" providerId="ADAL" clId="{03D8DEAE-739D-469B-904C-2522E9DFB65E}" dt="2020-08-18T19:53:53.496" v="8330" actId="478"/>
          <ac:picMkLst>
            <pc:docMk/>
            <pc:sldMk cId="801660138" sldId="324"/>
            <ac:picMk id="4" creationId="{F3E897A5-BCC9-43FF-BAE2-49E95EACF18B}"/>
          </ac:picMkLst>
        </pc:picChg>
        <pc:picChg chg="add mod modCrop">
          <ac:chgData name="Ella Vetter" userId="c6918cf5-f6c0-43cc-8499-a1f635017de9" providerId="ADAL" clId="{03D8DEAE-739D-469B-904C-2522E9DFB65E}" dt="2020-08-18T19:56:45.313" v="8423" actId="164"/>
          <ac:picMkLst>
            <pc:docMk/>
            <pc:sldMk cId="801660138" sldId="324"/>
            <ac:picMk id="5" creationId="{C239BAE8-55AC-4A0B-AE2B-ACF104C29779}"/>
          </ac:picMkLst>
        </pc:picChg>
      </pc:sldChg>
      <pc:sldChg chg="modSp add mod">
        <pc:chgData name="Ella Vetter" userId="c6918cf5-f6c0-43cc-8499-a1f635017de9" providerId="ADAL" clId="{03D8DEAE-739D-469B-904C-2522E9DFB65E}" dt="2020-08-18T20:04:46.433" v="8668" actId="11"/>
        <pc:sldMkLst>
          <pc:docMk/>
          <pc:sldMk cId="4095391555" sldId="325"/>
        </pc:sldMkLst>
        <pc:spChg chg="mod">
          <ac:chgData name="Ella Vetter" userId="c6918cf5-f6c0-43cc-8499-a1f635017de9" providerId="ADAL" clId="{03D8DEAE-739D-469B-904C-2522E9DFB65E}" dt="2020-08-18T20:04:46.433" v="8668" actId="11"/>
          <ac:spMkLst>
            <pc:docMk/>
            <pc:sldMk cId="4095391555" sldId="325"/>
            <ac:spMk id="10" creationId="{B1F8AFE3-3156-4B93-924A-D25DBF128A57}"/>
          </ac:spMkLst>
        </pc:spChg>
      </pc:sldChg>
      <pc:sldChg chg="addSp delSp modSp new mod">
        <pc:chgData name="Ella Vetter" userId="c6918cf5-f6c0-43cc-8499-a1f635017de9" providerId="ADAL" clId="{03D8DEAE-739D-469B-904C-2522E9DFB65E}" dt="2020-08-18T20:08:35.704" v="8701" actId="20577"/>
        <pc:sldMkLst>
          <pc:docMk/>
          <pc:sldMk cId="1661658181" sldId="326"/>
        </pc:sldMkLst>
        <pc:spChg chg="del">
          <ac:chgData name="Ella Vetter" userId="c6918cf5-f6c0-43cc-8499-a1f635017de9" providerId="ADAL" clId="{03D8DEAE-739D-469B-904C-2522E9DFB65E}" dt="2020-08-18T19:59:03.127" v="8429" actId="478"/>
          <ac:spMkLst>
            <pc:docMk/>
            <pc:sldMk cId="1661658181" sldId="326"/>
            <ac:spMk id="2" creationId="{2B2F4B10-DBCC-4874-9FFB-A6B0994043CA}"/>
          </ac:spMkLst>
        </pc:spChg>
        <pc:spChg chg="del">
          <ac:chgData name="Ella Vetter" userId="c6918cf5-f6c0-43cc-8499-a1f635017de9" providerId="ADAL" clId="{03D8DEAE-739D-469B-904C-2522E9DFB65E}" dt="2020-08-18T19:59:04.013" v="8430" actId="478"/>
          <ac:spMkLst>
            <pc:docMk/>
            <pc:sldMk cId="1661658181" sldId="326"/>
            <ac:spMk id="3" creationId="{91268AC6-1988-4C9E-A564-654FDE8D7859}"/>
          </ac:spMkLst>
        </pc:spChg>
        <pc:spChg chg="add mod">
          <ac:chgData name="Ella Vetter" userId="c6918cf5-f6c0-43cc-8499-a1f635017de9" providerId="ADAL" clId="{03D8DEAE-739D-469B-904C-2522E9DFB65E}" dt="2020-08-18T19:59:16.222" v="8434"/>
          <ac:spMkLst>
            <pc:docMk/>
            <pc:sldMk cId="1661658181" sldId="326"/>
            <ac:spMk id="6" creationId="{30A76EB6-03BC-475D-AF8F-3753B4B61224}"/>
          </ac:spMkLst>
        </pc:spChg>
        <pc:spChg chg="add mod">
          <ac:chgData name="Ella Vetter" userId="c6918cf5-f6c0-43cc-8499-a1f635017de9" providerId="ADAL" clId="{03D8DEAE-739D-469B-904C-2522E9DFB65E}" dt="2020-08-18T20:08:35.704" v="8701" actId="20577"/>
          <ac:spMkLst>
            <pc:docMk/>
            <pc:sldMk cId="1661658181" sldId="326"/>
            <ac:spMk id="7" creationId="{2102EDB5-1B3E-4A96-978B-6BE637F6A99D}"/>
          </ac:spMkLst>
        </pc:spChg>
        <pc:picChg chg="add mod">
          <ac:chgData name="Ella Vetter" userId="c6918cf5-f6c0-43cc-8499-a1f635017de9" providerId="ADAL" clId="{03D8DEAE-739D-469B-904C-2522E9DFB65E}" dt="2020-08-18T19:59:10.027" v="8433" actId="1076"/>
          <ac:picMkLst>
            <pc:docMk/>
            <pc:sldMk cId="1661658181" sldId="326"/>
            <ac:picMk id="5" creationId="{1DB63345-037A-4CB5-A11F-92197C6EEECF}"/>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10/2/2020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‹N°›</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2020-10-02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‹N°›</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4</a:t>
            </a:fld>
            <a:endParaRPr lang="en-CA"/>
          </a:p>
        </p:txBody>
      </p:sp>
    </p:spTree>
    <p:extLst>
      <p:ext uri="{BB962C8B-B14F-4D97-AF65-F5344CB8AC3E}">
        <p14:creationId xmlns:p14="http://schemas.microsoft.com/office/powerpoint/2010/main" val="259918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a:t>
            </a:fld>
            <a:endParaRPr lang="en-CA"/>
          </a:p>
        </p:txBody>
      </p:sp>
    </p:spTree>
    <p:extLst>
      <p:ext uri="{BB962C8B-B14F-4D97-AF65-F5344CB8AC3E}">
        <p14:creationId xmlns:p14="http://schemas.microsoft.com/office/powerpoint/2010/main" val="3105316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a:t>
            </a:fld>
            <a:endParaRPr lang="en-CA"/>
          </a:p>
        </p:txBody>
      </p:sp>
    </p:spTree>
    <p:extLst>
      <p:ext uri="{BB962C8B-B14F-4D97-AF65-F5344CB8AC3E}">
        <p14:creationId xmlns:p14="http://schemas.microsoft.com/office/powerpoint/2010/main" val="2244041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i="0" dirty="0"/>
          </a:p>
        </p:txBody>
      </p:sp>
      <p:sp>
        <p:nvSpPr>
          <p:cNvPr id="4" name="Slide Number Placeholder 3"/>
          <p:cNvSpPr>
            <a:spLocks noGrp="1"/>
          </p:cNvSpPr>
          <p:nvPr>
            <p:ph type="sldNum" sz="quarter" idx="5"/>
          </p:nvPr>
        </p:nvSpPr>
        <p:spPr/>
        <p:txBody>
          <a:bodyPr/>
          <a:lstStyle/>
          <a:p>
            <a:fld id="{B4FA5FA9-7139-4C72-AA69-017BCD15C1C5}" type="slidenum">
              <a:rPr lang="en-CA" smtClean="0"/>
              <a:t>10</a:t>
            </a:fld>
            <a:endParaRPr lang="en-CA"/>
          </a:p>
        </p:txBody>
      </p:sp>
    </p:spTree>
    <p:extLst>
      <p:ext uri="{BB962C8B-B14F-4D97-AF65-F5344CB8AC3E}">
        <p14:creationId xmlns:p14="http://schemas.microsoft.com/office/powerpoint/2010/main" val="3912253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11</a:t>
            </a:fld>
            <a:endParaRPr lang="en-CA"/>
          </a:p>
        </p:txBody>
      </p:sp>
    </p:spTree>
    <p:extLst>
      <p:ext uri="{BB962C8B-B14F-4D97-AF65-F5344CB8AC3E}">
        <p14:creationId xmlns:p14="http://schemas.microsoft.com/office/powerpoint/2010/main" val="2385103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12</a:t>
            </a:fld>
            <a:endParaRPr lang="en-CA"/>
          </a:p>
        </p:txBody>
      </p:sp>
    </p:spTree>
    <p:extLst>
      <p:ext uri="{BB962C8B-B14F-4D97-AF65-F5344CB8AC3E}">
        <p14:creationId xmlns:p14="http://schemas.microsoft.com/office/powerpoint/2010/main" val="4054753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13</a:t>
            </a:fld>
            <a:endParaRPr lang="en-CA"/>
          </a:p>
        </p:txBody>
      </p:sp>
    </p:spTree>
    <p:extLst>
      <p:ext uri="{BB962C8B-B14F-4D97-AF65-F5344CB8AC3E}">
        <p14:creationId xmlns:p14="http://schemas.microsoft.com/office/powerpoint/2010/main" val="3978962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14</a:t>
            </a:fld>
            <a:endParaRPr lang="en-CA"/>
          </a:p>
        </p:txBody>
      </p:sp>
    </p:spTree>
    <p:extLst>
      <p:ext uri="{BB962C8B-B14F-4D97-AF65-F5344CB8AC3E}">
        <p14:creationId xmlns:p14="http://schemas.microsoft.com/office/powerpoint/2010/main" val="3245250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15</a:t>
            </a:fld>
            <a:endParaRPr lang="en-CA"/>
          </a:p>
        </p:txBody>
      </p:sp>
    </p:spTree>
    <p:extLst>
      <p:ext uri="{BB962C8B-B14F-4D97-AF65-F5344CB8AC3E}">
        <p14:creationId xmlns:p14="http://schemas.microsoft.com/office/powerpoint/2010/main" val="3527353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17</a:t>
            </a:fld>
            <a:endParaRPr lang="en-CA"/>
          </a:p>
        </p:txBody>
      </p:sp>
    </p:spTree>
    <p:extLst>
      <p:ext uri="{BB962C8B-B14F-4D97-AF65-F5344CB8AC3E}">
        <p14:creationId xmlns:p14="http://schemas.microsoft.com/office/powerpoint/2010/main" val="18555272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spcBef>
                <a:spcPts val="600"/>
              </a:spcBef>
              <a:spcAft>
                <a:spcPts val="600"/>
              </a:spcAft>
              <a:buFontTx/>
              <a:buNone/>
            </a:pPr>
            <a:endParaRPr lang="en-CA" sz="1800" dirty="0">
              <a:effectLst/>
              <a:latin typeface="Segoe UI" panose="020B0502040204020203" pitchFamily="34"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dirty="0">
              <a:effectLst/>
              <a:latin typeface="Segoe UI" panose="020B0502040204020203" pitchFamily="34" charset="0"/>
              <a:ea typeface="Segoe UI" panose="020B0502040204020203" pitchFamily="34" charset="0"/>
              <a:cs typeface="Segoe UI" panose="020B0502040204020203" pitchFamily="34" charset="0"/>
            </a:endParaRPr>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20</a:t>
            </a:fld>
            <a:endParaRPr lang="en-CA"/>
          </a:p>
        </p:txBody>
      </p:sp>
    </p:spTree>
    <p:extLst>
      <p:ext uri="{BB962C8B-B14F-4D97-AF65-F5344CB8AC3E}">
        <p14:creationId xmlns:p14="http://schemas.microsoft.com/office/powerpoint/2010/main" val="2051261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22</a:t>
            </a:fld>
            <a:endParaRPr lang="en-CA"/>
          </a:p>
        </p:txBody>
      </p:sp>
    </p:spTree>
    <p:extLst>
      <p:ext uri="{BB962C8B-B14F-4D97-AF65-F5344CB8AC3E}">
        <p14:creationId xmlns:p14="http://schemas.microsoft.com/office/powerpoint/2010/main" val="1806017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23</a:t>
            </a:fld>
            <a:endParaRPr lang="en-CA"/>
          </a:p>
        </p:txBody>
      </p:sp>
    </p:spTree>
    <p:extLst>
      <p:ext uri="{BB962C8B-B14F-4D97-AF65-F5344CB8AC3E}">
        <p14:creationId xmlns:p14="http://schemas.microsoft.com/office/powerpoint/2010/main" val="36438374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24</a:t>
            </a:fld>
            <a:endParaRPr lang="en-CA"/>
          </a:p>
        </p:txBody>
      </p:sp>
    </p:spTree>
    <p:extLst>
      <p:ext uri="{BB962C8B-B14F-4D97-AF65-F5344CB8AC3E}">
        <p14:creationId xmlns:p14="http://schemas.microsoft.com/office/powerpoint/2010/main" val="249104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26</a:t>
            </a:fld>
            <a:endParaRPr lang="en-CA"/>
          </a:p>
        </p:txBody>
      </p:sp>
    </p:spTree>
    <p:extLst>
      <p:ext uri="{BB962C8B-B14F-4D97-AF65-F5344CB8AC3E}">
        <p14:creationId xmlns:p14="http://schemas.microsoft.com/office/powerpoint/2010/main" val="3041202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28</a:t>
            </a:fld>
            <a:endParaRPr lang="en-CA"/>
          </a:p>
        </p:txBody>
      </p:sp>
    </p:spTree>
    <p:extLst>
      <p:ext uri="{BB962C8B-B14F-4D97-AF65-F5344CB8AC3E}">
        <p14:creationId xmlns:p14="http://schemas.microsoft.com/office/powerpoint/2010/main" val="2826004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ct val="130000"/>
              </a:lnSpc>
              <a:buFont typeface="Arial" panose="020B0604020202020204" pitchFamily="34" charset="0"/>
              <a:buNone/>
            </a:pPr>
            <a:endParaRPr lang="en-US" sz="1200" b="0" cap="none" dirty="0">
              <a:solidFill>
                <a:schemeClr val="tx2"/>
              </a:solidFill>
              <a:latin typeface="Abadi" panose="020B0604020104020204" pitchFamily="34" charset="0"/>
            </a:endParaRPr>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29</a:t>
            </a:fld>
            <a:endParaRPr lang="en-CA"/>
          </a:p>
        </p:txBody>
      </p:sp>
    </p:spTree>
    <p:extLst>
      <p:ext uri="{BB962C8B-B14F-4D97-AF65-F5344CB8AC3E}">
        <p14:creationId xmlns:p14="http://schemas.microsoft.com/office/powerpoint/2010/main" val="26781113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31</a:t>
            </a:fld>
            <a:endParaRPr lang="en-CA"/>
          </a:p>
        </p:txBody>
      </p:sp>
    </p:spTree>
    <p:extLst>
      <p:ext uri="{BB962C8B-B14F-4D97-AF65-F5344CB8AC3E}">
        <p14:creationId xmlns:p14="http://schemas.microsoft.com/office/powerpoint/2010/main" val="3612046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32</a:t>
            </a:fld>
            <a:endParaRPr lang="en-CA"/>
          </a:p>
        </p:txBody>
      </p:sp>
    </p:spTree>
    <p:extLst>
      <p:ext uri="{BB962C8B-B14F-4D97-AF65-F5344CB8AC3E}">
        <p14:creationId xmlns:p14="http://schemas.microsoft.com/office/powerpoint/2010/main" val="3743409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33</a:t>
            </a:fld>
            <a:endParaRPr lang="en-CA"/>
          </a:p>
        </p:txBody>
      </p:sp>
    </p:spTree>
    <p:extLst>
      <p:ext uri="{BB962C8B-B14F-4D97-AF65-F5344CB8AC3E}">
        <p14:creationId xmlns:p14="http://schemas.microsoft.com/office/powerpoint/2010/main" val="2649802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34</a:t>
            </a:fld>
            <a:endParaRPr lang="en-CA"/>
          </a:p>
        </p:txBody>
      </p:sp>
    </p:spTree>
    <p:extLst>
      <p:ext uri="{BB962C8B-B14F-4D97-AF65-F5344CB8AC3E}">
        <p14:creationId xmlns:p14="http://schemas.microsoft.com/office/powerpoint/2010/main" val="6103730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35</a:t>
            </a:fld>
            <a:endParaRPr lang="en-CA"/>
          </a:p>
        </p:txBody>
      </p:sp>
    </p:spTree>
    <p:extLst>
      <p:ext uri="{BB962C8B-B14F-4D97-AF65-F5344CB8AC3E}">
        <p14:creationId xmlns:p14="http://schemas.microsoft.com/office/powerpoint/2010/main" val="21205473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36</a:t>
            </a:fld>
            <a:endParaRPr lang="en-CA"/>
          </a:p>
        </p:txBody>
      </p:sp>
    </p:spTree>
    <p:extLst>
      <p:ext uri="{BB962C8B-B14F-4D97-AF65-F5344CB8AC3E}">
        <p14:creationId xmlns:p14="http://schemas.microsoft.com/office/powerpoint/2010/main" val="22256742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37</a:t>
            </a:fld>
            <a:endParaRPr lang="en-CA"/>
          </a:p>
        </p:txBody>
      </p:sp>
    </p:spTree>
    <p:extLst>
      <p:ext uri="{BB962C8B-B14F-4D97-AF65-F5344CB8AC3E}">
        <p14:creationId xmlns:p14="http://schemas.microsoft.com/office/powerpoint/2010/main" val="42724147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40</a:t>
            </a:fld>
            <a:endParaRPr lang="en-CA"/>
          </a:p>
        </p:txBody>
      </p:sp>
    </p:spTree>
    <p:extLst>
      <p:ext uri="{BB962C8B-B14F-4D97-AF65-F5344CB8AC3E}">
        <p14:creationId xmlns:p14="http://schemas.microsoft.com/office/powerpoint/2010/main" val="1504122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B4FA5FA9-7139-4C72-AA69-017BCD15C1C5}" type="slidenum">
              <a:rPr lang="en-CA" smtClean="0"/>
              <a:t>43</a:t>
            </a:fld>
            <a:endParaRPr lang="en-CA"/>
          </a:p>
        </p:txBody>
      </p:sp>
    </p:spTree>
    <p:extLst>
      <p:ext uri="{BB962C8B-B14F-4D97-AF65-F5344CB8AC3E}">
        <p14:creationId xmlns:p14="http://schemas.microsoft.com/office/powerpoint/2010/main" val="35007015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45</a:t>
            </a:fld>
            <a:endParaRPr lang="en-CA"/>
          </a:p>
        </p:txBody>
      </p:sp>
    </p:spTree>
    <p:extLst>
      <p:ext uri="{BB962C8B-B14F-4D97-AF65-F5344CB8AC3E}">
        <p14:creationId xmlns:p14="http://schemas.microsoft.com/office/powerpoint/2010/main" val="718984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49</a:t>
            </a:fld>
            <a:endParaRPr lang="en-CA"/>
          </a:p>
        </p:txBody>
      </p:sp>
    </p:spTree>
    <p:extLst>
      <p:ext uri="{BB962C8B-B14F-4D97-AF65-F5344CB8AC3E}">
        <p14:creationId xmlns:p14="http://schemas.microsoft.com/office/powerpoint/2010/main" val="28271457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52</a:t>
            </a:fld>
            <a:endParaRPr lang="en-CA"/>
          </a:p>
        </p:txBody>
      </p:sp>
    </p:spTree>
    <p:extLst>
      <p:ext uri="{BB962C8B-B14F-4D97-AF65-F5344CB8AC3E}">
        <p14:creationId xmlns:p14="http://schemas.microsoft.com/office/powerpoint/2010/main" val="3610266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53</a:t>
            </a:fld>
            <a:endParaRPr lang="en-CA"/>
          </a:p>
        </p:txBody>
      </p:sp>
    </p:spTree>
    <p:extLst>
      <p:ext uri="{BB962C8B-B14F-4D97-AF65-F5344CB8AC3E}">
        <p14:creationId xmlns:p14="http://schemas.microsoft.com/office/powerpoint/2010/main" val="62909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58</a:t>
            </a:fld>
            <a:endParaRPr lang="en-CA"/>
          </a:p>
        </p:txBody>
      </p:sp>
    </p:spTree>
    <p:extLst>
      <p:ext uri="{BB962C8B-B14F-4D97-AF65-F5344CB8AC3E}">
        <p14:creationId xmlns:p14="http://schemas.microsoft.com/office/powerpoint/2010/main" val="40176820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60</a:t>
            </a:fld>
            <a:endParaRPr lang="en-CA"/>
          </a:p>
        </p:txBody>
      </p:sp>
    </p:spTree>
    <p:extLst>
      <p:ext uri="{BB962C8B-B14F-4D97-AF65-F5344CB8AC3E}">
        <p14:creationId xmlns:p14="http://schemas.microsoft.com/office/powerpoint/2010/main" val="10857034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61</a:t>
            </a:fld>
            <a:endParaRPr lang="en-CA"/>
          </a:p>
        </p:txBody>
      </p:sp>
    </p:spTree>
    <p:extLst>
      <p:ext uri="{BB962C8B-B14F-4D97-AF65-F5344CB8AC3E}">
        <p14:creationId xmlns:p14="http://schemas.microsoft.com/office/powerpoint/2010/main" val="32246250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68</a:t>
            </a:fld>
            <a:endParaRPr lang="en-CA"/>
          </a:p>
        </p:txBody>
      </p:sp>
    </p:spTree>
    <p:extLst>
      <p:ext uri="{BB962C8B-B14F-4D97-AF65-F5344CB8AC3E}">
        <p14:creationId xmlns:p14="http://schemas.microsoft.com/office/powerpoint/2010/main" val="42658625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70</a:t>
            </a:fld>
            <a:endParaRPr lang="en-CA"/>
          </a:p>
        </p:txBody>
      </p:sp>
    </p:spTree>
    <p:extLst>
      <p:ext uri="{BB962C8B-B14F-4D97-AF65-F5344CB8AC3E}">
        <p14:creationId xmlns:p14="http://schemas.microsoft.com/office/powerpoint/2010/main" val="31702661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400"/>
              </a:spcBef>
              <a:spcAft>
                <a:spcPts val="400"/>
              </a:spcAft>
              <a:buClrTx/>
              <a:buSzPts val="1000"/>
              <a:buFont typeface="Times New Roman" panose="02020603050405020304" pitchFamily="18" charset="0"/>
              <a:buNone/>
              <a:tabLst/>
              <a:defRPr/>
            </a:pPr>
            <a:endParaRPr lang="en-CA" sz="1800" dirty="0">
              <a:effectLst/>
              <a:latin typeface="Segoe UI" panose="020B0502040204020203" pitchFamily="34" charset="0"/>
              <a:ea typeface="Segoe UI" panose="020B0502040204020203" pitchFamily="34" charset="0"/>
              <a:cs typeface="Segoe UI" panose="020B0502040204020203" pitchFamily="34" charset="0"/>
            </a:endParaRPr>
          </a:p>
          <a:p>
            <a:pPr marL="0" lvl="0" indent="0">
              <a:spcBef>
                <a:spcPts val="400"/>
              </a:spcBef>
              <a:spcAft>
                <a:spcPts val="400"/>
              </a:spcAft>
              <a:buSzPts val="1000"/>
              <a:buFont typeface="Times New Roman" panose="02020603050405020304" pitchFamily="18" charset="0"/>
              <a:buNone/>
            </a:pPr>
            <a:endParaRPr lang="en-CA" sz="1800"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5"/>
          </p:nvPr>
        </p:nvSpPr>
        <p:spPr/>
        <p:txBody>
          <a:bodyPr/>
          <a:lstStyle/>
          <a:p>
            <a:fld id="{B4FA5FA9-7139-4C72-AA69-017BCD15C1C5}" type="slidenum">
              <a:rPr lang="en-CA" smtClean="0"/>
              <a:t>71</a:t>
            </a:fld>
            <a:endParaRPr lang="en-CA"/>
          </a:p>
        </p:txBody>
      </p:sp>
    </p:spTree>
    <p:extLst>
      <p:ext uri="{BB962C8B-B14F-4D97-AF65-F5344CB8AC3E}">
        <p14:creationId xmlns:p14="http://schemas.microsoft.com/office/powerpoint/2010/main" val="42350280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72</a:t>
            </a:fld>
            <a:endParaRPr lang="en-CA"/>
          </a:p>
        </p:txBody>
      </p:sp>
    </p:spTree>
    <p:extLst>
      <p:ext uri="{BB962C8B-B14F-4D97-AF65-F5344CB8AC3E}">
        <p14:creationId xmlns:p14="http://schemas.microsoft.com/office/powerpoint/2010/main" val="32502814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5"/>
          </p:nvPr>
        </p:nvSpPr>
        <p:spPr/>
        <p:txBody>
          <a:bodyPr/>
          <a:lstStyle/>
          <a:p>
            <a:fld id="{B4FA5FA9-7139-4C72-AA69-017BCD15C1C5}" type="slidenum">
              <a:rPr lang="en-CA" smtClean="0"/>
              <a:t>73</a:t>
            </a:fld>
            <a:endParaRPr lang="en-CA"/>
          </a:p>
        </p:txBody>
      </p:sp>
    </p:spTree>
    <p:extLst>
      <p:ext uri="{BB962C8B-B14F-4D97-AF65-F5344CB8AC3E}">
        <p14:creationId xmlns:p14="http://schemas.microsoft.com/office/powerpoint/2010/main" val="280370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74</a:t>
            </a:fld>
            <a:endParaRPr lang="en-CA"/>
          </a:p>
        </p:txBody>
      </p:sp>
    </p:spTree>
    <p:extLst>
      <p:ext uri="{BB962C8B-B14F-4D97-AF65-F5344CB8AC3E}">
        <p14:creationId xmlns:p14="http://schemas.microsoft.com/office/powerpoint/2010/main" val="13086129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75</a:t>
            </a:fld>
            <a:endParaRPr lang="en-CA"/>
          </a:p>
        </p:txBody>
      </p:sp>
    </p:spTree>
    <p:extLst>
      <p:ext uri="{BB962C8B-B14F-4D97-AF65-F5344CB8AC3E}">
        <p14:creationId xmlns:p14="http://schemas.microsoft.com/office/powerpoint/2010/main" val="32761619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76</a:t>
            </a:fld>
            <a:endParaRPr lang="en-CA"/>
          </a:p>
        </p:txBody>
      </p:sp>
    </p:spTree>
    <p:extLst>
      <p:ext uri="{BB962C8B-B14F-4D97-AF65-F5344CB8AC3E}">
        <p14:creationId xmlns:p14="http://schemas.microsoft.com/office/powerpoint/2010/main" val="21853073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457200">
              <a:lnSpc>
                <a:spcPct val="150000"/>
              </a:lnSpc>
              <a:buFont typeface="+mj-lt"/>
              <a:buAutoNum type="arabicPeriod" startAt="6"/>
            </a:pPr>
            <a:endParaRPr lang="en-US" sz="1200"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77</a:t>
            </a:fld>
            <a:endParaRPr lang="en-CA"/>
          </a:p>
        </p:txBody>
      </p:sp>
    </p:spTree>
    <p:extLst>
      <p:ext uri="{BB962C8B-B14F-4D97-AF65-F5344CB8AC3E}">
        <p14:creationId xmlns:p14="http://schemas.microsoft.com/office/powerpoint/2010/main" val="24696162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79</a:t>
            </a:fld>
            <a:endParaRPr lang="en-CA"/>
          </a:p>
        </p:txBody>
      </p:sp>
    </p:spTree>
    <p:extLst>
      <p:ext uri="{BB962C8B-B14F-4D97-AF65-F5344CB8AC3E}">
        <p14:creationId xmlns:p14="http://schemas.microsoft.com/office/powerpoint/2010/main" val="39342815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80</a:t>
            </a:fld>
            <a:endParaRPr lang="en-CA"/>
          </a:p>
        </p:txBody>
      </p:sp>
    </p:spTree>
    <p:extLst>
      <p:ext uri="{BB962C8B-B14F-4D97-AF65-F5344CB8AC3E}">
        <p14:creationId xmlns:p14="http://schemas.microsoft.com/office/powerpoint/2010/main" val="1986643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4.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5.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6.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7.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8.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9.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38.xml"/><Relationship Id="rId7" Type="http://schemas.openxmlformats.org/officeDocument/2006/relationships/image" Target="../media/image10.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3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12.png"/><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13.png"/><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4.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4.png"/><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15.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16.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7.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 Id="rId4"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18.png"/><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19.png"/><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20.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6.xml"/></Relationships>
</file>

<file path=ppt/slides/_rels/slide31.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21.png"/><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22.png"/><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image" Target="../media/image23.png"/><Relationship Id="rId5" Type="http://schemas.openxmlformats.org/officeDocument/2006/relationships/notesSlide" Target="../notesSlides/notesSlide21.xml"/><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24.png"/><Relationship Id="rId5" Type="http://schemas.openxmlformats.org/officeDocument/2006/relationships/notesSlide" Target="../notesSlides/notesSlide22.xml"/><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image" Target="../media/image25.png"/><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26.png"/><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97.xml"/><Relationship Id="rId7" Type="http://schemas.openxmlformats.org/officeDocument/2006/relationships/image" Target="../media/image27.pn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tags" Target="../tags/tag98.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9.xml"/></Relationships>
</file>

<file path=ppt/slides/_rels/slide39.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image" Target="../media/image21.png"/><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29.png"/><Relationship Id="rId5" Type="http://schemas.openxmlformats.org/officeDocument/2006/relationships/notesSlide" Target="../notesSlides/notesSlide26.xml"/><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5" Type="http://schemas.openxmlformats.org/officeDocument/2006/relationships/image" Target="../media/image30.png"/><Relationship Id="rId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26.png"/><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31.png"/><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5" Type="http://schemas.openxmlformats.org/officeDocument/2006/relationships/image" Target="../media/image32.png"/><Relationship Id="rId4"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33.png"/><Relationship Id="rId5" Type="http://schemas.openxmlformats.org/officeDocument/2006/relationships/notesSlide" Target="../notesSlides/notesSlide28.xml"/><Relationship Id="rId4"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tags" Target="../tags/tag123.xml"/><Relationship Id="rId7" Type="http://schemas.openxmlformats.org/officeDocument/2006/relationships/image" Target="../media/image35.png"/><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image" Target="../media/image34.png"/><Relationship Id="rId5" Type="http://schemas.openxmlformats.org/officeDocument/2006/relationships/slideLayout" Target="../slideLayouts/slideLayout2.xml"/><Relationship Id="rId4" Type="http://schemas.openxmlformats.org/officeDocument/2006/relationships/tags" Target="../tags/tag124.xml"/></Relationships>
</file>

<file path=ppt/slides/_rels/slide47.xml.rels><?xml version="1.0" encoding="UTF-8" standalone="yes"?>
<Relationships xmlns="http://schemas.openxmlformats.org/package/2006/relationships"><Relationship Id="rId3" Type="http://schemas.openxmlformats.org/officeDocument/2006/relationships/tags" Target="../tags/tag127.xml"/><Relationship Id="rId7" Type="http://schemas.openxmlformats.org/officeDocument/2006/relationships/image" Target="../media/image28.png"/><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image" Target="../media/image36.png"/><Relationship Id="rId5" Type="http://schemas.openxmlformats.org/officeDocument/2006/relationships/slideLayout" Target="../slideLayouts/slideLayout2.xml"/><Relationship Id="rId4" Type="http://schemas.openxmlformats.org/officeDocument/2006/relationships/tags" Target="../tags/tag128.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9.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 Id="rId4" Type="http://schemas.openxmlformats.org/officeDocument/2006/relationships/notesSlide" Target="../notesSlides/notesSlide29.xml"/></Relationships>
</file>

<file path=ppt/slides/_rels/slide50.xml.rels><?xml version="1.0" encoding="UTF-8" standalone="yes"?>
<Relationships xmlns="http://schemas.openxmlformats.org/package/2006/relationships"><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 Id="rId5" Type="http://schemas.openxmlformats.org/officeDocument/2006/relationships/image" Target="../media/image37.png"/><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 Id="rId5" Type="http://schemas.openxmlformats.org/officeDocument/2006/relationships/image" Target="../media/image38.png"/><Relationship Id="rId4"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tags" Target="../tags/tag140.xml"/><Relationship Id="rId7" Type="http://schemas.openxmlformats.org/officeDocument/2006/relationships/image" Target="../media/image40.png"/><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image" Target="../media/image39.png"/><Relationship Id="rId5" Type="http://schemas.openxmlformats.org/officeDocument/2006/relationships/notesSlide" Target="../notesSlides/notesSlide30.xml"/><Relationship Id="rId4"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image" Target="../media/image41.png"/><Relationship Id="rId5" Type="http://schemas.openxmlformats.org/officeDocument/2006/relationships/notesSlide" Target="../notesSlides/notesSlide31.xml"/><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4.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6.xml"/><Relationship Id="rId1" Type="http://schemas.openxmlformats.org/officeDocument/2006/relationships/tags" Target="../tags/tag145.xml"/></Relationships>
</file>

<file path=ppt/slides/_rels/slide57.xml.rels><?xml version="1.0" encoding="UTF-8" standalone="yes"?>
<Relationships xmlns="http://schemas.openxmlformats.org/package/2006/relationships"><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 Id="rId5" Type="http://schemas.openxmlformats.org/officeDocument/2006/relationships/image" Target="../media/image43.png"/><Relationship Id="rId4"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image" Target="../media/image44.png"/><Relationship Id="rId5" Type="http://schemas.openxmlformats.org/officeDocument/2006/relationships/notesSlide" Target="../notesSlides/notesSlide32.xml"/><Relationship Id="rId4"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 Id="rId5" Type="http://schemas.openxmlformats.org/officeDocument/2006/relationships/image" Target="../media/image45.png"/><Relationship Id="rId4"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tags" Target="../tags/tag158.xml"/><Relationship Id="rId7" Type="http://schemas.openxmlformats.org/officeDocument/2006/relationships/image" Target="../media/image46.png"/><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notesSlide" Target="../notesSlides/notesSlide33.xml"/><Relationship Id="rId5" Type="http://schemas.openxmlformats.org/officeDocument/2006/relationships/slideLayout" Target="../slideLayouts/slideLayout2.xml"/><Relationship Id="rId4" Type="http://schemas.openxmlformats.org/officeDocument/2006/relationships/tags" Target="../tags/tag159.xml"/></Relationships>
</file>

<file path=ppt/slides/_rels/slide61.xml.rels><?xml version="1.0" encoding="UTF-8" standalone="yes"?>
<Relationships xmlns="http://schemas.openxmlformats.org/package/2006/relationships"><Relationship Id="rId3" Type="http://schemas.openxmlformats.org/officeDocument/2006/relationships/tags" Target="../tags/tag162.xml"/><Relationship Id="rId7" Type="http://schemas.openxmlformats.org/officeDocument/2006/relationships/image" Target="../media/image49.png"/><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image" Target="../media/image48.png"/><Relationship Id="rId5" Type="http://schemas.openxmlformats.org/officeDocument/2006/relationships/notesSlide" Target="../notesSlides/notesSlide34.xml"/><Relationship Id="rId4"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3.xml"/></Relationships>
</file>

<file path=ppt/slides/_rels/slide63.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5" Type="http://schemas.openxmlformats.org/officeDocument/2006/relationships/image" Target="../media/image21.png"/><Relationship Id="rId4"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 Id="rId5" Type="http://schemas.openxmlformats.org/officeDocument/2006/relationships/image" Target="../media/image50.png"/><Relationship Id="rId4"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5" Type="http://schemas.openxmlformats.org/officeDocument/2006/relationships/image" Target="../media/image51.png"/><Relationship Id="rId4"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tags" Target="../tags/tag175.xml"/><Relationship Id="rId7" Type="http://schemas.openxmlformats.org/officeDocument/2006/relationships/image" Target="../media/image53.png"/><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image" Target="../media/image52.png"/><Relationship Id="rId5" Type="http://schemas.openxmlformats.org/officeDocument/2006/relationships/slideLayout" Target="../slideLayouts/slideLayout2.xml"/><Relationship Id="rId4" Type="http://schemas.openxmlformats.org/officeDocument/2006/relationships/tags" Target="../tags/tag176.xml"/></Relationships>
</file>

<file path=ppt/slides/_rels/slide67.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image" Target="../media/image54.png"/><Relationship Id="rId4"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image" Target="../media/image55.png"/><Relationship Id="rId5" Type="http://schemas.openxmlformats.org/officeDocument/2006/relationships/notesSlide" Target="../notesSlides/notesSlide35.xml"/><Relationship Id="rId4"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tags" Target="../tags/tag185.xml"/><Relationship Id="rId7" Type="http://schemas.openxmlformats.org/officeDocument/2006/relationships/image" Target="../media/image57.png"/><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image" Target="../media/image56.png"/><Relationship Id="rId5" Type="http://schemas.openxmlformats.org/officeDocument/2006/relationships/slideLayout" Target="../slideLayouts/slideLayout2.xml"/><Relationship Id="rId4" Type="http://schemas.openxmlformats.org/officeDocument/2006/relationships/tags" Target="../tags/tag186.xml"/></Relationships>
</file>

<file path=ppt/slides/_rels/slide70.xml.rels><?xml version="1.0" encoding="UTF-8" standalone="yes"?>
<Relationships xmlns="http://schemas.openxmlformats.org/package/2006/relationships"><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image" Target="../media/image12.png"/><Relationship Id="rId5" Type="http://schemas.openxmlformats.org/officeDocument/2006/relationships/notesSlide" Target="../notesSlides/notesSlide36.xml"/><Relationship Id="rId4"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image" Target="../media/image58.png"/><Relationship Id="rId5" Type="http://schemas.openxmlformats.org/officeDocument/2006/relationships/notesSlide" Target="../notesSlides/notesSlide37.xml"/><Relationship Id="rId4"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image" Target="../media/image59.png"/><Relationship Id="rId5" Type="http://schemas.openxmlformats.org/officeDocument/2006/relationships/notesSlide" Target="../notesSlides/notesSlide38.xml"/><Relationship Id="rId4"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tags" Target="../tags/tag198.xml"/><Relationship Id="rId7" Type="http://schemas.openxmlformats.org/officeDocument/2006/relationships/image" Target="../media/image60.png"/><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notesSlide" Target="../notesSlides/notesSlide39.xml"/><Relationship Id="rId5" Type="http://schemas.openxmlformats.org/officeDocument/2006/relationships/slideLayout" Target="../slideLayouts/slideLayout2.xml"/><Relationship Id="rId4" Type="http://schemas.openxmlformats.org/officeDocument/2006/relationships/tags" Target="../tags/tag199.xml"/></Relationships>
</file>

<file path=ppt/slides/_rels/slide74.xml.rels><?xml version="1.0" encoding="UTF-8" standalone="yes"?>
<Relationships xmlns="http://schemas.openxmlformats.org/package/2006/relationships"><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image" Target="../media/image62.png"/><Relationship Id="rId5" Type="http://schemas.openxmlformats.org/officeDocument/2006/relationships/notesSlide" Target="../notesSlides/notesSlide40.xml"/><Relationship Id="rId4"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image" Target="../media/image63.png"/><Relationship Id="rId5" Type="http://schemas.openxmlformats.org/officeDocument/2006/relationships/notesSlide" Target="../notesSlides/notesSlide41.xml"/><Relationship Id="rId4"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tags" Target="../tags/tag206.xml"/><Relationship Id="rId6" Type="http://schemas.openxmlformats.org/officeDocument/2006/relationships/image" Target="../media/image64.png"/><Relationship Id="rId5" Type="http://schemas.openxmlformats.org/officeDocument/2006/relationships/notesSlide" Target="../notesSlides/notesSlide42.xml"/><Relationship Id="rId4"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tags" Target="../tags/tag211.xml"/><Relationship Id="rId7" Type="http://schemas.openxmlformats.org/officeDocument/2006/relationships/image" Target="../media/image65.png"/><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notesSlide" Target="../notesSlides/notesSlide43.xml"/><Relationship Id="rId5" Type="http://schemas.openxmlformats.org/officeDocument/2006/relationships/slideLayout" Target="../slideLayouts/slideLayout2.xml"/><Relationship Id="rId4" Type="http://schemas.openxmlformats.org/officeDocument/2006/relationships/tags" Target="../tags/tag212.xml"/></Relationships>
</file>

<file path=ppt/slides/_rels/slide78.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5" Type="http://schemas.openxmlformats.org/officeDocument/2006/relationships/image" Target="../media/image67.png"/><Relationship Id="rId4"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image" Target="../media/image68.png"/><Relationship Id="rId5" Type="http://schemas.openxmlformats.org/officeDocument/2006/relationships/notesSlide" Target="../notesSlides/notesSlide44.xml"/><Relationship Id="rId4"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tags" Target="../tags/tag221.xml"/><Relationship Id="rId7" Type="http://schemas.openxmlformats.org/officeDocument/2006/relationships/notesSlide" Target="../notesSlides/notesSlide45.xml"/><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slideLayout" Target="../slideLayouts/slideLayout2.xml"/><Relationship Id="rId5" Type="http://schemas.openxmlformats.org/officeDocument/2006/relationships/tags" Target="../tags/tag223.xml"/><Relationship Id="rId10" Type="http://schemas.openxmlformats.org/officeDocument/2006/relationships/image" Target="../media/image71.png"/><Relationship Id="rId4" Type="http://schemas.openxmlformats.org/officeDocument/2006/relationships/tags" Target="../tags/tag222.xml"/><Relationship Id="rId9"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lstStyle/>
          <a:p>
            <a:r>
              <a:rPr lang="en-CA" sz="4400" b="1" dirty="0"/>
              <a:t>Outbound Order Process</a:t>
            </a:r>
            <a:endParaRPr lang="en-US" sz="4400" b="1" dirty="0"/>
          </a:p>
        </p:txBody>
      </p:sp>
      <p:sp>
        <p:nvSpPr>
          <p:cNvPr id="3" name="Subtitle 2"/>
          <p:cNvSpPr>
            <a:spLocks noGrp="1"/>
          </p:cNvSpPr>
          <p:nvPr>
            <p:ph type="subTitle" idx="1"/>
            <p:custDataLst>
              <p:tags r:id="rId2"/>
            </p:custDataLst>
          </p:nvPr>
        </p:nvSpPr>
        <p:spPr/>
        <p:txBody>
          <a:bodyPr/>
          <a:lstStyle/>
          <a:p>
            <a:r>
              <a:rPr lang="en-CA" sz="2800" dirty="0"/>
              <a:t> WMS 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xmlns="" id="{37B56F8A-6BEF-459C-AFA4-6D790D24F1CB}"/>
              </a:ext>
            </a:extLst>
          </p:cNvPr>
          <p:cNvSpPr>
            <a:spLocks noGrp="1"/>
          </p:cNvSpPr>
          <p:nvPr>
            <p:ph idx="1"/>
            <p:custDataLst>
              <p:tags r:id="rId2"/>
            </p:custDataLst>
          </p:nvPr>
        </p:nvSpPr>
        <p:spPr>
          <a:xfrm>
            <a:off x="838200" y="1365236"/>
            <a:ext cx="10515600" cy="4351338"/>
          </a:xfrm>
        </p:spPr>
        <p:txBody>
          <a:bodyPr/>
          <a:lstStyle/>
          <a:p>
            <a:pPr marL="0" indent="0" algn="just">
              <a:lnSpc>
                <a:spcPct val="100000"/>
              </a:lnSpc>
              <a:buNone/>
            </a:pPr>
            <a:r>
              <a:rPr lang="en-CA" sz="2000" dirty="0"/>
              <a:t>Staging Table Summary...........................................................................................................................3</a:t>
            </a:r>
          </a:p>
          <a:p>
            <a:pPr marL="0" indent="0" algn="just">
              <a:lnSpc>
                <a:spcPct val="100000"/>
              </a:lnSpc>
              <a:buNone/>
            </a:pPr>
            <a:r>
              <a:rPr lang="en-CA" sz="2000" dirty="0"/>
              <a:t>Container Consolidation.........................................................................................................................9</a:t>
            </a:r>
          </a:p>
          <a:p>
            <a:pPr marL="0" indent="0" algn="just">
              <a:lnSpc>
                <a:spcPct val="100000"/>
              </a:lnSpc>
              <a:buNone/>
            </a:pPr>
            <a:r>
              <a:rPr lang="en-CA" sz="2000" dirty="0"/>
              <a:t>	Container Build.........................................................................................................................9</a:t>
            </a:r>
          </a:p>
          <a:p>
            <a:pPr marL="0" indent="0" algn="just">
              <a:lnSpc>
                <a:spcPct val="100000"/>
              </a:lnSpc>
              <a:buNone/>
            </a:pPr>
            <a:r>
              <a:rPr lang="en-CA" sz="2000" dirty="0"/>
              <a:t>	Container Merge ...................................................................................................................16 </a:t>
            </a:r>
          </a:p>
          <a:p>
            <a:pPr marL="0" indent="0" algn="just">
              <a:lnSpc>
                <a:spcPct val="100000"/>
              </a:lnSpc>
              <a:buNone/>
            </a:pPr>
            <a:r>
              <a:rPr lang="en-CA" sz="2000" dirty="0"/>
              <a:t>Shipment Edit.......................................................................................................................................25 </a:t>
            </a:r>
          </a:p>
          <a:p>
            <a:pPr marL="0" indent="0" algn="just">
              <a:lnSpc>
                <a:spcPct val="100000"/>
              </a:lnSpc>
              <a:buNone/>
            </a:pPr>
            <a:r>
              <a:rPr lang="en-CA" sz="2000" dirty="0"/>
              <a:t>Shipping Activities................................................................................................................................30 </a:t>
            </a:r>
          </a:p>
          <a:p>
            <a:pPr marL="0" indent="0" algn="just">
              <a:lnSpc>
                <a:spcPct val="100000"/>
              </a:lnSpc>
              <a:buNone/>
            </a:pPr>
            <a:r>
              <a:rPr lang="en-CA" sz="2000" dirty="0"/>
              <a:t>	Parcel......................................................................................................................................30 </a:t>
            </a:r>
          </a:p>
          <a:p>
            <a:pPr marL="0" indent="0" algn="just">
              <a:lnSpc>
                <a:spcPct val="100000"/>
              </a:lnSpc>
              <a:buNone/>
            </a:pPr>
            <a:r>
              <a:rPr lang="en-CA" sz="2000" dirty="0"/>
              <a:t>	LTL………………….......................................................................................................................38</a:t>
            </a:r>
          </a:p>
          <a:p>
            <a:pPr marL="0" indent="0" algn="just">
              <a:lnSpc>
                <a:spcPct val="100000"/>
              </a:lnSpc>
              <a:buNone/>
            </a:pPr>
            <a:r>
              <a:rPr lang="en-CA" sz="2000" dirty="0"/>
              <a:t>Manifest Generation…….......................................................................................................................48 </a:t>
            </a:r>
          </a:p>
          <a:p>
            <a:pPr marL="0" indent="0" algn="just">
              <a:lnSpc>
                <a:spcPct val="100000"/>
              </a:lnSpc>
              <a:buNone/>
            </a:pPr>
            <a:r>
              <a:rPr lang="en-CA" sz="2000" dirty="0"/>
              <a:t>Shipment Completion…........................................................................................................................55 </a:t>
            </a:r>
          </a:p>
          <a:p>
            <a:pPr marL="0" indent="0" algn="just">
              <a:lnSpc>
                <a:spcPct val="100000"/>
              </a:lnSpc>
              <a:buNone/>
            </a:pPr>
            <a:r>
              <a:rPr lang="en-CA" sz="2000" dirty="0"/>
              <a:t>Exception – Cancelled Order……………………..........................................................................................62</a:t>
            </a:r>
          </a:p>
          <a:p>
            <a:pPr marL="0" indent="0" algn="just">
              <a:lnSpc>
                <a:spcPct val="100000"/>
              </a:lnSpc>
              <a:buNone/>
            </a:pPr>
            <a:endParaRPr lang="en-CA" sz="2000" dirty="0"/>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Staging Table Summary</a:t>
            </a:r>
          </a:p>
        </p:txBody>
      </p:sp>
    </p:spTree>
    <p:extLst>
      <p:ext uri="{BB962C8B-B14F-4D97-AF65-F5344CB8AC3E}">
        <p14:creationId xmlns:p14="http://schemas.microsoft.com/office/powerpoint/2010/main" val="493686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2C30DD-3CDB-4BF7-BB15-802D6537754E}"/>
              </a:ext>
            </a:extLst>
          </p:cNvPr>
          <p:cNvSpPr>
            <a:spLocks noGrp="1"/>
          </p:cNvSpPr>
          <p:nvPr>
            <p:ph type="title"/>
            <p:custDataLst>
              <p:tags r:id="rId1"/>
            </p:custDataLst>
          </p:nvPr>
        </p:nvSpPr>
        <p:spPr/>
        <p:txBody>
          <a:bodyPr/>
          <a:lstStyle/>
          <a:p>
            <a:r>
              <a:rPr lang="en-CA" sz="3600" dirty="0"/>
              <a:t>Staging Table Summary</a:t>
            </a:r>
            <a:endParaRPr lang="en-CA" dirty="0"/>
          </a:p>
        </p:txBody>
      </p:sp>
      <p:sp>
        <p:nvSpPr>
          <p:cNvPr id="8" name="Content Placeholder 2">
            <a:extLst>
              <a:ext uri="{FF2B5EF4-FFF2-40B4-BE49-F238E27FC236}">
                <a16:creationId xmlns:a16="http://schemas.microsoft.com/office/drawing/2014/main" xmlns="" id="{22D07A49-DCCF-4596-B459-F110CEA75CB0}"/>
              </a:ext>
            </a:extLst>
          </p:cNvPr>
          <p:cNvSpPr>
            <a:spLocks noGrp="1"/>
          </p:cNvSpPr>
          <p:nvPr>
            <p:ph idx="1"/>
            <p:custDataLst>
              <p:tags r:id="rId2"/>
            </p:custDataLst>
          </p:nvPr>
        </p:nvSpPr>
        <p:spPr>
          <a:xfrm>
            <a:off x="669387" y="1344706"/>
            <a:ext cx="10684413" cy="4733783"/>
          </a:xfrm>
        </p:spPr>
        <p:txBody>
          <a:bodyPr/>
          <a:lstStyle/>
          <a:p>
            <a:pPr algn="just">
              <a:lnSpc>
                <a:spcPct val="150000"/>
              </a:lnSpc>
            </a:pPr>
            <a:r>
              <a:rPr lang="en-US" dirty="0"/>
              <a:t>The Staging Table Summary view is designed to facilitate the identification and correction of errors in the staging tables. It provides a list of all entry point staging tables for which an error has occurred during the data transfer process from the DMS to the WMS. </a:t>
            </a:r>
          </a:p>
          <a:p>
            <a:pPr algn="just">
              <a:lnSpc>
                <a:spcPct val="150000"/>
              </a:lnSpc>
            </a:pPr>
            <a:r>
              <a:rPr lang="en-US" dirty="0"/>
              <a:t>The Staging Table Summary should be viewed </a:t>
            </a:r>
            <a:r>
              <a:rPr lang="en-US" b="1" dirty="0"/>
              <a:t>once a day by a warehouse supervisor or a super-user </a:t>
            </a:r>
            <a:r>
              <a:rPr lang="en-US" dirty="0"/>
              <a:t>to make sure that errors are corrected at all times.</a:t>
            </a:r>
            <a:r>
              <a:rPr lang="en-US" b="1" dirty="0"/>
              <a:t> </a:t>
            </a:r>
            <a:endParaRPr lang="en-US" dirty="0"/>
          </a:p>
          <a:p>
            <a:pPr algn="just">
              <a:lnSpc>
                <a:spcPct val="150000"/>
              </a:lnSpc>
            </a:pPr>
            <a:r>
              <a:rPr lang="en-US" dirty="0"/>
              <a:t>This activity is performed with a </a:t>
            </a:r>
            <a:r>
              <a:rPr lang="en-US" b="1" dirty="0"/>
              <a:t>desktop computer</a:t>
            </a:r>
            <a:r>
              <a:rPr lang="en-US" dirty="0"/>
              <a:t>. </a:t>
            </a:r>
          </a:p>
          <a:p>
            <a:pPr algn="just">
              <a:lnSpc>
                <a:spcPct val="150000"/>
              </a:lnSpc>
            </a:pPr>
            <a:endParaRPr lang="en-US" sz="2200" dirty="0"/>
          </a:p>
        </p:txBody>
      </p:sp>
    </p:spTree>
    <p:extLst>
      <p:ext uri="{BB962C8B-B14F-4D97-AF65-F5344CB8AC3E}">
        <p14:creationId xmlns:p14="http://schemas.microsoft.com/office/powerpoint/2010/main" val="2947677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2C30DD-3CDB-4BF7-BB15-802D6537754E}"/>
              </a:ext>
            </a:extLst>
          </p:cNvPr>
          <p:cNvSpPr>
            <a:spLocks noGrp="1"/>
          </p:cNvSpPr>
          <p:nvPr>
            <p:ph type="title"/>
            <p:custDataLst>
              <p:tags r:id="rId1"/>
            </p:custDataLst>
          </p:nvPr>
        </p:nvSpPr>
        <p:spPr/>
        <p:txBody>
          <a:bodyPr/>
          <a:lstStyle/>
          <a:p>
            <a:r>
              <a:rPr lang="en-CA" sz="3600" dirty="0"/>
              <a:t>Staging Table Summary</a:t>
            </a:r>
            <a:endParaRPr lang="en-CA" dirty="0"/>
          </a:p>
        </p:txBody>
      </p:sp>
      <p:sp>
        <p:nvSpPr>
          <p:cNvPr id="8" name="Content Placeholder 2">
            <a:extLst>
              <a:ext uri="{FF2B5EF4-FFF2-40B4-BE49-F238E27FC236}">
                <a16:creationId xmlns:a16="http://schemas.microsoft.com/office/drawing/2014/main" xmlns="" id="{22D07A49-DCCF-4596-B459-F110CEA75CB0}"/>
              </a:ext>
            </a:extLst>
          </p:cNvPr>
          <p:cNvSpPr>
            <a:spLocks noGrp="1"/>
          </p:cNvSpPr>
          <p:nvPr>
            <p:ph idx="1"/>
            <p:custDataLst>
              <p:tags r:id="rId2"/>
            </p:custDataLst>
          </p:nvPr>
        </p:nvSpPr>
        <p:spPr>
          <a:xfrm>
            <a:off x="669387" y="1344706"/>
            <a:ext cx="6462933"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WMS Views </a:t>
            </a:r>
            <a:r>
              <a:rPr lang="en-US" sz="2300" dirty="0"/>
              <a:t>resource.</a:t>
            </a:r>
          </a:p>
          <a:p>
            <a:pPr marL="457200" indent="-457200" algn="just">
              <a:lnSpc>
                <a:spcPct val="150000"/>
              </a:lnSpc>
              <a:buFont typeface="+mj-lt"/>
              <a:buAutoNum type="arabicPeriod"/>
            </a:pPr>
            <a:r>
              <a:rPr lang="en-US" sz="2300" dirty="0"/>
              <a:t>Under WMS Views, click on </a:t>
            </a:r>
            <a:r>
              <a:rPr lang="en-US" sz="2300" b="1" dirty="0"/>
              <a:t>WMS Interface</a:t>
            </a:r>
            <a:r>
              <a:rPr lang="en-US" sz="2300" dirty="0"/>
              <a:t>.</a:t>
            </a:r>
          </a:p>
          <a:p>
            <a:pPr marL="457200" indent="-457200" algn="just">
              <a:lnSpc>
                <a:spcPct val="150000"/>
              </a:lnSpc>
              <a:buFont typeface="+mj-lt"/>
              <a:buAutoNum type="arabicPeriod"/>
            </a:pPr>
            <a:r>
              <a:rPr lang="en-US" sz="2300" dirty="0"/>
              <a:t>Under WMS Interface, click on </a:t>
            </a:r>
            <a:r>
              <a:rPr lang="en-US" sz="2300" b="1" dirty="0"/>
              <a:t>Staging Table Summary.</a:t>
            </a:r>
            <a:endParaRPr lang="en-US" sz="2300" dirty="0"/>
          </a:p>
          <a:p>
            <a:pPr marL="0" indent="0" algn="just">
              <a:lnSpc>
                <a:spcPct val="150000"/>
              </a:lnSpc>
              <a:buNone/>
            </a:pPr>
            <a:endParaRPr lang="en-US" sz="2200" dirty="0"/>
          </a:p>
        </p:txBody>
      </p:sp>
      <p:pic>
        <p:nvPicPr>
          <p:cNvPr id="4" name="Picture 3">
            <a:extLst>
              <a:ext uri="{FF2B5EF4-FFF2-40B4-BE49-F238E27FC236}">
                <a16:creationId xmlns:a16="http://schemas.microsoft.com/office/drawing/2014/main" xmlns="" id="{006AFD4C-9FD4-4E7C-8A4A-C32541337E49}"/>
              </a:ext>
            </a:extLst>
          </p:cNvPr>
          <p:cNvPicPr>
            <a:picLocks noChangeAspect="1"/>
          </p:cNvPicPr>
          <p:nvPr>
            <p:custDataLst>
              <p:tags r:id="rId3"/>
            </p:custDataLst>
          </p:nvPr>
        </p:nvPicPr>
        <p:blipFill>
          <a:blip r:embed="rId5"/>
          <a:stretch>
            <a:fillRect/>
          </a:stretch>
        </p:blipFill>
        <p:spPr>
          <a:xfrm>
            <a:off x="7685927" y="225083"/>
            <a:ext cx="3416363" cy="5964860"/>
          </a:xfrm>
          <a:prstGeom prst="rect">
            <a:avLst/>
          </a:prstGeom>
        </p:spPr>
      </p:pic>
    </p:spTree>
    <p:extLst>
      <p:ext uri="{BB962C8B-B14F-4D97-AF65-F5344CB8AC3E}">
        <p14:creationId xmlns:p14="http://schemas.microsoft.com/office/powerpoint/2010/main" val="3908242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2C30DD-3CDB-4BF7-BB15-802D6537754E}"/>
              </a:ext>
            </a:extLst>
          </p:cNvPr>
          <p:cNvSpPr>
            <a:spLocks noGrp="1"/>
          </p:cNvSpPr>
          <p:nvPr>
            <p:ph type="title"/>
            <p:custDataLst>
              <p:tags r:id="rId1"/>
            </p:custDataLst>
          </p:nvPr>
        </p:nvSpPr>
        <p:spPr/>
        <p:txBody>
          <a:bodyPr/>
          <a:lstStyle/>
          <a:p>
            <a:r>
              <a:rPr lang="en-CA" sz="3600" dirty="0"/>
              <a:t>Staging Table Summary</a:t>
            </a:r>
            <a:endParaRPr lang="en-CA" dirty="0"/>
          </a:p>
        </p:txBody>
      </p:sp>
      <p:sp>
        <p:nvSpPr>
          <p:cNvPr id="8" name="Content Placeholder 2">
            <a:extLst>
              <a:ext uri="{FF2B5EF4-FFF2-40B4-BE49-F238E27FC236}">
                <a16:creationId xmlns:a16="http://schemas.microsoft.com/office/drawing/2014/main" xmlns="" id="{22D07A49-DCCF-4596-B459-F110CEA75CB0}"/>
              </a:ext>
            </a:extLst>
          </p:cNvPr>
          <p:cNvSpPr>
            <a:spLocks noGrp="1"/>
          </p:cNvSpPr>
          <p:nvPr>
            <p:ph idx="1"/>
            <p:custDataLst>
              <p:tags r:id="rId2"/>
            </p:custDataLst>
          </p:nvPr>
        </p:nvSpPr>
        <p:spPr>
          <a:xfrm>
            <a:off x="669387" y="1247494"/>
            <a:ext cx="10684413" cy="4830995"/>
          </a:xfrm>
        </p:spPr>
        <p:txBody>
          <a:bodyPr/>
          <a:lstStyle/>
          <a:p>
            <a:pPr marL="457200" indent="-457200" algn="just">
              <a:lnSpc>
                <a:spcPct val="150000"/>
              </a:lnSpc>
              <a:buFont typeface="+mj-lt"/>
              <a:buAutoNum type="arabicPeriod" startAt="4"/>
            </a:pPr>
            <a:r>
              <a:rPr lang="en-US" sz="2200" dirty="0"/>
              <a:t>For each table listed, the number of staging messages is displayed by status. </a:t>
            </a:r>
          </a:p>
          <a:p>
            <a:pPr marL="0" indent="0" algn="just">
              <a:lnSpc>
                <a:spcPct val="150000"/>
              </a:lnSpc>
              <a:buNone/>
            </a:pPr>
            <a:endParaRPr lang="en-US" sz="2200" dirty="0"/>
          </a:p>
        </p:txBody>
      </p:sp>
      <p:pic>
        <p:nvPicPr>
          <p:cNvPr id="5" name="Picture 4">
            <a:extLst>
              <a:ext uri="{FF2B5EF4-FFF2-40B4-BE49-F238E27FC236}">
                <a16:creationId xmlns:a16="http://schemas.microsoft.com/office/drawing/2014/main" xmlns="" id="{82CB38D3-09CC-431E-89BF-6A98B950B6FA}"/>
              </a:ext>
            </a:extLst>
          </p:cNvPr>
          <p:cNvPicPr>
            <a:picLocks noChangeAspect="1"/>
          </p:cNvPicPr>
          <p:nvPr>
            <p:custDataLst>
              <p:tags r:id="rId3"/>
            </p:custDataLst>
          </p:nvPr>
        </p:nvPicPr>
        <p:blipFill>
          <a:blip r:embed="rId6"/>
          <a:stretch>
            <a:fillRect/>
          </a:stretch>
        </p:blipFill>
        <p:spPr>
          <a:xfrm>
            <a:off x="669387" y="2078842"/>
            <a:ext cx="10232571" cy="3531664"/>
          </a:xfrm>
          <a:prstGeom prst="rect">
            <a:avLst/>
          </a:prstGeom>
        </p:spPr>
      </p:pic>
    </p:spTree>
    <p:extLst>
      <p:ext uri="{BB962C8B-B14F-4D97-AF65-F5344CB8AC3E}">
        <p14:creationId xmlns:p14="http://schemas.microsoft.com/office/powerpoint/2010/main" val="1704682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232A6E-BA12-463E-8167-7A7D8D3F4C78}"/>
              </a:ext>
            </a:extLst>
          </p:cNvPr>
          <p:cNvSpPr>
            <a:spLocks noGrp="1"/>
          </p:cNvSpPr>
          <p:nvPr>
            <p:ph type="title"/>
            <p:custDataLst>
              <p:tags r:id="rId1"/>
            </p:custDataLst>
          </p:nvPr>
        </p:nvSpPr>
        <p:spPr/>
        <p:txBody>
          <a:bodyPr/>
          <a:lstStyle/>
          <a:p>
            <a:r>
              <a:rPr lang="en-CA" sz="3600" dirty="0"/>
              <a:t>Staging Table Summary</a:t>
            </a:r>
            <a:endParaRPr lang="en-CA" dirty="0"/>
          </a:p>
        </p:txBody>
      </p:sp>
      <p:sp>
        <p:nvSpPr>
          <p:cNvPr id="3" name="Content Placeholder 2">
            <a:extLst>
              <a:ext uri="{FF2B5EF4-FFF2-40B4-BE49-F238E27FC236}">
                <a16:creationId xmlns:a16="http://schemas.microsoft.com/office/drawing/2014/main" xmlns="" id="{C49B89C3-A00A-42F6-A397-9DC65037FCFA}"/>
              </a:ext>
            </a:extLst>
          </p:cNvPr>
          <p:cNvSpPr>
            <a:spLocks noGrp="1"/>
          </p:cNvSpPr>
          <p:nvPr>
            <p:ph idx="1"/>
            <p:custDataLst>
              <p:tags r:id="rId2"/>
            </p:custDataLst>
          </p:nvPr>
        </p:nvSpPr>
        <p:spPr>
          <a:xfrm>
            <a:off x="838200" y="1225685"/>
            <a:ext cx="10515600" cy="4951278"/>
          </a:xfrm>
        </p:spPr>
        <p:txBody>
          <a:bodyPr/>
          <a:lstStyle/>
          <a:p>
            <a:pPr marL="457200" indent="-457200" algn="just">
              <a:lnSpc>
                <a:spcPct val="150000"/>
              </a:lnSpc>
              <a:buFont typeface="+mj-lt"/>
              <a:buAutoNum type="arabicPeriod" startAt="5"/>
            </a:pPr>
            <a:r>
              <a:rPr lang="en-US" sz="2100" dirty="0"/>
              <a:t>Perform a search to retrieve the records that have an error status. </a:t>
            </a:r>
          </a:p>
          <a:p>
            <a:pPr marL="457200" indent="-457200" algn="just">
              <a:lnSpc>
                <a:spcPct val="150000"/>
              </a:lnSpc>
              <a:buFont typeface="+mj-lt"/>
              <a:buAutoNum type="arabicPeriod" startAt="5"/>
            </a:pPr>
            <a:r>
              <a:rPr lang="en-US" sz="2100" dirty="0"/>
              <a:t>Click on the value in the In Error Column to preview the records to be corrected and to access the corresponding staging view's search results directly.</a:t>
            </a:r>
          </a:p>
          <a:p>
            <a:endParaRPr lang="en-CA" sz="2100" dirty="0"/>
          </a:p>
        </p:txBody>
      </p:sp>
      <p:pic>
        <p:nvPicPr>
          <p:cNvPr id="5" name="Picture 4">
            <a:extLst>
              <a:ext uri="{FF2B5EF4-FFF2-40B4-BE49-F238E27FC236}">
                <a16:creationId xmlns:a16="http://schemas.microsoft.com/office/drawing/2014/main" xmlns="" id="{060C5D8B-A8CB-47D1-A025-7687F6E3916A}"/>
              </a:ext>
            </a:extLst>
          </p:cNvPr>
          <p:cNvPicPr>
            <a:picLocks noChangeAspect="1"/>
          </p:cNvPicPr>
          <p:nvPr>
            <p:custDataLst>
              <p:tags r:id="rId3"/>
            </p:custDataLst>
          </p:nvPr>
        </p:nvPicPr>
        <p:blipFill>
          <a:blip r:embed="rId6"/>
          <a:stretch>
            <a:fillRect/>
          </a:stretch>
        </p:blipFill>
        <p:spPr>
          <a:xfrm>
            <a:off x="419100" y="3343163"/>
            <a:ext cx="11353800" cy="2181480"/>
          </a:xfrm>
          <a:prstGeom prst="rect">
            <a:avLst/>
          </a:prstGeom>
        </p:spPr>
      </p:pic>
    </p:spTree>
    <p:extLst>
      <p:ext uri="{BB962C8B-B14F-4D97-AF65-F5344CB8AC3E}">
        <p14:creationId xmlns:p14="http://schemas.microsoft.com/office/powerpoint/2010/main" val="290223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B0E3F7-7D27-4FD7-A268-BAB2C5C4465C}"/>
              </a:ext>
            </a:extLst>
          </p:cNvPr>
          <p:cNvSpPr>
            <a:spLocks noGrp="1"/>
          </p:cNvSpPr>
          <p:nvPr>
            <p:ph type="title"/>
            <p:custDataLst>
              <p:tags r:id="rId1"/>
            </p:custDataLst>
          </p:nvPr>
        </p:nvSpPr>
        <p:spPr/>
        <p:txBody>
          <a:bodyPr/>
          <a:lstStyle/>
          <a:p>
            <a:r>
              <a:rPr lang="en-CA" sz="3600" dirty="0"/>
              <a:t>Staging Table Summary</a:t>
            </a:r>
            <a:endParaRPr lang="en-CA" dirty="0"/>
          </a:p>
        </p:txBody>
      </p:sp>
      <p:sp>
        <p:nvSpPr>
          <p:cNvPr id="3" name="Content Placeholder 2">
            <a:extLst>
              <a:ext uri="{FF2B5EF4-FFF2-40B4-BE49-F238E27FC236}">
                <a16:creationId xmlns:a16="http://schemas.microsoft.com/office/drawing/2014/main" xmlns="" id="{5972EC9B-13E3-4EAE-A130-98977CDDACA7}"/>
              </a:ext>
            </a:extLst>
          </p:cNvPr>
          <p:cNvSpPr>
            <a:spLocks noGrp="1"/>
          </p:cNvSpPr>
          <p:nvPr>
            <p:ph idx="1"/>
            <p:custDataLst>
              <p:tags r:id="rId2"/>
            </p:custDataLst>
          </p:nvPr>
        </p:nvSpPr>
        <p:spPr>
          <a:xfrm>
            <a:off x="838200" y="1117600"/>
            <a:ext cx="10515600" cy="5059363"/>
          </a:xfrm>
        </p:spPr>
        <p:txBody>
          <a:bodyPr/>
          <a:lstStyle/>
          <a:p>
            <a:pPr marL="457200" indent="-457200" algn="just">
              <a:lnSpc>
                <a:spcPct val="150000"/>
              </a:lnSpc>
              <a:buFont typeface="+mj-lt"/>
              <a:buAutoNum type="arabicPeriod" startAt="7"/>
            </a:pPr>
            <a:r>
              <a:rPr lang="en-US" sz="2100" dirty="0"/>
              <a:t>A new DMS Interface window will appear. The actions that need to be taken to correct the error will be displayed in the Staging Action column. </a:t>
            </a:r>
            <a:endParaRPr lang="en-CA" sz="2100" dirty="0"/>
          </a:p>
        </p:txBody>
      </p:sp>
      <p:pic>
        <p:nvPicPr>
          <p:cNvPr id="5" name="Picture 4">
            <a:extLst>
              <a:ext uri="{FF2B5EF4-FFF2-40B4-BE49-F238E27FC236}">
                <a16:creationId xmlns:a16="http://schemas.microsoft.com/office/drawing/2014/main" xmlns="" id="{63788A86-91D1-491E-B1B2-C2D7DD7AA9FF}"/>
              </a:ext>
            </a:extLst>
          </p:cNvPr>
          <p:cNvPicPr>
            <a:picLocks noChangeAspect="1"/>
          </p:cNvPicPr>
          <p:nvPr>
            <p:custDataLst>
              <p:tags r:id="rId3"/>
            </p:custDataLst>
          </p:nvPr>
        </p:nvPicPr>
        <p:blipFill>
          <a:blip r:embed="rId5"/>
          <a:stretch>
            <a:fillRect/>
          </a:stretch>
        </p:blipFill>
        <p:spPr>
          <a:xfrm>
            <a:off x="1204686" y="2328808"/>
            <a:ext cx="9564914" cy="4033742"/>
          </a:xfrm>
          <a:prstGeom prst="rect">
            <a:avLst/>
          </a:prstGeom>
        </p:spPr>
      </p:pic>
    </p:spTree>
    <p:extLst>
      <p:ext uri="{BB962C8B-B14F-4D97-AF65-F5344CB8AC3E}">
        <p14:creationId xmlns:p14="http://schemas.microsoft.com/office/powerpoint/2010/main" val="4290262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Container Consolidation</a:t>
            </a:r>
            <a:br>
              <a:rPr lang="en-CA" sz="4400" b="1" dirty="0"/>
            </a:br>
            <a:r>
              <a:rPr lang="en-CA" sz="4400" b="1" dirty="0"/>
              <a:t>Container Build</a:t>
            </a:r>
          </a:p>
        </p:txBody>
      </p:sp>
    </p:spTree>
    <p:extLst>
      <p:ext uri="{BB962C8B-B14F-4D97-AF65-F5344CB8AC3E}">
        <p14:creationId xmlns:p14="http://schemas.microsoft.com/office/powerpoint/2010/main" val="1284652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DB3AD1-795A-41EF-B0D6-B3F9A80871E9}"/>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sp>
        <p:nvSpPr>
          <p:cNvPr id="3" name="Content Placeholder 2">
            <a:extLst>
              <a:ext uri="{FF2B5EF4-FFF2-40B4-BE49-F238E27FC236}">
                <a16:creationId xmlns:a16="http://schemas.microsoft.com/office/drawing/2014/main" xmlns="" id="{1AE11D1D-30D9-4636-816A-C156D1DAE451}"/>
              </a:ext>
            </a:extLst>
          </p:cNvPr>
          <p:cNvSpPr>
            <a:spLocks noGrp="1"/>
          </p:cNvSpPr>
          <p:nvPr>
            <p:ph idx="1"/>
            <p:custDataLst>
              <p:tags r:id="rId2"/>
            </p:custDataLst>
          </p:nvPr>
        </p:nvSpPr>
        <p:spPr>
          <a:xfrm>
            <a:off x="398585" y="1142998"/>
            <a:ext cx="7567246" cy="4858117"/>
          </a:xfrm>
        </p:spPr>
        <p:txBody>
          <a:bodyPr/>
          <a:lstStyle/>
          <a:p>
            <a:pPr marL="0" indent="0" algn="just">
              <a:lnSpc>
                <a:spcPct val="130000"/>
              </a:lnSpc>
              <a:buNone/>
            </a:pPr>
            <a:r>
              <a:rPr lang="en-US" sz="2000" i="0" dirty="0">
                <a:effectLst/>
                <a:latin typeface="Segoe UI" panose="020B0502040204020203" pitchFamily="34" charset="0"/>
                <a:ea typeface="Segoe UI" panose="020B0502040204020203" pitchFamily="34" charset="0"/>
                <a:cs typeface="Segoe UI" panose="020B0502040204020203" pitchFamily="34" charset="0"/>
              </a:rPr>
              <a:t>Container build is used to add inventory to an existing container or to create new containers that are needed for merging. To do this: </a:t>
            </a:r>
            <a:endParaRPr lang="en-CA" sz="2000" i="0" dirty="0">
              <a:latin typeface="Segoe UI" panose="020B0502040204020203" pitchFamily="34" charset="0"/>
              <a:cs typeface="Segoe UI" panose="020B0502040204020203" pitchFamily="34" charset="0"/>
            </a:endParaRPr>
          </a:p>
          <a:p>
            <a:pPr marL="457200" indent="-457200" algn="just">
              <a:lnSpc>
                <a:spcPct val="130000"/>
              </a:lnSpc>
              <a:buFont typeface="+mj-lt"/>
              <a:buAutoNum type="arabicPeriod"/>
            </a:pPr>
            <a:r>
              <a:rPr lang="en-US" sz="2000" dirty="0">
                <a:effectLst/>
                <a:latin typeface="Segoe UI" panose="020B0502040204020203" pitchFamily="34" charset="0"/>
                <a:ea typeface="Segoe UI" panose="020B0502040204020203" pitchFamily="34" charset="0"/>
                <a:cs typeface="Segoe UI" panose="020B0502040204020203" pitchFamily="34" charset="0"/>
              </a:rPr>
              <a:t>Identify the Containers you want to build and if required the associated tags of inventory to be placed in them (use the Inventory resource to retrieve tags if necessary).</a:t>
            </a:r>
          </a:p>
          <a:p>
            <a:pPr marL="457200" indent="-457200" algn="just">
              <a:lnSpc>
                <a:spcPct val="130000"/>
              </a:lnSpc>
              <a:buFont typeface="+mj-lt"/>
              <a:buAutoNum type="arabicPeriod"/>
            </a:pPr>
            <a:r>
              <a:rPr lang="en-US" sz="2000" dirty="0">
                <a:latin typeface="Segoe UI" panose="020B0502040204020203" pitchFamily="34" charset="0"/>
                <a:cs typeface="Segoe UI" panose="020B0502040204020203" pitchFamily="34" charset="0"/>
              </a:rPr>
              <a:t>With a </a:t>
            </a:r>
            <a:r>
              <a:rPr lang="en-US" sz="2000" u="sng" dirty="0">
                <a:latin typeface="Segoe UI" panose="020B0502040204020203" pitchFamily="34" charset="0"/>
                <a:cs typeface="Segoe UI" panose="020B0502040204020203" pitchFamily="34" charset="0"/>
              </a:rPr>
              <a:t>desktop computer</a:t>
            </a:r>
            <a:r>
              <a:rPr lang="en-US" sz="2000" dirty="0">
                <a:latin typeface="Segoe UI" panose="020B0502040204020203" pitchFamily="34" charset="0"/>
                <a:cs typeface="Segoe UI" panose="020B0502040204020203" pitchFamily="34" charset="0"/>
              </a:rPr>
              <a:t>, select the </a:t>
            </a:r>
            <a:r>
              <a:rPr lang="en-US" sz="2000" b="1" dirty="0">
                <a:latin typeface="Segoe UI" panose="020B0502040204020203" pitchFamily="34" charset="0"/>
                <a:cs typeface="Segoe UI" panose="020B0502040204020203" pitchFamily="34" charset="0"/>
              </a:rPr>
              <a:t>Outbound Order Management </a:t>
            </a:r>
            <a:r>
              <a:rPr lang="en-US" sz="2000" dirty="0">
                <a:latin typeface="Segoe UI" panose="020B0502040204020203" pitchFamily="34" charset="0"/>
                <a:cs typeface="Segoe UI" panose="020B0502040204020203" pitchFamily="34" charset="0"/>
              </a:rPr>
              <a:t>resource.</a:t>
            </a:r>
          </a:p>
          <a:p>
            <a:pPr marL="457200" indent="-457200" algn="just">
              <a:lnSpc>
                <a:spcPct val="130000"/>
              </a:lnSpc>
              <a:buFont typeface="+mj-lt"/>
              <a:buAutoNum type="arabicPeriod"/>
            </a:pPr>
            <a:r>
              <a:rPr lang="en-US" sz="2000" dirty="0">
                <a:latin typeface="Segoe UI" panose="020B0502040204020203" pitchFamily="34" charset="0"/>
                <a:cs typeface="Segoe UI" panose="020B0502040204020203" pitchFamily="34" charset="0"/>
              </a:rPr>
              <a:t>Under Outbound Order Management, click on </a:t>
            </a:r>
            <a:r>
              <a:rPr lang="en-US" sz="2000" b="1" dirty="0">
                <a:latin typeface="Segoe UI" panose="020B0502040204020203" pitchFamily="34" charset="0"/>
                <a:cs typeface="Segoe UI" panose="020B0502040204020203" pitchFamily="34" charset="0"/>
              </a:rPr>
              <a:t>Packing Station Activities</a:t>
            </a:r>
            <a:r>
              <a:rPr lang="en-US" sz="2000" dirty="0">
                <a:latin typeface="Segoe UI" panose="020B0502040204020203" pitchFamily="34" charset="0"/>
                <a:cs typeface="Segoe UI" panose="020B0502040204020203" pitchFamily="34" charset="0"/>
              </a:rPr>
              <a:t>.</a:t>
            </a:r>
          </a:p>
          <a:p>
            <a:pPr marL="457200" indent="-457200" algn="just">
              <a:lnSpc>
                <a:spcPct val="130000"/>
              </a:lnSpc>
              <a:buFont typeface="+mj-lt"/>
              <a:buAutoNum type="arabicPeriod"/>
            </a:pPr>
            <a:r>
              <a:rPr lang="en-US" sz="2000" dirty="0">
                <a:latin typeface="Segoe UI" panose="020B0502040204020203" pitchFamily="34" charset="0"/>
                <a:cs typeface="Segoe UI" panose="020B0502040204020203" pitchFamily="34" charset="0"/>
              </a:rPr>
              <a:t>Under Packing Station Activities, click on </a:t>
            </a:r>
            <a:r>
              <a:rPr lang="en-US" sz="2000" b="1" dirty="0">
                <a:latin typeface="Segoe UI" panose="020B0502040204020203" pitchFamily="34" charset="0"/>
                <a:cs typeface="Segoe UI" panose="020B0502040204020203" pitchFamily="34" charset="0"/>
              </a:rPr>
              <a:t>Container Build. </a:t>
            </a:r>
            <a:endParaRPr lang="en-US" sz="2000" dirty="0">
              <a:effectLst/>
              <a:latin typeface="Segoe UI" panose="020B0502040204020203" pitchFamily="34" charset="0"/>
              <a:ea typeface="Segoe UI" panose="020B0502040204020203" pitchFamily="34" charset="0"/>
              <a:cs typeface="Segoe UI" panose="020B0502040204020203" pitchFamily="34" charset="0"/>
            </a:endParaRPr>
          </a:p>
          <a:p>
            <a:pPr marL="457200" indent="-457200" algn="just">
              <a:lnSpc>
                <a:spcPct val="130000"/>
              </a:lnSpc>
              <a:buFont typeface="+mj-lt"/>
              <a:buAutoNum type="arabicPeriod"/>
            </a:pPr>
            <a:endParaRPr lang="en-CA" sz="2000" dirty="0">
              <a:effectLst/>
              <a:latin typeface="Segoe UI" panose="020B0502040204020203" pitchFamily="34" charset="0"/>
              <a:ea typeface="Segoe UI" panose="020B0502040204020203" pitchFamily="34" charset="0"/>
              <a:cs typeface="Segoe UI" panose="020B0502040204020203" pitchFamily="34" charset="0"/>
            </a:endParaRPr>
          </a:p>
          <a:p>
            <a:pPr algn="just">
              <a:lnSpc>
                <a:spcPct val="130000"/>
              </a:lnSpc>
            </a:pPr>
            <a:endParaRPr lang="en-CA" sz="20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xmlns="" id="{6274671F-9986-4350-BDD9-6BC8807FC7AC}"/>
              </a:ext>
            </a:extLst>
          </p:cNvPr>
          <p:cNvPicPr>
            <a:picLocks noChangeAspect="1"/>
          </p:cNvPicPr>
          <p:nvPr>
            <p:custDataLst>
              <p:tags r:id="rId3"/>
            </p:custDataLst>
          </p:nvPr>
        </p:nvPicPr>
        <p:blipFill>
          <a:blip r:embed="rId6"/>
          <a:stretch>
            <a:fillRect/>
          </a:stretch>
        </p:blipFill>
        <p:spPr>
          <a:xfrm>
            <a:off x="8142379" y="1364626"/>
            <a:ext cx="3896856" cy="3541482"/>
          </a:xfrm>
          <a:prstGeom prst="rect">
            <a:avLst/>
          </a:prstGeom>
        </p:spPr>
      </p:pic>
    </p:spTree>
    <p:extLst>
      <p:ext uri="{BB962C8B-B14F-4D97-AF65-F5344CB8AC3E}">
        <p14:creationId xmlns:p14="http://schemas.microsoft.com/office/powerpoint/2010/main" val="1579137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3410FD-4C40-405A-8A75-FE9DA3EA69F7}"/>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pic>
        <p:nvPicPr>
          <p:cNvPr id="9" name="Picture 8">
            <a:extLst>
              <a:ext uri="{FF2B5EF4-FFF2-40B4-BE49-F238E27FC236}">
                <a16:creationId xmlns:a16="http://schemas.microsoft.com/office/drawing/2014/main" xmlns="" id="{0BE19E79-066C-4C56-8744-243CAC6BCBDB}"/>
              </a:ext>
            </a:extLst>
          </p:cNvPr>
          <p:cNvPicPr>
            <a:picLocks noChangeAspect="1"/>
          </p:cNvPicPr>
          <p:nvPr>
            <p:custDataLst>
              <p:tags r:id="rId2"/>
            </p:custDataLst>
          </p:nvPr>
        </p:nvPicPr>
        <p:blipFill>
          <a:blip r:embed="rId6"/>
          <a:stretch>
            <a:fillRect/>
          </a:stretch>
        </p:blipFill>
        <p:spPr>
          <a:xfrm>
            <a:off x="7446237" y="365125"/>
            <a:ext cx="4192695" cy="5383801"/>
          </a:xfrm>
          <a:prstGeom prst="rect">
            <a:avLst/>
          </a:prstGeom>
        </p:spPr>
      </p:pic>
      <p:sp>
        <p:nvSpPr>
          <p:cNvPr id="12" name="Content Placeholder 2">
            <a:extLst>
              <a:ext uri="{FF2B5EF4-FFF2-40B4-BE49-F238E27FC236}">
                <a16:creationId xmlns:a16="http://schemas.microsoft.com/office/drawing/2014/main" xmlns="" id="{8C59D556-D31E-4A4F-A9B5-AC21AAA3F7BB}"/>
              </a:ext>
            </a:extLst>
          </p:cNvPr>
          <p:cNvSpPr>
            <a:spLocks noGrp="1"/>
          </p:cNvSpPr>
          <p:nvPr>
            <p:ph idx="1"/>
            <p:custDataLst>
              <p:tags r:id="rId3"/>
            </p:custDataLst>
          </p:nvPr>
        </p:nvSpPr>
        <p:spPr>
          <a:xfrm>
            <a:off x="398585" y="1142998"/>
            <a:ext cx="6424246" cy="4858117"/>
          </a:xfrm>
        </p:spPr>
        <p:txBody>
          <a:bodyPr/>
          <a:lstStyle/>
          <a:p>
            <a:pPr marL="457200" indent="-457200" algn="just">
              <a:lnSpc>
                <a:spcPct val="130000"/>
              </a:lnSpc>
              <a:buFont typeface="+mj-lt"/>
              <a:buAutoNum type="arabicPeriod" startAt="5"/>
            </a:pPr>
            <a:r>
              <a:rPr lang="en-US" sz="2100" dirty="0">
                <a:latin typeface="Segoe UI" panose="020B0502040204020203" pitchFamily="34" charset="0"/>
                <a:cs typeface="Segoe UI" panose="020B0502040204020203" pitchFamily="34" charset="0"/>
              </a:rPr>
              <a:t>Scan or enter your own container number. You can leave the field blank to have the WMS issue a container number automatically. </a:t>
            </a:r>
          </a:p>
          <a:p>
            <a:pPr marL="457200" indent="-457200" algn="just">
              <a:lnSpc>
                <a:spcPct val="130000"/>
              </a:lnSpc>
              <a:buFont typeface="+mj-lt"/>
              <a:buAutoNum type="arabicPeriod" startAt="5"/>
            </a:pPr>
            <a:r>
              <a:rPr lang="en-US" sz="2100" dirty="0">
                <a:latin typeface="Segoe UI" panose="020B0502040204020203" pitchFamily="34" charset="0"/>
                <a:cs typeface="Segoe UI" panose="020B0502040204020203" pitchFamily="34" charset="0"/>
              </a:rPr>
              <a:t>Set the New Label field to Yes if you would like a new container label to be printed. </a:t>
            </a:r>
          </a:p>
          <a:p>
            <a:pPr marL="457200" lvl="1" indent="0" algn="just">
              <a:lnSpc>
                <a:spcPct val="130000"/>
              </a:lnSpc>
              <a:buNone/>
            </a:pPr>
            <a:r>
              <a:rPr lang="en-US" sz="2100" dirty="0">
                <a:latin typeface="Segoe UI" panose="020B0502040204020203" pitchFamily="34" charset="0"/>
                <a:cs typeface="Segoe UI" panose="020B0502040204020203" pitchFamily="34" charset="0"/>
              </a:rPr>
              <a:t>Note: If the container already exists, the Type and Location fields will automatically be displayed. </a:t>
            </a:r>
          </a:p>
          <a:p>
            <a:pPr marL="0" indent="0" algn="just">
              <a:lnSpc>
                <a:spcPct val="130000"/>
              </a:lnSpc>
              <a:buNone/>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38192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75A5C-0F24-479A-A810-69BEFDBE1C2E}"/>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pic>
        <p:nvPicPr>
          <p:cNvPr id="5" name="Picture 4">
            <a:extLst>
              <a:ext uri="{FF2B5EF4-FFF2-40B4-BE49-F238E27FC236}">
                <a16:creationId xmlns:a16="http://schemas.microsoft.com/office/drawing/2014/main" xmlns="" id="{2E9731E3-B4D5-40E6-8330-6A304DB7DB8B}"/>
              </a:ext>
            </a:extLst>
          </p:cNvPr>
          <p:cNvPicPr>
            <a:picLocks noChangeAspect="1"/>
          </p:cNvPicPr>
          <p:nvPr>
            <p:custDataLst>
              <p:tags r:id="rId2"/>
            </p:custDataLst>
          </p:nvPr>
        </p:nvPicPr>
        <p:blipFill>
          <a:blip r:embed="rId6"/>
          <a:stretch>
            <a:fillRect/>
          </a:stretch>
        </p:blipFill>
        <p:spPr>
          <a:xfrm>
            <a:off x="7446693" y="681037"/>
            <a:ext cx="4164108" cy="5326628"/>
          </a:xfrm>
          <a:prstGeom prst="rect">
            <a:avLst/>
          </a:prstGeom>
        </p:spPr>
      </p:pic>
      <p:sp>
        <p:nvSpPr>
          <p:cNvPr id="6" name="Content Placeholder 2">
            <a:extLst>
              <a:ext uri="{FF2B5EF4-FFF2-40B4-BE49-F238E27FC236}">
                <a16:creationId xmlns:a16="http://schemas.microsoft.com/office/drawing/2014/main" xmlns="" id="{3A0FB1A5-17E5-46AC-BE8B-16CE6D28426F}"/>
              </a:ext>
            </a:extLst>
          </p:cNvPr>
          <p:cNvSpPr>
            <a:spLocks noGrp="1"/>
          </p:cNvSpPr>
          <p:nvPr>
            <p:ph idx="1"/>
            <p:custDataLst>
              <p:tags r:id="rId3"/>
            </p:custDataLst>
          </p:nvPr>
        </p:nvSpPr>
        <p:spPr>
          <a:xfrm>
            <a:off x="398585" y="1142998"/>
            <a:ext cx="6424246" cy="4858117"/>
          </a:xfrm>
        </p:spPr>
        <p:txBody>
          <a:bodyPr/>
          <a:lstStyle/>
          <a:p>
            <a:pPr marL="457200" indent="-457200" algn="just">
              <a:lnSpc>
                <a:spcPct val="130000"/>
              </a:lnSpc>
              <a:buFont typeface="+mj-lt"/>
              <a:buAutoNum type="arabicPeriod" startAt="7"/>
            </a:pPr>
            <a:r>
              <a:rPr lang="en-US" sz="2100" dirty="0">
                <a:latin typeface="Segoe UI" panose="020B0502040204020203" pitchFamily="34" charset="0"/>
                <a:cs typeface="Segoe UI" panose="020B0502040204020203" pitchFamily="34" charset="0"/>
              </a:rPr>
              <a:t>If a container is being created that did not already exist: </a:t>
            </a:r>
          </a:p>
          <a:p>
            <a:pPr lvl="1" algn="just">
              <a:lnSpc>
                <a:spcPct val="130000"/>
              </a:lnSpc>
            </a:pPr>
            <a:r>
              <a:rPr lang="en-US" sz="2100" dirty="0">
                <a:latin typeface="Segoe UI" panose="020B0502040204020203" pitchFamily="34" charset="0"/>
                <a:cs typeface="Segoe UI" panose="020B0502040204020203" pitchFamily="34" charset="0"/>
              </a:rPr>
              <a:t>Enter the Container Type. </a:t>
            </a:r>
          </a:p>
          <a:p>
            <a:pPr lvl="1" algn="just">
              <a:lnSpc>
                <a:spcPct val="130000"/>
              </a:lnSpc>
            </a:pPr>
            <a:r>
              <a:rPr lang="en-US" sz="2100" dirty="0">
                <a:latin typeface="Segoe UI" panose="020B0502040204020203" pitchFamily="34" charset="0"/>
                <a:cs typeface="Segoe UI" panose="020B0502040204020203" pitchFamily="34" charset="0"/>
              </a:rPr>
              <a:t>Enter the Location. </a:t>
            </a:r>
          </a:p>
          <a:p>
            <a:pPr marL="457200" indent="-457200" algn="just">
              <a:lnSpc>
                <a:spcPct val="130000"/>
              </a:lnSpc>
              <a:buFont typeface="+mj-lt"/>
              <a:buAutoNum type="arabicPeriod" startAt="7"/>
            </a:pPr>
            <a:r>
              <a:rPr lang="en-US" sz="2100" dirty="0">
                <a:latin typeface="Segoe UI" panose="020B0502040204020203" pitchFamily="34" charset="0"/>
                <a:cs typeface="Segoe UI" panose="020B0502040204020203" pitchFamily="34" charset="0"/>
              </a:rPr>
              <a:t>Click Continue. </a:t>
            </a:r>
          </a:p>
          <a:p>
            <a:pPr marL="457200" indent="-457200" algn="just">
              <a:lnSpc>
                <a:spcPct val="130000"/>
              </a:lnSpc>
              <a:buFont typeface="+mj-lt"/>
              <a:buAutoNum type="arabicPeriod" startAt="7"/>
            </a:pPr>
            <a:endParaRPr lang="en-US" sz="2100" dirty="0">
              <a:latin typeface="Segoe UI" panose="020B0502040204020203" pitchFamily="34" charset="0"/>
              <a:cs typeface="Segoe UI" panose="020B0502040204020203" pitchFamily="34" charset="0"/>
            </a:endParaRPr>
          </a:p>
          <a:p>
            <a:pPr marL="0" indent="0" algn="just">
              <a:lnSpc>
                <a:spcPct val="130000"/>
              </a:lnSpc>
              <a:buNone/>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602066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75A5C-0F24-479A-A810-69BEFDBE1C2E}"/>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sp>
        <p:nvSpPr>
          <p:cNvPr id="3" name="Content Placeholder 2">
            <a:extLst>
              <a:ext uri="{FF2B5EF4-FFF2-40B4-BE49-F238E27FC236}">
                <a16:creationId xmlns:a16="http://schemas.microsoft.com/office/drawing/2014/main" xmlns="" id="{A9896BE8-AC01-476B-A8C7-6F1E890C5E66}"/>
              </a:ext>
            </a:extLst>
          </p:cNvPr>
          <p:cNvSpPr>
            <a:spLocks noGrp="1"/>
          </p:cNvSpPr>
          <p:nvPr>
            <p:ph idx="1"/>
            <p:custDataLst>
              <p:tags r:id="rId2"/>
            </p:custDataLst>
          </p:nvPr>
        </p:nvSpPr>
        <p:spPr>
          <a:xfrm>
            <a:off x="359763" y="1004343"/>
            <a:ext cx="11422505" cy="4977750"/>
          </a:xfrm>
        </p:spPr>
        <p:txBody>
          <a:bodyPr/>
          <a:lstStyle/>
          <a:p>
            <a:pPr marL="0" indent="0" algn="just">
              <a:lnSpc>
                <a:spcPct val="130000"/>
              </a:lnSpc>
              <a:buNone/>
            </a:pPr>
            <a:r>
              <a:rPr lang="en-US" sz="1900" dirty="0">
                <a:effectLst/>
                <a:latin typeface="Segoe UI" panose="020B0502040204020203" pitchFamily="34" charset="0"/>
                <a:ea typeface="Segoe UI" panose="020B0502040204020203" pitchFamily="34" charset="0"/>
                <a:cs typeface="Segoe UI" panose="020B0502040204020203" pitchFamily="34" charset="0"/>
              </a:rPr>
              <a:t>The Container Build Inventory window appears which is used to add inventory to the container. If there is any existing inventory within the container, it will be displayed.</a:t>
            </a:r>
            <a:endParaRPr lang="en-CA" sz="1900" dirty="0">
              <a:effectLst/>
              <a:latin typeface="Segoe UI" panose="020B0502040204020203" pitchFamily="34" charset="0"/>
              <a:ea typeface="Segoe UI" panose="020B0502040204020203" pitchFamily="34" charset="0"/>
              <a:cs typeface="Segoe UI" panose="020B0502040204020203" pitchFamily="34" charset="0"/>
            </a:endParaRPr>
          </a:p>
          <a:p>
            <a:pPr marL="457200" indent="-457200">
              <a:lnSpc>
                <a:spcPct val="130000"/>
              </a:lnSpc>
              <a:buFont typeface="+mj-lt"/>
              <a:buAutoNum type="arabicPeriod" startAt="9"/>
            </a:pPr>
            <a:r>
              <a:rPr lang="en-US" sz="1900" dirty="0">
                <a:latin typeface="Segoe UI" panose="020B0502040204020203" pitchFamily="34" charset="0"/>
                <a:cs typeface="Segoe UI" panose="020B0502040204020203" pitchFamily="34" charset="0"/>
              </a:rPr>
              <a:t>If you are creating a container to be used for merging with other containers and no inventory is to be placed directly in the container, you can click Submit and continue at Step #10 to close the resource.</a:t>
            </a:r>
          </a:p>
          <a:p>
            <a:pPr marL="457200" indent="-457200">
              <a:lnSpc>
                <a:spcPct val="130000"/>
              </a:lnSpc>
              <a:buFont typeface="+mj-lt"/>
              <a:buAutoNum type="arabicPeriod" startAt="9"/>
            </a:pPr>
            <a:endParaRPr lang="en-CA" sz="19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xmlns="" id="{A185C351-7B71-447D-9145-CA72C3685995}"/>
              </a:ext>
            </a:extLst>
          </p:cNvPr>
          <p:cNvPicPr>
            <a:picLocks noChangeAspect="1"/>
          </p:cNvPicPr>
          <p:nvPr>
            <p:custDataLst>
              <p:tags r:id="rId3"/>
            </p:custDataLst>
          </p:nvPr>
        </p:nvPicPr>
        <p:blipFill>
          <a:blip r:embed="rId6"/>
          <a:stretch>
            <a:fillRect/>
          </a:stretch>
        </p:blipFill>
        <p:spPr>
          <a:xfrm>
            <a:off x="974360" y="2909985"/>
            <a:ext cx="8141424" cy="3430854"/>
          </a:xfrm>
          <a:prstGeom prst="rect">
            <a:avLst/>
          </a:prstGeom>
        </p:spPr>
      </p:pic>
    </p:spTree>
    <p:extLst>
      <p:ext uri="{BB962C8B-B14F-4D97-AF65-F5344CB8AC3E}">
        <p14:creationId xmlns:p14="http://schemas.microsoft.com/office/powerpoint/2010/main" val="4195516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75A5C-0F24-479A-A810-69BEFDBE1C2E}"/>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sp>
        <p:nvSpPr>
          <p:cNvPr id="3" name="Content Placeholder 2">
            <a:extLst>
              <a:ext uri="{FF2B5EF4-FFF2-40B4-BE49-F238E27FC236}">
                <a16:creationId xmlns:a16="http://schemas.microsoft.com/office/drawing/2014/main" xmlns="" id="{A9896BE8-AC01-476B-A8C7-6F1E890C5E66}"/>
              </a:ext>
            </a:extLst>
          </p:cNvPr>
          <p:cNvSpPr>
            <a:spLocks noGrp="1"/>
          </p:cNvSpPr>
          <p:nvPr>
            <p:ph idx="1"/>
            <p:custDataLst>
              <p:tags r:id="rId2"/>
            </p:custDataLst>
          </p:nvPr>
        </p:nvSpPr>
        <p:spPr>
          <a:xfrm>
            <a:off x="569626" y="1019333"/>
            <a:ext cx="10784174" cy="5022720"/>
          </a:xfrm>
        </p:spPr>
        <p:txBody>
          <a:bodyPr/>
          <a:lstStyle/>
          <a:p>
            <a:pPr marL="457200" indent="-457200">
              <a:lnSpc>
                <a:spcPct val="130000"/>
              </a:lnSpc>
              <a:buFont typeface="+mj-lt"/>
              <a:buAutoNum type="arabicPeriod" startAt="10"/>
            </a:pPr>
            <a:r>
              <a:rPr lang="en-US" sz="2000" dirty="0">
                <a:latin typeface="Segoe UI" panose="020B0502040204020203" pitchFamily="34" charset="0"/>
                <a:cs typeface="Segoe UI" panose="020B0502040204020203" pitchFamily="34" charset="0"/>
              </a:rPr>
              <a:t>If you know the specific Tag IDs that you want to pack into your container:</a:t>
            </a:r>
          </a:p>
          <a:p>
            <a:pPr lvl="1">
              <a:lnSpc>
                <a:spcPct val="130000"/>
              </a:lnSpc>
            </a:pPr>
            <a:r>
              <a:rPr lang="en-US" sz="2000" dirty="0">
                <a:latin typeface="Segoe UI" panose="020B0502040204020203" pitchFamily="34" charset="0"/>
                <a:cs typeface="Segoe UI" panose="020B0502040204020203" pitchFamily="34" charset="0"/>
              </a:rPr>
              <a:t>Enter the Tag ID in the Tag field </a:t>
            </a:r>
          </a:p>
          <a:p>
            <a:pPr lvl="1">
              <a:lnSpc>
                <a:spcPct val="130000"/>
              </a:lnSpc>
            </a:pPr>
            <a:r>
              <a:rPr lang="en-US" sz="2000" dirty="0">
                <a:latin typeface="Segoe UI" panose="020B0502040204020203" pitchFamily="34" charset="0"/>
                <a:cs typeface="Segoe UI" panose="020B0502040204020203" pitchFamily="34" charset="0"/>
              </a:rPr>
              <a:t>Enter the quantity to be packed in the Input Quantity field</a:t>
            </a:r>
          </a:p>
          <a:p>
            <a:pPr lvl="1">
              <a:lnSpc>
                <a:spcPct val="130000"/>
              </a:lnSpc>
            </a:pPr>
            <a:r>
              <a:rPr lang="en-US" sz="2000" dirty="0">
                <a:latin typeface="Segoe UI" panose="020B0502040204020203" pitchFamily="34" charset="0"/>
                <a:cs typeface="Segoe UI" panose="020B0502040204020203" pitchFamily="34" charset="0"/>
              </a:rPr>
              <a:t>Click the first Add button on the screen which will add the tag to the results set.</a:t>
            </a:r>
            <a:endParaRPr lang="en-CA" sz="2000" dirty="0">
              <a:latin typeface="Segoe UI" panose="020B0502040204020203" pitchFamily="34" charset="0"/>
              <a:cs typeface="Segoe UI" panose="020B0502040204020203" pitchFamily="34" charset="0"/>
            </a:endParaRPr>
          </a:p>
          <a:p>
            <a:pPr marL="0" indent="0">
              <a:lnSpc>
                <a:spcPct val="130000"/>
              </a:lnSpc>
              <a:buNone/>
            </a:pPr>
            <a:endParaRPr lang="en-CA" sz="2000" dirty="0"/>
          </a:p>
        </p:txBody>
      </p:sp>
      <p:pic>
        <p:nvPicPr>
          <p:cNvPr id="5" name="Picture 4">
            <a:extLst>
              <a:ext uri="{FF2B5EF4-FFF2-40B4-BE49-F238E27FC236}">
                <a16:creationId xmlns:a16="http://schemas.microsoft.com/office/drawing/2014/main" xmlns="" id="{5E909204-609F-4C88-B03C-89FF7AE93B32}"/>
              </a:ext>
            </a:extLst>
          </p:cNvPr>
          <p:cNvPicPr>
            <a:picLocks noChangeAspect="1"/>
          </p:cNvPicPr>
          <p:nvPr>
            <p:custDataLst>
              <p:tags r:id="rId3"/>
            </p:custDataLst>
          </p:nvPr>
        </p:nvPicPr>
        <p:blipFill>
          <a:blip r:embed="rId6"/>
          <a:stretch>
            <a:fillRect/>
          </a:stretch>
        </p:blipFill>
        <p:spPr>
          <a:xfrm>
            <a:off x="757628" y="2979421"/>
            <a:ext cx="10348210" cy="3392346"/>
          </a:xfrm>
          <a:prstGeom prst="rect">
            <a:avLst/>
          </a:prstGeom>
        </p:spPr>
      </p:pic>
    </p:spTree>
    <p:extLst>
      <p:ext uri="{BB962C8B-B14F-4D97-AF65-F5344CB8AC3E}">
        <p14:creationId xmlns:p14="http://schemas.microsoft.com/office/powerpoint/2010/main" val="796556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75A5C-0F24-479A-A810-69BEFDBE1C2E}"/>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sp>
        <p:nvSpPr>
          <p:cNvPr id="3" name="Content Placeholder 2">
            <a:extLst>
              <a:ext uri="{FF2B5EF4-FFF2-40B4-BE49-F238E27FC236}">
                <a16:creationId xmlns:a16="http://schemas.microsoft.com/office/drawing/2014/main" xmlns="" id="{A9896BE8-AC01-476B-A8C7-6F1E890C5E66}"/>
              </a:ext>
            </a:extLst>
          </p:cNvPr>
          <p:cNvSpPr>
            <a:spLocks noGrp="1"/>
          </p:cNvSpPr>
          <p:nvPr>
            <p:ph idx="1"/>
            <p:custDataLst>
              <p:tags r:id="rId2"/>
            </p:custDataLst>
          </p:nvPr>
        </p:nvSpPr>
        <p:spPr>
          <a:xfrm>
            <a:off x="555885" y="1169234"/>
            <a:ext cx="10797915" cy="5007730"/>
          </a:xfrm>
        </p:spPr>
        <p:txBody>
          <a:bodyPr/>
          <a:lstStyle/>
          <a:p>
            <a:pPr marL="514350" indent="-514350" algn="just">
              <a:lnSpc>
                <a:spcPct val="150000"/>
              </a:lnSpc>
              <a:spcAft>
                <a:spcPts val="400"/>
              </a:spcAft>
              <a:buFont typeface="+mj-lt"/>
              <a:buAutoNum type="arabicPeriod" startAt="11"/>
            </a:pPr>
            <a:r>
              <a:rPr lang="en-US" sz="2000" dirty="0">
                <a:latin typeface="Segoe UI" panose="020B0502040204020203" pitchFamily="34" charset="0"/>
                <a:cs typeface="Segoe UI" panose="020B0502040204020203" pitchFamily="34" charset="0"/>
              </a:rPr>
              <a:t>Click Submit once you have finished adding the inventory to the container</a:t>
            </a:r>
            <a:r>
              <a:rPr lang="fr-CA" sz="2000" dirty="0">
                <a:latin typeface="Segoe UI" panose="020B0502040204020203" pitchFamily="34" charset="0"/>
                <a:cs typeface="Segoe UI" panose="020B0502040204020203" pitchFamily="34" charset="0"/>
              </a:rPr>
              <a:t>. </a:t>
            </a:r>
          </a:p>
          <a:p>
            <a:pPr marL="514350" indent="-514350" algn="just">
              <a:lnSpc>
                <a:spcPct val="150000"/>
              </a:lnSpc>
              <a:spcAft>
                <a:spcPts val="400"/>
              </a:spcAft>
              <a:buFont typeface="+mj-lt"/>
              <a:buAutoNum type="arabicPeriod" startAt="11"/>
            </a:pPr>
            <a:endParaRPr lang="fr-CA" sz="2000" dirty="0">
              <a:latin typeface="Segoe UI" panose="020B0502040204020203" pitchFamily="34" charset="0"/>
              <a:cs typeface="Segoe UI" panose="020B0502040204020203" pitchFamily="34" charset="0"/>
            </a:endParaRPr>
          </a:p>
          <a:p>
            <a:pPr marL="514350" indent="-514350" algn="just">
              <a:lnSpc>
                <a:spcPct val="150000"/>
              </a:lnSpc>
              <a:spcAft>
                <a:spcPts val="400"/>
              </a:spcAft>
              <a:buFont typeface="+mj-lt"/>
              <a:buAutoNum type="arabicPeriod" startAt="11"/>
            </a:pPr>
            <a:endParaRPr lang="fr-CA" sz="2000" dirty="0">
              <a:latin typeface="Segoe UI" panose="020B0502040204020203" pitchFamily="34" charset="0"/>
              <a:cs typeface="Segoe UI" panose="020B0502040204020203" pitchFamily="34" charset="0"/>
            </a:endParaRPr>
          </a:p>
          <a:p>
            <a:pPr marL="514350" indent="-514350" algn="just">
              <a:lnSpc>
                <a:spcPct val="150000"/>
              </a:lnSpc>
              <a:spcAft>
                <a:spcPts val="400"/>
              </a:spcAft>
              <a:buFont typeface="+mj-lt"/>
              <a:buAutoNum type="arabicPeriod" startAt="11"/>
            </a:pPr>
            <a:endParaRPr lang="fr-CA" sz="2000" dirty="0">
              <a:latin typeface="Segoe UI" panose="020B0502040204020203" pitchFamily="34" charset="0"/>
              <a:cs typeface="Segoe UI" panose="020B0502040204020203" pitchFamily="34" charset="0"/>
            </a:endParaRPr>
          </a:p>
          <a:p>
            <a:pPr marL="0" indent="0" algn="just">
              <a:lnSpc>
                <a:spcPct val="150000"/>
              </a:lnSpc>
              <a:spcAft>
                <a:spcPts val="400"/>
              </a:spcAft>
              <a:buNone/>
            </a:pPr>
            <a:endParaRPr lang="en-CA" sz="20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12"/>
              <a:defRPr/>
            </a:pPr>
            <a:r>
              <a:rPr lang="en-US" sz="2000" dirty="0">
                <a:latin typeface="Segoe UI" panose="020B0502040204020203" pitchFamily="34" charset="0"/>
                <a:cs typeface="Segoe UI" panose="020B0502040204020203" pitchFamily="34" charset="0"/>
              </a:rPr>
              <a:t>Click Close to exit the Container Build resource.</a:t>
            </a:r>
            <a:endParaRPr lang="en-CA" sz="2000" dirty="0">
              <a:latin typeface="Segoe UI" panose="020B0502040204020203" pitchFamily="34" charset="0"/>
              <a:cs typeface="Segoe UI" panose="020B0502040204020203" pitchFamily="34" charset="0"/>
            </a:endParaRPr>
          </a:p>
          <a:p>
            <a:endParaRPr lang="en-CA" sz="2000" dirty="0">
              <a:latin typeface="Segoe UI" panose="020B0502040204020203" pitchFamily="34" charset="0"/>
              <a:cs typeface="Segoe UI" panose="020B0502040204020203" pitchFamily="34" charset="0"/>
            </a:endParaRPr>
          </a:p>
          <a:p>
            <a:endParaRPr lang="en-CA" sz="20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xmlns="" id="{59FEA579-E26A-4791-8BF3-1AD5675C534E}"/>
              </a:ext>
            </a:extLst>
          </p:cNvPr>
          <p:cNvPicPr>
            <a:picLocks noChangeAspect="1"/>
          </p:cNvPicPr>
          <p:nvPr>
            <p:custDataLst>
              <p:tags r:id="rId3"/>
            </p:custDataLst>
          </p:nvPr>
        </p:nvPicPr>
        <p:blipFill>
          <a:blip r:embed="rId7"/>
          <a:stretch>
            <a:fillRect/>
          </a:stretch>
        </p:blipFill>
        <p:spPr>
          <a:xfrm>
            <a:off x="555885" y="1830392"/>
            <a:ext cx="10797915" cy="2363045"/>
          </a:xfrm>
          <a:prstGeom prst="rect">
            <a:avLst/>
          </a:prstGeom>
        </p:spPr>
      </p:pic>
      <p:pic>
        <p:nvPicPr>
          <p:cNvPr id="6" name="Picture 5">
            <a:extLst>
              <a:ext uri="{FF2B5EF4-FFF2-40B4-BE49-F238E27FC236}">
                <a16:creationId xmlns:a16="http://schemas.microsoft.com/office/drawing/2014/main" xmlns="" id="{56E6EA2A-C238-4070-BC02-27B7B521BB6E}"/>
              </a:ext>
            </a:extLst>
          </p:cNvPr>
          <p:cNvPicPr>
            <a:picLocks noChangeAspect="1"/>
          </p:cNvPicPr>
          <p:nvPr>
            <p:custDataLst>
              <p:tags r:id="rId4"/>
            </p:custDataLst>
          </p:nvPr>
        </p:nvPicPr>
        <p:blipFill>
          <a:blip r:embed="rId8"/>
          <a:stretch>
            <a:fillRect/>
          </a:stretch>
        </p:blipFill>
        <p:spPr>
          <a:xfrm>
            <a:off x="714893" y="5082987"/>
            <a:ext cx="11194473" cy="1211558"/>
          </a:xfrm>
          <a:prstGeom prst="rect">
            <a:avLst/>
          </a:prstGeom>
        </p:spPr>
      </p:pic>
    </p:spTree>
    <p:extLst>
      <p:ext uri="{BB962C8B-B14F-4D97-AF65-F5344CB8AC3E}">
        <p14:creationId xmlns:p14="http://schemas.microsoft.com/office/powerpoint/2010/main" val="3215793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Container Consolidation</a:t>
            </a:r>
            <a:br>
              <a:rPr lang="en-CA" sz="4400" b="1" dirty="0"/>
            </a:br>
            <a:r>
              <a:rPr lang="en-CA" sz="4400" b="1" dirty="0"/>
              <a:t>Container Merge</a:t>
            </a:r>
          </a:p>
        </p:txBody>
      </p:sp>
    </p:spTree>
    <p:extLst>
      <p:ext uri="{BB962C8B-B14F-4D97-AF65-F5344CB8AC3E}">
        <p14:creationId xmlns:p14="http://schemas.microsoft.com/office/powerpoint/2010/main" val="774791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94F396-786B-4FAF-95A0-A31738D45545}"/>
              </a:ext>
            </a:extLst>
          </p:cNvPr>
          <p:cNvSpPr>
            <a:spLocks noGrp="1"/>
          </p:cNvSpPr>
          <p:nvPr>
            <p:ph type="title"/>
            <p:custDataLst>
              <p:tags r:id="rId1"/>
            </p:custDataLst>
          </p:nvPr>
        </p:nvSpPr>
        <p:spPr/>
        <p:txBody>
          <a:bodyPr/>
          <a:lstStyle/>
          <a:p>
            <a:r>
              <a:rPr lang="en-CA" sz="3600" dirty="0"/>
              <a:t>Container Merge</a:t>
            </a:r>
            <a:endParaRPr lang="en-CA" dirty="0"/>
          </a:p>
        </p:txBody>
      </p:sp>
      <p:sp>
        <p:nvSpPr>
          <p:cNvPr id="3" name="Content Placeholder 2">
            <a:extLst>
              <a:ext uri="{FF2B5EF4-FFF2-40B4-BE49-F238E27FC236}">
                <a16:creationId xmlns:a16="http://schemas.microsoft.com/office/drawing/2014/main" xmlns="" id="{911BB628-97A2-4830-B1AF-FEA3DDCE46A9}"/>
              </a:ext>
            </a:extLst>
          </p:cNvPr>
          <p:cNvSpPr>
            <a:spLocks noGrp="1"/>
          </p:cNvSpPr>
          <p:nvPr>
            <p:ph idx="1"/>
            <p:custDataLst>
              <p:tags r:id="rId2"/>
            </p:custDataLst>
          </p:nvPr>
        </p:nvSpPr>
        <p:spPr>
          <a:xfrm>
            <a:off x="838200" y="1371600"/>
            <a:ext cx="10515600" cy="4805363"/>
          </a:xfrm>
        </p:spPr>
        <p:txBody>
          <a:bodyPr/>
          <a:lstStyle/>
          <a:p>
            <a:pPr algn="just">
              <a:lnSpc>
                <a:spcPct val="150000"/>
              </a:lnSpc>
            </a:pPr>
            <a:r>
              <a:rPr lang="en-US" sz="2400" dirty="0"/>
              <a:t>Containers that are to be shipped </a:t>
            </a:r>
            <a:r>
              <a:rPr lang="en-CA" sz="2400" dirty="0"/>
              <a:t>for </a:t>
            </a:r>
            <a:r>
              <a:rPr lang="en-CA" dirty="0"/>
              <a:t>the same shipment </a:t>
            </a:r>
            <a:r>
              <a:rPr lang="en-US" dirty="0"/>
              <a:t>may be merged together. </a:t>
            </a:r>
          </a:p>
          <a:p>
            <a:pPr algn="just">
              <a:lnSpc>
                <a:spcPct val="150000"/>
              </a:lnSpc>
            </a:pPr>
            <a:r>
              <a:rPr lang="en-US" dirty="0"/>
              <a:t>Container merging is where some or all the contents of one container is combined into another container. </a:t>
            </a:r>
          </a:p>
          <a:p>
            <a:pPr algn="just">
              <a:lnSpc>
                <a:spcPct val="150000"/>
              </a:lnSpc>
            </a:pPr>
            <a:r>
              <a:rPr lang="en-US" dirty="0"/>
              <a:t>This can be done for </a:t>
            </a:r>
            <a:r>
              <a:rPr lang="en-US" b="1" dirty="0"/>
              <a:t>LTL </a:t>
            </a:r>
            <a:r>
              <a:rPr lang="en-CA" b="1" dirty="0"/>
              <a:t>Carrier Service Type and Parcels</a:t>
            </a:r>
            <a:r>
              <a:rPr lang="en-CA" dirty="0"/>
              <a:t>. </a:t>
            </a:r>
          </a:p>
          <a:p>
            <a:pPr algn="just">
              <a:lnSpc>
                <a:spcPct val="150000"/>
              </a:lnSpc>
            </a:pPr>
            <a:r>
              <a:rPr lang="en-US" dirty="0"/>
              <a:t>Depending on the workstation, this can be done using a desktop or with mobile equipment.</a:t>
            </a:r>
            <a:endParaRPr lang="en-CA" dirty="0"/>
          </a:p>
        </p:txBody>
      </p:sp>
    </p:spTree>
    <p:extLst>
      <p:ext uri="{BB962C8B-B14F-4D97-AF65-F5344CB8AC3E}">
        <p14:creationId xmlns:p14="http://schemas.microsoft.com/office/powerpoint/2010/main" val="1678377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444603-B062-4F3B-960F-C14410A2604E}"/>
              </a:ext>
            </a:extLst>
          </p:cNvPr>
          <p:cNvSpPr>
            <a:spLocks noGrp="1"/>
          </p:cNvSpPr>
          <p:nvPr>
            <p:ph type="title"/>
            <p:custDataLst>
              <p:tags r:id="rId1"/>
            </p:custDataLst>
          </p:nvPr>
        </p:nvSpPr>
        <p:spPr/>
        <p:txBody>
          <a:bodyPr/>
          <a:lstStyle/>
          <a:p>
            <a:r>
              <a:rPr lang="en-CA" sz="3600" dirty="0"/>
              <a:t>Container Merge</a:t>
            </a:r>
            <a:endParaRPr lang="en-CA" dirty="0"/>
          </a:p>
        </p:txBody>
      </p:sp>
      <p:sp>
        <p:nvSpPr>
          <p:cNvPr id="4" name="Content Placeholder 2">
            <a:extLst>
              <a:ext uri="{FF2B5EF4-FFF2-40B4-BE49-F238E27FC236}">
                <a16:creationId xmlns:a16="http://schemas.microsoft.com/office/drawing/2014/main" xmlns="" id="{BE4CEC9A-CE83-42FA-A0E4-35C8A1EFCD5D}"/>
              </a:ext>
            </a:extLst>
          </p:cNvPr>
          <p:cNvSpPr>
            <a:spLocks noGrp="1"/>
          </p:cNvSpPr>
          <p:nvPr>
            <p:ph idx="1"/>
            <p:custDataLst>
              <p:tags r:id="rId2"/>
            </p:custDataLst>
          </p:nvPr>
        </p:nvSpPr>
        <p:spPr>
          <a:xfrm>
            <a:off x="669387" y="1344706"/>
            <a:ext cx="6462933"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Outbound Order Management </a:t>
            </a:r>
            <a:r>
              <a:rPr lang="en-US" sz="2300" dirty="0"/>
              <a:t>resource.</a:t>
            </a:r>
          </a:p>
          <a:p>
            <a:pPr marL="457200" indent="-457200" algn="just">
              <a:lnSpc>
                <a:spcPct val="150000"/>
              </a:lnSpc>
              <a:buFont typeface="+mj-lt"/>
              <a:buAutoNum type="arabicPeriod"/>
            </a:pPr>
            <a:r>
              <a:rPr lang="en-US" sz="2300" dirty="0"/>
              <a:t>Under Outbound Order Management, click on </a:t>
            </a:r>
            <a:r>
              <a:rPr lang="en-US" sz="2300" b="1" dirty="0"/>
              <a:t>Packing Station Activities</a:t>
            </a:r>
            <a:r>
              <a:rPr lang="en-US" sz="2300" dirty="0"/>
              <a:t>.</a:t>
            </a:r>
          </a:p>
          <a:p>
            <a:pPr marL="457200" indent="-457200" algn="just">
              <a:lnSpc>
                <a:spcPct val="150000"/>
              </a:lnSpc>
              <a:buFont typeface="+mj-lt"/>
              <a:buAutoNum type="arabicPeriod"/>
            </a:pPr>
            <a:r>
              <a:rPr lang="en-US" sz="2300" dirty="0"/>
              <a:t>Under Packing Station Activities, click on </a:t>
            </a:r>
            <a:r>
              <a:rPr lang="en-US" sz="2300" b="1" dirty="0"/>
              <a:t>Container Merge or Unpack. </a:t>
            </a:r>
            <a:endParaRPr lang="en-US" sz="2300" dirty="0"/>
          </a:p>
          <a:p>
            <a:pPr marL="0" indent="0" algn="just">
              <a:lnSpc>
                <a:spcPct val="150000"/>
              </a:lnSpc>
              <a:buNone/>
            </a:pPr>
            <a:endParaRPr lang="en-US" sz="2200" dirty="0"/>
          </a:p>
        </p:txBody>
      </p:sp>
      <p:pic>
        <p:nvPicPr>
          <p:cNvPr id="5" name="Picture 4">
            <a:extLst>
              <a:ext uri="{FF2B5EF4-FFF2-40B4-BE49-F238E27FC236}">
                <a16:creationId xmlns:a16="http://schemas.microsoft.com/office/drawing/2014/main" xmlns="" id="{85A94349-D6CC-4B0E-BC40-B2A56D77A124}"/>
              </a:ext>
            </a:extLst>
          </p:cNvPr>
          <p:cNvPicPr>
            <a:picLocks noChangeAspect="1"/>
          </p:cNvPicPr>
          <p:nvPr>
            <p:custDataLst>
              <p:tags r:id="rId3"/>
            </p:custDataLst>
          </p:nvPr>
        </p:nvPicPr>
        <p:blipFill>
          <a:blip r:embed="rId5"/>
          <a:stretch>
            <a:fillRect/>
          </a:stretch>
        </p:blipFill>
        <p:spPr>
          <a:xfrm>
            <a:off x="7435098" y="1197409"/>
            <a:ext cx="3918702" cy="3679391"/>
          </a:xfrm>
          <a:prstGeom prst="rect">
            <a:avLst/>
          </a:prstGeom>
        </p:spPr>
      </p:pic>
    </p:spTree>
    <p:extLst>
      <p:ext uri="{BB962C8B-B14F-4D97-AF65-F5344CB8AC3E}">
        <p14:creationId xmlns:p14="http://schemas.microsoft.com/office/powerpoint/2010/main" val="3930836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F833EC-ED6C-420A-AB1B-87A685A7A41C}"/>
              </a:ext>
            </a:extLst>
          </p:cNvPr>
          <p:cNvSpPr>
            <a:spLocks noGrp="1"/>
          </p:cNvSpPr>
          <p:nvPr>
            <p:ph type="title"/>
            <p:custDataLst>
              <p:tags r:id="rId1"/>
            </p:custDataLst>
          </p:nvPr>
        </p:nvSpPr>
        <p:spPr/>
        <p:txBody>
          <a:bodyPr/>
          <a:lstStyle/>
          <a:p>
            <a:r>
              <a:rPr lang="en-CA" sz="3600" dirty="0"/>
              <a:t>Container Merge</a:t>
            </a:r>
            <a:endParaRPr lang="en-CA" dirty="0"/>
          </a:p>
        </p:txBody>
      </p:sp>
      <p:sp>
        <p:nvSpPr>
          <p:cNvPr id="4" name="Content Placeholder 2">
            <a:extLst>
              <a:ext uri="{FF2B5EF4-FFF2-40B4-BE49-F238E27FC236}">
                <a16:creationId xmlns:a16="http://schemas.microsoft.com/office/drawing/2014/main" xmlns="" id="{63B5BC74-1981-41C4-8868-0D2C7BEE5A19}"/>
              </a:ext>
            </a:extLst>
          </p:cNvPr>
          <p:cNvSpPr txBox="1">
            <a:spLocks/>
          </p:cNvSpPr>
          <p:nvPr>
            <p:custDataLst>
              <p:tags r:id="rId2"/>
            </p:custDataLst>
          </p:nvPr>
        </p:nvSpPr>
        <p:spPr>
          <a:xfrm>
            <a:off x="489066" y="1027905"/>
            <a:ext cx="7329530" cy="5159347"/>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sz="2000" dirty="0">
                <a:latin typeface="Segoe UI" panose="020B0502040204020203" pitchFamily="34" charset="0"/>
                <a:ea typeface="Segoe UI" panose="020B0502040204020203" pitchFamily="34" charset="0"/>
                <a:cs typeface="Segoe UI" panose="020B0502040204020203" pitchFamily="34" charset="0"/>
              </a:rPr>
              <a:t>You also have the option to perform the Container Merge using a mobile equipment. </a:t>
            </a:r>
          </a:p>
          <a:p>
            <a:pPr algn="just">
              <a:lnSpc>
                <a:spcPct val="150000"/>
              </a:lnSpc>
            </a:pPr>
            <a:r>
              <a:rPr lang="en-US" sz="2000" dirty="0">
                <a:latin typeface="Segoe UI" panose="020B0502040204020203" pitchFamily="34" charset="0"/>
                <a:ea typeface="Segoe UI" panose="020B0502040204020203" pitchFamily="34" charset="0"/>
                <a:cs typeface="Segoe UI" panose="020B0502040204020203" pitchFamily="34" charset="0"/>
              </a:rPr>
              <a:t>If you are using a mobile equipment: </a:t>
            </a:r>
          </a:p>
          <a:p>
            <a:pPr marL="457200" indent="-457200" algn="just">
              <a:lnSpc>
                <a:spcPct val="150000"/>
              </a:lnSpc>
              <a:buFont typeface="+mj-lt"/>
              <a:buAutoNum type="arabicPeriod"/>
            </a:pPr>
            <a:r>
              <a:rPr lang="en-US" sz="2000" dirty="0">
                <a:latin typeface="Segoe UI" panose="020B0502040204020203" pitchFamily="34" charset="0"/>
                <a:cs typeface="Segoe UI" panose="020B0502040204020203" pitchFamily="34" charset="0"/>
              </a:rPr>
              <a:t>Select the </a:t>
            </a:r>
            <a:r>
              <a:rPr lang="en-US" sz="2000" b="1" dirty="0">
                <a:latin typeface="Segoe UI" panose="020B0502040204020203" pitchFamily="34" charset="0"/>
                <a:cs typeface="Segoe UI" panose="020B0502040204020203" pitchFamily="34" charset="0"/>
              </a:rPr>
              <a:t>Pack </a:t>
            </a:r>
            <a:r>
              <a:rPr lang="en-US" sz="2000" dirty="0">
                <a:latin typeface="Segoe UI" panose="020B0502040204020203" pitchFamily="34" charset="0"/>
                <a:cs typeface="Segoe UI" panose="020B0502040204020203" pitchFamily="34" charset="0"/>
              </a:rPr>
              <a:t>resource</a:t>
            </a:r>
            <a:endParaRPr lang="en-US" sz="2000" dirty="0">
              <a:latin typeface="Segoe UI" panose="020B0502040204020203" pitchFamily="34" charset="0"/>
              <a:ea typeface="Segoe UI" panose="020B0502040204020203" pitchFamily="34" charset="0"/>
              <a:cs typeface="Segoe UI" panose="020B0502040204020203" pitchFamily="34" charset="0"/>
            </a:endParaRPr>
          </a:p>
          <a:p>
            <a:pPr marL="457200" indent="-457200" algn="just">
              <a:lnSpc>
                <a:spcPct val="150000"/>
              </a:lnSpc>
              <a:buFont typeface="+mj-lt"/>
              <a:buAutoNum type="arabicPeriod"/>
            </a:pPr>
            <a:r>
              <a:rPr lang="en-US" sz="2000" dirty="0">
                <a:latin typeface="Segoe UI" panose="020B0502040204020203" pitchFamily="34" charset="0"/>
                <a:cs typeface="Segoe UI" panose="020B0502040204020203" pitchFamily="34" charset="0"/>
              </a:rPr>
              <a:t>Under Pack, click on </a:t>
            </a:r>
            <a:r>
              <a:rPr lang="en-US" sz="2000" b="1" dirty="0">
                <a:latin typeface="Segoe UI" panose="020B0502040204020203" pitchFamily="34" charset="0"/>
                <a:cs typeface="Segoe UI" panose="020B0502040204020203" pitchFamily="34" charset="0"/>
              </a:rPr>
              <a:t>Container Merge or Unpack</a:t>
            </a:r>
            <a:r>
              <a:rPr lang="en-US" sz="2000" dirty="0">
                <a:latin typeface="Segoe UI" panose="020B0502040204020203" pitchFamily="34" charset="0"/>
                <a:cs typeface="Segoe UI" panose="020B0502040204020203" pitchFamily="34" charset="0"/>
              </a:rPr>
              <a:t>.</a:t>
            </a:r>
          </a:p>
          <a:p>
            <a:pPr marL="457200" indent="-457200" algn="just">
              <a:lnSpc>
                <a:spcPct val="150000"/>
              </a:lnSpc>
              <a:buFont typeface="+mj-lt"/>
              <a:buAutoNum type="arabicPeriod"/>
            </a:pPr>
            <a:r>
              <a:rPr lang="en-US" sz="2000" dirty="0">
                <a:latin typeface="Segoe UI" panose="020B0502040204020203" pitchFamily="34" charset="0"/>
                <a:cs typeface="Segoe UI" panose="020B0502040204020203" pitchFamily="34" charset="0"/>
              </a:rPr>
              <a:t>A new Container Merge or Unpack window will appear. </a:t>
            </a:r>
            <a:r>
              <a:rPr lang="en-US" sz="2000" dirty="0">
                <a:latin typeface="Segoe UI" panose="020B0502040204020203" pitchFamily="34" charset="0"/>
                <a:ea typeface="Segoe UI" panose="020B0502040204020203" pitchFamily="34" charset="0"/>
                <a:cs typeface="Segoe UI" panose="020B0502040204020203" pitchFamily="34" charset="0"/>
              </a:rPr>
              <a:t> The procedural steps and system </a:t>
            </a:r>
            <a:r>
              <a:rPr lang="en-US" sz="2000" dirty="0" err="1">
                <a:latin typeface="Segoe UI" panose="020B0502040204020203" pitchFamily="34" charset="0"/>
                <a:ea typeface="Segoe UI" panose="020B0502040204020203" pitchFamily="34" charset="0"/>
                <a:cs typeface="Segoe UI" panose="020B0502040204020203" pitchFamily="34" charset="0"/>
              </a:rPr>
              <a:t>behaviour</a:t>
            </a:r>
            <a:r>
              <a:rPr lang="en-US" sz="2000" dirty="0">
                <a:latin typeface="Segoe UI" panose="020B0502040204020203" pitchFamily="34" charset="0"/>
                <a:ea typeface="Segoe UI" panose="020B0502040204020203" pitchFamily="34" charset="0"/>
                <a:cs typeface="Segoe UI" panose="020B0502040204020203" pitchFamily="34" charset="0"/>
              </a:rPr>
              <a:t> are the same for both the desktop and mobile equipment processes. Follow the same steps as explained starting from the next slide. </a:t>
            </a:r>
          </a:p>
          <a:p>
            <a:pPr marL="457200" indent="-457200" algn="just">
              <a:lnSpc>
                <a:spcPct val="150000"/>
              </a:lnSpc>
              <a:buFont typeface="+mj-lt"/>
              <a:buAutoNum type="arabicPeriod"/>
            </a:pPr>
            <a:endParaRPr lang="en-US" sz="20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a:pPr>
            <a:endParaRPr lang="en-US" sz="20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a:pPr>
            <a:endParaRPr lang="en-US" sz="2000" dirty="0">
              <a:latin typeface="Segoe UI" panose="020B0502040204020203" pitchFamily="34" charset="0"/>
              <a:ea typeface="Segoe UI" panose="020B0502040204020203" pitchFamily="34" charset="0"/>
              <a:cs typeface="Segoe UI" panose="020B0502040204020203" pitchFamily="34" charset="0"/>
            </a:endParaRPr>
          </a:p>
          <a:p>
            <a:pPr algn="just">
              <a:lnSpc>
                <a:spcPct val="150000"/>
              </a:lnSpc>
            </a:pPr>
            <a:endParaRPr lang="en-CA" sz="2000" dirty="0">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xmlns="" id="{6D1CD67A-90D8-444F-9D97-0D3CD8217C23}"/>
              </a:ext>
            </a:extLst>
          </p:cNvPr>
          <p:cNvPicPr>
            <a:picLocks noChangeAspect="1"/>
          </p:cNvPicPr>
          <p:nvPr>
            <p:custDataLst>
              <p:tags r:id="rId3"/>
            </p:custDataLst>
          </p:nvPr>
        </p:nvPicPr>
        <p:blipFill>
          <a:blip r:embed="rId5"/>
          <a:stretch>
            <a:fillRect/>
          </a:stretch>
        </p:blipFill>
        <p:spPr>
          <a:xfrm>
            <a:off x="7987409" y="365125"/>
            <a:ext cx="3535204" cy="5822128"/>
          </a:xfrm>
          <a:prstGeom prst="rect">
            <a:avLst/>
          </a:prstGeom>
        </p:spPr>
      </p:pic>
    </p:spTree>
    <p:extLst>
      <p:ext uri="{BB962C8B-B14F-4D97-AF65-F5344CB8AC3E}">
        <p14:creationId xmlns:p14="http://schemas.microsoft.com/office/powerpoint/2010/main" val="1463868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444603-B062-4F3B-960F-C14410A2604E}"/>
              </a:ext>
            </a:extLst>
          </p:cNvPr>
          <p:cNvSpPr>
            <a:spLocks noGrp="1"/>
          </p:cNvSpPr>
          <p:nvPr>
            <p:ph type="title"/>
            <p:custDataLst>
              <p:tags r:id="rId1"/>
            </p:custDataLst>
          </p:nvPr>
        </p:nvSpPr>
        <p:spPr/>
        <p:txBody>
          <a:bodyPr/>
          <a:lstStyle/>
          <a:p>
            <a:r>
              <a:rPr lang="en-CA" sz="3600" dirty="0"/>
              <a:t>Container Merge</a:t>
            </a:r>
            <a:endParaRPr lang="en-CA" dirty="0"/>
          </a:p>
        </p:txBody>
      </p:sp>
      <p:sp>
        <p:nvSpPr>
          <p:cNvPr id="4" name="Content Placeholder 2">
            <a:extLst>
              <a:ext uri="{FF2B5EF4-FFF2-40B4-BE49-F238E27FC236}">
                <a16:creationId xmlns:a16="http://schemas.microsoft.com/office/drawing/2014/main" xmlns="" id="{BE4CEC9A-CE83-42FA-A0E4-35C8A1EFCD5D}"/>
              </a:ext>
            </a:extLst>
          </p:cNvPr>
          <p:cNvSpPr>
            <a:spLocks noGrp="1"/>
          </p:cNvSpPr>
          <p:nvPr>
            <p:ph idx="1"/>
            <p:custDataLst>
              <p:tags r:id="rId2"/>
            </p:custDataLst>
          </p:nvPr>
        </p:nvSpPr>
        <p:spPr>
          <a:xfrm>
            <a:off x="669387" y="1344706"/>
            <a:ext cx="6462933" cy="4733783"/>
          </a:xfrm>
        </p:spPr>
        <p:txBody>
          <a:bodyPr/>
          <a:lstStyle/>
          <a:p>
            <a:pPr marL="457200" indent="-457200" algn="just">
              <a:lnSpc>
                <a:spcPct val="150000"/>
              </a:lnSpc>
              <a:buFont typeface="+mj-lt"/>
              <a:buAutoNum type="arabicPeriod" startAt="4"/>
            </a:pPr>
            <a:r>
              <a:rPr lang="en-US" sz="2100" dirty="0"/>
              <a:t>Enter the Container ID that is being merged into the second container in the Container field (your from container)</a:t>
            </a:r>
          </a:p>
          <a:p>
            <a:pPr marL="457200" indent="-457200" algn="just">
              <a:lnSpc>
                <a:spcPct val="150000"/>
              </a:lnSpc>
              <a:buFont typeface="+mj-lt"/>
              <a:buAutoNum type="arabicPeriod" startAt="4"/>
            </a:pPr>
            <a:r>
              <a:rPr lang="en-US" sz="2100" dirty="0"/>
              <a:t>Enter the Container ID of the one receiving the inventory in the To Container field</a:t>
            </a:r>
          </a:p>
          <a:p>
            <a:pPr marL="457200" lvl="1" indent="0" algn="just">
              <a:lnSpc>
                <a:spcPct val="150000"/>
              </a:lnSpc>
              <a:buNone/>
            </a:pPr>
            <a:r>
              <a:rPr lang="en-US" sz="2100" dirty="0"/>
              <a:t>Note: If necessary, you can review available containers for shipment the Shipping Activities resource. </a:t>
            </a:r>
          </a:p>
          <a:p>
            <a:pPr marL="457200" indent="-457200" algn="just">
              <a:lnSpc>
                <a:spcPct val="150000"/>
              </a:lnSpc>
              <a:buFont typeface="+mj-lt"/>
              <a:buAutoNum type="arabicPeriod" startAt="4"/>
            </a:pPr>
            <a:endParaRPr lang="en-US" sz="2100" dirty="0"/>
          </a:p>
        </p:txBody>
      </p:sp>
      <p:pic>
        <p:nvPicPr>
          <p:cNvPr id="5" name="Picture 4">
            <a:extLst>
              <a:ext uri="{FF2B5EF4-FFF2-40B4-BE49-F238E27FC236}">
                <a16:creationId xmlns:a16="http://schemas.microsoft.com/office/drawing/2014/main" xmlns="" id="{16BA3E90-DEA2-47E6-A7A9-2DDE15227BFB}"/>
              </a:ext>
            </a:extLst>
          </p:cNvPr>
          <p:cNvPicPr>
            <a:picLocks noChangeAspect="1"/>
          </p:cNvPicPr>
          <p:nvPr>
            <p:custDataLst>
              <p:tags r:id="rId3"/>
            </p:custDataLst>
          </p:nvPr>
        </p:nvPicPr>
        <p:blipFill>
          <a:blip r:embed="rId6"/>
          <a:stretch>
            <a:fillRect/>
          </a:stretch>
        </p:blipFill>
        <p:spPr>
          <a:xfrm>
            <a:off x="7900559" y="178450"/>
            <a:ext cx="4062939" cy="6064088"/>
          </a:xfrm>
          <a:prstGeom prst="rect">
            <a:avLst/>
          </a:prstGeom>
        </p:spPr>
      </p:pic>
    </p:spTree>
    <p:extLst>
      <p:ext uri="{BB962C8B-B14F-4D97-AF65-F5344CB8AC3E}">
        <p14:creationId xmlns:p14="http://schemas.microsoft.com/office/powerpoint/2010/main" val="2534807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13AA5F-57A2-4DE4-B22C-A92CDB58A35D}"/>
              </a:ext>
            </a:extLst>
          </p:cNvPr>
          <p:cNvSpPr>
            <a:spLocks noGrp="1"/>
          </p:cNvSpPr>
          <p:nvPr>
            <p:ph type="title"/>
            <p:custDataLst>
              <p:tags r:id="rId1"/>
            </p:custDataLst>
          </p:nvPr>
        </p:nvSpPr>
        <p:spPr/>
        <p:txBody>
          <a:bodyPr/>
          <a:lstStyle/>
          <a:p>
            <a:r>
              <a:rPr lang="en-CA" sz="3600" dirty="0"/>
              <a:t>Container Merge</a:t>
            </a:r>
            <a:endParaRPr lang="en-CA" dirty="0"/>
          </a:p>
        </p:txBody>
      </p:sp>
      <p:pic>
        <p:nvPicPr>
          <p:cNvPr id="5" name="Picture 4">
            <a:extLst>
              <a:ext uri="{FF2B5EF4-FFF2-40B4-BE49-F238E27FC236}">
                <a16:creationId xmlns:a16="http://schemas.microsoft.com/office/drawing/2014/main" xmlns="" id="{5A550EFD-E0CA-476A-9678-2A5871E7A5A8}"/>
              </a:ext>
            </a:extLst>
          </p:cNvPr>
          <p:cNvPicPr>
            <a:picLocks noChangeAspect="1"/>
          </p:cNvPicPr>
          <p:nvPr>
            <p:custDataLst>
              <p:tags r:id="rId2"/>
            </p:custDataLst>
          </p:nvPr>
        </p:nvPicPr>
        <p:blipFill>
          <a:blip r:embed="rId5"/>
          <a:stretch>
            <a:fillRect/>
          </a:stretch>
        </p:blipFill>
        <p:spPr>
          <a:xfrm>
            <a:off x="7759882" y="178450"/>
            <a:ext cx="4062939" cy="6064088"/>
          </a:xfrm>
          <a:prstGeom prst="rect">
            <a:avLst/>
          </a:prstGeom>
        </p:spPr>
      </p:pic>
      <p:sp>
        <p:nvSpPr>
          <p:cNvPr id="7" name="TextBox 6">
            <a:extLst>
              <a:ext uri="{FF2B5EF4-FFF2-40B4-BE49-F238E27FC236}">
                <a16:creationId xmlns:a16="http://schemas.microsoft.com/office/drawing/2014/main" xmlns="" id="{FCE9D2C1-4A77-451F-A8CB-B4E47EFCA157}"/>
              </a:ext>
            </a:extLst>
          </p:cNvPr>
          <p:cNvSpPr txBox="1"/>
          <p:nvPr>
            <p:custDataLst>
              <p:tags r:id="rId3"/>
            </p:custDataLst>
          </p:nvPr>
        </p:nvSpPr>
        <p:spPr>
          <a:xfrm>
            <a:off x="527538" y="1027906"/>
            <a:ext cx="6763323" cy="5402697"/>
          </a:xfrm>
          <a:prstGeom prst="rect">
            <a:avLst/>
          </a:prstGeom>
          <a:noFill/>
        </p:spPr>
        <p:txBody>
          <a:bodyPr wrap="square">
            <a:spAutoFit/>
          </a:bodyPr>
          <a:lstStyle/>
          <a:p>
            <a:pPr marL="457200" indent="-457200" algn="just">
              <a:lnSpc>
                <a:spcPct val="150000"/>
              </a:lnSpc>
              <a:spcBef>
                <a:spcPts val="1000"/>
              </a:spcBef>
              <a:buClr>
                <a:srgbClr val="F58220"/>
              </a:buClr>
              <a:buFont typeface="+mj-lt"/>
              <a:buAutoNum type="arabicPeriod" startAt="6"/>
            </a:pPr>
            <a:r>
              <a:rPr lang="en-US" sz="2100" dirty="0">
                <a:solidFill>
                  <a:schemeClr val="tx1">
                    <a:lumMod val="50000"/>
                    <a:lumOff val="50000"/>
                  </a:schemeClr>
                </a:solidFill>
              </a:rPr>
              <a:t>If you would like a new container label to be printed at the end of the merge, set the New Label field to Yes.</a:t>
            </a:r>
          </a:p>
          <a:p>
            <a:pPr marL="457200" indent="-457200" algn="just">
              <a:lnSpc>
                <a:spcPct val="150000"/>
              </a:lnSpc>
              <a:spcBef>
                <a:spcPts val="1000"/>
              </a:spcBef>
              <a:buClr>
                <a:srgbClr val="F58220"/>
              </a:buClr>
              <a:buFont typeface="+mj-lt"/>
              <a:buAutoNum type="arabicPeriod" startAt="6"/>
            </a:pPr>
            <a:r>
              <a:rPr lang="en-US" sz="2100" dirty="0">
                <a:solidFill>
                  <a:schemeClr val="tx1">
                    <a:lumMod val="50000"/>
                    <a:lumOff val="50000"/>
                  </a:schemeClr>
                </a:solidFill>
              </a:rPr>
              <a:t>Update the All Contents field as required: </a:t>
            </a:r>
          </a:p>
          <a:p>
            <a:pPr marL="914400" lvl="1" indent="-457200" algn="just">
              <a:lnSpc>
                <a:spcPct val="150000"/>
              </a:lnSpc>
              <a:spcBef>
                <a:spcPts val="1000"/>
              </a:spcBef>
              <a:buClr>
                <a:srgbClr val="F58220"/>
              </a:buClr>
              <a:buFont typeface="Arial" panose="020B0604020202020204" pitchFamily="34" charset="0"/>
              <a:buChar char="•"/>
            </a:pPr>
            <a:r>
              <a:rPr lang="en-US" sz="2100" dirty="0">
                <a:solidFill>
                  <a:schemeClr val="tx1">
                    <a:lumMod val="50000"/>
                    <a:lumOff val="50000"/>
                  </a:schemeClr>
                </a:solidFill>
              </a:rPr>
              <a:t>If you are emptying the from container and transferring the entire contents to the new container set the All Contents field to Yes.</a:t>
            </a:r>
          </a:p>
          <a:p>
            <a:pPr marL="914400" lvl="1" indent="-457200" algn="just">
              <a:lnSpc>
                <a:spcPct val="150000"/>
              </a:lnSpc>
              <a:spcBef>
                <a:spcPts val="1000"/>
              </a:spcBef>
              <a:buClr>
                <a:srgbClr val="F58220"/>
              </a:buClr>
              <a:buFont typeface="Arial" panose="020B0604020202020204" pitchFamily="34" charset="0"/>
              <a:buChar char="•"/>
            </a:pPr>
            <a:r>
              <a:rPr lang="en-US" sz="2100" dirty="0">
                <a:solidFill>
                  <a:schemeClr val="tx1">
                    <a:lumMod val="50000"/>
                    <a:lumOff val="50000"/>
                  </a:schemeClr>
                </a:solidFill>
              </a:rPr>
              <a:t>If you are only transferring some of the contents of your from container to the new container set the All Contents field to No.</a:t>
            </a:r>
          </a:p>
          <a:p>
            <a:pPr marL="457200" indent="-457200" algn="just">
              <a:lnSpc>
                <a:spcPct val="150000"/>
              </a:lnSpc>
              <a:spcBef>
                <a:spcPts val="1000"/>
              </a:spcBef>
              <a:buClr>
                <a:srgbClr val="F58220"/>
              </a:buClr>
              <a:buFont typeface="+mj-lt"/>
              <a:buAutoNum type="arabicPeriod" startAt="6"/>
            </a:pPr>
            <a:r>
              <a:rPr lang="en-US" sz="2100" dirty="0">
                <a:solidFill>
                  <a:schemeClr val="tx1">
                    <a:lumMod val="50000"/>
                    <a:lumOff val="50000"/>
                  </a:schemeClr>
                </a:solidFill>
              </a:rPr>
              <a:t>Click Continue.</a:t>
            </a:r>
          </a:p>
        </p:txBody>
      </p:sp>
    </p:spTree>
    <p:extLst>
      <p:ext uri="{BB962C8B-B14F-4D97-AF65-F5344CB8AC3E}">
        <p14:creationId xmlns:p14="http://schemas.microsoft.com/office/powerpoint/2010/main" val="520541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444603-B062-4F3B-960F-C14410A2604E}"/>
              </a:ext>
            </a:extLst>
          </p:cNvPr>
          <p:cNvSpPr>
            <a:spLocks noGrp="1"/>
          </p:cNvSpPr>
          <p:nvPr>
            <p:ph type="title"/>
            <p:custDataLst>
              <p:tags r:id="rId1"/>
            </p:custDataLst>
          </p:nvPr>
        </p:nvSpPr>
        <p:spPr/>
        <p:txBody>
          <a:bodyPr/>
          <a:lstStyle/>
          <a:p>
            <a:r>
              <a:rPr lang="en-CA" sz="3600" dirty="0"/>
              <a:t>Container Merge</a:t>
            </a:r>
            <a:endParaRPr lang="en-CA" dirty="0"/>
          </a:p>
        </p:txBody>
      </p:sp>
      <p:grpSp>
        <p:nvGrpSpPr>
          <p:cNvPr id="10" name="Group 9">
            <a:extLst>
              <a:ext uri="{FF2B5EF4-FFF2-40B4-BE49-F238E27FC236}">
                <a16:creationId xmlns:a16="http://schemas.microsoft.com/office/drawing/2014/main" xmlns="" id="{26121B26-7D83-4A42-873A-7A5A6516F5AA}"/>
              </a:ext>
            </a:extLst>
          </p:cNvPr>
          <p:cNvGrpSpPr/>
          <p:nvPr>
            <p:custDataLst>
              <p:tags r:id="rId2"/>
            </p:custDataLst>
          </p:nvPr>
        </p:nvGrpSpPr>
        <p:grpSpPr>
          <a:xfrm>
            <a:off x="527538" y="3429000"/>
            <a:ext cx="10322170" cy="2676453"/>
            <a:chOff x="2092568" y="1465319"/>
            <a:chExt cx="10099432" cy="2574854"/>
          </a:xfrm>
        </p:grpSpPr>
        <p:pic>
          <p:nvPicPr>
            <p:cNvPr id="7" name="Picture 6">
              <a:extLst>
                <a:ext uri="{FF2B5EF4-FFF2-40B4-BE49-F238E27FC236}">
                  <a16:creationId xmlns:a16="http://schemas.microsoft.com/office/drawing/2014/main" xmlns="" id="{CAE9DCAC-0196-4059-9BEC-ECF39E41D0AD}"/>
                </a:ext>
              </a:extLst>
            </p:cNvPr>
            <p:cNvPicPr>
              <a:picLocks noChangeAspect="1"/>
            </p:cNvPicPr>
            <p:nvPr/>
          </p:nvPicPr>
          <p:blipFill rotWithShape="1">
            <a:blip r:embed="rId6"/>
            <a:srcRect t="1" b="57164"/>
            <a:stretch/>
          </p:blipFill>
          <p:spPr>
            <a:xfrm>
              <a:off x="2092568" y="1465319"/>
              <a:ext cx="10099431" cy="2121944"/>
            </a:xfrm>
            <a:prstGeom prst="rect">
              <a:avLst/>
            </a:prstGeom>
          </p:spPr>
        </p:pic>
        <p:pic>
          <p:nvPicPr>
            <p:cNvPr id="9" name="Picture 8">
              <a:extLst>
                <a:ext uri="{FF2B5EF4-FFF2-40B4-BE49-F238E27FC236}">
                  <a16:creationId xmlns:a16="http://schemas.microsoft.com/office/drawing/2014/main" xmlns="" id="{C769F0EA-FC18-4EC9-BAE7-9BEC480A574B}"/>
                </a:ext>
              </a:extLst>
            </p:cNvPr>
            <p:cNvPicPr>
              <a:picLocks noChangeAspect="1"/>
            </p:cNvPicPr>
            <p:nvPr/>
          </p:nvPicPr>
          <p:blipFill rotWithShape="1">
            <a:blip r:embed="rId6"/>
            <a:srcRect t="80773"/>
            <a:stretch/>
          </p:blipFill>
          <p:spPr>
            <a:xfrm>
              <a:off x="2092569" y="3087699"/>
              <a:ext cx="10099431" cy="952474"/>
            </a:xfrm>
            <a:prstGeom prst="rect">
              <a:avLst/>
            </a:prstGeom>
          </p:spPr>
        </p:pic>
      </p:grpSp>
      <p:sp>
        <p:nvSpPr>
          <p:cNvPr id="12" name="TextBox 11">
            <a:extLst>
              <a:ext uri="{FF2B5EF4-FFF2-40B4-BE49-F238E27FC236}">
                <a16:creationId xmlns:a16="http://schemas.microsoft.com/office/drawing/2014/main" xmlns="" id="{C195A972-C5D7-422F-B283-5CB2EC263117}"/>
              </a:ext>
            </a:extLst>
          </p:cNvPr>
          <p:cNvSpPr txBox="1"/>
          <p:nvPr>
            <p:custDataLst>
              <p:tags r:id="rId3"/>
            </p:custDataLst>
          </p:nvPr>
        </p:nvSpPr>
        <p:spPr>
          <a:xfrm>
            <a:off x="527538" y="1027906"/>
            <a:ext cx="11095893" cy="2722477"/>
          </a:xfrm>
          <a:prstGeom prst="rect">
            <a:avLst/>
          </a:prstGeom>
          <a:noFill/>
        </p:spPr>
        <p:txBody>
          <a:bodyPr wrap="square">
            <a:spAutoFit/>
          </a:bodyPr>
          <a:lstStyle/>
          <a:p>
            <a:pPr marL="457200" indent="-457200" algn="just">
              <a:lnSpc>
                <a:spcPct val="150000"/>
              </a:lnSpc>
              <a:spcBef>
                <a:spcPts val="1000"/>
              </a:spcBef>
              <a:buClr>
                <a:srgbClr val="F58220"/>
              </a:buClr>
              <a:buFont typeface="+mj-lt"/>
              <a:buAutoNum type="arabicPeriod" startAt="9"/>
            </a:pPr>
            <a:r>
              <a:rPr lang="en-US" sz="2100" dirty="0">
                <a:solidFill>
                  <a:schemeClr val="tx1">
                    <a:lumMod val="50000"/>
                    <a:lumOff val="50000"/>
                  </a:schemeClr>
                </a:solidFill>
              </a:rPr>
              <a:t>The Container Merge or Unpack Inventory screen is displayed showing details of the container. If you are not transferring All Contents, update the Input Quantity field to represent the amount of inventory you are moving to the new container. </a:t>
            </a:r>
          </a:p>
          <a:p>
            <a:pPr marL="457200" indent="-457200" algn="just">
              <a:lnSpc>
                <a:spcPct val="150000"/>
              </a:lnSpc>
              <a:spcBef>
                <a:spcPts val="1000"/>
              </a:spcBef>
              <a:buClr>
                <a:srgbClr val="F58220"/>
              </a:buClr>
              <a:buFont typeface="+mj-lt"/>
              <a:buAutoNum type="arabicPeriod" startAt="9"/>
            </a:pPr>
            <a:r>
              <a:rPr lang="en-US" sz="2100" dirty="0">
                <a:solidFill>
                  <a:schemeClr val="tx1">
                    <a:lumMod val="50000"/>
                    <a:lumOff val="50000"/>
                  </a:schemeClr>
                </a:solidFill>
              </a:rPr>
              <a:t>Click Continue. </a:t>
            </a:r>
          </a:p>
          <a:p>
            <a:pPr marL="457200" indent="-457200" algn="just">
              <a:lnSpc>
                <a:spcPct val="150000"/>
              </a:lnSpc>
              <a:spcBef>
                <a:spcPts val="1000"/>
              </a:spcBef>
              <a:buClr>
                <a:srgbClr val="F58220"/>
              </a:buClr>
              <a:buFont typeface="+mj-lt"/>
              <a:buAutoNum type="arabicPeriod" startAt="9"/>
            </a:pPr>
            <a:endParaRPr lang="en-US" sz="2100" dirty="0">
              <a:solidFill>
                <a:schemeClr val="tx1">
                  <a:lumMod val="50000"/>
                  <a:lumOff val="50000"/>
                </a:schemeClr>
              </a:solidFill>
            </a:endParaRPr>
          </a:p>
        </p:txBody>
      </p:sp>
    </p:spTree>
    <p:extLst>
      <p:ext uri="{BB962C8B-B14F-4D97-AF65-F5344CB8AC3E}">
        <p14:creationId xmlns:p14="http://schemas.microsoft.com/office/powerpoint/2010/main" val="3613889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DED1BD-748F-4650-A42B-6A1EB8EFF7D2}"/>
              </a:ext>
            </a:extLst>
          </p:cNvPr>
          <p:cNvSpPr>
            <a:spLocks noGrp="1"/>
          </p:cNvSpPr>
          <p:nvPr>
            <p:ph type="title"/>
            <p:custDataLst>
              <p:tags r:id="rId1"/>
            </p:custDataLst>
          </p:nvPr>
        </p:nvSpPr>
        <p:spPr/>
        <p:txBody>
          <a:bodyPr/>
          <a:lstStyle/>
          <a:p>
            <a:r>
              <a:rPr lang="en-CA" sz="3600" dirty="0"/>
              <a:t>Container Merge</a:t>
            </a:r>
            <a:endParaRPr lang="en-CA" dirty="0"/>
          </a:p>
        </p:txBody>
      </p:sp>
      <p:sp>
        <p:nvSpPr>
          <p:cNvPr id="3" name="Content Placeholder 2">
            <a:extLst>
              <a:ext uri="{FF2B5EF4-FFF2-40B4-BE49-F238E27FC236}">
                <a16:creationId xmlns:a16="http://schemas.microsoft.com/office/drawing/2014/main" xmlns="" id="{B584D2A3-1D1C-476A-A570-786965AA5368}"/>
              </a:ext>
            </a:extLst>
          </p:cNvPr>
          <p:cNvSpPr>
            <a:spLocks noGrp="1"/>
          </p:cNvSpPr>
          <p:nvPr>
            <p:ph idx="1"/>
            <p:custDataLst>
              <p:tags r:id="rId2"/>
            </p:custDataLst>
          </p:nvPr>
        </p:nvSpPr>
        <p:spPr>
          <a:xfrm>
            <a:off x="838200" y="1230923"/>
            <a:ext cx="6370268" cy="4946040"/>
          </a:xfrm>
        </p:spPr>
        <p:txBody>
          <a:bodyPr/>
          <a:lstStyle/>
          <a:p>
            <a:pPr marL="457200" marR="0" lvl="0" indent="-457200" algn="just" fontAlgn="auto">
              <a:lnSpc>
                <a:spcPct val="150000"/>
              </a:lnSpc>
              <a:spcAft>
                <a:spcPts val="0"/>
              </a:spcAft>
              <a:buSzTx/>
              <a:buFont typeface="+mj-lt"/>
              <a:buAutoNum type="arabicPeriod" startAt="11"/>
              <a:tabLst/>
              <a:defRPr/>
            </a:pPr>
            <a:r>
              <a:rPr lang="en-US" sz="2100" dirty="0"/>
              <a:t>The Container Merge or Unpack screen is redisplayed. The Pieces field will have been updated to reflect the amount of inventory remaining in the from container, and the To-Container Pieces field will have been updated to reflect the total amount of inventory that will now exist in the to container</a:t>
            </a:r>
          </a:p>
          <a:p>
            <a:pPr marL="0" marR="0" lvl="0" indent="0" algn="just" fontAlgn="auto">
              <a:lnSpc>
                <a:spcPct val="150000"/>
              </a:lnSpc>
              <a:spcAft>
                <a:spcPts val="0"/>
              </a:spcAft>
              <a:buSzTx/>
              <a:buNone/>
              <a:tabLst/>
              <a:defRPr/>
            </a:pPr>
            <a:r>
              <a:rPr lang="en-US" sz="2100" dirty="0"/>
              <a:t>Manually change the number of pieces if desired. </a:t>
            </a:r>
            <a:endParaRPr lang="en-CA" sz="2100" dirty="0"/>
          </a:p>
          <a:p>
            <a:pPr marL="457200" marR="0" lvl="0" indent="-457200" algn="just" fontAlgn="auto">
              <a:lnSpc>
                <a:spcPct val="150000"/>
              </a:lnSpc>
              <a:spcAft>
                <a:spcPts val="0"/>
              </a:spcAft>
              <a:buSzTx/>
              <a:buFont typeface="+mj-lt"/>
              <a:buAutoNum type="arabicPeriod" startAt="12"/>
              <a:tabLst/>
              <a:defRPr/>
            </a:pPr>
            <a:r>
              <a:rPr lang="en-US" sz="2100" dirty="0"/>
              <a:t>Click Submit once you have finished merging the inventory. </a:t>
            </a:r>
            <a:endParaRPr lang="en-CA" sz="2100" dirty="0"/>
          </a:p>
          <a:p>
            <a:endParaRPr lang="en-CA" dirty="0"/>
          </a:p>
        </p:txBody>
      </p:sp>
      <p:pic>
        <p:nvPicPr>
          <p:cNvPr id="5" name="Picture 4">
            <a:extLst>
              <a:ext uri="{FF2B5EF4-FFF2-40B4-BE49-F238E27FC236}">
                <a16:creationId xmlns:a16="http://schemas.microsoft.com/office/drawing/2014/main" xmlns="" id="{BBB72E84-4256-45CF-B4E5-8BC478E6B8FD}"/>
              </a:ext>
            </a:extLst>
          </p:cNvPr>
          <p:cNvPicPr>
            <a:picLocks noChangeAspect="1"/>
          </p:cNvPicPr>
          <p:nvPr>
            <p:custDataLst>
              <p:tags r:id="rId3"/>
            </p:custDataLst>
          </p:nvPr>
        </p:nvPicPr>
        <p:blipFill>
          <a:blip r:embed="rId6"/>
          <a:stretch>
            <a:fillRect/>
          </a:stretch>
        </p:blipFill>
        <p:spPr>
          <a:xfrm>
            <a:off x="7527045" y="365125"/>
            <a:ext cx="4145332" cy="5811838"/>
          </a:xfrm>
          <a:prstGeom prst="rect">
            <a:avLst/>
          </a:prstGeom>
        </p:spPr>
      </p:pic>
    </p:spTree>
    <p:extLst>
      <p:ext uri="{BB962C8B-B14F-4D97-AF65-F5344CB8AC3E}">
        <p14:creationId xmlns:p14="http://schemas.microsoft.com/office/powerpoint/2010/main" val="3005518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DED1BD-748F-4650-A42B-6A1EB8EFF7D2}"/>
              </a:ext>
            </a:extLst>
          </p:cNvPr>
          <p:cNvSpPr>
            <a:spLocks noGrp="1"/>
          </p:cNvSpPr>
          <p:nvPr>
            <p:ph type="title"/>
            <p:custDataLst>
              <p:tags r:id="rId1"/>
            </p:custDataLst>
          </p:nvPr>
        </p:nvSpPr>
        <p:spPr/>
        <p:txBody>
          <a:bodyPr/>
          <a:lstStyle/>
          <a:p>
            <a:r>
              <a:rPr lang="en-CA" sz="3600" dirty="0"/>
              <a:t>Container Merge</a:t>
            </a:r>
            <a:endParaRPr lang="en-CA" dirty="0"/>
          </a:p>
        </p:txBody>
      </p:sp>
      <p:pic>
        <p:nvPicPr>
          <p:cNvPr id="5" name="Picture 4">
            <a:extLst>
              <a:ext uri="{FF2B5EF4-FFF2-40B4-BE49-F238E27FC236}">
                <a16:creationId xmlns:a16="http://schemas.microsoft.com/office/drawing/2014/main" xmlns="" id="{4C119D42-FC91-4FFD-8FE3-FC408D8F1422}"/>
              </a:ext>
            </a:extLst>
          </p:cNvPr>
          <p:cNvPicPr>
            <a:picLocks noChangeAspect="1"/>
          </p:cNvPicPr>
          <p:nvPr>
            <p:custDataLst>
              <p:tags r:id="rId2"/>
            </p:custDataLst>
          </p:nvPr>
        </p:nvPicPr>
        <p:blipFill>
          <a:blip r:embed="rId6"/>
          <a:stretch>
            <a:fillRect/>
          </a:stretch>
        </p:blipFill>
        <p:spPr>
          <a:xfrm>
            <a:off x="404446" y="2456370"/>
            <a:ext cx="11500339" cy="1834903"/>
          </a:xfrm>
          <a:prstGeom prst="rect">
            <a:avLst/>
          </a:prstGeom>
        </p:spPr>
      </p:pic>
      <p:sp>
        <p:nvSpPr>
          <p:cNvPr id="6" name="Content Placeholder 2">
            <a:extLst>
              <a:ext uri="{FF2B5EF4-FFF2-40B4-BE49-F238E27FC236}">
                <a16:creationId xmlns:a16="http://schemas.microsoft.com/office/drawing/2014/main" xmlns="" id="{52D80FDF-0497-4A63-A23C-373AC1E66D82}"/>
              </a:ext>
            </a:extLst>
          </p:cNvPr>
          <p:cNvSpPr>
            <a:spLocks noGrp="1"/>
          </p:cNvSpPr>
          <p:nvPr>
            <p:ph idx="1"/>
            <p:custDataLst>
              <p:tags r:id="rId3"/>
            </p:custDataLst>
          </p:nvPr>
        </p:nvSpPr>
        <p:spPr>
          <a:xfrm>
            <a:off x="838200" y="1371599"/>
            <a:ext cx="10697308" cy="4805363"/>
          </a:xfrm>
        </p:spPr>
        <p:txBody>
          <a:bodyPr/>
          <a:lstStyle/>
          <a:p>
            <a:pPr marL="457200" marR="0" lvl="0" indent="-457200" algn="just" fontAlgn="auto">
              <a:lnSpc>
                <a:spcPct val="150000"/>
              </a:lnSpc>
              <a:spcAft>
                <a:spcPts val="0"/>
              </a:spcAft>
              <a:buSzTx/>
              <a:buFont typeface="+mj-lt"/>
              <a:buAutoNum type="arabicPeriod" startAt="13"/>
              <a:tabLst/>
              <a:defRPr/>
            </a:pPr>
            <a:r>
              <a:rPr lang="en-US" sz="2200" dirty="0"/>
              <a:t>Click Close to exit the Container Merge resource. </a:t>
            </a:r>
          </a:p>
          <a:p>
            <a:endParaRPr lang="en-CA" dirty="0"/>
          </a:p>
        </p:txBody>
      </p:sp>
    </p:spTree>
    <p:extLst>
      <p:ext uri="{BB962C8B-B14F-4D97-AF65-F5344CB8AC3E}">
        <p14:creationId xmlns:p14="http://schemas.microsoft.com/office/powerpoint/2010/main" val="2928036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Shipment Edit</a:t>
            </a:r>
          </a:p>
        </p:txBody>
      </p:sp>
    </p:spTree>
    <p:extLst>
      <p:ext uri="{BB962C8B-B14F-4D97-AF65-F5344CB8AC3E}">
        <p14:creationId xmlns:p14="http://schemas.microsoft.com/office/powerpoint/2010/main" val="737116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156C33-E50C-40FB-A7AA-A36C2127D46D}"/>
              </a:ext>
            </a:extLst>
          </p:cNvPr>
          <p:cNvSpPr>
            <a:spLocks noGrp="1"/>
          </p:cNvSpPr>
          <p:nvPr>
            <p:ph type="title"/>
            <p:custDataLst>
              <p:tags r:id="rId1"/>
            </p:custDataLst>
          </p:nvPr>
        </p:nvSpPr>
        <p:spPr/>
        <p:txBody>
          <a:bodyPr/>
          <a:lstStyle/>
          <a:p>
            <a:r>
              <a:rPr lang="fr-CA" dirty="0" err="1"/>
              <a:t>Shipment</a:t>
            </a:r>
            <a:r>
              <a:rPr lang="fr-CA" dirty="0"/>
              <a:t> </a:t>
            </a:r>
            <a:r>
              <a:rPr lang="fr-CA" dirty="0" err="1"/>
              <a:t>Edit</a:t>
            </a:r>
            <a:r>
              <a:rPr lang="fr-CA" dirty="0"/>
              <a:t> </a:t>
            </a:r>
            <a:endParaRPr lang="en-CA" dirty="0"/>
          </a:p>
        </p:txBody>
      </p:sp>
      <p:sp>
        <p:nvSpPr>
          <p:cNvPr id="3" name="Content Placeholder 2">
            <a:extLst>
              <a:ext uri="{FF2B5EF4-FFF2-40B4-BE49-F238E27FC236}">
                <a16:creationId xmlns:a16="http://schemas.microsoft.com/office/drawing/2014/main" xmlns="" id="{A16F4027-4326-4165-B019-E06A987A21AF}"/>
              </a:ext>
            </a:extLst>
          </p:cNvPr>
          <p:cNvSpPr>
            <a:spLocks noGrp="1"/>
          </p:cNvSpPr>
          <p:nvPr>
            <p:ph idx="1"/>
            <p:custDataLst>
              <p:tags r:id="rId2"/>
            </p:custDataLst>
          </p:nvPr>
        </p:nvSpPr>
        <p:spPr>
          <a:xfrm>
            <a:off x="838200" y="1270001"/>
            <a:ext cx="10750062" cy="4805363"/>
          </a:xfrm>
        </p:spPr>
        <p:txBody>
          <a:bodyPr/>
          <a:lstStyle/>
          <a:p>
            <a:pPr algn="just">
              <a:lnSpc>
                <a:spcPct val="150000"/>
              </a:lnSpc>
            </a:pPr>
            <a:r>
              <a:rPr lang="en-US" sz="2300" dirty="0"/>
              <a:t>Information concerning a shipment may be examined or modified through the </a:t>
            </a:r>
            <a:r>
              <a:rPr lang="en-US" sz="2300" b="1" dirty="0"/>
              <a:t>Shipment Edit </a:t>
            </a:r>
            <a:r>
              <a:rPr lang="en-US" sz="2300" dirty="0"/>
              <a:t>resource, which is available on a </a:t>
            </a:r>
            <a:r>
              <a:rPr lang="en-US" sz="2300" b="1" dirty="0"/>
              <a:t>desktop computer</a:t>
            </a:r>
            <a:r>
              <a:rPr lang="en-US" sz="2300" dirty="0"/>
              <a:t>.</a:t>
            </a:r>
          </a:p>
          <a:p>
            <a:pPr algn="just">
              <a:lnSpc>
                <a:spcPct val="150000"/>
              </a:lnSpc>
            </a:pPr>
            <a:r>
              <a:rPr lang="en-US" sz="2300" dirty="0"/>
              <a:t> This allows the user to modify some of the shipping information for outbound orders. For example, this may be the carrier service, the pick destination, the freight payment type, the ship to name and ship to address information. </a:t>
            </a:r>
          </a:p>
          <a:p>
            <a:pPr algn="just">
              <a:lnSpc>
                <a:spcPct val="150000"/>
              </a:lnSpc>
            </a:pPr>
            <a:r>
              <a:rPr lang="en-US" sz="2300" dirty="0"/>
              <a:t> Unless modified, the information displayed </a:t>
            </a:r>
            <a:r>
              <a:rPr lang="en-US" sz="2300" b="1" dirty="0"/>
              <a:t>will be printed out on the shipping labels.</a:t>
            </a:r>
          </a:p>
          <a:p>
            <a:pPr algn="just">
              <a:lnSpc>
                <a:spcPct val="150000"/>
              </a:lnSpc>
            </a:pPr>
            <a:r>
              <a:rPr lang="en-US" sz="2300" dirty="0"/>
              <a:t>The Shipment Edit activity can be done </a:t>
            </a:r>
            <a:r>
              <a:rPr lang="en-US" sz="2300" b="1" dirty="0"/>
              <a:t>before or after the consolidation of the containers.</a:t>
            </a:r>
          </a:p>
          <a:p>
            <a:endParaRPr lang="en-CA" sz="2300" dirty="0"/>
          </a:p>
        </p:txBody>
      </p:sp>
    </p:spTree>
    <p:extLst>
      <p:ext uri="{BB962C8B-B14F-4D97-AF65-F5344CB8AC3E}">
        <p14:creationId xmlns:p14="http://schemas.microsoft.com/office/powerpoint/2010/main" val="33757608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B628AF-AE9B-4AC7-96AC-3D1C0F0BF167}"/>
              </a:ext>
            </a:extLst>
          </p:cNvPr>
          <p:cNvSpPr>
            <a:spLocks noGrp="1"/>
          </p:cNvSpPr>
          <p:nvPr>
            <p:ph type="title"/>
            <p:custDataLst>
              <p:tags r:id="rId1"/>
            </p:custDataLst>
          </p:nvPr>
        </p:nvSpPr>
        <p:spPr/>
        <p:txBody>
          <a:bodyPr/>
          <a:lstStyle/>
          <a:p>
            <a:r>
              <a:rPr lang="fr-CA" dirty="0" err="1"/>
              <a:t>Shipment</a:t>
            </a:r>
            <a:r>
              <a:rPr lang="fr-CA" dirty="0"/>
              <a:t> </a:t>
            </a:r>
            <a:r>
              <a:rPr lang="fr-CA" dirty="0" err="1"/>
              <a:t>Edit</a:t>
            </a:r>
            <a:r>
              <a:rPr lang="fr-CA" dirty="0"/>
              <a:t> </a:t>
            </a:r>
            <a:endParaRPr lang="en-CA" dirty="0"/>
          </a:p>
        </p:txBody>
      </p:sp>
      <p:pic>
        <p:nvPicPr>
          <p:cNvPr id="5" name="Picture 4">
            <a:extLst>
              <a:ext uri="{FF2B5EF4-FFF2-40B4-BE49-F238E27FC236}">
                <a16:creationId xmlns:a16="http://schemas.microsoft.com/office/drawing/2014/main" xmlns="" id="{69C6336B-62DF-4E53-A54C-7F2A24AAEE78}"/>
              </a:ext>
            </a:extLst>
          </p:cNvPr>
          <p:cNvPicPr>
            <a:picLocks noChangeAspect="1"/>
          </p:cNvPicPr>
          <p:nvPr>
            <p:custDataLst>
              <p:tags r:id="rId2"/>
            </p:custDataLst>
          </p:nvPr>
        </p:nvPicPr>
        <p:blipFill>
          <a:blip r:embed="rId5"/>
          <a:stretch>
            <a:fillRect/>
          </a:stretch>
        </p:blipFill>
        <p:spPr>
          <a:xfrm>
            <a:off x="7385539" y="681037"/>
            <a:ext cx="3968262" cy="4863065"/>
          </a:xfrm>
          <a:prstGeom prst="rect">
            <a:avLst/>
          </a:prstGeom>
        </p:spPr>
      </p:pic>
      <p:sp>
        <p:nvSpPr>
          <p:cNvPr id="6" name="Content Placeholder 2">
            <a:extLst>
              <a:ext uri="{FF2B5EF4-FFF2-40B4-BE49-F238E27FC236}">
                <a16:creationId xmlns:a16="http://schemas.microsoft.com/office/drawing/2014/main" xmlns="" id="{09D6F496-7F57-4A57-99BC-0BA114BB93EF}"/>
              </a:ext>
            </a:extLst>
          </p:cNvPr>
          <p:cNvSpPr>
            <a:spLocks noGrp="1"/>
          </p:cNvSpPr>
          <p:nvPr>
            <p:ph idx="1"/>
            <p:custDataLst>
              <p:tags r:id="rId3"/>
            </p:custDataLst>
          </p:nvPr>
        </p:nvSpPr>
        <p:spPr>
          <a:xfrm>
            <a:off x="669387" y="1344706"/>
            <a:ext cx="6462933"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Outbound Order Management </a:t>
            </a:r>
            <a:r>
              <a:rPr lang="en-US" sz="2300" dirty="0"/>
              <a:t>resource.</a:t>
            </a:r>
          </a:p>
          <a:p>
            <a:pPr marL="457200" indent="-457200" algn="just">
              <a:lnSpc>
                <a:spcPct val="150000"/>
              </a:lnSpc>
              <a:buFont typeface="+mj-lt"/>
              <a:buAutoNum type="arabicPeriod"/>
            </a:pPr>
            <a:r>
              <a:rPr lang="en-US" sz="2300" dirty="0"/>
              <a:t>Under Outbound Order Management, click on </a:t>
            </a:r>
            <a:r>
              <a:rPr lang="en-US" sz="2300" b="1" dirty="0"/>
              <a:t>Shipping</a:t>
            </a:r>
            <a:r>
              <a:rPr lang="en-US" sz="2300" dirty="0"/>
              <a:t>.</a:t>
            </a:r>
          </a:p>
          <a:p>
            <a:pPr marL="457200" indent="-457200" algn="just">
              <a:lnSpc>
                <a:spcPct val="150000"/>
              </a:lnSpc>
              <a:buFont typeface="+mj-lt"/>
              <a:buAutoNum type="arabicPeriod"/>
            </a:pPr>
            <a:r>
              <a:rPr lang="en-US" sz="2300" dirty="0"/>
              <a:t>Under Shipping, click on </a:t>
            </a:r>
            <a:r>
              <a:rPr lang="en-US" sz="2300" b="1" dirty="0"/>
              <a:t>Shipment Edit.</a:t>
            </a:r>
            <a:endParaRPr lang="en-US" sz="2300" dirty="0"/>
          </a:p>
          <a:p>
            <a:pPr marL="0" indent="0" algn="just">
              <a:lnSpc>
                <a:spcPct val="150000"/>
              </a:lnSpc>
              <a:buNone/>
            </a:pPr>
            <a:endParaRPr lang="en-US" sz="2200" dirty="0"/>
          </a:p>
        </p:txBody>
      </p:sp>
    </p:spTree>
    <p:extLst>
      <p:ext uri="{BB962C8B-B14F-4D97-AF65-F5344CB8AC3E}">
        <p14:creationId xmlns:p14="http://schemas.microsoft.com/office/powerpoint/2010/main" val="2194755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D21838-ED82-45B2-BE39-4583ECB77654}"/>
              </a:ext>
            </a:extLst>
          </p:cNvPr>
          <p:cNvSpPr>
            <a:spLocks noGrp="1"/>
          </p:cNvSpPr>
          <p:nvPr>
            <p:ph type="title"/>
            <p:custDataLst>
              <p:tags r:id="rId1"/>
            </p:custDataLst>
          </p:nvPr>
        </p:nvSpPr>
        <p:spPr/>
        <p:txBody>
          <a:bodyPr/>
          <a:lstStyle/>
          <a:p>
            <a:r>
              <a:rPr lang="fr-CA" dirty="0" err="1"/>
              <a:t>Shipment</a:t>
            </a:r>
            <a:r>
              <a:rPr lang="fr-CA" dirty="0"/>
              <a:t> </a:t>
            </a:r>
            <a:r>
              <a:rPr lang="fr-CA" dirty="0" err="1"/>
              <a:t>Edit</a:t>
            </a:r>
            <a:r>
              <a:rPr lang="fr-CA" dirty="0"/>
              <a:t> </a:t>
            </a:r>
            <a:endParaRPr lang="en-CA" dirty="0"/>
          </a:p>
        </p:txBody>
      </p:sp>
      <p:sp>
        <p:nvSpPr>
          <p:cNvPr id="3" name="Content Placeholder 2">
            <a:extLst>
              <a:ext uri="{FF2B5EF4-FFF2-40B4-BE49-F238E27FC236}">
                <a16:creationId xmlns:a16="http://schemas.microsoft.com/office/drawing/2014/main" xmlns="" id="{E7B5DD0D-3A09-4349-AE2A-75A1296510D5}"/>
              </a:ext>
            </a:extLst>
          </p:cNvPr>
          <p:cNvSpPr>
            <a:spLocks noGrp="1"/>
          </p:cNvSpPr>
          <p:nvPr>
            <p:ph idx="1"/>
            <p:custDataLst>
              <p:tags r:id="rId2"/>
            </p:custDataLst>
          </p:nvPr>
        </p:nvSpPr>
        <p:spPr>
          <a:xfrm>
            <a:off x="386859" y="997530"/>
            <a:ext cx="11377246" cy="5046432"/>
          </a:xfrm>
        </p:spPr>
        <p:txBody>
          <a:bodyPr/>
          <a:lstStyle/>
          <a:p>
            <a:pPr marL="457200" lvl="0" indent="-457200">
              <a:lnSpc>
                <a:spcPct val="130000"/>
              </a:lnSpc>
              <a:spcBef>
                <a:spcPts val="0"/>
              </a:spcBef>
              <a:buFont typeface="+mj-lt"/>
              <a:buAutoNum type="arabicPeriod" startAt="4"/>
              <a:defRPr/>
            </a:pPr>
            <a:r>
              <a:rPr lang="fr-CA" sz="2300" dirty="0" err="1"/>
              <a:t>From</a:t>
            </a:r>
            <a:r>
              <a:rPr lang="fr-CA" sz="2300" dirty="0"/>
              <a:t> </a:t>
            </a:r>
            <a:r>
              <a:rPr lang="en-US" sz="2300" dirty="0"/>
              <a:t>the new window, perform a search to retrieve the appropriate shipment.</a:t>
            </a:r>
            <a:endParaRPr lang="en-CA" sz="2300" dirty="0"/>
          </a:p>
          <a:p>
            <a:pPr marL="457200" lvl="0" indent="-457200">
              <a:lnSpc>
                <a:spcPct val="130000"/>
              </a:lnSpc>
              <a:spcBef>
                <a:spcPts val="0"/>
              </a:spcBef>
              <a:buFont typeface="+mj-lt"/>
              <a:buAutoNum type="arabicPeriod" startAt="4"/>
              <a:defRPr/>
            </a:pPr>
            <a:r>
              <a:rPr lang="fr-CA" sz="2300" dirty="0"/>
              <a:t>Select the records </a:t>
            </a:r>
            <a:r>
              <a:rPr lang="fr-CA" sz="2300" dirty="0" err="1"/>
              <a:t>you</a:t>
            </a:r>
            <a:r>
              <a:rPr lang="fr-CA" sz="2300" dirty="0"/>
              <a:t> </a:t>
            </a:r>
            <a:r>
              <a:rPr lang="fr-CA" sz="2300" dirty="0" err="1"/>
              <a:t>wish</a:t>
            </a:r>
            <a:r>
              <a:rPr lang="fr-CA" sz="2300" dirty="0"/>
              <a:t> to </a:t>
            </a:r>
            <a:r>
              <a:rPr lang="fr-CA" sz="2300" dirty="0" err="1"/>
              <a:t>edit</a:t>
            </a:r>
            <a:r>
              <a:rPr lang="fr-CA" sz="2300" dirty="0"/>
              <a:t> </a:t>
            </a:r>
          </a:p>
          <a:p>
            <a:pPr marL="457200" lvl="0" indent="-457200">
              <a:lnSpc>
                <a:spcPct val="130000"/>
              </a:lnSpc>
              <a:spcBef>
                <a:spcPts val="0"/>
              </a:spcBef>
              <a:buFont typeface="+mj-lt"/>
              <a:buAutoNum type="arabicPeriod" startAt="4"/>
              <a:defRPr/>
            </a:pPr>
            <a:r>
              <a:rPr lang="en-US" sz="2300" dirty="0"/>
              <a:t>Select the Use Record as Criteria for Action button and click on the Edit Shipment  action. </a:t>
            </a:r>
          </a:p>
          <a:p>
            <a:pPr marL="0" indent="0">
              <a:lnSpc>
                <a:spcPct val="130000"/>
              </a:lnSpc>
              <a:buNone/>
            </a:pPr>
            <a:endParaRPr lang="en-CA" dirty="0"/>
          </a:p>
        </p:txBody>
      </p:sp>
      <p:pic>
        <p:nvPicPr>
          <p:cNvPr id="5" name="Picture 4">
            <a:extLst>
              <a:ext uri="{FF2B5EF4-FFF2-40B4-BE49-F238E27FC236}">
                <a16:creationId xmlns:a16="http://schemas.microsoft.com/office/drawing/2014/main" xmlns="" id="{F85D9EF2-37A4-4B2E-98A0-B6835FA38D14}"/>
              </a:ext>
            </a:extLst>
          </p:cNvPr>
          <p:cNvPicPr>
            <a:picLocks noChangeAspect="1"/>
          </p:cNvPicPr>
          <p:nvPr>
            <p:custDataLst>
              <p:tags r:id="rId3"/>
            </p:custDataLst>
          </p:nvPr>
        </p:nvPicPr>
        <p:blipFill>
          <a:blip r:embed="rId6"/>
          <a:stretch>
            <a:fillRect/>
          </a:stretch>
        </p:blipFill>
        <p:spPr>
          <a:xfrm>
            <a:off x="622069" y="2477758"/>
            <a:ext cx="9319953" cy="3889101"/>
          </a:xfrm>
          <a:prstGeom prst="rect">
            <a:avLst/>
          </a:prstGeom>
        </p:spPr>
      </p:pic>
    </p:spTree>
    <p:extLst>
      <p:ext uri="{BB962C8B-B14F-4D97-AF65-F5344CB8AC3E}">
        <p14:creationId xmlns:p14="http://schemas.microsoft.com/office/powerpoint/2010/main" val="1361505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2F45AB-917D-4C11-8D54-0312F294D176}"/>
              </a:ext>
            </a:extLst>
          </p:cNvPr>
          <p:cNvSpPr>
            <a:spLocks noGrp="1"/>
          </p:cNvSpPr>
          <p:nvPr>
            <p:ph type="title"/>
            <p:custDataLst>
              <p:tags r:id="rId1"/>
            </p:custDataLst>
          </p:nvPr>
        </p:nvSpPr>
        <p:spPr/>
        <p:txBody>
          <a:bodyPr/>
          <a:lstStyle/>
          <a:p>
            <a:r>
              <a:rPr lang="fr-CA" dirty="0" err="1"/>
              <a:t>Shipment</a:t>
            </a:r>
            <a:r>
              <a:rPr lang="fr-CA" dirty="0"/>
              <a:t> </a:t>
            </a:r>
            <a:r>
              <a:rPr lang="fr-CA" dirty="0" err="1"/>
              <a:t>Edit</a:t>
            </a:r>
            <a:r>
              <a:rPr lang="fr-CA" dirty="0"/>
              <a:t> </a:t>
            </a:r>
            <a:endParaRPr lang="en-CA" dirty="0"/>
          </a:p>
        </p:txBody>
      </p:sp>
      <p:sp>
        <p:nvSpPr>
          <p:cNvPr id="4" name="Content Placeholder 2">
            <a:extLst>
              <a:ext uri="{FF2B5EF4-FFF2-40B4-BE49-F238E27FC236}">
                <a16:creationId xmlns:a16="http://schemas.microsoft.com/office/drawing/2014/main" xmlns="" id="{FEA8498E-4378-4185-A3DA-8D26C2722108}"/>
              </a:ext>
            </a:extLst>
          </p:cNvPr>
          <p:cNvSpPr>
            <a:spLocks noGrp="1"/>
          </p:cNvSpPr>
          <p:nvPr>
            <p:ph idx="1"/>
            <p:custDataLst>
              <p:tags r:id="rId2"/>
            </p:custDataLst>
          </p:nvPr>
        </p:nvSpPr>
        <p:spPr>
          <a:xfrm>
            <a:off x="386859" y="1019331"/>
            <a:ext cx="5525340" cy="5157633"/>
          </a:xfrm>
        </p:spPr>
        <p:txBody>
          <a:bodyPr/>
          <a:lstStyle/>
          <a:p>
            <a:pPr marL="457200" lvl="0" indent="-457200" algn="just">
              <a:lnSpc>
                <a:spcPct val="130000"/>
              </a:lnSpc>
              <a:spcBef>
                <a:spcPts val="0"/>
              </a:spcBef>
              <a:buFont typeface="+mj-lt"/>
              <a:buAutoNum type="arabicPeriod" startAt="7"/>
              <a:defRPr/>
            </a:pPr>
            <a:r>
              <a:rPr lang="fr-CA" sz="2200" dirty="0"/>
              <a:t>A new </a:t>
            </a:r>
            <a:r>
              <a:rPr lang="en-US" sz="2200" dirty="0"/>
              <a:t>window will appear from which you can modify the following fields:</a:t>
            </a:r>
          </a:p>
          <a:p>
            <a:pPr lvl="1" algn="just">
              <a:lnSpc>
                <a:spcPct val="130000"/>
              </a:lnSpc>
              <a:spcBef>
                <a:spcPts val="0"/>
              </a:spcBef>
              <a:defRPr/>
            </a:pPr>
            <a:r>
              <a:rPr lang="en-US" sz="2200" dirty="0"/>
              <a:t>Carrier Service </a:t>
            </a:r>
          </a:p>
          <a:p>
            <a:pPr lvl="1" algn="just">
              <a:lnSpc>
                <a:spcPct val="130000"/>
              </a:lnSpc>
              <a:spcBef>
                <a:spcPts val="0"/>
              </a:spcBef>
              <a:defRPr/>
            </a:pPr>
            <a:r>
              <a:rPr lang="en-US" sz="2200" dirty="0"/>
              <a:t>Shipping Label Format</a:t>
            </a:r>
          </a:p>
          <a:p>
            <a:pPr lvl="1" algn="just">
              <a:lnSpc>
                <a:spcPct val="130000"/>
              </a:lnSpc>
              <a:spcBef>
                <a:spcPts val="0"/>
              </a:spcBef>
              <a:defRPr/>
            </a:pPr>
            <a:r>
              <a:rPr lang="en-US" sz="2200" dirty="0"/>
              <a:t>Freight Terms</a:t>
            </a:r>
          </a:p>
          <a:p>
            <a:pPr lvl="1" algn="just">
              <a:lnSpc>
                <a:spcPct val="130000"/>
              </a:lnSpc>
              <a:spcBef>
                <a:spcPts val="0"/>
              </a:spcBef>
              <a:defRPr/>
            </a:pPr>
            <a:r>
              <a:rPr lang="en-US" sz="2200" dirty="0"/>
              <a:t>Ship-To Name, </a:t>
            </a:r>
          </a:p>
          <a:p>
            <a:pPr lvl="1" algn="just">
              <a:lnSpc>
                <a:spcPct val="130000"/>
              </a:lnSpc>
              <a:spcBef>
                <a:spcPts val="0"/>
              </a:spcBef>
              <a:defRPr/>
            </a:pPr>
            <a:r>
              <a:rPr lang="en-US" sz="2200" dirty="0"/>
              <a:t>Address 1 to 3,</a:t>
            </a:r>
          </a:p>
          <a:p>
            <a:pPr lvl="1" algn="just">
              <a:lnSpc>
                <a:spcPct val="130000"/>
              </a:lnSpc>
              <a:spcBef>
                <a:spcPts val="0"/>
              </a:spcBef>
              <a:defRPr/>
            </a:pPr>
            <a:r>
              <a:rPr lang="en-US" sz="2200" dirty="0"/>
              <a:t> City, State or Province, Zip or Postal Code and Country</a:t>
            </a:r>
          </a:p>
          <a:p>
            <a:pPr marL="457200" lvl="0" indent="-457200" algn="just">
              <a:lnSpc>
                <a:spcPct val="130000"/>
              </a:lnSpc>
              <a:spcBef>
                <a:spcPts val="0"/>
              </a:spcBef>
              <a:buFont typeface="+mj-lt"/>
              <a:buAutoNum type="arabicPeriod" startAt="7"/>
              <a:defRPr/>
            </a:pPr>
            <a:r>
              <a:rPr lang="en-US" sz="2200" dirty="0"/>
              <a:t>Select the Submit action. This will update the changes made to the shipping data.</a:t>
            </a:r>
          </a:p>
          <a:p>
            <a:pPr algn="just">
              <a:lnSpc>
                <a:spcPct val="130000"/>
              </a:lnSpc>
            </a:pPr>
            <a:endParaRPr lang="en-CA" sz="2200" dirty="0"/>
          </a:p>
        </p:txBody>
      </p:sp>
      <p:pic>
        <p:nvPicPr>
          <p:cNvPr id="5" name="Picture 4">
            <a:extLst>
              <a:ext uri="{FF2B5EF4-FFF2-40B4-BE49-F238E27FC236}">
                <a16:creationId xmlns:a16="http://schemas.microsoft.com/office/drawing/2014/main" xmlns="" id="{4BF7E5CE-8A7A-4C1C-B8BF-02E240A7DE08}"/>
              </a:ext>
            </a:extLst>
          </p:cNvPr>
          <p:cNvPicPr>
            <a:picLocks noChangeAspect="1"/>
          </p:cNvPicPr>
          <p:nvPr>
            <p:custDataLst>
              <p:tags r:id="rId3"/>
            </p:custDataLst>
          </p:nvPr>
        </p:nvPicPr>
        <p:blipFill>
          <a:blip r:embed="rId6"/>
          <a:stretch>
            <a:fillRect/>
          </a:stretch>
        </p:blipFill>
        <p:spPr>
          <a:xfrm>
            <a:off x="6279802" y="955153"/>
            <a:ext cx="5717311" cy="5221811"/>
          </a:xfrm>
          <a:prstGeom prst="rect">
            <a:avLst/>
          </a:prstGeom>
        </p:spPr>
      </p:pic>
    </p:spTree>
    <p:extLst>
      <p:ext uri="{BB962C8B-B14F-4D97-AF65-F5344CB8AC3E}">
        <p14:creationId xmlns:p14="http://schemas.microsoft.com/office/powerpoint/2010/main" val="1614685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Shipping Activities</a:t>
            </a:r>
            <a:br>
              <a:rPr lang="en-CA" sz="4400" b="1" dirty="0"/>
            </a:br>
            <a:r>
              <a:rPr lang="en-CA" sz="4400" b="1" dirty="0"/>
              <a:t>Parcel</a:t>
            </a:r>
          </a:p>
        </p:txBody>
      </p:sp>
    </p:spTree>
    <p:extLst>
      <p:ext uri="{BB962C8B-B14F-4D97-AF65-F5344CB8AC3E}">
        <p14:creationId xmlns:p14="http://schemas.microsoft.com/office/powerpoint/2010/main" val="28647184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03867E-A049-416A-A856-2C89183523CF}"/>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4" name="Content Placeholder 2">
            <a:extLst>
              <a:ext uri="{FF2B5EF4-FFF2-40B4-BE49-F238E27FC236}">
                <a16:creationId xmlns:a16="http://schemas.microsoft.com/office/drawing/2014/main" xmlns="" id="{6CB3ABD6-3CA4-4FDD-9514-7FA2C333536D}"/>
              </a:ext>
            </a:extLst>
          </p:cNvPr>
          <p:cNvSpPr>
            <a:spLocks noGrp="1"/>
          </p:cNvSpPr>
          <p:nvPr>
            <p:ph idx="1"/>
            <p:custDataLst>
              <p:tags r:id="rId2"/>
            </p:custDataLst>
          </p:nvPr>
        </p:nvSpPr>
        <p:spPr>
          <a:xfrm>
            <a:off x="669387" y="1330036"/>
            <a:ext cx="6462933" cy="474845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Outbound Order Management </a:t>
            </a:r>
            <a:r>
              <a:rPr lang="en-US" sz="2300" dirty="0"/>
              <a:t>resource.</a:t>
            </a:r>
          </a:p>
          <a:p>
            <a:pPr marL="457200" indent="-457200" algn="just">
              <a:lnSpc>
                <a:spcPct val="150000"/>
              </a:lnSpc>
              <a:buFont typeface="+mj-lt"/>
              <a:buAutoNum type="arabicPeriod"/>
            </a:pPr>
            <a:r>
              <a:rPr lang="en-US" sz="2300" dirty="0"/>
              <a:t>Under Outbound Order Management, click on </a:t>
            </a:r>
            <a:r>
              <a:rPr lang="en-US" sz="2300" b="1" dirty="0"/>
              <a:t>Shipping</a:t>
            </a:r>
            <a:r>
              <a:rPr lang="en-US" sz="2300" dirty="0"/>
              <a:t>.</a:t>
            </a:r>
          </a:p>
          <a:p>
            <a:pPr marL="457200" indent="-457200" algn="just">
              <a:lnSpc>
                <a:spcPct val="150000"/>
              </a:lnSpc>
              <a:buFont typeface="+mj-lt"/>
              <a:buAutoNum type="arabicPeriod"/>
            </a:pPr>
            <a:r>
              <a:rPr lang="en-US" sz="2300" dirty="0"/>
              <a:t>Under Shipping, click on </a:t>
            </a:r>
            <a:r>
              <a:rPr lang="en-US" sz="2300" b="1" dirty="0"/>
              <a:t>Shipping Activities. </a:t>
            </a:r>
            <a:endParaRPr lang="en-US" sz="2300" dirty="0"/>
          </a:p>
          <a:p>
            <a:pPr marL="0" indent="0" algn="just">
              <a:lnSpc>
                <a:spcPct val="150000"/>
              </a:lnSpc>
              <a:buNone/>
            </a:pPr>
            <a:endParaRPr lang="en-US" sz="2200" dirty="0"/>
          </a:p>
        </p:txBody>
      </p:sp>
      <p:pic>
        <p:nvPicPr>
          <p:cNvPr id="5" name="Picture 4">
            <a:extLst>
              <a:ext uri="{FF2B5EF4-FFF2-40B4-BE49-F238E27FC236}">
                <a16:creationId xmlns:a16="http://schemas.microsoft.com/office/drawing/2014/main" xmlns="" id="{7F00B16A-E0C5-46A8-BF96-F97F46611585}"/>
              </a:ext>
            </a:extLst>
          </p:cNvPr>
          <p:cNvPicPr>
            <a:picLocks noChangeAspect="1"/>
          </p:cNvPicPr>
          <p:nvPr>
            <p:custDataLst>
              <p:tags r:id="rId3"/>
            </p:custDataLst>
          </p:nvPr>
        </p:nvPicPr>
        <p:blipFill>
          <a:blip r:embed="rId6"/>
          <a:stretch>
            <a:fillRect/>
          </a:stretch>
        </p:blipFill>
        <p:spPr>
          <a:xfrm>
            <a:off x="7680961" y="673931"/>
            <a:ext cx="3672840" cy="5317076"/>
          </a:xfrm>
          <a:prstGeom prst="rect">
            <a:avLst/>
          </a:prstGeom>
        </p:spPr>
      </p:pic>
    </p:spTree>
    <p:extLst>
      <p:ext uri="{BB962C8B-B14F-4D97-AF65-F5344CB8AC3E}">
        <p14:creationId xmlns:p14="http://schemas.microsoft.com/office/powerpoint/2010/main" val="3170257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28F563-7D71-4432-BDD3-1D5E4CEB5074}"/>
              </a:ext>
            </a:extLst>
          </p:cNvPr>
          <p:cNvSpPr>
            <a:spLocks noGrp="1"/>
          </p:cNvSpPr>
          <p:nvPr>
            <p:ph type="title"/>
            <p:custDataLst>
              <p:tags r:id="rId1"/>
            </p:custDataLst>
          </p:nvPr>
        </p:nvSpPr>
        <p:spPr>
          <a:xfrm>
            <a:off x="838200" y="431627"/>
            <a:ext cx="10515600" cy="1325563"/>
          </a:xfrm>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4" name="Content Placeholder 2">
            <a:extLst>
              <a:ext uri="{FF2B5EF4-FFF2-40B4-BE49-F238E27FC236}">
                <a16:creationId xmlns:a16="http://schemas.microsoft.com/office/drawing/2014/main" xmlns="" id="{CFC03315-D7FD-40F5-AFB7-08434ACB01DF}"/>
              </a:ext>
            </a:extLst>
          </p:cNvPr>
          <p:cNvSpPr>
            <a:spLocks noGrp="1"/>
          </p:cNvSpPr>
          <p:nvPr>
            <p:ph idx="1"/>
            <p:custDataLst>
              <p:tags r:id="rId2"/>
            </p:custDataLst>
          </p:nvPr>
        </p:nvSpPr>
        <p:spPr>
          <a:xfrm>
            <a:off x="860470" y="1269174"/>
            <a:ext cx="6741388" cy="4782878"/>
          </a:xfrm>
        </p:spPr>
        <p:txBody>
          <a:bodyPr/>
          <a:lstStyle/>
          <a:p>
            <a:pPr algn="just">
              <a:lnSpc>
                <a:spcPct val="130000"/>
              </a:lnSpc>
            </a:pPr>
            <a:r>
              <a:rPr lang="en-US" sz="2000" dirty="0">
                <a:effectLst/>
                <a:latin typeface="Segoe UI" panose="020B0502040204020203" pitchFamily="34" charset="0"/>
                <a:ea typeface="Segoe UI" panose="020B0502040204020203" pitchFamily="34" charset="0"/>
                <a:cs typeface="Segoe UI" panose="020B0502040204020203" pitchFamily="34" charset="0"/>
              </a:rPr>
              <a:t>You also have the option to perform the Shipping </a:t>
            </a:r>
            <a:r>
              <a:rPr lang="en-US" sz="2000" dirty="0">
                <a:latin typeface="Segoe UI" panose="020B0502040204020203" pitchFamily="34" charset="0"/>
                <a:ea typeface="Segoe UI" panose="020B0502040204020203" pitchFamily="34" charset="0"/>
                <a:cs typeface="Segoe UI" panose="020B0502040204020203" pitchFamily="34" charset="0"/>
              </a:rPr>
              <a:t>activities using a mobile equipment. </a:t>
            </a:r>
          </a:p>
          <a:p>
            <a:pPr algn="just">
              <a:lnSpc>
                <a:spcPct val="130000"/>
              </a:lnSpc>
            </a:pPr>
            <a:r>
              <a:rPr lang="en-US" sz="2000" dirty="0">
                <a:latin typeface="Segoe UI" panose="020B0502040204020203" pitchFamily="34" charset="0"/>
                <a:ea typeface="Segoe UI" panose="020B0502040204020203" pitchFamily="34" charset="0"/>
                <a:cs typeface="Segoe UI" panose="020B0502040204020203" pitchFamily="34" charset="0"/>
              </a:rPr>
              <a:t>If you are using a mobile equipment: </a:t>
            </a:r>
          </a:p>
          <a:p>
            <a:pPr marL="457200" indent="-457200" algn="just">
              <a:lnSpc>
                <a:spcPct val="130000"/>
              </a:lnSpc>
              <a:buFont typeface="+mj-lt"/>
              <a:buAutoNum type="arabicPeriod"/>
            </a:pPr>
            <a:r>
              <a:rPr lang="en-US" sz="2000" dirty="0">
                <a:latin typeface="Segoe UI" panose="020B0502040204020203" pitchFamily="34" charset="0"/>
                <a:cs typeface="Segoe UI" panose="020B0502040204020203" pitchFamily="34" charset="0"/>
              </a:rPr>
              <a:t>Select the </a:t>
            </a:r>
            <a:r>
              <a:rPr lang="en-US" sz="2000" b="1" dirty="0">
                <a:latin typeface="Segoe UI" panose="020B0502040204020203" pitchFamily="34" charset="0"/>
                <a:cs typeface="Segoe UI" panose="020B0502040204020203" pitchFamily="34" charset="0"/>
              </a:rPr>
              <a:t>Pack </a:t>
            </a:r>
            <a:r>
              <a:rPr lang="en-US" sz="2000" dirty="0">
                <a:latin typeface="Segoe UI" panose="020B0502040204020203" pitchFamily="34" charset="0"/>
                <a:cs typeface="Segoe UI" panose="020B0502040204020203" pitchFamily="34" charset="0"/>
              </a:rPr>
              <a:t>resource</a:t>
            </a:r>
            <a:endParaRPr lang="en-US" sz="2000" dirty="0">
              <a:effectLst/>
              <a:latin typeface="Segoe UI" panose="020B0502040204020203" pitchFamily="34" charset="0"/>
              <a:ea typeface="Segoe UI" panose="020B0502040204020203" pitchFamily="34" charset="0"/>
              <a:cs typeface="Segoe UI" panose="020B0502040204020203" pitchFamily="34" charset="0"/>
            </a:endParaRPr>
          </a:p>
          <a:p>
            <a:pPr marL="457200" indent="-457200" algn="just">
              <a:lnSpc>
                <a:spcPct val="130000"/>
              </a:lnSpc>
              <a:buFont typeface="+mj-lt"/>
              <a:buAutoNum type="arabicPeriod"/>
            </a:pPr>
            <a:r>
              <a:rPr lang="en-US" sz="2000" dirty="0">
                <a:latin typeface="Segoe UI" panose="020B0502040204020203" pitchFamily="34" charset="0"/>
                <a:cs typeface="Segoe UI" panose="020B0502040204020203" pitchFamily="34" charset="0"/>
              </a:rPr>
              <a:t>Under Pack, click on </a:t>
            </a:r>
            <a:r>
              <a:rPr lang="en-US" sz="2000" b="1" dirty="0">
                <a:latin typeface="Segoe UI" panose="020B0502040204020203" pitchFamily="34" charset="0"/>
                <a:cs typeface="Segoe UI" panose="020B0502040204020203" pitchFamily="34" charset="0"/>
              </a:rPr>
              <a:t>Shipping Activities</a:t>
            </a:r>
            <a:r>
              <a:rPr lang="en-US" sz="2000" dirty="0">
                <a:latin typeface="Segoe UI" panose="020B0502040204020203" pitchFamily="34" charset="0"/>
                <a:cs typeface="Segoe UI" panose="020B0502040204020203" pitchFamily="34" charset="0"/>
              </a:rPr>
              <a:t>.</a:t>
            </a:r>
          </a:p>
          <a:p>
            <a:pPr marL="457200" indent="-457200" algn="just">
              <a:lnSpc>
                <a:spcPct val="130000"/>
              </a:lnSpc>
              <a:buFont typeface="+mj-lt"/>
              <a:buAutoNum type="arabicPeriod"/>
            </a:pPr>
            <a:r>
              <a:rPr lang="en-US" sz="2000" dirty="0">
                <a:effectLst/>
                <a:latin typeface="Segoe UI" panose="020B0502040204020203" pitchFamily="34" charset="0"/>
                <a:ea typeface="Segoe UI" panose="020B0502040204020203" pitchFamily="34" charset="0"/>
                <a:cs typeface="Segoe UI" panose="020B0502040204020203" pitchFamily="34" charset="0"/>
              </a:rPr>
              <a:t>A Shipping Activities window will appear. The procedural steps and system </a:t>
            </a:r>
            <a:r>
              <a:rPr lang="en-US" sz="2000" dirty="0" err="1">
                <a:effectLst/>
                <a:latin typeface="Segoe UI" panose="020B0502040204020203" pitchFamily="34" charset="0"/>
                <a:ea typeface="Segoe UI" panose="020B0502040204020203" pitchFamily="34" charset="0"/>
                <a:cs typeface="Segoe UI" panose="020B0502040204020203" pitchFamily="34" charset="0"/>
              </a:rPr>
              <a:t>behaviour</a:t>
            </a:r>
            <a:r>
              <a:rPr lang="en-US" sz="2000" dirty="0">
                <a:effectLst/>
                <a:latin typeface="Segoe UI" panose="020B0502040204020203" pitchFamily="34" charset="0"/>
                <a:ea typeface="Segoe UI" panose="020B0502040204020203" pitchFamily="34" charset="0"/>
                <a:cs typeface="Segoe UI" panose="020B0502040204020203" pitchFamily="34" charset="0"/>
              </a:rPr>
              <a:t> are the same for both the desktop and mobile equipment processes. Follow the same steps as explained starting from the next slide. </a:t>
            </a:r>
          </a:p>
          <a:p>
            <a:pPr marL="457200" indent="-457200" algn="just">
              <a:lnSpc>
                <a:spcPct val="130000"/>
              </a:lnSpc>
              <a:buFont typeface="+mj-lt"/>
              <a:buAutoNum type="arabicPeriod"/>
            </a:pPr>
            <a:endParaRPr lang="en-US" sz="2000" dirty="0">
              <a:latin typeface="Segoe UI" panose="020B0502040204020203" pitchFamily="34" charset="0"/>
              <a:ea typeface="Segoe UI" panose="020B0502040204020203" pitchFamily="34" charset="0"/>
              <a:cs typeface="Segoe UI" panose="020B0502040204020203" pitchFamily="34" charset="0"/>
            </a:endParaRPr>
          </a:p>
          <a:p>
            <a:pPr algn="just">
              <a:lnSpc>
                <a:spcPct val="130000"/>
              </a:lnSpc>
            </a:pPr>
            <a:endParaRPr lang="en-CA" sz="20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xmlns="" id="{EF65A07A-DAE2-4B71-A405-E2B74EBED38C}"/>
              </a:ext>
            </a:extLst>
          </p:cNvPr>
          <p:cNvPicPr>
            <a:picLocks noChangeAspect="1"/>
          </p:cNvPicPr>
          <p:nvPr>
            <p:custDataLst>
              <p:tags r:id="rId3"/>
            </p:custDataLst>
          </p:nvPr>
        </p:nvPicPr>
        <p:blipFill>
          <a:blip r:embed="rId6"/>
          <a:stretch>
            <a:fillRect/>
          </a:stretch>
        </p:blipFill>
        <p:spPr>
          <a:xfrm>
            <a:off x="7961583" y="1293964"/>
            <a:ext cx="3635331" cy="4270072"/>
          </a:xfrm>
          <a:prstGeom prst="rect">
            <a:avLst/>
          </a:prstGeom>
        </p:spPr>
      </p:pic>
    </p:spTree>
    <p:extLst>
      <p:ext uri="{BB962C8B-B14F-4D97-AF65-F5344CB8AC3E}">
        <p14:creationId xmlns:p14="http://schemas.microsoft.com/office/powerpoint/2010/main" val="190349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03867E-A049-416A-A856-2C89183523CF}"/>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3" name="Content Placeholder 2">
            <a:extLst>
              <a:ext uri="{FF2B5EF4-FFF2-40B4-BE49-F238E27FC236}">
                <a16:creationId xmlns:a16="http://schemas.microsoft.com/office/drawing/2014/main" xmlns="" id="{20FF138D-2BCD-49F0-8E8D-8AF91465113B}"/>
              </a:ext>
            </a:extLst>
          </p:cNvPr>
          <p:cNvSpPr>
            <a:spLocks noGrp="1"/>
          </p:cNvSpPr>
          <p:nvPr>
            <p:ph idx="1"/>
            <p:custDataLst>
              <p:tags r:id="rId2"/>
            </p:custDataLst>
          </p:nvPr>
        </p:nvSpPr>
        <p:spPr>
          <a:xfrm>
            <a:off x="838200" y="1173480"/>
            <a:ext cx="10515600" cy="4912043"/>
          </a:xfrm>
        </p:spPr>
        <p:txBody>
          <a:bodyPr/>
          <a:lstStyle/>
          <a:p>
            <a:pPr marL="457200" indent="-457200" algn="just">
              <a:lnSpc>
                <a:spcPct val="130000"/>
              </a:lnSpc>
              <a:buFont typeface="+mj-lt"/>
              <a:buAutoNum type="arabicPeriod" startAt="4"/>
            </a:pPr>
            <a:r>
              <a:rPr lang="en-US" sz="2100" dirty="0"/>
              <a:t>Enter your shipment details in the search criteria</a:t>
            </a:r>
            <a:r>
              <a:rPr lang="en-CA" sz="2100" dirty="0"/>
              <a:t> and </a:t>
            </a:r>
            <a:r>
              <a:rPr lang="en-US" sz="2100" dirty="0"/>
              <a:t>Click Search. </a:t>
            </a:r>
          </a:p>
          <a:p>
            <a:pPr marL="457200" indent="-457200" algn="just">
              <a:lnSpc>
                <a:spcPct val="130000"/>
              </a:lnSpc>
              <a:buFont typeface="+mj-lt"/>
              <a:buAutoNum type="arabicPeriod" startAt="4"/>
            </a:pPr>
            <a:r>
              <a:rPr lang="en-US" sz="2100" dirty="0"/>
              <a:t>Make sure the flag is green in the Pick Complete column and the Commands column is No (meaning there is no command queue in the WMS).</a:t>
            </a:r>
            <a:endParaRPr lang="en-CA" sz="2100" dirty="0"/>
          </a:p>
          <a:p>
            <a:endParaRPr lang="en-CA" sz="2100" dirty="0"/>
          </a:p>
        </p:txBody>
      </p:sp>
      <p:pic>
        <p:nvPicPr>
          <p:cNvPr id="5" name="Picture 4">
            <a:extLst>
              <a:ext uri="{FF2B5EF4-FFF2-40B4-BE49-F238E27FC236}">
                <a16:creationId xmlns:a16="http://schemas.microsoft.com/office/drawing/2014/main" xmlns="" id="{D2FB4BA9-765B-4B59-B96B-0527F0E850CF}"/>
              </a:ext>
            </a:extLst>
          </p:cNvPr>
          <p:cNvPicPr>
            <a:picLocks noChangeAspect="1"/>
          </p:cNvPicPr>
          <p:nvPr>
            <p:custDataLst>
              <p:tags r:id="rId3"/>
            </p:custDataLst>
          </p:nvPr>
        </p:nvPicPr>
        <p:blipFill>
          <a:blip r:embed="rId6"/>
          <a:stretch>
            <a:fillRect/>
          </a:stretch>
        </p:blipFill>
        <p:spPr>
          <a:xfrm>
            <a:off x="838200" y="2742883"/>
            <a:ext cx="9436951" cy="3703637"/>
          </a:xfrm>
          <a:prstGeom prst="rect">
            <a:avLst/>
          </a:prstGeom>
        </p:spPr>
      </p:pic>
    </p:spTree>
    <p:extLst>
      <p:ext uri="{BB962C8B-B14F-4D97-AF65-F5344CB8AC3E}">
        <p14:creationId xmlns:p14="http://schemas.microsoft.com/office/powerpoint/2010/main" val="33991996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03867E-A049-416A-A856-2C89183523CF}"/>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6" name="Content Placeholder 2">
            <a:extLst>
              <a:ext uri="{FF2B5EF4-FFF2-40B4-BE49-F238E27FC236}">
                <a16:creationId xmlns:a16="http://schemas.microsoft.com/office/drawing/2014/main" xmlns="" id="{C69CF398-2AFA-4A38-9C5A-90B081F9FE66}"/>
              </a:ext>
            </a:extLst>
          </p:cNvPr>
          <p:cNvSpPr>
            <a:spLocks noGrp="1"/>
          </p:cNvSpPr>
          <p:nvPr>
            <p:ph idx="1"/>
            <p:custDataLst>
              <p:tags r:id="rId2"/>
            </p:custDataLst>
          </p:nvPr>
        </p:nvSpPr>
        <p:spPr>
          <a:xfrm>
            <a:off x="669387" y="1085626"/>
            <a:ext cx="10515600" cy="4733783"/>
          </a:xfrm>
        </p:spPr>
        <p:txBody>
          <a:bodyPr/>
          <a:lstStyle/>
          <a:p>
            <a:pPr marL="457200" indent="-457200" algn="just">
              <a:lnSpc>
                <a:spcPct val="120000"/>
              </a:lnSpc>
              <a:buFont typeface="+mj-lt"/>
              <a:buAutoNum type="arabicPeriod" startAt="6"/>
            </a:pPr>
            <a:r>
              <a:rPr lang="en-US" sz="2000" dirty="0"/>
              <a:t>Select all the records you wish to process. </a:t>
            </a:r>
          </a:p>
          <a:p>
            <a:pPr marL="457200" indent="-457200" algn="just">
              <a:lnSpc>
                <a:spcPct val="120000"/>
              </a:lnSpc>
              <a:buFont typeface="+mj-lt"/>
              <a:buAutoNum type="arabicPeriod" startAt="6"/>
            </a:pPr>
            <a:r>
              <a:rPr lang="en-US" sz="2000" dirty="0"/>
              <a:t>Select the Use Record as Criteria for Action button and click on the Print Shipping Label action. </a:t>
            </a:r>
          </a:p>
          <a:p>
            <a:pPr algn="just">
              <a:lnSpc>
                <a:spcPct val="120000"/>
              </a:lnSpc>
              <a:buFont typeface="Wingdings" panose="05000000000000000000" pitchFamily="2" charset="2"/>
              <a:buChar char="ü"/>
            </a:pPr>
            <a:r>
              <a:rPr lang="en-US" sz="2000" dirty="0"/>
              <a:t> To print a shipping label for an individual container, click on the row level action icon to the left of the displayed record. </a:t>
            </a:r>
          </a:p>
          <a:p>
            <a:pPr algn="just">
              <a:lnSpc>
                <a:spcPct val="120000"/>
              </a:lnSpc>
              <a:buFont typeface="Wingdings" panose="05000000000000000000" pitchFamily="2" charset="2"/>
              <a:buChar char="ü"/>
            </a:pPr>
            <a:r>
              <a:rPr lang="en-US" sz="2000" dirty="0"/>
              <a:t> To print multiple labels for the same shipment, check the box to the left of each record before clicking on the grid level action icon which is displayed in the grid level toolbar immediately above the search results. </a:t>
            </a:r>
          </a:p>
          <a:p>
            <a:pPr marL="457200" indent="-457200" algn="just">
              <a:lnSpc>
                <a:spcPct val="120000"/>
              </a:lnSpc>
              <a:buFont typeface="+mj-lt"/>
              <a:buAutoNum type="arabicPeriod"/>
            </a:pPr>
            <a:endParaRPr lang="en-US" sz="2000" dirty="0"/>
          </a:p>
          <a:p>
            <a:pPr marL="0" indent="0" algn="just">
              <a:lnSpc>
                <a:spcPct val="120000"/>
              </a:lnSpc>
              <a:buNone/>
            </a:pPr>
            <a:endParaRPr lang="en-US" sz="2000" dirty="0"/>
          </a:p>
        </p:txBody>
      </p:sp>
      <p:pic>
        <p:nvPicPr>
          <p:cNvPr id="4" name="Picture 3">
            <a:extLst>
              <a:ext uri="{FF2B5EF4-FFF2-40B4-BE49-F238E27FC236}">
                <a16:creationId xmlns:a16="http://schemas.microsoft.com/office/drawing/2014/main" xmlns="" id="{19CC366E-CD6E-4F12-8F7C-C9F4ED97C655}"/>
              </a:ext>
            </a:extLst>
          </p:cNvPr>
          <p:cNvPicPr>
            <a:picLocks noChangeAspect="1"/>
          </p:cNvPicPr>
          <p:nvPr>
            <p:custDataLst>
              <p:tags r:id="rId3"/>
            </p:custDataLst>
          </p:nvPr>
        </p:nvPicPr>
        <p:blipFill>
          <a:blip r:embed="rId6"/>
          <a:stretch>
            <a:fillRect/>
          </a:stretch>
        </p:blipFill>
        <p:spPr>
          <a:xfrm>
            <a:off x="669387" y="4236230"/>
            <a:ext cx="9479280" cy="2256645"/>
          </a:xfrm>
          <a:prstGeom prst="rect">
            <a:avLst/>
          </a:prstGeom>
        </p:spPr>
      </p:pic>
    </p:spTree>
    <p:extLst>
      <p:ext uri="{BB962C8B-B14F-4D97-AF65-F5344CB8AC3E}">
        <p14:creationId xmlns:p14="http://schemas.microsoft.com/office/powerpoint/2010/main" val="132058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301652-CD43-4806-98FA-66DE766DDFED}"/>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3" name="Content Placeholder 2">
            <a:extLst>
              <a:ext uri="{FF2B5EF4-FFF2-40B4-BE49-F238E27FC236}">
                <a16:creationId xmlns:a16="http://schemas.microsoft.com/office/drawing/2014/main" xmlns="" id="{7240C353-9B80-44B1-BCED-82825036FE57}"/>
              </a:ext>
            </a:extLst>
          </p:cNvPr>
          <p:cNvSpPr>
            <a:spLocks noGrp="1"/>
          </p:cNvSpPr>
          <p:nvPr>
            <p:ph idx="1"/>
            <p:custDataLst>
              <p:tags r:id="rId2"/>
            </p:custDataLst>
          </p:nvPr>
        </p:nvSpPr>
        <p:spPr>
          <a:xfrm>
            <a:off x="838200" y="1337945"/>
            <a:ext cx="10515600" cy="4351338"/>
          </a:xfrm>
        </p:spPr>
        <p:txBody>
          <a:bodyPr/>
          <a:lstStyle/>
          <a:p>
            <a:pPr marL="457200" indent="-457200">
              <a:buFont typeface="+mj-lt"/>
              <a:buAutoNum type="arabicPeriod" startAt="8"/>
            </a:pPr>
            <a:r>
              <a:rPr lang="en-US" sz="2400" dirty="0"/>
              <a:t>A message stating that the TMS shipment is ready will appear. Select Yes. </a:t>
            </a:r>
          </a:p>
          <a:p>
            <a:endParaRPr lang="en-CA" dirty="0"/>
          </a:p>
        </p:txBody>
      </p:sp>
      <p:pic>
        <p:nvPicPr>
          <p:cNvPr id="5" name="Picture 4">
            <a:extLst>
              <a:ext uri="{FF2B5EF4-FFF2-40B4-BE49-F238E27FC236}">
                <a16:creationId xmlns:a16="http://schemas.microsoft.com/office/drawing/2014/main" xmlns="" id="{4EB52FBB-CB46-4EC0-9580-C2634AC508A6}"/>
              </a:ext>
            </a:extLst>
          </p:cNvPr>
          <p:cNvPicPr>
            <a:picLocks noChangeAspect="1"/>
          </p:cNvPicPr>
          <p:nvPr>
            <p:custDataLst>
              <p:tags r:id="rId3"/>
            </p:custDataLst>
          </p:nvPr>
        </p:nvPicPr>
        <p:blipFill rotWithShape="1">
          <a:blip r:embed="rId6"/>
          <a:srcRect t="3218"/>
          <a:stretch/>
        </p:blipFill>
        <p:spPr>
          <a:xfrm>
            <a:off x="990600" y="1934993"/>
            <a:ext cx="9636784" cy="4069567"/>
          </a:xfrm>
          <a:prstGeom prst="rect">
            <a:avLst/>
          </a:prstGeom>
        </p:spPr>
      </p:pic>
    </p:spTree>
    <p:extLst>
      <p:ext uri="{BB962C8B-B14F-4D97-AF65-F5344CB8AC3E}">
        <p14:creationId xmlns:p14="http://schemas.microsoft.com/office/powerpoint/2010/main" val="760980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03867E-A049-416A-A856-2C89183523CF}"/>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4" name="Content Placeholder 2">
            <a:extLst>
              <a:ext uri="{FF2B5EF4-FFF2-40B4-BE49-F238E27FC236}">
                <a16:creationId xmlns:a16="http://schemas.microsoft.com/office/drawing/2014/main" xmlns="" id="{2C5E0776-6C3D-466B-9C00-B4AEB73007F5}"/>
              </a:ext>
            </a:extLst>
          </p:cNvPr>
          <p:cNvSpPr txBox="1">
            <a:spLocks/>
          </p:cNvSpPr>
          <p:nvPr>
            <p:custDataLst>
              <p:tags r:id="rId2"/>
            </p:custDataLst>
          </p:nvPr>
        </p:nvSpPr>
        <p:spPr>
          <a:xfrm>
            <a:off x="669387" y="1344706"/>
            <a:ext cx="6462933" cy="4733783"/>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9"/>
            </a:pPr>
            <a:r>
              <a:rPr lang="en-US" sz="2000" dirty="0"/>
              <a:t>The Optional Paperwork Printout window will appear. You can also print a Container Packing List for the Shippable Unit by selecting Yes. </a:t>
            </a:r>
          </a:p>
          <a:p>
            <a:pPr marL="457200" lvl="1" indent="0" algn="just">
              <a:lnSpc>
                <a:spcPct val="150000"/>
              </a:lnSpc>
              <a:buNone/>
            </a:pPr>
            <a:r>
              <a:rPr lang="en-US" sz="2000" dirty="0"/>
              <a:t>Note: If this is the last container for a shipment you will also have the option to print a Master Packing List. </a:t>
            </a:r>
          </a:p>
          <a:p>
            <a:pPr marL="514350" indent="-514350" algn="just">
              <a:lnSpc>
                <a:spcPct val="150000"/>
              </a:lnSpc>
              <a:buFont typeface="+mj-lt"/>
              <a:buAutoNum type="arabicPeriod" startAt="9"/>
            </a:pPr>
            <a:r>
              <a:rPr lang="en-US" sz="2000" dirty="0"/>
              <a:t>Click Submit. </a:t>
            </a:r>
          </a:p>
          <a:p>
            <a:pPr marL="457200" indent="-457200" algn="just">
              <a:lnSpc>
                <a:spcPct val="150000"/>
              </a:lnSpc>
              <a:buFont typeface="+mj-lt"/>
              <a:buAutoNum type="arabicPeriod" startAt="9"/>
            </a:pPr>
            <a:endParaRPr lang="en-US" sz="2000" dirty="0"/>
          </a:p>
          <a:p>
            <a:pPr marL="0" indent="0" algn="just">
              <a:lnSpc>
                <a:spcPct val="150000"/>
              </a:lnSpc>
              <a:buFont typeface="Arial" panose="020B0604020202020204" pitchFamily="34" charset="0"/>
              <a:buNone/>
            </a:pPr>
            <a:endParaRPr lang="en-US" sz="2000" dirty="0"/>
          </a:p>
        </p:txBody>
      </p:sp>
      <p:pic>
        <p:nvPicPr>
          <p:cNvPr id="5" name="Content Placeholder 4">
            <a:extLst>
              <a:ext uri="{FF2B5EF4-FFF2-40B4-BE49-F238E27FC236}">
                <a16:creationId xmlns:a16="http://schemas.microsoft.com/office/drawing/2014/main" xmlns="" id="{8D9C93E9-FCA2-4BAD-A470-D273BB4CC6CA}"/>
              </a:ext>
            </a:extLst>
          </p:cNvPr>
          <p:cNvPicPr>
            <a:picLocks noGrp="1" noChangeAspect="1"/>
          </p:cNvPicPr>
          <p:nvPr>
            <p:ph idx="1"/>
            <p:custDataLst>
              <p:tags r:id="rId3"/>
            </p:custDataLst>
          </p:nvPr>
        </p:nvPicPr>
        <p:blipFill>
          <a:blip r:embed="rId6"/>
          <a:stretch>
            <a:fillRect/>
          </a:stretch>
        </p:blipFill>
        <p:spPr>
          <a:xfrm>
            <a:off x="7597833" y="419157"/>
            <a:ext cx="3755967" cy="5872007"/>
          </a:xfrm>
        </p:spPr>
      </p:pic>
    </p:spTree>
    <p:extLst>
      <p:ext uri="{BB962C8B-B14F-4D97-AF65-F5344CB8AC3E}">
        <p14:creationId xmlns:p14="http://schemas.microsoft.com/office/powerpoint/2010/main" val="2596221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F4D56A-7A6F-4534-9BEB-FAE8CF35118B}"/>
              </a:ext>
            </a:extLst>
          </p:cNvPr>
          <p:cNvSpPr>
            <a:spLocks noGrp="1"/>
          </p:cNvSpPr>
          <p:nvPr>
            <p:ph type="title"/>
            <p:custDataLst>
              <p:tags r:id="rId1"/>
            </p:custDataLst>
          </p:nvPr>
        </p:nvSpPr>
        <p:spPr>
          <a:xfrm>
            <a:off x="838200" y="304165"/>
            <a:ext cx="10515600" cy="1325563"/>
          </a:xfrm>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5" name="Content Placeholder 2">
            <a:extLst>
              <a:ext uri="{FF2B5EF4-FFF2-40B4-BE49-F238E27FC236}">
                <a16:creationId xmlns:a16="http://schemas.microsoft.com/office/drawing/2014/main" xmlns="" id="{27E53B09-9A94-474D-8876-783255985D9F}"/>
              </a:ext>
            </a:extLst>
          </p:cNvPr>
          <p:cNvSpPr txBox="1">
            <a:spLocks/>
          </p:cNvSpPr>
          <p:nvPr>
            <p:custDataLst>
              <p:tags r:id="rId2"/>
            </p:custDataLst>
          </p:nvPr>
        </p:nvSpPr>
        <p:spPr>
          <a:xfrm>
            <a:off x="669387" y="1249680"/>
            <a:ext cx="10684413" cy="4828809"/>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11"/>
            </a:pPr>
            <a:r>
              <a:rPr lang="en-US" sz="2000" dirty="0"/>
              <a:t>The Shipping Activities resource will be redisplayed and refreshed based on the print options you selected. The TMS Shipment and the TMS tracking number are generated: </a:t>
            </a:r>
          </a:p>
          <a:p>
            <a:pPr marL="457200" indent="-457200" algn="just">
              <a:lnSpc>
                <a:spcPct val="150000"/>
              </a:lnSpc>
              <a:buFont typeface="+mj-lt"/>
              <a:buAutoNum type="arabicPeriod" startAt="11"/>
            </a:pPr>
            <a:endParaRPr lang="en-US" sz="2000" dirty="0"/>
          </a:p>
          <a:p>
            <a:pPr marL="457200" indent="-457200" algn="just">
              <a:lnSpc>
                <a:spcPct val="150000"/>
              </a:lnSpc>
              <a:buFont typeface="+mj-lt"/>
              <a:buAutoNum type="arabicPeriod" startAt="11"/>
            </a:pPr>
            <a:endParaRPr lang="en-US" sz="2000" dirty="0"/>
          </a:p>
          <a:p>
            <a:pPr marL="457200" indent="-457200" algn="just">
              <a:lnSpc>
                <a:spcPct val="150000"/>
              </a:lnSpc>
              <a:buFont typeface="+mj-lt"/>
              <a:buAutoNum type="arabicPeriod" startAt="11"/>
            </a:pPr>
            <a:endParaRPr lang="en-US" sz="2000" dirty="0"/>
          </a:p>
          <a:p>
            <a:pPr marL="0" indent="0" algn="just">
              <a:lnSpc>
                <a:spcPct val="150000"/>
              </a:lnSpc>
              <a:buNone/>
            </a:pPr>
            <a:endParaRPr lang="en-US" sz="2000" dirty="0"/>
          </a:p>
          <a:p>
            <a:pPr marL="457200" indent="-457200" algn="just">
              <a:lnSpc>
                <a:spcPct val="150000"/>
              </a:lnSpc>
              <a:buFont typeface="+mj-lt"/>
              <a:buAutoNum type="arabicPeriod" startAt="12"/>
            </a:pPr>
            <a:r>
              <a:rPr lang="en-US" sz="2000" dirty="0"/>
              <a:t>Click Close to exit the Shipping Activity resource. </a:t>
            </a:r>
          </a:p>
          <a:p>
            <a:pPr marL="0" indent="0" algn="just">
              <a:lnSpc>
                <a:spcPct val="150000"/>
              </a:lnSpc>
              <a:buNone/>
            </a:pPr>
            <a:endParaRPr lang="en-US" sz="2000" dirty="0"/>
          </a:p>
        </p:txBody>
      </p:sp>
      <p:pic>
        <p:nvPicPr>
          <p:cNvPr id="9" name="Picture 8">
            <a:extLst>
              <a:ext uri="{FF2B5EF4-FFF2-40B4-BE49-F238E27FC236}">
                <a16:creationId xmlns:a16="http://schemas.microsoft.com/office/drawing/2014/main" xmlns="" id="{BF757C45-5D07-4740-AC3A-32DB9C738154}"/>
              </a:ext>
            </a:extLst>
          </p:cNvPr>
          <p:cNvPicPr>
            <a:picLocks noChangeAspect="1"/>
          </p:cNvPicPr>
          <p:nvPr>
            <p:custDataLst>
              <p:tags r:id="rId3"/>
            </p:custDataLst>
          </p:nvPr>
        </p:nvPicPr>
        <p:blipFill>
          <a:blip r:embed="rId7"/>
          <a:stretch>
            <a:fillRect/>
          </a:stretch>
        </p:blipFill>
        <p:spPr>
          <a:xfrm>
            <a:off x="545608" y="2369230"/>
            <a:ext cx="11100783" cy="2264791"/>
          </a:xfrm>
          <a:prstGeom prst="rect">
            <a:avLst/>
          </a:prstGeom>
        </p:spPr>
      </p:pic>
      <p:pic>
        <p:nvPicPr>
          <p:cNvPr id="11" name="Picture 10">
            <a:extLst>
              <a:ext uri="{FF2B5EF4-FFF2-40B4-BE49-F238E27FC236}">
                <a16:creationId xmlns:a16="http://schemas.microsoft.com/office/drawing/2014/main" xmlns="" id="{DB889140-8773-4448-93CB-D712D4106074}"/>
              </a:ext>
            </a:extLst>
          </p:cNvPr>
          <p:cNvPicPr>
            <a:picLocks noChangeAspect="1"/>
          </p:cNvPicPr>
          <p:nvPr>
            <p:custDataLst>
              <p:tags r:id="rId4"/>
            </p:custDataLst>
          </p:nvPr>
        </p:nvPicPr>
        <p:blipFill>
          <a:blip r:embed="rId8"/>
          <a:stretch>
            <a:fillRect/>
          </a:stretch>
        </p:blipFill>
        <p:spPr>
          <a:xfrm>
            <a:off x="468043" y="5327803"/>
            <a:ext cx="11087100" cy="948454"/>
          </a:xfrm>
          <a:prstGeom prst="rect">
            <a:avLst/>
          </a:prstGeom>
        </p:spPr>
      </p:pic>
    </p:spTree>
    <p:extLst>
      <p:ext uri="{BB962C8B-B14F-4D97-AF65-F5344CB8AC3E}">
        <p14:creationId xmlns:p14="http://schemas.microsoft.com/office/powerpoint/2010/main" val="906205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Shipping Activities</a:t>
            </a:r>
            <a:br>
              <a:rPr lang="en-CA" sz="4400" b="1" dirty="0"/>
            </a:br>
            <a:r>
              <a:rPr lang="en-CA" sz="4400" b="1" dirty="0"/>
              <a:t>LTL</a:t>
            </a:r>
          </a:p>
        </p:txBody>
      </p:sp>
    </p:spTree>
    <p:extLst>
      <p:ext uri="{BB962C8B-B14F-4D97-AF65-F5344CB8AC3E}">
        <p14:creationId xmlns:p14="http://schemas.microsoft.com/office/powerpoint/2010/main" val="20940875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3B03B0-FAA7-48A4-8ED7-A06966589892}"/>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sp>
        <p:nvSpPr>
          <p:cNvPr id="4" name="Content Placeholder 2">
            <a:extLst>
              <a:ext uri="{FF2B5EF4-FFF2-40B4-BE49-F238E27FC236}">
                <a16:creationId xmlns:a16="http://schemas.microsoft.com/office/drawing/2014/main" xmlns="" id="{15CC1924-DC34-4AC0-8025-F7B4B2E4519B}"/>
              </a:ext>
            </a:extLst>
          </p:cNvPr>
          <p:cNvSpPr>
            <a:spLocks noGrp="1"/>
          </p:cNvSpPr>
          <p:nvPr>
            <p:ph idx="1"/>
            <p:custDataLst>
              <p:tags r:id="rId2"/>
            </p:custDataLst>
          </p:nvPr>
        </p:nvSpPr>
        <p:spPr>
          <a:xfrm>
            <a:off x="669387" y="1330036"/>
            <a:ext cx="6462933" cy="4748453"/>
          </a:xfrm>
        </p:spPr>
        <p:txBody>
          <a:bodyPr/>
          <a:lstStyle/>
          <a:p>
            <a:pPr marL="0" indent="0" algn="just">
              <a:lnSpc>
                <a:spcPct val="150000"/>
              </a:lnSpc>
              <a:buNone/>
            </a:pPr>
            <a:r>
              <a:rPr lang="en-US" sz="2300" dirty="0"/>
              <a:t>As the same way as for parcel: </a:t>
            </a:r>
          </a:p>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Outbound Order Management </a:t>
            </a:r>
            <a:r>
              <a:rPr lang="en-US" sz="2300" dirty="0"/>
              <a:t>resource.</a:t>
            </a:r>
          </a:p>
          <a:p>
            <a:pPr marL="457200" indent="-457200" algn="just">
              <a:lnSpc>
                <a:spcPct val="150000"/>
              </a:lnSpc>
              <a:buFont typeface="+mj-lt"/>
              <a:buAutoNum type="arabicPeriod"/>
            </a:pPr>
            <a:r>
              <a:rPr lang="en-US" sz="2300" dirty="0"/>
              <a:t>Under Outbound Order Management, click on </a:t>
            </a:r>
            <a:r>
              <a:rPr lang="en-US" sz="2300" b="1" dirty="0"/>
              <a:t>Shipping</a:t>
            </a:r>
            <a:r>
              <a:rPr lang="en-US" sz="2300" dirty="0"/>
              <a:t>.</a:t>
            </a:r>
          </a:p>
          <a:p>
            <a:pPr marL="457200" indent="-457200" algn="just">
              <a:lnSpc>
                <a:spcPct val="150000"/>
              </a:lnSpc>
              <a:buFont typeface="+mj-lt"/>
              <a:buAutoNum type="arabicPeriod"/>
            </a:pPr>
            <a:r>
              <a:rPr lang="en-US" sz="2300" dirty="0"/>
              <a:t>Under Shipping, click on </a:t>
            </a:r>
            <a:r>
              <a:rPr lang="en-US" sz="2300" b="1" dirty="0"/>
              <a:t>Shipping Activities. </a:t>
            </a:r>
            <a:endParaRPr lang="en-US" sz="2300" dirty="0"/>
          </a:p>
          <a:p>
            <a:pPr marL="0" indent="0" algn="just">
              <a:lnSpc>
                <a:spcPct val="150000"/>
              </a:lnSpc>
              <a:buNone/>
            </a:pPr>
            <a:endParaRPr lang="en-US" sz="2200" dirty="0"/>
          </a:p>
        </p:txBody>
      </p:sp>
      <p:pic>
        <p:nvPicPr>
          <p:cNvPr id="6" name="Picture 5">
            <a:extLst>
              <a:ext uri="{FF2B5EF4-FFF2-40B4-BE49-F238E27FC236}">
                <a16:creationId xmlns:a16="http://schemas.microsoft.com/office/drawing/2014/main" xmlns="" id="{0722A023-177C-48B9-AE40-02B4C1420722}"/>
              </a:ext>
            </a:extLst>
          </p:cNvPr>
          <p:cNvPicPr>
            <a:picLocks noChangeAspect="1"/>
          </p:cNvPicPr>
          <p:nvPr>
            <p:custDataLst>
              <p:tags r:id="rId3"/>
            </p:custDataLst>
          </p:nvPr>
        </p:nvPicPr>
        <p:blipFill>
          <a:blip r:embed="rId5"/>
          <a:stretch>
            <a:fillRect/>
          </a:stretch>
        </p:blipFill>
        <p:spPr>
          <a:xfrm>
            <a:off x="7692075" y="590801"/>
            <a:ext cx="3661725" cy="5300985"/>
          </a:xfrm>
          <a:prstGeom prst="rect">
            <a:avLst/>
          </a:prstGeom>
        </p:spPr>
      </p:pic>
    </p:spTree>
    <p:extLst>
      <p:ext uri="{BB962C8B-B14F-4D97-AF65-F5344CB8AC3E}">
        <p14:creationId xmlns:p14="http://schemas.microsoft.com/office/powerpoint/2010/main" val="30368642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8E3FA6-3793-404F-8396-BEAEEFA88D75}"/>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sp>
        <p:nvSpPr>
          <p:cNvPr id="3" name="Content Placeholder 2">
            <a:extLst>
              <a:ext uri="{FF2B5EF4-FFF2-40B4-BE49-F238E27FC236}">
                <a16:creationId xmlns:a16="http://schemas.microsoft.com/office/drawing/2014/main" xmlns="" id="{E66FD1A9-40DD-416D-9054-AF7CC4AAB9B0}"/>
              </a:ext>
            </a:extLst>
          </p:cNvPr>
          <p:cNvSpPr>
            <a:spLocks noGrp="1"/>
          </p:cNvSpPr>
          <p:nvPr>
            <p:ph idx="1"/>
            <p:custDataLst>
              <p:tags r:id="rId2"/>
            </p:custDataLst>
          </p:nvPr>
        </p:nvSpPr>
        <p:spPr>
          <a:xfrm>
            <a:off x="838200" y="1130534"/>
            <a:ext cx="10515600" cy="4913428"/>
          </a:xfrm>
        </p:spPr>
        <p:txBody>
          <a:bodyPr/>
          <a:lstStyle/>
          <a:p>
            <a:pPr marL="457200" indent="-457200" algn="just">
              <a:lnSpc>
                <a:spcPct val="130000"/>
              </a:lnSpc>
              <a:buFont typeface="+mj-lt"/>
              <a:buAutoNum type="arabicPeriod" startAt="4"/>
            </a:pPr>
            <a:r>
              <a:rPr lang="en-US" sz="2100" dirty="0"/>
              <a:t>Enter your </a:t>
            </a:r>
            <a:r>
              <a:rPr lang="en-US" sz="2100" b="1" dirty="0"/>
              <a:t>shipment ID </a:t>
            </a:r>
            <a:r>
              <a:rPr lang="en-US" sz="2100" dirty="0"/>
              <a:t>in the search criteria</a:t>
            </a:r>
            <a:r>
              <a:rPr lang="en-CA" sz="2100" dirty="0"/>
              <a:t> and </a:t>
            </a:r>
            <a:r>
              <a:rPr lang="en-US" sz="2100" dirty="0"/>
              <a:t>Click Search. </a:t>
            </a:r>
          </a:p>
          <a:p>
            <a:pPr marL="457200" indent="-457200" algn="just">
              <a:lnSpc>
                <a:spcPct val="130000"/>
              </a:lnSpc>
              <a:buFont typeface="+mj-lt"/>
              <a:buAutoNum type="arabicPeriod" startAt="4"/>
            </a:pPr>
            <a:r>
              <a:rPr lang="en-US" sz="2100" dirty="0"/>
              <a:t>Make sure the flag is green in the Pick Complete column and the Commands column is No (meaning there is no command queue in the WMS).</a:t>
            </a:r>
            <a:endParaRPr lang="en-CA" sz="2100" dirty="0"/>
          </a:p>
          <a:p>
            <a:pPr>
              <a:lnSpc>
                <a:spcPct val="130000"/>
              </a:lnSpc>
            </a:pPr>
            <a:endParaRPr lang="en-CA" sz="2100" dirty="0"/>
          </a:p>
        </p:txBody>
      </p:sp>
      <p:pic>
        <p:nvPicPr>
          <p:cNvPr id="5" name="Picture 4">
            <a:extLst>
              <a:ext uri="{FF2B5EF4-FFF2-40B4-BE49-F238E27FC236}">
                <a16:creationId xmlns:a16="http://schemas.microsoft.com/office/drawing/2014/main" xmlns="" id="{2366D464-8E33-48DE-8226-A028140ED5D7}"/>
              </a:ext>
            </a:extLst>
          </p:cNvPr>
          <p:cNvPicPr>
            <a:picLocks noChangeAspect="1"/>
          </p:cNvPicPr>
          <p:nvPr>
            <p:custDataLst>
              <p:tags r:id="rId3"/>
            </p:custDataLst>
          </p:nvPr>
        </p:nvPicPr>
        <p:blipFill>
          <a:blip r:embed="rId6"/>
          <a:stretch>
            <a:fillRect/>
          </a:stretch>
        </p:blipFill>
        <p:spPr>
          <a:xfrm>
            <a:off x="1113905" y="2655598"/>
            <a:ext cx="9033164" cy="3800251"/>
          </a:xfrm>
          <a:prstGeom prst="rect">
            <a:avLst/>
          </a:prstGeom>
        </p:spPr>
      </p:pic>
    </p:spTree>
    <p:extLst>
      <p:ext uri="{BB962C8B-B14F-4D97-AF65-F5344CB8AC3E}">
        <p14:creationId xmlns:p14="http://schemas.microsoft.com/office/powerpoint/2010/main" val="42608571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D4C508-3AA5-4ABE-9B5F-CFC51B28FDC5}"/>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pic>
        <p:nvPicPr>
          <p:cNvPr id="5" name="Content Placeholder 4">
            <a:extLst>
              <a:ext uri="{FF2B5EF4-FFF2-40B4-BE49-F238E27FC236}">
                <a16:creationId xmlns:a16="http://schemas.microsoft.com/office/drawing/2014/main" xmlns="" id="{CF9E29C0-E5FA-4DFF-88E9-DDAC89EFFD47}"/>
              </a:ext>
            </a:extLst>
          </p:cNvPr>
          <p:cNvPicPr>
            <a:picLocks noGrp="1" noChangeAspect="1"/>
          </p:cNvPicPr>
          <p:nvPr>
            <p:ph idx="1"/>
            <p:custDataLst>
              <p:tags r:id="rId2"/>
            </p:custDataLst>
          </p:nvPr>
        </p:nvPicPr>
        <p:blipFill>
          <a:blip r:embed="rId5"/>
          <a:stretch>
            <a:fillRect/>
          </a:stretch>
        </p:blipFill>
        <p:spPr>
          <a:xfrm>
            <a:off x="326862" y="3002794"/>
            <a:ext cx="11538275" cy="2708396"/>
          </a:xfrm>
        </p:spPr>
      </p:pic>
      <p:sp>
        <p:nvSpPr>
          <p:cNvPr id="6" name="Content Placeholder 2">
            <a:extLst>
              <a:ext uri="{FF2B5EF4-FFF2-40B4-BE49-F238E27FC236}">
                <a16:creationId xmlns:a16="http://schemas.microsoft.com/office/drawing/2014/main" xmlns="" id="{2BD25D4E-C2C8-454B-80CA-CF040A48D46E}"/>
              </a:ext>
            </a:extLst>
          </p:cNvPr>
          <p:cNvSpPr txBox="1">
            <a:spLocks/>
          </p:cNvSpPr>
          <p:nvPr>
            <p:custDataLst>
              <p:tags r:id="rId3"/>
            </p:custDataLst>
          </p:nvPr>
        </p:nvSpPr>
        <p:spPr>
          <a:xfrm>
            <a:off x="838200" y="1280160"/>
            <a:ext cx="10515600"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6"/>
            </a:pPr>
            <a:r>
              <a:rPr lang="en-US" sz="2200" dirty="0"/>
              <a:t>Select all the records you wish to process. </a:t>
            </a:r>
          </a:p>
          <a:p>
            <a:pPr marL="457200" indent="-457200" algn="just">
              <a:lnSpc>
                <a:spcPct val="130000"/>
              </a:lnSpc>
              <a:buFont typeface="+mj-lt"/>
              <a:buAutoNum type="arabicPeriod" startAt="6"/>
            </a:pPr>
            <a:r>
              <a:rPr lang="en-US" sz="2200" dirty="0"/>
              <a:t>Select the Use Record as Criteria for Action button and click on the Print Shipping Label action. </a:t>
            </a:r>
          </a:p>
          <a:p>
            <a:pPr marL="457200" indent="-457200" algn="just">
              <a:lnSpc>
                <a:spcPct val="130000"/>
              </a:lnSpc>
              <a:buFont typeface="+mj-lt"/>
              <a:buAutoNum type="arabicPeriod" startAt="6"/>
            </a:pPr>
            <a:endParaRPr lang="en-US" sz="2200" dirty="0"/>
          </a:p>
          <a:p>
            <a:pPr marL="457200" indent="-457200" algn="just">
              <a:lnSpc>
                <a:spcPct val="130000"/>
              </a:lnSpc>
              <a:buFont typeface="+mj-lt"/>
              <a:buAutoNum type="arabicPeriod" startAt="6"/>
            </a:pPr>
            <a:endParaRPr lang="en-CA" sz="2200" dirty="0"/>
          </a:p>
        </p:txBody>
      </p:sp>
    </p:spTree>
    <p:extLst>
      <p:ext uri="{BB962C8B-B14F-4D97-AF65-F5344CB8AC3E}">
        <p14:creationId xmlns:p14="http://schemas.microsoft.com/office/powerpoint/2010/main" val="37024959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pic>
        <p:nvPicPr>
          <p:cNvPr id="5" name="Content Placeholder 4">
            <a:extLst>
              <a:ext uri="{FF2B5EF4-FFF2-40B4-BE49-F238E27FC236}">
                <a16:creationId xmlns:a16="http://schemas.microsoft.com/office/drawing/2014/main" xmlns="" id="{E97FD8FB-9B61-4B26-9538-91F72352E41B}"/>
              </a:ext>
            </a:extLst>
          </p:cNvPr>
          <p:cNvPicPr>
            <a:picLocks noGrp="1" noChangeAspect="1"/>
          </p:cNvPicPr>
          <p:nvPr>
            <p:ph idx="1"/>
            <p:custDataLst>
              <p:tags r:id="rId2"/>
            </p:custDataLst>
          </p:nvPr>
        </p:nvPicPr>
        <p:blipFill>
          <a:blip r:embed="rId5"/>
          <a:stretch>
            <a:fillRect/>
          </a:stretch>
        </p:blipFill>
        <p:spPr>
          <a:xfrm>
            <a:off x="7597833" y="419157"/>
            <a:ext cx="3755967" cy="5872007"/>
          </a:xfrm>
        </p:spPr>
      </p:pic>
      <p:sp>
        <p:nvSpPr>
          <p:cNvPr id="7" name="Content Placeholder 2">
            <a:extLst>
              <a:ext uri="{FF2B5EF4-FFF2-40B4-BE49-F238E27FC236}">
                <a16:creationId xmlns:a16="http://schemas.microsoft.com/office/drawing/2014/main" xmlns="" id="{DCF401E9-BC8B-4A2A-8B90-3BB0AEAF7665}"/>
              </a:ext>
            </a:extLst>
          </p:cNvPr>
          <p:cNvSpPr txBox="1">
            <a:spLocks/>
          </p:cNvSpPr>
          <p:nvPr>
            <p:custDataLst>
              <p:tags r:id="rId3"/>
            </p:custDataLst>
          </p:nvPr>
        </p:nvSpPr>
        <p:spPr>
          <a:xfrm>
            <a:off x="838200" y="1280160"/>
            <a:ext cx="5829300"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8"/>
            </a:pPr>
            <a:r>
              <a:rPr lang="en-US" sz="2200" dirty="0"/>
              <a:t>From the new window that appears, optionally  indicate whether you want to print the Container Packing List and the Master Packing List by selecting Yes.</a:t>
            </a:r>
          </a:p>
          <a:p>
            <a:pPr marL="457200" indent="-457200" algn="just">
              <a:lnSpc>
                <a:spcPct val="130000"/>
              </a:lnSpc>
              <a:buFont typeface="+mj-lt"/>
              <a:buAutoNum type="arabicPeriod" startAt="8"/>
            </a:pPr>
            <a:r>
              <a:rPr lang="en-US" sz="2200" dirty="0"/>
              <a:t>Click Submit. </a:t>
            </a:r>
            <a:endParaRPr lang="en-CA" sz="2200" dirty="0"/>
          </a:p>
        </p:txBody>
      </p:sp>
    </p:spTree>
    <p:extLst>
      <p:ext uri="{BB962C8B-B14F-4D97-AF65-F5344CB8AC3E}">
        <p14:creationId xmlns:p14="http://schemas.microsoft.com/office/powerpoint/2010/main" val="2102270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sp>
        <p:nvSpPr>
          <p:cNvPr id="7" name="Content Placeholder 2">
            <a:extLst>
              <a:ext uri="{FF2B5EF4-FFF2-40B4-BE49-F238E27FC236}">
                <a16:creationId xmlns:a16="http://schemas.microsoft.com/office/drawing/2014/main" xmlns="" id="{3C8C760D-8AE7-4F2B-8313-F862F3EA6DD5}"/>
              </a:ext>
            </a:extLst>
          </p:cNvPr>
          <p:cNvSpPr txBox="1">
            <a:spLocks/>
          </p:cNvSpPr>
          <p:nvPr>
            <p:custDataLst>
              <p:tags r:id="rId2"/>
            </p:custDataLst>
          </p:nvPr>
        </p:nvSpPr>
        <p:spPr>
          <a:xfrm>
            <a:off x="838199" y="1087656"/>
            <a:ext cx="10677525"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sz="2200" dirty="0"/>
              <a:t>Additional note – At this step, the Shipping Activities resource will be redisplayed. You may notice that the TMS Shipment and the TMS tracking number have still not been created.</a:t>
            </a:r>
            <a:endParaRPr lang="en-CA" sz="2200" dirty="0"/>
          </a:p>
          <a:p>
            <a:pPr marL="0" indent="0" algn="just">
              <a:lnSpc>
                <a:spcPct val="130000"/>
              </a:lnSpc>
              <a:buNone/>
            </a:pPr>
            <a:r>
              <a:rPr lang="en-US" sz="2200" dirty="0"/>
              <a:t> </a:t>
            </a:r>
            <a:endParaRPr lang="en-CA" sz="2200" dirty="0"/>
          </a:p>
        </p:txBody>
      </p:sp>
      <p:pic>
        <p:nvPicPr>
          <p:cNvPr id="9" name="Picture 8">
            <a:extLst>
              <a:ext uri="{FF2B5EF4-FFF2-40B4-BE49-F238E27FC236}">
                <a16:creationId xmlns:a16="http://schemas.microsoft.com/office/drawing/2014/main" xmlns="" id="{48296F45-CBAE-405D-A513-589126924DB4}"/>
              </a:ext>
            </a:extLst>
          </p:cNvPr>
          <p:cNvPicPr>
            <a:picLocks noChangeAspect="1"/>
          </p:cNvPicPr>
          <p:nvPr>
            <p:custDataLst>
              <p:tags r:id="rId3"/>
            </p:custDataLst>
          </p:nvPr>
        </p:nvPicPr>
        <p:blipFill>
          <a:blip r:embed="rId6"/>
          <a:stretch>
            <a:fillRect/>
          </a:stretch>
        </p:blipFill>
        <p:spPr>
          <a:xfrm>
            <a:off x="996920" y="2225283"/>
            <a:ext cx="9652727" cy="4011647"/>
          </a:xfrm>
          <a:prstGeom prst="rect">
            <a:avLst/>
          </a:prstGeom>
        </p:spPr>
      </p:pic>
    </p:spTree>
    <p:extLst>
      <p:ext uri="{BB962C8B-B14F-4D97-AF65-F5344CB8AC3E}">
        <p14:creationId xmlns:p14="http://schemas.microsoft.com/office/powerpoint/2010/main" val="3730132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pic>
        <p:nvPicPr>
          <p:cNvPr id="5" name="Content Placeholder 4">
            <a:extLst>
              <a:ext uri="{FF2B5EF4-FFF2-40B4-BE49-F238E27FC236}">
                <a16:creationId xmlns:a16="http://schemas.microsoft.com/office/drawing/2014/main" xmlns="" id="{6790AA4E-1395-43B0-811E-104460E23068}"/>
              </a:ext>
            </a:extLst>
          </p:cNvPr>
          <p:cNvPicPr>
            <a:picLocks noGrp="1" noChangeAspect="1"/>
          </p:cNvPicPr>
          <p:nvPr>
            <p:ph idx="1"/>
            <p:custDataLst>
              <p:tags r:id="rId2"/>
            </p:custDataLst>
          </p:nvPr>
        </p:nvPicPr>
        <p:blipFill>
          <a:blip r:embed="rId5"/>
          <a:stretch>
            <a:fillRect/>
          </a:stretch>
        </p:blipFill>
        <p:spPr>
          <a:xfrm>
            <a:off x="838196" y="2197673"/>
            <a:ext cx="9819815" cy="4166865"/>
          </a:xfrm>
        </p:spPr>
      </p:pic>
      <p:sp>
        <p:nvSpPr>
          <p:cNvPr id="7" name="Content Placeholder 2">
            <a:extLst>
              <a:ext uri="{FF2B5EF4-FFF2-40B4-BE49-F238E27FC236}">
                <a16:creationId xmlns:a16="http://schemas.microsoft.com/office/drawing/2014/main" xmlns="" id="{4D5F75AC-249D-41CF-BBF9-8A3022F93EFF}"/>
              </a:ext>
            </a:extLst>
          </p:cNvPr>
          <p:cNvSpPr txBox="1">
            <a:spLocks/>
          </p:cNvSpPr>
          <p:nvPr>
            <p:custDataLst>
              <p:tags r:id="rId3"/>
            </p:custDataLst>
          </p:nvPr>
        </p:nvSpPr>
        <p:spPr>
          <a:xfrm>
            <a:off x="838199" y="1087656"/>
            <a:ext cx="10515599"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10"/>
            </a:pPr>
            <a:r>
              <a:rPr lang="en-US" sz="2200" dirty="0"/>
              <a:t>To generate a TMS Shipment and a TMS tracking number, click on Print Paperwork at the bottom left of your screen.  </a:t>
            </a:r>
            <a:endParaRPr lang="en-CA" sz="2200" dirty="0"/>
          </a:p>
        </p:txBody>
      </p:sp>
    </p:spTree>
    <p:extLst>
      <p:ext uri="{BB962C8B-B14F-4D97-AF65-F5344CB8AC3E}">
        <p14:creationId xmlns:p14="http://schemas.microsoft.com/office/powerpoint/2010/main" val="2476861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pic>
        <p:nvPicPr>
          <p:cNvPr id="9" name="Picture 8">
            <a:extLst>
              <a:ext uri="{FF2B5EF4-FFF2-40B4-BE49-F238E27FC236}">
                <a16:creationId xmlns:a16="http://schemas.microsoft.com/office/drawing/2014/main" xmlns="" id="{658B003B-799B-403D-85EC-152E6E506FB0}"/>
              </a:ext>
            </a:extLst>
          </p:cNvPr>
          <p:cNvPicPr>
            <a:picLocks noChangeAspect="1"/>
          </p:cNvPicPr>
          <p:nvPr>
            <p:custDataLst>
              <p:tags r:id="rId2"/>
            </p:custDataLst>
          </p:nvPr>
        </p:nvPicPr>
        <p:blipFill>
          <a:blip r:embed="rId6"/>
          <a:stretch>
            <a:fillRect/>
          </a:stretch>
        </p:blipFill>
        <p:spPr>
          <a:xfrm>
            <a:off x="7213315" y="609600"/>
            <a:ext cx="4518045" cy="5454315"/>
          </a:xfrm>
          <a:prstGeom prst="rect">
            <a:avLst/>
          </a:prstGeom>
        </p:spPr>
      </p:pic>
      <p:sp>
        <p:nvSpPr>
          <p:cNvPr id="11" name="Content Placeholder 2">
            <a:extLst>
              <a:ext uri="{FF2B5EF4-FFF2-40B4-BE49-F238E27FC236}">
                <a16:creationId xmlns:a16="http://schemas.microsoft.com/office/drawing/2014/main" xmlns="" id="{264FEF17-13D9-4AC0-9B0D-248B1CCF857F}"/>
              </a:ext>
            </a:extLst>
          </p:cNvPr>
          <p:cNvSpPr txBox="1">
            <a:spLocks/>
          </p:cNvSpPr>
          <p:nvPr>
            <p:custDataLst>
              <p:tags r:id="rId3"/>
            </p:custDataLst>
          </p:nvPr>
        </p:nvSpPr>
        <p:spPr>
          <a:xfrm>
            <a:off x="838200" y="1087656"/>
            <a:ext cx="5997556"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11"/>
            </a:pPr>
            <a:r>
              <a:rPr lang="en-US" sz="2200" dirty="0"/>
              <a:t>From the new Paperwork Generation window, enter the Shipment ID. </a:t>
            </a:r>
          </a:p>
          <a:p>
            <a:pPr marL="457200" indent="-457200" algn="just">
              <a:lnSpc>
                <a:spcPct val="130000"/>
              </a:lnSpc>
              <a:buFont typeface="+mj-lt"/>
              <a:buAutoNum type="arabicPeriod" startAt="11"/>
            </a:pPr>
            <a:r>
              <a:rPr lang="en-CA" sz="2200" dirty="0"/>
              <a:t>Select Yes to print the Bill of Lading and No for the Manifest. </a:t>
            </a:r>
          </a:p>
          <a:p>
            <a:pPr marL="457200" indent="-457200" algn="just">
              <a:lnSpc>
                <a:spcPct val="130000"/>
              </a:lnSpc>
              <a:buFont typeface="+mj-lt"/>
              <a:buAutoNum type="arabicPeriod" startAt="11"/>
            </a:pPr>
            <a:r>
              <a:rPr lang="en-CA" sz="2200" dirty="0"/>
              <a:t>Click Submit.</a:t>
            </a:r>
          </a:p>
        </p:txBody>
      </p:sp>
    </p:spTree>
    <p:extLst>
      <p:ext uri="{BB962C8B-B14F-4D97-AF65-F5344CB8AC3E}">
        <p14:creationId xmlns:p14="http://schemas.microsoft.com/office/powerpoint/2010/main" val="12993637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grpSp>
        <p:nvGrpSpPr>
          <p:cNvPr id="10" name="Group 9">
            <a:extLst>
              <a:ext uri="{FF2B5EF4-FFF2-40B4-BE49-F238E27FC236}">
                <a16:creationId xmlns:a16="http://schemas.microsoft.com/office/drawing/2014/main" xmlns="" id="{834254A1-D1E5-4E01-9099-A2F9A6CC2345}"/>
              </a:ext>
            </a:extLst>
          </p:cNvPr>
          <p:cNvGrpSpPr/>
          <p:nvPr>
            <p:custDataLst>
              <p:tags r:id="rId2"/>
            </p:custDataLst>
          </p:nvPr>
        </p:nvGrpSpPr>
        <p:grpSpPr>
          <a:xfrm>
            <a:off x="380998" y="1785145"/>
            <a:ext cx="11487152" cy="2196305"/>
            <a:chOff x="-1276352" y="623094"/>
            <a:chExt cx="15021292" cy="2630021"/>
          </a:xfrm>
        </p:grpSpPr>
        <p:pic>
          <p:nvPicPr>
            <p:cNvPr id="5" name="Picture 4">
              <a:extLst>
                <a:ext uri="{FF2B5EF4-FFF2-40B4-BE49-F238E27FC236}">
                  <a16:creationId xmlns:a16="http://schemas.microsoft.com/office/drawing/2014/main" xmlns="" id="{686F0C69-2A52-4A6D-AF2D-C8F7E172A1E7}"/>
                </a:ext>
              </a:extLst>
            </p:cNvPr>
            <p:cNvPicPr>
              <a:picLocks noChangeAspect="1"/>
            </p:cNvPicPr>
            <p:nvPr/>
          </p:nvPicPr>
          <p:blipFill rotWithShape="1">
            <a:blip r:embed="rId6"/>
            <a:srcRect t="39894" b="19823"/>
            <a:stretch/>
          </p:blipFill>
          <p:spPr>
            <a:xfrm>
              <a:off x="-1276351" y="623094"/>
              <a:ext cx="15021291" cy="2630021"/>
            </a:xfrm>
            <a:prstGeom prst="rect">
              <a:avLst/>
            </a:prstGeom>
          </p:spPr>
        </p:pic>
        <p:pic>
          <p:nvPicPr>
            <p:cNvPr id="9" name="Picture 8">
              <a:extLst>
                <a:ext uri="{FF2B5EF4-FFF2-40B4-BE49-F238E27FC236}">
                  <a16:creationId xmlns:a16="http://schemas.microsoft.com/office/drawing/2014/main" xmlns="" id="{FA3D3FA8-F632-4A34-92F7-96CC20F43C72}"/>
                </a:ext>
              </a:extLst>
            </p:cNvPr>
            <p:cNvPicPr>
              <a:picLocks noChangeAspect="1"/>
            </p:cNvPicPr>
            <p:nvPr/>
          </p:nvPicPr>
          <p:blipFill rotWithShape="1">
            <a:blip r:embed="rId6"/>
            <a:srcRect t="88514"/>
            <a:stretch/>
          </p:blipFill>
          <p:spPr>
            <a:xfrm>
              <a:off x="-1276352" y="2503227"/>
              <a:ext cx="15021291" cy="749888"/>
            </a:xfrm>
            <a:prstGeom prst="rect">
              <a:avLst/>
            </a:prstGeom>
          </p:spPr>
        </p:pic>
      </p:grpSp>
      <p:sp>
        <p:nvSpPr>
          <p:cNvPr id="12" name="Content Placeholder 2">
            <a:extLst>
              <a:ext uri="{FF2B5EF4-FFF2-40B4-BE49-F238E27FC236}">
                <a16:creationId xmlns:a16="http://schemas.microsoft.com/office/drawing/2014/main" xmlns="" id="{947AC910-F1C6-4B54-93D8-7787DDFD1357}"/>
              </a:ext>
            </a:extLst>
          </p:cNvPr>
          <p:cNvSpPr txBox="1">
            <a:spLocks/>
          </p:cNvSpPr>
          <p:nvPr>
            <p:custDataLst>
              <p:tags r:id="rId3"/>
            </p:custDataLst>
          </p:nvPr>
        </p:nvSpPr>
        <p:spPr>
          <a:xfrm>
            <a:off x="838199" y="1114711"/>
            <a:ext cx="10972802"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14"/>
            </a:pPr>
            <a:r>
              <a:rPr lang="en-US" sz="2200" dirty="0"/>
              <a:t>A message stating that the TMS shipment is ready will appear. Select Yes. </a:t>
            </a:r>
          </a:p>
          <a:p>
            <a:pPr marL="457200" indent="-457200" algn="just">
              <a:lnSpc>
                <a:spcPct val="130000"/>
              </a:lnSpc>
              <a:buFont typeface="+mj-lt"/>
              <a:buAutoNum type="arabicPeriod" startAt="14"/>
            </a:pPr>
            <a:endParaRPr lang="en-US" sz="2200" dirty="0"/>
          </a:p>
          <a:p>
            <a:pPr marL="457200" indent="-457200" algn="just">
              <a:lnSpc>
                <a:spcPct val="130000"/>
              </a:lnSpc>
              <a:buFont typeface="+mj-lt"/>
              <a:buAutoNum type="arabicPeriod" startAt="14"/>
            </a:pPr>
            <a:endParaRPr lang="en-US" sz="2200" dirty="0"/>
          </a:p>
          <a:p>
            <a:pPr marL="457200" indent="-457200" algn="just">
              <a:lnSpc>
                <a:spcPct val="130000"/>
              </a:lnSpc>
              <a:buFont typeface="+mj-lt"/>
              <a:buAutoNum type="arabicPeriod" startAt="14"/>
            </a:pPr>
            <a:endParaRPr lang="en-US" sz="2200" dirty="0"/>
          </a:p>
          <a:p>
            <a:pPr marL="457200" indent="-457200" algn="just">
              <a:lnSpc>
                <a:spcPct val="130000"/>
              </a:lnSpc>
              <a:buFont typeface="+mj-lt"/>
              <a:buAutoNum type="arabicPeriod" startAt="14"/>
            </a:pPr>
            <a:endParaRPr lang="en-US" sz="2200" dirty="0"/>
          </a:p>
          <a:p>
            <a:pPr marL="457200" indent="-457200" algn="just">
              <a:lnSpc>
                <a:spcPct val="130000"/>
              </a:lnSpc>
              <a:buFont typeface="+mj-lt"/>
              <a:buAutoNum type="arabicPeriod" startAt="14"/>
            </a:pPr>
            <a:r>
              <a:rPr lang="en-US" sz="2200" dirty="0"/>
              <a:t>A message will be displayed informing you that the appropriate documents have been generated</a:t>
            </a:r>
            <a:r>
              <a:rPr lang="en-CA" sz="2200" dirty="0"/>
              <a:t>. Click OK. </a:t>
            </a:r>
          </a:p>
        </p:txBody>
      </p:sp>
      <p:pic>
        <p:nvPicPr>
          <p:cNvPr id="17" name="Picture 16">
            <a:extLst>
              <a:ext uri="{FF2B5EF4-FFF2-40B4-BE49-F238E27FC236}">
                <a16:creationId xmlns:a16="http://schemas.microsoft.com/office/drawing/2014/main" xmlns="" id="{BF459CC8-86D2-4065-98FE-F95F3A9927DA}"/>
              </a:ext>
            </a:extLst>
          </p:cNvPr>
          <p:cNvPicPr>
            <a:picLocks noChangeAspect="1"/>
          </p:cNvPicPr>
          <p:nvPr>
            <p:custDataLst>
              <p:tags r:id="rId4"/>
            </p:custDataLst>
          </p:nvPr>
        </p:nvPicPr>
        <p:blipFill>
          <a:blip r:embed="rId7"/>
          <a:stretch>
            <a:fillRect/>
          </a:stretch>
        </p:blipFill>
        <p:spPr>
          <a:xfrm>
            <a:off x="380998" y="4983210"/>
            <a:ext cx="8467068" cy="1322339"/>
          </a:xfrm>
          <a:prstGeom prst="rect">
            <a:avLst/>
          </a:prstGeom>
        </p:spPr>
      </p:pic>
    </p:spTree>
    <p:extLst>
      <p:ext uri="{BB962C8B-B14F-4D97-AF65-F5344CB8AC3E}">
        <p14:creationId xmlns:p14="http://schemas.microsoft.com/office/powerpoint/2010/main" val="17435230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pic>
        <p:nvPicPr>
          <p:cNvPr id="5" name="Content Placeholder 4">
            <a:extLst>
              <a:ext uri="{FF2B5EF4-FFF2-40B4-BE49-F238E27FC236}">
                <a16:creationId xmlns:a16="http://schemas.microsoft.com/office/drawing/2014/main" xmlns="" id="{AD9F1775-AA78-4BFD-AD04-3E4986F6686C}"/>
              </a:ext>
            </a:extLst>
          </p:cNvPr>
          <p:cNvPicPr>
            <a:picLocks noGrp="1" noChangeAspect="1"/>
          </p:cNvPicPr>
          <p:nvPr>
            <p:ph idx="1"/>
            <p:custDataLst>
              <p:tags r:id="rId2"/>
            </p:custDataLst>
          </p:nvPr>
        </p:nvPicPr>
        <p:blipFill>
          <a:blip r:embed="rId6"/>
          <a:stretch>
            <a:fillRect/>
          </a:stretch>
        </p:blipFill>
        <p:spPr>
          <a:xfrm>
            <a:off x="379357" y="2251358"/>
            <a:ext cx="11457263" cy="1977742"/>
          </a:xfrm>
        </p:spPr>
      </p:pic>
      <p:sp>
        <p:nvSpPr>
          <p:cNvPr id="7" name="Content Placeholder 2">
            <a:extLst>
              <a:ext uri="{FF2B5EF4-FFF2-40B4-BE49-F238E27FC236}">
                <a16:creationId xmlns:a16="http://schemas.microsoft.com/office/drawing/2014/main" xmlns="" id="{CDD00C26-CB91-4BA5-9BED-9ACC47F25F11}"/>
              </a:ext>
            </a:extLst>
          </p:cNvPr>
          <p:cNvSpPr txBox="1">
            <a:spLocks/>
          </p:cNvSpPr>
          <p:nvPr>
            <p:custDataLst>
              <p:tags r:id="rId3"/>
            </p:custDataLst>
          </p:nvPr>
        </p:nvSpPr>
        <p:spPr>
          <a:xfrm>
            <a:off x="355380" y="1201956"/>
            <a:ext cx="11284170"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16"/>
            </a:pPr>
            <a:r>
              <a:rPr lang="en-US" sz="2200" dirty="0"/>
              <a:t>The Shipping Activities resource will be displayed again showing the TMS shipment as well as the TMS Tracking number.</a:t>
            </a:r>
          </a:p>
          <a:p>
            <a:pPr marL="457200" indent="-457200" algn="just">
              <a:lnSpc>
                <a:spcPct val="130000"/>
              </a:lnSpc>
              <a:buFont typeface="+mj-lt"/>
              <a:buAutoNum type="arabicPeriod" startAt="16"/>
            </a:pPr>
            <a:endParaRPr lang="en-US" sz="2200" dirty="0"/>
          </a:p>
          <a:p>
            <a:pPr marL="457200" indent="-457200" algn="just">
              <a:lnSpc>
                <a:spcPct val="130000"/>
              </a:lnSpc>
              <a:buFont typeface="+mj-lt"/>
              <a:buAutoNum type="arabicPeriod" startAt="16"/>
            </a:pPr>
            <a:endParaRPr lang="en-US" sz="2200" dirty="0"/>
          </a:p>
          <a:p>
            <a:pPr marL="457200" indent="-457200" algn="just">
              <a:lnSpc>
                <a:spcPct val="130000"/>
              </a:lnSpc>
              <a:buFont typeface="+mj-lt"/>
              <a:buAutoNum type="arabicPeriod" startAt="16"/>
            </a:pPr>
            <a:endParaRPr lang="en-US" sz="2200" dirty="0"/>
          </a:p>
          <a:p>
            <a:pPr marL="457200" indent="-457200" algn="just">
              <a:lnSpc>
                <a:spcPct val="130000"/>
              </a:lnSpc>
              <a:buFont typeface="+mj-lt"/>
              <a:buAutoNum type="arabicPeriod" startAt="16"/>
            </a:pPr>
            <a:endParaRPr lang="en-US" sz="2200" dirty="0"/>
          </a:p>
          <a:p>
            <a:pPr marL="457200" indent="-457200" algn="just">
              <a:lnSpc>
                <a:spcPct val="130000"/>
              </a:lnSpc>
              <a:buFont typeface="+mj-lt"/>
              <a:buAutoNum type="arabicPeriod" startAt="16"/>
            </a:pPr>
            <a:r>
              <a:rPr lang="en-US" sz="2200" dirty="0"/>
              <a:t>Click Close to exit the Shipping Activity resource. </a:t>
            </a:r>
          </a:p>
          <a:p>
            <a:pPr marL="457200" indent="-457200" algn="just">
              <a:lnSpc>
                <a:spcPct val="130000"/>
              </a:lnSpc>
              <a:buFont typeface="+mj-lt"/>
              <a:buAutoNum type="arabicPeriod" startAt="16"/>
            </a:pPr>
            <a:endParaRPr lang="en-CA" sz="2200" dirty="0"/>
          </a:p>
        </p:txBody>
      </p:sp>
      <p:pic>
        <p:nvPicPr>
          <p:cNvPr id="9" name="Picture 8">
            <a:extLst>
              <a:ext uri="{FF2B5EF4-FFF2-40B4-BE49-F238E27FC236}">
                <a16:creationId xmlns:a16="http://schemas.microsoft.com/office/drawing/2014/main" xmlns="" id="{968666C1-C932-4A4B-8F5A-B3E713AD39D6}"/>
              </a:ext>
            </a:extLst>
          </p:cNvPr>
          <p:cNvPicPr>
            <a:picLocks noChangeAspect="1"/>
          </p:cNvPicPr>
          <p:nvPr>
            <p:custDataLst>
              <p:tags r:id="rId4"/>
            </p:custDataLst>
          </p:nvPr>
        </p:nvPicPr>
        <p:blipFill>
          <a:blip r:embed="rId7"/>
          <a:stretch>
            <a:fillRect/>
          </a:stretch>
        </p:blipFill>
        <p:spPr>
          <a:xfrm>
            <a:off x="453915" y="5017304"/>
            <a:ext cx="11087100" cy="948454"/>
          </a:xfrm>
          <a:prstGeom prst="rect">
            <a:avLst/>
          </a:prstGeom>
        </p:spPr>
      </p:pic>
    </p:spTree>
    <p:extLst>
      <p:ext uri="{BB962C8B-B14F-4D97-AF65-F5344CB8AC3E}">
        <p14:creationId xmlns:p14="http://schemas.microsoft.com/office/powerpoint/2010/main" val="27959617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Manifest Generation</a:t>
            </a:r>
          </a:p>
        </p:txBody>
      </p:sp>
    </p:spTree>
    <p:extLst>
      <p:ext uri="{BB962C8B-B14F-4D97-AF65-F5344CB8AC3E}">
        <p14:creationId xmlns:p14="http://schemas.microsoft.com/office/powerpoint/2010/main" val="4360895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95F64E-F6DC-488C-8105-582178EF80F8}"/>
              </a:ext>
            </a:extLst>
          </p:cNvPr>
          <p:cNvSpPr>
            <a:spLocks noGrp="1"/>
          </p:cNvSpPr>
          <p:nvPr>
            <p:ph type="title"/>
            <p:custDataLst>
              <p:tags r:id="rId1"/>
            </p:custDataLst>
          </p:nvPr>
        </p:nvSpPr>
        <p:spPr/>
        <p:txBody>
          <a:bodyPr/>
          <a:lstStyle/>
          <a:p>
            <a:r>
              <a:rPr lang="fr-CA" dirty="0" err="1"/>
              <a:t>Manifest</a:t>
            </a:r>
            <a:r>
              <a:rPr lang="fr-CA" dirty="0"/>
              <a:t> </a:t>
            </a:r>
            <a:r>
              <a:rPr lang="fr-CA" dirty="0" err="1"/>
              <a:t>Generation</a:t>
            </a:r>
            <a:endParaRPr lang="en-CA" dirty="0"/>
          </a:p>
        </p:txBody>
      </p:sp>
      <p:sp>
        <p:nvSpPr>
          <p:cNvPr id="3" name="Content Placeholder 2">
            <a:extLst>
              <a:ext uri="{FF2B5EF4-FFF2-40B4-BE49-F238E27FC236}">
                <a16:creationId xmlns:a16="http://schemas.microsoft.com/office/drawing/2014/main" xmlns="" id="{BFDA3B29-2B3D-460B-96D9-9FA22F38A1B8}"/>
              </a:ext>
            </a:extLst>
          </p:cNvPr>
          <p:cNvSpPr>
            <a:spLocks noGrp="1"/>
          </p:cNvSpPr>
          <p:nvPr>
            <p:ph idx="1"/>
            <p:custDataLst>
              <p:tags r:id="rId2"/>
            </p:custDataLst>
          </p:nvPr>
        </p:nvSpPr>
        <p:spPr>
          <a:xfrm>
            <a:off x="571500" y="1327355"/>
            <a:ext cx="11029950" cy="4668132"/>
          </a:xfrm>
        </p:spPr>
        <p:txBody>
          <a:bodyPr/>
          <a:lstStyle/>
          <a:p>
            <a:pPr algn="just">
              <a:lnSpc>
                <a:spcPct val="200000"/>
              </a:lnSpc>
            </a:pPr>
            <a:r>
              <a:rPr lang="en-US" sz="2200" dirty="0">
                <a:latin typeface="Segoe UI" panose="020B0502040204020203" pitchFamily="34" charset="0"/>
                <a:cs typeface="Segoe UI" panose="020B0502040204020203" pitchFamily="34" charset="0"/>
              </a:rPr>
              <a:t>The generation of the manifest is done using the </a:t>
            </a:r>
            <a:r>
              <a:rPr lang="en-US" sz="2200" b="1" dirty="0">
                <a:latin typeface="Segoe UI" panose="020B0502040204020203" pitchFamily="34" charset="0"/>
                <a:cs typeface="Segoe UI" panose="020B0502040204020203" pitchFamily="34" charset="0"/>
              </a:rPr>
              <a:t>Transport Management system. </a:t>
            </a:r>
          </a:p>
          <a:p>
            <a:pPr algn="just">
              <a:lnSpc>
                <a:spcPct val="200000"/>
              </a:lnSpc>
            </a:pPr>
            <a:r>
              <a:rPr lang="en-US" sz="2200" dirty="0">
                <a:latin typeface="Segoe UI" panose="020B0502040204020203" pitchFamily="34" charset="0"/>
                <a:cs typeface="Segoe UI" panose="020B0502040204020203" pitchFamily="34" charset="0"/>
              </a:rPr>
              <a:t>The Carrier Closeout view is used to initiate the process that closes shipment transactions for the selected carrier. </a:t>
            </a:r>
          </a:p>
          <a:p>
            <a:pPr algn="just">
              <a:lnSpc>
                <a:spcPct val="200000"/>
              </a:lnSpc>
            </a:pPr>
            <a:r>
              <a:rPr lang="en-US" sz="2200" dirty="0">
                <a:latin typeface="Segoe UI" panose="020B0502040204020203" pitchFamily="34" charset="0"/>
                <a:cs typeface="Segoe UI" panose="020B0502040204020203" pitchFamily="34" charset="0"/>
              </a:rPr>
              <a:t>Once closed, the manifest will be printed automatically, and shipments will be ready for carrier pickup and delivery. </a:t>
            </a:r>
          </a:p>
          <a:p>
            <a:pPr algn="just">
              <a:lnSpc>
                <a:spcPct val="200000"/>
              </a:lnSpc>
            </a:pPr>
            <a:r>
              <a:rPr lang="en-US" sz="2200" dirty="0">
                <a:latin typeface="Segoe UI" panose="020B0502040204020203" pitchFamily="34" charset="0"/>
                <a:cs typeface="Segoe UI" panose="020B0502040204020203" pitchFamily="34" charset="0"/>
              </a:rPr>
              <a:t>This activity should be done on a daily basis.</a:t>
            </a:r>
          </a:p>
          <a:p>
            <a:pPr>
              <a:lnSpc>
                <a:spcPct val="200000"/>
              </a:lnSpc>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8963256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6E1314-AB6D-4E6E-A4CD-2CF114054901}"/>
              </a:ext>
            </a:extLst>
          </p:cNvPr>
          <p:cNvSpPr>
            <a:spLocks noGrp="1"/>
          </p:cNvSpPr>
          <p:nvPr>
            <p:ph type="title"/>
            <p:custDataLst>
              <p:tags r:id="rId1"/>
            </p:custDataLst>
          </p:nvPr>
        </p:nvSpPr>
        <p:spPr/>
        <p:txBody>
          <a:bodyPr/>
          <a:lstStyle/>
          <a:p>
            <a:r>
              <a:rPr lang="fr-CA" dirty="0" err="1"/>
              <a:t>Manifest</a:t>
            </a:r>
            <a:r>
              <a:rPr lang="fr-CA" dirty="0"/>
              <a:t> </a:t>
            </a:r>
            <a:r>
              <a:rPr lang="fr-CA" dirty="0" err="1"/>
              <a:t>Generation</a:t>
            </a:r>
            <a:endParaRPr lang="en-CA" dirty="0"/>
          </a:p>
        </p:txBody>
      </p:sp>
      <p:pic>
        <p:nvPicPr>
          <p:cNvPr id="5" name="Picture 4">
            <a:extLst>
              <a:ext uri="{FF2B5EF4-FFF2-40B4-BE49-F238E27FC236}">
                <a16:creationId xmlns:a16="http://schemas.microsoft.com/office/drawing/2014/main" xmlns="" id="{E5D68C9D-8DB4-4021-8574-DEEC615BD8E4}"/>
              </a:ext>
            </a:extLst>
          </p:cNvPr>
          <p:cNvPicPr>
            <a:picLocks noChangeAspect="1"/>
          </p:cNvPicPr>
          <p:nvPr>
            <p:custDataLst>
              <p:tags r:id="rId2"/>
            </p:custDataLst>
          </p:nvPr>
        </p:nvPicPr>
        <p:blipFill>
          <a:blip r:embed="rId5"/>
          <a:stretch>
            <a:fillRect/>
          </a:stretch>
        </p:blipFill>
        <p:spPr>
          <a:xfrm>
            <a:off x="7591286" y="1825625"/>
            <a:ext cx="4010164" cy="3471862"/>
          </a:xfrm>
          <a:prstGeom prst="rect">
            <a:avLst/>
          </a:prstGeom>
        </p:spPr>
      </p:pic>
      <p:sp>
        <p:nvSpPr>
          <p:cNvPr id="6" name="Content Placeholder 2">
            <a:extLst>
              <a:ext uri="{FF2B5EF4-FFF2-40B4-BE49-F238E27FC236}">
                <a16:creationId xmlns:a16="http://schemas.microsoft.com/office/drawing/2014/main" xmlns="" id="{9658EAFC-37A5-4C02-A642-F2308274F0F5}"/>
              </a:ext>
            </a:extLst>
          </p:cNvPr>
          <p:cNvSpPr txBox="1">
            <a:spLocks/>
          </p:cNvSpPr>
          <p:nvPr>
            <p:custDataLst>
              <p:tags r:id="rId3"/>
            </p:custDataLst>
          </p:nvPr>
        </p:nvSpPr>
        <p:spPr>
          <a:xfrm>
            <a:off x="669387" y="1330036"/>
            <a:ext cx="6462933" cy="4748453"/>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300" dirty="0"/>
              <a:t>To close shipments for a selected carrier and generate a manifest, follow these steps:  </a:t>
            </a:r>
          </a:p>
          <a:p>
            <a:pPr marL="457200" indent="-457200" algn="just">
              <a:lnSpc>
                <a:spcPct val="150000"/>
              </a:lnSpc>
              <a:buFont typeface="+mj-lt"/>
              <a:buAutoNum type="arabicPeriod"/>
            </a:pPr>
            <a:r>
              <a:rPr lang="en-US" sz="2300" dirty="0"/>
              <a:t>With a </a:t>
            </a:r>
            <a:r>
              <a:rPr lang="en-US" sz="2300" u="sng" dirty="0"/>
              <a:t>desktop computer</a:t>
            </a:r>
            <a:r>
              <a:rPr lang="en-US" sz="2300" dirty="0"/>
              <a:t>, select the Transport Management Module.</a:t>
            </a:r>
          </a:p>
          <a:p>
            <a:pPr marL="457200" indent="-457200" algn="just">
              <a:lnSpc>
                <a:spcPct val="150000"/>
              </a:lnSpc>
              <a:buFont typeface="+mj-lt"/>
              <a:buAutoNum type="arabicPeriod"/>
            </a:pPr>
            <a:r>
              <a:rPr lang="en-US" sz="2300" dirty="0"/>
              <a:t>Select the </a:t>
            </a:r>
            <a:r>
              <a:rPr lang="en-US" sz="2300" b="1" dirty="0"/>
              <a:t>Manifest Generation </a:t>
            </a:r>
            <a:r>
              <a:rPr lang="en-US" sz="2300" dirty="0"/>
              <a:t>resource.</a:t>
            </a:r>
          </a:p>
          <a:p>
            <a:pPr marL="457200" indent="-457200" algn="just">
              <a:lnSpc>
                <a:spcPct val="150000"/>
              </a:lnSpc>
              <a:buFont typeface="+mj-lt"/>
              <a:buAutoNum type="arabicPeriod"/>
            </a:pPr>
            <a:r>
              <a:rPr lang="en-US" sz="2300" dirty="0"/>
              <a:t>Under Manifest Generation, click on </a:t>
            </a:r>
            <a:r>
              <a:rPr lang="en-US" sz="2300" b="1" dirty="0"/>
              <a:t>Carrier Closeout</a:t>
            </a:r>
            <a:r>
              <a:rPr lang="en-US" sz="2300" dirty="0"/>
              <a:t>.</a:t>
            </a:r>
          </a:p>
          <a:p>
            <a:pPr marL="0" indent="0" algn="just">
              <a:lnSpc>
                <a:spcPct val="150000"/>
              </a:lnSpc>
              <a:buFont typeface="Arial" panose="020B0604020202020204" pitchFamily="34" charset="0"/>
              <a:buNone/>
            </a:pPr>
            <a:endParaRPr lang="en-US" sz="2200" dirty="0"/>
          </a:p>
        </p:txBody>
      </p:sp>
    </p:spTree>
    <p:extLst>
      <p:ext uri="{BB962C8B-B14F-4D97-AF65-F5344CB8AC3E}">
        <p14:creationId xmlns:p14="http://schemas.microsoft.com/office/powerpoint/2010/main" val="3752074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1D2CBD-7E5F-41A6-B0DB-4E6087CF89AF}"/>
              </a:ext>
            </a:extLst>
          </p:cNvPr>
          <p:cNvSpPr>
            <a:spLocks noGrp="1"/>
          </p:cNvSpPr>
          <p:nvPr>
            <p:ph type="title"/>
            <p:custDataLst>
              <p:tags r:id="rId1"/>
            </p:custDataLst>
          </p:nvPr>
        </p:nvSpPr>
        <p:spPr/>
        <p:txBody>
          <a:bodyPr/>
          <a:lstStyle/>
          <a:p>
            <a:r>
              <a:rPr lang="fr-CA" dirty="0" err="1"/>
              <a:t>Manifest</a:t>
            </a:r>
            <a:r>
              <a:rPr lang="fr-CA" dirty="0"/>
              <a:t> </a:t>
            </a:r>
            <a:r>
              <a:rPr lang="fr-CA" dirty="0" err="1"/>
              <a:t>Generation</a:t>
            </a:r>
            <a:endParaRPr lang="en-CA" dirty="0"/>
          </a:p>
        </p:txBody>
      </p:sp>
      <p:sp>
        <p:nvSpPr>
          <p:cNvPr id="5" name="Content Placeholder 2">
            <a:extLst>
              <a:ext uri="{FF2B5EF4-FFF2-40B4-BE49-F238E27FC236}">
                <a16:creationId xmlns:a16="http://schemas.microsoft.com/office/drawing/2014/main" xmlns="" id="{2BDF7145-E073-451F-81BE-C15190D5A1E3}"/>
              </a:ext>
            </a:extLst>
          </p:cNvPr>
          <p:cNvSpPr txBox="1">
            <a:spLocks/>
          </p:cNvSpPr>
          <p:nvPr>
            <p:custDataLst>
              <p:tags r:id="rId2"/>
            </p:custDataLst>
          </p:nvPr>
        </p:nvSpPr>
        <p:spPr>
          <a:xfrm>
            <a:off x="669387" y="1507957"/>
            <a:ext cx="10684413" cy="3545308"/>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4"/>
            </a:pPr>
            <a:r>
              <a:rPr lang="en-US" sz="2300" dirty="0"/>
              <a:t>Perform a search by carrier that will retrieve the shipments you wish to close.</a:t>
            </a:r>
          </a:p>
          <a:p>
            <a:pPr marL="457200" indent="-457200" algn="just">
              <a:lnSpc>
                <a:spcPct val="150000"/>
              </a:lnSpc>
              <a:buFont typeface="+mj-lt"/>
              <a:buAutoNum type="arabicPeriod" startAt="4"/>
            </a:pPr>
            <a:endParaRPr lang="en-US" sz="2300" dirty="0"/>
          </a:p>
          <a:p>
            <a:pPr marL="457200" indent="-457200" algn="just">
              <a:lnSpc>
                <a:spcPct val="150000"/>
              </a:lnSpc>
              <a:buFont typeface="+mj-lt"/>
              <a:buAutoNum type="arabicPeriod" startAt="4"/>
            </a:pPr>
            <a:endParaRPr lang="en-US" sz="2300" dirty="0"/>
          </a:p>
          <a:p>
            <a:pPr marL="457200" indent="-457200" algn="just">
              <a:lnSpc>
                <a:spcPct val="150000"/>
              </a:lnSpc>
              <a:buFont typeface="+mj-lt"/>
              <a:buAutoNum type="arabicPeriod" startAt="4"/>
            </a:pPr>
            <a:endParaRPr lang="en-US" sz="2300" dirty="0"/>
          </a:p>
          <a:p>
            <a:pPr marL="457200" indent="-457200" algn="just">
              <a:lnSpc>
                <a:spcPct val="150000"/>
              </a:lnSpc>
              <a:buFont typeface="+mj-lt"/>
              <a:buAutoNum type="arabicPeriod" startAt="4"/>
            </a:pPr>
            <a:endParaRPr lang="en-US" sz="2300" dirty="0"/>
          </a:p>
          <a:p>
            <a:pPr marL="0" indent="0" algn="just">
              <a:lnSpc>
                <a:spcPct val="150000"/>
              </a:lnSpc>
              <a:buNone/>
            </a:pPr>
            <a:r>
              <a:rPr lang="en-US" sz="2300" dirty="0"/>
              <a:t>  </a:t>
            </a:r>
            <a:endParaRPr lang="en-US" sz="2200" dirty="0"/>
          </a:p>
        </p:txBody>
      </p:sp>
      <p:pic>
        <p:nvPicPr>
          <p:cNvPr id="7" name="Picture 6">
            <a:extLst>
              <a:ext uri="{FF2B5EF4-FFF2-40B4-BE49-F238E27FC236}">
                <a16:creationId xmlns:a16="http://schemas.microsoft.com/office/drawing/2014/main" xmlns="" id="{770D5581-2DB9-43E0-A189-F26B71F2D849}"/>
              </a:ext>
            </a:extLst>
          </p:cNvPr>
          <p:cNvPicPr>
            <a:picLocks noChangeAspect="1"/>
          </p:cNvPicPr>
          <p:nvPr>
            <p:custDataLst>
              <p:tags r:id="rId3"/>
            </p:custDataLst>
          </p:nvPr>
        </p:nvPicPr>
        <p:blipFill>
          <a:blip r:embed="rId5"/>
          <a:stretch>
            <a:fillRect/>
          </a:stretch>
        </p:blipFill>
        <p:spPr>
          <a:xfrm>
            <a:off x="419100" y="2404411"/>
            <a:ext cx="11353800" cy="2376572"/>
          </a:xfrm>
          <a:prstGeom prst="rect">
            <a:avLst/>
          </a:prstGeom>
        </p:spPr>
      </p:pic>
    </p:spTree>
    <p:extLst>
      <p:ext uri="{BB962C8B-B14F-4D97-AF65-F5344CB8AC3E}">
        <p14:creationId xmlns:p14="http://schemas.microsoft.com/office/powerpoint/2010/main" val="29726674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1D2CBD-7E5F-41A6-B0DB-4E6087CF89AF}"/>
              </a:ext>
            </a:extLst>
          </p:cNvPr>
          <p:cNvSpPr>
            <a:spLocks noGrp="1"/>
          </p:cNvSpPr>
          <p:nvPr>
            <p:ph type="title"/>
            <p:custDataLst>
              <p:tags r:id="rId1"/>
            </p:custDataLst>
          </p:nvPr>
        </p:nvSpPr>
        <p:spPr/>
        <p:txBody>
          <a:bodyPr/>
          <a:lstStyle/>
          <a:p>
            <a:r>
              <a:rPr lang="fr-CA" dirty="0" err="1"/>
              <a:t>Manifest</a:t>
            </a:r>
            <a:r>
              <a:rPr lang="fr-CA" dirty="0"/>
              <a:t> </a:t>
            </a:r>
            <a:r>
              <a:rPr lang="fr-CA" dirty="0" err="1"/>
              <a:t>Generation</a:t>
            </a:r>
            <a:endParaRPr lang="en-CA" dirty="0"/>
          </a:p>
        </p:txBody>
      </p:sp>
      <p:sp>
        <p:nvSpPr>
          <p:cNvPr id="5" name="Content Placeholder 2">
            <a:extLst>
              <a:ext uri="{FF2B5EF4-FFF2-40B4-BE49-F238E27FC236}">
                <a16:creationId xmlns:a16="http://schemas.microsoft.com/office/drawing/2014/main" xmlns="" id="{2BDF7145-E073-451F-81BE-C15190D5A1E3}"/>
              </a:ext>
            </a:extLst>
          </p:cNvPr>
          <p:cNvSpPr txBox="1">
            <a:spLocks/>
          </p:cNvSpPr>
          <p:nvPr>
            <p:custDataLst>
              <p:tags r:id="rId2"/>
            </p:custDataLst>
          </p:nvPr>
        </p:nvSpPr>
        <p:spPr>
          <a:xfrm>
            <a:off x="669388" y="1076632"/>
            <a:ext cx="10515600" cy="5001857"/>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5"/>
            </a:pPr>
            <a:r>
              <a:rPr lang="en-US" sz="2100" dirty="0"/>
              <a:t>Select the Use Record as Criteria for Action button and click on Close Carrier action. </a:t>
            </a:r>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0" indent="0" algn="just">
              <a:lnSpc>
                <a:spcPct val="150000"/>
              </a:lnSpc>
              <a:buNone/>
            </a:pPr>
            <a:endParaRPr lang="en-US" sz="2100" dirty="0"/>
          </a:p>
          <a:p>
            <a:pPr marL="457200" indent="-457200" algn="just">
              <a:lnSpc>
                <a:spcPct val="150000"/>
              </a:lnSpc>
              <a:buFont typeface="+mj-lt"/>
              <a:buAutoNum type="arabicPeriod" startAt="5"/>
            </a:pPr>
            <a:r>
              <a:rPr lang="en-US" sz="2100" dirty="0"/>
              <a:t>Once closed, the manifest will be automatically generated and printed. </a:t>
            </a:r>
          </a:p>
          <a:p>
            <a:pPr marL="457200" indent="-457200" algn="just">
              <a:lnSpc>
                <a:spcPct val="150000"/>
              </a:lnSpc>
              <a:buFont typeface="+mj-lt"/>
              <a:buAutoNum type="arabicPeriod" startAt="5"/>
            </a:pPr>
            <a:r>
              <a:rPr lang="en-US" sz="2000" dirty="0"/>
              <a:t>Click Close to exit the Carrier Closeout resource.</a:t>
            </a:r>
            <a:endParaRPr lang="en-US" sz="2100" dirty="0"/>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0" indent="0" algn="just">
              <a:lnSpc>
                <a:spcPct val="150000"/>
              </a:lnSpc>
              <a:buNone/>
            </a:pPr>
            <a:endParaRPr lang="en-US" sz="2100" dirty="0"/>
          </a:p>
          <a:p>
            <a:pPr marL="457200" indent="-457200" algn="just">
              <a:lnSpc>
                <a:spcPct val="150000"/>
              </a:lnSpc>
              <a:buFont typeface="+mj-lt"/>
              <a:buAutoNum type="arabicPeriod" startAt="5"/>
            </a:pPr>
            <a:endParaRPr lang="en-US" sz="2100" dirty="0"/>
          </a:p>
        </p:txBody>
      </p:sp>
      <p:pic>
        <p:nvPicPr>
          <p:cNvPr id="4" name="Picture 3">
            <a:extLst>
              <a:ext uri="{FF2B5EF4-FFF2-40B4-BE49-F238E27FC236}">
                <a16:creationId xmlns:a16="http://schemas.microsoft.com/office/drawing/2014/main" xmlns="" id="{5D95871F-519B-4F76-8191-DC3E68347400}"/>
              </a:ext>
            </a:extLst>
          </p:cNvPr>
          <p:cNvPicPr>
            <a:picLocks noChangeAspect="1"/>
          </p:cNvPicPr>
          <p:nvPr>
            <p:custDataLst>
              <p:tags r:id="rId3"/>
            </p:custDataLst>
          </p:nvPr>
        </p:nvPicPr>
        <p:blipFill>
          <a:blip r:embed="rId6"/>
          <a:stretch>
            <a:fillRect/>
          </a:stretch>
        </p:blipFill>
        <p:spPr>
          <a:xfrm>
            <a:off x="504956" y="1690688"/>
            <a:ext cx="9907405" cy="2407407"/>
          </a:xfrm>
          <a:prstGeom prst="rect">
            <a:avLst/>
          </a:prstGeom>
        </p:spPr>
      </p:pic>
      <p:pic>
        <p:nvPicPr>
          <p:cNvPr id="6" name="Picture 5">
            <a:extLst>
              <a:ext uri="{FF2B5EF4-FFF2-40B4-BE49-F238E27FC236}">
                <a16:creationId xmlns:a16="http://schemas.microsoft.com/office/drawing/2014/main" xmlns="" id="{14F984C6-204B-4F95-99F7-DF9946CEFD1C}"/>
              </a:ext>
            </a:extLst>
          </p:cNvPr>
          <p:cNvPicPr>
            <a:picLocks noChangeAspect="1"/>
          </p:cNvPicPr>
          <p:nvPr/>
        </p:nvPicPr>
        <p:blipFill>
          <a:blip r:embed="rId7"/>
          <a:stretch>
            <a:fillRect/>
          </a:stretch>
        </p:blipFill>
        <p:spPr>
          <a:xfrm>
            <a:off x="504956" y="5359941"/>
            <a:ext cx="10820400" cy="842853"/>
          </a:xfrm>
          <a:prstGeom prst="rect">
            <a:avLst/>
          </a:prstGeom>
        </p:spPr>
      </p:pic>
    </p:spTree>
    <p:extLst>
      <p:ext uri="{BB962C8B-B14F-4D97-AF65-F5344CB8AC3E}">
        <p14:creationId xmlns:p14="http://schemas.microsoft.com/office/powerpoint/2010/main" val="17548131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8D1931-BDF5-461D-A233-F87E144E4BCD}"/>
              </a:ext>
            </a:extLst>
          </p:cNvPr>
          <p:cNvSpPr>
            <a:spLocks noGrp="1"/>
          </p:cNvSpPr>
          <p:nvPr>
            <p:ph type="title"/>
            <p:custDataLst>
              <p:tags r:id="rId1"/>
            </p:custDataLst>
          </p:nvPr>
        </p:nvSpPr>
        <p:spPr/>
        <p:txBody>
          <a:bodyPr/>
          <a:lstStyle/>
          <a:p>
            <a:r>
              <a:rPr lang="fr-CA" dirty="0" err="1"/>
              <a:t>Manifest</a:t>
            </a:r>
            <a:r>
              <a:rPr lang="fr-CA" dirty="0"/>
              <a:t> </a:t>
            </a:r>
            <a:r>
              <a:rPr lang="fr-CA" dirty="0" err="1"/>
              <a:t>Generation</a:t>
            </a:r>
            <a:endParaRPr lang="en-CA" dirty="0"/>
          </a:p>
        </p:txBody>
      </p:sp>
      <p:sp>
        <p:nvSpPr>
          <p:cNvPr id="3" name="Content Placeholder 2">
            <a:extLst>
              <a:ext uri="{FF2B5EF4-FFF2-40B4-BE49-F238E27FC236}">
                <a16:creationId xmlns:a16="http://schemas.microsoft.com/office/drawing/2014/main" xmlns="" id="{E41CC514-A25E-4E6D-895E-C2C290D47BB0}"/>
              </a:ext>
            </a:extLst>
          </p:cNvPr>
          <p:cNvSpPr>
            <a:spLocks noGrp="1"/>
          </p:cNvSpPr>
          <p:nvPr>
            <p:ph idx="1"/>
            <p:custDataLst>
              <p:tags r:id="rId2"/>
            </p:custDataLst>
          </p:nvPr>
        </p:nvSpPr>
        <p:spPr>
          <a:xfrm>
            <a:off x="838200" y="1253613"/>
            <a:ext cx="6889955" cy="4923350"/>
          </a:xfrm>
        </p:spPr>
        <p:txBody>
          <a:bodyPr/>
          <a:lstStyle/>
          <a:p>
            <a:pPr marL="0" indent="0" algn="just">
              <a:lnSpc>
                <a:spcPct val="150000"/>
              </a:lnSpc>
              <a:buNone/>
            </a:pPr>
            <a:r>
              <a:rPr lang="fr-CA" sz="2100" dirty="0"/>
              <a:t>A</a:t>
            </a:r>
            <a:r>
              <a:rPr lang="en-CA" sz="2100" dirty="0" err="1"/>
              <a:t>dditionnal</a:t>
            </a:r>
            <a:r>
              <a:rPr lang="en-CA" sz="2100" dirty="0"/>
              <a:t> note – </a:t>
            </a:r>
            <a:r>
              <a:rPr lang="en-US" sz="2100" dirty="0"/>
              <a:t>The Manifests resource allows you to preview the list of manifests that have been generated, to validate the transactions performed and to re-close out and/or reprint the documents if desired. To do this: </a:t>
            </a:r>
          </a:p>
          <a:p>
            <a:pPr marL="457200" indent="-457200" algn="just">
              <a:lnSpc>
                <a:spcPct val="150000"/>
              </a:lnSpc>
              <a:buFont typeface="+mj-lt"/>
              <a:buAutoNum type="arabicPeriod"/>
            </a:pPr>
            <a:r>
              <a:rPr lang="en-US" sz="2100" dirty="0"/>
              <a:t>With a </a:t>
            </a:r>
            <a:r>
              <a:rPr lang="en-US" sz="2100" u="sng" dirty="0"/>
              <a:t>desktop computer</a:t>
            </a:r>
            <a:r>
              <a:rPr lang="en-US" sz="2100" dirty="0"/>
              <a:t>, select the Transport Management Module.</a:t>
            </a:r>
          </a:p>
          <a:p>
            <a:pPr marL="457200" indent="-457200" algn="just">
              <a:lnSpc>
                <a:spcPct val="150000"/>
              </a:lnSpc>
              <a:buFont typeface="+mj-lt"/>
              <a:buAutoNum type="arabicPeriod"/>
            </a:pPr>
            <a:r>
              <a:rPr lang="en-US" sz="2100" dirty="0"/>
              <a:t>Select the </a:t>
            </a:r>
            <a:r>
              <a:rPr lang="en-US" sz="2100" b="1" dirty="0"/>
              <a:t>Manifest Generation </a:t>
            </a:r>
            <a:r>
              <a:rPr lang="en-US" sz="2100" dirty="0"/>
              <a:t>resource.</a:t>
            </a:r>
          </a:p>
          <a:p>
            <a:pPr marL="457200" indent="-457200" algn="just">
              <a:lnSpc>
                <a:spcPct val="150000"/>
              </a:lnSpc>
              <a:buFont typeface="+mj-lt"/>
              <a:buAutoNum type="arabicPeriod"/>
            </a:pPr>
            <a:r>
              <a:rPr lang="en-US" sz="2100" dirty="0"/>
              <a:t>Under Manifest Generation, click on </a:t>
            </a:r>
            <a:r>
              <a:rPr lang="en-US" sz="2100" b="1" dirty="0"/>
              <a:t>Manifests</a:t>
            </a:r>
            <a:r>
              <a:rPr lang="en-US" sz="2100" dirty="0"/>
              <a:t>.</a:t>
            </a:r>
          </a:p>
          <a:p>
            <a:pPr marL="0" indent="0" algn="just">
              <a:lnSpc>
                <a:spcPct val="150000"/>
              </a:lnSpc>
              <a:buNone/>
            </a:pPr>
            <a:endParaRPr lang="en-CA" sz="2100" dirty="0"/>
          </a:p>
          <a:p>
            <a:endParaRPr lang="en-CA" sz="2100" dirty="0"/>
          </a:p>
        </p:txBody>
      </p:sp>
      <p:pic>
        <p:nvPicPr>
          <p:cNvPr id="5" name="Picture 4">
            <a:extLst>
              <a:ext uri="{FF2B5EF4-FFF2-40B4-BE49-F238E27FC236}">
                <a16:creationId xmlns:a16="http://schemas.microsoft.com/office/drawing/2014/main" xmlns="" id="{72FCC38B-BB3B-4760-AE05-9540F0471648}"/>
              </a:ext>
            </a:extLst>
          </p:cNvPr>
          <p:cNvPicPr>
            <a:picLocks noChangeAspect="1"/>
          </p:cNvPicPr>
          <p:nvPr>
            <p:custDataLst>
              <p:tags r:id="rId3"/>
            </p:custDataLst>
          </p:nvPr>
        </p:nvPicPr>
        <p:blipFill>
          <a:blip r:embed="rId6"/>
          <a:stretch>
            <a:fillRect/>
          </a:stretch>
        </p:blipFill>
        <p:spPr>
          <a:xfrm>
            <a:off x="7875487" y="1594823"/>
            <a:ext cx="3701997" cy="2658576"/>
          </a:xfrm>
          <a:prstGeom prst="rect">
            <a:avLst/>
          </a:prstGeom>
        </p:spPr>
      </p:pic>
    </p:spTree>
    <p:extLst>
      <p:ext uri="{BB962C8B-B14F-4D97-AF65-F5344CB8AC3E}">
        <p14:creationId xmlns:p14="http://schemas.microsoft.com/office/powerpoint/2010/main" val="11614305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655956-7A07-4653-A984-EBA2AC1D8872}"/>
              </a:ext>
            </a:extLst>
          </p:cNvPr>
          <p:cNvSpPr>
            <a:spLocks noGrp="1"/>
          </p:cNvSpPr>
          <p:nvPr>
            <p:ph type="title"/>
          </p:nvPr>
        </p:nvSpPr>
        <p:spPr/>
        <p:txBody>
          <a:bodyPr/>
          <a:lstStyle/>
          <a:p>
            <a:r>
              <a:rPr lang="fr-CA" dirty="0" err="1"/>
              <a:t>Manifest</a:t>
            </a:r>
            <a:r>
              <a:rPr lang="fr-CA" dirty="0"/>
              <a:t> </a:t>
            </a:r>
            <a:r>
              <a:rPr lang="fr-CA" dirty="0" err="1"/>
              <a:t>Generation</a:t>
            </a:r>
            <a:endParaRPr lang="en-CA" dirty="0"/>
          </a:p>
        </p:txBody>
      </p:sp>
      <p:sp>
        <p:nvSpPr>
          <p:cNvPr id="3" name="Content Placeholder 2">
            <a:extLst>
              <a:ext uri="{FF2B5EF4-FFF2-40B4-BE49-F238E27FC236}">
                <a16:creationId xmlns:a16="http://schemas.microsoft.com/office/drawing/2014/main" xmlns="" id="{6B3413E3-80D6-4963-BCE1-A862AFBE8DCB}"/>
              </a:ext>
            </a:extLst>
          </p:cNvPr>
          <p:cNvSpPr>
            <a:spLocks noGrp="1"/>
          </p:cNvSpPr>
          <p:nvPr>
            <p:ph idx="1"/>
          </p:nvPr>
        </p:nvSpPr>
        <p:spPr>
          <a:xfrm>
            <a:off x="570183" y="1150880"/>
            <a:ext cx="11190890" cy="4899956"/>
          </a:xfrm>
        </p:spPr>
        <p:txBody>
          <a:bodyPr/>
          <a:lstStyle/>
          <a:p>
            <a:pPr marL="0" indent="0" algn="just">
              <a:lnSpc>
                <a:spcPct val="130000"/>
              </a:lnSpc>
              <a:buNone/>
            </a:pPr>
            <a:r>
              <a:rPr lang="fr-CA" sz="2100" dirty="0"/>
              <a:t>A</a:t>
            </a:r>
            <a:r>
              <a:rPr lang="en-CA" sz="2100" dirty="0" err="1"/>
              <a:t>dditionnal</a:t>
            </a:r>
            <a:r>
              <a:rPr lang="en-CA" sz="2100" dirty="0"/>
              <a:t> note (continued)</a:t>
            </a:r>
            <a:endParaRPr lang="en-US" sz="2100" dirty="0"/>
          </a:p>
          <a:p>
            <a:pPr marL="457200" indent="-457200" algn="just">
              <a:lnSpc>
                <a:spcPct val="130000"/>
              </a:lnSpc>
              <a:buFont typeface="+mj-lt"/>
              <a:buAutoNum type="arabicPeriod" startAt="4"/>
            </a:pPr>
            <a:r>
              <a:rPr lang="en-US" sz="2100" dirty="0"/>
              <a:t>The list of all manifests will be displayed. Perform a search to retrieve a specific record if desired. </a:t>
            </a:r>
          </a:p>
          <a:p>
            <a:pPr marL="457200" indent="-457200" algn="just">
              <a:lnSpc>
                <a:spcPct val="130000"/>
              </a:lnSpc>
              <a:buFont typeface="+mj-lt"/>
              <a:buAutoNum type="arabicPeriod" startAt="4"/>
            </a:pPr>
            <a:r>
              <a:rPr lang="en-US" sz="2100" dirty="0"/>
              <a:t>Select the Use Record as Criteria for Action button and click on the desired action (Retry Closeout or Reprint Documents). </a:t>
            </a:r>
          </a:p>
          <a:p>
            <a:pPr marL="457200" indent="-457200" algn="just">
              <a:lnSpc>
                <a:spcPct val="130000"/>
              </a:lnSpc>
              <a:buFont typeface="+mj-lt"/>
              <a:buAutoNum type="arabicPeriod" startAt="4"/>
            </a:pPr>
            <a:endParaRPr lang="en-CA" sz="2100" dirty="0"/>
          </a:p>
        </p:txBody>
      </p:sp>
      <p:pic>
        <p:nvPicPr>
          <p:cNvPr id="5" name="Picture 4">
            <a:extLst>
              <a:ext uri="{FF2B5EF4-FFF2-40B4-BE49-F238E27FC236}">
                <a16:creationId xmlns:a16="http://schemas.microsoft.com/office/drawing/2014/main" xmlns="" id="{027B8791-2342-48BD-8347-6BB06649E963}"/>
              </a:ext>
            </a:extLst>
          </p:cNvPr>
          <p:cNvPicPr>
            <a:picLocks noChangeAspect="1"/>
          </p:cNvPicPr>
          <p:nvPr/>
        </p:nvPicPr>
        <p:blipFill>
          <a:blip r:embed="rId2"/>
          <a:stretch>
            <a:fillRect/>
          </a:stretch>
        </p:blipFill>
        <p:spPr>
          <a:xfrm>
            <a:off x="430927" y="3263840"/>
            <a:ext cx="9921766" cy="3118074"/>
          </a:xfrm>
          <a:prstGeom prst="rect">
            <a:avLst/>
          </a:prstGeom>
        </p:spPr>
      </p:pic>
    </p:spTree>
    <p:extLst>
      <p:ext uri="{BB962C8B-B14F-4D97-AF65-F5344CB8AC3E}">
        <p14:creationId xmlns:p14="http://schemas.microsoft.com/office/powerpoint/2010/main" val="29041910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Shipment Completion</a:t>
            </a:r>
          </a:p>
        </p:txBody>
      </p:sp>
    </p:spTree>
    <p:extLst>
      <p:ext uri="{BB962C8B-B14F-4D97-AF65-F5344CB8AC3E}">
        <p14:creationId xmlns:p14="http://schemas.microsoft.com/office/powerpoint/2010/main" val="25009637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78FB6E-44DA-4C75-B1CE-212852195698}"/>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endParaRPr lang="en-CA" dirty="0"/>
          </a:p>
        </p:txBody>
      </p:sp>
      <p:sp>
        <p:nvSpPr>
          <p:cNvPr id="3" name="Content Placeholder 2">
            <a:extLst>
              <a:ext uri="{FF2B5EF4-FFF2-40B4-BE49-F238E27FC236}">
                <a16:creationId xmlns:a16="http://schemas.microsoft.com/office/drawing/2014/main" xmlns="" id="{893E9C1E-57D5-4736-83D3-62DFA051750B}"/>
              </a:ext>
            </a:extLst>
          </p:cNvPr>
          <p:cNvSpPr>
            <a:spLocks noGrp="1"/>
          </p:cNvSpPr>
          <p:nvPr>
            <p:ph idx="1"/>
            <p:custDataLst>
              <p:tags r:id="rId2"/>
            </p:custDataLst>
          </p:nvPr>
        </p:nvSpPr>
        <p:spPr>
          <a:xfrm>
            <a:off x="838200" y="1394085"/>
            <a:ext cx="10515600" cy="4782878"/>
          </a:xfrm>
        </p:spPr>
        <p:txBody>
          <a:bodyPr/>
          <a:lstStyle/>
          <a:p>
            <a:pPr algn="just">
              <a:lnSpc>
                <a:spcPct val="200000"/>
              </a:lnSpc>
            </a:pPr>
            <a:r>
              <a:rPr lang="en-US" sz="2300" dirty="0"/>
              <a:t>The final step in shipping product out the door is to perform a Shipment Completion.</a:t>
            </a:r>
          </a:p>
          <a:p>
            <a:pPr algn="just">
              <a:lnSpc>
                <a:spcPct val="200000"/>
              </a:lnSpc>
            </a:pPr>
            <a:r>
              <a:rPr lang="en-US" sz="2300" dirty="0"/>
              <a:t>This is an indication to the WMS that the shipments have left the warehouse completely. </a:t>
            </a:r>
          </a:p>
          <a:p>
            <a:pPr algn="just">
              <a:lnSpc>
                <a:spcPct val="200000"/>
              </a:lnSpc>
            </a:pPr>
            <a:r>
              <a:rPr lang="en-US" sz="2300" dirty="0"/>
              <a:t> This activity is performed with a desktop computer or a mobile equipment.</a:t>
            </a:r>
          </a:p>
          <a:p>
            <a:endParaRPr lang="en-CA" dirty="0"/>
          </a:p>
        </p:txBody>
      </p:sp>
    </p:spTree>
    <p:extLst>
      <p:ext uri="{BB962C8B-B14F-4D97-AF65-F5344CB8AC3E}">
        <p14:creationId xmlns:p14="http://schemas.microsoft.com/office/powerpoint/2010/main" val="36127048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BA1B7A-1555-4EA8-A58A-3EB6F1658760}"/>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r>
              <a:rPr lang="fr-CA" dirty="0"/>
              <a:t> </a:t>
            </a:r>
            <a:endParaRPr lang="en-CA" dirty="0"/>
          </a:p>
        </p:txBody>
      </p:sp>
      <p:sp>
        <p:nvSpPr>
          <p:cNvPr id="6" name="Content Placeholder 2">
            <a:extLst>
              <a:ext uri="{FF2B5EF4-FFF2-40B4-BE49-F238E27FC236}">
                <a16:creationId xmlns:a16="http://schemas.microsoft.com/office/drawing/2014/main" xmlns="" id="{41D7B9D6-6092-473C-89E9-0DA406DC1EF6}"/>
              </a:ext>
            </a:extLst>
          </p:cNvPr>
          <p:cNvSpPr>
            <a:spLocks noGrp="1"/>
          </p:cNvSpPr>
          <p:nvPr>
            <p:ph idx="1"/>
            <p:custDataLst>
              <p:tags r:id="rId2"/>
            </p:custDataLst>
          </p:nvPr>
        </p:nvSpPr>
        <p:spPr>
          <a:xfrm>
            <a:off x="669387" y="1344706"/>
            <a:ext cx="6462933"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Outbound Order Management </a:t>
            </a:r>
            <a:r>
              <a:rPr lang="en-US" sz="2300" dirty="0"/>
              <a:t>resource.</a:t>
            </a:r>
          </a:p>
          <a:p>
            <a:pPr marL="457200" indent="-457200" algn="just">
              <a:lnSpc>
                <a:spcPct val="150000"/>
              </a:lnSpc>
              <a:buFont typeface="+mj-lt"/>
              <a:buAutoNum type="arabicPeriod"/>
            </a:pPr>
            <a:r>
              <a:rPr lang="en-US" sz="2300" dirty="0"/>
              <a:t>Under Outbound Order Management, click on </a:t>
            </a:r>
            <a:r>
              <a:rPr lang="en-US" sz="2300" b="1" dirty="0"/>
              <a:t>Shipping</a:t>
            </a:r>
            <a:r>
              <a:rPr lang="en-US" sz="2300" dirty="0"/>
              <a:t>.</a:t>
            </a:r>
          </a:p>
          <a:p>
            <a:pPr marL="457200" indent="-457200" algn="just">
              <a:lnSpc>
                <a:spcPct val="150000"/>
              </a:lnSpc>
              <a:buFont typeface="+mj-lt"/>
              <a:buAutoNum type="arabicPeriod"/>
            </a:pPr>
            <a:r>
              <a:rPr lang="en-US" sz="2300" dirty="0"/>
              <a:t>Under Shipping, click on </a:t>
            </a:r>
            <a:r>
              <a:rPr lang="en-US" sz="2300" b="1" dirty="0"/>
              <a:t>Shipment Completion. </a:t>
            </a:r>
            <a:endParaRPr lang="en-US" sz="2300" dirty="0"/>
          </a:p>
          <a:p>
            <a:pPr marL="0" indent="0" algn="just">
              <a:lnSpc>
                <a:spcPct val="150000"/>
              </a:lnSpc>
              <a:buNone/>
            </a:pPr>
            <a:endParaRPr lang="en-US" sz="2200" dirty="0"/>
          </a:p>
        </p:txBody>
      </p:sp>
      <p:pic>
        <p:nvPicPr>
          <p:cNvPr id="4" name="Picture 3">
            <a:extLst>
              <a:ext uri="{FF2B5EF4-FFF2-40B4-BE49-F238E27FC236}">
                <a16:creationId xmlns:a16="http://schemas.microsoft.com/office/drawing/2014/main" xmlns="" id="{11F107AC-765E-4CD1-A538-CC8763F4F469}"/>
              </a:ext>
            </a:extLst>
          </p:cNvPr>
          <p:cNvPicPr>
            <a:picLocks noChangeAspect="1"/>
          </p:cNvPicPr>
          <p:nvPr>
            <p:custDataLst>
              <p:tags r:id="rId3"/>
            </p:custDataLst>
          </p:nvPr>
        </p:nvPicPr>
        <p:blipFill>
          <a:blip r:embed="rId5"/>
          <a:stretch>
            <a:fillRect/>
          </a:stretch>
        </p:blipFill>
        <p:spPr>
          <a:xfrm>
            <a:off x="7445496" y="1263334"/>
            <a:ext cx="3595128" cy="4331332"/>
          </a:xfrm>
          <a:prstGeom prst="rect">
            <a:avLst/>
          </a:prstGeom>
        </p:spPr>
      </p:pic>
    </p:spTree>
    <p:extLst>
      <p:ext uri="{BB962C8B-B14F-4D97-AF65-F5344CB8AC3E}">
        <p14:creationId xmlns:p14="http://schemas.microsoft.com/office/powerpoint/2010/main" val="2215938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B41E68-CE69-4C78-A89F-2F065B151DC8}"/>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r>
              <a:rPr lang="fr-CA" dirty="0"/>
              <a:t> </a:t>
            </a:r>
            <a:endParaRPr lang="en-CA" dirty="0"/>
          </a:p>
        </p:txBody>
      </p:sp>
      <p:sp>
        <p:nvSpPr>
          <p:cNvPr id="3" name="Content Placeholder 2">
            <a:extLst>
              <a:ext uri="{FF2B5EF4-FFF2-40B4-BE49-F238E27FC236}">
                <a16:creationId xmlns:a16="http://schemas.microsoft.com/office/drawing/2014/main" xmlns="" id="{F2EFAB54-0658-4BAC-B313-232B2F5CDB50}"/>
              </a:ext>
            </a:extLst>
          </p:cNvPr>
          <p:cNvSpPr>
            <a:spLocks noGrp="1"/>
          </p:cNvSpPr>
          <p:nvPr>
            <p:ph idx="1"/>
            <p:custDataLst>
              <p:tags r:id="rId2"/>
            </p:custDataLst>
          </p:nvPr>
        </p:nvSpPr>
        <p:spPr>
          <a:xfrm>
            <a:off x="838200" y="1290470"/>
            <a:ext cx="7573191" cy="4677947"/>
          </a:xfrm>
        </p:spPr>
        <p:txBody>
          <a:bodyPr/>
          <a:lstStyle/>
          <a:p>
            <a:pPr algn="just">
              <a:lnSpc>
                <a:spcPct val="150000"/>
              </a:lnSpc>
            </a:pPr>
            <a:r>
              <a:rPr lang="en-US" sz="2000" dirty="0">
                <a:effectLst/>
                <a:latin typeface="Segoe UI" panose="020B0502040204020203" pitchFamily="34" charset="0"/>
                <a:ea typeface="Segoe UI" panose="020B0502040204020203" pitchFamily="34" charset="0"/>
                <a:cs typeface="Segoe UI" panose="020B0502040204020203" pitchFamily="34" charset="0"/>
              </a:rPr>
              <a:t>You also have the option to perform the Shipment Completion </a:t>
            </a:r>
            <a:r>
              <a:rPr lang="en-US" sz="2000" dirty="0">
                <a:latin typeface="Segoe UI" panose="020B0502040204020203" pitchFamily="34" charset="0"/>
                <a:ea typeface="Segoe UI" panose="020B0502040204020203" pitchFamily="34" charset="0"/>
                <a:cs typeface="Segoe UI" panose="020B0502040204020203" pitchFamily="34" charset="0"/>
              </a:rPr>
              <a:t>activity using a mobile equipment. </a:t>
            </a:r>
          </a:p>
          <a:p>
            <a:pPr algn="just">
              <a:lnSpc>
                <a:spcPct val="150000"/>
              </a:lnSpc>
            </a:pPr>
            <a:r>
              <a:rPr lang="en-US" sz="2000" dirty="0">
                <a:latin typeface="Segoe UI" panose="020B0502040204020203" pitchFamily="34" charset="0"/>
                <a:ea typeface="Segoe UI" panose="020B0502040204020203" pitchFamily="34" charset="0"/>
                <a:cs typeface="Segoe UI" panose="020B0502040204020203" pitchFamily="34" charset="0"/>
              </a:rPr>
              <a:t>If you are using a mobile equipment: </a:t>
            </a:r>
          </a:p>
          <a:p>
            <a:pPr marL="457200" indent="-457200" algn="just">
              <a:lnSpc>
                <a:spcPct val="150000"/>
              </a:lnSpc>
              <a:buFont typeface="+mj-lt"/>
              <a:buAutoNum type="arabicPeriod"/>
            </a:pPr>
            <a:r>
              <a:rPr lang="en-US" sz="2000" dirty="0">
                <a:latin typeface="Segoe UI" panose="020B0502040204020203" pitchFamily="34" charset="0"/>
                <a:ea typeface="Segoe UI" panose="020B0502040204020203" pitchFamily="34" charset="0"/>
                <a:cs typeface="Segoe UI" panose="020B0502040204020203" pitchFamily="34" charset="0"/>
              </a:rPr>
              <a:t>Select the </a:t>
            </a:r>
            <a:r>
              <a:rPr lang="en-US" sz="2000" b="1" dirty="0">
                <a:latin typeface="Segoe UI" panose="020B0502040204020203" pitchFamily="34" charset="0"/>
                <a:ea typeface="Segoe UI" panose="020B0502040204020203" pitchFamily="34" charset="0"/>
                <a:cs typeface="Segoe UI" panose="020B0502040204020203" pitchFamily="34" charset="0"/>
              </a:rPr>
              <a:t>Shipping</a:t>
            </a:r>
            <a:r>
              <a:rPr lang="en-US" sz="2000" dirty="0">
                <a:latin typeface="Segoe UI" panose="020B0502040204020203" pitchFamily="34" charset="0"/>
                <a:ea typeface="Segoe UI" panose="020B0502040204020203" pitchFamily="34" charset="0"/>
                <a:cs typeface="Segoe UI" panose="020B0502040204020203" pitchFamily="34" charset="0"/>
              </a:rPr>
              <a:t> resource</a:t>
            </a:r>
            <a:endParaRPr lang="en-US" sz="2000" dirty="0">
              <a:effectLst/>
              <a:latin typeface="Segoe UI" panose="020B0502040204020203" pitchFamily="34" charset="0"/>
              <a:ea typeface="Segoe UI" panose="020B0502040204020203" pitchFamily="34" charset="0"/>
              <a:cs typeface="Segoe UI" panose="020B0502040204020203" pitchFamily="34" charset="0"/>
            </a:endParaRPr>
          </a:p>
          <a:p>
            <a:pPr marL="457200" indent="-457200" algn="just">
              <a:lnSpc>
                <a:spcPct val="150000"/>
              </a:lnSpc>
              <a:buFont typeface="+mj-lt"/>
              <a:buAutoNum type="arabicPeriod"/>
            </a:pPr>
            <a:r>
              <a:rPr lang="en-US" sz="2000" dirty="0">
                <a:latin typeface="Segoe UI" panose="020B0502040204020203" pitchFamily="34" charset="0"/>
                <a:ea typeface="Segoe UI" panose="020B0502040204020203" pitchFamily="34" charset="0"/>
                <a:cs typeface="Segoe UI" panose="020B0502040204020203" pitchFamily="34" charset="0"/>
              </a:rPr>
              <a:t>Under Shipping, click on </a:t>
            </a:r>
            <a:r>
              <a:rPr lang="en-US" sz="2000" b="1" dirty="0">
                <a:latin typeface="Segoe UI" panose="020B0502040204020203" pitchFamily="34" charset="0"/>
                <a:ea typeface="Segoe UI" panose="020B0502040204020203" pitchFamily="34" charset="0"/>
                <a:cs typeface="Segoe UI" panose="020B0502040204020203" pitchFamily="34" charset="0"/>
              </a:rPr>
              <a:t>Shipment Completion</a:t>
            </a:r>
            <a:r>
              <a:rPr lang="en-US" sz="2000" dirty="0">
                <a:latin typeface="Segoe UI" panose="020B0502040204020203" pitchFamily="34" charset="0"/>
                <a:ea typeface="Segoe UI" panose="020B0502040204020203" pitchFamily="34" charset="0"/>
                <a:cs typeface="Segoe UI" panose="020B0502040204020203" pitchFamily="34" charset="0"/>
              </a:rPr>
              <a:t>. </a:t>
            </a:r>
          </a:p>
          <a:p>
            <a:pPr marL="457200" indent="-457200" algn="just">
              <a:lnSpc>
                <a:spcPct val="150000"/>
              </a:lnSpc>
              <a:buFont typeface="+mj-lt"/>
              <a:buAutoNum type="arabicPeriod"/>
            </a:pPr>
            <a:r>
              <a:rPr lang="en-US" sz="2000" dirty="0">
                <a:effectLst/>
                <a:latin typeface="Segoe UI" panose="020B0502040204020203" pitchFamily="34" charset="0"/>
                <a:ea typeface="Segoe UI" panose="020B0502040204020203" pitchFamily="34" charset="0"/>
                <a:cs typeface="Segoe UI" panose="020B0502040204020203" pitchFamily="34" charset="0"/>
              </a:rPr>
              <a:t>A new Shipment Completion window will appear. The procedural steps and system </a:t>
            </a:r>
            <a:r>
              <a:rPr lang="en-US" sz="2000" dirty="0" err="1">
                <a:effectLst/>
                <a:latin typeface="Segoe UI" panose="020B0502040204020203" pitchFamily="34" charset="0"/>
                <a:ea typeface="Segoe UI" panose="020B0502040204020203" pitchFamily="34" charset="0"/>
                <a:cs typeface="Segoe UI" panose="020B0502040204020203" pitchFamily="34" charset="0"/>
              </a:rPr>
              <a:t>behaviour</a:t>
            </a:r>
            <a:r>
              <a:rPr lang="en-US" sz="2000" dirty="0">
                <a:effectLst/>
                <a:latin typeface="Segoe UI" panose="020B0502040204020203" pitchFamily="34" charset="0"/>
                <a:ea typeface="Segoe UI" panose="020B0502040204020203" pitchFamily="34" charset="0"/>
                <a:cs typeface="Segoe UI" panose="020B0502040204020203" pitchFamily="34" charset="0"/>
              </a:rPr>
              <a:t> are the same for both the desktop and mobile equipment processes. Follow the same steps as explained starting from the next slide. </a:t>
            </a:r>
          </a:p>
          <a:p>
            <a:pPr marL="457200" indent="-457200" algn="just">
              <a:lnSpc>
                <a:spcPct val="150000"/>
              </a:lnSpc>
              <a:buFont typeface="+mj-lt"/>
              <a:buAutoNum type="arabicPeriod"/>
            </a:pPr>
            <a:endParaRPr lang="en-CA" sz="2000" dirty="0">
              <a:effectLst/>
              <a:latin typeface="Segoe UI" panose="020B0502040204020203" pitchFamily="34" charset="0"/>
              <a:ea typeface="Segoe UI" panose="020B0502040204020203" pitchFamily="34" charset="0"/>
              <a:cs typeface="Segoe UI" panose="020B0502040204020203" pitchFamily="34" charset="0"/>
            </a:endParaRPr>
          </a:p>
          <a:p>
            <a:pPr algn="just">
              <a:lnSpc>
                <a:spcPct val="150000"/>
              </a:lnSpc>
            </a:pPr>
            <a:endParaRPr lang="en-CA" sz="2000" dirty="0"/>
          </a:p>
        </p:txBody>
      </p:sp>
      <p:pic>
        <p:nvPicPr>
          <p:cNvPr id="5" name="Picture 4">
            <a:extLst>
              <a:ext uri="{FF2B5EF4-FFF2-40B4-BE49-F238E27FC236}">
                <a16:creationId xmlns:a16="http://schemas.microsoft.com/office/drawing/2014/main" xmlns="" id="{31725594-AF8E-49B2-B023-9FD552E43B60}"/>
              </a:ext>
            </a:extLst>
          </p:cNvPr>
          <p:cNvPicPr>
            <a:picLocks noChangeAspect="1"/>
          </p:cNvPicPr>
          <p:nvPr>
            <p:custDataLst>
              <p:tags r:id="rId3"/>
            </p:custDataLst>
          </p:nvPr>
        </p:nvPicPr>
        <p:blipFill>
          <a:blip r:embed="rId6"/>
          <a:stretch>
            <a:fillRect/>
          </a:stretch>
        </p:blipFill>
        <p:spPr>
          <a:xfrm>
            <a:off x="8758989" y="1448445"/>
            <a:ext cx="2942409" cy="3525707"/>
          </a:xfrm>
          <a:prstGeom prst="rect">
            <a:avLst/>
          </a:prstGeom>
        </p:spPr>
      </p:pic>
    </p:spTree>
    <p:extLst>
      <p:ext uri="{BB962C8B-B14F-4D97-AF65-F5344CB8AC3E}">
        <p14:creationId xmlns:p14="http://schemas.microsoft.com/office/powerpoint/2010/main" val="1705180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DB982D-E20A-409F-9D35-505BD53E9873}"/>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r>
              <a:rPr lang="fr-CA" dirty="0"/>
              <a:t> </a:t>
            </a:r>
            <a:endParaRPr lang="en-CA" dirty="0"/>
          </a:p>
        </p:txBody>
      </p:sp>
      <p:sp>
        <p:nvSpPr>
          <p:cNvPr id="3" name="Content Placeholder 2">
            <a:extLst>
              <a:ext uri="{FF2B5EF4-FFF2-40B4-BE49-F238E27FC236}">
                <a16:creationId xmlns:a16="http://schemas.microsoft.com/office/drawing/2014/main" xmlns="" id="{C22174AA-9A0D-43A6-AF91-52D3B8075B98}"/>
              </a:ext>
            </a:extLst>
          </p:cNvPr>
          <p:cNvSpPr>
            <a:spLocks noGrp="1"/>
          </p:cNvSpPr>
          <p:nvPr>
            <p:ph idx="1"/>
            <p:custDataLst>
              <p:tags r:id="rId2"/>
            </p:custDataLst>
          </p:nvPr>
        </p:nvSpPr>
        <p:spPr>
          <a:xfrm>
            <a:off x="838200" y="1528997"/>
            <a:ext cx="5487649" cy="4647966"/>
          </a:xfrm>
        </p:spPr>
        <p:txBody>
          <a:bodyPr/>
          <a:lstStyle/>
          <a:p>
            <a:pPr marL="457200" indent="-457200" algn="just">
              <a:lnSpc>
                <a:spcPct val="150000"/>
              </a:lnSpc>
              <a:buFont typeface="+mj-lt"/>
              <a:buAutoNum type="arabicPeriod" startAt="4"/>
            </a:pPr>
            <a:r>
              <a:rPr lang="en-US" sz="2300" dirty="0"/>
              <a:t>From the new window, enter the Shipment ID. </a:t>
            </a:r>
          </a:p>
          <a:p>
            <a:pPr marL="457200" indent="-457200" algn="just">
              <a:lnSpc>
                <a:spcPct val="150000"/>
              </a:lnSpc>
              <a:buFont typeface="+mj-lt"/>
              <a:buAutoNum type="arabicPeriod" startAt="4"/>
            </a:pPr>
            <a:r>
              <a:rPr lang="en-US" sz="2300" dirty="0"/>
              <a:t>Click Submit. </a:t>
            </a:r>
            <a:endParaRPr lang="en-CA" sz="2300" dirty="0"/>
          </a:p>
        </p:txBody>
      </p:sp>
      <p:pic>
        <p:nvPicPr>
          <p:cNvPr id="7" name="Picture 6">
            <a:extLst>
              <a:ext uri="{FF2B5EF4-FFF2-40B4-BE49-F238E27FC236}">
                <a16:creationId xmlns:a16="http://schemas.microsoft.com/office/drawing/2014/main" xmlns="" id="{B7272DD1-4A05-47D8-A10C-2A4BA9AC0751}"/>
              </a:ext>
            </a:extLst>
          </p:cNvPr>
          <p:cNvPicPr>
            <a:picLocks noChangeAspect="1"/>
          </p:cNvPicPr>
          <p:nvPr>
            <p:custDataLst>
              <p:tags r:id="rId3"/>
            </p:custDataLst>
          </p:nvPr>
        </p:nvPicPr>
        <p:blipFill>
          <a:blip r:embed="rId5"/>
          <a:stretch>
            <a:fillRect/>
          </a:stretch>
        </p:blipFill>
        <p:spPr>
          <a:xfrm>
            <a:off x="7507706" y="365125"/>
            <a:ext cx="3658518" cy="5830435"/>
          </a:xfrm>
          <a:prstGeom prst="rect">
            <a:avLst/>
          </a:prstGeom>
        </p:spPr>
      </p:pic>
    </p:spTree>
    <p:extLst>
      <p:ext uri="{BB962C8B-B14F-4D97-AF65-F5344CB8AC3E}">
        <p14:creationId xmlns:p14="http://schemas.microsoft.com/office/powerpoint/2010/main" val="25732294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12540F-968A-4C94-93FC-DED473611710}"/>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r>
              <a:rPr lang="fr-CA" dirty="0"/>
              <a:t> </a:t>
            </a:r>
            <a:endParaRPr lang="en-CA" dirty="0"/>
          </a:p>
        </p:txBody>
      </p:sp>
      <p:sp>
        <p:nvSpPr>
          <p:cNvPr id="3" name="Content Placeholder 2">
            <a:extLst>
              <a:ext uri="{FF2B5EF4-FFF2-40B4-BE49-F238E27FC236}">
                <a16:creationId xmlns:a16="http://schemas.microsoft.com/office/drawing/2014/main" xmlns="" id="{0361543A-A802-4FDD-9B60-B511A19F13B5}"/>
              </a:ext>
            </a:extLst>
          </p:cNvPr>
          <p:cNvSpPr>
            <a:spLocks noGrp="1"/>
          </p:cNvSpPr>
          <p:nvPr>
            <p:ph idx="1"/>
            <p:custDataLst>
              <p:tags r:id="rId2"/>
            </p:custDataLst>
          </p:nvPr>
        </p:nvSpPr>
        <p:spPr>
          <a:xfrm>
            <a:off x="838200" y="1409075"/>
            <a:ext cx="10515600" cy="4767888"/>
          </a:xfrm>
        </p:spPr>
        <p:txBody>
          <a:bodyPr/>
          <a:lstStyle/>
          <a:p>
            <a:pPr marL="457200" indent="-457200" algn="just">
              <a:lnSpc>
                <a:spcPct val="150000"/>
              </a:lnSpc>
              <a:buFont typeface="+mj-lt"/>
              <a:buAutoNum type="arabicPeriod" startAt="6"/>
            </a:pPr>
            <a:r>
              <a:rPr lang="en-US" sz="2300" dirty="0"/>
              <a:t>The system will process the record and delete the inventory that has been shipped from the WMS. A confirmation message will appear:</a:t>
            </a:r>
          </a:p>
          <a:p>
            <a:pPr marL="0" indent="0" algn="just">
              <a:lnSpc>
                <a:spcPct val="150000"/>
              </a:lnSpc>
              <a:buNone/>
            </a:pPr>
            <a:endParaRPr lang="fr-FR" sz="2800" dirty="0"/>
          </a:p>
          <a:p>
            <a:pPr marL="457200" indent="-457200" algn="just">
              <a:lnSpc>
                <a:spcPct val="150000"/>
              </a:lnSpc>
              <a:buFont typeface="+mj-lt"/>
              <a:buAutoNum type="arabicPeriod" startAt="7"/>
            </a:pPr>
            <a:r>
              <a:rPr lang="en-US" sz="2300" dirty="0"/>
              <a:t>The Shipment Completion view’s Search page is then redisplayed. Click Close to exit the Shipment Completion resource. </a:t>
            </a:r>
          </a:p>
          <a:p>
            <a:pPr marL="0" indent="0" algn="just">
              <a:lnSpc>
                <a:spcPct val="150000"/>
              </a:lnSpc>
              <a:buNone/>
            </a:pPr>
            <a:r>
              <a:rPr lang="en-US" sz="2300" dirty="0"/>
              <a:t> </a:t>
            </a:r>
          </a:p>
          <a:p>
            <a:endParaRPr lang="en-CA" dirty="0"/>
          </a:p>
        </p:txBody>
      </p:sp>
      <p:pic>
        <p:nvPicPr>
          <p:cNvPr id="5" name="Picture 4">
            <a:extLst>
              <a:ext uri="{FF2B5EF4-FFF2-40B4-BE49-F238E27FC236}">
                <a16:creationId xmlns:a16="http://schemas.microsoft.com/office/drawing/2014/main" xmlns="" id="{549D8F6D-359E-45B8-BE3A-497A35E39891}"/>
              </a:ext>
            </a:extLst>
          </p:cNvPr>
          <p:cNvPicPr>
            <a:picLocks noChangeAspect="1"/>
          </p:cNvPicPr>
          <p:nvPr>
            <p:custDataLst>
              <p:tags r:id="rId3"/>
            </p:custDataLst>
          </p:nvPr>
        </p:nvPicPr>
        <p:blipFill>
          <a:blip r:embed="rId7"/>
          <a:stretch>
            <a:fillRect/>
          </a:stretch>
        </p:blipFill>
        <p:spPr>
          <a:xfrm>
            <a:off x="1160715" y="2734638"/>
            <a:ext cx="4694344" cy="440570"/>
          </a:xfrm>
          <a:prstGeom prst="rect">
            <a:avLst/>
          </a:prstGeom>
        </p:spPr>
      </p:pic>
      <p:pic>
        <p:nvPicPr>
          <p:cNvPr id="7" name="Picture 6">
            <a:extLst>
              <a:ext uri="{FF2B5EF4-FFF2-40B4-BE49-F238E27FC236}">
                <a16:creationId xmlns:a16="http://schemas.microsoft.com/office/drawing/2014/main" xmlns="" id="{6530EEF3-BCEE-48BF-A34D-9B0EB6AC2C15}"/>
              </a:ext>
            </a:extLst>
          </p:cNvPr>
          <p:cNvPicPr>
            <a:picLocks noChangeAspect="1"/>
          </p:cNvPicPr>
          <p:nvPr>
            <p:custDataLst>
              <p:tags r:id="rId4"/>
            </p:custDataLst>
          </p:nvPr>
        </p:nvPicPr>
        <p:blipFill>
          <a:blip r:embed="rId8"/>
          <a:stretch>
            <a:fillRect/>
          </a:stretch>
        </p:blipFill>
        <p:spPr>
          <a:xfrm>
            <a:off x="419100" y="4844866"/>
            <a:ext cx="11353800" cy="718489"/>
          </a:xfrm>
          <a:prstGeom prst="rect">
            <a:avLst/>
          </a:prstGeom>
        </p:spPr>
      </p:pic>
    </p:spTree>
    <p:extLst>
      <p:ext uri="{BB962C8B-B14F-4D97-AF65-F5344CB8AC3E}">
        <p14:creationId xmlns:p14="http://schemas.microsoft.com/office/powerpoint/2010/main" val="16376667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E69F4F-3AF7-47C0-BE04-F80DD2064D87}"/>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r>
              <a:rPr lang="fr-CA" dirty="0"/>
              <a:t> </a:t>
            </a:r>
            <a:endParaRPr lang="en-CA" dirty="0">
              <a:highlight>
                <a:srgbClr val="FFFF00"/>
              </a:highlight>
            </a:endParaRPr>
          </a:p>
        </p:txBody>
      </p:sp>
      <p:sp>
        <p:nvSpPr>
          <p:cNvPr id="3" name="Content Placeholder 2">
            <a:extLst>
              <a:ext uri="{FF2B5EF4-FFF2-40B4-BE49-F238E27FC236}">
                <a16:creationId xmlns:a16="http://schemas.microsoft.com/office/drawing/2014/main" xmlns="" id="{1C90E9B4-97B9-4379-87C4-57EC8D7C1A2F}"/>
              </a:ext>
            </a:extLst>
          </p:cNvPr>
          <p:cNvSpPr>
            <a:spLocks noGrp="1"/>
          </p:cNvSpPr>
          <p:nvPr>
            <p:ph idx="1"/>
            <p:custDataLst>
              <p:tags r:id="rId2"/>
            </p:custDataLst>
          </p:nvPr>
        </p:nvSpPr>
        <p:spPr>
          <a:xfrm>
            <a:off x="593558" y="1171074"/>
            <a:ext cx="10760242" cy="5005889"/>
          </a:xfrm>
        </p:spPr>
        <p:txBody>
          <a:bodyPr/>
          <a:lstStyle/>
          <a:p>
            <a:pPr marL="0" indent="0" algn="just">
              <a:lnSpc>
                <a:spcPct val="150000"/>
              </a:lnSpc>
              <a:buNone/>
            </a:pPr>
            <a:r>
              <a:rPr lang="fr-CA" sz="2100" dirty="0"/>
              <a:t>A</a:t>
            </a:r>
            <a:r>
              <a:rPr lang="en-CA" sz="2100" dirty="0" err="1"/>
              <a:t>dditionnal</a:t>
            </a:r>
            <a:r>
              <a:rPr lang="en-CA" sz="2100" dirty="0"/>
              <a:t> note – </a:t>
            </a:r>
            <a:r>
              <a:rPr lang="en-US" sz="2100" b="1" dirty="0"/>
              <a:t>Maintenance of shipments should be done once a day</a:t>
            </a:r>
            <a:r>
              <a:rPr lang="en-US" sz="2100" dirty="0"/>
              <a:t>. By searching from the Shipment Completion window, you will find all the records to be processed. </a:t>
            </a:r>
          </a:p>
          <a:p>
            <a:pPr algn="just">
              <a:lnSpc>
                <a:spcPct val="150000"/>
              </a:lnSpc>
              <a:buFont typeface="Wingdings" panose="05000000000000000000" pitchFamily="2" charset="2"/>
              <a:buChar char="ü"/>
            </a:pPr>
            <a:r>
              <a:rPr lang="en-US" sz="2100" dirty="0"/>
              <a:t> Shipments with the Ready to Ship column set to Yes should be processed right away.</a:t>
            </a:r>
          </a:p>
          <a:p>
            <a:pPr algn="just">
              <a:lnSpc>
                <a:spcPct val="150000"/>
              </a:lnSpc>
              <a:buFont typeface="Wingdings" panose="05000000000000000000" pitchFamily="2" charset="2"/>
              <a:buChar char="ü"/>
            </a:pPr>
            <a:r>
              <a:rPr lang="en-US" sz="2100" dirty="0"/>
              <a:t> Shipments for which action is to be taken should then be processed one at a time if necessary.</a:t>
            </a:r>
          </a:p>
          <a:p>
            <a:pPr algn="just">
              <a:lnSpc>
                <a:spcPct val="150000"/>
              </a:lnSpc>
              <a:buFont typeface="Wingdings" panose="05000000000000000000" pitchFamily="2" charset="2"/>
              <a:buChar char="ü"/>
            </a:pPr>
            <a:endParaRPr lang="en-CA" sz="2100" dirty="0"/>
          </a:p>
        </p:txBody>
      </p:sp>
      <p:grpSp>
        <p:nvGrpSpPr>
          <p:cNvPr id="12" name="Group 11">
            <a:extLst>
              <a:ext uri="{FF2B5EF4-FFF2-40B4-BE49-F238E27FC236}">
                <a16:creationId xmlns:a16="http://schemas.microsoft.com/office/drawing/2014/main" xmlns="" id="{73FBBAB2-8435-409A-9FC6-599B2CAA1B0D}"/>
              </a:ext>
            </a:extLst>
          </p:cNvPr>
          <p:cNvGrpSpPr/>
          <p:nvPr>
            <p:custDataLst>
              <p:tags r:id="rId3"/>
            </p:custDataLst>
          </p:nvPr>
        </p:nvGrpSpPr>
        <p:grpSpPr>
          <a:xfrm>
            <a:off x="473242" y="3560073"/>
            <a:ext cx="11125200" cy="2616890"/>
            <a:chOff x="0" y="2027567"/>
            <a:chExt cx="12207240" cy="3085960"/>
          </a:xfrm>
        </p:grpSpPr>
        <p:pic>
          <p:nvPicPr>
            <p:cNvPr id="5" name="Picture 4">
              <a:extLst>
                <a:ext uri="{FF2B5EF4-FFF2-40B4-BE49-F238E27FC236}">
                  <a16:creationId xmlns:a16="http://schemas.microsoft.com/office/drawing/2014/main" xmlns="" id="{E44C9E0A-5FBA-43CE-9C91-7D012E3A305A}"/>
                </a:ext>
              </a:extLst>
            </p:cNvPr>
            <p:cNvPicPr>
              <a:picLocks noChangeAspect="1"/>
            </p:cNvPicPr>
            <p:nvPr/>
          </p:nvPicPr>
          <p:blipFill>
            <a:blip r:embed="rId6"/>
            <a:stretch>
              <a:fillRect/>
            </a:stretch>
          </p:blipFill>
          <p:spPr>
            <a:xfrm>
              <a:off x="0" y="2027567"/>
              <a:ext cx="12192000" cy="2802865"/>
            </a:xfrm>
            <a:prstGeom prst="rect">
              <a:avLst/>
            </a:prstGeom>
          </p:spPr>
        </p:pic>
        <p:pic>
          <p:nvPicPr>
            <p:cNvPr id="11" name="Picture 10">
              <a:extLst>
                <a:ext uri="{FF2B5EF4-FFF2-40B4-BE49-F238E27FC236}">
                  <a16:creationId xmlns:a16="http://schemas.microsoft.com/office/drawing/2014/main" xmlns="" id="{F978DB9D-9C07-431A-B9B2-7DC68FCF7E40}"/>
                </a:ext>
              </a:extLst>
            </p:cNvPr>
            <p:cNvPicPr>
              <a:picLocks noChangeAspect="1"/>
            </p:cNvPicPr>
            <p:nvPr/>
          </p:nvPicPr>
          <p:blipFill>
            <a:blip r:embed="rId7"/>
            <a:stretch>
              <a:fillRect/>
            </a:stretch>
          </p:blipFill>
          <p:spPr>
            <a:xfrm>
              <a:off x="15240" y="4845672"/>
              <a:ext cx="12192000" cy="267855"/>
            </a:xfrm>
            <a:prstGeom prst="rect">
              <a:avLst/>
            </a:prstGeom>
          </p:spPr>
        </p:pic>
      </p:grpSp>
    </p:spTree>
    <p:extLst>
      <p:ext uri="{BB962C8B-B14F-4D97-AF65-F5344CB8AC3E}">
        <p14:creationId xmlns:p14="http://schemas.microsoft.com/office/powerpoint/2010/main" val="29643120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Exception – Cancelled Order</a:t>
            </a:r>
          </a:p>
        </p:txBody>
      </p:sp>
    </p:spTree>
    <p:extLst>
      <p:ext uri="{BB962C8B-B14F-4D97-AF65-F5344CB8AC3E}">
        <p14:creationId xmlns:p14="http://schemas.microsoft.com/office/powerpoint/2010/main" val="3817937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30BA8DC-9C7A-4B2C-895E-1B631BC9F3F9}"/>
              </a:ext>
            </a:extLst>
          </p:cNvPr>
          <p:cNvSpPr>
            <a:spLocks noGrp="1"/>
          </p:cNvSpPr>
          <p:nvPr>
            <p:ph idx="1"/>
            <p:custDataLst>
              <p:tags r:id="rId2"/>
            </p:custDataLst>
          </p:nvPr>
        </p:nvSpPr>
        <p:spPr>
          <a:xfrm>
            <a:off x="838200" y="1306286"/>
            <a:ext cx="6186714" cy="4870677"/>
          </a:xfrm>
        </p:spPr>
        <p:txBody>
          <a:bodyPr/>
          <a:lstStyle/>
          <a:p>
            <a:pPr marL="0" indent="0">
              <a:buNone/>
            </a:pPr>
            <a:r>
              <a:rPr lang="en-US" sz="2200" dirty="0"/>
              <a:t>In the event that a sale order is cancelled, do this:</a:t>
            </a:r>
          </a:p>
          <a:p>
            <a:pPr marL="457200" indent="-457200" algn="just">
              <a:lnSpc>
                <a:spcPct val="150000"/>
              </a:lnSpc>
              <a:buFont typeface="+mj-lt"/>
              <a:buAutoNum type="arabicPeriod"/>
            </a:pPr>
            <a:r>
              <a:rPr lang="en-US" sz="2200" dirty="0"/>
              <a:t>Access the </a:t>
            </a:r>
            <a:r>
              <a:rPr lang="en-US" sz="2200" b="1" dirty="0"/>
              <a:t>Outbound Order Management </a:t>
            </a:r>
            <a:r>
              <a:rPr lang="en-US" sz="2200" dirty="0"/>
              <a:t>resource.</a:t>
            </a:r>
          </a:p>
          <a:p>
            <a:pPr marL="457200" indent="-457200" algn="just">
              <a:lnSpc>
                <a:spcPct val="150000"/>
              </a:lnSpc>
              <a:buFont typeface="+mj-lt"/>
              <a:buAutoNum type="arabicPeriod"/>
            </a:pPr>
            <a:r>
              <a:rPr lang="en-US" sz="2200" dirty="0"/>
              <a:t>Under Outbound Order Management, click on </a:t>
            </a:r>
            <a:r>
              <a:rPr lang="en-US" sz="2200" b="1" dirty="0"/>
              <a:t>Shipping</a:t>
            </a:r>
            <a:r>
              <a:rPr lang="en-US" sz="2200" dirty="0"/>
              <a:t>.</a:t>
            </a:r>
          </a:p>
          <a:p>
            <a:pPr marL="457200" indent="-457200" algn="just">
              <a:lnSpc>
                <a:spcPct val="150000"/>
              </a:lnSpc>
              <a:buFont typeface="+mj-lt"/>
              <a:buAutoNum type="arabicPeriod"/>
            </a:pPr>
            <a:r>
              <a:rPr lang="en-US" sz="2200" dirty="0"/>
              <a:t>Under Shipping, click on </a:t>
            </a:r>
            <a:r>
              <a:rPr lang="en-US" sz="2200" b="1" dirty="0"/>
              <a:t>Shipping Activities.</a:t>
            </a:r>
            <a:endParaRPr lang="en-US" sz="2200" dirty="0"/>
          </a:p>
          <a:p>
            <a:pPr marL="0" indent="0">
              <a:buNone/>
            </a:pPr>
            <a:endParaRPr lang="en-CA" sz="2200" dirty="0"/>
          </a:p>
        </p:txBody>
      </p:sp>
      <p:pic>
        <p:nvPicPr>
          <p:cNvPr id="5" name="Picture 4">
            <a:extLst>
              <a:ext uri="{FF2B5EF4-FFF2-40B4-BE49-F238E27FC236}">
                <a16:creationId xmlns:a16="http://schemas.microsoft.com/office/drawing/2014/main" xmlns="" id="{190B5FC0-3A67-4027-BE2E-885AFA8D28CE}"/>
              </a:ext>
            </a:extLst>
          </p:cNvPr>
          <p:cNvPicPr>
            <a:picLocks noChangeAspect="1"/>
          </p:cNvPicPr>
          <p:nvPr>
            <p:custDataLst>
              <p:tags r:id="rId3"/>
            </p:custDataLst>
          </p:nvPr>
        </p:nvPicPr>
        <p:blipFill>
          <a:blip r:embed="rId5"/>
          <a:stretch>
            <a:fillRect/>
          </a:stretch>
        </p:blipFill>
        <p:spPr>
          <a:xfrm>
            <a:off x="7692075" y="590801"/>
            <a:ext cx="3661725" cy="5300985"/>
          </a:xfrm>
          <a:prstGeom prst="rect">
            <a:avLst/>
          </a:prstGeom>
        </p:spPr>
      </p:pic>
    </p:spTree>
    <p:extLst>
      <p:ext uri="{BB962C8B-B14F-4D97-AF65-F5344CB8AC3E}">
        <p14:creationId xmlns:p14="http://schemas.microsoft.com/office/powerpoint/2010/main" val="2549366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C38B92-EC24-4967-AC50-080DF8F23118}"/>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77C5C24-5487-40C5-8EBB-A5A88A70FF2A}"/>
              </a:ext>
            </a:extLst>
          </p:cNvPr>
          <p:cNvSpPr>
            <a:spLocks noGrp="1"/>
          </p:cNvSpPr>
          <p:nvPr>
            <p:ph idx="1"/>
            <p:custDataLst>
              <p:tags r:id="rId2"/>
            </p:custDataLst>
          </p:nvPr>
        </p:nvSpPr>
        <p:spPr>
          <a:xfrm>
            <a:off x="838200" y="1313870"/>
            <a:ext cx="10515600" cy="4972277"/>
          </a:xfrm>
        </p:spPr>
        <p:txBody>
          <a:bodyPr/>
          <a:lstStyle/>
          <a:p>
            <a:pPr marL="457200" indent="-457200">
              <a:buFont typeface="+mj-lt"/>
              <a:buAutoNum type="arabicPeriod" startAt="4"/>
            </a:pPr>
            <a:r>
              <a:rPr lang="fr-CA" sz="2200" dirty="0" err="1"/>
              <a:t>Retrieve</a:t>
            </a:r>
            <a:r>
              <a:rPr lang="fr-CA" sz="2200" dirty="0"/>
              <a:t> the </a:t>
            </a:r>
            <a:r>
              <a:rPr lang="fr-CA" sz="2200" dirty="0" err="1"/>
              <a:t>shipment</a:t>
            </a:r>
            <a:r>
              <a:rPr lang="fr-CA" sz="2200" dirty="0"/>
              <a:t> </a:t>
            </a:r>
            <a:r>
              <a:rPr lang="fr-CA" sz="2200" dirty="0" err="1"/>
              <a:t>associated</a:t>
            </a:r>
            <a:r>
              <a:rPr lang="fr-CA" sz="2200" dirty="0"/>
              <a:t> </a:t>
            </a:r>
            <a:r>
              <a:rPr lang="fr-CA" sz="2200" dirty="0" err="1"/>
              <a:t>with</a:t>
            </a:r>
            <a:r>
              <a:rPr lang="fr-CA" sz="2200" dirty="0"/>
              <a:t> the sale </a:t>
            </a:r>
            <a:r>
              <a:rPr lang="fr-CA" sz="2200" dirty="0" err="1"/>
              <a:t>order</a:t>
            </a:r>
            <a:r>
              <a:rPr lang="fr-CA" sz="2200" dirty="0"/>
              <a:t> </a:t>
            </a:r>
            <a:r>
              <a:rPr lang="fr-CA" sz="2200" dirty="0" err="1"/>
              <a:t>you</a:t>
            </a:r>
            <a:r>
              <a:rPr lang="fr-CA" sz="2200" dirty="0"/>
              <a:t> </a:t>
            </a:r>
            <a:r>
              <a:rPr lang="fr-CA" sz="2200" dirty="0" err="1"/>
              <a:t>wish</a:t>
            </a:r>
            <a:r>
              <a:rPr lang="fr-CA" sz="2200" dirty="0"/>
              <a:t> to cancel. </a:t>
            </a:r>
          </a:p>
          <a:p>
            <a:endParaRPr lang="en-CA" dirty="0"/>
          </a:p>
        </p:txBody>
      </p:sp>
      <p:pic>
        <p:nvPicPr>
          <p:cNvPr id="5" name="Picture 4">
            <a:extLst>
              <a:ext uri="{FF2B5EF4-FFF2-40B4-BE49-F238E27FC236}">
                <a16:creationId xmlns:a16="http://schemas.microsoft.com/office/drawing/2014/main" xmlns="" id="{C00F8DC5-31E1-465E-89A9-35ACA01CE832}"/>
              </a:ext>
            </a:extLst>
          </p:cNvPr>
          <p:cNvPicPr>
            <a:picLocks noChangeAspect="1"/>
          </p:cNvPicPr>
          <p:nvPr>
            <p:custDataLst>
              <p:tags r:id="rId3"/>
            </p:custDataLst>
          </p:nvPr>
        </p:nvPicPr>
        <p:blipFill>
          <a:blip r:embed="rId5"/>
          <a:stretch>
            <a:fillRect/>
          </a:stretch>
        </p:blipFill>
        <p:spPr>
          <a:xfrm>
            <a:off x="838200" y="1996461"/>
            <a:ext cx="9773452" cy="3874729"/>
          </a:xfrm>
          <a:prstGeom prst="rect">
            <a:avLst/>
          </a:prstGeom>
        </p:spPr>
      </p:pic>
    </p:spTree>
    <p:extLst>
      <p:ext uri="{BB962C8B-B14F-4D97-AF65-F5344CB8AC3E}">
        <p14:creationId xmlns:p14="http://schemas.microsoft.com/office/powerpoint/2010/main" val="21311124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30BA8DC-9C7A-4B2C-895E-1B631BC9F3F9}"/>
              </a:ext>
            </a:extLst>
          </p:cNvPr>
          <p:cNvSpPr>
            <a:spLocks noGrp="1"/>
          </p:cNvSpPr>
          <p:nvPr>
            <p:ph idx="1"/>
            <p:custDataLst>
              <p:tags r:id="rId2"/>
            </p:custDataLst>
          </p:nvPr>
        </p:nvSpPr>
        <p:spPr>
          <a:xfrm>
            <a:off x="838200" y="1528549"/>
            <a:ext cx="10515600" cy="4648414"/>
          </a:xfrm>
        </p:spPr>
        <p:txBody>
          <a:bodyPr/>
          <a:lstStyle/>
          <a:p>
            <a:pPr marL="457200" indent="-457200">
              <a:buFont typeface="+mj-lt"/>
              <a:buAutoNum type="arabicPeriod" startAt="5"/>
            </a:pPr>
            <a:r>
              <a:rPr lang="en-US" sz="2200" dirty="0"/>
              <a:t>Click on the value in the TMS Shipment column. </a:t>
            </a:r>
            <a:endParaRPr lang="en-CA" sz="2200" dirty="0"/>
          </a:p>
        </p:txBody>
      </p:sp>
      <p:pic>
        <p:nvPicPr>
          <p:cNvPr id="5" name="Picture 4">
            <a:extLst>
              <a:ext uri="{FF2B5EF4-FFF2-40B4-BE49-F238E27FC236}">
                <a16:creationId xmlns:a16="http://schemas.microsoft.com/office/drawing/2014/main" xmlns="" id="{4AA55E62-F78F-4789-89D4-7462E939F454}"/>
              </a:ext>
            </a:extLst>
          </p:cNvPr>
          <p:cNvPicPr>
            <a:picLocks noChangeAspect="1"/>
          </p:cNvPicPr>
          <p:nvPr>
            <p:custDataLst>
              <p:tags r:id="rId3"/>
            </p:custDataLst>
          </p:nvPr>
        </p:nvPicPr>
        <p:blipFill>
          <a:blip r:embed="rId5"/>
          <a:stretch>
            <a:fillRect/>
          </a:stretch>
        </p:blipFill>
        <p:spPr>
          <a:xfrm>
            <a:off x="378021" y="2146964"/>
            <a:ext cx="11563770" cy="2248989"/>
          </a:xfrm>
          <a:prstGeom prst="rect">
            <a:avLst/>
          </a:prstGeom>
        </p:spPr>
      </p:pic>
    </p:spTree>
    <p:extLst>
      <p:ext uri="{BB962C8B-B14F-4D97-AF65-F5344CB8AC3E}">
        <p14:creationId xmlns:p14="http://schemas.microsoft.com/office/powerpoint/2010/main" val="22261257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30BA8DC-9C7A-4B2C-895E-1B631BC9F3F9}"/>
              </a:ext>
            </a:extLst>
          </p:cNvPr>
          <p:cNvSpPr>
            <a:spLocks noGrp="1"/>
          </p:cNvSpPr>
          <p:nvPr>
            <p:ph idx="1"/>
            <p:custDataLst>
              <p:tags r:id="rId2"/>
            </p:custDataLst>
          </p:nvPr>
        </p:nvSpPr>
        <p:spPr>
          <a:xfrm>
            <a:off x="210566" y="858044"/>
            <a:ext cx="12192000" cy="4962312"/>
          </a:xfrm>
        </p:spPr>
        <p:txBody>
          <a:bodyPr/>
          <a:lstStyle/>
          <a:p>
            <a:pPr marL="457200" indent="-457200">
              <a:lnSpc>
                <a:spcPct val="150000"/>
              </a:lnSpc>
              <a:buFont typeface="+mj-lt"/>
              <a:buAutoNum type="arabicPeriod" startAt="6"/>
            </a:pPr>
            <a:r>
              <a:rPr lang="en-US" sz="2050" dirty="0"/>
              <a:t>From the new window, at the bottom right of your screen, click on More Action, then on the Void action.</a:t>
            </a:r>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r>
              <a:rPr lang="en-US" sz="2050" dirty="0"/>
              <a:t>A confirmation message will appear. </a:t>
            </a:r>
            <a:endParaRPr lang="en-CA" sz="2050" dirty="0"/>
          </a:p>
        </p:txBody>
      </p:sp>
      <p:pic>
        <p:nvPicPr>
          <p:cNvPr id="5" name="Picture 4">
            <a:extLst>
              <a:ext uri="{FF2B5EF4-FFF2-40B4-BE49-F238E27FC236}">
                <a16:creationId xmlns:a16="http://schemas.microsoft.com/office/drawing/2014/main" xmlns="" id="{2AB0A8C5-FC40-46A3-8CF6-6B9F43C7815E}"/>
              </a:ext>
            </a:extLst>
          </p:cNvPr>
          <p:cNvPicPr>
            <a:picLocks noChangeAspect="1"/>
          </p:cNvPicPr>
          <p:nvPr>
            <p:custDataLst>
              <p:tags r:id="rId3"/>
            </p:custDataLst>
          </p:nvPr>
        </p:nvPicPr>
        <p:blipFill>
          <a:blip r:embed="rId6"/>
          <a:stretch>
            <a:fillRect/>
          </a:stretch>
        </p:blipFill>
        <p:spPr>
          <a:xfrm>
            <a:off x="428767" y="1489080"/>
            <a:ext cx="8487771" cy="3502389"/>
          </a:xfrm>
          <a:prstGeom prst="rect">
            <a:avLst/>
          </a:prstGeom>
        </p:spPr>
      </p:pic>
      <p:pic>
        <p:nvPicPr>
          <p:cNvPr id="7" name="Picture 6">
            <a:extLst>
              <a:ext uri="{FF2B5EF4-FFF2-40B4-BE49-F238E27FC236}">
                <a16:creationId xmlns:a16="http://schemas.microsoft.com/office/drawing/2014/main" xmlns="" id="{95DA7C62-C738-4A32-B0B9-24499DDA2B45}"/>
              </a:ext>
            </a:extLst>
          </p:cNvPr>
          <p:cNvPicPr>
            <a:picLocks noChangeAspect="1"/>
          </p:cNvPicPr>
          <p:nvPr>
            <p:custDataLst>
              <p:tags r:id="rId4"/>
            </p:custDataLst>
          </p:nvPr>
        </p:nvPicPr>
        <p:blipFill rotWithShape="1">
          <a:blip r:embed="rId7"/>
          <a:srcRect r="36472"/>
          <a:stretch/>
        </p:blipFill>
        <p:spPr>
          <a:xfrm>
            <a:off x="428767" y="5622505"/>
            <a:ext cx="6299579" cy="837889"/>
          </a:xfrm>
          <a:prstGeom prst="rect">
            <a:avLst/>
          </a:prstGeom>
        </p:spPr>
      </p:pic>
    </p:spTree>
    <p:extLst>
      <p:ext uri="{BB962C8B-B14F-4D97-AF65-F5344CB8AC3E}">
        <p14:creationId xmlns:p14="http://schemas.microsoft.com/office/powerpoint/2010/main" val="40506747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7" name="Picture 6">
            <a:extLst>
              <a:ext uri="{FF2B5EF4-FFF2-40B4-BE49-F238E27FC236}">
                <a16:creationId xmlns:a16="http://schemas.microsoft.com/office/drawing/2014/main" xmlns="" id="{8563707F-7AD3-4ECF-937B-6B7D9171A60C}"/>
              </a:ext>
            </a:extLst>
          </p:cNvPr>
          <p:cNvPicPr>
            <a:picLocks noChangeAspect="1"/>
          </p:cNvPicPr>
          <p:nvPr>
            <p:custDataLst>
              <p:tags r:id="rId2"/>
            </p:custDataLst>
          </p:nvPr>
        </p:nvPicPr>
        <p:blipFill>
          <a:blip r:embed="rId5"/>
          <a:stretch>
            <a:fillRect/>
          </a:stretch>
        </p:blipFill>
        <p:spPr>
          <a:xfrm>
            <a:off x="503668" y="2091700"/>
            <a:ext cx="11397180" cy="3104487"/>
          </a:xfrm>
          <a:prstGeom prst="rect">
            <a:avLst/>
          </a:prstGeom>
        </p:spPr>
      </p:pic>
      <p:sp>
        <p:nvSpPr>
          <p:cNvPr id="8" name="Content Placeholder 2">
            <a:extLst>
              <a:ext uri="{FF2B5EF4-FFF2-40B4-BE49-F238E27FC236}">
                <a16:creationId xmlns:a16="http://schemas.microsoft.com/office/drawing/2014/main" xmlns="" id="{AF802A76-54E3-4F53-A3A8-885CACC77E66}"/>
              </a:ext>
            </a:extLst>
          </p:cNvPr>
          <p:cNvSpPr txBox="1">
            <a:spLocks/>
          </p:cNvSpPr>
          <p:nvPr>
            <p:custDataLst>
              <p:tags r:id="rId3"/>
            </p:custDataLst>
          </p:nvPr>
        </p:nvSpPr>
        <p:spPr>
          <a:xfrm>
            <a:off x="619999" y="1246270"/>
            <a:ext cx="12192000" cy="496231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8"/>
            </a:pPr>
            <a:r>
              <a:rPr lang="en-US" sz="2050" dirty="0"/>
              <a:t>Click close to exist the Shipment Entry resource. </a:t>
            </a:r>
            <a:endParaRPr lang="en-CA" sz="2050" dirty="0"/>
          </a:p>
        </p:txBody>
      </p:sp>
    </p:spTree>
    <p:extLst>
      <p:ext uri="{BB962C8B-B14F-4D97-AF65-F5344CB8AC3E}">
        <p14:creationId xmlns:p14="http://schemas.microsoft.com/office/powerpoint/2010/main" val="5528811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9927C7C2-E8CC-46D4-BAFF-C1A79E539B29}"/>
              </a:ext>
            </a:extLst>
          </p:cNvPr>
          <p:cNvPicPr>
            <a:picLocks noChangeAspect="1"/>
          </p:cNvPicPr>
          <p:nvPr>
            <p:custDataLst>
              <p:tags r:id="rId2"/>
            </p:custDataLst>
          </p:nvPr>
        </p:nvPicPr>
        <p:blipFill>
          <a:blip r:embed="rId6"/>
          <a:stretch>
            <a:fillRect/>
          </a:stretch>
        </p:blipFill>
        <p:spPr>
          <a:xfrm>
            <a:off x="838200" y="2439486"/>
            <a:ext cx="9419692" cy="3843668"/>
          </a:xfrm>
          <a:prstGeom prst="rect">
            <a:avLst/>
          </a:prstGeom>
        </p:spPr>
      </p:pic>
      <p:sp>
        <p:nvSpPr>
          <p:cNvPr id="7" name="Content Placeholder 2">
            <a:extLst>
              <a:ext uri="{FF2B5EF4-FFF2-40B4-BE49-F238E27FC236}">
                <a16:creationId xmlns:a16="http://schemas.microsoft.com/office/drawing/2014/main" xmlns="" id="{2AA38099-5985-40BC-889A-69A33F34FE89}"/>
              </a:ext>
            </a:extLst>
          </p:cNvPr>
          <p:cNvSpPr txBox="1">
            <a:spLocks/>
          </p:cNvSpPr>
          <p:nvPr>
            <p:custDataLst>
              <p:tags r:id="rId3"/>
            </p:custDataLst>
          </p:nvPr>
        </p:nvSpPr>
        <p:spPr>
          <a:xfrm>
            <a:off x="619999" y="1058779"/>
            <a:ext cx="10733801" cy="505355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9"/>
            </a:pPr>
            <a:r>
              <a:rPr lang="en-US" sz="2100" dirty="0"/>
              <a:t>Return to the Shipping Activities resource and retrieve the appropriate shipment. </a:t>
            </a:r>
          </a:p>
          <a:p>
            <a:pPr marL="457200" indent="-457200">
              <a:lnSpc>
                <a:spcPct val="150000"/>
              </a:lnSpc>
              <a:buFont typeface="+mj-lt"/>
              <a:buAutoNum type="arabicPeriod" startAt="9"/>
            </a:pPr>
            <a:r>
              <a:rPr lang="en-US" sz="2100" dirty="0"/>
              <a:t>Select the Use Record as Criteria for Action button and click on the Void Paperwork action. </a:t>
            </a:r>
          </a:p>
          <a:p>
            <a:pPr marL="457200" indent="-457200">
              <a:lnSpc>
                <a:spcPct val="150000"/>
              </a:lnSpc>
              <a:buFont typeface="+mj-lt"/>
              <a:buAutoNum type="arabicPeriod" startAt="9"/>
            </a:pPr>
            <a:endParaRPr lang="en-US" sz="2100" dirty="0"/>
          </a:p>
          <a:p>
            <a:pPr marL="457200" indent="-457200">
              <a:lnSpc>
                <a:spcPct val="150000"/>
              </a:lnSpc>
              <a:buFont typeface="+mj-lt"/>
              <a:buAutoNum type="arabicPeriod" startAt="9"/>
            </a:pPr>
            <a:endParaRPr lang="en-CA" sz="2100" dirty="0"/>
          </a:p>
        </p:txBody>
      </p:sp>
    </p:spTree>
    <p:extLst>
      <p:ext uri="{BB962C8B-B14F-4D97-AF65-F5344CB8AC3E}">
        <p14:creationId xmlns:p14="http://schemas.microsoft.com/office/powerpoint/2010/main" val="15835683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30BA8DC-9C7A-4B2C-895E-1B631BC9F3F9}"/>
              </a:ext>
            </a:extLst>
          </p:cNvPr>
          <p:cNvSpPr>
            <a:spLocks noGrp="1"/>
          </p:cNvSpPr>
          <p:nvPr>
            <p:ph idx="1"/>
            <p:custDataLst>
              <p:tags r:id="rId2"/>
            </p:custDataLst>
          </p:nvPr>
        </p:nvSpPr>
        <p:spPr>
          <a:xfrm>
            <a:off x="446282" y="1346283"/>
            <a:ext cx="7304377" cy="4749216"/>
          </a:xfrm>
        </p:spPr>
        <p:txBody>
          <a:bodyPr/>
          <a:lstStyle/>
          <a:p>
            <a:pPr marL="457200" indent="-457200" algn="just">
              <a:lnSpc>
                <a:spcPct val="150000"/>
              </a:lnSpc>
              <a:buFont typeface="+mj-lt"/>
              <a:buAutoNum type="arabicPeriod" startAt="11"/>
            </a:pPr>
            <a:r>
              <a:rPr lang="fr-CA" sz="2100" dirty="0" err="1"/>
              <a:t>From</a:t>
            </a:r>
            <a:r>
              <a:rPr lang="fr-CA" sz="2100" dirty="0"/>
              <a:t> the new </a:t>
            </a:r>
            <a:r>
              <a:rPr lang="fr-CA" sz="2100" dirty="0" err="1"/>
              <a:t>window</a:t>
            </a:r>
            <a:r>
              <a:rPr lang="fr-CA" sz="2100" dirty="0"/>
              <a:t>, select the </a:t>
            </a:r>
            <a:r>
              <a:rPr lang="fr-CA" sz="2100" dirty="0" err="1"/>
              <a:t>Void</a:t>
            </a:r>
            <a:r>
              <a:rPr lang="fr-CA" sz="2100" dirty="0"/>
              <a:t> action for </a:t>
            </a:r>
            <a:r>
              <a:rPr lang="fr-CA" sz="2100" dirty="0" err="1"/>
              <a:t>each</a:t>
            </a:r>
            <a:r>
              <a:rPr lang="fr-CA" sz="2100" dirty="0"/>
              <a:t> </a:t>
            </a:r>
            <a:r>
              <a:rPr lang="fr-CA" sz="2100" dirty="0" err="1"/>
              <a:t>paperwork</a:t>
            </a:r>
            <a:r>
              <a:rPr lang="fr-CA" sz="2100" dirty="0"/>
              <a:t>. </a:t>
            </a:r>
          </a:p>
          <a:p>
            <a:pPr marL="457200" indent="-457200" algn="just">
              <a:lnSpc>
                <a:spcPct val="150000"/>
              </a:lnSpc>
              <a:buFont typeface="+mj-lt"/>
              <a:buAutoNum type="arabicPeriod" startAt="11"/>
            </a:pPr>
            <a:r>
              <a:rPr lang="fr-CA" sz="2100" dirty="0"/>
              <a:t>Click </a:t>
            </a:r>
            <a:r>
              <a:rPr lang="fr-CA" sz="2100" dirty="0" err="1"/>
              <a:t>Submit</a:t>
            </a:r>
            <a:r>
              <a:rPr lang="fr-CA" sz="2100" dirty="0"/>
              <a:t>. </a:t>
            </a:r>
          </a:p>
          <a:p>
            <a:pPr marL="457200" indent="-457200" algn="just">
              <a:lnSpc>
                <a:spcPct val="150000"/>
              </a:lnSpc>
              <a:buFont typeface="+mj-lt"/>
              <a:buAutoNum type="arabicPeriod" startAt="11"/>
            </a:pPr>
            <a:r>
              <a:rPr lang="fr-CA" sz="2100" dirty="0"/>
              <a:t>You </a:t>
            </a:r>
            <a:r>
              <a:rPr lang="fr-CA" sz="2100" dirty="0" err="1"/>
              <a:t>will</a:t>
            </a:r>
            <a:r>
              <a:rPr lang="fr-CA" sz="2100" dirty="0"/>
              <a:t> </a:t>
            </a:r>
            <a:r>
              <a:rPr lang="fr-CA" sz="2100" dirty="0" err="1"/>
              <a:t>be</a:t>
            </a:r>
            <a:r>
              <a:rPr lang="fr-CA" sz="2100" dirty="0"/>
              <a:t> </a:t>
            </a:r>
            <a:r>
              <a:rPr lang="fr-CA" sz="2100" dirty="0" err="1"/>
              <a:t>redirected</a:t>
            </a:r>
            <a:r>
              <a:rPr lang="fr-CA" sz="2100" dirty="0"/>
              <a:t> to the Shipping </a:t>
            </a:r>
            <a:r>
              <a:rPr lang="fr-CA" sz="2100" dirty="0" err="1"/>
              <a:t>Activities</a:t>
            </a:r>
            <a:r>
              <a:rPr lang="fr-CA" sz="2100" dirty="0"/>
              <a:t> </a:t>
            </a:r>
            <a:r>
              <a:rPr lang="fr-CA" sz="2100" dirty="0" err="1"/>
              <a:t>resource</a:t>
            </a:r>
            <a:r>
              <a:rPr lang="fr-CA" sz="2100" dirty="0"/>
              <a:t>. Click Close to exit the </a:t>
            </a:r>
            <a:r>
              <a:rPr lang="fr-CA" sz="2100" dirty="0" err="1"/>
              <a:t>resource</a:t>
            </a:r>
            <a:r>
              <a:rPr lang="fr-CA" sz="2100" dirty="0"/>
              <a:t>. </a:t>
            </a:r>
            <a:endParaRPr lang="en-CA" sz="2100" dirty="0"/>
          </a:p>
        </p:txBody>
      </p:sp>
      <p:pic>
        <p:nvPicPr>
          <p:cNvPr id="7" name="Picture 6">
            <a:extLst>
              <a:ext uri="{FF2B5EF4-FFF2-40B4-BE49-F238E27FC236}">
                <a16:creationId xmlns:a16="http://schemas.microsoft.com/office/drawing/2014/main" xmlns="" id="{83B51389-C291-46CC-AA65-B7E576389FAE}"/>
              </a:ext>
            </a:extLst>
          </p:cNvPr>
          <p:cNvPicPr>
            <a:picLocks noChangeAspect="1"/>
          </p:cNvPicPr>
          <p:nvPr>
            <p:custDataLst>
              <p:tags r:id="rId3"/>
            </p:custDataLst>
          </p:nvPr>
        </p:nvPicPr>
        <p:blipFill>
          <a:blip r:embed="rId6"/>
          <a:stretch>
            <a:fillRect/>
          </a:stretch>
        </p:blipFill>
        <p:spPr>
          <a:xfrm>
            <a:off x="288758" y="4826155"/>
            <a:ext cx="11582400" cy="1159959"/>
          </a:xfrm>
          <a:prstGeom prst="rect">
            <a:avLst/>
          </a:prstGeom>
        </p:spPr>
      </p:pic>
      <p:grpSp>
        <p:nvGrpSpPr>
          <p:cNvPr id="10" name="Group 9">
            <a:extLst>
              <a:ext uri="{FF2B5EF4-FFF2-40B4-BE49-F238E27FC236}">
                <a16:creationId xmlns:a16="http://schemas.microsoft.com/office/drawing/2014/main" xmlns="" id="{0BDF2E30-A9F1-4516-85CF-510045360F12}"/>
              </a:ext>
            </a:extLst>
          </p:cNvPr>
          <p:cNvGrpSpPr/>
          <p:nvPr>
            <p:custDataLst>
              <p:tags r:id="rId4"/>
            </p:custDataLst>
          </p:nvPr>
        </p:nvGrpSpPr>
        <p:grpSpPr>
          <a:xfrm>
            <a:off x="8534494" y="1188326"/>
            <a:ext cx="3211224" cy="3365042"/>
            <a:chOff x="8534494" y="365125"/>
            <a:chExt cx="3211224" cy="3365042"/>
          </a:xfrm>
        </p:grpSpPr>
        <p:pic>
          <p:nvPicPr>
            <p:cNvPr id="5" name="Picture 4">
              <a:extLst>
                <a:ext uri="{FF2B5EF4-FFF2-40B4-BE49-F238E27FC236}">
                  <a16:creationId xmlns:a16="http://schemas.microsoft.com/office/drawing/2014/main" xmlns="" id="{561CCED2-62C5-4269-9ACA-CBED07C54FE4}"/>
                </a:ext>
              </a:extLst>
            </p:cNvPr>
            <p:cNvPicPr>
              <a:picLocks noChangeAspect="1"/>
            </p:cNvPicPr>
            <p:nvPr/>
          </p:nvPicPr>
          <p:blipFill rotWithShape="1">
            <a:blip r:embed="rId7"/>
            <a:srcRect b="54952"/>
            <a:stretch/>
          </p:blipFill>
          <p:spPr>
            <a:xfrm>
              <a:off x="8534495" y="365125"/>
              <a:ext cx="3211223" cy="2378075"/>
            </a:xfrm>
            <a:prstGeom prst="rect">
              <a:avLst/>
            </a:prstGeom>
          </p:spPr>
        </p:pic>
        <p:pic>
          <p:nvPicPr>
            <p:cNvPr id="9" name="Picture 8">
              <a:extLst>
                <a:ext uri="{FF2B5EF4-FFF2-40B4-BE49-F238E27FC236}">
                  <a16:creationId xmlns:a16="http://schemas.microsoft.com/office/drawing/2014/main" xmlns="" id="{BDDF91DB-EEC3-4DC9-841D-8902C05C87AC}"/>
                </a:ext>
              </a:extLst>
            </p:cNvPr>
            <p:cNvPicPr>
              <a:picLocks noChangeAspect="1"/>
            </p:cNvPicPr>
            <p:nvPr/>
          </p:nvPicPr>
          <p:blipFill rotWithShape="1">
            <a:blip r:embed="rId7"/>
            <a:srcRect t="80147"/>
            <a:stretch/>
          </p:blipFill>
          <p:spPr>
            <a:xfrm>
              <a:off x="8534494" y="2682122"/>
              <a:ext cx="3211223" cy="1048045"/>
            </a:xfrm>
            <a:prstGeom prst="rect">
              <a:avLst/>
            </a:prstGeom>
          </p:spPr>
        </p:pic>
      </p:grpSp>
    </p:spTree>
    <p:extLst>
      <p:ext uri="{BB962C8B-B14F-4D97-AF65-F5344CB8AC3E}">
        <p14:creationId xmlns:p14="http://schemas.microsoft.com/office/powerpoint/2010/main" val="1359913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30BA8DC-9C7A-4B2C-895E-1B631BC9F3F9}"/>
              </a:ext>
            </a:extLst>
          </p:cNvPr>
          <p:cNvSpPr>
            <a:spLocks noGrp="1"/>
          </p:cNvSpPr>
          <p:nvPr>
            <p:ph idx="1"/>
            <p:custDataLst>
              <p:tags r:id="rId2"/>
            </p:custDataLst>
          </p:nvPr>
        </p:nvSpPr>
        <p:spPr>
          <a:xfrm>
            <a:off x="838200" y="1203158"/>
            <a:ext cx="6108032" cy="4861511"/>
          </a:xfrm>
        </p:spPr>
        <p:txBody>
          <a:bodyPr/>
          <a:lstStyle/>
          <a:p>
            <a:pPr marL="0" indent="0" algn="just">
              <a:lnSpc>
                <a:spcPct val="130000"/>
              </a:lnSpc>
              <a:buNone/>
            </a:pPr>
            <a:r>
              <a:rPr lang="en-US" sz="2100" dirty="0">
                <a:effectLst/>
                <a:latin typeface="Segoe UI" panose="020B0502040204020203" pitchFamily="34" charset="0"/>
                <a:ea typeface="Segoe UI" panose="020B0502040204020203" pitchFamily="34" charset="0"/>
                <a:cs typeface="Segoe UI" panose="020B0502040204020203" pitchFamily="34" charset="0"/>
              </a:rPr>
              <a:t>You then have to unpack the container. Container unpacking is where some or all the contents of a container are removed (unpacked) to a specified location. To do this: </a:t>
            </a:r>
          </a:p>
          <a:p>
            <a:pPr marL="457200" indent="-457200" algn="just">
              <a:lnSpc>
                <a:spcPct val="130000"/>
              </a:lnSpc>
              <a:buFont typeface="+mj-lt"/>
              <a:buAutoNum type="arabicPeriod" startAt="14"/>
            </a:pPr>
            <a:r>
              <a:rPr lang="en-US" sz="2100" dirty="0">
                <a:latin typeface="Segoe UI" panose="020B0502040204020203" pitchFamily="34" charset="0"/>
                <a:cs typeface="Segoe UI" panose="020B0502040204020203" pitchFamily="34" charset="0"/>
              </a:rPr>
              <a:t>Access the </a:t>
            </a:r>
            <a:r>
              <a:rPr lang="en-US" sz="2100" b="1" dirty="0">
                <a:latin typeface="Segoe UI" panose="020B0502040204020203" pitchFamily="34" charset="0"/>
                <a:cs typeface="Segoe UI" panose="020B0502040204020203" pitchFamily="34" charset="0"/>
              </a:rPr>
              <a:t>Outbound Order Management </a:t>
            </a:r>
            <a:r>
              <a:rPr lang="en-US" sz="2100" dirty="0">
                <a:latin typeface="Segoe UI" panose="020B0502040204020203" pitchFamily="34" charset="0"/>
                <a:cs typeface="Segoe UI" panose="020B0502040204020203" pitchFamily="34" charset="0"/>
              </a:rPr>
              <a:t>resource.</a:t>
            </a:r>
          </a:p>
          <a:p>
            <a:pPr marL="457200" indent="-457200" algn="just">
              <a:lnSpc>
                <a:spcPct val="130000"/>
              </a:lnSpc>
              <a:buFont typeface="+mj-lt"/>
              <a:buAutoNum type="arabicPeriod" startAt="14"/>
            </a:pPr>
            <a:r>
              <a:rPr lang="en-US" sz="2100" dirty="0">
                <a:latin typeface="Segoe UI" panose="020B0502040204020203" pitchFamily="34" charset="0"/>
                <a:cs typeface="Segoe UI" panose="020B0502040204020203" pitchFamily="34" charset="0"/>
              </a:rPr>
              <a:t>Under Outbound Order Management, click on </a:t>
            </a:r>
            <a:r>
              <a:rPr lang="en-US" sz="2100" b="1" dirty="0">
                <a:latin typeface="Segoe UI" panose="020B0502040204020203" pitchFamily="34" charset="0"/>
                <a:cs typeface="Segoe UI" panose="020B0502040204020203" pitchFamily="34" charset="0"/>
              </a:rPr>
              <a:t>Packing Station Activities</a:t>
            </a:r>
            <a:r>
              <a:rPr lang="en-US" sz="2100" dirty="0">
                <a:latin typeface="Segoe UI" panose="020B0502040204020203" pitchFamily="34" charset="0"/>
                <a:cs typeface="Segoe UI" panose="020B0502040204020203" pitchFamily="34" charset="0"/>
              </a:rPr>
              <a:t>.</a:t>
            </a:r>
          </a:p>
          <a:p>
            <a:pPr marL="457200" indent="-457200" algn="just">
              <a:lnSpc>
                <a:spcPct val="130000"/>
              </a:lnSpc>
              <a:buFont typeface="+mj-lt"/>
              <a:buAutoNum type="arabicPeriod" startAt="14"/>
            </a:pPr>
            <a:r>
              <a:rPr lang="en-US" sz="2100" dirty="0">
                <a:latin typeface="Segoe UI" panose="020B0502040204020203" pitchFamily="34" charset="0"/>
                <a:cs typeface="Segoe UI" panose="020B0502040204020203" pitchFamily="34" charset="0"/>
              </a:rPr>
              <a:t>Under Packing Station Activities, click on </a:t>
            </a:r>
            <a:r>
              <a:rPr lang="en-US" sz="2100" b="1" dirty="0">
                <a:latin typeface="Segoe UI" panose="020B0502040204020203" pitchFamily="34" charset="0"/>
                <a:cs typeface="Segoe UI" panose="020B0502040204020203" pitchFamily="34" charset="0"/>
              </a:rPr>
              <a:t>Container Merge or Unpack. </a:t>
            </a:r>
            <a:endParaRPr lang="en-US" sz="2100" dirty="0">
              <a:latin typeface="Segoe UI" panose="020B0502040204020203" pitchFamily="34" charset="0"/>
              <a:cs typeface="Segoe UI" panose="020B0502040204020203" pitchFamily="34" charset="0"/>
            </a:endParaRPr>
          </a:p>
          <a:p>
            <a:pPr marL="0" indent="0" algn="just">
              <a:lnSpc>
                <a:spcPct val="130000"/>
              </a:lnSpc>
              <a:buNone/>
            </a:pPr>
            <a:endParaRPr lang="en-CA" sz="2100" dirty="0">
              <a:latin typeface="Segoe UI" panose="020B0502040204020203" pitchFamily="34" charset="0"/>
              <a:cs typeface="Segoe UI" panose="020B0502040204020203" pitchFamily="34" charset="0"/>
            </a:endParaRPr>
          </a:p>
          <a:p>
            <a:pPr algn="just">
              <a:lnSpc>
                <a:spcPct val="130000"/>
              </a:lnSpc>
            </a:pPr>
            <a:endParaRPr lang="en-CA" sz="21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xmlns="" id="{1ED87E26-0C3A-47CA-9E58-49211F859F93}"/>
              </a:ext>
            </a:extLst>
          </p:cNvPr>
          <p:cNvPicPr>
            <a:picLocks noChangeAspect="1"/>
          </p:cNvPicPr>
          <p:nvPr>
            <p:custDataLst>
              <p:tags r:id="rId3"/>
            </p:custDataLst>
          </p:nvPr>
        </p:nvPicPr>
        <p:blipFill>
          <a:blip r:embed="rId6"/>
          <a:stretch>
            <a:fillRect/>
          </a:stretch>
        </p:blipFill>
        <p:spPr>
          <a:xfrm>
            <a:off x="7173634" y="1354262"/>
            <a:ext cx="4180166" cy="3924888"/>
          </a:xfrm>
          <a:prstGeom prst="rect">
            <a:avLst/>
          </a:prstGeom>
        </p:spPr>
      </p:pic>
    </p:spTree>
    <p:extLst>
      <p:ext uri="{BB962C8B-B14F-4D97-AF65-F5344CB8AC3E}">
        <p14:creationId xmlns:p14="http://schemas.microsoft.com/office/powerpoint/2010/main" val="8273115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11" name="Picture 10">
            <a:extLst>
              <a:ext uri="{FF2B5EF4-FFF2-40B4-BE49-F238E27FC236}">
                <a16:creationId xmlns:a16="http://schemas.microsoft.com/office/drawing/2014/main" xmlns="" id="{B53D9509-B822-4368-ACA9-142A8F2524DE}"/>
              </a:ext>
            </a:extLst>
          </p:cNvPr>
          <p:cNvPicPr>
            <a:picLocks noChangeAspect="1"/>
          </p:cNvPicPr>
          <p:nvPr>
            <p:custDataLst>
              <p:tags r:id="rId2"/>
            </p:custDataLst>
          </p:nvPr>
        </p:nvPicPr>
        <p:blipFill>
          <a:blip r:embed="rId6"/>
          <a:stretch>
            <a:fillRect/>
          </a:stretch>
        </p:blipFill>
        <p:spPr>
          <a:xfrm>
            <a:off x="7817205" y="365125"/>
            <a:ext cx="3966571" cy="5630779"/>
          </a:xfrm>
          <a:prstGeom prst="rect">
            <a:avLst/>
          </a:prstGeom>
        </p:spPr>
      </p:pic>
      <p:sp>
        <p:nvSpPr>
          <p:cNvPr id="12" name="Content Placeholder 2">
            <a:extLst>
              <a:ext uri="{FF2B5EF4-FFF2-40B4-BE49-F238E27FC236}">
                <a16:creationId xmlns:a16="http://schemas.microsoft.com/office/drawing/2014/main" xmlns="" id="{438BD7B8-DE0F-4F7B-B671-399E40009095}"/>
              </a:ext>
            </a:extLst>
          </p:cNvPr>
          <p:cNvSpPr>
            <a:spLocks noGrp="1"/>
          </p:cNvSpPr>
          <p:nvPr>
            <p:ph idx="1"/>
            <p:custDataLst>
              <p:tags r:id="rId3"/>
            </p:custDataLst>
          </p:nvPr>
        </p:nvSpPr>
        <p:spPr>
          <a:xfrm>
            <a:off x="446282" y="1235923"/>
            <a:ext cx="7304377" cy="4749216"/>
          </a:xfrm>
        </p:spPr>
        <p:txBody>
          <a:bodyPr/>
          <a:lstStyle/>
          <a:p>
            <a:pPr marL="457200" indent="-457200" algn="just">
              <a:lnSpc>
                <a:spcPct val="140000"/>
              </a:lnSpc>
              <a:buFont typeface="+mj-lt"/>
              <a:buAutoNum type="arabicPeriod" startAt="17"/>
            </a:pPr>
            <a:r>
              <a:rPr lang="en-US" sz="2100" dirty="0"/>
              <a:t>Enter the Container ID that will be unpacked in the Container field. </a:t>
            </a:r>
          </a:p>
          <a:p>
            <a:pPr marL="457200" indent="-457200" algn="just">
              <a:lnSpc>
                <a:spcPct val="140000"/>
              </a:lnSpc>
              <a:buFont typeface="+mj-lt"/>
              <a:buAutoNum type="arabicPeriod" startAt="17"/>
            </a:pPr>
            <a:r>
              <a:rPr lang="en-US" sz="2100" dirty="0"/>
              <a:t>Enter the location where the unpacked inventory will be placed in the To Location field. </a:t>
            </a:r>
          </a:p>
          <a:p>
            <a:pPr marL="457200" indent="-457200" algn="just">
              <a:lnSpc>
                <a:spcPct val="140000"/>
              </a:lnSpc>
              <a:buFont typeface="+mj-lt"/>
              <a:buAutoNum type="arabicPeriod" startAt="17"/>
            </a:pPr>
            <a:r>
              <a:rPr lang="en-US" sz="2100" dirty="0"/>
              <a:t>Update the All Contents field as required. If you are unpacking the container and transferring the entire contents to the new location set the All Contents field to Yes. Otherwise, select No in the event that only a partial quantity needs to be removed from the outbound order.</a:t>
            </a:r>
          </a:p>
          <a:p>
            <a:pPr marL="457200" indent="-457200" algn="just">
              <a:lnSpc>
                <a:spcPct val="140000"/>
              </a:lnSpc>
              <a:buFont typeface="+mj-lt"/>
              <a:buAutoNum type="arabicPeriod" startAt="17"/>
            </a:pPr>
            <a:r>
              <a:rPr lang="en-US" sz="2100" dirty="0"/>
              <a:t>Click Continue. </a:t>
            </a:r>
          </a:p>
        </p:txBody>
      </p:sp>
    </p:spTree>
    <p:extLst>
      <p:ext uri="{BB962C8B-B14F-4D97-AF65-F5344CB8AC3E}">
        <p14:creationId xmlns:p14="http://schemas.microsoft.com/office/powerpoint/2010/main" val="19942271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grpSp>
        <p:nvGrpSpPr>
          <p:cNvPr id="8" name="Group 7">
            <a:extLst>
              <a:ext uri="{FF2B5EF4-FFF2-40B4-BE49-F238E27FC236}">
                <a16:creationId xmlns:a16="http://schemas.microsoft.com/office/drawing/2014/main" xmlns="" id="{D242070E-16C6-4BE1-B48B-8D063F89528D}"/>
              </a:ext>
            </a:extLst>
          </p:cNvPr>
          <p:cNvGrpSpPr/>
          <p:nvPr>
            <p:custDataLst>
              <p:tags r:id="rId2"/>
            </p:custDataLst>
          </p:nvPr>
        </p:nvGrpSpPr>
        <p:grpSpPr>
          <a:xfrm>
            <a:off x="446282" y="4003799"/>
            <a:ext cx="11252423" cy="2280559"/>
            <a:chOff x="0" y="863695"/>
            <a:chExt cx="12192000" cy="2399495"/>
          </a:xfrm>
        </p:grpSpPr>
        <p:pic>
          <p:nvPicPr>
            <p:cNvPr id="5" name="Picture 4">
              <a:extLst>
                <a:ext uri="{FF2B5EF4-FFF2-40B4-BE49-F238E27FC236}">
                  <a16:creationId xmlns:a16="http://schemas.microsoft.com/office/drawing/2014/main" xmlns="" id="{21E521F9-7AF6-457B-8B1F-96C770E2162B}"/>
                </a:ext>
              </a:extLst>
            </p:cNvPr>
            <p:cNvPicPr>
              <a:picLocks noChangeAspect="1"/>
            </p:cNvPicPr>
            <p:nvPr/>
          </p:nvPicPr>
          <p:blipFill rotWithShape="1">
            <a:blip r:embed="rId6"/>
            <a:srcRect b="57738"/>
            <a:stretch/>
          </p:blipFill>
          <p:spPr>
            <a:xfrm>
              <a:off x="0" y="863695"/>
              <a:ext cx="12192000" cy="2168264"/>
            </a:xfrm>
            <a:prstGeom prst="rect">
              <a:avLst/>
            </a:prstGeom>
          </p:spPr>
        </p:pic>
        <p:pic>
          <p:nvPicPr>
            <p:cNvPr id="7" name="Picture 6">
              <a:extLst>
                <a:ext uri="{FF2B5EF4-FFF2-40B4-BE49-F238E27FC236}">
                  <a16:creationId xmlns:a16="http://schemas.microsoft.com/office/drawing/2014/main" xmlns="" id="{0CCBF39B-252F-4A23-8BD0-EBCA8C566931}"/>
                </a:ext>
              </a:extLst>
            </p:cNvPr>
            <p:cNvPicPr>
              <a:picLocks noChangeAspect="1"/>
            </p:cNvPicPr>
            <p:nvPr/>
          </p:nvPicPr>
          <p:blipFill rotWithShape="1">
            <a:blip r:embed="rId6"/>
            <a:srcRect t="84352"/>
            <a:stretch/>
          </p:blipFill>
          <p:spPr>
            <a:xfrm>
              <a:off x="0" y="2460332"/>
              <a:ext cx="12192000" cy="802858"/>
            </a:xfrm>
            <a:prstGeom prst="rect">
              <a:avLst/>
            </a:prstGeom>
          </p:spPr>
        </p:pic>
      </p:grpSp>
      <p:sp>
        <p:nvSpPr>
          <p:cNvPr id="9" name="Content Placeholder 2">
            <a:extLst>
              <a:ext uri="{FF2B5EF4-FFF2-40B4-BE49-F238E27FC236}">
                <a16:creationId xmlns:a16="http://schemas.microsoft.com/office/drawing/2014/main" xmlns="" id="{8329EE8A-4097-4E11-99B6-A5F6BA92EAB7}"/>
              </a:ext>
            </a:extLst>
          </p:cNvPr>
          <p:cNvSpPr>
            <a:spLocks noGrp="1"/>
          </p:cNvSpPr>
          <p:nvPr>
            <p:ph idx="1"/>
            <p:custDataLst>
              <p:tags r:id="rId3"/>
            </p:custDataLst>
          </p:nvPr>
        </p:nvSpPr>
        <p:spPr>
          <a:xfrm>
            <a:off x="446282" y="1185863"/>
            <a:ext cx="11456960" cy="4749216"/>
          </a:xfrm>
        </p:spPr>
        <p:txBody>
          <a:bodyPr/>
          <a:lstStyle/>
          <a:p>
            <a:pPr marL="457200" indent="-457200" algn="just">
              <a:lnSpc>
                <a:spcPct val="130000"/>
              </a:lnSpc>
              <a:buFont typeface="+mj-lt"/>
              <a:buAutoNum type="arabicPeriod" startAt="21"/>
            </a:pPr>
            <a:r>
              <a:rPr lang="en-US" sz="2100" dirty="0"/>
              <a:t>The Container Merge or Unpack Inventory screen is displayed. The Input Quantity field represents the amount of inventory you are unpacking from the container. If you selected All Contents to be unpacked the Input Quantity field is for display purposes only, it is defaulted to the quantity currently in the from container and cannot be changed. Otherwise, manually change the Input Quantity of the item you wish to remove from the outbound order. </a:t>
            </a:r>
          </a:p>
          <a:p>
            <a:pPr marL="457200" indent="-457200" algn="just">
              <a:lnSpc>
                <a:spcPct val="130000"/>
              </a:lnSpc>
              <a:buFont typeface="+mj-lt"/>
              <a:buAutoNum type="arabicPeriod" startAt="21"/>
            </a:pPr>
            <a:r>
              <a:rPr lang="en-US" sz="2100" dirty="0"/>
              <a:t>Click Continue. </a:t>
            </a:r>
          </a:p>
        </p:txBody>
      </p:sp>
    </p:spTree>
    <p:extLst>
      <p:ext uri="{BB962C8B-B14F-4D97-AF65-F5344CB8AC3E}">
        <p14:creationId xmlns:p14="http://schemas.microsoft.com/office/powerpoint/2010/main" val="19581686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7" name="Picture 6">
            <a:extLst>
              <a:ext uri="{FF2B5EF4-FFF2-40B4-BE49-F238E27FC236}">
                <a16:creationId xmlns:a16="http://schemas.microsoft.com/office/drawing/2014/main" xmlns="" id="{38CA9A2C-5BCA-41A2-B3F9-0DFC9C4173E6}"/>
              </a:ext>
            </a:extLst>
          </p:cNvPr>
          <p:cNvPicPr>
            <a:picLocks noChangeAspect="1"/>
          </p:cNvPicPr>
          <p:nvPr>
            <p:custDataLst>
              <p:tags r:id="rId2"/>
            </p:custDataLst>
          </p:nvPr>
        </p:nvPicPr>
        <p:blipFill>
          <a:blip r:embed="rId7"/>
          <a:stretch>
            <a:fillRect/>
          </a:stretch>
        </p:blipFill>
        <p:spPr>
          <a:xfrm>
            <a:off x="481263" y="5358690"/>
            <a:ext cx="10515600" cy="985838"/>
          </a:xfrm>
          <a:prstGeom prst="rect">
            <a:avLst/>
          </a:prstGeom>
        </p:spPr>
      </p:pic>
      <p:sp>
        <p:nvSpPr>
          <p:cNvPr id="10" name="Content Placeholder 2">
            <a:extLst>
              <a:ext uri="{FF2B5EF4-FFF2-40B4-BE49-F238E27FC236}">
                <a16:creationId xmlns:a16="http://schemas.microsoft.com/office/drawing/2014/main" xmlns="" id="{EE5F7FF5-313E-4CD8-A3DD-E1443DEAAA3B}"/>
              </a:ext>
            </a:extLst>
          </p:cNvPr>
          <p:cNvSpPr txBox="1">
            <a:spLocks/>
          </p:cNvSpPr>
          <p:nvPr>
            <p:custDataLst>
              <p:tags r:id="rId3"/>
            </p:custDataLst>
          </p:nvPr>
        </p:nvSpPr>
        <p:spPr>
          <a:xfrm>
            <a:off x="446282" y="1456573"/>
            <a:ext cx="7732920" cy="4749216"/>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23"/>
            </a:pPr>
            <a:r>
              <a:rPr lang="en-US" sz="2100" dirty="0"/>
              <a:t>The Container Merge or Unpack screen is redisplayed. Note that the Pieces field will have been updated to reflect the amount of inventory remaining in the from container. </a:t>
            </a:r>
          </a:p>
          <a:p>
            <a:pPr marL="457200" indent="-457200" algn="just">
              <a:lnSpc>
                <a:spcPct val="130000"/>
              </a:lnSpc>
              <a:buFont typeface="+mj-lt"/>
              <a:buAutoNum type="arabicPeriod" startAt="23"/>
            </a:pPr>
            <a:r>
              <a:rPr lang="en-US" sz="2100" dirty="0"/>
              <a:t>Click Submit once you have finished unpacking the container. </a:t>
            </a:r>
          </a:p>
          <a:p>
            <a:pPr marL="0" indent="0" algn="just">
              <a:lnSpc>
                <a:spcPct val="130000"/>
              </a:lnSpc>
              <a:buNone/>
            </a:pPr>
            <a:r>
              <a:rPr lang="en-US" sz="2100" dirty="0"/>
              <a:t>Note: If unpacked inventory was previously associated to an outbound order, at this stage, it will remain assigned to the order.</a:t>
            </a:r>
          </a:p>
          <a:p>
            <a:pPr marL="457200" indent="-457200" algn="just">
              <a:lnSpc>
                <a:spcPct val="130000"/>
              </a:lnSpc>
              <a:buFont typeface="+mj-lt"/>
              <a:buAutoNum type="arabicPeriod" startAt="25"/>
            </a:pPr>
            <a:r>
              <a:rPr lang="en-US" sz="2100" dirty="0"/>
              <a:t>Click Close to exit the Container Merge or Unpack resource.</a:t>
            </a:r>
          </a:p>
        </p:txBody>
      </p:sp>
      <p:pic>
        <p:nvPicPr>
          <p:cNvPr id="12" name="Picture 11">
            <a:extLst>
              <a:ext uri="{FF2B5EF4-FFF2-40B4-BE49-F238E27FC236}">
                <a16:creationId xmlns:a16="http://schemas.microsoft.com/office/drawing/2014/main" xmlns="" id="{EC031E41-84BC-48C3-B401-DD6EBFC71A00}"/>
              </a:ext>
            </a:extLst>
          </p:cNvPr>
          <p:cNvPicPr>
            <a:picLocks noChangeAspect="1"/>
          </p:cNvPicPr>
          <p:nvPr>
            <p:custDataLst>
              <p:tags r:id="rId4"/>
            </p:custDataLst>
          </p:nvPr>
        </p:nvPicPr>
        <p:blipFill>
          <a:blip r:embed="rId8"/>
          <a:stretch>
            <a:fillRect/>
          </a:stretch>
        </p:blipFill>
        <p:spPr>
          <a:xfrm>
            <a:off x="8571120" y="646822"/>
            <a:ext cx="3099280" cy="4475638"/>
          </a:xfrm>
          <a:prstGeom prst="rect">
            <a:avLst/>
          </a:prstGeom>
        </p:spPr>
      </p:pic>
    </p:spTree>
    <p:extLst>
      <p:ext uri="{BB962C8B-B14F-4D97-AF65-F5344CB8AC3E}">
        <p14:creationId xmlns:p14="http://schemas.microsoft.com/office/powerpoint/2010/main" val="20921405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88F202AB-2A82-4742-9BF9-2F1DE33E22EC}"/>
              </a:ext>
            </a:extLst>
          </p:cNvPr>
          <p:cNvPicPr>
            <a:picLocks noChangeAspect="1"/>
          </p:cNvPicPr>
          <p:nvPr>
            <p:custDataLst>
              <p:tags r:id="rId2"/>
            </p:custDataLst>
          </p:nvPr>
        </p:nvPicPr>
        <p:blipFill>
          <a:blip r:embed="rId6"/>
          <a:stretch>
            <a:fillRect/>
          </a:stretch>
        </p:blipFill>
        <p:spPr>
          <a:xfrm>
            <a:off x="7591912" y="608391"/>
            <a:ext cx="3044004" cy="5763313"/>
          </a:xfrm>
          <a:prstGeom prst="rect">
            <a:avLst/>
          </a:prstGeom>
        </p:spPr>
      </p:pic>
      <p:sp>
        <p:nvSpPr>
          <p:cNvPr id="6" name="Content Placeholder 2">
            <a:extLst>
              <a:ext uri="{FF2B5EF4-FFF2-40B4-BE49-F238E27FC236}">
                <a16:creationId xmlns:a16="http://schemas.microsoft.com/office/drawing/2014/main" xmlns="" id="{8EA52189-6EC2-485F-9AC8-5BCBB574B2DA}"/>
              </a:ext>
            </a:extLst>
          </p:cNvPr>
          <p:cNvSpPr txBox="1">
            <a:spLocks/>
          </p:cNvSpPr>
          <p:nvPr>
            <p:custDataLst>
              <p:tags r:id="rId3"/>
            </p:custDataLst>
          </p:nvPr>
        </p:nvSpPr>
        <p:spPr>
          <a:xfrm>
            <a:off x="838200" y="1203158"/>
            <a:ext cx="6108032" cy="486151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100" dirty="0">
                <a:latin typeface="Segoe UI" panose="020B0502040204020203" pitchFamily="34" charset="0"/>
                <a:ea typeface="Segoe UI" panose="020B0502040204020203" pitchFamily="34" charset="0"/>
                <a:cs typeface="Segoe UI" panose="020B0502040204020203" pitchFamily="34" charset="0"/>
              </a:rPr>
              <a:t>You then have to move the item(s) to the right location in the warehouse. To do this: </a:t>
            </a:r>
          </a:p>
          <a:p>
            <a:pPr marL="457200" indent="-457200" algn="just">
              <a:lnSpc>
                <a:spcPct val="150000"/>
              </a:lnSpc>
              <a:buFont typeface="+mj-lt"/>
              <a:buAutoNum type="arabicPeriod" startAt="26"/>
            </a:pPr>
            <a:r>
              <a:rPr lang="en-US" sz="2100" dirty="0">
                <a:latin typeface="Segoe UI" panose="020B0502040204020203" pitchFamily="34" charset="0"/>
                <a:cs typeface="Segoe UI" panose="020B0502040204020203" pitchFamily="34" charset="0"/>
              </a:rPr>
              <a:t>With a </a:t>
            </a:r>
            <a:r>
              <a:rPr lang="en-US" sz="2100" u="sng" dirty="0">
                <a:latin typeface="Segoe UI" panose="020B0502040204020203" pitchFamily="34" charset="0"/>
                <a:cs typeface="Segoe UI" panose="020B0502040204020203" pitchFamily="34" charset="0"/>
              </a:rPr>
              <a:t>mobile device</a:t>
            </a:r>
            <a:r>
              <a:rPr lang="en-US" sz="2100" dirty="0">
                <a:latin typeface="Segoe UI" panose="020B0502040204020203" pitchFamily="34" charset="0"/>
                <a:cs typeface="Segoe UI" panose="020B0502040204020203" pitchFamily="34" charset="0"/>
              </a:rPr>
              <a:t>, select the </a:t>
            </a:r>
            <a:r>
              <a:rPr lang="en-US" sz="2100" b="1" dirty="0">
                <a:latin typeface="Segoe UI" panose="020B0502040204020203" pitchFamily="34" charset="0"/>
                <a:cs typeface="Segoe UI" panose="020B0502040204020203" pitchFamily="34" charset="0"/>
              </a:rPr>
              <a:t>Inventory resource.</a:t>
            </a:r>
          </a:p>
          <a:p>
            <a:pPr marL="457200" indent="-457200" algn="just">
              <a:lnSpc>
                <a:spcPct val="150000"/>
              </a:lnSpc>
              <a:buFont typeface="+mj-lt"/>
              <a:buAutoNum type="arabicPeriod" startAt="26"/>
            </a:pPr>
            <a:r>
              <a:rPr lang="en-US" sz="2100" dirty="0">
                <a:latin typeface="Segoe UI" panose="020B0502040204020203" pitchFamily="34" charset="0"/>
                <a:cs typeface="Segoe UI" panose="020B0502040204020203" pitchFamily="34" charset="0"/>
              </a:rPr>
              <a:t>Under the Inventory resource, click on </a:t>
            </a:r>
            <a:r>
              <a:rPr lang="en-US" sz="2100" b="1" dirty="0">
                <a:latin typeface="Segoe UI" panose="020B0502040204020203" pitchFamily="34" charset="0"/>
                <a:cs typeface="Segoe UI" panose="020B0502040204020203" pitchFamily="34" charset="0"/>
              </a:rPr>
              <a:t>Move</a:t>
            </a:r>
            <a:r>
              <a:rPr lang="en-US" sz="2100" dirty="0">
                <a:latin typeface="Segoe UI" panose="020B0502040204020203" pitchFamily="34" charset="0"/>
                <a:cs typeface="Segoe UI" panose="020B0502040204020203" pitchFamily="34" charset="0"/>
              </a:rPr>
              <a:t>.</a:t>
            </a:r>
          </a:p>
          <a:p>
            <a:pPr marL="457200" indent="-457200" algn="just">
              <a:lnSpc>
                <a:spcPct val="150000"/>
              </a:lnSpc>
              <a:buFont typeface="+mj-lt"/>
              <a:buAutoNum type="arabicPeriod" startAt="26"/>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273559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400F38A8-41D8-40FE-9857-58F66DCFC625}"/>
              </a:ext>
            </a:extLst>
          </p:cNvPr>
          <p:cNvPicPr>
            <a:picLocks noChangeAspect="1"/>
          </p:cNvPicPr>
          <p:nvPr>
            <p:custDataLst>
              <p:tags r:id="rId2"/>
            </p:custDataLst>
          </p:nvPr>
        </p:nvPicPr>
        <p:blipFill>
          <a:blip r:embed="rId6"/>
          <a:stretch>
            <a:fillRect/>
          </a:stretch>
        </p:blipFill>
        <p:spPr>
          <a:xfrm>
            <a:off x="7952000" y="735989"/>
            <a:ext cx="3401800" cy="5440974"/>
          </a:xfrm>
          <a:prstGeom prst="rect">
            <a:avLst/>
          </a:prstGeom>
        </p:spPr>
      </p:pic>
      <p:sp>
        <p:nvSpPr>
          <p:cNvPr id="7" name="Content Placeholder 2">
            <a:extLst>
              <a:ext uri="{FF2B5EF4-FFF2-40B4-BE49-F238E27FC236}">
                <a16:creationId xmlns:a16="http://schemas.microsoft.com/office/drawing/2014/main" xmlns="" id="{9CE190B1-2E6C-40F9-988D-53D70398A1A4}"/>
              </a:ext>
            </a:extLst>
          </p:cNvPr>
          <p:cNvSpPr txBox="1">
            <a:spLocks/>
          </p:cNvSpPr>
          <p:nvPr>
            <p:custDataLst>
              <p:tags r:id="rId3"/>
            </p:custDataLst>
          </p:nvPr>
        </p:nvSpPr>
        <p:spPr>
          <a:xfrm>
            <a:off x="838200" y="1203158"/>
            <a:ext cx="6108032" cy="486151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28"/>
            </a:pPr>
            <a:r>
              <a:rPr lang="en-US" sz="2100" dirty="0">
                <a:latin typeface="Segoe UI" panose="020B0502040204020203" pitchFamily="34" charset="0"/>
                <a:cs typeface="Segoe UI" panose="020B0502040204020203" pitchFamily="34" charset="0"/>
              </a:rPr>
              <a:t>In the Move window, enter the Tag to be moved. </a:t>
            </a:r>
          </a:p>
          <a:p>
            <a:pPr marL="457200" indent="-457200" algn="just">
              <a:lnSpc>
                <a:spcPct val="150000"/>
              </a:lnSpc>
              <a:buFont typeface="+mj-lt"/>
              <a:buAutoNum type="arabicPeriod" startAt="28"/>
            </a:pPr>
            <a:r>
              <a:rPr lang="en-US" sz="2100" dirty="0">
                <a:latin typeface="Segoe UI" panose="020B0502040204020203" pitchFamily="34" charset="0"/>
                <a:cs typeface="Segoe UI" panose="020B0502040204020203" pitchFamily="34" charset="0"/>
              </a:rPr>
              <a:t>Usually, the Requested Location is left blank. The location of the product will be thus determined according to the storage rules previously defined. If desired, specify the Requested Location to force the product to be stored in a specific location. </a:t>
            </a:r>
          </a:p>
          <a:p>
            <a:pPr marL="457200" indent="-457200" algn="just">
              <a:lnSpc>
                <a:spcPct val="150000"/>
              </a:lnSpc>
              <a:buFont typeface="+mj-lt"/>
              <a:buAutoNum type="arabicPeriod" startAt="28"/>
            </a:pPr>
            <a:r>
              <a:rPr lang="en-US" sz="2100" dirty="0">
                <a:latin typeface="Segoe UI" panose="020B0502040204020203" pitchFamily="34" charset="0"/>
                <a:cs typeface="Segoe UI" panose="020B0502040204020203" pitchFamily="34" charset="0"/>
              </a:rPr>
              <a:t>Click Continue. </a:t>
            </a:r>
          </a:p>
          <a:p>
            <a:pPr marL="0" indent="0" algn="just">
              <a:lnSpc>
                <a:spcPct val="150000"/>
              </a:lnSpc>
              <a:buNone/>
            </a:pPr>
            <a:endParaRPr lang="en-US" sz="21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14"/>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43848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23D04A-D6FF-47DC-B380-57662546DB73}"/>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E20C3FF3-0C4C-4236-A401-35BC01C5A351}"/>
              </a:ext>
            </a:extLst>
          </p:cNvPr>
          <p:cNvPicPr>
            <a:picLocks noChangeAspect="1"/>
          </p:cNvPicPr>
          <p:nvPr>
            <p:custDataLst>
              <p:tags r:id="rId2"/>
            </p:custDataLst>
          </p:nvPr>
        </p:nvPicPr>
        <p:blipFill>
          <a:blip r:embed="rId6"/>
          <a:stretch>
            <a:fillRect/>
          </a:stretch>
        </p:blipFill>
        <p:spPr>
          <a:xfrm>
            <a:off x="381000" y="2657058"/>
            <a:ext cx="11692414" cy="2490537"/>
          </a:xfrm>
          <a:prstGeom prst="rect">
            <a:avLst/>
          </a:prstGeom>
        </p:spPr>
      </p:pic>
      <p:sp>
        <p:nvSpPr>
          <p:cNvPr id="7" name="Content Placeholder 2">
            <a:extLst>
              <a:ext uri="{FF2B5EF4-FFF2-40B4-BE49-F238E27FC236}">
                <a16:creationId xmlns:a16="http://schemas.microsoft.com/office/drawing/2014/main" xmlns="" id="{5D633073-D697-4433-80C0-FC38B5D55B04}"/>
              </a:ext>
            </a:extLst>
          </p:cNvPr>
          <p:cNvSpPr txBox="1">
            <a:spLocks/>
          </p:cNvSpPr>
          <p:nvPr>
            <p:custDataLst>
              <p:tags r:id="rId3"/>
            </p:custDataLst>
          </p:nvPr>
        </p:nvSpPr>
        <p:spPr>
          <a:xfrm>
            <a:off x="838200" y="1331495"/>
            <a:ext cx="10972800" cy="4733174"/>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31"/>
            </a:pPr>
            <a:r>
              <a:rPr lang="en-US" sz="2100" dirty="0">
                <a:latin typeface="Segoe UI" panose="020B0502040204020203" pitchFamily="34" charset="0"/>
                <a:cs typeface="Segoe UI" panose="020B0502040204020203" pitchFamily="34" charset="0"/>
              </a:rPr>
              <a:t>A message will appear asking you to confirm the quantity to be dissociated from the order. Select Yes to confirm. </a:t>
            </a:r>
          </a:p>
          <a:p>
            <a:pPr marL="0" indent="0" algn="just">
              <a:lnSpc>
                <a:spcPct val="150000"/>
              </a:lnSpc>
              <a:buNone/>
            </a:pPr>
            <a:endParaRPr lang="en-US" sz="21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14"/>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765110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21C343-F798-4153-8D13-3A79BDC0ACC2}"/>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7" name="Picture 6">
            <a:extLst>
              <a:ext uri="{FF2B5EF4-FFF2-40B4-BE49-F238E27FC236}">
                <a16:creationId xmlns:a16="http://schemas.microsoft.com/office/drawing/2014/main" xmlns="" id="{12CC2F7D-AB96-45A5-994F-88B13C2559C8}"/>
              </a:ext>
            </a:extLst>
          </p:cNvPr>
          <p:cNvPicPr>
            <a:picLocks noChangeAspect="1"/>
          </p:cNvPicPr>
          <p:nvPr>
            <p:custDataLst>
              <p:tags r:id="rId2"/>
            </p:custDataLst>
          </p:nvPr>
        </p:nvPicPr>
        <p:blipFill>
          <a:blip r:embed="rId7"/>
          <a:stretch>
            <a:fillRect/>
          </a:stretch>
        </p:blipFill>
        <p:spPr>
          <a:xfrm>
            <a:off x="447173" y="5319554"/>
            <a:ext cx="11297653" cy="818307"/>
          </a:xfrm>
          <a:prstGeom prst="rect">
            <a:avLst/>
          </a:prstGeom>
        </p:spPr>
      </p:pic>
      <p:pic>
        <p:nvPicPr>
          <p:cNvPr id="11" name="Picture 10">
            <a:extLst>
              <a:ext uri="{FF2B5EF4-FFF2-40B4-BE49-F238E27FC236}">
                <a16:creationId xmlns:a16="http://schemas.microsoft.com/office/drawing/2014/main" xmlns="" id="{02B87418-EFE7-4A13-8B98-E74C2A33A237}"/>
              </a:ext>
            </a:extLst>
          </p:cNvPr>
          <p:cNvPicPr>
            <a:picLocks noChangeAspect="1"/>
          </p:cNvPicPr>
          <p:nvPr>
            <p:custDataLst>
              <p:tags r:id="rId3"/>
            </p:custDataLst>
          </p:nvPr>
        </p:nvPicPr>
        <p:blipFill>
          <a:blip r:embed="rId8"/>
          <a:stretch>
            <a:fillRect/>
          </a:stretch>
        </p:blipFill>
        <p:spPr>
          <a:xfrm>
            <a:off x="7773351" y="531589"/>
            <a:ext cx="2753330" cy="4498276"/>
          </a:xfrm>
          <a:prstGeom prst="rect">
            <a:avLst/>
          </a:prstGeom>
        </p:spPr>
      </p:pic>
      <p:sp>
        <p:nvSpPr>
          <p:cNvPr id="13" name="Content Placeholder 2">
            <a:extLst>
              <a:ext uri="{FF2B5EF4-FFF2-40B4-BE49-F238E27FC236}">
                <a16:creationId xmlns:a16="http://schemas.microsoft.com/office/drawing/2014/main" xmlns="" id="{B2FD6BB1-6DB2-41F7-A0EA-FE4C15729DA9}"/>
              </a:ext>
            </a:extLst>
          </p:cNvPr>
          <p:cNvSpPr txBox="1">
            <a:spLocks/>
          </p:cNvSpPr>
          <p:nvPr>
            <p:custDataLst>
              <p:tags r:id="rId4"/>
            </p:custDataLst>
          </p:nvPr>
        </p:nvSpPr>
        <p:spPr>
          <a:xfrm>
            <a:off x="838200" y="1566393"/>
            <a:ext cx="6108032" cy="4498276"/>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32"/>
            </a:pPr>
            <a:r>
              <a:rPr lang="en-US" sz="2100" dirty="0">
                <a:latin typeface="Segoe UI" panose="020B0502040204020203" pitchFamily="34" charset="0"/>
                <a:cs typeface="Segoe UI" panose="020B0502040204020203" pitchFamily="34" charset="0"/>
              </a:rPr>
              <a:t>In the Store Tag Command window, confirm the drop-off point. </a:t>
            </a:r>
          </a:p>
          <a:p>
            <a:pPr marL="457200" indent="-457200" algn="just">
              <a:lnSpc>
                <a:spcPct val="150000"/>
              </a:lnSpc>
              <a:buFont typeface="+mj-lt"/>
              <a:buAutoNum type="arabicPeriod" startAt="32"/>
            </a:pPr>
            <a:r>
              <a:rPr lang="en-US" sz="2100" dirty="0">
                <a:latin typeface="Segoe UI" panose="020B0502040204020203" pitchFamily="34" charset="0"/>
                <a:cs typeface="Segoe UI" panose="020B0502040204020203" pitchFamily="34" charset="0"/>
              </a:rPr>
              <a:t>Then, click Continue. </a:t>
            </a:r>
          </a:p>
          <a:p>
            <a:pPr marL="457200" indent="-457200" algn="just">
              <a:lnSpc>
                <a:spcPct val="150000"/>
              </a:lnSpc>
              <a:buFont typeface="+mj-lt"/>
              <a:buAutoNum type="arabicPeriod" startAt="32"/>
            </a:pPr>
            <a:r>
              <a:rPr lang="en-US" sz="2100" dirty="0">
                <a:latin typeface="Segoe UI" panose="020B0502040204020203" pitchFamily="34" charset="0"/>
                <a:cs typeface="Segoe UI" panose="020B0502040204020203" pitchFamily="34" charset="0"/>
              </a:rPr>
              <a:t>Click Close to exit the resource. </a:t>
            </a:r>
          </a:p>
          <a:p>
            <a:pPr marL="0" indent="0" algn="just">
              <a:lnSpc>
                <a:spcPct val="150000"/>
              </a:lnSpc>
              <a:buNone/>
            </a:pPr>
            <a:endParaRPr lang="en-US" sz="21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14"/>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765554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287F5A-E3A0-4A5D-B4F0-F3D4F98147DE}"/>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42154CC3-D597-40BA-946E-07B6D606E8BE}"/>
              </a:ext>
            </a:extLst>
          </p:cNvPr>
          <p:cNvPicPr>
            <a:picLocks noChangeAspect="1"/>
          </p:cNvPicPr>
          <p:nvPr>
            <p:custDataLst>
              <p:tags r:id="rId2"/>
            </p:custDataLst>
          </p:nvPr>
        </p:nvPicPr>
        <p:blipFill>
          <a:blip r:embed="rId5"/>
          <a:stretch>
            <a:fillRect/>
          </a:stretch>
        </p:blipFill>
        <p:spPr>
          <a:xfrm>
            <a:off x="7763619" y="1274103"/>
            <a:ext cx="3988917" cy="4393386"/>
          </a:xfrm>
          <a:prstGeom prst="rect">
            <a:avLst/>
          </a:prstGeom>
        </p:spPr>
      </p:pic>
      <p:sp>
        <p:nvSpPr>
          <p:cNvPr id="7" name="Content Placeholder 2">
            <a:extLst>
              <a:ext uri="{FF2B5EF4-FFF2-40B4-BE49-F238E27FC236}">
                <a16:creationId xmlns:a16="http://schemas.microsoft.com/office/drawing/2014/main" xmlns="" id="{0E725FD3-4C59-4D24-8B1C-4562CD3E8E77}"/>
              </a:ext>
            </a:extLst>
          </p:cNvPr>
          <p:cNvSpPr txBox="1">
            <a:spLocks/>
          </p:cNvSpPr>
          <p:nvPr>
            <p:custDataLst>
              <p:tags r:id="rId3"/>
            </p:custDataLst>
          </p:nvPr>
        </p:nvSpPr>
        <p:spPr>
          <a:xfrm>
            <a:off x="838199" y="1124328"/>
            <a:ext cx="6736233" cy="486151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40000"/>
              </a:lnSpc>
              <a:buFont typeface="Arial" panose="020B0604020202020204" pitchFamily="34" charset="0"/>
              <a:buNone/>
            </a:pPr>
            <a:r>
              <a:rPr lang="en-US" sz="2100" dirty="0">
                <a:latin typeface="Segoe UI" panose="020B0502040204020203" pitchFamily="34" charset="0"/>
                <a:ea typeface="Segoe UI" panose="020B0502040204020203" pitchFamily="34" charset="0"/>
                <a:cs typeface="Segoe UI" panose="020B0502040204020203" pitchFamily="34" charset="0"/>
              </a:rPr>
              <a:t>Finally, you may need to delete the outbound order from the WMS. </a:t>
            </a:r>
            <a:r>
              <a:rPr lang="en-US" sz="2100" u="sng" dirty="0">
                <a:latin typeface="Segoe UI" panose="020B0502040204020203" pitchFamily="34" charset="0"/>
                <a:ea typeface="Segoe UI" panose="020B0502040204020203" pitchFamily="34" charset="0"/>
                <a:cs typeface="Segoe UI" panose="020B0502040204020203" pitchFamily="34" charset="0"/>
              </a:rPr>
              <a:t>This step is required if all items of the order have been removed</a:t>
            </a:r>
            <a:r>
              <a:rPr lang="en-US" sz="2100" dirty="0">
                <a:latin typeface="Segoe UI" panose="020B0502040204020203" pitchFamily="34" charset="0"/>
                <a:ea typeface="Segoe UI" panose="020B0502040204020203" pitchFamily="34" charset="0"/>
                <a:cs typeface="Segoe UI" panose="020B0502040204020203" pitchFamily="34" charset="0"/>
              </a:rPr>
              <a:t>; otherwise, it is not necessary to delete the order. </a:t>
            </a:r>
          </a:p>
          <a:p>
            <a:pPr marL="0" indent="0" algn="just">
              <a:lnSpc>
                <a:spcPct val="140000"/>
              </a:lnSpc>
              <a:buFont typeface="Arial" panose="020B0604020202020204" pitchFamily="34" charset="0"/>
              <a:buNone/>
            </a:pPr>
            <a:r>
              <a:rPr lang="en-US" sz="2100" dirty="0">
                <a:latin typeface="Segoe UI" panose="020B0502040204020203" pitchFamily="34" charset="0"/>
                <a:ea typeface="Segoe UI" panose="020B0502040204020203" pitchFamily="34" charset="0"/>
                <a:cs typeface="Segoe UI" panose="020B0502040204020203" pitchFamily="34" charset="0"/>
              </a:rPr>
              <a:t>To do this: </a:t>
            </a:r>
          </a:p>
          <a:p>
            <a:pPr marL="457200" indent="-457200" algn="just">
              <a:lnSpc>
                <a:spcPct val="140000"/>
              </a:lnSpc>
              <a:buFont typeface="+mj-lt"/>
              <a:buAutoNum type="arabicPeriod" startAt="35"/>
            </a:pPr>
            <a:r>
              <a:rPr lang="en-US" sz="2100" dirty="0">
                <a:latin typeface="Segoe UI" panose="020B0502040204020203" pitchFamily="34" charset="0"/>
                <a:cs typeface="Segoe UI" panose="020B0502040204020203" pitchFamily="34" charset="0"/>
              </a:rPr>
              <a:t>With a </a:t>
            </a:r>
            <a:r>
              <a:rPr lang="en-US" sz="2100" u="sng" dirty="0">
                <a:latin typeface="Segoe UI" panose="020B0502040204020203" pitchFamily="34" charset="0"/>
                <a:cs typeface="Segoe UI" panose="020B0502040204020203" pitchFamily="34" charset="0"/>
              </a:rPr>
              <a:t>desktop computer</a:t>
            </a:r>
            <a:r>
              <a:rPr lang="en-US" sz="2100" dirty="0">
                <a:latin typeface="Segoe UI" panose="020B0502040204020203" pitchFamily="34" charset="0"/>
                <a:cs typeface="Segoe UI" panose="020B0502040204020203" pitchFamily="34" charset="0"/>
              </a:rPr>
              <a:t>, select the </a:t>
            </a:r>
            <a:r>
              <a:rPr lang="en-US" sz="2100" b="1" dirty="0">
                <a:latin typeface="Segoe UI" panose="020B0502040204020203" pitchFamily="34" charset="0"/>
                <a:cs typeface="Segoe UI" panose="020B0502040204020203" pitchFamily="34" charset="0"/>
              </a:rPr>
              <a:t>Outbound Order Management </a:t>
            </a:r>
            <a:r>
              <a:rPr lang="en-US" sz="2100" dirty="0">
                <a:latin typeface="Segoe UI" panose="020B0502040204020203" pitchFamily="34" charset="0"/>
                <a:cs typeface="Segoe UI" panose="020B0502040204020203" pitchFamily="34" charset="0"/>
              </a:rPr>
              <a:t>resource</a:t>
            </a:r>
            <a:r>
              <a:rPr lang="en-US" sz="2100" b="1" dirty="0">
                <a:latin typeface="Segoe UI" panose="020B0502040204020203" pitchFamily="34" charset="0"/>
                <a:cs typeface="Segoe UI" panose="020B0502040204020203" pitchFamily="34" charset="0"/>
              </a:rPr>
              <a:t>.</a:t>
            </a:r>
          </a:p>
          <a:p>
            <a:pPr marL="457200" indent="-457200" algn="just">
              <a:lnSpc>
                <a:spcPct val="140000"/>
              </a:lnSpc>
              <a:buFont typeface="+mj-lt"/>
              <a:buAutoNum type="arabicPeriod" startAt="35"/>
            </a:pPr>
            <a:r>
              <a:rPr lang="en-US" sz="2100" dirty="0">
                <a:latin typeface="Segoe UI" panose="020B0502040204020203" pitchFamily="34" charset="0"/>
                <a:cs typeface="Segoe UI" panose="020B0502040204020203" pitchFamily="34" charset="0"/>
              </a:rPr>
              <a:t>Under Outbound Order Management, click on </a:t>
            </a:r>
            <a:r>
              <a:rPr lang="en-US" sz="2100" b="1" dirty="0">
                <a:latin typeface="Segoe UI" panose="020B0502040204020203" pitchFamily="34" charset="0"/>
                <a:cs typeface="Segoe UI" panose="020B0502040204020203" pitchFamily="34" charset="0"/>
              </a:rPr>
              <a:t>Orders</a:t>
            </a:r>
            <a:r>
              <a:rPr lang="en-US" sz="2100" dirty="0">
                <a:latin typeface="Segoe UI" panose="020B0502040204020203" pitchFamily="34" charset="0"/>
                <a:cs typeface="Segoe UI" panose="020B0502040204020203" pitchFamily="34" charset="0"/>
              </a:rPr>
              <a:t>. </a:t>
            </a:r>
          </a:p>
          <a:p>
            <a:pPr marL="457200" indent="-457200" algn="just">
              <a:lnSpc>
                <a:spcPct val="140000"/>
              </a:lnSpc>
              <a:buFont typeface="+mj-lt"/>
              <a:buAutoNum type="arabicPeriod" startAt="35"/>
            </a:pPr>
            <a:r>
              <a:rPr lang="en-US" sz="2100" dirty="0">
                <a:latin typeface="Segoe UI" panose="020B0502040204020203" pitchFamily="34" charset="0"/>
                <a:cs typeface="Segoe UI" panose="020B0502040204020203" pitchFamily="34" charset="0"/>
              </a:rPr>
              <a:t>Under Orders, click on </a:t>
            </a:r>
            <a:r>
              <a:rPr lang="en-US" sz="2100" b="1" dirty="0">
                <a:latin typeface="Segoe UI" panose="020B0502040204020203" pitchFamily="34" charset="0"/>
                <a:cs typeface="Segoe UI" panose="020B0502040204020203" pitchFamily="34" charset="0"/>
              </a:rPr>
              <a:t>Outbound Order Entry</a:t>
            </a:r>
            <a:r>
              <a:rPr lang="en-US" sz="2100" dirty="0">
                <a:latin typeface="Segoe UI" panose="020B0502040204020203" pitchFamily="34" charset="0"/>
                <a:cs typeface="Segoe UI" panose="020B0502040204020203" pitchFamily="34" charset="0"/>
              </a:rPr>
              <a:t>.</a:t>
            </a:r>
          </a:p>
          <a:p>
            <a:pPr marL="457200" indent="-457200" algn="just">
              <a:lnSpc>
                <a:spcPct val="140000"/>
              </a:lnSpc>
              <a:buFont typeface="+mj-lt"/>
              <a:buAutoNum type="arabicPeriod" startAt="35"/>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394364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E4C2A5-4920-4306-B6C0-2EE6AD1F4930}"/>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33283A3A-CF7F-4CA8-B7B3-A4B3BA563B4C}"/>
              </a:ext>
            </a:extLst>
          </p:cNvPr>
          <p:cNvPicPr>
            <a:picLocks noChangeAspect="1"/>
          </p:cNvPicPr>
          <p:nvPr>
            <p:custDataLst>
              <p:tags r:id="rId2"/>
            </p:custDataLst>
          </p:nvPr>
        </p:nvPicPr>
        <p:blipFill>
          <a:blip r:embed="rId6"/>
          <a:stretch>
            <a:fillRect/>
          </a:stretch>
        </p:blipFill>
        <p:spPr>
          <a:xfrm>
            <a:off x="723900" y="2528721"/>
            <a:ext cx="9448800" cy="3820453"/>
          </a:xfrm>
          <a:prstGeom prst="rect">
            <a:avLst/>
          </a:prstGeom>
        </p:spPr>
      </p:pic>
      <p:sp>
        <p:nvSpPr>
          <p:cNvPr id="9" name="Content Placeholder 2">
            <a:extLst>
              <a:ext uri="{FF2B5EF4-FFF2-40B4-BE49-F238E27FC236}">
                <a16:creationId xmlns:a16="http://schemas.microsoft.com/office/drawing/2014/main" xmlns="" id="{5A4CF031-D73C-4D8F-A3E2-A17622567119}"/>
              </a:ext>
            </a:extLst>
          </p:cNvPr>
          <p:cNvSpPr txBox="1">
            <a:spLocks/>
          </p:cNvSpPr>
          <p:nvPr>
            <p:custDataLst>
              <p:tags r:id="rId3"/>
            </p:custDataLst>
          </p:nvPr>
        </p:nvSpPr>
        <p:spPr>
          <a:xfrm>
            <a:off x="514350" y="1203158"/>
            <a:ext cx="10972800" cy="486151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38"/>
            </a:pPr>
            <a:r>
              <a:rPr lang="en-US" sz="2100" dirty="0">
                <a:latin typeface="Segoe UI" panose="020B0502040204020203" pitchFamily="34" charset="0"/>
                <a:cs typeface="Segoe UI" panose="020B0502040204020203" pitchFamily="34" charset="0"/>
              </a:rPr>
              <a:t>Perform a search to retrieve the shipment associated to the order you wish to cancel. </a:t>
            </a:r>
          </a:p>
          <a:p>
            <a:pPr marL="457200" indent="-457200" algn="just">
              <a:lnSpc>
                <a:spcPct val="150000"/>
              </a:lnSpc>
              <a:buFont typeface="+mj-lt"/>
              <a:buAutoNum type="arabicPeriod" startAt="38"/>
            </a:pPr>
            <a:r>
              <a:rPr lang="en-US" sz="2100" dirty="0">
                <a:latin typeface="Segoe UI" panose="020B0502040204020203" pitchFamily="34" charset="0"/>
                <a:cs typeface="Segoe UI" panose="020B0502040204020203" pitchFamily="34" charset="0"/>
              </a:rPr>
              <a:t>Select the Use Record as Criteria for Action button and click on the Cancel Order action. </a:t>
            </a:r>
          </a:p>
          <a:p>
            <a:pPr marL="0" indent="0" algn="just">
              <a:lnSpc>
                <a:spcPct val="150000"/>
              </a:lnSpc>
              <a:buNone/>
            </a:pPr>
            <a:endParaRPr lang="en-CA" sz="2100" dirty="0">
              <a:latin typeface="Segoe UI" panose="020B0502040204020203" pitchFamily="34" charset="0"/>
              <a:cs typeface="Segoe UI" panose="020B0502040204020203" pitchFamily="34" charset="0"/>
            </a:endParaRPr>
          </a:p>
          <a:p>
            <a:pPr marL="0" indent="0" algn="just">
              <a:lnSpc>
                <a:spcPct val="150000"/>
              </a:lnSpc>
              <a:buFont typeface="Arial" panose="020B0604020202020204" pitchFamily="34" charset="0"/>
              <a:buNone/>
            </a:pPr>
            <a:r>
              <a:rPr lang="en-US" sz="2100" dirty="0">
                <a:latin typeface="Segoe UI" panose="020B0502040204020203" pitchFamily="34" charset="0"/>
                <a:ea typeface="Segoe UI" panose="020B0502040204020203" pitchFamily="34" charset="0"/>
                <a:cs typeface="Segoe UI" panose="020B0502040204020203" pitchFamily="34" charset="0"/>
              </a:rPr>
              <a:t> </a:t>
            </a: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984874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xmlns="" id="{60994629-C3A2-43E0-A0D2-B178F096ABE8}"/>
              </a:ext>
            </a:extLst>
          </p:cNvPr>
          <p:cNvSpPr txBox="1">
            <a:spLocks/>
          </p:cNvSpPr>
          <p:nvPr>
            <p:custDataLst>
              <p:tags r:id="rId1"/>
            </p:custDataLst>
          </p:nvPr>
        </p:nvSpPr>
        <p:spPr>
          <a:xfrm>
            <a:off x="514350" y="1203158"/>
            <a:ext cx="10972800" cy="486151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40"/>
            </a:pPr>
            <a:r>
              <a:rPr lang="en-US" sz="2100" dirty="0">
                <a:latin typeface="Segoe UI" panose="020B0502040204020203" pitchFamily="34" charset="0"/>
                <a:cs typeface="Segoe UI" panose="020B0502040204020203" pitchFamily="34" charset="0"/>
              </a:rPr>
              <a:t>A message will appear. Select OK to confirm. </a:t>
            </a:r>
          </a:p>
          <a:p>
            <a:pPr marL="457200" indent="-457200" algn="just">
              <a:lnSpc>
                <a:spcPct val="150000"/>
              </a:lnSpc>
              <a:buFont typeface="+mj-lt"/>
              <a:buAutoNum type="arabicPeriod" startAt="40"/>
            </a:pPr>
            <a:endParaRPr lang="en-US" sz="21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40"/>
            </a:pPr>
            <a:endParaRPr lang="en-US" sz="2100" dirty="0">
              <a:latin typeface="Segoe UI" panose="020B0502040204020203" pitchFamily="34" charset="0"/>
              <a:cs typeface="Segoe UI" panose="020B0502040204020203" pitchFamily="34" charset="0"/>
            </a:endParaRPr>
          </a:p>
          <a:p>
            <a:pPr marL="0" indent="0" algn="just">
              <a:lnSpc>
                <a:spcPct val="150000"/>
              </a:lnSpc>
              <a:buNone/>
            </a:pPr>
            <a:endParaRPr lang="en-US" sz="4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41"/>
            </a:pPr>
            <a:r>
              <a:rPr lang="en-US" sz="2100" dirty="0">
                <a:latin typeface="Segoe UI" panose="020B0502040204020203" pitchFamily="34" charset="0"/>
                <a:cs typeface="Segoe UI" panose="020B0502040204020203" pitchFamily="34" charset="0"/>
              </a:rPr>
              <a:t>A confirmation message will be displayed confirming that the order has been cancelled from the WMS. </a:t>
            </a:r>
          </a:p>
          <a:p>
            <a:pPr marL="0" indent="0" algn="just">
              <a:lnSpc>
                <a:spcPct val="150000"/>
              </a:lnSpc>
              <a:buNone/>
            </a:pPr>
            <a:endParaRPr lang="en-US" sz="9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42"/>
            </a:pPr>
            <a:r>
              <a:rPr lang="en-US" sz="2100" dirty="0">
                <a:latin typeface="Segoe UI" panose="020B0502040204020203" pitchFamily="34" charset="0"/>
                <a:cs typeface="Segoe UI" panose="020B0502040204020203" pitchFamily="34" charset="0"/>
              </a:rPr>
              <a:t>Click close to exit the Outbound Orders resource. </a:t>
            </a:r>
          </a:p>
          <a:p>
            <a:pPr marL="457200" indent="-457200" algn="just">
              <a:lnSpc>
                <a:spcPct val="150000"/>
              </a:lnSpc>
              <a:buFont typeface="+mj-lt"/>
              <a:buAutoNum type="arabicPeriod" startAt="42"/>
            </a:pPr>
            <a:endParaRPr lang="en-CA" sz="2100" dirty="0">
              <a:latin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xmlns="" id="{8A0E83AD-9060-4127-948F-242A7BAF1BB8}"/>
              </a:ext>
            </a:extLst>
          </p:cNvPr>
          <p:cNvSpPr>
            <a:spLocks noGrp="1"/>
          </p:cNvSpPr>
          <p:nvPr>
            <p:ph type="title"/>
            <p:custDataLst>
              <p:tags r:id="rId2"/>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95532FE2-C8A9-4A59-B250-B32529081C87}"/>
              </a:ext>
            </a:extLst>
          </p:cNvPr>
          <p:cNvPicPr>
            <a:picLocks noChangeAspect="1"/>
          </p:cNvPicPr>
          <p:nvPr>
            <p:custDataLst>
              <p:tags r:id="rId3"/>
            </p:custDataLst>
          </p:nvPr>
        </p:nvPicPr>
        <p:blipFill>
          <a:blip r:embed="rId8"/>
          <a:stretch>
            <a:fillRect/>
          </a:stretch>
        </p:blipFill>
        <p:spPr>
          <a:xfrm>
            <a:off x="838200" y="1793276"/>
            <a:ext cx="2876550" cy="1493171"/>
          </a:xfrm>
          <a:prstGeom prst="rect">
            <a:avLst/>
          </a:prstGeom>
        </p:spPr>
      </p:pic>
      <p:pic>
        <p:nvPicPr>
          <p:cNvPr id="7" name="Picture 6">
            <a:extLst>
              <a:ext uri="{FF2B5EF4-FFF2-40B4-BE49-F238E27FC236}">
                <a16:creationId xmlns:a16="http://schemas.microsoft.com/office/drawing/2014/main" xmlns="" id="{93B07298-BF60-49ED-8527-3F147414DA33}"/>
              </a:ext>
            </a:extLst>
          </p:cNvPr>
          <p:cNvPicPr>
            <a:picLocks noChangeAspect="1"/>
          </p:cNvPicPr>
          <p:nvPr>
            <p:custDataLst>
              <p:tags r:id="rId4"/>
            </p:custDataLst>
          </p:nvPr>
        </p:nvPicPr>
        <p:blipFill>
          <a:blip r:embed="rId9"/>
          <a:stretch>
            <a:fillRect/>
          </a:stretch>
        </p:blipFill>
        <p:spPr>
          <a:xfrm>
            <a:off x="609600" y="5386390"/>
            <a:ext cx="10972800" cy="780867"/>
          </a:xfrm>
          <a:prstGeom prst="rect">
            <a:avLst/>
          </a:prstGeom>
        </p:spPr>
      </p:pic>
      <p:pic>
        <p:nvPicPr>
          <p:cNvPr id="9" name="Picture 8">
            <a:extLst>
              <a:ext uri="{FF2B5EF4-FFF2-40B4-BE49-F238E27FC236}">
                <a16:creationId xmlns:a16="http://schemas.microsoft.com/office/drawing/2014/main" xmlns="" id="{F288AEFF-12D5-4CCB-96D3-6DCA484E9BB8}"/>
              </a:ext>
            </a:extLst>
          </p:cNvPr>
          <p:cNvPicPr>
            <a:picLocks noChangeAspect="1"/>
          </p:cNvPicPr>
          <p:nvPr>
            <p:custDataLst>
              <p:tags r:id="rId5"/>
            </p:custDataLst>
          </p:nvPr>
        </p:nvPicPr>
        <p:blipFill>
          <a:blip r:embed="rId10"/>
          <a:stretch>
            <a:fillRect/>
          </a:stretch>
        </p:blipFill>
        <p:spPr>
          <a:xfrm>
            <a:off x="661068" y="4391708"/>
            <a:ext cx="3649550" cy="219164"/>
          </a:xfrm>
          <a:prstGeom prst="rect">
            <a:avLst/>
          </a:prstGeom>
        </p:spPr>
      </p:pic>
    </p:spTree>
    <p:extLst>
      <p:ext uri="{BB962C8B-B14F-4D97-AF65-F5344CB8AC3E}">
        <p14:creationId xmlns:p14="http://schemas.microsoft.com/office/powerpoint/2010/main" val="28557556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3"/>
</p:tagLst>
</file>

<file path=ppt/tags/tag27.xml><?xml version="1.0" encoding="utf-8"?>
<p:tagLst xmlns:a="http://schemas.openxmlformats.org/drawingml/2006/main" xmlns:r="http://schemas.openxmlformats.org/officeDocument/2006/relationships" xmlns:p="http://schemas.openxmlformats.org/presentationml/2006/main">
  <p:tag name="NUM" val="1"/>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1"/>
</p:tagLst>
</file>

<file path=ppt/tags/tag31.xml><?xml version="1.0" encoding="utf-8"?>
<p:tagLst xmlns:a="http://schemas.openxmlformats.org/drawingml/2006/main" xmlns:r="http://schemas.openxmlformats.org/officeDocument/2006/relationships" xmlns:p="http://schemas.openxmlformats.org/presentationml/2006/main">
  <p:tag name="NUM" val="2"/>
</p:tagLst>
</file>

<file path=ppt/tags/tag32.xml><?xml version="1.0" encoding="utf-8"?>
<p:tagLst xmlns:a="http://schemas.openxmlformats.org/drawingml/2006/main" xmlns:r="http://schemas.openxmlformats.org/officeDocument/2006/relationships" xmlns:p="http://schemas.openxmlformats.org/presentationml/2006/main">
  <p:tag name="NUM" val="3"/>
</p:tagLst>
</file>

<file path=ppt/tags/tag33.xml><?xml version="1.0" encoding="utf-8"?>
<p:tagLst xmlns:a="http://schemas.openxmlformats.org/drawingml/2006/main" xmlns:r="http://schemas.openxmlformats.org/officeDocument/2006/relationships" xmlns:p="http://schemas.openxmlformats.org/presentationml/2006/main">
  <p:tag name="NUM" val="1"/>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1"/>
</p:tagLst>
</file>

<file path=ppt/tags/tag37.xml><?xml version="1.0" encoding="utf-8"?>
<p:tagLst xmlns:a="http://schemas.openxmlformats.org/drawingml/2006/main" xmlns:r="http://schemas.openxmlformats.org/officeDocument/2006/relationships" xmlns:p="http://schemas.openxmlformats.org/presentationml/2006/main">
  <p:tag name="NUM" val="2"/>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4"/>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1"/>
</p:tagLst>
</file>

<file path=ppt/tags/tag44.xml><?xml version="1.0" encoding="utf-8"?>
<p:tagLst xmlns:a="http://schemas.openxmlformats.org/drawingml/2006/main" xmlns:r="http://schemas.openxmlformats.org/officeDocument/2006/relationships" xmlns:p="http://schemas.openxmlformats.org/presentationml/2006/main">
  <p:tag name="NUM" val="2"/>
</p:tagLst>
</file>

<file path=ppt/tags/tag45.xml><?xml version="1.0" encoding="utf-8"?>
<p:tagLst xmlns:a="http://schemas.openxmlformats.org/drawingml/2006/main" xmlns:r="http://schemas.openxmlformats.org/officeDocument/2006/relationships" xmlns:p="http://schemas.openxmlformats.org/presentationml/2006/main">
  <p:tag name="NUM" val="3"/>
</p:tagLst>
</file>

<file path=ppt/tags/tag46.xml><?xml version="1.0" encoding="utf-8"?>
<p:tagLst xmlns:a="http://schemas.openxmlformats.org/drawingml/2006/main" xmlns:r="http://schemas.openxmlformats.org/officeDocument/2006/relationships" xmlns:p="http://schemas.openxmlformats.org/presentationml/2006/main">
  <p:tag name="NUM" val="1"/>
</p:tagLst>
</file>

<file path=ppt/tags/tag47.xml><?xml version="1.0" encoding="utf-8"?>
<p:tagLst xmlns:a="http://schemas.openxmlformats.org/drawingml/2006/main" xmlns:r="http://schemas.openxmlformats.org/officeDocument/2006/relationships" xmlns:p="http://schemas.openxmlformats.org/presentationml/2006/main">
  <p:tag name="NUM" val="2"/>
</p:tagLst>
</file>

<file path=ppt/tags/tag48.xml><?xml version="1.0" encoding="utf-8"?>
<p:tagLst xmlns:a="http://schemas.openxmlformats.org/drawingml/2006/main" xmlns:r="http://schemas.openxmlformats.org/officeDocument/2006/relationships" xmlns:p="http://schemas.openxmlformats.org/presentationml/2006/main">
  <p:tag name="NUM" val="3"/>
</p:tagLst>
</file>

<file path=ppt/tags/tag49.xml><?xml version="1.0" encoding="utf-8"?>
<p:tagLst xmlns:a="http://schemas.openxmlformats.org/drawingml/2006/main" xmlns:r="http://schemas.openxmlformats.org/officeDocument/2006/relationships" xmlns:p="http://schemas.openxmlformats.org/presentationml/2006/main">
  <p:tag name="NUM" val="1"/>
</p:tagLst>
</file>

<file path=ppt/tags/tag50.xml><?xml version="1.0" encoding="utf-8"?>
<p:tagLst xmlns:a="http://schemas.openxmlformats.org/drawingml/2006/main" xmlns:r="http://schemas.openxmlformats.org/officeDocument/2006/relationships" xmlns:p="http://schemas.openxmlformats.org/presentationml/2006/main">
  <p:tag name="NUM" val="2"/>
</p:tagLst>
</file>

<file path=ppt/tags/tag51.xml><?xml version="1.0" encoding="utf-8"?>
<p:tagLst xmlns:a="http://schemas.openxmlformats.org/drawingml/2006/main" xmlns:r="http://schemas.openxmlformats.org/officeDocument/2006/relationships" xmlns:p="http://schemas.openxmlformats.org/presentationml/2006/main">
  <p:tag name="NUM" val="3"/>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2"/>
</p:tagLst>
</file>

<file path=ppt/tags/tag54.xml><?xml version="1.0" encoding="utf-8"?>
<p:tagLst xmlns:a="http://schemas.openxmlformats.org/drawingml/2006/main" xmlns:r="http://schemas.openxmlformats.org/officeDocument/2006/relationships" xmlns:p="http://schemas.openxmlformats.org/presentationml/2006/main">
  <p:tag name="NUM" val="3"/>
</p:tagLst>
</file>

<file path=ppt/tags/tag55.xml><?xml version="1.0" encoding="utf-8"?>
<p:tagLst xmlns:a="http://schemas.openxmlformats.org/drawingml/2006/main" xmlns:r="http://schemas.openxmlformats.org/officeDocument/2006/relationships" xmlns:p="http://schemas.openxmlformats.org/presentationml/2006/main">
  <p:tag name="NUM" val="1"/>
</p:tagLst>
</file>

<file path=ppt/tags/tag56.xml><?xml version="1.0" encoding="utf-8"?>
<p:tagLst xmlns:a="http://schemas.openxmlformats.org/drawingml/2006/main" xmlns:r="http://schemas.openxmlformats.org/officeDocument/2006/relationships" xmlns:p="http://schemas.openxmlformats.org/presentationml/2006/main">
  <p:tag name="NUM" val="2"/>
</p:tagLst>
</file>

<file path=ppt/tags/tag57.xml><?xml version="1.0" encoding="utf-8"?>
<p:tagLst xmlns:a="http://schemas.openxmlformats.org/drawingml/2006/main" xmlns:r="http://schemas.openxmlformats.org/officeDocument/2006/relationships" xmlns:p="http://schemas.openxmlformats.org/presentationml/2006/main">
  <p:tag name="NUM" val="3"/>
</p:tagLst>
</file>

<file path=ppt/tags/tag58.xml><?xml version="1.0" encoding="utf-8"?>
<p:tagLst xmlns:a="http://schemas.openxmlformats.org/drawingml/2006/main" xmlns:r="http://schemas.openxmlformats.org/officeDocument/2006/relationships" xmlns:p="http://schemas.openxmlformats.org/presentationml/2006/main">
  <p:tag name="NUM" val="1"/>
</p:tagLst>
</file>

<file path=ppt/tags/tag59.xml><?xml version="1.0" encoding="utf-8"?>
<p:tagLst xmlns:a="http://schemas.openxmlformats.org/drawingml/2006/main" xmlns:r="http://schemas.openxmlformats.org/officeDocument/2006/relationships" xmlns:p="http://schemas.openxmlformats.org/presentationml/2006/main">
  <p:tag name="NUM" val="2"/>
</p:tagLst>
</file>

<file path=ppt/tags/tag60.xml><?xml version="1.0" encoding="utf-8"?>
<p:tagLst xmlns:a="http://schemas.openxmlformats.org/drawingml/2006/main" xmlns:r="http://schemas.openxmlformats.org/officeDocument/2006/relationships" xmlns:p="http://schemas.openxmlformats.org/presentationml/2006/main">
  <p:tag name="NUM" val="3"/>
</p:tagLst>
</file>

<file path=ppt/tags/tag61.xml><?xml version="1.0" encoding="utf-8"?>
<p:tagLst xmlns:a="http://schemas.openxmlformats.org/drawingml/2006/main" xmlns:r="http://schemas.openxmlformats.org/officeDocument/2006/relationships" xmlns:p="http://schemas.openxmlformats.org/presentationml/2006/main">
  <p:tag name="NUM" val="1"/>
</p:tagLst>
</file>

<file path=ppt/tags/tag62.xml><?xml version="1.0" encoding="utf-8"?>
<p:tagLst xmlns:a="http://schemas.openxmlformats.org/drawingml/2006/main" xmlns:r="http://schemas.openxmlformats.org/officeDocument/2006/relationships" xmlns:p="http://schemas.openxmlformats.org/presentationml/2006/main">
  <p:tag name="NUM" val="2"/>
</p:tagLst>
</file>

<file path=ppt/tags/tag63.xml><?xml version="1.0" encoding="utf-8"?>
<p:tagLst xmlns:a="http://schemas.openxmlformats.org/drawingml/2006/main" xmlns:r="http://schemas.openxmlformats.org/officeDocument/2006/relationships" xmlns:p="http://schemas.openxmlformats.org/presentationml/2006/main">
  <p:tag name="NUM" val="3"/>
</p:tagLst>
</file>

<file path=ppt/tags/tag64.xml><?xml version="1.0" encoding="utf-8"?>
<p:tagLst xmlns:a="http://schemas.openxmlformats.org/drawingml/2006/main" xmlns:r="http://schemas.openxmlformats.org/officeDocument/2006/relationships" xmlns:p="http://schemas.openxmlformats.org/presentationml/2006/main">
  <p:tag name="NUM" val="1"/>
</p:tagLst>
</file>

<file path=ppt/tags/tag65.xml><?xml version="1.0" encoding="utf-8"?>
<p:tagLst xmlns:a="http://schemas.openxmlformats.org/drawingml/2006/main" xmlns:r="http://schemas.openxmlformats.org/officeDocument/2006/relationships" xmlns:p="http://schemas.openxmlformats.org/presentationml/2006/main">
  <p:tag name="NUM" val="1"/>
</p:tagLst>
</file>

<file path=ppt/tags/tag66.xml><?xml version="1.0" encoding="utf-8"?>
<p:tagLst xmlns:a="http://schemas.openxmlformats.org/drawingml/2006/main" xmlns:r="http://schemas.openxmlformats.org/officeDocument/2006/relationships" xmlns:p="http://schemas.openxmlformats.org/presentationml/2006/main">
  <p:tag name="NUM" val="2"/>
</p:tagLst>
</file>

<file path=ppt/tags/tag67.xml><?xml version="1.0" encoding="utf-8"?>
<p:tagLst xmlns:a="http://schemas.openxmlformats.org/drawingml/2006/main" xmlns:r="http://schemas.openxmlformats.org/officeDocument/2006/relationships" xmlns:p="http://schemas.openxmlformats.org/presentationml/2006/main">
  <p:tag name="NUM" val="1"/>
</p:tagLst>
</file>

<file path=ppt/tags/tag68.xml><?xml version="1.0" encoding="utf-8"?>
<p:tagLst xmlns:a="http://schemas.openxmlformats.org/drawingml/2006/main" xmlns:r="http://schemas.openxmlformats.org/officeDocument/2006/relationships" xmlns:p="http://schemas.openxmlformats.org/presentationml/2006/main">
  <p:tag name="NUM" val="2"/>
</p:tagLst>
</file>

<file path=ppt/tags/tag69.xml><?xml version="1.0" encoding="utf-8"?>
<p:tagLst xmlns:a="http://schemas.openxmlformats.org/drawingml/2006/main" xmlns:r="http://schemas.openxmlformats.org/officeDocument/2006/relationships" xmlns:p="http://schemas.openxmlformats.org/presentationml/2006/main">
  <p:tag name="NUM" val="3"/>
</p:tagLst>
</file>

<file path=ppt/tags/tag70.xml><?xml version="1.0" encoding="utf-8"?>
<p:tagLst xmlns:a="http://schemas.openxmlformats.org/drawingml/2006/main" xmlns:r="http://schemas.openxmlformats.org/officeDocument/2006/relationships" xmlns:p="http://schemas.openxmlformats.org/presentationml/2006/main">
  <p:tag name="NUM" val="1"/>
</p:tagLst>
</file>

<file path=ppt/tags/tag71.xml><?xml version="1.0" encoding="utf-8"?>
<p:tagLst xmlns:a="http://schemas.openxmlformats.org/drawingml/2006/main" xmlns:r="http://schemas.openxmlformats.org/officeDocument/2006/relationships" xmlns:p="http://schemas.openxmlformats.org/presentationml/2006/main">
  <p:tag name="NUM" val="2"/>
</p:tagLst>
</file>

<file path=ppt/tags/tag72.xml><?xml version="1.0" encoding="utf-8"?>
<p:tagLst xmlns:a="http://schemas.openxmlformats.org/drawingml/2006/main" xmlns:r="http://schemas.openxmlformats.org/officeDocument/2006/relationships" xmlns:p="http://schemas.openxmlformats.org/presentationml/2006/main">
  <p:tag name="NUM" val="3"/>
</p:tagLst>
</file>

<file path=ppt/tags/tag73.xml><?xml version="1.0" encoding="utf-8"?>
<p:tagLst xmlns:a="http://schemas.openxmlformats.org/drawingml/2006/main" xmlns:r="http://schemas.openxmlformats.org/officeDocument/2006/relationships" xmlns:p="http://schemas.openxmlformats.org/presentationml/2006/main">
  <p:tag name="NUM" val="1"/>
</p:tagLst>
</file>

<file path=ppt/tags/tag74.xml><?xml version="1.0" encoding="utf-8"?>
<p:tagLst xmlns:a="http://schemas.openxmlformats.org/drawingml/2006/main" xmlns:r="http://schemas.openxmlformats.org/officeDocument/2006/relationships" xmlns:p="http://schemas.openxmlformats.org/presentationml/2006/main">
  <p:tag name="NUM" val="2"/>
</p:tagLst>
</file>

<file path=ppt/tags/tag75.xml><?xml version="1.0" encoding="utf-8"?>
<p:tagLst xmlns:a="http://schemas.openxmlformats.org/drawingml/2006/main" xmlns:r="http://schemas.openxmlformats.org/officeDocument/2006/relationships" xmlns:p="http://schemas.openxmlformats.org/presentationml/2006/main">
  <p:tag name="NUM" val="3"/>
</p:tagLst>
</file>

<file path=ppt/tags/tag76.xml><?xml version="1.0" encoding="utf-8"?>
<p:tagLst xmlns:a="http://schemas.openxmlformats.org/drawingml/2006/main" xmlns:r="http://schemas.openxmlformats.org/officeDocument/2006/relationships" xmlns:p="http://schemas.openxmlformats.org/presentationml/2006/main">
  <p:tag name="NUM" val="1"/>
</p:tagLst>
</file>

<file path=ppt/tags/tag77.xml><?xml version="1.0" encoding="utf-8"?>
<p:tagLst xmlns:a="http://schemas.openxmlformats.org/drawingml/2006/main" xmlns:r="http://schemas.openxmlformats.org/officeDocument/2006/relationships" xmlns:p="http://schemas.openxmlformats.org/presentationml/2006/main">
  <p:tag name="NUM" val="1"/>
</p:tagLst>
</file>

<file path=ppt/tags/tag78.xml><?xml version="1.0" encoding="utf-8"?>
<p:tagLst xmlns:a="http://schemas.openxmlformats.org/drawingml/2006/main" xmlns:r="http://schemas.openxmlformats.org/officeDocument/2006/relationships" xmlns:p="http://schemas.openxmlformats.org/presentationml/2006/main">
  <p:tag name="NUM" val="2"/>
</p:tagLst>
</file>

<file path=ppt/tags/tag79.xml><?xml version="1.0" encoding="utf-8"?>
<p:tagLst xmlns:a="http://schemas.openxmlformats.org/drawingml/2006/main" xmlns:r="http://schemas.openxmlformats.org/officeDocument/2006/relationships" xmlns:p="http://schemas.openxmlformats.org/presentationml/2006/main">
  <p:tag name="NUM" val="3"/>
</p:tagLst>
</file>

<file path=ppt/tags/tag80.xml><?xml version="1.0" encoding="utf-8"?>
<p:tagLst xmlns:a="http://schemas.openxmlformats.org/drawingml/2006/main" xmlns:r="http://schemas.openxmlformats.org/officeDocument/2006/relationships" xmlns:p="http://schemas.openxmlformats.org/presentationml/2006/main">
  <p:tag name="NUM" val="1"/>
</p:tagLst>
</file>

<file path=ppt/tags/tag81.xml><?xml version="1.0" encoding="utf-8"?>
<p:tagLst xmlns:a="http://schemas.openxmlformats.org/drawingml/2006/main" xmlns:r="http://schemas.openxmlformats.org/officeDocument/2006/relationships" xmlns:p="http://schemas.openxmlformats.org/presentationml/2006/main">
  <p:tag name="NUM" val="2"/>
</p:tagLst>
</file>

<file path=ppt/tags/tag82.xml><?xml version="1.0" encoding="utf-8"?>
<p:tagLst xmlns:a="http://schemas.openxmlformats.org/drawingml/2006/main" xmlns:r="http://schemas.openxmlformats.org/officeDocument/2006/relationships" xmlns:p="http://schemas.openxmlformats.org/presentationml/2006/main">
  <p:tag name="NUM" val="3"/>
</p:tagLst>
</file>

<file path=ppt/tags/tag83.xml><?xml version="1.0" encoding="utf-8"?>
<p:tagLst xmlns:a="http://schemas.openxmlformats.org/drawingml/2006/main" xmlns:r="http://schemas.openxmlformats.org/officeDocument/2006/relationships" xmlns:p="http://schemas.openxmlformats.org/presentationml/2006/main">
  <p:tag name="NUM" val="1"/>
</p:tagLst>
</file>

<file path=ppt/tags/tag84.xml><?xml version="1.0" encoding="utf-8"?>
<p:tagLst xmlns:a="http://schemas.openxmlformats.org/drawingml/2006/main" xmlns:r="http://schemas.openxmlformats.org/officeDocument/2006/relationships" xmlns:p="http://schemas.openxmlformats.org/presentationml/2006/main">
  <p:tag name="NUM" val="2"/>
</p:tagLst>
</file>

<file path=ppt/tags/tag85.xml><?xml version="1.0" encoding="utf-8"?>
<p:tagLst xmlns:a="http://schemas.openxmlformats.org/drawingml/2006/main" xmlns:r="http://schemas.openxmlformats.org/officeDocument/2006/relationships" xmlns:p="http://schemas.openxmlformats.org/presentationml/2006/main">
  <p:tag name="NUM" val="3"/>
</p:tagLst>
</file>

<file path=ppt/tags/tag86.xml><?xml version="1.0" encoding="utf-8"?>
<p:tagLst xmlns:a="http://schemas.openxmlformats.org/drawingml/2006/main" xmlns:r="http://schemas.openxmlformats.org/officeDocument/2006/relationships" xmlns:p="http://schemas.openxmlformats.org/presentationml/2006/main">
  <p:tag name="NUM" val="1"/>
</p:tagLst>
</file>

<file path=ppt/tags/tag87.xml><?xml version="1.0" encoding="utf-8"?>
<p:tagLst xmlns:a="http://schemas.openxmlformats.org/drawingml/2006/main" xmlns:r="http://schemas.openxmlformats.org/officeDocument/2006/relationships" xmlns:p="http://schemas.openxmlformats.org/presentationml/2006/main">
  <p:tag name="NUM" val="2"/>
</p:tagLst>
</file>

<file path=ppt/tags/tag88.xml><?xml version="1.0" encoding="utf-8"?>
<p:tagLst xmlns:a="http://schemas.openxmlformats.org/drawingml/2006/main" xmlns:r="http://schemas.openxmlformats.org/officeDocument/2006/relationships" xmlns:p="http://schemas.openxmlformats.org/presentationml/2006/main">
  <p:tag name="NUM" val="3"/>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3"/>
</p:tagLst>
</file>

<file path=ppt/tags/tag92.xml><?xml version="1.0" encoding="utf-8"?>
<p:tagLst xmlns:a="http://schemas.openxmlformats.org/drawingml/2006/main" xmlns:r="http://schemas.openxmlformats.org/officeDocument/2006/relationships" xmlns:p="http://schemas.openxmlformats.org/presentationml/2006/main">
  <p:tag name="NUM" val="1"/>
</p:tagLst>
</file>

<file path=ppt/tags/tag93.xml><?xml version="1.0" encoding="utf-8"?>
<p:tagLst xmlns:a="http://schemas.openxmlformats.org/drawingml/2006/main" xmlns:r="http://schemas.openxmlformats.org/officeDocument/2006/relationships" xmlns:p="http://schemas.openxmlformats.org/presentationml/2006/main">
  <p:tag name="NUM" val="2"/>
</p:tagLst>
</file>

<file path=ppt/tags/tag94.xml><?xml version="1.0" encoding="utf-8"?>
<p:tagLst xmlns:a="http://schemas.openxmlformats.org/drawingml/2006/main" xmlns:r="http://schemas.openxmlformats.org/officeDocument/2006/relationships" xmlns:p="http://schemas.openxmlformats.org/presentationml/2006/main">
  <p:tag name="NUM" val="3"/>
</p:tagLst>
</file>

<file path=ppt/tags/tag95.xml><?xml version="1.0" encoding="utf-8"?>
<p:tagLst xmlns:a="http://schemas.openxmlformats.org/drawingml/2006/main" xmlns:r="http://schemas.openxmlformats.org/officeDocument/2006/relationships" xmlns:p="http://schemas.openxmlformats.org/presentationml/2006/main">
  <p:tag name="NUM" val="1"/>
</p:tagLst>
</file>

<file path=ppt/tags/tag96.xml><?xml version="1.0" encoding="utf-8"?>
<p:tagLst xmlns:a="http://schemas.openxmlformats.org/drawingml/2006/main" xmlns:r="http://schemas.openxmlformats.org/officeDocument/2006/relationships" xmlns:p="http://schemas.openxmlformats.org/presentationml/2006/main">
  <p:tag name="NUM" val="2"/>
</p:tagLst>
</file>

<file path=ppt/tags/tag97.xml><?xml version="1.0" encoding="utf-8"?>
<p:tagLst xmlns:a="http://schemas.openxmlformats.org/drawingml/2006/main" xmlns:r="http://schemas.openxmlformats.org/officeDocument/2006/relationships" xmlns:p="http://schemas.openxmlformats.org/presentationml/2006/main">
  <p:tag name="NUM" val="3"/>
</p:tagLst>
</file>

<file path=ppt/tags/tag98.xml><?xml version="1.0" encoding="utf-8"?>
<p:tagLst xmlns:a="http://schemas.openxmlformats.org/drawingml/2006/main" xmlns:r="http://schemas.openxmlformats.org/officeDocument/2006/relationships" xmlns:p="http://schemas.openxmlformats.org/presentationml/2006/main">
  <p:tag name="NUM" val="4"/>
</p:tagLst>
</file>

<file path=ppt/tags/tag99.xml><?xml version="1.0" encoding="utf-8"?>
<p:tagLst xmlns:a="http://schemas.openxmlformats.org/drawingml/2006/main" xmlns:r="http://schemas.openxmlformats.org/officeDocument/2006/relationships" xmlns:p="http://schemas.openxmlformats.org/presentationml/2006/main">
  <p:tag name="NUM" val="1"/>
</p:tagLst>
</file>

<file path=ppt/tags/tag100.xml><?xml version="1.0" encoding="utf-8"?>
<p:tagLst xmlns:a="http://schemas.openxmlformats.org/drawingml/2006/main" xmlns:r="http://schemas.openxmlformats.org/officeDocument/2006/relationships" xmlns:p="http://schemas.openxmlformats.org/presentationml/2006/main">
  <p:tag name="NUM" val="1"/>
</p:tagLst>
</file>

<file path=ppt/tags/tag101.xml><?xml version="1.0" encoding="utf-8"?>
<p:tagLst xmlns:a="http://schemas.openxmlformats.org/drawingml/2006/main" xmlns:r="http://schemas.openxmlformats.org/officeDocument/2006/relationships" xmlns:p="http://schemas.openxmlformats.org/presentationml/2006/main">
  <p:tag name="NUM" val="2"/>
</p:tagLst>
</file>

<file path=ppt/tags/tag102.xml><?xml version="1.0" encoding="utf-8"?>
<p:tagLst xmlns:a="http://schemas.openxmlformats.org/drawingml/2006/main" xmlns:r="http://schemas.openxmlformats.org/officeDocument/2006/relationships" xmlns:p="http://schemas.openxmlformats.org/presentationml/2006/main">
  <p:tag name="NUM" val="3"/>
</p:tagLst>
</file>

<file path=ppt/tags/tag103.xml><?xml version="1.0" encoding="utf-8"?>
<p:tagLst xmlns:a="http://schemas.openxmlformats.org/drawingml/2006/main" xmlns:r="http://schemas.openxmlformats.org/officeDocument/2006/relationships" xmlns:p="http://schemas.openxmlformats.org/presentationml/2006/main">
  <p:tag name="NUM" val="1"/>
</p:tagLst>
</file>

<file path=ppt/tags/tag104.xml><?xml version="1.0" encoding="utf-8"?>
<p:tagLst xmlns:a="http://schemas.openxmlformats.org/drawingml/2006/main" xmlns:r="http://schemas.openxmlformats.org/officeDocument/2006/relationships" xmlns:p="http://schemas.openxmlformats.org/presentationml/2006/main">
  <p:tag name="NUM" val="2"/>
</p:tagLst>
</file>

<file path=ppt/tags/tag105.xml><?xml version="1.0" encoding="utf-8"?>
<p:tagLst xmlns:a="http://schemas.openxmlformats.org/drawingml/2006/main" xmlns:r="http://schemas.openxmlformats.org/officeDocument/2006/relationships" xmlns:p="http://schemas.openxmlformats.org/presentationml/2006/main">
  <p:tag name="NUM" val="3"/>
</p:tagLst>
</file>

<file path=ppt/tags/tag106.xml><?xml version="1.0" encoding="utf-8"?>
<p:tagLst xmlns:a="http://schemas.openxmlformats.org/drawingml/2006/main" xmlns:r="http://schemas.openxmlformats.org/officeDocument/2006/relationships" xmlns:p="http://schemas.openxmlformats.org/presentationml/2006/main">
  <p:tag name="NUM" val="1"/>
</p:tagLst>
</file>

<file path=ppt/tags/tag107.xml><?xml version="1.0" encoding="utf-8"?>
<p:tagLst xmlns:a="http://schemas.openxmlformats.org/drawingml/2006/main" xmlns:r="http://schemas.openxmlformats.org/officeDocument/2006/relationships" xmlns:p="http://schemas.openxmlformats.org/presentationml/2006/main">
  <p:tag name="NUM" val="2"/>
</p:tagLst>
</file>

<file path=ppt/tags/tag108.xml><?xml version="1.0" encoding="utf-8"?>
<p:tagLst xmlns:a="http://schemas.openxmlformats.org/drawingml/2006/main" xmlns:r="http://schemas.openxmlformats.org/officeDocument/2006/relationships" xmlns:p="http://schemas.openxmlformats.org/presentationml/2006/main">
  <p:tag name="NUM" val="3"/>
</p:tagLst>
</file>

<file path=ppt/tags/tag109.xml><?xml version="1.0" encoding="utf-8"?>
<p:tagLst xmlns:a="http://schemas.openxmlformats.org/drawingml/2006/main" xmlns:r="http://schemas.openxmlformats.org/officeDocument/2006/relationships" xmlns:p="http://schemas.openxmlformats.org/presentationml/2006/main">
  <p:tag name="NUM" val="1"/>
</p:tagLst>
</file>

<file path=ppt/tags/tag110.xml><?xml version="1.0" encoding="utf-8"?>
<p:tagLst xmlns:a="http://schemas.openxmlformats.org/drawingml/2006/main" xmlns:r="http://schemas.openxmlformats.org/officeDocument/2006/relationships" xmlns:p="http://schemas.openxmlformats.org/presentationml/2006/main">
  <p:tag name="NUM" val="2"/>
</p:tagLst>
</file>

<file path=ppt/tags/tag111.xml><?xml version="1.0" encoding="utf-8"?>
<p:tagLst xmlns:a="http://schemas.openxmlformats.org/drawingml/2006/main" xmlns:r="http://schemas.openxmlformats.org/officeDocument/2006/relationships" xmlns:p="http://schemas.openxmlformats.org/presentationml/2006/main">
  <p:tag name="NUM" val="3"/>
</p:tagLst>
</file>

<file path=ppt/tags/tag112.xml><?xml version="1.0" encoding="utf-8"?>
<p:tagLst xmlns:a="http://schemas.openxmlformats.org/drawingml/2006/main" xmlns:r="http://schemas.openxmlformats.org/officeDocument/2006/relationships" xmlns:p="http://schemas.openxmlformats.org/presentationml/2006/main">
  <p:tag name="NUM" val="1"/>
</p:tagLst>
</file>

<file path=ppt/tags/tag113.xml><?xml version="1.0" encoding="utf-8"?>
<p:tagLst xmlns:a="http://schemas.openxmlformats.org/drawingml/2006/main" xmlns:r="http://schemas.openxmlformats.org/officeDocument/2006/relationships" xmlns:p="http://schemas.openxmlformats.org/presentationml/2006/main">
  <p:tag name="NUM" val="2"/>
</p:tagLst>
</file>

<file path=ppt/tags/tag114.xml><?xml version="1.0" encoding="utf-8"?>
<p:tagLst xmlns:a="http://schemas.openxmlformats.org/drawingml/2006/main" xmlns:r="http://schemas.openxmlformats.org/officeDocument/2006/relationships" xmlns:p="http://schemas.openxmlformats.org/presentationml/2006/main">
  <p:tag name="NUM" val="3"/>
</p:tagLst>
</file>

<file path=ppt/tags/tag115.xml><?xml version="1.0" encoding="utf-8"?>
<p:tagLst xmlns:a="http://schemas.openxmlformats.org/drawingml/2006/main" xmlns:r="http://schemas.openxmlformats.org/officeDocument/2006/relationships" xmlns:p="http://schemas.openxmlformats.org/presentationml/2006/main">
  <p:tag name="NUM" val="1"/>
</p:tagLst>
</file>

<file path=ppt/tags/tag116.xml><?xml version="1.0" encoding="utf-8"?>
<p:tagLst xmlns:a="http://schemas.openxmlformats.org/drawingml/2006/main" xmlns:r="http://schemas.openxmlformats.org/officeDocument/2006/relationships" xmlns:p="http://schemas.openxmlformats.org/presentationml/2006/main">
  <p:tag name="NUM" val="2"/>
</p:tagLst>
</file>

<file path=ppt/tags/tag117.xml><?xml version="1.0" encoding="utf-8"?>
<p:tagLst xmlns:a="http://schemas.openxmlformats.org/drawingml/2006/main" xmlns:r="http://schemas.openxmlformats.org/officeDocument/2006/relationships" xmlns:p="http://schemas.openxmlformats.org/presentationml/2006/main">
  <p:tag name="NUM" val="3"/>
</p:tagLst>
</file>

<file path=ppt/tags/tag118.xml><?xml version="1.0" encoding="utf-8"?>
<p:tagLst xmlns:a="http://schemas.openxmlformats.org/drawingml/2006/main" xmlns:r="http://schemas.openxmlformats.org/officeDocument/2006/relationships" xmlns:p="http://schemas.openxmlformats.org/presentationml/2006/main">
  <p:tag name="NUM" val="1"/>
</p:tagLst>
</file>

<file path=ppt/tags/tag119.xml><?xml version="1.0" encoding="utf-8"?>
<p:tagLst xmlns:a="http://schemas.openxmlformats.org/drawingml/2006/main" xmlns:r="http://schemas.openxmlformats.org/officeDocument/2006/relationships" xmlns:p="http://schemas.openxmlformats.org/presentationml/2006/main">
  <p:tag name="NUM" val="2"/>
</p:tagLst>
</file>

<file path=ppt/tags/tag120.xml><?xml version="1.0" encoding="utf-8"?>
<p:tagLst xmlns:a="http://schemas.openxmlformats.org/drawingml/2006/main" xmlns:r="http://schemas.openxmlformats.org/officeDocument/2006/relationships" xmlns:p="http://schemas.openxmlformats.org/presentationml/2006/main">
  <p:tag name="NUM" val="3"/>
</p:tagLst>
</file>

<file path=ppt/tags/tag121.xml><?xml version="1.0" encoding="utf-8"?>
<p:tagLst xmlns:a="http://schemas.openxmlformats.org/drawingml/2006/main" xmlns:r="http://schemas.openxmlformats.org/officeDocument/2006/relationships" xmlns:p="http://schemas.openxmlformats.org/presentationml/2006/main">
  <p:tag name="NUM" val="1"/>
</p:tagLst>
</file>

<file path=ppt/tags/tag122.xml><?xml version="1.0" encoding="utf-8"?>
<p:tagLst xmlns:a="http://schemas.openxmlformats.org/drawingml/2006/main" xmlns:r="http://schemas.openxmlformats.org/officeDocument/2006/relationships" xmlns:p="http://schemas.openxmlformats.org/presentationml/2006/main">
  <p:tag name="NUM" val="2"/>
</p:tagLst>
</file>

<file path=ppt/tags/tag123.xml><?xml version="1.0" encoding="utf-8"?>
<p:tagLst xmlns:a="http://schemas.openxmlformats.org/drawingml/2006/main" xmlns:r="http://schemas.openxmlformats.org/officeDocument/2006/relationships" xmlns:p="http://schemas.openxmlformats.org/presentationml/2006/main">
  <p:tag name="NUM" val="3"/>
</p:tagLst>
</file>

<file path=ppt/tags/tag124.xml><?xml version="1.0" encoding="utf-8"?>
<p:tagLst xmlns:a="http://schemas.openxmlformats.org/drawingml/2006/main" xmlns:r="http://schemas.openxmlformats.org/officeDocument/2006/relationships" xmlns:p="http://schemas.openxmlformats.org/presentationml/2006/main">
  <p:tag name="NUM" val="4"/>
</p:tagLst>
</file>

<file path=ppt/tags/tag125.xml><?xml version="1.0" encoding="utf-8"?>
<p:tagLst xmlns:a="http://schemas.openxmlformats.org/drawingml/2006/main" xmlns:r="http://schemas.openxmlformats.org/officeDocument/2006/relationships" xmlns:p="http://schemas.openxmlformats.org/presentationml/2006/main">
  <p:tag name="NUM" val="1"/>
</p:tagLst>
</file>

<file path=ppt/tags/tag126.xml><?xml version="1.0" encoding="utf-8"?>
<p:tagLst xmlns:a="http://schemas.openxmlformats.org/drawingml/2006/main" xmlns:r="http://schemas.openxmlformats.org/officeDocument/2006/relationships" xmlns:p="http://schemas.openxmlformats.org/presentationml/2006/main">
  <p:tag name="NUM" val="2"/>
</p:tagLst>
</file>

<file path=ppt/tags/tag127.xml><?xml version="1.0" encoding="utf-8"?>
<p:tagLst xmlns:a="http://schemas.openxmlformats.org/drawingml/2006/main" xmlns:r="http://schemas.openxmlformats.org/officeDocument/2006/relationships" xmlns:p="http://schemas.openxmlformats.org/presentationml/2006/main">
  <p:tag name="NUM" val="3"/>
</p:tagLst>
</file>

<file path=ppt/tags/tag128.xml><?xml version="1.0" encoding="utf-8"?>
<p:tagLst xmlns:a="http://schemas.openxmlformats.org/drawingml/2006/main" xmlns:r="http://schemas.openxmlformats.org/officeDocument/2006/relationships" xmlns:p="http://schemas.openxmlformats.org/presentationml/2006/main">
  <p:tag name="NUM" val="4"/>
</p:tagLst>
</file>

<file path=ppt/tags/tag129.xml><?xml version="1.0" encoding="utf-8"?>
<p:tagLst xmlns:a="http://schemas.openxmlformats.org/drawingml/2006/main" xmlns:r="http://schemas.openxmlformats.org/officeDocument/2006/relationships" xmlns:p="http://schemas.openxmlformats.org/presentationml/2006/main">
  <p:tag name="NUM" val="1"/>
</p:tagLst>
</file>

<file path=ppt/tags/tag130.xml><?xml version="1.0" encoding="utf-8"?>
<p:tagLst xmlns:a="http://schemas.openxmlformats.org/drawingml/2006/main" xmlns:r="http://schemas.openxmlformats.org/officeDocument/2006/relationships" xmlns:p="http://schemas.openxmlformats.org/presentationml/2006/main">
  <p:tag name="NUM" val="1"/>
</p:tagLst>
</file>

<file path=ppt/tags/tag131.xml><?xml version="1.0" encoding="utf-8"?>
<p:tagLst xmlns:a="http://schemas.openxmlformats.org/drawingml/2006/main" xmlns:r="http://schemas.openxmlformats.org/officeDocument/2006/relationships" xmlns:p="http://schemas.openxmlformats.org/presentationml/2006/main">
  <p:tag name="NUM" val="2"/>
</p:tagLst>
</file>

<file path=ppt/tags/tag132.xml><?xml version="1.0" encoding="utf-8"?>
<p:tagLst xmlns:a="http://schemas.openxmlformats.org/drawingml/2006/main" xmlns:r="http://schemas.openxmlformats.org/officeDocument/2006/relationships" xmlns:p="http://schemas.openxmlformats.org/presentationml/2006/main">
  <p:tag name="NUM" val="1"/>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3"/>
</p:tagLst>
</file>

<file path=ppt/tags/tag135.xml><?xml version="1.0" encoding="utf-8"?>
<p:tagLst xmlns:a="http://schemas.openxmlformats.org/drawingml/2006/main" xmlns:r="http://schemas.openxmlformats.org/officeDocument/2006/relationships" xmlns:p="http://schemas.openxmlformats.org/presentationml/2006/main">
  <p:tag name="NUM" val="1"/>
</p:tagLst>
</file>

<file path=ppt/tags/tag136.xml><?xml version="1.0" encoding="utf-8"?>
<p:tagLst xmlns:a="http://schemas.openxmlformats.org/drawingml/2006/main" xmlns:r="http://schemas.openxmlformats.org/officeDocument/2006/relationships" xmlns:p="http://schemas.openxmlformats.org/presentationml/2006/main">
  <p:tag name="NUM" val="2"/>
</p:tagLst>
</file>

<file path=ppt/tags/tag137.xml><?xml version="1.0" encoding="utf-8"?>
<p:tagLst xmlns:a="http://schemas.openxmlformats.org/drawingml/2006/main" xmlns:r="http://schemas.openxmlformats.org/officeDocument/2006/relationships" xmlns:p="http://schemas.openxmlformats.org/presentationml/2006/main">
  <p:tag name="NUM" val="3"/>
</p:tagLst>
</file>

<file path=ppt/tags/tag138.xml><?xml version="1.0" encoding="utf-8"?>
<p:tagLst xmlns:a="http://schemas.openxmlformats.org/drawingml/2006/main" xmlns:r="http://schemas.openxmlformats.org/officeDocument/2006/relationships" xmlns:p="http://schemas.openxmlformats.org/presentationml/2006/main">
  <p:tag name="NUM" val="1"/>
</p:tagLst>
</file>

<file path=ppt/tags/tag139.xml><?xml version="1.0" encoding="utf-8"?>
<p:tagLst xmlns:a="http://schemas.openxmlformats.org/drawingml/2006/main" xmlns:r="http://schemas.openxmlformats.org/officeDocument/2006/relationships" xmlns:p="http://schemas.openxmlformats.org/presentationml/2006/main">
  <p:tag name="NUM" val="2"/>
</p:tagLst>
</file>

<file path=ppt/tags/tag140.xml><?xml version="1.0" encoding="utf-8"?>
<p:tagLst xmlns:a="http://schemas.openxmlformats.org/drawingml/2006/main" xmlns:r="http://schemas.openxmlformats.org/officeDocument/2006/relationships" xmlns:p="http://schemas.openxmlformats.org/presentationml/2006/main">
  <p:tag name="NUM" val="3"/>
</p:tagLst>
</file>

<file path=ppt/tags/tag141.xml><?xml version="1.0" encoding="utf-8"?>
<p:tagLst xmlns:a="http://schemas.openxmlformats.org/drawingml/2006/main" xmlns:r="http://schemas.openxmlformats.org/officeDocument/2006/relationships" xmlns:p="http://schemas.openxmlformats.org/presentationml/2006/main">
  <p:tag name="NUM" val="1"/>
</p:tagLst>
</file>

<file path=ppt/tags/tag142.xml><?xml version="1.0" encoding="utf-8"?>
<p:tagLst xmlns:a="http://schemas.openxmlformats.org/drawingml/2006/main" xmlns:r="http://schemas.openxmlformats.org/officeDocument/2006/relationships" xmlns:p="http://schemas.openxmlformats.org/presentationml/2006/main">
  <p:tag name="NUM" val="2"/>
</p:tagLst>
</file>

<file path=ppt/tags/tag143.xml><?xml version="1.0" encoding="utf-8"?>
<p:tagLst xmlns:a="http://schemas.openxmlformats.org/drawingml/2006/main" xmlns:r="http://schemas.openxmlformats.org/officeDocument/2006/relationships" xmlns:p="http://schemas.openxmlformats.org/presentationml/2006/main">
  <p:tag name="NUM" val="3"/>
</p:tagLst>
</file>

<file path=ppt/tags/tag144.xml><?xml version="1.0" encoding="utf-8"?>
<p:tagLst xmlns:a="http://schemas.openxmlformats.org/drawingml/2006/main" xmlns:r="http://schemas.openxmlformats.org/officeDocument/2006/relationships" xmlns:p="http://schemas.openxmlformats.org/presentationml/2006/main">
  <p:tag name="NUM" val="1"/>
</p:tagLst>
</file>

<file path=ppt/tags/tag145.xml><?xml version="1.0" encoding="utf-8"?>
<p:tagLst xmlns:a="http://schemas.openxmlformats.org/drawingml/2006/main" xmlns:r="http://schemas.openxmlformats.org/officeDocument/2006/relationships" xmlns:p="http://schemas.openxmlformats.org/presentationml/2006/main">
  <p:tag name="NUM" val="1"/>
</p:tagLst>
</file>

<file path=ppt/tags/tag146.xml><?xml version="1.0" encoding="utf-8"?>
<p:tagLst xmlns:a="http://schemas.openxmlformats.org/drawingml/2006/main" xmlns:r="http://schemas.openxmlformats.org/officeDocument/2006/relationships" xmlns:p="http://schemas.openxmlformats.org/presentationml/2006/main">
  <p:tag name="NUM" val="2"/>
</p:tagLst>
</file>

<file path=ppt/tags/tag147.xml><?xml version="1.0" encoding="utf-8"?>
<p:tagLst xmlns:a="http://schemas.openxmlformats.org/drawingml/2006/main" xmlns:r="http://schemas.openxmlformats.org/officeDocument/2006/relationships" xmlns:p="http://schemas.openxmlformats.org/presentationml/2006/main">
  <p:tag name="NUM" val="1"/>
</p:tagLst>
</file>

<file path=ppt/tags/tag148.xml><?xml version="1.0" encoding="utf-8"?>
<p:tagLst xmlns:a="http://schemas.openxmlformats.org/drawingml/2006/main" xmlns:r="http://schemas.openxmlformats.org/officeDocument/2006/relationships" xmlns:p="http://schemas.openxmlformats.org/presentationml/2006/main">
  <p:tag name="NUM" val="2"/>
</p:tagLst>
</file>

<file path=ppt/tags/tag149.xml><?xml version="1.0" encoding="utf-8"?>
<p:tagLst xmlns:a="http://schemas.openxmlformats.org/drawingml/2006/main" xmlns:r="http://schemas.openxmlformats.org/officeDocument/2006/relationships" xmlns:p="http://schemas.openxmlformats.org/presentationml/2006/main">
  <p:tag name="NUM" val="3"/>
</p:tagLst>
</file>

<file path=ppt/tags/tag150.xml><?xml version="1.0" encoding="utf-8"?>
<p:tagLst xmlns:a="http://schemas.openxmlformats.org/drawingml/2006/main" xmlns:r="http://schemas.openxmlformats.org/officeDocument/2006/relationships" xmlns:p="http://schemas.openxmlformats.org/presentationml/2006/main">
  <p:tag name="NUM" val="1"/>
</p:tagLst>
</file>

<file path=ppt/tags/tag151.xml><?xml version="1.0" encoding="utf-8"?>
<p:tagLst xmlns:a="http://schemas.openxmlformats.org/drawingml/2006/main" xmlns:r="http://schemas.openxmlformats.org/officeDocument/2006/relationships" xmlns:p="http://schemas.openxmlformats.org/presentationml/2006/main">
  <p:tag name="NUM" val="2"/>
</p:tagLst>
</file>

<file path=ppt/tags/tag152.xml><?xml version="1.0" encoding="utf-8"?>
<p:tagLst xmlns:a="http://schemas.openxmlformats.org/drawingml/2006/main" xmlns:r="http://schemas.openxmlformats.org/officeDocument/2006/relationships" xmlns:p="http://schemas.openxmlformats.org/presentationml/2006/main">
  <p:tag name="NUM" val="3"/>
</p:tagLst>
</file>

<file path=ppt/tags/tag153.xml><?xml version="1.0" encoding="utf-8"?>
<p:tagLst xmlns:a="http://schemas.openxmlformats.org/drawingml/2006/main" xmlns:r="http://schemas.openxmlformats.org/officeDocument/2006/relationships" xmlns:p="http://schemas.openxmlformats.org/presentationml/2006/main">
  <p:tag name="NUM" val="1"/>
</p:tagLst>
</file>

<file path=ppt/tags/tag154.xml><?xml version="1.0" encoding="utf-8"?>
<p:tagLst xmlns:a="http://schemas.openxmlformats.org/drawingml/2006/main" xmlns:r="http://schemas.openxmlformats.org/officeDocument/2006/relationships" xmlns:p="http://schemas.openxmlformats.org/presentationml/2006/main">
  <p:tag name="NUM" val="2"/>
</p:tagLst>
</file>

<file path=ppt/tags/tag155.xml><?xml version="1.0" encoding="utf-8"?>
<p:tagLst xmlns:a="http://schemas.openxmlformats.org/drawingml/2006/main" xmlns:r="http://schemas.openxmlformats.org/officeDocument/2006/relationships" xmlns:p="http://schemas.openxmlformats.org/presentationml/2006/main">
  <p:tag name="NUM" val="3"/>
</p:tagLst>
</file>

<file path=ppt/tags/tag156.xml><?xml version="1.0" encoding="utf-8"?>
<p:tagLst xmlns:a="http://schemas.openxmlformats.org/drawingml/2006/main" xmlns:r="http://schemas.openxmlformats.org/officeDocument/2006/relationships" xmlns:p="http://schemas.openxmlformats.org/presentationml/2006/main">
  <p:tag name="NUM" val="1"/>
</p:tagLst>
</file>

<file path=ppt/tags/tag157.xml><?xml version="1.0" encoding="utf-8"?>
<p:tagLst xmlns:a="http://schemas.openxmlformats.org/drawingml/2006/main" xmlns:r="http://schemas.openxmlformats.org/officeDocument/2006/relationships" xmlns:p="http://schemas.openxmlformats.org/presentationml/2006/main">
  <p:tag name="NUM" val="2"/>
</p:tagLst>
</file>

<file path=ppt/tags/tag158.xml><?xml version="1.0" encoding="utf-8"?>
<p:tagLst xmlns:a="http://schemas.openxmlformats.org/drawingml/2006/main" xmlns:r="http://schemas.openxmlformats.org/officeDocument/2006/relationships" xmlns:p="http://schemas.openxmlformats.org/presentationml/2006/main">
  <p:tag name="NUM" val="3"/>
</p:tagLst>
</file>

<file path=ppt/tags/tag159.xml><?xml version="1.0" encoding="utf-8"?>
<p:tagLst xmlns:a="http://schemas.openxmlformats.org/drawingml/2006/main" xmlns:r="http://schemas.openxmlformats.org/officeDocument/2006/relationships" xmlns:p="http://schemas.openxmlformats.org/presentationml/2006/main">
  <p:tag name="NUM" val="4"/>
</p:tagLst>
</file>

<file path=ppt/tags/tag160.xml><?xml version="1.0" encoding="utf-8"?>
<p:tagLst xmlns:a="http://schemas.openxmlformats.org/drawingml/2006/main" xmlns:r="http://schemas.openxmlformats.org/officeDocument/2006/relationships" xmlns:p="http://schemas.openxmlformats.org/presentationml/2006/main">
  <p:tag name="NUM" val="1"/>
</p:tagLst>
</file>

<file path=ppt/tags/tag161.xml><?xml version="1.0" encoding="utf-8"?>
<p:tagLst xmlns:a="http://schemas.openxmlformats.org/drawingml/2006/main" xmlns:r="http://schemas.openxmlformats.org/officeDocument/2006/relationships" xmlns:p="http://schemas.openxmlformats.org/presentationml/2006/main">
  <p:tag name="NUM" val="2"/>
</p:tagLst>
</file>

<file path=ppt/tags/tag162.xml><?xml version="1.0" encoding="utf-8"?>
<p:tagLst xmlns:a="http://schemas.openxmlformats.org/drawingml/2006/main" xmlns:r="http://schemas.openxmlformats.org/officeDocument/2006/relationships" xmlns:p="http://schemas.openxmlformats.org/presentationml/2006/main">
  <p:tag name="NUM" val="3"/>
</p:tagLst>
</file>

<file path=ppt/tags/tag163.xml><?xml version="1.0" encoding="utf-8"?>
<p:tagLst xmlns:a="http://schemas.openxmlformats.org/drawingml/2006/main" xmlns:r="http://schemas.openxmlformats.org/officeDocument/2006/relationships" xmlns:p="http://schemas.openxmlformats.org/presentationml/2006/main">
  <p:tag name="NUM" val="1"/>
</p:tagLst>
</file>

<file path=ppt/tags/tag164.xml><?xml version="1.0" encoding="utf-8"?>
<p:tagLst xmlns:a="http://schemas.openxmlformats.org/drawingml/2006/main" xmlns:r="http://schemas.openxmlformats.org/officeDocument/2006/relationships" xmlns:p="http://schemas.openxmlformats.org/presentationml/2006/main">
  <p:tag name="NUM" val="1"/>
</p:tagLst>
</file>

<file path=ppt/tags/tag165.xml><?xml version="1.0" encoding="utf-8"?>
<p:tagLst xmlns:a="http://schemas.openxmlformats.org/drawingml/2006/main" xmlns:r="http://schemas.openxmlformats.org/officeDocument/2006/relationships" xmlns:p="http://schemas.openxmlformats.org/presentationml/2006/main">
  <p:tag name="NUM" val="2"/>
</p:tagLst>
</file>

<file path=ppt/tags/tag166.xml><?xml version="1.0" encoding="utf-8"?>
<p:tagLst xmlns:a="http://schemas.openxmlformats.org/drawingml/2006/main" xmlns:r="http://schemas.openxmlformats.org/officeDocument/2006/relationships" xmlns:p="http://schemas.openxmlformats.org/presentationml/2006/main">
  <p:tag name="NUM" val="3"/>
</p:tagLst>
</file>

<file path=ppt/tags/tag167.xml><?xml version="1.0" encoding="utf-8"?>
<p:tagLst xmlns:a="http://schemas.openxmlformats.org/drawingml/2006/main" xmlns:r="http://schemas.openxmlformats.org/officeDocument/2006/relationships" xmlns:p="http://schemas.openxmlformats.org/presentationml/2006/main">
  <p:tag name="NUM" val="1"/>
</p:tagLst>
</file>

<file path=ppt/tags/tag168.xml><?xml version="1.0" encoding="utf-8"?>
<p:tagLst xmlns:a="http://schemas.openxmlformats.org/drawingml/2006/main" xmlns:r="http://schemas.openxmlformats.org/officeDocument/2006/relationships" xmlns:p="http://schemas.openxmlformats.org/presentationml/2006/main">
  <p:tag name="NUM" val="2"/>
</p:tagLst>
</file>

<file path=ppt/tags/tag169.xml><?xml version="1.0" encoding="utf-8"?>
<p:tagLst xmlns:a="http://schemas.openxmlformats.org/drawingml/2006/main" xmlns:r="http://schemas.openxmlformats.org/officeDocument/2006/relationships" xmlns:p="http://schemas.openxmlformats.org/presentationml/2006/main">
  <p:tag name="NUM" val="3"/>
</p:tagLst>
</file>

<file path=ppt/tags/tag170.xml><?xml version="1.0" encoding="utf-8"?>
<p:tagLst xmlns:a="http://schemas.openxmlformats.org/drawingml/2006/main" xmlns:r="http://schemas.openxmlformats.org/officeDocument/2006/relationships" xmlns:p="http://schemas.openxmlformats.org/presentationml/2006/main">
  <p:tag name="NUM" val="1"/>
</p:tagLst>
</file>

<file path=ppt/tags/tag171.xml><?xml version="1.0" encoding="utf-8"?>
<p:tagLst xmlns:a="http://schemas.openxmlformats.org/drawingml/2006/main" xmlns:r="http://schemas.openxmlformats.org/officeDocument/2006/relationships" xmlns:p="http://schemas.openxmlformats.org/presentationml/2006/main">
  <p:tag name="NUM" val="2"/>
</p:tagLst>
</file>

<file path=ppt/tags/tag172.xml><?xml version="1.0" encoding="utf-8"?>
<p:tagLst xmlns:a="http://schemas.openxmlformats.org/drawingml/2006/main" xmlns:r="http://schemas.openxmlformats.org/officeDocument/2006/relationships" xmlns:p="http://schemas.openxmlformats.org/presentationml/2006/main">
  <p:tag name="NUM" val="3"/>
</p:tagLst>
</file>

<file path=ppt/tags/tag173.xml><?xml version="1.0" encoding="utf-8"?>
<p:tagLst xmlns:a="http://schemas.openxmlformats.org/drawingml/2006/main" xmlns:r="http://schemas.openxmlformats.org/officeDocument/2006/relationships" xmlns:p="http://schemas.openxmlformats.org/presentationml/2006/main">
  <p:tag name="NUM" val="1"/>
</p:tagLst>
</file>

<file path=ppt/tags/tag174.xml><?xml version="1.0" encoding="utf-8"?>
<p:tagLst xmlns:a="http://schemas.openxmlformats.org/drawingml/2006/main" xmlns:r="http://schemas.openxmlformats.org/officeDocument/2006/relationships" xmlns:p="http://schemas.openxmlformats.org/presentationml/2006/main">
  <p:tag name="NUM" val="2"/>
</p:tagLst>
</file>

<file path=ppt/tags/tag175.xml><?xml version="1.0" encoding="utf-8"?>
<p:tagLst xmlns:a="http://schemas.openxmlformats.org/drawingml/2006/main" xmlns:r="http://schemas.openxmlformats.org/officeDocument/2006/relationships" xmlns:p="http://schemas.openxmlformats.org/presentationml/2006/main">
  <p:tag name="NUM" val="3"/>
</p:tagLst>
</file>

<file path=ppt/tags/tag176.xml><?xml version="1.0" encoding="utf-8"?>
<p:tagLst xmlns:a="http://schemas.openxmlformats.org/drawingml/2006/main" xmlns:r="http://schemas.openxmlformats.org/officeDocument/2006/relationships" xmlns:p="http://schemas.openxmlformats.org/presentationml/2006/main">
  <p:tag name="NUM" val="4"/>
</p:tagLst>
</file>

<file path=ppt/tags/tag177.xml><?xml version="1.0" encoding="utf-8"?>
<p:tagLst xmlns:a="http://schemas.openxmlformats.org/drawingml/2006/main" xmlns:r="http://schemas.openxmlformats.org/officeDocument/2006/relationships" xmlns:p="http://schemas.openxmlformats.org/presentationml/2006/main">
  <p:tag name="NUM" val="1"/>
</p:tagLst>
</file>

<file path=ppt/tags/tag178.xml><?xml version="1.0" encoding="utf-8"?>
<p:tagLst xmlns:a="http://schemas.openxmlformats.org/drawingml/2006/main" xmlns:r="http://schemas.openxmlformats.org/officeDocument/2006/relationships" xmlns:p="http://schemas.openxmlformats.org/presentationml/2006/main">
  <p:tag name="NUM" val="2"/>
</p:tagLst>
</file>

<file path=ppt/tags/tag179.xml><?xml version="1.0" encoding="utf-8"?>
<p:tagLst xmlns:a="http://schemas.openxmlformats.org/drawingml/2006/main" xmlns:r="http://schemas.openxmlformats.org/officeDocument/2006/relationships" xmlns:p="http://schemas.openxmlformats.org/presentationml/2006/main">
  <p:tag name="NUM" val="3"/>
</p:tagLst>
</file>

<file path=ppt/tags/tag180.xml><?xml version="1.0" encoding="utf-8"?>
<p:tagLst xmlns:a="http://schemas.openxmlformats.org/drawingml/2006/main" xmlns:r="http://schemas.openxmlformats.org/officeDocument/2006/relationships" xmlns:p="http://schemas.openxmlformats.org/presentationml/2006/main">
  <p:tag name="NUM" val="1"/>
</p:tagLst>
</file>

<file path=ppt/tags/tag181.xml><?xml version="1.0" encoding="utf-8"?>
<p:tagLst xmlns:a="http://schemas.openxmlformats.org/drawingml/2006/main" xmlns:r="http://schemas.openxmlformats.org/officeDocument/2006/relationships" xmlns:p="http://schemas.openxmlformats.org/presentationml/2006/main">
  <p:tag name="NUM" val="2"/>
</p:tagLst>
</file>

<file path=ppt/tags/tag182.xml><?xml version="1.0" encoding="utf-8"?>
<p:tagLst xmlns:a="http://schemas.openxmlformats.org/drawingml/2006/main" xmlns:r="http://schemas.openxmlformats.org/officeDocument/2006/relationships" xmlns:p="http://schemas.openxmlformats.org/presentationml/2006/main">
  <p:tag name="NUM" val="3"/>
</p:tagLst>
</file>

<file path=ppt/tags/tag183.xml><?xml version="1.0" encoding="utf-8"?>
<p:tagLst xmlns:a="http://schemas.openxmlformats.org/drawingml/2006/main" xmlns:r="http://schemas.openxmlformats.org/officeDocument/2006/relationships" xmlns:p="http://schemas.openxmlformats.org/presentationml/2006/main">
  <p:tag name="NUM" val="1"/>
</p:tagLst>
</file>

<file path=ppt/tags/tag184.xml><?xml version="1.0" encoding="utf-8"?>
<p:tagLst xmlns:a="http://schemas.openxmlformats.org/drawingml/2006/main" xmlns:r="http://schemas.openxmlformats.org/officeDocument/2006/relationships" xmlns:p="http://schemas.openxmlformats.org/presentationml/2006/main">
  <p:tag name="NUM" val="2"/>
</p:tagLst>
</file>

<file path=ppt/tags/tag185.xml><?xml version="1.0" encoding="utf-8"?>
<p:tagLst xmlns:a="http://schemas.openxmlformats.org/drawingml/2006/main" xmlns:r="http://schemas.openxmlformats.org/officeDocument/2006/relationships" xmlns:p="http://schemas.openxmlformats.org/presentationml/2006/main">
  <p:tag name="NUM" val="3"/>
</p:tagLst>
</file>

<file path=ppt/tags/tag186.xml><?xml version="1.0" encoding="utf-8"?>
<p:tagLst xmlns:a="http://schemas.openxmlformats.org/drawingml/2006/main" xmlns:r="http://schemas.openxmlformats.org/officeDocument/2006/relationships" xmlns:p="http://schemas.openxmlformats.org/presentationml/2006/main">
  <p:tag name="NUM" val="4"/>
</p:tagLst>
</file>

<file path=ppt/tags/tag187.xml><?xml version="1.0" encoding="utf-8"?>
<p:tagLst xmlns:a="http://schemas.openxmlformats.org/drawingml/2006/main" xmlns:r="http://schemas.openxmlformats.org/officeDocument/2006/relationships" xmlns:p="http://schemas.openxmlformats.org/presentationml/2006/main">
  <p:tag name="NUM" val="1"/>
</p:tagLst>
</file>

<file path=ppt/tags/tag188.xml><?xml version="1.0" encoding="utf-8"?>
<p:tagLst xmlns:a="http://schemas.openxmlformats.org/drawingml/2006/main" xmlns:r="http://schemas.openxmlformats.org/officeDocument/2006/relationships" xmlns:p="http://schemas.openxmlformats.org/presentationml/2006/main">
  <p:tag name="NUM" val="2"/>
</p:tagLst>
</file>

<file path=ppt/tags/tag189.xml><?xml version="1.0" encoding="utf-8"?>
<p:tagLst xmlns:a="http://schemas.openxmlformats.org/drawingml/2006/main" xmlns:r="http://schemas.openxmlformats.org/officeDocument/2006/relationships" xmlns:p="http://schemas.openxmlformats.org/presentationml/2006/main">
  <p:tag name="NUM" val="3"/>
</p:tagLst>
</file>

<file path=ppt/tags/tag190.xml><?xml version="1.0" encoding="utf-8"?>
<p:tagLst xmlns:a="http://schemas.openxmlformats.org/drawingml/2006/main" xmlns:r="http://schemas.openxmlformats.org/officeDocument/2006/relationships" xmlns:p="http://schemas.openxmlformats.org/presentationml/2006/main">
  <p:tag name="NUM" val="1"/>
</p:tagLst>
</file>

<file path=ppt/tags/tag191.xml><?xml version="1.0" encoding="utf-8"?>
<p:tagLst xmlns:a="http://schemas.openxmlformats.org/drawingml/2006/main" xmlns:r="http://schemas.openxmlformats.org/officeDocument/2006/relationships" xmlns:p="http://schemas.openxmlformats.org/presentationml/2006/main">
  <p:tag name="NUM" val="2"/>
</p:tagLst>
</file>

<file path=ppt/tags/tag192.xml><?xml version="1.0" encoding="utf-8"?>
<p:tagLst xmlns:a="http://schemas.openxmlformats.org/drawingml/2006/main" xmlns:r="http://schemas.openxmlformats.org/officeDocument/2006/relationships" xmlns:p="http://schemas.openxmlformats.org/presentationml/2006/main">
  <p:tag name="NUM" val="3"/>
</p:tagLst>
</file>

<file path=ppt/tags/tag193.xml><?xml version="1.0" encoding="utf-8"?>
<p:tagLst xmlns:a="http://schemas.openxmlformats.org/drawingml/2006/main" xmlns:r="http://schemas.openxmlformats.org/officeDocument/2006/relationships" xmlns:p="http://schemas.openxmlformats.org/presentationml/2006/main">
  <p:tag name="NUM" val="1"/>
</p:tagLst>
</file>

<file path=ppt/tags/tag194.xml><?xml version="1.0" encoding="utf-8"?>
<p:tagLst xmlns:a="http://schemas.openxmlformats.org/drawingml/2006/main" xmlns:r="http://schemas.openxmlformats.org/officeDocument/2006/relationships" xmlns:p="http://schemas.openxmlformats.org/presentationml/2006/main">
  <p:tag name="NUM" val="2"/>
</p:tagLst>
</file>

<file path=ppt/tags/tag195.xml><?xml version="1.0" encoding="utf-8"?>
<p:tagLst xmlns:a="http://schemas.openxmlformats.org/drawingml/2006/main" xmlns:r="http://schemas.openxmlformats.org/officeDocument/2006/relationships" xmlns:p="http://schemas.openxmlformats.org/presentationml/2006/main">
  <p:tag name="NUM" val="3"/>
</p:tagLst>
</file>

<file path=ppt/tags/tag196.xml><?xml version="1.0" encoding="utf-8"?>
<p:tagLst xmlns:a="http://schemas.openxmlformats.org/drawingml/2006/main" xmlns:r="http://schemas.openxmlformats.org/officeDocument/2006/relationships" xmlns:p="http://schemas.openxmlformats.org/presentationml/2006/main">
  <p:tag name="NUM" val="1"/>
</p:tagLst>
</file>

<file path=ppt/tags/tag197.xml><?xml version="1.0" encoding="utf-8"?>
<p:tagLst xmlns:a="http://schemas.openxmlformats.org/drawingml/2006/main" xmlns:r="http://schemas.openxmlformats.org/officeDocument/2006/relationships" xmlns:p="http://schemas.openxmlformats.org/presentationml/2006/main">
  <p:tag name="NUM" val="2"/>
</p:tagLst>
</file>

<file path=ppt/tags/tag198.xml><?xml version="1.0" encoding="utf-8"?>
<p:tagLst xmlns:a="http://schemas.openxmlformats.org/drawingml/2006/main" xmlns:r="http://schemas.openxmlformats.org/officeDocument/2006/relationships" xmlns:p="http://schemas.openxmlformats.org/presentationml/2006/main">
  <p:tag name="NUM" val="3"/>
</p:tagLst>
</file>

<file path=ppt/tags/tag199.xml><?xml version="1.0" encoding="utf-8"?>
<p:tagLst xmlns:a="http://schemas.openxmlformats.org/drawingml/2006/main" xmlns:r="http://schemas.openxmlformats.org/officeDocument/2006/relationships" xmlns:p="http://schemas.openxmlformats.org/presentationml/2006/main">
  <p:tag name="NUM" val="4"/>
</p:tagLst>
</file>

<file path=ppt/tags/tag200.xml><?xml version="1.0" encoding="utf-8"?>
<p:tagLst xmlns:a="http://schemas.openxmlformats.org/drawingml/2006/main" xmlns:r="http://schemas.openxmlformats.org/officeDocument/2006/relationships" xmlns:p="http://schemas.openxmlformats.org/presentationml/2006/main">
  <p:tag name="NUM" val="1"/>
</p:tagLst>
</file>

<file path=ppt/tags/tag201.xml><?xml version="1.0" encoding="utf-8"?>
<p:tagLst xmlns:a="http://schemas.openxmlformats.org/drawingml/2006/main" xmlns:r="http://schemas.openxmlformats.org/officeDocument/2006/relationships" xmlns:p="http://schemas.openxmlformats.org/presentationml/2006/main">
  <p:tag name="NUM" val="2"/>
</p:tagLst>
</file>

<file path=ppt/tags/tag202.xml><?xml version="1.0" encoding="utf-8"?>
<p:tagLst xmlns:a="http://schemas.openxmlformats.org/drawingml/2006/main" xmlns:r="http://schemas.openxmlformats.org/officeDocument/2006/relationships" xmlns:p="http://schemas.openxmlformats.org/presentationml/2006/main">
  <p:tag name="NUM" val="3"/>
</p:tagLst>
</file>

<file path=ppt/tags/tag203.xml><?xml version="1.0" encoding="utf-8"?>
<p:tagLst xmlns:a="http://schemas.openxmlformats.org/drawingml/2006/main" xmlns:r="http://schemas.openxmlformats.org/officeDocument/2006/relationships" xmlns:p="http://schemas.openxmlformats.org/presentationml/2006/main">
  <p:tag name="NUM" val="1"/>
</p:tagLst>
</file>

<file path=ppt/tags/tag204.xml><?xml version="1.0" encoding="utf-8"?>
<p:tagLst xmlns:a="http://schemas.openxmlformats.org/drawingml/2006/main" xmlns:r="http://schemas.openxmlformats.org/officeDocument/2006/relationships" xmlns:p="http://schemas.openxmlformats.org/presentationml/2006/main">
  <p:tag name="NUM" val="2"/>
</p:tagLst>
</file>

<file path=ppt/tags/tag205.xml><?xml version="1.0" encoding="utf-8"?>
<p:tagLst xmlns:a="http://schemas.openxmlformats.org/drawingml/2006/main" xmlns:r="http://schemas.openxmlformats.org/officeDocument/2006/relationships" xmlns:p="http://schemas.openxmlformats.org/presentationml/2006/main">
  <p:tag name="NUM" val="3"/>
</p:tagLst>
</file>

<file path=ppt/tags/tag206.xml><?xml version="1.0" encoding="utf-8"?>
<p:tagLst xmlns:a="http://schemas.openxmlformats.org/drawingml/2006/main" xmlns:r="http://schemas.openxmlformats.org/officeDocument/2006/relationships" xmlns:p="http://schemas.openxmlformats.org/presentationml/2006/main">
  <p:tag name="NUM" val="1"/>
</p:tagLst>
</file>

<file path=ppt/tags/tag207.xml><?xml version="1.0" encoding="utf-8"?>
<p:tagLst xmlns:a="http://schemas.openxmlformats.org/drawingml/2006/main" xmlns:r="http://schemas.openxmlformats.org/officeDocument/2006/relationships" xmlns:p="http://schemas.openxmlformats.org/presentationml/2006/main">
  <p:tag name="NUM" val="2"/>
</p:tagLst>
</file>

<file path=ppt/tags/tag208.xml><?xml version="1.0" encoding="utf-8"?>
<p:tagLst xmlns:a="http://schemas.openxmlformats.org/drawingml/2006/main" xmlns:r="http://schemas.openxmlformats.org/officeDocument/2006/relationships" xmlns:p="http://schemas.openxmlformats.org/presentationml/2006/main">
  <p:tag name="NUM" val="3"/>
</p:tagLst>
</file>

<file path=ppt/tags/tag209.xml><?xml version="1.0" encoding="utf-8"?>
<p:tagLst xmlns:a="http://schemas.openxmlformats.org/drawingml/2006/main" xmlns:r="http://schemas.openxmlformats.org/officeDocument/2006/relationships" xmlns:p="http://schemas.openxmlformats.org/presentationml/2006/main">
  <p:tag name="NUM" val="1"/>
</p:tagLst>
</file>

<file path=ppt/tags/tag210.xml><?xml version="1.0" encoding="utf-8"?>
<p:tagLst xmlns:a="http://schemas.openxmlformats.org/drawingml/2006/main" xmlns:r="http://schemas.openxmlformats.org/officeDocument/2006/relationships" xmlns:p="http://schemas.openxmlformats.org/presentationml/2006/main">
  <p:tag name="NUM" val="2"/>
</p:tagLst>
</file>

<file path=ppt/tags/tag211.xml><?xml version="1.0" encoding="utf-8"?>
<p:tagLst xmlns:a="http://schemas.openxmlformats.org/drawingml/2006/main" xmlns:r="http://schemas.openxmlformats.org/officeDocument/2006/relationships" xmlns:p="http://schemas.openxmlformats.org/presentationml/2006/main">
  <p:tag name="NUM" val="3"/>
</p:tagLst>
</file>

<file path=ppt/tags/tag212.xml><?xml version="1.0" encoding="utf-8"?>
<p:tagLst xmlns:a="http://schemas.openxmlformats.org/drawingml/2006/main" xmlns:r="http://schemas.openxmlformats.org/officeDocument/2006/relationships" xmlns:p="http://schemas.openxmlformats.org/presentationml/2006/main">
  <p:tag name="NUM" val="4"/>
</p:tagLst>
</file>

<file path=ppt/tags/tag213.xml><?xml version="1.0" encoding="utf-8"?>
<p:tagLst xmlns:a="http://schemas.openxmlformats.org/drawingml/2006/main" xmlns:r="http://schemas.openxmlformats.org/officeDocument/2006/relationships" xmlns:p="http://schemas.openxmlformats.org/presentationml/2006/main">
  <p:tag name="NUM" val="1"/>
</p:tagLst>
</file>

<file path=ppt/tags/tag214.xml><?xml version="1.0" encoding="utf-8"?>
<p:tagLst xmlns:a="http://schemas.openxmlformats.org/drawingml/2006/main" xmlns:r="http://schemas.openxmlformats.org/officeDocument/2006/relationships" xmlns:p="http://schemas.openxmlformats.org/presentationml/2006/main">
  <p:tag name="NUM" val="2"/>
</p:tagLst>
</file>

<file path=ppt/tags/tag215.xml><?xml version="1.0" encoding="utf-8"?>
<p:tagLst xmlns:a="http://schemas.openxmlformats.org/drawingml/2006/main" xmlns:r="http://schemas.openxmlformats.org/officeDocument/2006/relationships" xmlns:p="http://schemas.openxmlformats.org/presentationml/2006/main">
  <p:tag name="NUM" val="3"/>
</p:tagLst>
</file>

<file path=ppt/tags/tag216.xml><?xml version="1.0" encoding="utf-8"?>
<p:tagLst xmlns:a="http://schemas.openxmlformats.org/drawingml/2006/main" xmlns:r="http://schemas.openxmlformats.org/officeDocument/2006/relationships" xmlns:p="http://schemas.openxmlformats.org/presentationml/2006/main">
  <p:tag name="NUM" val="1"/>
</p:tagLst>
</file>

<file path=ppt/tags/tag217.xml><?xml version="1.0" encoding="utf-8"?>
<p:tagLst xmlns:a="http://schemas.openxmlformats.org/drawingml/2006/main" xmlns:r="http://schemas.openxmlformats.org/officeDocument/2006/relationships" xmlns:p="http://schemas.openxmlformats.org/presentationml/2006/main">
  <p:tag name="NUM" val="2"/>
</p:tagLst>
</file>

<file path=ppt/tags/tag218.xml><?xml version="1.0" encoding="utf-8"?>
<p:tagLst xmlns:a="http://schemas.openxmlformats.org/drawingml/2006/main" xmlns:r="http://schemas.openxmlformats.org/officeDocument/2006/relationships" xmlns:p="http://schemas.openxmlformats.org/presentationml/2006/main">
  <p:tag name="NUM" val="3"/>
</p:tagLst>
</file>

<file path=ppt/tags/tag219.xml><?xml version="1.0" encoding="utf-8"?>
<p:tagLst xmlns:a="http://schemas.openxmlformats.org/drawingml/2006/main" xmlns:r="http://schemas.openxmlformats.org/officeDocument/2006/relationships" xmlns:p="http://schemas.openxmlformats.org/presentationml/2006/main">
  <p:tag name="NUM" val="1"/>
</p:tagLst>
</file>

<file path=ppt/tags/tag220.xml><?xml version="1.0" encoding="utf-8"?>
<p:tagLst xmlns:a="http://schemas.openxmlformats.org/drawingml/2006/main" xmlns:r="http://schemas.openxmlformats.org/officeDocument/2006/relationships" xmlns:p="http://schemas.openxmlformats.org/presentationml/2006/main">
  <p:tag name="NUM" val="2"/>
</p:tagLst>
</file>

<file path=ppt/tags/tag221.xml><?xml version="1.0" encoding="utf-8"?>
<p:tagLst xmlns:a="http://schemas.openxmlformats.org/drawingml/2006/main" xmlns:r="http://schemas.openxmlformats.org/officeDocument/2006/relationships" xmlns:p="http://schemas.openxmlformats.org/presentationml/2006/main">
  <p:tag name="NUM" val="3"/>
</p:tagLst>
</file>

<file path=ppt/tags/tag222.xml><?xml version="1.0" encoding="utf-8"?>
<p:tagLst xmlns:a="http://schemas.openxmlformats.org/drawingml/2006/main" xmlns:r="http://schemas.openxmlformats.org/officeDocument/2006/relationships" xmlns:p="http://schemas.openxmlformats.org/presentationml/2006/main">
  <p:tag name="NUM" val="4"/>
</p:tagLst>
</file>

<file path=ppt/tags/tag223.xml><?xml version="1.0" encoding="utf-8"?>
<p:tagLst xmlns:a="http://schemas.openxmlformats.org/drawingml/2006/main" xmlns:r="http://schemas.openxmlformats.org/officeDocument/2006/relationships" xmlns:p="http://schemas.openxmlformats.org/presentationml/2006/main">
  <p:tag name="NUM" val="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2" ma:contentTypeDescription="Crée un document." ma:contentTypeScope="" ma:versionID="0ebbd9a872aa4c132bd3d925cd34cc71">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5cfd5ee4064d1f443f65af0b4aba68e3"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Props1.xml><?xml version="1.0" encoding="utf-8"?>
<ds:datastoreItem xmlns:ds="http://schemas.openxmlformats.org/officeDocument/2006/customXml" ds:itemID="{B250BBAA-866C-4D31-85A4-D240381A7E33}">
  <ds:schemaRefs>
    <ds:schemaRef ds:uri="http://schemas.microsoft.com/sharepoint/v3/contenttype/forms"/>
  </ds:schemaRefs>
</ds:datastoreItem>
</file>

<file path=customXml/itemProps2.xml><?xml version="1.0" encoding="utf-8"?>
<ds:datastoreItem xmlns:ds="http://schemas.openxmlformats.org/officeDocument/2006/customXml" ds:itemID="{58FE7C47-2672-4C56-BF0E-E6BFB3B6FBD1}"/>
</file>

<file path=customXml/itemProps3.xml><?xml version="1.0" encoding="utf-8"?>
<ds:datastoreItem xmlns:ds="http://schemas.openxmlformats.org/officeDocument/2006/customXml" ds:itemID="{1C0D2C95-BABC-47AD-A1E1-702DCD8872B0}">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7454f8d-4c17-43a4-bc16-0cf0fc914fca"/>
    <ds:schemaRef ds:uri="eb899797-80f6-4e69-af82-8dc567209eda"/>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3795</TotalTime>
  <Words>3399</Words>
  <Application>Microsoft Office PowerPoint</Application>
  <PresentationFormat>Grand écran</PresentationFormat>
  <Paragraphs>386</Paragraphs>
  <Slides>80</Slides>
  <Notes>45</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80</vt:i4>
      </vt:variant>
    </vt:vector>
  </HeadingPairs>
  <TitlesOfParts>
    <vt:vector size="88" baseType="lpstr">
      <vt:lpstr>Abadi</vt:lpstr>
      <vt:lpstr>Arial</vt:lpstr>
      <vt:lpstr>Calibri</vt:lpstr>
      <vt:lpstr>Calibri Light</vt:lpstr>
      <vt:lpstr>Segoe UI</vt:lpstr>
      <vt:lpstr>Times New Roman</vt:lpstr>
      <vt:lpstr>Wingdings</vt:lpstr>
      <vt:lpstr>Office Theme</vt:lpstr>
      <vt:lpstr>Outbound Order Process</vt:lpstr>
      <vt:lpstr>Table of Contents</vt:lpstr>
      <vt:lpstr>Staging Table Summary</vt:lpstr>
      <vt:lpstr>Staging Table Summary</vt:lpstr>
      <vt:lpstr>Staging Table Summary</vt:lpstr>
      <vt:lpstr>Staging Table Summary</vt:lpstr>
      <vt:lpstr>Staging Table Summary</vt:lpstr>
      <vt:lpstr>Staging Table Summary</vt:lpstr>
      <vt:lpstr>Container Consolidation Container Build</vt:lpstr>
      <vt:lpstr>Container Build </vt:lpstr>
      <vt:lpstr>Container Build </vt:lpstr>
      <vt:lpstr>Container Build </vt:lpstr>
      <vt:lpstr>Container Build </vt:lpstr>
      <vt:lpstr>Container Build </vt:lpstr>
      <vt:lpstr>Container Build </vt:lpstr>
      <vt:lpstr>Container Consolidation Container Merge</vt:lpstr>
      <vt:lpstr>Container Merge</vt:lpstr>
      <vt:lpstr>Container Merge</vt:lpstr>
      <vt:lpstr>Container Merge</vt:lpstr>
      <vt:lpstr>Container Merge</vt:lpstr>
      <vt:lpstr>Container Merge</vt:lpstr>
      <vt:lpstr>Container Merge</vt:lpstr>
      <vt:lpstr>Container Merge</vt:lpstr>
      <vt:lpstr>Container Merge</vt:lpstr>
      <vt:lpstr>Shipment Edit</vt:lpstr>
      <vt:lpstr>Shipment Edit </vt:lpstr>
      <vt:lpstr>Shipment Edit </vt:lpstr>
      <vt:lpstr>Shipment Edit </vt:lpstr>
      <vt:lpstr>Shipment Edit </vt:lpstr>
      <vt:lpstr>Shipping Activities Parcel</vt:lpstr>
      <vt:lpstr>Shipping Activities – Parcel </vt:lpstr>
      <vt:lpstr>Shipping Activities – Parcel </vt:lpstr>
      <vt:lpstr>Shipping Activities – Parcel </vt:lpstr>
      <vt:lpstr>Shipping Activities – Parcel </vt:lpstr>
      <vt:lpstr>Shipping Activities – Parcel </vt:lpstr>
      <vt:lpstr>Shipping Activities – Parcel </vt:lpstr>
      <vt:lpstr>Shipping Activities – Parcel </vt:lpstr>
      <vt:lpstr>Shipping Activities LTL</vt:lpstr>
      <vt:lpstr>Shipping Activities – LTL</vt:lpstr>
      <vt:lpstr>Shipping Activities – LTL</vt:lpstr>
      <vt:lpstr>Shipping Activities – LTL</vt:lpstr>
      <vt:lpstr>Shipping Activities – LTL</vt:lpstr>
      <vt:lpstr>Shipping Activities – LTL</vt:lpstr>
      <vt:lpstr>Shipping Activities – LTL</vt:lpstr>
      <vt:lpstr>Shipping Activities – LTL</vt:lpstr>
      <vt:lpstr>Shipping Activities – LTL</vt:lpstr>
      <vt:lpstr>Shipping Activities – LTL</vt:lpstr>
      <vt:lpstr>Manifest Generation</vt:lpstr>
      <vt:lpstr>Manifest Generation</vt:lpstr>
      <vt:lpstr>Manifest Generation</vt:lpstr>
      <vt:lpstr>Manifest Generation</vt:lpstr>
      <vt:lpstr>Manifest Generation</vt:lpstr>
      <vt:lpstr>Manifest Generation</vt:lpstr>
      <vt:lpstr>Manifest Generation</vt:lpstr>
      <vt:lpstr>Shipment Completion</vt:lpstr>
      <vt:lpstr>Shipment Completion</vt:lpstr>
      <vt:lpstr>Shipment Completion </vt:lpstr>
      <vt:lpstr>Shipment Completion </vt:lpstr>
      <vt:lpstr>Shipment Completion </vt:lpstr>
      <vt:lpstr>Shipment Completion </vt:lpstr>
      <vt:lpstr>Shipment Completion </vt:lpstr>
      <vt:lpstr>Exception – Cancelled Order</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vector>
  </TitlesOfParts>
  <Company>Walter Surface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361</cp:revision>
  <dcterms:created xsi:type="dcterms:W3CDTF">2016-08-24T13:01:38Z</dcterms:created>
  <dcterms:modified xsi:type="dcterms:W3CDTF">2020-10-02T16:46:36Z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ies>
</file>