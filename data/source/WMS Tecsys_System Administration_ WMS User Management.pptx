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4.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256" r:id="rId5"/>
    <p:sldId id="286" r:id="rId6"/>
    <p:sldId id="308" r:id="rId7"/>
    <p:sldId id="302" r:id="rId8"/>
    <p:sldId id="303" r:id="rId9"/>
    <p:sldId id="311" r:id="rId10"/>
    <p:sldId id="309" r:id="rId11"/>
    <p:sldId id="310" r:id="rId12"/>
    <p:sldId id="312" r:id="rId13"/>
    <p:sldId id="316" r:id="rId14"/>
    <p:sldId id="313" r:id="rId15"/>
    <p:sldId id="304" r:id="rId16"/>
    <p:sldId id="317" r:id="rId17"/>
    <p:sldId id="318" r:id="rId18"/>
    <p:sldId id="319" r:id="rId19"/>
    <p:sldId id="321" r:id="rId20"/>
    <p:sldId id="320" r:id="rId21"/>
    <p:sldId id="305" r:id="rId22"/>
    <p:sldId id="315" r:id="rId23"/>
    <p:sldId id="322" r:id="rId24"/>
    <p:sldId id="323" r:id="rId25"/>
    <p:sldId id="325" r:id="rId26"/>
    <p:sldId id="324" r:id="rId27"/>
    <p:sldId id="307" r:id="rId28"/>
    <p:sldId id="32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9B7B5-74D6-4F4E-9949-3F6E2C7E00CC}" v="128" dt="2020-09-21T17:34:32.8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32" autoAdjust="0"/>
    <p:restoredTop sz="80334" autoAdjust="0"/>
  </p:normalViewPr>
  <p:slideViewPr>
    <p:cSldViewPr snapToGrid="0">
      <p:cViewPr varScale="1">
        <p:scale>
          <a:sx n="59" d="100"/>
          <a:sy n="59" d="100"/>
        </p:scale>
        <p:origin x="312"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Ella Vetter" userId="c6918cf5-f6c0-43cc-8499-a1f635017de9" providerId="ADAL" clId="{3F69B7B5-74D6-4F4E-9949-3F6E2C7E00CC}"/>
    <pc:docChg chg="custSel modSld">
      <pc:chgData name="Ella Vetter" userId="c6918cf5-f6c0-43cc-8499-a1f635017de9" providerId="ADAL" clId="{3F69B7B5-74D6-4F4E-9949-3F6E2C7E00CC}" dt="2020-09-21T17:34:09.688" v="155" actId="20577"/>
      <pc:docMkLst>
        <pc:docMk/>
      </pc:docMkLst>
      <pc:sldChg chg="modSp mod">
        <pc:chgData name="Ella Vetter" userId="c6918cf5-f6c0-43cc-8499-a1f635017de9" providerId="ADAL" clId="{3F69B7B5-74D6-4F4E-9949-3F6E2C7E00CC}" dt="2020-09-21T17:28:43.320" v="97" actId="1037"/>
        <pc:sldMkLst>
          <pc:docMk/>
          <pc:sldMk cId="496485452" sldId="307"/>
        </pc:sldMkLst>
        <pc:spChg chg="mod">
          <ac:chgData name="Ella Vetter" userId="c6918cf5-f6c0-43cc-8499-a1f635017de9" providerId="ADAL" clId="{3F69B7B5-74D6-4F4E-9949-3F6E2C7E00CC}" dt="2020-09-21T17:28:43.320" v="97" actId="1037"/>
          <ac:spMkLst>
            <pc:docMk/>
            <pc:sldMk cId="496485452" sldId="307"/>
            <ac:spMk id="3" creationId="{0C7CA917-1A9A-41D2-BCA7-3257002698F8}"/>
          </ac:spMkLst>
        </pc:spChg>
      </pc:sldChg>
      <pc:sldChg chg="modSp mod">
        <pc:chgData name="Ella Vetter" userId="c6918cf5-f6c0-43cc-8499-a1f635017de9" providerId="ADAL" clId="{3F69B7B5-74D6-4F4E-9949-3F6E2C7E00CC}" dt="2020-09-21T17:23:05.018" v="23" actId="20577"/>
        <pc:sldMkLst>
          <pc:docMk/>
          <pc:sldMk cId="160513770" sldId="311"/>
        </pc:sldMkLst>
        <pc:spChg chg="mod">
          <ac:chgData name="Ella Vetter" userId="c6918cf5-f6c0-43cc-8499-a1f635017de9" providerId="ADAL" clId="{3F69B7B5-74D6-4F4E-9949-3F6E2C7E00CC}" dt="2020-09-21T17:23:05.018" v="23" actId="20577"/>
          <ac:spMkLst>
            <pc:docMk/>
            <pc:sldMk cId="160513770" sldId="311"/>
            <ac:spMk id="6" creationId="{44AA4FF0-4995-46E5-9E74-E31DD4676C29}"/>
          </ac:spMkLst>
        </pc:spChg>
      </pc:sldChg>
      <pc:sldChg chg="modSp mod">
        <pc:chgData name="Ella Vetter" userId="c6918cf5-f6c0-43cc-8499-a1f635017de9" providerId="ADAL" clId="{3F69B7B5-74D6-4F4E-9949-3F6E2C7E00CC}" dt="2020-09-21T17:32:36.833" v="130" actId="404"/>
        <pc:sldMkLst>
          <pc:docMk/>
          <pc:sldMk cId="1670262216" sldId="313"/>
        </pc:sldMkLst>
        <pc:spChg chg="mod">
          <ac:chgData name="Ella Vetter" userId="c6918cf5-f6c0-43cc-8499-a1f635017de9" providerId="ADAL" clId="{3F69B7B5-74D6-4F4E-9949-3F6E2C7E00CC}" dt="2020-09-21T17:32:36.833" v="130" actId="404"/>
          <ac:spMkLst>
            <pc:docMk/>
            <pc:sldMk cId="1670262216" sldId="313"/>
            <ac:spMk id="3" creationId="{76FD5CE0-BFA7-4C9F-BE43-77E1C4A6BDD9}"/>
          </ac:spMkLst>
        </pc:spChg>
      </pc:sldChg>
      <pc:sldChg chg="modSp mod">
        <pc:chgData name="Ella Vetter" userId="c6918cf5-f6c0-43cc-8499-a1f635017de9" providerId="ADAL" clId="{3F69B7B5-74D6-4F4E-9949-3F6E2C7E00CC}" dt="2020-09-21T17:26:15.089" v="65"/>
        <pc:sldMkLst>
          <pc:docMk/>
          <pc:sldMk cId="1954654591" sldId="315"/>
        </pc:sldMkLst>
        <pc:spChg chg="mod">
          <ac:chgData name="Ella Vetter" userId="c6918cf5-f6c0-43cc-8499-a1f635017de9" providerId="ADAL" clId="{3F69B7B5-74D6-4F4E-9949-3F6E2C7E00CC}" dt="2020-09-21T17:26:15.089" v="65"/>
          <ac:spMkLst>
            <pc:docMk/>
            <pc:sldMk cId="1954654591" sldId="315"/>
            <ac:spMk id="3" creationId="{0C7CA917-1A9A-41D2-BCA7-3257002698F8}"/>
          </ac:spMkLst>
        </pc:spChg>
        <pc:picChg chg="mod">
          <ac:chgData name="Ella Vetter" userId="c6918cf5-f6c0-43cc-8499-a1f635017de9" providerId="ADAL" clId="{3F69B7B5-74D6-4F4E-9949-3F6E2C7E00CC}" dt="2020-09-21T17:25:42.555" v="55" actId="1036"/>
          <ac:picMkLst>
            <pc:docMk/>
            <pc:sldMk cId="1954654591" sldId="315"/>
            <ac:picMk id="7" creationId="{5A081AD3-8C05-4E63-88C3-872E7AE20B2D}"/>
          </ac:picMkLst>
        </pc:picChg>
      </pc:sldChg>
      <pc:sldChg chg="modSp mod">
        <pc:chgData name="Ella Vetter" userId="c6918cf5-f6c0-43cc-8499-a1f635017de9" providerId="ADAL" clId="{3F69B7B5-74D6-4F4E-9949-3F6E2C7E00CC}" dt="2020-09-21T17:23:40.921" v="30" actId="1035"/>
        <pc:sldMkLst>
          <pc:docMk/>
          <pc:sldMk cId="1040366414" sldId="316"/>
        </pc:sldMkLst>
        <pc:spChg chg="mod">
          <ac:chgData name="Ella Vetter" userId="c6918cf5-f6c0-43cc-8499-a1f635017de9" providerId="ADAL" clId="{3F69B7B5-74D6-4F4E-9949-3F6E2C7E00CC}" dt="2020-09-21T17:23:40.921" v="30" actId="1035"/>
          <ac:spMkLst>
            <pc:docMk/>
            <pc:sldMk cId="1040366414" sldId="316"/>
            <ac:spMk id="6" creationId="{DE09635C-BE67-4379-B7EC-F5D256D37D78}"/>
          </ac:spMkLst>
        </pc:spChg>
        <pc:graphicFrameChg chg="mod">
          <ac:chgData name="Ella Vetter" userId="c6918cf5-f6c0-43cc-8499-a1f635017de9" providerId="ADAL" clId="{3F69B7B5-74D6-4F4E-9949-3F6E2C7E00CC}" dt="2020-09-21T17:23:40.921" v="30" actId="1035"/>
          <ac:graphicFrameMkLst>
            <pc:docMk/>
            <pc:sldMk cId="1040366414" sldId="316"/>
            <ac:graphicFrameMk id="5" creationId="{697519B3-5C7B-40DA-9520-E09F3FF3D660}"/>
          </ac:graphicFrameMkLst>
        </pc:graphicFrameChg>
      </pc:sldChg>
      <pc:sldChg chg="modSp mod">
        <pc:chgData name="Ella Vetter" userId="c6918cf5-f6c0-43cc-8499-a1f635017de9" providerId="ADAL" clId="{3F69B7B5-74D6-4F4E-9949-3F6E2C7E00CC}" dt="2020-09-21T17:33:20.927" v="154" actId="20577"/>
        <pc:sldMkLst>
          <pc:docMk/>
          <pc:sldMk cId="1178775511" sldId="320"/>
        </pc:sldMkLst>
        <pc:spChg chg="mod">
          <ac:chgData name="Ella Vetter" userId="c6918cf5-f6c0-43cc-8499-a1f635017de9" providerId="ADAL" clId="{3F69B7B5-74D6-4F4E-9949-3F6E2C7E00CC}" dt="2020-09-21T17:33:20.927" v="154" actId="20577"/>
          <ac:spMkLst>
            <pc:docMk/>
            <pc:sldMk cId="1178775511" sldId="320"/>
            <ac:spMk id="3" creationId="{76FD5CE0-BFA7-4C9F-BE43-77E1C4A6BDD9}"/>
          </ac:spMkLst>
        </pc:spChg>
      </pc:sldChg>
      <pc:sldChg chg="modSp mod">
        <pc:chgData name="Ella Vetter" userId="c6918cf5-f6c0-43cc-8499-a1f635017de9" providerId="ADAL" clId="{3F69B7B5-74D6-4F4E-9949-3F6E2C7E00CC}" dt="2020-09-21T17:25:18.990" v="47" actId="20577"/>
        <pc:sldMkLst>
          <pc:docMk/>
          <pc:sldMk cId="252068917" sldId="321"/>
        </pc:sldMkLst>
        <pc:spChg chg="mod">
          <ac:chgData name="Ella Vetter" userId="c6918cf5-f6c0-43cc-8499-a1f635017de9" providerId="ADAL" clId="{3F69B7B5-74D6-4F4E-9949-3F6E2C7E00CC}" dt="2020-09-21T17:25:18.990" v="47" actId="20577"/>
          <ac:spMkLst>
            <pc:docMk/>
            <pc:sldMk cId="252068917" sldId="321"/>
            <ac:spMk id="3" creationId="{9856BB6A-8A6A-4925-9289-647A8511FA1A}"/>
          </ac:spMkLst>
        </pc:spChg>
      </pc:sldChg>
      <pc:sldChg chg="modSp mod">
        <pc:chgData name="Ella Vetter" userId="c6918cf5-f6c0-43cc-8499-a1f635017de9" providerId="ADAL" clId="{3F69B7B5-74D6-4F4E-9949-3F6E2C7E00CC}" dt="2020-09-21T17:28:14.627" v="76" actId="20577"/>
        <pc:sldMkLst>
          <pc:docMk/>
          <pc:sldMk cId="2795330304" sldId="325"/>
        </pc:sldMkLst>
        <pc:spChg chg="mod">
          <ac:chgData name="Ella Vetter" userId="c6918cf5-f6c0-43cc-8499-a1f635017de9" providerId="ADAL" clId="{3F69B7B5-74D6-4F4E-9949-3F6E2C7E00CC}" dt="2020-09-21T17:28:14.627" v="76" actId="20577"/>
          <ac:spMkLst>
            <pc:docMk/>
            <pc:sldMk cId="2795330304" sldId="325"/>
            <ac:spMk id="3" creationId="{38489C6D-E797-4A0C-AC43-20C22AA7DE4F}"/>
          </ac:spMkLst>
        </pc:spChg>
      </pc:sldChg>
      <pc:sldChg chg="modSp mod">
        <pc:chgData name="Ella Vetter" userId="c6918cf5-f6c0-43cc-8499-a1f635017de9" providerId="ADAL" clId="{3F69B7B5-74D6-4F4E-9949-3F6E2C7E00CC}" dt="2020-09-21T17:34:09.688" v="155" actId="20577"/>
        <pc:sldMkLst>
          <pc:docMk/>
          <pc:sldMk cId="416596254" sldId="329"/>
        </pc:sldMkLst>
        <pc:spChg chg="mod">
          <ac:chgData name="Ella Vetter" userId="c6918cf5-f6c0-43cc-8499-a1f635017de9" providerId="ADAL" clId="{3F69B7B5-74D6-4F4E-9949-3F6E2C7E00CC}" dt="2020-09-21T17:34:09.688" v="155" actId="20577"/>
          <ac:spMkLst>
            <pc:docMk/>
            <pc:sldMk cId="416596254" sldId="329"/>
            <ac:spMk id="3" creationId="{0C7CA917-1A9A-41D2-BCA7-3257002698F8}"/>
          </ac:spMkLst>
        </pc:spChg>
      </pc:sldChg>
    </pc:docChg>
  </pc:docChgLst>
  <pc:docChgLst>
    <pc:chgData name="Ella Vetter" userId="c6918cf5-f6c0-43cc-8499-a1f635017de9" providerId="ADAL" clId="{8D0AE6A2-54C9-49FA-BDD6-0C69843DB11A}"/>
    <pc:docChg chg="custSel addSld delSld modSld sldOrd">
      <pc:chgData name="Ella Vetter" userId="c6918cf5-f6c0-43cc-8499-a1f635017de9" providerId="ADAL" clId="{8D0AE6A2-54C9-49FA-BDD6-0C69843DB11A}" dt="2020-09-17T11:03:11.950" v="493" actId="1076"/>
      <pc:docMkLst>
        <pc:docMk/>
      </pc:docMkLst>
      <pc:sldChg chg="modSp mod">
        <pc:chgData name="Ella Vetter" userId="c6918cf5-f6c0-43cc-8499-a1f635017de9" providerId="ADAL" clId="{8D0AE6A2-54C9-49FA-BDD6-0C69843DB11A}" dt="2020-09-16T23:05:16.787" v="432" actId="5793"/>
        <pc:sldMkLst>
          <pc:docMk/>
          <pc:sldMk cId="1993397138" sldId="286"/>
        </pc:sldMkLst>
        <pc:spChg chg="mod">
          <ac:chgData name="Ella Vetter" userId="c6918cf5-f6c0-43cc-8499-a1f635017de9" providerId="ADAL" clId="{8D0AE6A2-54C9-49FA-BDD6-0C69843DB11A}" dt="2020-09-16T23:05:16.787" v="432" actId="5793"/>
          <ac:spMkLst>
            <pc:docMk/>
            <pc:sldMk cId="1993397138" sldId="286"/>
            <ac:spMk id="3" creationId="{37B56F8A-6BEF-459C-AFA4-6D790D24F1CB}"/>
          </ac:spMkLst>
        </pc:spChg>
      </pc:sldChg>
      <pc:sldChg chg="modSp mod">
        <pc:chgData name="Ella Vetter" userId="c6918cf5-f6c0-43cc-8499-a1f635017de9" providerId="ADAL" clId="{8D0AE6A2-54C9-49FA-BDD6-0C69843DB11A}" dt="2020-09-16T23:02:56.676" v="285" actId="20577"/>
        <pc:sldMkLst>
          <pc:docMk/>
          <pc:sldMk cId="493686755" sldId="302"/>
        </pc:sldMkLst>
        <pc:spChg chg="mod">
          <ac:chgData name="Ella Vetter" userId="c6918cf5-f6c0-43cc-8499-a1f635017de9" providerId="ADAL" clId="{8D0AE6A2-54C9-49FA-BDD6-0C69843DB11A}" dt="2020-09-16T23:02:56.676" v="285" actId="20577"/>
          <ac:spMkLst>
            <pc:docMk/>
            <pc:sldMk cId="493686755" sldId="302"/>
            <ac:spMk id="2" creationId="{BD0A18F3-9F12-464B-BC50-F741E79EDDDA}"/>
          </ac:spMkLst>
        </pc:spChg>
      </pc:sldChg>
      <pc:sldChg chg="addSp modSp new mod">
        <pc:chgData name="Ella Vetter" userId="c6918cf5-f6c0-43cc-8499-a1f635017de9" providerId="ADAL" clId="{8D0AE6A2-54C9-49FA-BDD6-0C69843DB11A}" dt="2020-09-17T11:03:11.950" v="493" actId="1076"/>
        <pc:sldMkLst>
          <pc:docMk/>
          <pc:sldMk cId="3597414477" sldId="303"/>
        </pc:sldMkLst>
        <pc:spChg chg="mod">
          <ac:chgData name="Ella Vetter" userId="c6918cf5-f6c0-43cc-8499-a1f635017de9" providerId="ADAL" clId="{8D0AE6A2-54C9-49FA-BDD6-0C69843DB11A}" dt="2020-09-17T11:03:07.939" v="491" actId="20577"/>
          <ac:spMkLst>
            <pc:docMk/>
            <pc:sldMk cId="3597414477" sldId="303"/>
            <ac:spMk id="2" creationId="{FF4AD04B-FE61-40AD-95AC-7EBDD9B0EFF0}"/>
          </ac:spMkLst>
        </pc:spChg>
        <pc:picChg chg="add mod">
          <ac:chgData name="Ella Vetter" userId="c6918cf5-f6c0-43cc-8499-a1f635017de9" providerId="ADAL" clId="{8D0AE6A2-54C9-49FA-BDD6-0C69843DB11A}" dt="2020-09-17T11:03:11.950" v="493" actId="1076"/>
          <ac:picMkLst>
            <pc:docMk/>
            <pc:sldMk cId="3597414477" sldId="303"/>
            <ac:picMk id="5" creationId="{FE570F19-209A-48C7-91E6-2AF0D64F4D29}"/>
          </ac:picMkLst>
        </pc:picChg>
      </pc:sldChg>
      <pc:sldChg chg="modSp add mod ord">
        <pc:chgData name="Ella Vetter" userId="c6918cf5-f6c0-43cc-8499-a1f635017de9" providerId="ADAL" clId="{8D0AE6A2-54C9-49FA-BDD6-0C69843DB11A}" dt="2020-09-16T23:03:03.608" v="299" actId="20577"/>
        <pc:sldMkLst>
          <pc:docMk/>
          <pc:sldMk cId="3960154408" sldId="304"/>
        </pc:sldMkLst>
        <pc:spChg chg="mod">
          <ac:chgData name="Ella Vetter" userId="c6918cf5-f6c0-43cc-8499-a1f635017de9" providerId="ADAL" clId="{8D0AE6A2-54C9-49FA-BDD6-0C69843DB11A}" dt="2020-09-16T23:03:03.608" v="299" actId="20577"/>
          <ac:spMkLst>
            <pc:docMk/>
            <pc:sldMk cId="3960154408" sldId="304"/>
            <ac:spMk id="2" creationId="{BD0A18F3-9F12-464B-BC50-F741E79EDDDA}"/>
          </ac:spMkLst>
        </pc:spChg>
      </pc:sldChg>
      <pc:sldChg chg="modSp add mod">
        <pc:chgData name="Ella Vetter" userId="c6918cf5-f6c0-43cc-8499-a1f635017de9" providerId="ADAL" clId="{8D0AE6A2-54C9-49FA-BDD6-0C69843DB11A}" dt="2020-09-16T23:04:14.132" v="331" actId="20577"/>
        <pc:sldMkLst>
          <pc:docMk/>
          <pc:sldMk cId="2347858411" sldId="305"/>
        </pc:sldMkLst>
        <pc:spChg chg="mod">
          <ac:chgData name="Ella Vetter" userId="c6918cf5-f6c0-43cc-8499-a1f635017de9" providerId="ADAL" clId="{8D0AE6A2-54C9-49FA-BDD6-0C69843DB11A}" dt="2020-09-16T23:04:14.132" v="331" actId="20577"/>
          <ac:spMkLst>
            <pc:docMk/>
            <pc:sldMk cId="2347858411" sldId="305"/>
            <ac:spMk id="2" creationId="{BD0A18F3-9F12-464B-BC50-F741E79EDDDA}"/>
          </ac:spMkLst>
        </pc:spChg>
      </pc:sldChg>
      <pc:sldChg chg="modSp add del mod">
        <pc:chgData name="Ella Vetter" userId="c6918cf5-f6c0-43cc-8499-a1f635017de9" providerId="ADAL" clId="{8D0AE6A2-54C9-49FA-BDD6-0C69843DB11A}" dt="2020-09-16T23:04:17.206" v="332" actId="47"/>
        <pc:sldMkLst>
          <pc:docMk/>
          <pc:sldMk cId="523904644" sldId="306"/>
        </pc:sldMkLst>
        <pc:spChg chg="mod">
          <ac:chgData name="Ella Vetter" userId="c6918cf5-f6c0-43cc-8499-a1f635017de9" providerId="ADAL" clId="{8D0AE6A2-54C9-49FA-BDD6-0C69843DB11A}" dt="2020-09-16T23:03:54.749" v="313" actId="20577"/>
          <ac:spMkLst>
            <pc:docMk/>
            <pc:sldMk cId="523904644" sldId="306"/>
            <ac:spMk id="2" creationId="{BD0A18F3-9F12-464B-BC50-F741E79EDDDA}"/>
          </ac:spMkLst>
        </pc:spChg>
      </pc:sldChg>
      <pc:sldChg chg="modSp new mod">
        <pc:chgData name="Ella Vetter" userId="c6918cf5-f6c0-43cc-8499-a1f635017de9" providerId="ADAL" clId="{8D0AE6A2-54C9-49FA-BDD6-0C69843DB11A}" dt="2020-09-16T23:05:38.319" v="446" actId="20577"/>
        <pc:sldMkLst>
          <pc:docMk/>
          <pc:sldMk cId="1581376285" sldId="306"/>
        </pc:sldMkLst>
        <pc:spChg chg="mod">
          <ac:chgData name="Ella Vetter" userId="c6918cf5-f6c0-43cc-8499-a1f635017de9" providerId="ADAL" clId="{8D0AE6A2-54C9-49FA-BDD6-0C69843DB11A}" dt="2020-09-16T23:05:38.319" v="446" actId="20577"/>
          <ac:spMkLst>
            <pc:docMk/>
            <pc:sldMk cId="1581376285" sldId="306"/>
            <ac:spMk id="2" creationId="{C9578C33-D0C0-4B7D-9ABB-DE61A11DD133}"/>
          </ac:spMkLst>
        </pc:spChg>
      </pc:sldChg>
      <pc:sldChg chg="modSp add mod">
        <pc:chgData name="Ella Vetter" userId="c6918cf5-f6c0-43cc-8499-a1f635017de9" providerId="ADAL" clId="{8D0AE6A2-54C9-49FA-BDD6-0C69843DB11A}" dt="2020-09-16T23:05:44.584" v="453" actId="20577"/>
        <pc:sldMkLst>
          <pc:docMk/>
          <pc:sldMk cId="496485452" sldId="307"/>
        </pc:sldMkLst>
        <pc:spChg chg="mod">
          <ac:chgData name="Ella Vetter" userId="c6918cf5-f6c0-43cc-8499-a1f635017de9" providerId="ADAL" clId="{8D0AE6A2-54C9-49FA-BDD6-0C69843DB11A}" dt="2020-09-16T23:05:44.584" v="453" actId="20577"/>
          <ac:spMkLst>
            <pc:docMk/>
            <pc:sldMk cId="496485452" sldId="307"/>
            <ac:spMk id="2" creationId="{C9578C33-D0C0-4B7D-9ABB-DE61A11DD133}"/>
          </ac:spMkLst>
        </pc:spChg>
      </pc:sldChg>
      <pc:sldChg chg="modSp new mod ord">
        <pc:chgData name="Ella Vetter" userId="c6918cf5-f6c0-43cc-8499-a1f635017de9" providerId="ADAL" clId="{8D0AE6A2-54C9-49FA-BDD6-0C69843DB11A}" dt="2020-09-17T11:02:44.399" v="483" actId="20577"/>
        <pc:sldMkLst>
          <pc:docMk/>
          <pc:sldMk cId="101220652" sldId="308"/>
        </pc:sldMkLst>
        <pc:spChg chg="mod">
          <ac:chgData name="Ella Vetter" userId="c6918cf5-f6c0-43cc-8499-a1f635017de9" providerId="ADAL" clId="{8D0AE6A2-54C9-49FA-BDD6-0C69843DB11A}" dt="2020-09-17T11:02:44.399" v="483" actId="20577"/>
          <ac:spMkLst>
            <pc:docMk/>
            <pc:sldMk cId="101220652" sldId="308"/>
            <ac:spMk id="2" creationId="{AAABED26-83D3-4700-A409-6ADF2DFF2D4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a:t>
            </a:fld>
            <a:endParaRPr lang="en-CA"/>
          </a:p>
        </p:txBody>
      </p:sp>
    </p:spTree>
    <p:extLst>
      <p:ext uri="{BB962C8B-B14F-4D97-AF65-F5344CB8AC3E}">
        <p14:creationId xmlns:p14="http://schemas.microsoft.com/office/powerpoint/2010/main" val="1681874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a:t>
            </a:fld>
            <a:endParaRPr lang="en-CA"/>
          </a:p>
        </p:txBody>
      </p:sp>
    </p:spTree>
    <p:extLst>
      <p:ext uri="{BB962C8B-B14F-4D97-AF65-F5344CB8AC3E}">
        <p14:creationId xmlns:p14="http://schemas.microsoft.com/office/powerpoint/2010/main" val="344894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1208096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5.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5.xml"/></Relationships>
</file>

<file path=ppt/slides/_rels/slide19.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0.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11.png"/><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pn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8.xml"/></Relationships>
</file>

<file path=ppt/slides/_rels/slide24.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5.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System Administration</a:t>
            </a:r>
            <a:br>
              <a:rPr lang="en-CA" sz="4400" b="1" dirty="0"/>
            </a:br>
            <a:r>
              <a:rPr lang="en-CA" sz="4400" dirty="0"/>
              <a:t>Warehouse Setup: WMS Users</a:t>
            </a:r>
            <a:endParaRPr lang="en-US" sz="4400"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813034"/>
            <a:ext cx="10515600" cy="3903540"/>
          </a:xfrm>
        </p:spPr>
        <p:txBody>
          <a:bodyPr/>
          <a:lstStyle/>
          <a:p>
            <a:pPr marL="0" indent="0" algn="just">
              <a:lnSpc>
                <a:spcPct val="100000"/>
              </a:lnSpc>
              <a:buNone/>
            </a:pPr>
            <a:r>
              <a:rPr lang="en-CA" dirty="0"/>
              <a:t>Create WMS User……………..........................................................................................4</a:t>
            </a:r>
          </a:p>
          <a:p>
            <a:pPr marL="0" indent="0" algn="just">
              <a:lnSpc>
                <a:spcPct val="100000"/>
              </a:lnSpc>
              <a:buNone/>
            </a:pPr>
            <a:r>
              <a:rPr lang="en-CA" dirty="0"/>
              <a:t>Modify User………………………………………………………………………………..…………………….…12</a:t>
            </a:r>
          </a:p>
          <a:p>
            <a:pPr marL="0" indent="0" algn="just">
              <a:lnSpc>
                <a:spcPct val="100000"/>
              </a:lnSpc>
              <a:buNone/>
            </a:pPr>
            <a:r>
              <a:rPr lang="en-CA" dirty="0"/>
              <a:t>Additional Options……………………………………………………………………………………………....18</a:t>
            </a:r>
          </a:p>
          <a:p>
            <a:pPr marL="0" indent="0" algn="just">
              <a:lnSpc>
                <a:spcPct val="100000"/>
              </a:lnSpc>
              <a:buNone/>
            </a:pPr>
            <a:r>
              <a:rPr lang="en-CA" dirty="0"/>
              <a:t>	Copy User…………………………………………………………………………………………………18</a:t>
            </a:r>
          </a:p>
          <a:p>
            <a:pPr marL="0" indent="0" algn="just">
              <a:lnSpc>
                <a:spcPct val="100000"/>
              </a:lnSpc>
              <a:buNone/>
            </a:pPr>
            <a:r>
              <a:rPr lang="en-CA" dirty="0"/>
              <a:t>	Delete User………………………………………………………………………………………….…..23</a:t>
            </a:r>
          </a:p>
          <a:p>
            <a:pPr marL="0" indent="0" algn="just">
              <a:lnSpc>
                <a:spcPct val="100000"/>
              </a:lnSpc>
              <a:buNone/>
            </a:pPr>
            <a:endParaRPr lang="en-CA" dirty="0"/>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ABED26-83D3-4700-A409-6ADF2DFF2D40}"/>
              </a:ext>
            </a:extLst>
          </p:cNvPr>
          <p:cNvSpPr>
            <a:spLocks noGrp="1"/>
          </p:cNvSpPr>
          <p:nvPr>
            <p:ph type="title"/>
            <p:custDataLst>
              <p:tags r:id="rId1"/>
            </p:custDataLst>
          </p:nvPr>
        </p:nvSpPr>
        <p:spPr/>
        <p:txBody>
          <a:bodyPr/>
          <a:lstStyle/>
          <a:p>
            <a:r>
              <a:rPr lang="fr-CA" dirty="0"/>
              <a:t>WMS </a:t>
            </a:r>
            <a:r>
              <a:rPr lang="fr-CA" dirty="0" err="1"/>
              <a:t>Users</a:t>
            </a:r>
            <a:endParaRPr lang="en-CA" dirty="0"/>
          </a:p>
        </p:txBody>
      </p:sp>
      <p:sp>
        <p:nvSpPr>
          <p:cNvPr id="3" name="Content Placeholder 2">
            <a:extLst>
              <a:ext uri="{FF2B5EF4-FFF2-40B4-BE49-F238E27FC236}">
                <a16:creationId xmlns:a16="http://schemas.microsoft.com/office/drawing/2014/main" xmlns="" id="{8B45F7F0-74DA-40EE-8308-7A82B2D89538}"/>
              </a:ext>
            </a:extLst>
          </p:cNvPr>
          <p:cNvSpPr>
            <a:spLocks noGrp="1"/>
          </p:cNvSpPr>
          <p:nvPr>
            <p:ph idx="1"/>
            <p:custDataLst>
              <p:tags r:id="rId2"/>
            </p:custDataLst>
          </p:nvPr>
        </p:nvSpPr>
        <p:spPr>
          <a:xfrm>
            <a:off x="838200" y="1213658"/>
            <a:ext cx="10515600" cy="4886672"/>
          </a:xfrm>
        </p:spPr>
        <p:txBody>
          <a:bodyPr/>
          <a:lstStyle/>
          <a:p>
            <a:pPr algn="just">
              <a:lnSpc>
                <a:spcPct val="130000"/>
              </a:lnSpc>
            </a:pPr>
            <a:r>
              <a:rPr lang="en-US" sz="1900" dirty="0">
                <a:effectLst/>
                <a:latin typeface="Segoe UI" panose="020B0502040204020203" pitchFamily="34" charset="0"/>
                <a:ea typeface="Segoe UI" panose="020B0502040204020203" pitchFamily="34" charset="0"/>
                <a:cs typeface="Segoe UI" panose="020B0502040204020203" pitchFamily="34" charset="0"/>
              </a:rPr>
              <a:t>The WMS Users resource is used </a:t>
            </a:r>
            <a:r>
              <a:rPr lang="en-US" sz="1900" dirty="0">
                <a:latin typeface="Segoe UI" panose="020B0502040204020203" pitchFamily="34" charset="0"/>
                <a:ea typeface="Segoe UI" panose="020B0502040204020203" pitchFamily="34" charset="0"/>
                <a:cs typeface="Segoe UI" panose="020B0502040204020203" pitchFamily="34" charset="0"/>
              </a:rPr>
              <a:t>to add, modify, and delete the records in the WMS users table, to copy a single user's profile to a new user and to query the records in the WMS users table.</a:t>
            </a:r>
            <a:endParaRPr lang="en-US" sz="19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r>
              <a:rPr lang="en-US" sz="1900" dirty="0">
                <a:effectLst/>
                <a:latin typeface="Segoe UI" panose="020B0502040204020203" pitchFamily="34" charset="0"/>
                <a:ea typeface="Segoe UI" panose="020B0502040204020203" pitchFamily="34" charset="0"/>
                <a:cs typeface="Segoe UI" panose="020B0502040204020203" pitchFamily="34" charset="0"/>
              </a:rPr>
              <a:t>A prerequisite for managing users in the WMS is that </a:t>
            </a:r>
            <a:r>
              <a:rPr lang="en-US" sz="1900" b="1" dirty="0">
                <a:effectLst/>
                <a:latin typeface="Segoe UI" panose="020B0502040204020203" pitchFamily="34" charset="0"/>
                <a:ea typeface="Segoe UI" panose="020B0502040204020203" pitchFamily="34" charset="0"/>
                <a:cs typeface="Segoe UI" panose="020B0502040204020203" pitchFamily="34" charset="0"/>
              </a:rPr>
              <a:t>the user must already exist in the User table</a:t>
            </a:r>
            <a:r>
              <a:rPr lang="en-US" sz="1900" dirty="0">
                <a:effectLst/>
                <a:latin typeface="Segoe UI" panose="020B0502040204020203" pitchFamily="34" charset="0"/>
                <a:ea typeface="Segoe UI" panose="020B0502040204020203" pitchFamily="34" charset="0"/>
                <a:cs typeface="Segoe UI" panose="020B0502040204020203" pitchFamily="34" charset="0"/>
              </a:rPr>
              <a:t>. </a:t>
            </a:r>
          </a:p>
          <a:p>
            <a:pPr algn="just">
              <a:lnSpc>
                <a:spcPct val="130000"/>
              </a:lnSpc>
            </a:pPr>
            <a:r>
              <a:rPr lang="en-US" sz="1900" dirty="0">
                <a:effectLst/>
                <a:latin typeface="Segoe UI" panose="020B0502040204020203" pitchFamily="34" charset="0"/>
                <a:ea typeface="Segoe UI" panose="020B0502040204020203" pitchFamily="34" charset="0"/>
                <a:cs typeface="Segoe UI" panose="020B0502040204020203" pitchFamily="34" charset="0"/>
              </a:rPr>
              <a:t>After a user is created in the system, </a:t>
            </a:r>
            <a:r>
              <a:rPr lang="en-US" sz="1900" b="1" dirty="0">
                <a:effectLst/>
                <a:latin typeface="Segoe UI" panose="020B0502040204020203" pitchFamily="34" charset="0"/>
                <a:ea typeface="Segoe UI" panose="020B0502040204020203" pitchFamily="34" charset="0"/>
                <a:cs typeface="Segoe UI" panose="020B0502040204020203" pitchFamily="34" charset="0"/>
              </a:rPr>
              <a:t>a user profile is created for giving access to the WMS application</a:t>
            </a:r>
            <a:r>
              <a:rPr lang="en-US" sz="1900" dirty="0">
                <a:effectLst/>
                <a:latin typeface="Segoe UI" panose="020B0502040204020203" pitchFamily="34" charset="0"/>
                <a:ea typeface="Segoe UI" panose="020B0502040204020203" pitchFamily="34" charset="0"/>
                <a:cs typeface="Segoe UI" panose="020B0502040204020203" pitchFamily="34" charset="0"/>
              </a:rPr>
              <a:t>. User profiles have access to certain resources based on the roles they have been assigned. </a:t>
            </a:r>
          </a:p>
          <a:p>
            <a:pPr algn="just">
              <a:lnSpc>
                <a:spcPct val="130000"/>
              </a:lnSpc>
            </a:pPr>
            <a:r>
              <a:rPr lang="en-US" sz="1900" dirty="0">
                <a:effectLst/>
                <a:latin typeface="Segoe UI" panose="020B0502040204020203" pitchFamily="34" charset="0"/>
                <a:ea typeface="Segoe UI" panose="020B0502040204020203" pitchFamily="34" charset="0"/>
                <a:cs typeface="Segoe UI" panose="020B0502040204020203" pitchFamily="34" charset="0"/>
              </a:rPr>
              <a:t>The </a:t>
            </a:r>
            <a:r>
              <a:rPr lang="en-US" sz="1900" b="1" dirty="0">
                <a:effectLst/>
                <a:latin typeface="Segoe UI" panose="020B0502040204020203" pitchFamily="34" charset="0"/>
                <a:ea typeface="Segoe UI" panose="020B0502040204020203" pitchFamily="34" charset="0"/>
                <a:cs typeface="Segoe UI" panose="020B0502040204020203" pitchFamily="34" charset="0"/>
              </a:rPr>
              <a:t>roles that are assigned to user profiles are system-designed job functions</a:t>
            </a:r>
            <a:r>
              <a:rPr lang="en-US" sz="1900" b="1" dirty="0">
                <a:latin typeface="Segoe UI" panose="020B0502040204020203" pitchFamily="34" charset="0"/>
                <a:ea typeface="Segoe UI" panose="020B0502040204020203" pitchFamily="34" charset="0"/>
                <a:cs typeface="Segoe UI" panose="020B0502040204020203" pitchFamily="34" charset="0"/>
              </a:rPr>
              <a:t> </a:t>
            </a:r>
            <a:r>
              <a:rPr lang="en-US" sz="1900" dirty="0">
                <a:latin typeface="Segoe UI" panose="020B0502040204020203" pitchFamily="34" charset="0"/>
                <a:ea typeface="Segoe UI" panose="020B0502040204020203" pitchFamily="34" charset="0"/>
                <a:cs typeface="Segoe UI" panose="020B0502040204020203" pitchFamily="34" charset="0"/>
              </a:rPr>
              <a:t>(e.g.</a:t>
            </a:r>
            <a:r>
              <a:rPr lang="en-US" sz="1900" b="1" dirty="0">
                <a:latin typeface="Segoe UI" panose="020B0502040204020203" pitchFamily="34" charset="0"/>
                <a:ea typeface="Segoe UI" panose="020B0502040204020203" pitchFamily="34" charset="0"/>
                <a:cs typeface="Segoe UI" panose="020B0502040204020203" pitchFamily="34" charset="0"/>
              </a:rPr>
              <a:t>, </a:t>
            </a:r>
            <a:r>
              <a:rPr lang="en-US" sz="1900" dirty="0">
                <a:effectLst/>
                <a:latin typeface="Segoe UI" panose="020B0502040204020203" pitchFamily="34" charset="0"/>
                <a:ea typeface="Segoe UI" panose="020B0502040204020203" pitchFamily="34" charset="0"/>
                <a:cs typeface="Segoe UI" panose="020B0502040204020203" pitchFamily="34" charset="0"/>
              </a:rPr>
              <a:t>receiver, inventory control, picker, etc.). Roles allow the system administrator to limit a user’s access to the resources relevant to their function. </a:t>
            </a:r>
          </a:p>
          <a:p>
            <a:pPr algn="just">
              <a:lnSpc>
                <a:spcPct val="130000"/>
              </a:lnSpc>
            </a:pPr>
            <a:endParaRPr lang="en-CA" sz="19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19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19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1900" dirty="0"/>
          </a:p>
        </p:txBody>
      </p:sp>
    </p:spTree>
    <p:extLst>
      <p:ext uri="{BB962C8B-B14F-4D97-AF65-F5344CB8AC3E}">
        <p14:creationId xmlns:p14="http://schemas.microsoft.com/office/powerpoint/2010/main" val="101220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Create WMS User</a:t>
            </a:r>
          </a:p>
        </p:txBody>
      </p:sp>
    </p:spTree>
    <p:extLst>
      <p:ext uri="{BB962C8B-B14F-4D97-AF65-F5344CB8AC3E}">
        <p14:creationId xmlns:p14="http://schemas.microsoft.com/office/powerpoint/2010/main" val="493686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4AD04B-FE61-40AD-95AC-7EBDD9B0EFF0}"/>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pic>
        <p:nvPicPr>
          <p:cNvPr id="5" name="Picture 4">
            <a:extLst>
              <a:ext uri="{FF2B5EF4-FFF2-40B4-BE49-F238E27FC236}">
                <a16:creationId xmlns:a16="http://schemas.microsoft.com/office/drawing/2014/main" xmlns="" id="{FE570F19-209A-48C7-91E6-2AF0D64F4D29}"/>
              </a:ext>
            </a:extLst>
          </p:cNvPr>
          <p:cNvPicPr>
            <a:picLocks noChangeAspect="1"/>
          </p:cNvPicPr>
          <p:nvPr>
            <p:custDataLst>
              <p:tags r:id="rId2"/>
            </p:custDataLst>
          </p:nvPr>
        </p:nvPicPr>
        <p:blipFill>
          <a:blip r:embed="rId6"/>
          <a:stretch>
            <a:fillRect/>
          </a:stretch>
        </p:blipFill>
        <p:spPr>
          <a:xfrm>
            <a:off x="8695250" y="365125"/>
            <a:ext cx="2658550" cy="5888830"/>
          </a:xfrm>
          <a:prstGeom prst="rect">
            <a:avLst/>
          </a:prstGeom>
        </p:spPr>
      </p:pic>
      <p:sp>
        <p:nvSpPr>
          <p:cNvPr id="6" name="Content Placeholder 2">
            <a:extLst>
              <a:ext uri="{FF2B5EF4-FFF2-40B4-BE49-F238E27FC236}">
                <a16:creationId xmlns:a16="http://schemas.microsoft.com/office/drawing/2014/main" xmlns="" id="{C8C397A4-6B08-4C65-8E86-9F9C2D77E806}"/>
              </a:ext>
            </a:extLst>
          </p:cNvPr>
          <p:cNvSpPr>
            <a:spLocks noGrp="1"/>
          </p:cNvSpPr>
          <p:nvPr>
            <p:ph idx="1"/>
            <p:custDataLst>
              <p:tags r:id="rId3"/>
            </p:custDataLst>
          </p:nvPr>
        </p:nvSpPr>
        <p:spPr>
          <a:xfrm>
            <a:off x="669387" y="1213658"/>
            <a:ext cx="6742066" cy="4832747"/>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WMS System Administration</a:t>
            </a:r>
            <a:r>
              <a:rPr lang="en-US" sz="2300" dirty="0"/>
              <a:t> resource.</a:t>
            </a:r>
          </a:p>
          <a:p>
            <a:pPr marL="457200" indent="-457200" algn="just">
              <a:lnSpc>
                <a:spcPct val="150000"/>
              </a:lnSpc>
              <a:buFont typeface="+mj-lt"/>
              <a:buAutoNum type="arabicPeriod"/>
            </a:pPr>
            <a:r>
              <a:rPr lang="en-US" sz="2300" dirty="0"/>
              <a:t>Under WMS System Administration, click on </a:t>
            </a:r>
            <a:r>
              <a:rPr lang="en-US" sz="2300" b="1" dirty="0"/>
              <a:t>Configuration.</a:t>
            </a:r>
            <a:endParaRPr lang="en-US" sz="2300" dirty="0"/>
          </a:p>
          <a:p>
            <a:pPr marL="457200" indent="-457200" algn="just">
              <a:lnSpc>
                <a:spcPct val="150000"/>
              </a:lnSpc>
              <a:buFont typeface="+mj-lt"/>
              <a:buAutoNum type="arabicPeriod"/>
            </a:pPr>
            <a:r>
              <a:rPr lang="en-US" sz="2300" dirty="0"/>
              <a:t>Under Configuration, click on </a:t>
            </a:r>
            <a:r>
              <a:rPr lang="en-US" sz="2300" b="1" dirty="0"/>
              <a:t>WMS Warehouse Setup.</a:t>
            </a:r>
            <a:endParaRPr lang="en-US" sz="2300" dirty="0"/>
          </a:p>
          <a:p>
            <a:pPr marL="457200" indent="-457200" algn="just">
              <a:lnSpc>
                <a:spcPct val="150000"/>
              </a:lnSpc>
              <a:buFont typeface="+mj-lt"/>
              <a:buAutoNum type="arabicPeriod"/>
            </a:pPr>
            <a:r>
              <a:rPr lang="en-US" sz="2300" dirty="0"/>
              <a:t>Under WMS Warehouse Setup, click on </a:t>
            </a:r>
            <a:r>
              <a:rPr lang="en-US" sz="2300" b="1" dirty="0"/>
              <a:t>WMS Users.</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3597414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pic>
        <p:nvPicPr>
          <p:cNvPr id="5" name="Picture 4">
            <a:extLst>
              <a:ext uri="{FF2B5EF4-FFF2-40B4-BE49-F238E27FC236}">
                <a16:creationId xmlns:a16="http://schemas.microsoft.com/office/drawing/2014/main" xmlns="" id="{DF7EDFF5-530D-41DF-8939-A60089BB4E9A}"/>
              </a:ext>
            </a:extLst>
          </p:cNvPr>
          <p:cNvPicPr>
            <a:picLocks noChangeAspect="1"/>
          </p:cNvPicPr>
          <p:nvPr>
            <p:custDataLst>
              <p:tags r:id="rId2"/>
            </p:custDataLst>
          </p:nvPr>
        </p:nvPicPr>
        <p:blipFill>
          <a:blip r:embed="rId5"/>
          <a:stretch>
            <a:fillRect/>
          </a:stretch>
        </p:blipFill>
        <p:spPr>
          <a:xfrm>
            <a:off x="838200" y="1871931"/>
            <a:ext cx="8936736" cy="4405522"/>
          </a:xfrm>
          <a:prstGeom prst="rect">
            <a:avLst/>
          </a:prstGeom>
        </p:spPr>
      </p:pic>
      <p:sp>
        <p:nvSpPr>
          <p:cNvPr id="6" name="Content Placeholder 2">
            <a:extLst>
              <a:ext uri="{FF2B5EF4-FFF2-40B4-BE49-F238E27FC236}">
                <a16:creationId xmlns:a16="http://schemas.microsoft.com/office/drawing/2014/main" xmlns="" id="{44AA4FF0-4995-46E5-9E74-E31DD4676C29}"/>
              </a:ext>
            </a:extLst>
          </p:cNvPr>
          <p:cNvSpPr>
            <a:spLocks noGrp="1"/>
          </p:cNvSpPr>
          <p:nvPr>
            <p:ph idx="1"/>
            <p:custDataLst>
              <p:tags r:id="rId3"/>
            </p:custDataLst>
          </p:nvPr>
        </p:nvSpPr>
        <p:spPr>
          <a:xfrm>
            <a:off x="669386" y="1079867"/>
            <a:ext cx="10992261" cy="4733783"/>
          </a:xfrm>
        </p:spPr>
        <p:txBody>
          <a:bodyPr/>
          <a:lstStyle/>
          <a:p>
            <a:pPr marL="457200" indent="-457200" algn="just">
              <a:lnSpc>
                <a:spcPct val="150000"/>
              </a:lnSpc>
              <a:buFont typeface="+mj-lt"/>
              <a:buAutoNum type="arabicPeriod" startAt="5"/>
            </a:pPr>
            <a:r>
              <a:rPr lang="en-US" sz="2300" dirty="0"/>
              <a:t>From the new window, click on Create at the bottom right of your screen. </a:t>
            </a:r>
            <a:endParaRPr lang="en-US" sz="2200" dirty="0"/>
          </a:p>
        </p:txBody>
      </p:sp>
    </p:spTree>
    <p:extLst>
      <p:ext uri="{BB962C8B-B14F-4D97-AF65-F5344CB8AC3E}">
        <p14:creationId xmlns:p14="http://schemas.microsoft.com/office/powerpoint/2010/main" val="160513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grpSp>
        <p:nvGrpSpPr>
          <p:cNvPr id="8" name="Group 7">
            <a:extLst>
              <a:ext uri="{FF2B5EF4-FFF2-40B4-BE49-F238E27FC236}">
                <a16:creationId xmlns:a16="http://schemas.microsoft.com/office/drawing/2014/main" xmlns="" id="{9E5EF6D0-8A14-4E26-839F-87C826F31BBB}"/>
              </a:ext>
            </a:extLst>
          </p:cNvPr>
          <p:cNvGrpSpPr/>
          <p:nvPr>
            <p:custDataLst>
              <p:tags r:id="rId2"/>
            </p:custDataLst>
          </p:nvPr>
        </p:nvGrpSpPr>
        <p:grpSpPr>
          <a:xfrm>
            <a:off x="7607809" y="355981"/>
            <a:ext cx="3910584" cy="5811838"/>
            <a:chOff x="8249597" y="365125"/>
            <a:chExt cx="2947185" cy="3976084"/>
          </a:xfrm>
        </p:grpSpPr>
        <p:pic>
          <p:nvPicPr>
            <p:cNvPr id="5" name="Picture 4">
              <a:extLst>
                <a:ext uri="{FF2B5EF4-FFF2-40B4-BE49-F238E27FC236}">
                  <a16:creationId xmlns:a16="http://schemas.microsoft.com/office/drawing/2014/main" xmlns="" id="{8BDF7C08-E482-492F-BF36-23E205F82147}"/>
                </a:ext>
              </a:extLst>
            </p:cNvPr>
            <p:cNvPicPr>
              <a:picLocks noChangeAspect="1"/>
            </p:cNvPicPr>
            <p:nvPr/>
          </p:nvPicPr>
          <p:blipFill rotWithShape="1">
            <a:blip r:embed="rId5"/>
            <a:srcRect b="60960"/>
            <a:stretch/>
          </p:blipFill>
          <p:spPr>
            <a:xfrm>
              <a:off x="8249597" y="365125"/>
              <a:ext cx="2947185" cy="2140331"/>
            </a:xfrm>
            <a:prstGeom prst="rect">
              <a:avLst/>
            </a:prstGeom>
          </p:spPr>
        </p:pic>
        <p:pic>
          <p:nvPicPr>
            <p:cNvPr id="7" name="Picture 6">
              <a:extLst>
                <a:ext uri="{FF2B5EF4-FFF2-40B4-BE49-F238E27FC236}">
                  <a16:creationId xmlns:a16="http://schemas.microsoft.com/office/drawing/2014/main" xmlns="" id="{D0DA79B6-BA07-41ED-90C7-69F5201B9D4F}"/>
                </a:ext>
              </a:extLst>
            </p:cNvPr>
            <p:cNvPicPr>
              <a:picLocks noChangeAspect="1"/>
            </p:cNvPicPr>
            <p:nvPr/>
          </p:nvPicPr>
          <p:blipFill rotWithShape="1">
            <a:blip r:embed="rId5"/>
            <a:srcRect t="60960"/>
            <a:stretch/>
          </p:blipFill>
          <p:spPr>
            <a:xfrm>
              <a:off x="8249597" y="2200877"/>
              <a:ext cx="2947185" cy="2140332"/>
            </a:xfrm>
            <a:prstGeom prst="rect">
              <a:avLst/>
            </a:prstGeom>
          </p:spPr>
        </p:pic>
      </p:grpSp>
      <p:sp>
        <p:nvSpPr>
          <p:cNvPr id="9" name="Content Placeholder 2">
            <a:extLst>
              <a:ext uri="{FF2B5EF4-FFF2-40B4-BE49-F238E27FC236}">
                <a16:creationId xmlns:a16="http://schemas.microsoft.com/office/drawing/2014/main" xmlns="" id="{CC4D0B14-7CC0-40AC-87A9-1C34D229A351}"/>
              </a:ext>
            </a:extLst>
          </p:cNvPr>
          <p:cNvSpPr>
            <a:spLocks noGrp="1"/>
          </p:cNvSpPr>
          <p:nvPr>
            <p:ph idx="1"/>
            <p:custDataLst>
              <p:tags r:id="rId3"/>
            </p:custDataLst>
          </p:nvPr>
        </p:nvSpPr>
        <p:spPr>
          <a:xfrm>
            <a:off x="669387" y="1129742"/>
            <a:ext cx="6572662" cy="4733783"/>
          </a:xfrm>
        </p:spPr>
        <p:txBody>
          <a:bodyPr/>
          <a:lstStyle/>
          <a:p>
            <a:pPr marL="457200" indent="-457200" algn="just">
              <a:lnSpc>
                <a:spcPct val="200000"/>
              </a:lnSpc>
              <a:buFont typeface="+mj-lt"/>
              <a:buAutoNum type="arabicPeriod" startAt="6"/>
            </a:pPr>
            <a:r>
              <a:rPr lang="en-US" sz="2300" dirty="0"/>
              <a:t>Enter the User Name. </a:t>
            </a:r>
          </a:p>
          <a:p>
            <a:pPr marL="457200" indent="-457200" algn="just">
              <a:lnSpc>
                <a:spcPct val="200000"/>
              </a:lnSpc>
              <a:buFont typeface="+mj-lt"/>
              <a:buAutoNum type="arabicPeriod" startAt="6"/>
            </a:pPr>
            <a:r>
              <a:rPr lang="en-US" sz="2300" dirty="0"/>
              <a:t>Click on Continue. </a:t>
            </a:r>
            <a:endParaRPr lang="en-US" sz="2200" dirty="0"/>
          </a:p>
        </p:txBody>
      </p:sp>
    </p:spTree>
    <p:extLst>
      <p:ext uri="{BB962C8B-B14F-4D97-AF65-F5344CB8AC3E}">
        <p14:creationId xmlns:p14="http://schemas.microsoft.com/office/powerpoint/2010/main" val="1940869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pic>
        <p:nvPicPr>
          <p:cNvPr id="7" name="Picture 6">
            <a:extLst>
              <a:ext uri="{FF2B5EF4-FFF2-40B4-BE49-F238E27FC236}">
                <a16:creationId xmlns:a16="http://schemas.microsoft.com/office/drawing/2014/main" xmlns="" id="{27C0ED5A-CF53-46A8-A384-307053488597}"/>
              </a:ext>
            </a:extLst>
          </p:cNvPr>
          <p:cNvPicPr>
            <a:picLocks noChangeAspect="1"/>
          </p:cNvPicPr>
          <p:nvPr>
            <p:custDataLst>
              <p:tags r:id="rId2"/>
            </p:custDataLst>
          </p:nvPr>
        </p:nvPicPr>
        <p:blipFill>
          <a:blip r:embed="rId6"/>
          <a:stretch>
            <a:fillRect/>
          </a:stretch>
        </p:blipFill>
        <p:spPr>
          <a:xfrm>
            <a:off x="529103" y="2157985"/>
            <a:ext cx="8761201" cy="4111344"/>
          </a:xfrm>
          <a:prstGeom prst="rect">
            <a:avLst/>
          </a:prstGeom>
        </p:spPr>
      </p:pic>
      <p:sp>
        <p:nvSpPr>
          <p:cNvPr id="8" name="Content Placeholder 2">
            <a:extLst>
              <a:ext uri="{FF2B5EF4-FFF2-40B4-BE49-F238E27FC236}">
                <a16:creationId xmlns:a16="http://schemas.microsoft.com/office/drawing/2014/main" xmlns="" id="{29D2E8C6-DB91-48F4-9C9A-97A1544ED126}"/>
              </a:ext>
            </a:extLst>
          </p:cNvPr>
          <p:cNvSpPr>
            <a:spLocks noGrp="1"/>
          </p:cNvSpPr>
          <p:nvPr>
            <p:ph idx="1"/>
            <p:custDataLst>
              <p:tags r:id="rId3"/>
            </p:custDataLst>
          </p:nvPr>
        </p:nvSpPr>
        <p:spPr>
          <a:xfrm>
            <a:off x="669387" y="950976"/>
            <a:ext cx="10993510" cy="4857685"/>
          </a:xfrm>
        </p:spPr>
        <p:txBody>
          <a:bodyPr/>
          <a:lstStyle/>
          <a:p>
            <a:pPr marL="457200" indent="-457200" algn="just">
              <a:lnSpc>
                <a:spcPct val="150000"/>
              </a:lnSpc>
              <a:buFont typeface="+mj-lt"/>
              <a:buAutoNum type="arabicPeriod" startAt="8"/>
            </a:pPr>
            <a:r>
              <a:rPr lang="en-US" sz="2300" dirty="0"/>
              <a:t>Complete the General section for the fields shown below. An explanation of the fields is given in the next slides.</a:t>
            </a:r>
            <a:endParaRPr lang="en-CA" sz="2300" dirty="0"/>
          </a:p>
          <a:p>
            <a:pPr marL="457200" indent="-457200" algn="just">
              <a:lnSpc>
                <a:spcPct val="150000"/>
              </a:lnSpc>
              <a:buFont typeface="+mj-lt"/>
              <a:buAutoNum type="arabicPeriod" startAt="8"/>
            </a:pPr>
            <a:endParaRPr lang="en-US" sz="2300" dirty="0"/>
          </a:p>
        </p:txBody>
      </p:sp>
    </p:spTree>
    <p:extLst>
      <p:ext uri="{BB962C8B-B14F-4D97-AF65-F5344CB8AC3E}">
        <p14:creationId xmlns:p14="http://schemas.microsoft.com/office/powerpoint/2010/main" val="2186116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graphicFrame>
        <p:nvGraphicFramePr>
          <p:cNvPr id="5" name="Table 4">
            <a:extLst>
              <a:ext uri="{FF2B5EF4-FFF2-40B4-BE49-F238E27FC236}">
                <a16:creationId xmlns:a16="http://schemas.microsoft.com/office/drawing/2014/main" xmlns="" id="{697519B3-5C7B-40DA-9520-E09F3FF3D660}"/>
              </a:ext>
            </a:extLst>
          </p:cNvPr>
          <p:cNvGraphicFramePr>
            <a:graphicFrameLocks noGrp="1"/>
          </p:cNvGraphicFramePr>
          <p:nvPr>
            <p:custDataLst>
              <p:tags r:id="rId2"/>
            </p:custDataLst>
            <p:extLst>
              <p:ext uri="{D42A27DB-BD31-4B8C-83A1-F6EECF244321}">
                <p14:modId xmlns:p14="http://schemas.microsoft.com/office/powerpoint/2010/main" val="3599488262"/>
              </p:ext>
            </p:extLst>
          </p:nvPr>
        </p:nvGraphicFramePr>
        <p:xfrm>
          <a:off x="354676" y="2275193"/>
          <a:ext cx="11582400" cy="339852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xmlns="" val="3611636286"/>
                    </a:ext>
                  </a:extLst>
                </a:gridCol>
                <a:gridCol w="9351523">
                  <a:extLst>
                    <a:ext uri="{9D8B030D-6E8A-4147-A177-3AD203B41FA5}">
                      <a16:colId xmlns:a16="http://schemas.microsoft.com/office/drawing/2014/main" xmlns=""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xmlns=""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Warehouse Authorization Level</a:t>
                      </a:r>
                    </a:p>
                  </a:txBody>
                  <a:tcPr/>
                </a:tc>
                <a:tc>
                  <a:txBody>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1" kern="1200" dirty="0">
                          <a:solidFill>
                            <a:schemeClr val="tx1">
                              <a:lumMod val="50000"/>
                              <a:lumOff val="50000"/>
                            </a:schemeClr>
                          </a:solidFill>
                          <a:latin typeface="+mn-lt"/>
                          <a:ea typeface="+mn-ea"/>
                          <a:cs typeface="+mn-cs"/>
                        </a:rPr>
                        <a:t>Read Only</a:t>
                      </a:r>
                      <a:r>
                        <a:rPr lang="en-US" sz="2000" kern="1200" dirty="0">
                          <a:solidFill>
                            <a:schemeClr val="tx1">
                              <a:lumMod val="50000"/>
                              <a:lumOff val="50000"/>
                            </a:schemeClr>
                          </a:solidFill>
                          <a:latin typeface="+mn-lt"/>
                          <a:ea typeface="+mn-ea"/>
                          <a:cs typeface="+mn-cs"/>
                        </a:rPr>
                        <a:t> indicates that the user may only query records in the warehouse.</a:t>
                      </a:r>
                      <a:endParaRPr lang="en-CA" sz="2000" kern="1200" dirty="0">
                        <a:solidFill>
                          <a:schemeClr val="tx1">
                            <a:lumMod val="50000"/>
                            <a:lumOff val="50000"/>
                          </a:schemeClr>
                        </a:solidFill>
                        <a:latin typeface="+mn-lt"/>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1" kern="1200" dirty="0">
                          <a:solidFill>
                            <a:schemeClr val="tx1">
                              <a:lumMod val="50000"/>
                              <a:lumOff val="50000"/>
                            </a:schemeClr>
                          </a:solidFill>
                          <a:latin typeface="+mn-lt"/>
                          <a:ea typeface="+mn-ea"/>
                          <a:cs typeface="+mn-cs"/>
                        </a:rPr>
                        <a:t>Full</a:t>
                      </a:r>
                      <a:r>
                        <a:rPr lang="en-US" sz="2000" kern="1200" dirty="0">
                          <a:solidFill>
                            <a:schemeClr val="tx1">
                              <a:lumMod val="50000"/>
                              <a:lumOff val="50000"/>
                            </a:schemeClr>
                          </a:solidFill>
                          <a:latin typeface="+mn-lt"/>
                          <a:ea typeface="+mn-ea"/>
                          <a:cs typeface="+mn-cs"/>
                        </a:rPr>
                        <a:t> indicates that the user has full access to create, update, or delete records in the warehouse. </a:t>
                      </a:r>
                      <a:endParaRPr lang="en-CA"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47994364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Default Station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This is the default station displayed on the user profile during the login process. This specifies several defaults throughout operations including receiving location, search path, printers, and container types being used. </a:t>
                      </a:r>
                      <a:endParaRPr lang="en-CA"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292470631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Default Mobile Equipment Type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This is the default mobile equipment displayed on the user profile during the login process. This is a required entry upon login, and if a default value is not entered, the user will be required to enter this in. </a:t>
                      </a:r>
                      <a:endParaRPr lang="en-CA"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3993320737"/>
                  </a:ext>
                </a:extLst>
              </a:tr>
            </a:tbl>
          </a:graphicData>
        </a:graphic>
      </p:graphicFrame>
      <p:sp>
        <p:nvSpPr>
          <p:cNvPr id="6" name="Content Placeholder 2">
            <a:extLst>
              <a:ext uri="{FF2B5EF4-FFF2-40B4-BE49-F238E27FC236}">
                <a16:creationId xmlns:a16="http://schemas.microsoft.com/office/drawing/2014/main" xmlns="" id="{DE09635C-BE67-4379-B7EC-F5D256D37D78}"/>
              </a:ext>
            </a:extLst>
          </p:cNvPr>
          <p:cNvSpPr>
            <a:spLocks noGrp="1"/>
          </p:cNvSpPr>
          <p:nvPr>
            <p:ph idx="1"/>
            <p:custDataLst>
              <p:tags r:id="rId3"/>
            </p:custDataLst>
          </p:nvPr>
        </p:nvSpPr>
        <p:spPr>
          <a:xfrm>
            <a:off x="838200" y="1413300"/>
            <a:ext cx="10993510" cy="4729669"/>
          </a:xfrm>
        </p:spPr>
        <p:txBody>
          <a:bodyPr/>
          <a:lstStyle/>
          <a:p>
            <a:pPr marL="457200" indent="-457200" algn="just">
              <a:lnSpc>
                <a:spcPct val="150000"/>
              </a:lnSpc>
              <a:buFont typeface="+mj-lt"/>
              <a:buAutoNum type="arabicPeriod" startAt="8"/>
            </a:pPr>
            <a:r>
              <a:rPr lang="fr-CA" sz="2300" dirty="0"/>
              <a:t>(</a:t>
            </a:r>
            <a:r>
              <a:rPr lang="fr-CA" sz="2300" dirty="0" err="1"/>
              <a:t>Continued</a:t>
            </a:r>
            <a:r>
              <a:rPr lang="fr-CA" sz="2300" dirty="0"/>
              <a:t>)</a:t>
            </a:r>
            <a:endParaRPr lang="en-CA" sz="2300" dirty="0"/>
          </a:p>
          <a:p>
            <a:pPr marL="457200" indent="-457200" algn="just">
              <a:lnSpc>
                <a:spcPct val="150000"/>
              </a:lnSpc>
              <a:buFont typeface="+mj-lt"/>
              <a:buAutoNum type="arabicPeriod" startAt="8"/>
            </a:pPr>
            <a:endParaRPr lang="en-US" sz="2300" dirty="0"/>
          </a:p>
        </p:txBody>
      </p:sp>
    </p:spTree>
    <p:extLst>
      <p:ext uri="{BB962C8B-B14F-4D97-AF65-F5344CB8AC3E}">
        <p14:creationId xmlns:p14="http://schemas.microsoft.com/office/powerpoint/2010/main" val="373581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graphicFrame>
        <p:nvGraphicFramePr>
          <p:cNvPr id="5" name="Table 4">
            <a:extLst>
              <a:ext uri="{FF2B5EF4-FFF2-40B4-BE49-F238E27FC236}">
                <a16:creationId xmlns:a16="http://schemas.microsoft.com/office/drawing/2014/main" xmlns="" id="{697519B3-5C7B-40DA-9520-E09F3FF3D660}"/>
              </a:ext>
            </a:extLst>
          </p:cNvPr>
          <p:cNvGraphicFramePr>
            <a:graphicFrameLocks noGrp="1"/>
          </p:cNvGraphicFramePr>
          <p:nvPr>
            <p:custDataLst>
              <p:tags r:id="rId2"/>
            </p:custDataLst>
            <p:extLst>
              <p:ext uri="{D42A27DB-BD31-4B8C-83A1-F6EECF244321}">
                <p14:modId xmlns:p14="http://schemas.microsoft.com/office/powerpoint/2010/main" val="681182737"/>
              </p:ext>
            </p:extLst>
          </p:nvPr>
        </p:nvGraphicFramePr>
        <p:xfrm>
          <a:off x="304800" y="1946808"/>
          <a:ext cx="11582400" cy="4130040"/>
        </p:xfrm>
        <a:graphic>
          <a:graphicData uri="http://schemas.openxmlformats.org/drawingml/2006/table">
            <a:tbl>
              <a:tblPr firstRow="1" bandRow="1">
                <a:tableStyleId>{F5AB1C69-6EDB-4FF4-983F-18BD219EF322}</a:tableStyleId>
              </a:tblPr>
              <a:tblGrid>
                <a:gridCol w="1607127">
                  <a:extLst>
                    <a:ext uri="{9D8B030D-6E8A-4147-A177-3AD203B41FA5}">
                      <a16:colId xmlns:a16="http://schemas.microsoft.com/office/drawing/2014/main" xmlns="" val="3611636286"/>
                    </a:ext>
                  </a:extLst>
                </a:gridCol>
                <a:gridCol w="9975273">
                  <a:extLst>
                    <a:ext uri="{9D8B030D-6E8A-4147-A177-3AD203B41FA5}">
                      <a16:colId xmlns:a16="http://schemas.microsoft.com/office/drawing/2014/main" xmlns="" val="1392957211"/>
                    </a:ext>
                  </a:extLst>
                </a:gridCol>
              </a:tblGrid>
              <a:tr h="370840">
                <a:tc>
                  <a:txBody>
                    <a:bodyPr/>
                    <a:lstStyle/>
                    <a:p>
                      <a:pPr algn="just"/>
                      <a:r>
                        <a:rPr lang="fr-CA" sz="1900" dirty="0"/>
                        <a:t>Field</a:t>
                      </a:r>
                      <a:endParaRPr lang="en-CA" sz="1900" dirty="0"/>
                    </a:p>
                  </a:txBody>
                  <a:tcPr/>
                </a:tc>
                <a:tc>
                  <a:txBody>
                    <a:bodyPr/>
                    <a:lstStyle/>
                    <a:p>
                      <a:pPr algn="just"/>
                      <a:r>
                        <a:rPr lang="fr-CA" sz="1900" dirty="0" err="1"/>
                        <a:t>Explanation</a:t>
                      </a:r>
                      <a:endParaRPr lang="en-CA" sz="1900" dirty="0"/>
                    </a:p>
                  </a:txBody>
                  <a:tcPr/>
                </a:tc>
                <a:extLst>
                  <a:ext uri="{0D108BD9-81ED-4DB2-BD59-A6C34878D82A}">
                    <a16:rowId xmlns:a16="http://schemas.microsoft.com/office/drawing/2014/main" xmlns=""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Interrupt Picking</a:t>
                      </a:r>
                    </a:p>
                  </a:txBody>
                  <a:tcPr/>
                </a:tc>
                <a:tc>
                  <a:txBody>
                    <a:bodyPr/>
                    <a:lstStyle/>
                    <a:p>
                      <a:pPr lvl="0" algn="just"/>
                      <a:r>
                        <a:rPr lang="en-US" sz="1800" kern="1200" dirty="0">
                          <a:solidFill>
                            <a:schemeClr val="tx1">
                              <a:lumMod val="50000"/>
                              <a:lumOff val="50000"/>
                            </a:schemeClr>
                          </a:solidFill>
                          <a:latin typeface="+mn-lt"/>
                          <a:ea typeface="+mn-ea"/>
                          <a:cs typeface="+mn-cs"/>
                        </a:rPr>
                        <a:t>This identifies if the current process a user is working on can be interrupted when a high priority task enters the work queue. </a:t>
                      </a:r>
                      <a:endParaRPr lang="en-CA" sz="1800" kern="1200" dirty="0">
                        <a:solidFill>
                          <a:schemeClr val="tx1">
                            <a:lumMod val="50000"/>
                            <a:lumOff val="50000"/>
                          </a:schemeClr>
                        </a:solidFill>
                        <a:latin typeface="+mn-lt"/>
                        <a:ea typeface="+mn-ea"/>
                        <a:cs typeface="+mn-cs"/>
                      </a:endParaRPr>
                    </a:p>
                    <a:p>
                      <a:pPr marL="342900" lvl="0" indent="-342900" algn="just">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this user does not process interrupt orders.</a:t>
                      </a:r>
                      <a:endParaRPr lang="en-CA" sz="1800" kern="1200" dirty="0">
                        <a:solidFill>
                          <a:schemeClr val="tx1">
                            <a:lumMod val="50000"/>
                            <a:lumOff val="50000"/>
                          </a:schemeClr>
                        </a:solidFill>
                        <a:latin typeface="+mn-lt"/>
                        <a:ea typeface="+mn-ea"/>
                        <a:cs typeface="+mn-cs"/>
                      </a:endParaRPr>
                    </a:p>
                    <a:p>
                      <a:pPr marL="342900" lvl="0" indent="-342900" algn="just">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the user is always available to process interrupt orders. </a:t>
                      </a:r>
                      <a:endParaRPr lang="en-CA" sz="1800" kern="1200" dirty="0">
                        <a:solidFill>
                          <a:schemeClr val="tx1">
                            <a:lumMod val="50000"/>
                            <a:lumOff val="50000"/>
                          </a:schemeClr>
                        </a:solidFill>
                        <a:latin typeface="+mn-lt"/>
                        <a:ea typeface="+mn-ea"/>
                        <a:cs typeface="+mn-cs"/>
                      </a:endParaRPr>
                    </a:p>
                    <a:p>
                      <a:pPr marL="342900" lvl="0" indent="-342900" algn="just">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Prompt</a:t>
                      </a:r>
                      <a:r>
                        <a:rPr lang="en-US" sz="1800" kern="1200" dirty="0">
                          <a:solidFill>
                            <a:schemeClr val="tx1">
                              <a:lumMod val="50000"/>
                              <a:lumOff val="50000"/>
                            </a:schemeClr>
                          </a:solidFill>
                          <a:latin typeface="+mn-lt"/>
                          <a:ea typeface="+mn-ea"/>
                          <a:cs typeface="+mn-cs"/>
                        </a:rPr>
                        <a:t> indicates that this user is authorized to process interrupt orders but has the ability to indicate if they are available to process the order at that particular time or if they must pass to another picker. </a:t>
                      </a:r>
                      <a:endParaRPr lang="en-CA"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52616952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Verification Authorization</a:t>
                      </a:r>
                    </a:p>
                  </a:txBody>
                  <a:tcPr/>
                </a:tc>
                <a:tc>
                  <a:txBody>
                    <a:bodyPr/>
                    <a:lstStyle/>
                    <a:p>
                      <a:pPr lvl="0" algn="just"/>
                      <a:r>
                        <a:rPr lang="en-US" sz="1800" kern="1200" dirty="0">
                          <a:solidFill>
                            <a:schemeClr val="tx1">
                              <a:lumMod val="50000"/>
                              <a:lumOff val="50000"/>
                            </a:schemeClr>
                          </a:solidFill>
                          <a:latin typeface="+mn-lt"/>
                          <a:ea typeface="+mn-ea"/>
                          <a:cs typeface="+mn-cs"/>
                        </a:rPr>
                        <a:t>This indicates the authorization level with which the user is associated in order to perform the picking verification process. </a:t>
                      </a:r>
                      <a:endParaRPr lang="en-CA" sz="1800" kern="1200" dirty="0">
                        <a:solidFill>
                          <a:schemeClr val="tx1">
                            <a:lumMod val="50000"/>
                            <a:lumOff val="50000"/>
                          </a:schemeClr>
                        </a:solidFill>
                        <a:latin typeface="+mn-lt"/>
                        <a:ea typeface="+mn-ea"/>
                        <a:cs typeface="+mn-cs"/>
                      </a:endParaRPr>
                    </a:p>
                    <a:p>
                      <a:pPr marL="285750" lvl="0" indent="-285750" algn="just">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None</a:t>
                      </a:r>
                      <a:r>
                        <a:rPr lang="en-US" sz="1800" kern="1200" dirty="0">
                          <a:solidFill>
                            <a:schemeClr val="tx1">
                              <a:lumMod val="50000"/>
                              <a:lumOff val="50000"/>
                            </a:schemeClr>
                          </a:solidFill>
                          <a:latin typeface="+mn-lt"/>
                          <a:ea typeface="+mn-ea"/>
                          <a:cs typeface="+mn-cs"/>
                        </a:rPr>
                        <a:t> indicates that the user is not authorized to verify any orders.</a:t>
                      </a:r>
                      <a:endParaRPr lang="en-CA" sz="1800" kern="1200" dirty="0">
                        <a:solidFill>
                          <a:schemeClr val="tx1">
                            <a:lumMod val="50000"/>
                            <a:lumOff val="50000"/>
                          </a:schemeClr>
                        </a:solidFill>
                        <a:latin typeface="+mn-lt"/>
                        <a:ea typeface="+mn-ea"/>
                        <a:cs typeface="+mn-cs"/>
                      </a:endParaRPr>
                    </a:p>
                    <a:p>
                      <a:pPr marL="285750" lvl="0" indent="-285750" algn="just">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Level 1</a:t>
                      </a:r>
                      <a:r>
                        <a:rPr lang="en-US" sz="1800" kern="1200" dirty="0">
                          <a:solidFill>
                            <a:schemeClr val="tx1">
                              <a:lumMod val="50000"/>
                              <a:lumOff val="50000"/>
                            </a:schemeClr>
                          </a:solidFill>
                          <a:latin typeface="+mn-lt"/>
                          <a:ea typeface="+mn-ea"/>
                          <a:cs typeface="+mn-cs"/>
                        </a:rPr>
                        <a:t> indicates that the user can only verify orders that have been tagged as requiring a level 1 authorized user to verify that order.</a:t>
                      </a:r>
                      <a:endParaRPr lang="en-CA" sz="1800" kern="1200" dirty="0">
                        <a:solidFill>
                          <a:schemeClr val="tx1">
                            <a:lumMod val="50000"/>
                            <a:lumOff val="50000"/>
                          </a:schemeClr>
                        </a:solidFill>
                        <a:latin typeface="+mn-lt"/>
                        <a:ea typeface="+mn-ea"/>
                        <a:cs typeface="+mn-cs"/>
                      </a:endParaRPr>
                    </a:p>
                    <a:p>
                      <a:pPr marL="285750" lvl="0" indent="-285750" algn="just">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Level 2</a:t>
                      </a:r>
                      <a:r>
                        <a:rPr lang="en-US" sz="1800" kern="1200" dirty="0">
                          <a:solidFill>
                            <a:schemeClr val="tx1">
                              <a:lumMod val="50000"/>
                              <a:lumOff val="50000"/>
                            </a:schemeClr>
                          </a:solidFill>
                          <a:latin typeface="+mn-lt"/>
                          <a:ea typeface="+mn-ea"/>
                          <a:cs typeface="+mn-cs"/>
                        </a:rPr>
                        <a:t> indicates that the user can verify any order no matter the level of authorization identified for the order. The user can verify orders that have been identified for a level 1 or level 2 authorized user.</a:t>
                      </a:r>
                      <a:endParaRPr lang="en-CA"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2854223269"/>
                  </a:ext>
                </a:extLst>
              </a:tr>
            </a:tbl>
          </a:graphicData>
        </a:graphic>
      </p:graphicFrame>
      <p:sp>
        <p:nvSpPr>
          <p:cNvPr id="6" name="Content Placeholder 2">
            <a:extLst>
              <a:ext uri="{FF2B5EF4-FFF2-40B4-BE49-F238E27FC236}">
                <a16:creationId xmlns:a16="http://schemas.microsoft.com/office/drawing/2014/main" xmlns="" id="{DE09635C-BE67-4379-B7EC-F5D256D37D78}"/>
              </a:ext>
            </a:extLst>
          </p:cNvPr>
          <p:cNvSpPr>
            <a:spLocks noGrp="1"/>
          </p:cNvSpPr>
          <p:nvPr>
            <p:ph idx="1"/>
            <p:custDataLst>
              <p:tags r:id="rId3"/>
            </p:custDataLst>
          </p:nvPr>
        </p:nvSpPr>
        <p:spPr>
          <a:xfrm>
            <a:off x="599245" y="1137185"/>
            <a:ext cx="10993510" cy="4729669"/>
          </a:xfrm>
        </p:spPr>
        <p:txBody>
          <a:bodyPr/>
          <a:lstStyle/>
          <a:p>
            <a:pPr marL="457200" indent="-457200" algn="just">
              <a:lnSpc>
                <a:spcPct val="150000"/>
              </a:lnSpc>
              <a:buFont typeface="+mj-lt"/>
              <a:buAutoNum type="arabicPeriod" startAt="8"/>
            </a:pPr>
            <a:r>
              <a:rPr lang="fr-CA" sz="2300" dirty="0"/>
              <a:t>(</a:t>
            </a:r>
            <a:r>
              <a:rPr lang="fr-CA" sz="2300" dirty="0" err="1"/>
              <a:t>Continued</a:t>
            </a:r>
            <a:r>
              <a:rPr lang="fr-CA" sz="2300" dirty="0"/>
              <a:t>)</a:t>
            </a:r>
            <a:endParaRPr lang="en-CA" sz="2300" dirty="0"/>
          </a:p>
          <a:p>
            <a:pPr marL="457200" indent="-457200" algn="just">
              <a:lnSpc>
                <a:spcPct val="150000"/>
              </a:lnSpc>
              <a:buFont typeface="+mj-lt"/>
              <a:buAutoNum type="arabicPeriod" startAt="8"/>
            </a:pPr>
            <a:endParaRPr lang="en-US" sz="2300" dirty="0"/>
          </a:p>
        </p:txBody>
      </p:sp>
    </p:spTree>
    <p:extLst>
      <p:ext uri="{BB962C8B-B14F-4D97-AF65-F5344CB8AC3E}">
        <p14:creationId xmlns:p14="http://schemas.microsoft.com/office/powerpoint/2010/main" val="1040366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Create</a:t>
            </a:r>
            <a:r>
              <a:rPr lang="fr-CA" dirty="0"/>
              <a:t> WMS User</a:t>
            </a:r>
            <a:endParaRPr lang="en-CA" dirty="0"/>
          </a:p>
        </p:txBody>
      </p:sp>
      <p:sp>
        <p:nvSpPr>
          <p:cNvPr id="3" name="Content Placeholder 2">
            <a:extLst>
              <a:ext uri="{FF2B5EF4-FFF2-40B4-BE49-F238E27FC236}">
                <a16:creationId xmlns:a16="http://schemas.microsoft.com/office/drawing/2014/main" xmlns="" id="{76FD5CE0-BFA7-4C9F-BE43-77E1C4A6BDD9}"/>
              </a:ext>
            </a:extLst>
          </p:cNvPr>
          <p:cNvSpPr>
            <a:spLocks noGrp="1"/>
          </p:cNvSpPr>
          <p:nvPr>
            <p:ph idx="1"/>
            <p:custDataLst>
              <p:tags r:id="rId2"/>
            </p:custDataLst>
          </p:nvPr>
        </p:nvSpPr>
        <p:spPr>
          <a:xfrm>
            <a:off x="400648" y="1335024"/>
            <a:ext cx="4171352" cy="4841939"/>
          </a:xfrm>
        </p:spPr>
        <p:txBody>
          <a:bodyPr/>
          <a:lstStyle/>
          <a:p>
            <a:pPr marL="457200" indent="-457200" algn="just">
              <a:lnSpc>
                <a:spcPct val="150000"/>
              </a:lnSpc>
              <a:buFont typeface="+mj-lt"/>
              <a:buAutoNum type="arabicPeriod" startAt="9"/>
            </a:pPr>
            <a:r>
              <a:rPr lang="en-US" sz="2300" dirty="0"/>
              <a:t>Once all the required fields in the General section have been completed, click on Submit.</a:t>
            </a:r>
          </a:p>
          <a:p>
            <a:pPr marL="0" indent="0" algn="just">
              <a:lnSpc>
                <a:spcPct val="150000"/>
              </a:lnSpc>
              <a:buNone/>
            </a:pPr>
            <a:endParaRPr lang="en-US" sz="1050" dirty="0"/>
          </a:p>
          <a:p>
            <a:pPr algn="just">
              <a:lnSpc>
                <a:spcPct val="150000"/>
              </a:lnSpc>
              <a:buFont typeface="Wingdings" panose="05000000000000000000" pitchFamily="2" charset="2"/>
              <a:buChar char="ü"/>
            </a:pPr>
            <a:r>
              <a:rPr lang="en-CA" sz="2300" dirty="0"/>
              <a:t> The user will thus be created. </a:t>
            </a:r>
          </a:p>
          <a:p>
            <a:pPr marL="0" indent="0" algn="just">
              <a:lnSpc>
                <a:spcPct val="150000"/>
              </a:lnSpc>
              <a:buNone/>
            </a:pPr>
            <a:endParaRPr lang="en-US" sz="2300" dirty="0"/>
          </a:p>
          <a:p>
            <a:endParaRPr lang="en-CA" dirty="0"/>
          </a:p>
        </p:txBody>
      </p:sp>
      <p:pic>
        <p:nvPicPr>
          <p:cNvPr id="5" name="Picture 4">
            <a:extLst>
              <a:ext uri="{FF2B5EF4-FFF2-40B4-BE49-F238E27FC236}">
                <a16:creationId xmlns:a16="http://schemas.microsoft.com/office/drawing/2014/main" xmlns="" id="{820AAC68-4AE3-4D33-8C71-99091D62300F}"/>
              </a:ext>
            </a:extLst>
          </p:cNvPr>
          <p:cNvPicPr>
            <a:picLocks noChangeAspect="1"/>
          </p:cNvPicPr>
          <p:nvPr>
            <p:custDataLst>
              <p:tags r:id="rId3"/>
            </p:custDataLst>
          </p:nvPr>
        </p:nvPicPr>
        <p:blipFill rotWithShape="1">
          <a:blip r:embed="rId5"/>
          <a:srcRect/>
          <a:stretch/>
        </p:blipFill>
        <p:spPr>
          <a:xfrm>
            <a:off x="4956048" y="365125"/>
            <a:ext cx="6835304" cy="5921755"/>
          </a:xfrm>
          <a:prstGeom prst="rect">
            <a:avLst/>
          </a:prstGeom>
        </p:spPr>
      </p:pic>
    </p:spTree>
    <p:extLst>
      <p:ext uri="{BB962C8B-B14F-4D97-AF65-F5344CB8AC3E}">
        <p14:creationId xmlns:p14="http://schemas.microsoft.com/office/powerpoint/2010/main" val="167026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Modify User</a:t>
            </a:r>
          </a:p>
        </p:txBody>
      </p:sp>
    </p:spTree>
    <p:extLst>
      <p:ext uri="{BB962C8B-B14F-4D97-AF65-F5344CB8AC3E}">
        <p14:creationId xmlns:p14="http://schemas.microsoft.com/office/powerpoint/2010/main" val="3960154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4AD04B-FE61-40AD-95AC-7EBDD9B0EFF0}"/>
              </a:ext>
            </a:extLst>
          </p:cNvPr>
          <p:cNvSpPr>
            <a:spLocks noGrp="1"/>
          </p:cNvSpPr>
          <p:nvPr>
            <p:ph type="title"/>
            <p:custDataLst>
              <p:tags r:id="rId1"/>
            </p:custDataLst>
          </p:nvPr>
        </p:nvSpPr>
        <p:spPr/>
        <p:txBody>
          <a:bodyPr/>
          <a:lstStyle/>
          <a:p>
            <a:r>
              <a:rPr lang="fr-CA" dirty="0" err="1"/>
              <a:t>Modify</a:t>
            </a:r>
            <a:r>
              <a:rPr lang="fr-CA" dirty="0"/>
              <a:t> User</a:t>
            </a:r>
            <a:endParaRPr lang="en-CA" dirty="0"/>
          </a:p>
        </p:txBody>
      </p:sp>
      <p:pic>
        <p:nvPicPr>
          <p:cNvPr id="5" name="Picture 4">
            <a:extLst>
              <a:ext uri="{FF2B5EF4-FFF2-40B4-BE49-F238E27FC236}">
                <a16:creationId xmlns:a16="http://schemas.microsoft.com/office/drawing/2014/main" xmlns="" id="{FE570F19-209A-48C7-91E6-2AF0D64F4D29}"/>
              </a:ext>
            </a:extLst>
          </p:cNvPr>
          <p:cNvPicPr>
            <a:picLocks noChangeAspect="1"/>
          </p:cNvPicPr>
          <p:nvPr>
            <p:custDataLst>
              <p:tags r:id="rId2"/>
            </p:custDataLst>
          </p:nvPr>
        </p:nvPicPr>
        <p:blipFill>
          <a:blip r:embed="rId6"/>
          <a:stretch>
            <a:fillRect/>
          </a:stretch>
        </p:blipFill>
        <p:spPr>
          <a:xfrm>
            <a:off x="8695250" y="365125"/>
            <a:ext cx="2658550" cy="5888830"/>
          </a:xfrm>
          <a:prstGeom prst="rect">
            <a:avLst/>
          </a:prstGeom>
        </p:spPr>
      </p:pic>
      <p:sp>
        <p:nvSpPr>
          <p:cNvPr id="6" name="Content Placeholder 2">
            <a:extLst>
              <a:ext uri="{FF2B5EF4-FFF2-40B4-BE49-F238E27FC236}">
                <a16:creationId xmlns:a16="http://schemas.microsoft.com/office/drawing/2014/main" xmlns="" id="{C8C397A4-6B08-4C65-8E86-9F9C2D77E806}"/>
              </a:ext>
            </a:extLst>
          </p:cNvPr>
          <p:cNvSpPr>
            <a:spLocks noGrp="1"/>
          </p:cNvSpPr>
          <p:nvPr>
            <p:ph idx="1"/>
            <p:custDataLst>
              <p:tags r:id="rId3"/>
            </p:custDataLst>
          </p:nvPr>
        </p:nvSpPr>
        <p:spPr>
          <a:xfrm>
            <a:off x="669387" y="1312622"/>
            <a:ext cx="6742066"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WMS System Administration</a:t>
            </a:r>
            <a:r>
              <a:rPr lang="en-US" sz="2300" dirty="0"/>
              <a:t> resource.</a:t>
            </a:r>
          </a:p>
          <a:p>
            <a:pPr marL="457200" indent="-457200" algn="just">
              <a:lnSpc>
                <a:spcPct val="150000"/>
              </a:lnSpc>
              <a:buFont typeface="+mj-lt"/>
              <a:buAutoNum type="arabicPeriod"/>
            </a:pPr>
            <a:r>
              <a:rPr lang="en-US" sz="2300" dirty="0"/>
              <a:t>Under WMS System Administration, click on </a:t>
            </a:r>
            <a:r>
              <a:rPr lang="en-US" sz="2300" b="1" dirty="0"/>
              <a:t>Configuration.</a:t>
            </a:r>
            <a:endParaRPr lang="en-US" sz="2300" dirty="0"/>
          </a:p>
          <a:p>
            <a:pPr marL="457200" indent="-457200" algn="just">
              <a:lnSpc>
                <a:spcPct val="150000"/>
              </a:lnSpc>
              <a:buFont typeface="+mj-lt"/>
              <a:buAutoNum type="arabicPeriod"/>
            </a:pPr>
            <a:r>
              <a:rPr lang="en-US" sz="2300" dirty="0"/>
              <a:t>Under Configuration, click on </a:t>
            </a:r>
            <a:r>
              <a:rPr lang="en-US" sz="2300" b="1" dirty="0"/>
              <a:t>WMS Warehouse Setup.</a:t>
            </a:r>
            <a:endParaRPr lang="en-US" sz="2300" dirty="0"/>
          </a:p>
          <a:p>
            <a:pPr marL="457200" indent="-457200" algn="just">
              <a:lnSpc>
                <a:spcPct val="150000"/>
              </a:lnSpc>
              <a:buFont typeface="+mj-lt"/>
              <a:buAutoNum type="arabicPeriod"/>
            </a:pPr>
            <a:r>
              <a:rPr lang="en-US" sz="2300" dirty="0"/>
              <a:t>Under WMS Warehouse Setup, click on </a:t>
            </a:r>
            <a:r>
              <a:rPr lang="en-US" sz="2300" b="1" dirty="0"/>
              <a:t>WMS Users.</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2679626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A534A6-2048-466E-90B9-0D0265A8614B}"/>
              </a:ext>
            </a:extLst>
          </p:cNvPr>
          <p:cNvSpPr>
            <a:spLocks noGrp="1"/>
          </p:cNvSpPr>
          <p:nvPr>
            <p:ph type="title"/>
            <p:custDataLst>
              <p:tags r:id="rId1"/>
            </p:custDataLst>
          </p:nvPr>
        </p:nvSpPr>
        <p:spPr/>
        <p:txBody>
          <a:bodyPr/>
          <a:lstStyle/>
          <a:p>
            <a:r>
              <a:rPr lang="fr-CA" dirty="0" err="1"/>
              <a:t>Modify</a:t>
            </a:r>
            <a:r>
              <a:rPr lang="fr-CA" dirty="0"/>
              <a:t> User</a:t>
            </a:r>
            <a:endParaRPr lang="en-CA" dirty="0"/>
          </a:p>
        </p:txBody>
      </p:sp>
      <p:sp>
        <p:nvSpPr>
          <p:cNvPr id="3" name="Content Placeholder 2">
            <a:extLst>
              <a:ext uri="{FF2B5EF4-FFF2-40B4-BE49-F238E27FC236}">
                <a16:creationId xmlns:a16="http://schemas.microsoft.com/office/drawing/2014/main" xmlns="" id="{9856BB6A-8A6A-4925-9289-647A8511FA1A}"/>
              </a:ext>
            </a:extLst>
          </p:cNvPr>
          <p:cNvSpPr>
            <a:spLocks noGrp="1"/>
          </p:cNvSpPr>
          <p:nvPr>
            <p:ph idx="1"/>
            <p:custDataLst>
              <p:tags r:id="rId2"/>
            </p:custDataLst>
          </p:nvPr>
        </p:nvSpPr>
        <p:spPr>
          <a:xfrm>
            <a:off x="838200" y="1330036"/>
            <a:ext cx="10515600" cy="4846927"/>
          </a:xfrm>
        </p:spPr>
        <p:txBody>
          <a:bodyPr/>
          <a:lstStyle/>
          <a:p>
            <a:pPr marL="457200" indent="-457200" algn="just">
              <a:lnSpc>
                <a:spcPct val="150000"/>
              </a:lnSpc>
              <a:buFont typeface="+mj-lt"/>
              <a:buAutoNum type="arabicPeriod" startAt="5"/>
            </a:pPr>
            <a:r>
              <a:rPr lang="en-US" dirty="0"/>
              <a:t>Perform a search to retrieve the user you wish to modify and click on View Record Details.</a:t>
            </a:r>
          </a:p>
        </p:txBody>
      </p:sp>
      <p:pic>
        <p:nvPicPr>
          <p:cNvPr id="5" name="Picture 4">
            <a:extLst>
              <a:ext uri="{FF2B5EF4-FFF2-40B4-BE49-F238E27FC236}">
                <a16:creationId xmlns:a16="http://schemas.microsoft.com/office/drawing/2014/main" xmlns="" id="{A242B2CA-2672-481D-B7E7-12AD4F783F19}"/>
              </a:ext>
            </a:extLst>
          </p:cNvPr>
          <p:cNvPicPr>
            <a:picLocks noChangeAspect="1"/>
          </p:cNvPicPr>
          <p:nvPr>
            <p:custDataLst>
              <p:tags r:id="rId3"/>
            </p:custDataLst>
          </p:nvPr>
        </p:nvPicPr>
        <p:blipFill>
          <a:blip r:embed="rId5"/>
          <a:stretch>
            <a:fillRect/>
          </a:stretch>
        </p:blipFill>
        <p:spPr>
          <a:xfrm>
            <a:off x="465513" y="2895481"/>
            <a:ext cx="11438312" cy="2966383"/>
          </a:xfrm>
          <a:prstGeom prst="rect">
            <a:avLst/>
          </a:prstGeom>
        </p:spPr>
      </p:pic>
    </p:spTree>
    <p:extLst>
      <p:ext uri="{BB962C8B-B14F-4D97-AF65-F5344CB8AC3E}">
        <p14:creationId xmlns:p14="http://schemas.microsoft.com/office/powerpoint/2010/main" val="1144676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A534A6-2048-466E-90B9-0D0265A8614B}"/>
              </a:ext>
            </a:extLst>
          </p:cNvPr>
          <p:cNvSpPr>
            <a:spLocks noGrp="1"/>
          </p:cNvSpPr>
          <p:nvPr>
            <p:ph type="title"/>
            <p:custDataLst>
              <p:tags r:id="rId1"/>
            </p:custDataLst>
          </p:nvPr>
        </p:nvSpPr>
        <p:spPr/>
        <p:txBody>
          <a:bodyPr/>
          <a:lstStyle/>
          <a:p>
            <a:r>
              <a:rPr lang="fr-CA" dirty="0" err="1"/>
              <a:t>Modify</a:t>
            </a:r>
            <a:r>
              <a:rPr lang="fr-CA" dirty="0"/>
              <a:t> User</a:t>
            </a:r>
            <a:endParaRPr lang="en-CA" dirty="0"/>
          </a:p>
        </p:txBody>
      </p:sp>
      <p:sp>
        <p:nvSpPr>
          <p:cNvPr id="3" name="Content Placeholder 2">
            <a:extLst>
              <a:ext uri="{FF2B5EF4-FFF2-40B4-BE49-F238E27FC236}">
                <a16:creationId xmlns:a16="http://schemas.microsoft.com/office/drawing/2014/main" xmlns="" id="{9856BB6A-8A6A-4925-9289-647A8511FA1A}"/>
              </a:ext>
            </a:extLst>
          </p:cNvPr>
          <p:cNvSpPr>
            <a:spLocks noGrp="1"/>
          </p:cNvSpPr>
          <p:nvPr>
            <p:ph idx="1"/>
            <p:custDataLst>
              <p:tags r:id="rId2"/>
            </p:custDataLst>
          </p:nvPr>
        </p:nvSpPr>
        <p:spPr>
          <a:xfrm>
            <a:off x="838200" y="1030781"/>
            <a:ext cx="10515600" cy="5029807"/>
          </a:xfrm>
        </p:spPr>
        <p:txBody>
          <a:bodyPr/>
          <a:lstStyle/>
          <a:p>
            <a:pPr marL="457200" indent="-457200" algn="just">
              <a:lnSpc>
                <a:spcPct val="150000"/>
              </a:lnSpc>
              <a:buFont typeface="+mj-lt"/>
              <a:buAutoNum type="arabicPeriod" startAt="6"/>
            </a:pPr>
            <a:r>
              <a:rPr lang="en-US" dirty="0"/>
              <a:t>Modify the fields in the </a:t>
            </a:r>
            <a:r>
              <a:rPr lang="en-US" b="1" dirty="0"/>
              <a:t>General</a:t>
            </a:r>
            <a:r>
              <a:rPr lang="en-US" dirty="0"/>
              <a:t> section as required. Refer to slides 9 and 10 for a detailed explanation of the different fields. </a:t>
            </a:r>
          </a:p>
        </p:txBody>
      </p:sp>
      <p:pic>
        <p:nvPicPr>
          <p:cNvPr id="5" name="Picture 4">
            <a:extLst>
              <a:ext uri="{FF2B5EF4-FFF2-40B4-BE49-F238E27FC236}">
                <a16:creationId xmlns:a16="http://schemas.microsoft.com/office/drawing/2014/main" xmlns="" id="{66EFED56-8550-425A-8BB7-43F451FA10F6}"/>
              </a:ext>
            </a:extLst>
          </p:cNvPr>
          <p:cNvPicPr>
            <a:picLocks noChangeAspect="1"/>
          </p:cNvPicPr>
          <p:nvPr>
            <p:custDataLst>
              <p:tags r:id="rId3"/>
            </p:custDataLst>
          </p:nvPr>
        </p:nvPicPr>
        <p:blipFill>
          <a:blip r:embed="rId5"/>
          <a:stretch>
            <a:fillRect/>
          </a:stretch>
        </p:blipFill>
        <p:spPr>
          <a:xfrm>
            <a:off x="1045547" y="2518425"/>
            <a:ext cx="7041821" cy="3782954"/>
          </a:xfrm>
          <a:prstGeom prst="rect">
            <a:avLst/>
          </a:prstGeom>
        </p:spPr>
      </p:pic>
    </p:spTree>
    <p:extLst>
      <p:ext uri="{BB962C8B-B14F-4D97-AF65-F5344CB8AC3E}">
        <p14:creationId xmlns:p14="http://schemas.microsoft.com/office/powerpoint/2010/main" val="1898744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A534A6-2048-466E-90B9-0D0265A8614B}"/>
              </a:ext>
            </a:extLst>
          </p:cNvPr>
          <p:cNvSpPr>
            <a:spLocks noGrp="1"/>
          </p:cNvSpPr>
          <p:nvPr>
            <p:ph type="title"/>
            <p:custDataLst>
              <p:tags r:id="rId1"/>
            </p:custDataLst>
          </p:nvPr>
        </p:nvSpPr>
        <p:spPr/>
        <p:txBody>
          <a:bodyPr/>
          <a:lstStyle/>
          <a:p>
            <a:r>
              <a:rPr lang="fr-CA" dirty="0" err="1"/>
              <a:t>Modify</a:t>
            </a:r>
            <a:r>
              <a:rPr lang="fr-CA" dirty="0"/>
              <a:t> User</a:t>
            </a:r>
            <a:endParaRPr lang="en-CA" dirty="0"/>
          </a:p>
        </p:txBody>
      </p:sp>
      <p:sp>
        <p:nvSpPr>
          <p:cNvPr id="3" name="Content Placeholder 2">
            <a:extLst>
              <a:ext uri="{FF2B5EF4-FFF2-40B4-BE49-F238E27FC236}">
                <a16:creationId xmlns:a16="http://schemas.microsoft.com/office/drawing/2014/main" xmlns="" id="{9856BB6A-8A6A-4925-9289-647A8511FA1A}"/>
              </a:ext>
            </a:extLst>
          </p:cNvPr>
          <p:cNvSpPr>
            <a:spLocks noGrp="1"/>
          </p:cNvSpPr>
          <p:nvPr>
            <p:ph idx="1"/>
            <p:custDataLst>
              <p:tags r:id="rId2"/>
            </p:custDataLst>
          </p:nvPr>
        </p:nvSpPr>
        <p:spPr>
          <a:xfrm>
            <a:off x="838200" y="1330036"/>
            <a:ext cx="10515600" cy="4846927"/>
          </a:xfrm>
        </p:spPr>
        <p:txBody>
          <a:bodyPr/>
          <a:lstStyle/>
          <a:p>
            <a:pPr marL="457200" indent="-457200" algn="just">
              <a:lnSpc>
                <a:spcPct val="150000"/>
              </a:lnSpc>
              <a:buFont typeface="+mj-lt"/>
              <a:buAutoNum type="arabicPeriod" startAt="7"/>
            </a:pPr>
            <a:r>
              <a:rPr lang="en-US" dirty="0"/>
              <a:t>In the </a:t>
            </a:r>
            <a:r>
              <a:rPr lang="en-US" b="1" dirty="0"/>
              <a:t>Authorization</a:t>
            </a:r>
            <a:r>
              <a:rPr lang="en-US" dirty="0"/>
              <a:t> section, if needed, add the areas for which the user is authorized to work and click on Add. </a:t>
            </a:r>
          </a:p>
        </p:txBody>
      </p:sp>
      <p:pic>
        <p:nvPicPr>
          <p:cNvPr id="5" name="Picture 4">
            <a:extLst>
              <a:ext uri="{FF2B5EF4-FFF2-40B4-BE49-F238E27FC236}">
                <a16:creationId xmlns:a16="http://schemas.microsoft.com/office/drawing/2014/main" xmlns="" id="{145DCFA2-6FF3-4F62-8679-CBA08692C125}"/>
              </a:ext>
            </a:extLst>
          </p:cNvPr>
          <p:cNvPicPr>
            <a:picLocks noChangeAspect="1"/>
          </p:cNvPicPr>
          <p:nvPr>
            <p:custDataLst>
              <p:tags r:id="rId3"/>
            </p:custDataLst>
          </p:nvPr>
        </p:nvPicPr>
        <p:blipFill>
          <a:blip r:embed="rId5"/>
          <a:stretch>
            <a:fillRect/>
          </a:stretch>
        </p:blipFill>
        <p:spPr>
          <a:xfrm>
            <a:off x="949036" y="2802712"/>
            <a:ext cx="6909238" cy="3049448"/>
          </a:xfrm>
          <a:prstGeom prst="rect">
            <a:avLst/>
          </a:prstGeom>
        </p:spPr>
      </p:pic>
    </p:spTree>
    <p:extLst>
      <p:ext uri="{BB962C8B-B14F-4D97-AF65-F5344CB8AC3E}">
        <p14:creationId xmlns:p14="http://schemas.microsoft.com/office/powerpoint/2010/main" val="252068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4BB1F3-E511-4BAF-8D38-DCF0161DD022}"/>
              </a:ext>
            </a:extLst>
          </p:cNvPr>
          <p:cNvSpPr>
            <a:spLocks noGrp="1"/>
          </p:cNvSpPr>
          <p:nvPr>
            <p:ph type="title"/>
            <p:custDataLst>
              <p:tags r:id="rId1"/>
            </p:custDataLst>
          </p:nvPr>
        </p:nvSpPr>
        <p:spPr/>
        <p:txBody>
          <a:bodyPr/>
          <a:lstStyle/>
          <a:p>
            <a:r>
              <a:rPr lang="fr-CA" dirty="0" err="1"/>
              <a:t>Modify</a:t>
            </a:r>
            <a:r>
              <a:rPr lang="fr-CA" dirty="0"/>
              <a:t> User</a:t>
            </a:r>
            <a:endParaRPr lang="en-CA" dirty="0"/>
          </a:p>
        </p:txBody>
      </p:sp>
      <p:sp>
        <p:nvSpPr>
          <p:cNvPr id="3" name="Content Placeholder 2">
            <a:extLst>
              <a:ext uri="{FF2B5EF4-FFF2-40B4-BE49-F238E27FC236}">
                <a16:creationId xmlns:a16="http://schemas.microsoft.com/office/drawing/2014/main" xmlns="" id="{76FD5CE0-BFA7-4C9F-BE43-77E1C4A6BDD9}"/>
              </a:ext>
            </a:extLst>
          </p:cNvPr>
          <p:cNvSpPr>
            <a:spLocks noGrp="1"/>
          </p:cNvSpPr>
          <p:nvPr>
            <p:ph idx="1"/>
            <p:custDataLst>
              <p:tags r:id="rId2"/>
            </p:custDataLst>
          </p:nvPr>
        </p:nvSpPr>
        <p:spPr>
          <a:xfrm>
            <a:off x="400648" y="1335024"/>
            <a:ext cx="4171352" cy="4841939"/>
          </a:xfrm>
        </p:spPr>
        <p:txBody>
          <a:bodyPr/>
          <a:lstStyle/>
          <a:p>
            <a:pPr marL="457200" indent="-457200" algn="just">
              <a:lnSpc>
                <a:spcPct val="150000"/>
              </a:lnSpc>
              <a:buFont typeface="+mj-lt"/>
              <a:buAutoNum type="arabicPeriod" startAt="8"/>
            </a:pPr>
            <a:r>
              <a:rPr lang="en-US" sz="2300" dirty="0"/>
              <a:t>Once all the required fields in the sections have been updated, click on Submit.</a:t>
            </a:r>
          </a:p>
          <a:p>
            <a:pPr marL="457200" indent="-457200" algn="just">
              <a:lnSpc>
                <a:spcPct val="150000"/>
              </a:lnSpc>
              <a:buFont typeface="+mj-lt"/>
              <a:buAutoNum type="arabicPeriod" startAt="8"/>
            </a:pPr>
            <a:endParaRPr lang="en-US" sz="2300" dirty="0"/>
          </a:p>
          <a:p>
            <a:pPr algn="just">
              <a:lnSpc>
                <a:spcPct val="150000"/>
              </a:lnSpc>
              <a:buFont typeface="Wingdings" panose="05000000000000000000" pitchFamily="2" charset="2"/>
              <a:buChar char="ü"/>
            </a:pPr>
            <a:r>
              <a:rPr lang="en-US" sz="2300" dirty="0"/>
              <a:t> The user profile will thus be updated.</a:t>
            </a:r>
          </a:p>
          <a:p>
            <a:endParaRPr lang="en-CA" dirty="0"/>
          </a:p>
        </p:txBody>
      </p:sp>
      <p:pic>
        <p:nvPicPr>
          <p:cNvPr id="6" name="Picture 5">
            <a:extLst>
              <a:ext uri="{FF2B5EF4-FFF2-40B4-BE49-F238E27FC236}">
                <a16:creationId xmlns:a16="http://schemas.microsoft.com/office/drawing/2014/main" xmlns="" id="{E40B45B7-539D-45DB-B1B8-6569B55D1BEB}"/>
              </a:ext>
            </a:extLst>
          </p:cNvPr>
          <p:cNvPicPr>
            <a:picLocks noChangeAspect="1"/>
          </p:cNvPicPr>
          <p:nvPr>
            <p:custDataLst>
              <p:tags r:id="rId3"/>
            </p:custDataLst>
          </p:nvPr>
        </p:nvPicPr>
        <p:blipFill rotWithShape="1">
          <a:blip r:embed="rId5"/>
          <a:srcRect r="26182"/>
          <a:stretch/>
        </p:blipFill>
        <p:spPr>
          <a:xfrm>
            <a:off x="4815841" y="1414919"/>
            <a:ext cx="7108516" cy="4737047"/>
          </a:xfrm>
          <a:prstGeom prst="rect">
            <a:avLst/>
          </a:prstGeom>
        </p:spPr>
      </p:pic>
    </p:spTree>
    <p:extLst>
      <p:ext uri="{BB962C8B-B14F-4D97-AF65-F5344CB8AC3E}">
        <p14:creationId xmlns:p14="http://schemas.microsoft.com/office/powerpoint/2010/main" val="1178775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Additional Options</a:t>
            </a:r>
            <a:br>
              <a:rPr lang="en-CA" sz="4400" b="1" dirty="0"/>
            </a:br>
            <a:r>
              <a:rPr lang="en-CA" sz="4400" dirty="0"/>
              <a:t>Copy User</a:t>
            </a:r>
          </a:p>
        </p:txBody>
      </p:sp>
    </p:spTree>
    <p:extLst>
      <p:ext uri="{BB962C8B-B14F-4D97-AF65-F5344CB8AC3E}">
        <p14:creationId xmlns:p14="http://schemas.microsoft.com/office/powerpoint/2010/main" val="2347858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578C33-D0C0-4B7D-9ABB-DE61A11DD133}"/>
              </a:ext>
            </a:extLst>
          </p:cNvPr>
          <p:cNvSpPr>
            <a:spLocks noGrp="1"/>
          </p:cNvSpPr>
          <p:nvPr>
            <p:ph type="title"/>
            <p:custDataLst>
              <p:tags r:id="rId1"/>
            </p:custDataLst>
          </p:nvPr>
        </p:nvSpPr>
        <p:spPr/>
        <p:txBody>
          <a:bodyPr/>
          <a:lstStyle/>
          <a:p>
            <a:r>
              <a:rPr lang="fr-CA" dirty="0"/>
              <a:t>Copy User</a:t>
            </a:r>
            <a:endParaRPr lang="en-CA" dirty="0"/>
          </a:p>
        </p:txBody>
      </p:sp>
      <p:sp>
        <p:nvSpPr>
          <p:cNvPr id="3" name="Content Placeholder 2">
            <a:extLst>
              <a:ext uri="{FF2B5EF4-FFF2-40B4-BE49-F238E27FC236}">
                <a16:creationId xmlns:a16="http://schemas.microsoft.com/office/drawing/2014/main" xmlns="" id="{0C7CA917-1A9A-41D2-BCA7-3257002698F8}"/>
              </a:ext>
            </a:extLst>
          </p:cNvPr>
          <p:cNvSpPr>
            <a:spLocks noGrp="1"/>
          </p:cNvSpPr>
          <p:nvPr>
            <p:ph idx="1"/>
            <p:custDataLst>
              <p:tags r:id="rId2"/>
            </p:custDataLst>
          </p:nvPr>
        </p:nvSpPr>
        <p:spPr>
          <a:xfrm>
            <a:off x="498763" y="1014153"/>
            <a:ext cx="11353799" cy="4979931"/>
          </a:xfrm>
        </p:spPr>
        <p:txBody>
          <a:bodyPr/>
          <a:lstStyle/>
          <a:p>
            <a:pPr algn="just">
              <a:lnSpc>
                <a:spcPct val="130000"/>
              </a:lnSpc>
            </a:pPr>
            <a:r>
              <a:rPr lang="en-US" sz="2200" dirty="0"/>
              <a:t>If a new user being added will have the same or similar access as another user already existing in the system, you may choose to copy the existing user’s profile and create a new record for the new user. To do this:</a:t>
            </a:r>
          </a:p>
          <a:p>
            <a:pPr marL="457200" indent="-457200" algn="just">
              <a:lnSpc>
                <a:spcPct val="130000"/>
              </a:lnSpc>
              <a:buFont typeface="+mj-lt"/>
              <a:buAutoNum type="arabicPeriod"/>
            </a:pPr>
            <a:r>
              <a:rPr lang="en-US" sz="2200" dirty="0"/>
              <a:t>Perform a search to retrieve the user’s profile you wish to copy. </a:t>
            </a:r>
          </a:p>
          <a:p>
            <a:pPr marL="457200" indent="-457200" algn="just">
              <a:lnSpc>
                <a:spcPct val="130000"/>
              </a:lnSpc>
              <a:buFont typeface="+mj-lt"/>
              <a:buAutoNum type="arabicPeriod"/>
            </a:pPr>
            <a:r>
              <a:rPr lang="en-US" sz="2200" dirty="0"/>
              <a:t>Click on Copy User. </a:t>
            </a:r>
          </a:p>
          <a:p>
            <a:pPr marL="457200" indent="-457200" algn="just">
              <a:lnSpc>
                <a:spcPct val="130000"/>
              </a:lnSpc>
              <a:buFont typeface="+mj-lt"/>
              <a:buAutoNum type="arabicPeriod"/>
            </a:pPr>
            <a:endParaRPr lang="en-US" sz="2200" dirty="0"/>
          </a:p>
          <a:p>
            <a:pPr marL="457200" indent="-457200" algn="just">
              <a:lnSpc>
                <a:spcPct val="130000"/>
              </a:lnSpc>
              <a:buFont typeface="+mj-lt"/>
              <a:buAutoNum type="arabicPeriod"/>
            </a:pPr>
            <a:endParaRPr lang="en-CA" sz="2200" dirty="0"/>
          </a:p>
        </p:txBody>
      </p:sp>
      <p:pic>
        <p:nvPicPr>
          <p:cNvPr id="7" name="Picture 6">
            <a:extLst>
              <a:ext uri="{FF2B5EF4-FFF2-40B4-BE49-F238E27FC236}">
                <a16:creationId xmlns:a16="http://schemas.microsoft.com/office/drawing/2014/main" xmlns="" id="{5A081AD3-8C05-4E63-88C3-872E7AE20B2D}"/>
              </a:ext>
            </a:extLst>
          </p:cNvPr>
          <p:cNvPicPr>
            <a:picLocks noChangeAspect="1"/>
          </p:cNvPicPr>
          <p:nvPr>
            <p:custDataLst>
              <p:tags r:id="rId3"/>
            </p:custDataLst>
          </p:nvPr>
        </p:nvPicPr>
        <p:blipFill>
          <a:blip r:embed="rId5"/>
          <a:stretch>
            <a:fillRect/>
          </a:stretch>
        </p:blipFill>
        <p:spPr>
          <a:xfrm>
            <a:off x="688571" y="3686999"/>
            <a:ext cx="11353800" cy="2640419"/>
          </a:xfrm>
          <a:prstGeom prst="rect">
            <a:avLst/>
          </a:prstGeom>
        </p:spPr>
      </p:pic>
    </p:spTree>
    <p:extLst>
      <p:ext uri="{BB962C8B-B14F-4D97-AF65-F5344CB8AC3E}">
        <p14:creationId xmlns:p14="http://schemas.microsoft.com/office/powerpoint/2010/main" val="1954654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E539F2-2165-4919-B7B2-113F66AAF73D}"/>
              </a:ext>
            </a:extLst>
          </p:cNvPr>
          <p:cNvSpPr>
            <a:spLocks noGrp="1"/>
          </p:cNvSpPr>
          <p:nvPr>
            <p:ph type="title"/>
            <p:custDataLst>
              <p:tags r:id="rId1"/>
            </p:custDataLst>
          </p:nvPr>
        </p:nvSpPr>
        <p:spPr/>
        <p:txBody>
          <a:bodyPr/>
          <a:lstStyle/>
          <a:p>
            <a:r>
              <a:rPr lang="fr-CA" dirty="0"/>
              <a:t>Copy User</a:t>
            </a:r>
            <a:endParaRPr lang="en-CA" dirty="0"/>
          </a:p>
        </p:txBody>
      </p:sp>
      <p:sp>
        <p:nvSpPr>
          <p:cNvPr id="3" name="Content Placeholder 2">
            <a:extLst>
              <a:ext uri="{FF2B5EF4-FFF2-40B4-BE49-F238E27FC236}">
                <a16:creationId xmlns:a16="http://schemas.microsoft.com/office/drawing/2014/main" xmlns="" id="{7EEB0FBD-ABC3-4A03-A86E-B534039E8934}"/>
              </a:ext>
            </a:extLst>
          </p:cNvPr>
          <p:cNvSpPr>
            <a:spLocks noGrp="1"/>
          </p:cNvSpPr>
          <p:nvPr>
            <p:ph idx="1"/>
            <p:custDataLst>
              <p:tags r:id="rId2"/>
            </p:custDataLst>
          </p:nvPr>
        </p:nvSpPr>
        <p:spPr>
          <a:xfrm>
            <a:off x="838200" y="1147156"/>
            <a:ext cx="5728855" cy="5029807"/>
          </a:xfrm>
        </p:spPr>
        <p:txBody>
          <a:bodyPr/>
          <a:lstStyle/>
          <a:p>
            <a:pPr marL="457200" indent="-457200" algn="just">
              <a:lnSpc>
                <a:spcPct val="150000"/>
              </a:lnSpc>
              <a:buFont typeface="+mj-lt"/>
              <a:buAutoNum type="arabicPeriod" startAt="3"/>
            </a:pPr>
            <a:r>
              <a:rPr lang="en-US" sz="2400" dirty="0"/>
              <a:t>Enter the user name of the new user. </a:t>
            </a:r>
          </a:p>
          <a:p>
            <a:pPr marL="457200" indent="-457200" algn="just">
              <a:lnSpc>
                <a:spcPct val="150000"/>
              </a:lnSpc>
              <a:buFont typeface="+mj-lt"/>
              <a:buAutoNum type="arabicPeriod" startAt="3"/>
            </a:pPr>
            <a:r>
              <a:rPr lang="en-US" sz="2400" dirty="0"/>
              <a:t>Click Continue. </a:t>
            </a:r>
          </a:p>
          <a:p>
            <a:endParaRPr lang="en-CA" dirty="0"/>
          </a:p>
        </p:txBody>
      </p:sp>
      <p:grpSp>
        <p:nvGrpSpPr>
          <p:cNvPr id="8" name="Group 7">
            <a:extLst>
              <a:ext uri="{FF2B5EF4-FFF2-40B4-BE49-F238E27FC236}">
                <a16:creationId xmlns:a16="http://schemas.microsoft.com/office/drawing/2014/main" xmlns="" id="{DD3DC213-15FB-44EE-88B7-66BB3EF01A76}"/>
              </a:ext>
            </a:extLst>
          </p:cNvPr>
          <p:cNvGrpSpPr/>
          <p:nvPr>
            <p:custDataLst>
              <p:tags r:id="rId3"/>
            </p:custDataLst>
          </p:nvPr>
        </p:nvGrpSpPr>
        <p:grpSpPr>
          <a:xfrm>
            <a:off x="7338059" y="365125"/>
            <a:ext cx="4272742" cy="5619405"/>
            <a:chOff x="7322812" y="281996"/>
            <a:chExt cx="3897300" cy="4705626"/>
          </a:xfrm>
        </p:grpSpPr>
        <p:pic>
          <p:nvPicPr>
            <p:cNvPr id="5" name="Picture 4">
              <a:extLst>
                <a:ext uri="{FF2B5EF4-FFF2-40B4-BE49-F238E27FC236}">
                  <a16:creationId xmlns:a16="http://schemas.microsoft.com/office/drawing/2014/main" xmlns="" id="{8BF59936-89C6-4B13-B8EA-2E9165CCD633}"/>
                </a:ext>
              </a:extLst>
            </p:cNvPr>
            <p:cNvPicPr>
              <a:picLocks noChangeAspect="1"/>
            </p:cNvPicPr>
            <p:nvPr/>
          </p:nvPicPr>
          <p:blipFill rotWithShape="1">
            <a:blip r:embed="rId5"/>
            <a:srcRect l="853" t="-2506" r="-853" b="45541"/>
            <a:stretch/>
          </p:blipFill>
          <p:spPr>
            <a:xfrm>
              <a:off x="7322812" y="281996"/>
              <a:ext cx="3897300" cy="3674861"/>
            </a:xfrm>
            <a:prstGeom prst="rect">
              <a:avLst/>
            </a:prstGeom>
          </p:spPr>
        </p:pic>
        <p:pic>
          <p:nvPicPr>
            <p:cNvPr id="7" name="Picture 6">
              <a:extLst>
                <a:ext uri="{FF2B5EF4-FFF2-40B4-BE49-F238E27FC236}">
                  <a16:creationId xmlns:a16="http://schemas.microsoft.com/office/drawing/2014/main" xmlns="" id="{6C9585E0-F6FE-4ADF-81FF-E96A201600AD}"/>
                </a:ext>
              </a:extLst>
            </p:cNvPr>
            <p:cNvPicPr>
              <a:picLocks noChangeAspect="1"/>
            </p:cNvPicPr>
            <p:nvPr/>
          </p:nvPicPr>
          <p:blipFill rotWithShape="1">
            <a:blip r:embed="rId5"/>
            <a:srcRect t="79452"/>
            <a:stretch/>
          </p:blipFill>
          <p:spPr>
            <a:xfrm>
              <a:off x="7322812" y="3662059"/>
              <a:ext cx="3897300" cy="1325563"/>
            </a:xfrm>
            <a:prstGeom prst="rect">
              <a:avLst/>
            </a:prstGeom>
          </p:spPr>
        </p:pic>
      </p:grpSp>
    </p:spTree>
    <p:extLst>
      <p:ext uri="{BB962C8B-B14F-4D97-AF65-F5344CB8AC3E}">
        <p14:creationId xmlns:p14="http://schemas.microsoft.com/office/powerpoint/2010/main" val="3081184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6EE27A-0935-4409-9CD6-8AA7821914CE}"/>
              </a:ext>
            </a:extLst>
          </p:cNvPr>
          <p:cNvSpPr>
            <a:spLocks noGrp="1"/>
          </p:cNvSpPr>
          <p:nvPr>
            <p:ph type="title"/>
            <p:custDataLst>
              <p:tags r:id="rId1"/>
            </p:custDataLst>
          </p:nvPr>
        </p:nvSpPr>
        <p:spPr/>
        <p:txBody>
          <a:bodyPr/>
          <a:lstStyle/>
          <a:p>
            <a:r>
              <a:rPr lang="fr-CA" dirty="0"/>
              <a:t>Copy User</a:t>
            </a:r>
            <a:endParaRPr lang="en-CA" dirty="0"/>
          </a:p>
        </p:txBody>
      </p:sp>
      <p:sp>
        <p:nvSpPr>
          <p:cNvPr id="3" name="Content Placeholder 2">
            <a:extLst>
              <a:ext uri="{FF2B5EF4-FFF2-40B4-BE49-F238E27FC236}">
                <a16:creationId xmlns:a16="http://schemas.microsoft.com/office/drawing/2014/main" xmlns="" id="{50ABA2B8-C22E-48F4-A866-317B64DC7AA6}"/>
              </a:ext>
            </a:extLst>
          </p:cNvPr>
          <p:cNvSpPr>
            <a:spLocks noGrp="1"/>
          </p:cNvSpPr>
          <p:nvPr>
            <p:ph idx="1"/>
            <p:custDataLst>
              <p:tags r:id="rId2"/>
            </p:custDataLst>
          </p:nvPr>
        </p:nvSpPr>
        <p:spPr>
          <a:xfrm>
            <a:off x="482139" y="1296785"/>
            <a:ext cx="5253644" cy="4880178"/>
          </a:xfrm>
        </p:spPr>
        <p:txBody>
          <a:bodyPr/>
          <a:lstStyle/>
          <a:p>
            <a:pPr marL="457200" indent="-457200" algn="just">
              <a:lnSpc>
                <a:spcPct val="150000"/>
              </a:lnSpc>
              <a:buFont typeface="+mj-lt"/>
              <a:buAutoNum type="arabicPeriod" startAt="5"/>
            </a:pPr>
            <a:r>
              <a:rPr lang="en-US" sz="2400" dirty="0"/>
              <a:t>Verify the profile settings of the new user and adjust the fields as required. </a:t>
            </a:r>
          </a:p>
          <a:p>
            <a:pPr marL="457200" indent="-457200" algn="just">
              <a:lnSpc>
                <a:spcPct val="150000"/>
              </a:lnSpc>
              <a:buFont typeface="+mj-lt"/>
              <a:buAutoNum type="arabicPeriod" startAt="5"/>
            </a:pPr>
            <a:r>
              <a:rPr lang="en-US" sz="2400" dirty="0"/>
              <a:t>Click Continue.</a:t>
            </a:r>
            <a:endParaRPr lang="en-CA" sz="2400" dirty="0"/>
          </a:p>
          <a:p>
            <a:pPr marL="0" indent="0">
              <a:buNone/>
            </a:pPr>
            <a:endParaRPr lang="en-CA" dirty="0"/>
          </a:p>
          <a:p>
            <a:pPr>
              <a:buFont typeface="Wingdings" panose="05000000000000000000" pitchFamily="2" charset="2"/>
              <a:buChar char="ü"/>
            </a:pPr>
            <a:r>
              <a:rPr lang="en-CA" dirty="0"/>
              <a:t> The new user will thus be created. </a:t>
            </a:r>
          </a:p>
        </p:txBody>
      </p:sp>
      <p:pic>
        <p:nvPicPr>
          <p:cNvPr id="5" name="Picture 4">
            <a:extLst>
              <a:ext uri="{FF2B5EF4-FFF2-40B4-BE49-F238E27FC236}">
                <a16:creationId xmlns:a16="http://schemas.microsoft.com/office/drawing/2014/main" xmlns="" id="{82BE002B-8AE3-4B65-848D-2CF531EB729C}"/>
              </a:ext>
            </a:extLst>
          </p:cNvPr>
          <p:cNvPicPr>
            <a:picLocks noChangeAspect="1"/>
          </p:cNvPicPr>
          <p:nvPr>
            <p:custDataLst>
              <p:tags r:id="rId3"/>
            </p:custDataLst>
          </p:nvPr>
        </p:nvPicPr>
        <p:blipFill>
          <a:blip r:embed="rId5"/>
          <a:stretch>
            <a:fillRect/>
          </a:stretch>
        </p:blipFill>
        <p:spPr>
          <a:xfrm>
            <a:off x="6096000" y="498763"/>
            <a:ext cx="5765869" cy="5362495"/>
          </a:xfrm>
          <a:prstGeom prst="rect">
            <a:avLst/>
          </a:prstGeom>
        </p:spPr>
      </p:pic>
    </p:spTree>
    <p:extLst>
      <p:ext uri="{BB962C8B-B14F-4D97-AF65-F5344CB8AC3E}">
        <p14:creationId xmlns:p14="http://schemas.microsoft.com/office/powerpoint/2010/main" val="301479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D89616-46DB-44A4-AD4E-E85C4A34D69D}"/>
              </a:ext>
            </a:extLst>
          </p:cNvPr>
          <p:cNvSpPr>
            <a:spLocks noGrp="1"/>
          </p:cNvSpPr>
          <p:nvPr>
            <p:ph type="title"/>
            <p:custDataLst>
              <p:tags r:id="rId1"/>
            </p:custDataLst>
          </p:nvPr>
        </p:nvSpPr>
        <p:spPr/>
        <p:txBody>
          <a:bodyPr/>
          <a:lstStyle/>
          <a:p>
            <a:r>
              <a:rPr lang="fr-CA" dirty="0"/>
              <a:t>Copy User</a:t>
            </a:r>
            <a:endParaRPr lang="en-CA" dirty="0"/>
          </a:p>
        </p:txBody>
      </p:sp>
      <p:sp>
        <p:nvSpPr>
          <p:cNvPr id="3" name="Content Placeholder 2">
            <a:extLst>
              <a:ext uri="{FF2B5EF4-FFF2-40B4-BE49-F238E27FC236}">
                <a16:creationId xmlns:a16="http://schemas.microsoft.com/office/drawing/2014/main" xmlns="" id="{38489C6D-E797-4A0C-AC43-20C22AA7DE4F}"/>
              </a:ext>
            </a:extLst>
          </p:cNvPr>
          <p:cNvSpPr>
            <a:spLocks noGrp="1"/>
          </p:cNvSpPr>
          <p:nvPr>
            <p:ph idx="1"/>
            <p:custDataLst>
              <p:tags r:id="rId2"/>
            </p:custDataLst>
          </p:nvPr>
        </p:nvSpPr>
        <p:spPr>
          <a:xfrm>
            <a:off x="838200" y="1064030"/>
            <a:ext cx="10515600" cy="5112934"/>
          </a:xfrm>
        </p:spPr>
        <p:txBody>
          <a:bodyPr/>
          <a:lstStyle/>
          <a:p>
            <a:pPr marL="0" indent="0" algn="just">
              <a:lnSpc>
                <a:spcPct val="130000"/>
              </a:lnSpc>
              <a:buNone/>
            </a:pPr>
            <a:r>
              <a:rPr lang="fr-CA" dirty="0" err="1"/>
              <a:t>Additional</a:t>
            </a:r>
            <a:r>
              <a:rPr lang="fr-CA" dirty="0"/>
              <a:t> Note – </a:t>
            </a:r>
            <a:r>
              <a:rPr lang="en-US" dirty="0"/>
              <a:t>When navigating in the Detail View of a user’s profile, the Copy User button also appears in the bottom right of your screen.</a:t>
            </a:r>
            <a:r>
              <a:rPr lang="fr-CA" dirty="0"/>
              <a:t> </a:t>
            </a:r>
            <a:r>
              <a:rPr lang="en-US" dirty="0"/>
              <a:t>Follow the same steps as explained previously to copy the existing user to a new profile.</a:t>
            </a:r>
            <a:r>
              <a:rPr lang="fr-CA" dirty="0"/>
              <a:t> </a:t>
            </a:r>
            <a:endParaRPr lang="en-CA" dirty="0"/>
          </a:p>
        </p:txBody>
      </p:sp>
      <p:grpSp>
        <p:nvGrpSpPr>
          <p:cNvPr id="8" name="Group 7">
            <a:extLst>
              <a:ext uri="{FF2B5EF4-FFF2-40B4-BE49-F238E27FC236}">
                <a16:creationId xmlns:a16="http://schemas.microsoft.com/office/drawing/2014/main" xmlns="" id="{3D65E9CC-E27F-43D3-974B-98C2AEAB653F}"/>
              </a:ext>
            </a:extLst>
          </p:cNvPr>
          <p:cNvGrpSpPr/>
          <p:nvPr>
            <p:custDataLst>
              <p:tags r:id="rId3"/>
            </p:custDataLst>
          </p:nvPr>
        </p:nvGrpSpPr>
        <p:grpSpPr>
          <a:xfrm>
            <a:off x="838200" y="2793986"/>
            <a:ext cx="10151225" cy="3556937"/>
            <a:chOff x="0" y="432515"/>
            <a:chExt cx="12192000" cy="3997865"/>
          </a:xfrm>
        </p:grpSpPr>
        <p:pic>
          <p:nvPicPr>
            <p:cNvPr id="5" name="Picture 4">
              <a:extLst>
                <a:ext uri="{FF2B5EF4-FFF2-40B4-BE49-F238E27FC236}">
                  <a16:creationId xmlns:a16="http://schemas.microsoft.com/office/drawing/2014/main" xmlns="" id="{F41F04C5-5DE8-4E8F-87CD-A570A3E7975A}"/>
                </a:ext>
              </a:extLst>
            </p:cNvPr>
            <p:cNvPicPr>
              <a:picLocks noChangeAspect="1"/>
            </p:cNvPicPr>
            <p:nvPr/>
          </p:nvPicPr>
          <p:blipFill rotWithShape="1">
            <a:blip r:embed="rId5"/>
            <a:srcRect b="38973"/>
            <a:stretch/>
          </p:blipFill>
          <p:spPr>
            <a:xfrm>
              <a:off x="0" y="432515"/>
              <a:ext cx="12192000" cy="3657347"/>
            </a:xfrm>
            <a:prstGeom prst="rect">
              <a:avLst/>
            </a:prstGeom>
          </p:spPr>
        </p:pic>
        <p:pic>
          <p:nvPicPr>
            <p:cNvPr id="7" name="Picture 6">
              <a:extLst>
                <a:ext uri="{FF2B5EF4-FFF2-40B4-BE49-F238E27FC236}">
                  <a16:creationId xmlns:a16="http://schemas.microsoft.com/office/drawing/2014/main" xmlns="" id="{019C145C-D9AE-4330-89DD-87F4A4D4EC05}"/>
                </a:ext>
              </a:extLst>
            </p:cNvPr>
            <p:cNvPicPr>
              <a:picLocks noChangeAspect="1"/>
            </p:cNvPicPr>
            <p:nvPr/>
          </p:nvPicPr>
          <p:blipFill rotWithShape="1">
            <a:blip r:embed="rId5"/>
            <a:srcRect t="88636"/>
            <a:stretch/>
          </p:blipFill>
          <p:spPr>
            <a:xfrm>
              <a:off x="0" y="3749343"/>
              <a:ext cx="12192000" cy="681037"/>
            </a:xfrm>
            <a:prstGeom prst="rect">
              <a:avLst/>
            </a:prstGeom>
          </p:spPr>
        </p:pic>
      </p:grpSp>
    </p:spTree>
    <p:extLst>
      <p:ext uri="{BB962C8B-B14F-4D97-AF65-F5344CB8AC3E}">
        <p14:creationId xmlns:p14="http://schemas.microsoft.com/office/powerpoint/2010/main" val="2795330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Additional Options</a:t>
            </a:r>
            <a:br>
              <a:rPr lang="en-CA" sz="4400" b="1" dirty="0"/>
            </a:br>
            <a:r>
              <a:rPr lang="en-CA" sz="4400" dirty="0"/>
              <a:t>Delete User</a:t>
            </a:r>
          </a:p>
        </p:txBody>
      </p:sp>
    </p:spTree>
    <p:extLst>
      <p:ext uri="{BB962C8B-B14F-4D97-AF65-F5344CB8AC3E}">
        <p14:creationId xmlns:p14="http://schemas.microsoft.com/office/powerpoint/2010/main" val="3744592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578C33-D0C0-4B7D-9ABB-DE61A11DD133}"/>
              </a:ext>
            </a:extLst>
          </p:cNvPr>
          <p:cNvSpPr>
            <a:spLocks noGrp="1"/>
          </p:cNvSpPr>
          <p:nvPr>
            <p:ph type="title"/>
            <p:custDataLst>
              <p:tags r:id="rId1"/>
            </p:custDataLst>
          </p:nvPr>
        </p:nvSpPr>
        <p:spPr/>
        <p:txBody>
          <a:bodyPr/>
          <a:lstStyle/>
          <a:p>
            <a:r>
              <a:rPr lang="fr-CA" dirty="0" err="1"/>
              <a:t>Delete</a:t>
            </a:r>
            <a:r>
              <a:rPr lang="fr-CA" dirty="0"/>
              <a:t> User</a:t>
            </a:r>
            <a:endParaRPr lang="en-CA" dirty="0"/>
          </a:p>
        </p:txBody>
      </p:sp>
      <p:sp>
        <p:nvSpPr>
          <p:cNvPr id="3" name="Content Placeholder 2">
            <a:extLst>
              <a:ext uri="{FF2B5EF4-FFF2-40B4-BE49-F238E27FC236}">
                <a16:creationId xmlns:a16="http://schemas.microsoft.com/office/drawing/2014/main" xmlns="" id="{0C7CA917-1A9A-41D2-BCA7-3257002698F8}"/>
              </a:ext>
            </a:extLst>
          </p:cNvPr>
          <p:cNvSpPr>
            <a:spLocks noGrp="1"/>
          </p:cNvSpPr>
          <p:nvPr>
            <p:ph idx="1"/>
            <p:custDataLst>
              <p:tags r:id="rId2"/>
            </p:custDataLst>
          </p:nvPr>
        </p:nvSpPr>
        <p:spPr>
          <a:xfrm>
            <a:off x="472442" y="1130531"/>
            <a:ext cx="10982498" cy="5046432"/>
          </a:xfrm>
        </p:spPr>
        <p:txBody>
          <a:bodyPr/>
          <a:lstStyle/>
          <a:p>
            <a:pPr algn="just">
              <a:lnSpc>
                <a:spcPct val="150000"/>
              </a:lnSpc>
            </a:pPr>
            <a:r>
              <a:rPr lang="fr-CA" dirty="0"/>
              <a:t>Option 1: </a:t>
            </a:r>
            <a:r>
              <a:rPr lang="en-US" dirty="0"/>
              <a:t>From the main WMS Users menu, search for the user you wish to delete and click on the Use Record as Criteria for Action button.</a:t>
            </a:r>
            <a:r>
              <a:rPr lang="fr-CA" dirty="0"/>
              <a:t> </a:t>
            </a:r>
            <a:r>
              <a:rPr lang="fr-CA" dirty="0" err="1"/>
              <a:t>Then</a:t>
            </a:r>
            <a:r>
              <a:rPr lang="fr-CA" dirty="0"/>
              <a:t> click on </a:t>
            </a:r>
            <a:r>
              <a:rPr lang="fr-CA" dirty="0" err="1"/>
              <a:t>Delete</a:t>
            </a:r>
            <a:r>
              <a:rPr lang="fr-CA" dirty="0"/>
              <a:t>. </a:t>
            </a:r>
            <a:endParaRPr lang="en-CA" dirty="0"/>
          </a:p>
        </p:txBody>
      </p:sp>
      <p:pic>
        <p:nvPicPr>
          <p:cNvPr id="5" name="Picture 4">
            <a:extLst>
              <a:ext uri="{FF2B5EF4-FFF2-40B4-BE49-F238E27FC236}">
                <a16:creationId xmlns:a16="http://schemas.microsoft.com/office/drawing/2014/main" xmlns="" id="{C7051866-A982-4C29-B44B-CB4DB22FC6E3}"/>
              </a:ext>
            </a:extLst>
          </p:cNvPr>
          <p:cNvPicPr>
            <a:picLocks noChangeAspect="1"/>
          </p:cNvPicPr>
          <p:nvPr>
            <p:custDataLst>
              <p:tags r:id="rId3"/>
            </p:custDataLst>
          </p:nvPr>
        </p:nvPicPr>
        <p:blipFill>
          <a:blip r:embed="rId5"/>
          <a:stretch>
            <a:fillRect/>
          </a:stretch>
        </p:blipFill>
        <p:spPr>
          <a:xfrm>
            <a:off x="133004" y="2635070"/>
            <a:ext cx="11687694" cy="3251948"/>
          </a:xfrm>
          <a:prstGeom prst="rect">
            <a:avLst/>
          </a:prstGeom>
        </p:spPr>
      </p:pic>
    </p:spTree>
    <p:extLst>
      <p:ext uri="{BB962C8B-B14F-4D97-AF65-F5344CB8AC3E}">
        <p14:creationId xmlns:p14="http://schemas.microsoft.com/office/powerpoint/2010/main" val="496485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578C33-D0C0-4B7D-9ABB-DE61A11DD133}"/>
              </a:ext>
            </a:extLst>
          </p:cNvPr>
          <p:cNvSpPr>
            <a:spLocks noGrp="1"/>
          </p:cNvSpPr>
          <p:nvPr>
            <p:ph type="title"/>
            <p:custDataLst>
              <p:tags r:id="rId1"/>
            </p:custDataLst>
          </p:nvPr>
        </p:nvSpPr>
        <p:spPr/>
        <p:txBody>
          <a:bodyPr/>
          <a:lstStyle/>
          <a:p>
            <a:r>
              <a:rPr lang="fr-CA" dirty="0" err="1"/>
              <a:t>Delete</a:t>
            </a:r>
            <a:r>
              <a:rPr lang="fr-CA" dirty="0"/>
              <a:t> User</a:t>
            </a:r>
            <a:endParaRPr lang="en-CA" dirty="0"/>
          </a:p>
        </p:txBody>
      </p:sp>
      <p:sp>
        <p:nvSpPr>
          <p:cNvPr id="3" name="Content Placeholder 2">
            <a:extLst>
              <a:ext uri="{FF2B5EF4-FFF2-40B4-BE49-F238E27FC236}">
                <a16:creationId xmlns:a16="http://schemas.microsoft.com/office/drawing/2014/main" xmlns="" id="{0C7CA917-1A9A-41D2-BCA7-3257002698F8}"/>
              </a:ext>
            </a:extLst>
          </p:cNvPr>
          <p:cNvSpPr>
            <a:spLocks noGrp="1"/>
          </p:cNvSpPr>
          <p:nvPr>
            <p:ph idx="1"/>
            <p:custDataLst>
              <p:tags r:id="rId2"/>
            </p:custDataLst>
          </p:nvPr>
        </p:nvSpPr>
        <p:spPr>
          <a:xfrm>
            <a:off x="838200" y="1130531"/>
            <a:ext cx="10515600" cy="5046432"/>
          </a:xfrm>
        </p:spPr>
        <p:txBody>
          <a:bodyPr/>
          <a:lstStyle/>
          <a:p>
            <a:pPr algn="just">
              <a:lnSpc>
                <a:spcPct val="150000"/>
              </a:lnSpc>
            </a:pPr>
            <a:r>
              <a:rPr lang="fr-CA" dirty="0"/>
              <a:t>Option 2: </a:t>
            </a:r>
            <a:r>
              <a:rPr lang="en-US" dirty="0"/>
              <a:t>From the Detail View of a user’s profile, you also have the option to delete the user using the Delete button in the bottom right of your screen.</a:t>
            </a:r>
            <a:r>
              <a:rPr lang="fr-CA" dirty="0"/>
              <a:t> </a:t>
            </a:r>
            <a:endParaRPr lang="en-CA" dirty="0"/>
          </a:p>
        </p:txBody>
      </p:sp>
      <p:grpSp>
        <p:nvGrpSpPr>
          <p:cNvPr id="6" name="Group 5">
            <a:extLst>
              <a:ext uri="{FF2B5EF4-FFF2-40B4-BE49-F238E27FC236}">
                <a16:creationId xmlns:a16="http://schemas.microsoft.com/office/drawing/2014/main" xmlns="" id="{86AAB5E2-B0E8-4D3B-A4C8-1A2A19DAFCC1}"/>
              </a:ext>
            </a:extLst>
          </p:cNvPr>
          <p:cNvGrpSpPr/>
          <p:nvPr>
            <p:custDataLst>
              <p:tags r:id="rId3"/>
            </p:custDataLst>
          </p:nvPr>
        </p:nvGrpSpPr>
        <p:grpSpPr>
          <a:xfrm>
            <a:off x="665018" y="2645671"/>
            <a:ext cx="10688781" cy="3356118"/>
            <a:chOff x="0" y="443029"/>
            <a:chExt cx="12192000" cy="4097951"/>
          </a:xfrm>
        </p:grpSpPr>
        <p:pic>
          <p:nvPicPr>
            <p:cNvPr id="7" name="Picture 6">
              <a:extLst>
                <a:ext uri="{FF2B5EF4-FFF2-40B4-BE49-F238E27FC236}">
                  <a16:creationId xmlns:a16="http://schemas.microsoft.com/office/drawing/2014/main" xmlns="" id="{A3FE111D-CC45-4D27-AC1C-6184B32F4151}"/>
                </a:ext>
              </a:extLst>
            </p:cNvPr>
            <p:cNvPicPr>
              <a:picLocks noChangeAspect="1"/>
            </p:cNvPicPr>
            <p:nvPr/>
          </p:nvPicPr>
          <p:blipFill rotWithShape="1">
            <a:blip r:embed="rId5"/>
            <a:srcRect b="41166"/>
            <a:stretch/>
          </p:blipFill>
          <p:spPr>
            <a:xfrm>
              <a:off x="0" y="443029"/>
              <a:ext cx="12192000" cy="3513509"/>
            </a:xfrm>
            <a:prstGeom prst="rect">
              <a:avLst/>
            </a:prstGeom>
          </p:spPr>
        </p:pic>
        <p:pic>
          <p:nvPicPr>
            <p:cNvPr id="8" name="Picture 7">
              <a:extLst>
                <a:ext uri="{FF2B5EF4-FFF2-40B4-BE49-F238E27FC236}">
                  <a16:creationId xmlns:a16="http://schemas.microsoft.com/office/drawing/2014/main" xmlns="" id="{C1F883F2-903A-4502-ACDE-683D9A2E8D58}"/>
                </a:ext>
              </a:extLst>
            </p:cNvPr>
            <p:cNvPicPr>
              <a:picLocks noChangeAspect="1"/>
            </p:cNvPicPr>
            <p:nvPr/>
          </p:nvPicPr>
          <p:blipFill rotWithShape="1">
            <a:blip r:embed="rId5"/>
            <a:srcRect t="89625"/>
            <a:stretch/>
          </p:blipFill>
          <p:spPr>
            <a:xfrm>
              <a:off x="0" y="3921368"/>
              <a:ext cx="12192000" cy="619612"/>
            </a:xfrm>
            <a:prstGeom prst="rect">
              <a:avLst/>
            </a:prstGeom>
          </p:spPr>
        </p:pic>
      </p:grpSp>
    </p:spTree>
    <p:extLst>
      <p:ext uri="{BB962C8B-B14F-4D97-AF65-F5344CB8AC3E}">
        <p14:creationId xmlns:p14="http://schemas.microsoft.com/office/powerpoint/2010/main" val="4165962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3"/>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1"/>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3"/>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1"/>
</p:tagLst>
</file>

<file path=ppt/tags/tag60.xml><?xml version="1.0" encoding="utf-8"?>
<p:tagLst xmlns:a="http://schemas.openxmlformats.org/drawingml/2006/main" xmlns:r="http://schemas.openxmlformats.org/officeDocument/2006/relationships" xmlns:p="http://schemas.openxmlformats.org/presentationml/2006/main">
  <p:tag name="NUM" val="2"/>
</p:tagLst>
</file>

<file path=ppt/tags/tag61.xml><?xml version="1.0" encoding="utf-8"?>
<p:tagLst xmlns:a="http://schemas.openxmlformats.org/drawingml/2006/main" xmlns:r="http://schemas.openxmlformats.org/officeDocument/2006/relationships" xmlns:p="http://schemas.openxmlformats.org/presentationml/2006/main">
  <p:tag name="NUM" val="3"/>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2.xml><?xml version="1.0" encoding="utf-8"?>
<ds:datastoreItem xmlns:ds="http://schemas.openxmlformats.org/officeDocument/2006/customXml" ds:itemID="{1C0D2C95-BABC-47AD-A1E1-702DCD8872B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7454f8d-4c17-43a4-bc16-0cf0fc914fca"/>
    <ds:schemaRef ds:uri="eb899797-80f6-4e69-af82-8dc567209eda"/>
    <ds:schemaRef ds:uri="http://www.w3.org/XML/1998/namespace"/>
    <ds:schemaRef ds:uri="http://purl.org/dc/dcmitype/"/>
  </ds:schemaRefs>
</ds:datastoreItem>
</file>

<file path=customXml/itemProps3.xml><?xml version="1.0" encoding="utf-8"?>
<ds:datastoreItem xmlns:ds="http://schemas.openxmlformats.org/officeDocument/2006/customXml" ds:itemID="{56FF9742-58BD-4945-82BA-0BFB959DD035}"/>
</file>

<file path=docProps/app.xml><?xml version="1.0" encoding="utf-8"?>
<Properties xmlns="http://schemas.openxmlformats.org/officeDocument/2006/extended-properties" xmlns:vt="http://schemas.openxmlformats.org/officeDocument/2006/docPropsVTypes">
  <TotalTime>4676</TotalTime>
  <Words>1001</Words>
  <Application>Microsoft Office PowerPoint</Application>
  <PresentationFormat>Grand écran</PresentationFormat>
  <Paragraphs>97</Paragraphs>
  <Slides>25</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Arial</vt:lpstr>
      <vt:lpstr>Calibri</vt:lpstr>
      <vt:lpstr>Calibri Light</vt:lpstr>
      <vt:lpstr>Segoe UI</vt:lpstr>
      <vt:lpstr>Wingdings</vt:lpstr>
      <vt:lpstr>Office Theme</vt:lpstr>
      <vt:lpstr>System Administration Warehouse Setup: WMS Users</vt:lpstr>
      <vt:lpstr>Table of Contents</vt:lpstr>
      <vt:lpstr>WMS Users</vt:lpstr>
      <vt:lpstr>Create WMS User</vt:lpstr>
      <vt:lpstr>Create WMS User</vt:lpstr>
      <vt:lpstr>Create WMS User</vt:lpstr>
      <vt:lpstr>Create WMS User</vt:lpstr>
      <vt:lpstr>Create WMS User</vt:lpstr>
      <vt:lpstr>Create WMS User</vt:lpstr>
      <vt:lpstr>Create WMS User</vt:lpstr>
      <vt:lpstr>Create WMS User</vt:lpstr>
      <vt:lpstr>Modify User</vt:lpstr>
      <vt:lpstr>Modify User</vt:lpstr>
      <vt:lpstr>Modify User</vt:lpstr>
      <vt:lpstr>Modify User</vt:lpstr>
      <vt:lpstr>Modify User</vt:lpstr>
      <vt:lpstr>Modify User</vt:lpstr>
      <vt:lpstr>Additional Options Copy User</vt:lpstr>
      <vt:lpstr>Copy User</vt:lpstr>
      <vt:lpstr>Copy User</vt:lpstr>
      <vt:lpstr>Copy User</vt:lpstr>
      <vt:lpstr>Copy User</vt:lpstr>
      <vt:lpstr>Additional Options Delete User</vt:lpstr>
      <vt:lpstr>Delete User</vt:lpstr>
      <vt:lpstr>Delete User</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1048</cp:revision>
  <dcterms:created xsi:type="dcterms:W3CDTF">2016-08-24T13:01:38Z</dcterms:created>
  <dcterms:modified xsi:type="dcterms:W3CDTF">2020-10-02T16:48:46Z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