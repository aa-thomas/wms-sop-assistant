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2.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3.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4.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5.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6.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7.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8.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notesSlides/notesSlide9.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notesSlides/notesSlide10.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11.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notesSlides/notesSlide12.xml" ContentType="application/vnd.openxmlformats-officedocument.presentationml.notesSlide+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13.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notesSlides/notesSlide14.xml" ContentType="application/vnd.openxmlformats-officedocument.presentationml.notesSlide+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15.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16.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notesSlides/notesSlide17.xml" ContentType="application/vnd.openxmlformats-officedocument.presentationml.notesSlide+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18.xml" ContentType="application/vnd.openxmlformats-officedocument.presentationml.notesSlide+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notesSlides/notesSlide19.xml" ContentType="application/vnd.openxmlformats-officedocument.presentationml.notesSlide+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20.xml" ContentType="application/vnd.openxmlformats-officedocument.presentationml.notesSlide+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notesSlides/notesSlide21.xml" ContentType="application/vnd.openxmlformats-officedocument.presentationml.notesSlide+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notesSlides/notesSlide22.xml" ContentType="application/vnd.openxmlformats-officedocument.presentationml.notesSlide+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23.xml" ContentType="application/vnd.openxmlformats-officedocument.presentationml.notesSlid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24.xml" ContentType="application/vnd.openxmlformats-officedocument.presentationml.notesSlide+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notesSlides/notesSlide25.xml" ContentType="application/vnd.openxmlformats-officedocument.presentationml.notesSlide+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notesSlides/notesSlide26.xml" ContentType="application/vnd.openxmlformats-officedocument.presentationml.notesSlide+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notesSlides/notesSlide27.xml" ContentType="application/vnd.openxmlformats-officedocument.presentationml.notesSlide+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notesSlides/notesSlide28.xml" ContentType="application/vnd.openxmlformats-officedocument.presentationml.notesSlide+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7"/>
  </p:notesMasterIdLst>
  <p:handoutMasterIdLst>
    <p:handoutMasterId r:id="rId88"/>
  </p:handoutMasterIdLst>
  <p:sldIdLst>
    <p:sldId id="256" r:id="rId5"/>
    <p:sldId id="324" r:id="rId6"/>
    <p:sldId id="323" r:id="rId7"/>
    <p:sldId id="338" r:id="rId8"/>
    <p:sldId id="339" r:id="rId9"/>
    <p:sldId id="325" r:id="rId10"/>
    <p:sldId id="396" r:id="rId11"/>
    <p:sldId id="397" r:id="rId12"/>
    <p:sldId id="398" r:id="rId13"/>
    <p:sldId id="326" r:id="rId14"/>
    <p:sldId id="343" r:id="rId15"/>
    <p:sldId id="327" r:id="rId16"/>
    <p:sldId id="344" r:id="rId17"/>
    <p:sldId id="345" r:id="rId18"/>
    <p:sldId id="346" r:id="rId19"/>
    <p:sldId id="347" r:id="rId20"/>
    <p:sldId id="328" r:id="rId21"/>
    <p:sldId id="348" r:id="rId22"/>
    <p:sldId id="349" r:id="rId23"/>
    <p:sldId id="329" r:id="rId24"/>
    <p:sldId id="350" r:id="rId25"/>
    <p:sldId id="351" r:id="rId26"/>
    <p:sldId id="352" r:id="rId27"/>
    <p:sldId id="374" r:id="rId28"/>
    <p:sldId id="376" r:id="rId29"/>
    <p:sldId id="377" r:id="rId30"/>
    <p:sldId id="381" r:id="rId31"/>
    <p:sldId id="384" r:id="rId32"/>
    <p:sldId id="382" r:id="rId33"/>
    <p:sldId id="385" r:id="rId34"/>
    <p:sldId id="383" r:id="rId35"/>
    <p:sldId id="386" r:id="rId36"/>
    <p:sldId id="331" r:id="rId37"/>
    <p:sldId id="353" r:id="rId38"/>
    <p:sldId id="332" r:id="rId39"/>
    <p:sldId id="354" r:id="rId40"/>
    <p:sldId id="333" r:id="rId41"/>
    <p:sldId id="409" r:id="rId42"/>
    <p:sldId id="334" r:id="rId43"/>
    <p:sldId id="373" r:id="rId44"/>
    <p:sldId id="356" r:id="rId45"/>
    <p:sldId id="357" r:id="rId46"/>
    <p:sldId id="358" r:id="rId47"/>
    <p:sldId id="359" r:id="rId48"/>
    <p:sldId id="387" r:id="rId49"/>
    <p:sldId id="388" r:id="rId50"/>
    <p:sldId id="399" r:id="rId51"/>
    <p:sldId id="389" r:id="rId52"/>
    <p:sldId id="400" r:id="rId53"/>
    <p:sldId id="401" r:id="rId54"/>
    <p:sldId id="393" r:id="rId55"/>
    <p:sldId id="402" r:id="rId56"/>
    <p:sldId id="392" r:id="rId57"/>
    <p:sldId id="403" r:id="rId58"/>
    <p:sldId id="405" r:id="rId59"/>
    <p:sldId id="395" r:id="rId60"/>
    <p:sldId id="406" r:id="rId61"/>
    <p:sldId id="407" r:id="rId62"/>
    <p:sldId id="394" r:id="rId63"/>
    <p:sldId id="408" r:id="rId64"/>
    <p:sldId id="362" r:id="rId65"/>
    <p:sldId id="367" r:id="rId66"/>
    <p:sldId id="330" r:id="rId67"/>
    <p:sldId id="413" r:id="rId68"/>
    <p:sldId id="412" r:id="rId69"/>
    <p:sldId id="411" r:id="rId70"/>
    <p:sldId id="414" r:id="rId71"/>
    <p:sldId id="416" r:id="rId72"/>
    <p:sldId id="415" r:id="rId73"/>
    <p:sldId id="418" r:id="rId74"/>
    <p:sldId id="335" r:id="rId75"/>
    <p:sldId id="360" r:id="rId76"/>
    <p:sldId id="365" r:id="rId77"/>
    <p:sldId id="366" r:id="rId78"/>
    <p:sldId id="361" r:id="rId79"/>
    <p:sldId id="363" r:id="rId80"/>
    <p:sldId id="364" r:id="rId81"/>
    <p:sldId id="368" r:id="rId82"/>
    <p:sldId id="369" r:id="rId83"/>
    <p:sldId id="370" r:id="rId84"/>
    <p:sldId id="336" r:id="rId85"/>
    <p:sldId id="371"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BE04258-9EF5-4725-AD8D-BEDCC06D8156}">
          <p14:sldIdLst>
            <p14:sldId id="256"/>
            <p14:sldId id="324"/>
            <p14:sldId id="323"/>
            <p14:sldId id="338"/>
            <p14:sldId id="339"/>
            <p14:sldId id="325"/>
            <p14:sldId id="396"/>
            <p14:sldId id="397"/>
            <p14:sldId id="398"/>
            <p14:sldId id="326"/>
            <p14:sldId id="343"/>
            <p14:sldId id="327"/>
            <p14:sldId id="344"/>
            <p14:sldId id="345"/>
            <p14:sldId id="346"/>
            <p14:sldId id="347"/>
            <p14:sldId id="328"/>
            <p14:sldId id="348"/>
            <p14:sldId id="349"/>
            <p14:sldId id="329"/>
            <p14:sldId id="350"/>
            <p14:sldId id="351"/>
            <p14:sldId id="352"/>
            <p14:sldId id="374"/>
            <p14:sldId id="376"/>
            <p14:sldId id="377"/>
            <p14:sldId id="381"/>
            <p14:sldId id="384"/>
            <p14:sldId id="382"/>
            <p14:sldId id="385"/>
            <p14:sldId id="383"/>
            <p14:sldId id="386"/>
            <p14:sldId id="331"/>
            <p14:sldId id="353"/>
            <p14:sldId id="332"/>
            <p14:sldId id="354"/>
            <p14:sldId id="333"/>
            <p14:sldId id="409"/>
            <p14:sldId id="334"/>
            <p14:sldId id="373"/>
            <p14:sldId id="356"/>
            <p14:sldId id="357"/>
            <p14:sldId id="358"/>
            <p14:sldId id="359"/>
            <p14:sldId id="387"/>
            <p14:sldId id="388"/>
            <p14:sldId id="399"/>
            <p14:sldId id="389"/>
            <p14:sldId id="400"/>
            <p14:sldId id="401"/>
            <p14:sldId id="393"/>
            <p14:sldId id="402"/>
            <p14:sldId id="392"/>
            <p14:sldId id="403"/>
            <p14:sldId id="405"/>
            <p14:sldId id="395"/>
            <p14:sldId id="406"/>
            <p14:sldId id="407"/>
            <p14:sldId id="394"/>
            <p14:sldId id="408"/>
            <p14:sldId id="362"/>
            <p14:sldId id="367"/>
            <p14:sldId id="330"/>
            <p14:sldId id="413"/>
            <p14:sldId id="412"/>
            <p14:sldId id="411"/>
            <p14:sldId id="414"/>
            <p14:sldId id="416"/>
            <p14:sldId id="415"/>
            <p14:sldId id="418"/>
            <p14:sldId id="335"/>
            <p14:sldId id="360"/>
            <p14:sldId id="365"/>
            <p14:sldId id="366"/>
            <p14:sldId id="361"/>
            <p14:sldId id="363"/>
            <p14:sldId id="364"/>
            <p14:sldId id="368"/>
            <p14:sldId id="369"/>
            <p14:sldId id="370"/>
            <p14:sldId id="336"/>
            <p14:sldId id="3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5"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158FC2-E398-4582-BFE2-507371A330BC}" v="1385" dt="2020-10-14T14:33:02.9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82" autoAdjust="0"/>
    <p:restoredTop sz="89796" autoAdjust="0"/>
  </p:normalViewPr>
  <p:slideViewPr>
    <p:cSldViewPr snapToGrid="0">
      <p:cViewPr varScale="1">
        <p:scale>
          <a:sx n="62" d="100"/>
          <a:sy n="62" d="100"/>
        </p:scale>
        <p:origin x="96" y="16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presProps" Target="presProps.xml"/><Relationship Id="rId95"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handoutMaster" Target="handoutMasters/handoutMaster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docChgLst>
    <pc:chgData name="Ella Vetter" userId="c6918cf5-f6c0-43cc-8499-a1f635017de9" providerId="ADAL" clId="{B0659DE8-36D2-463C-9931-A90715547410}"/>
    <pc:docChg chg="undo custSel addSld delSld modSld sldOrd">
      <pc:chgData name="Ella Vetter" userId="c6918cf5-f6c0-43cc-8499-a1f635017de9" providerId="ADAL" clId="{B0659DE8-36D2-463C-9931-A90715547410}" dt="2020-09-29T11:53:01.450" v="4090" actId="14100"/>
      <pc:docMkLst>
        <pc:docMk/>
      </pc:docMkLst>
      <pc:sldChg chg="modSp mod">
        <pc:chgData name="Ella Vetter" userId="c6918cf5-f6c0-43cc-8499-a1f635017de9" providerId="ADAL" clId="{B0659DE8-36D2-463C-9931-A90715547410}" dt="2020-09-26T13:08:22.242" v="1760" actId="13926"/>
        <pc:sldMkLst>
          <pc:docMk/>
          <pc:sldMk cId="1993397138" sldId="286"/>
        </pc:sldMkLst>
        <pc:spChg chg="mod">
          <ac:chgData name="Ella Vetter" userId="c6918cf5-f6c0-43cc-8499-a1f635017de9" providerId="ADAL" clId="{B0659DE8-36D2-463C-9931-A90715547410}" dt="2020-09-26T13:08:22.242" v="1760" actId="13926"/>
          <ac:spMkLst>
            <pc:docMk/>
            <pc:sldMk cId="1993397138" sldId="286"/>
            <ac:spMk id="2" creationId="{12D641C7-2ECD-475C-8E11-88F1001E6E55}"/>
          </ac:spMkLst>
        </pc:spChg>
        <pc:spChg chg="mod">
          <ac:chgData name="Ella Vetter" userId="c6918cf5-f6c0-43cc-8499-a1f635017de9" providerId="ADAL" clId="{B0659DE8-36D2-463C-9931-A90715547410}" dt="2020-09-26T13:07:36.830" v="1759" actId="20577"/>
          <ac:spMkLst>
            <pc:docMk/>
            <pc:sldMk cId="1993397138" sldId="286"/>
            <ac:spMk id="3" creationId="{37B56F8A-6BEF-459C-AFA4-6D790D24F1CB}"/>
          </ac:spMkLst>
        </pc:spChg>
      </pc:sldChg>
      <pc:sldChg chg="modSp add mod">
        <pc:chgData name="Ella Vetter" userId="c6918cf5-f6c0-43cc-8499-a1f635017de9" providerId="ADAL" clId="{B0659DE8-36D2-463C-9931-A90715547410}" dt="2020-09-26T11:19:04.282" v="167" actId="13926"/>
        <pc:sldMkLst>
          <pc:docMk/>
          <pc:sldMk cId="3907000274" sldId="317"/>
        </pc:sldMkLst>
        <pc:spChg chg="mod">
          <ac:chgData name="Ella Vetter" userId="c6918cf5-f6c0-43cc-8499-a1f635017de9" providerId="ADAL" clId="{B0659DE8-36D2-463C-9931-A90715547410}" dt="2020-09-26T11:19:04.282" v="167" actId="13926"/>
          <ac:spMkLst>
            <pc:docMk/>
            <pc:sldMk cId="3907000274" sldId="317"/>
            <ac:spMk id="2" creationId="{91A014F7-DE4D-40E1-860D-4E9FEC2BB033}"/>
          </ac:spMkLst>
        </pc:spChg>
      </pc:sldChg>
      <pc:sldChg chg="modSp add mod">
        <pc:chgData name="Ella Vetter" userId="c6918cf5-f6c0-43cc-8499-a1f635017de9" providerId="ADAL" clId="{B0659DE8-36D2-463C-9931-A90715547410}" dt="2020-09-26T12:21:31.800" v="1260" actId="3626"/>
        <pc:sldMkLst>
          <pc:docMk/>
          <pc:sldMk cId="1043915023" sldId="322"/>
        </pc:sldMkLst>
        <pc:spChg chg="mod">
          <ac:chgData name="Ella Vetter" userId="c6918cf5-f6c0-43cc-8499-a1f635017de9" providerId="ADAL" clId="{B0659DE8-36D2-463C-9931-A90715547410}" dt="2020-09-26T11:22:20.245" v="168" actId="13926"/>
          <ac:spMkLst>
            <pc:docMk/>
            <pc:sldMk cId="1043915023" sldId="322"/>
            <ac:spMk id="2" creationId="{BB1C3331-585E-4EF2-B637-AE231AF0736A}"/>
          </ac:spMkLst>
        </pc:spChg>
        <pc:spChg chg="mod">
          <ac:chgData name="Ella Vetter" userId="c6918cf5-f6c0-43cc-8499-a1f635017de9" providerId="ADAL" clId="{B0659DE8-36D2-463C-9931-A90715547410}" dt="2020-09-26T12:21:31.800" v="1260" actId="3626"/>
          <ac:spMkLst>
            <pc:docMk/>
            <pc:sldMk cId="1043915023" sldId="322"/>
            <ac:spMk id="9" creationId="{D13DA46D-CD64-490C-80E5-4DDD30392637}"/>
          </ac:spMkLst>
        </pc:spChg>
        <pc:picChg chg="mod">
          <ac:chgData name="Ella Vetter" userId="c6918cf5-f6c0-43cc-8499-a1f635017de9" providerId="ADAL" clId="{B0659DE8-36D2-463C-9931-A90715547410}" dt="2020-09-26T12:18:55.707" v="1168" actId="1076"/>
          <ac:picMkLst>
            <pc:docMk/>
            <pc:sldMk cId="1043915023" sldId="322"/>
            <ac:picMk id="4" creationId="{63F80E38-6ECB-4886-B717-3E483C8742A8}"/>
          </ac:picMkLst>
        </pc:picChg>
      </pc:sldChg>
      <pc:sldChg chg="modSp mod">
        <pc:chgData name="Ella Vetter" userId="c6918cf5-f6c0-43cc-8499-a1f635017de9" providerId="ADAL" clId="{B0659DE8-36D2-463C-9931-A90715547410}" dt="2020-09-26T11:18:12.831" v="154" actId="13926"/>
        <pc:sldMkLst>
          <pc:docMk/>
          <pc:sldMk cId="3075710326" sldId="323"/>
        </pc:sldMkLst>
        <pc:spChg chg="mod">
          <ac:chgData name="Ella Vetter" userId="c6918cf5-f6c0-43cc-8499-a1f635017de9" providerId="ADAL" clId="{B0659DE8-36D2-463C-9931-A90715547410}" dt="2020-09-26T11:18:12.831" v="154" actId="13926"/>
          <ac:spMkLst>
            <pc:docMk/>
            <pc:sldMk cId="3075710326" sldId="323"/>
            <ac:spMk id="2" creationId="{BD0A18F3-9F12-464B-BC50-F741E79EDDDA}"/>
          </ac:spMkLst>
        </pc:spChg>
      </pc:sldChg>
      <pc:sldChg chg="modSp mod">
        <pc:chgData name="Ella Vetter" userId="c6918cf5-f6c0-43cc-8499-a1f635017de9" providerId="ADAL" clId="{B0659DE8-36D2-463C-9931-A90715547410}" dt="2020-09-26T13:34:03.438" v="2221" actId="14100"/>
        <pc:sldMkLst>
          <pc:docMk/>
          <pc:sldMk cId="3007900125" sldId="339"/>
        </pc:sldMkLst>
        <pc:spChg chg="mod">
          <ac:chgData name="Ella Vetter" userId="c6918cf5-f6c0-43cc-8499-a1f635017de9" providerId="ADAL" clId="{B0659DE8-36D2-463C-9931-A90715547410}" dt="2020-09-26T13:34:03.438" v="2221" actId="14100"/>
          <ac:spMkLst>
            <pc:docMk/>
            <pc:sldMk cId="3007900125" sldId="339"/>
            <ac:spMk id="8" creationId="{22D07A49-DCCF-4596-B459-F110CEA75CB0}"/>
          </ac:spMkLst>
        </pc:spChg>
      </pc:sldChg>
      <pc:sldChg chg="modSp add mod">
        <pc:chgData name="Ella Vetter" userId="c6918cf5-f6c0-43cc-8499-a1f635017de9" providerId="ADAL" clId="{B0659DE8-36D2-463C-9931-A90715547410}" dt="2020-09-26T13:02:00.164" v="1717" actId="13926"/>
        <pc:sldMkLst>
          <pc:docMk/>
          <pc:sldMk cId="3207609551" sldId="377"/>
        </pc:sldMkLst>
        <pc:spChg chg="mod">
          <ac:chgData name="Ella Vetter" userId="c6918cf5-f6c0-43cc-8499-a1f635017de9" providerId="ADAL" clId="{B0659DE8-36D2-463C-9931-A90715547410}" dt="2020-09-26T13:02:00.164" v="1717" actId="13926"/>
          <ac:spMkLst>
            <pc:docMk/>
            <pc:sldMk cId="3207609551" sldId="377"/>
            <ac:spMk id="2" creationId="{DC1F2BA1-F687-44F6-8A6B-FDEE5E3CA2FA}"/>
          </ac:spMkLst>
        </pc:spChg>
      </pc:sldChg>
      <pc:sldChg chg="addSp delSp modSp add mod">
        <pc:chgData name="Ella Vetter" userId="c6918cf5-f6c0-43cc-8499-a1f635017de9" providerId="ADAL" clId="{B0659DE8-36D2-463C-9931-A90715547410}" dt="2020-09-26T11:26:04.143" v="340" actId="13926"/>
        <pc:sldMkLst>
          <pc:docMk/>
          <pc:sldMk cId="3219418499" sldId="378"/>
        </pc:sldMkLst>
        <pc:spChg chg="mod">
          <ac:chgData name="Ella Vetter" userId="c6918cf5-f6c0-43cc-8499-a1f635017de9" providerId="ADAL" clId="{B0659DE8-36D2-463C-9931-A90715547410}" dt="2020-09-26T11:26:04.143" v="340" actId="13926"/>
          <ac:spMkLst>
            <pc:docMk/>
            <pc:sldMk cId="3219418499" sldId="378"/>
            <ac:spMk id="2" creationId="{A0156B7B-178A-4850-ABFC-AB2E3C52C83C}"/>
          </ac:spMkLst>
        </pc:spChg>
        <pc:spChg chg="add del mod">
          <ac:chgData name="Ella Vetter" userId="c6918cf5-f6c0-43cc-8499-a1f635017de9" providerId="ADAL" clId="{B0659DE8-36D2-463C-9931-A90715547410}" dt="2020-09-26T11:25:29.368" v="331" actId="21"/>
          <ac:spMkLst>
            <pc:docMk/>
            <pc:sldMk cId="3219418499" sldId="378"/>
            <ac:spMk id="5" creationId="{5F31AFE4-8D80-493A-8CBA-FC3970B75F78}"/>
          </ac:spMkLst>
        </pc:spChg>
      </pc:sldChg>
      <pc:sldChg chg="modSp add mod">
        <pc:chgData name="Ella Vetter" userId="c6918cf5-f6c0-43cc-8499-a1f635017de9" providerId="ADAL" clId="{B0659DE8-36D2-463C-9931-A90715547410}" dt="2020-09-26T11:26:10.414" v="341" actId="13926"/>
        <pc:sldMkLst>
          <pc:docMk/>
          <pc:sldMk cId="2476202261" sldId="379"/>
        </pc:sldMkLst>
        <pc:spChg chg="mod">
          <ac:chgData name="Ella Vetter" userId="c6918cf5-f6c0-43cc-8499-a1f635017de9" providerId="ADAL" clId="{B0659DE8-36D2-463C-9931-A90715547410}" dt="2020-09-26T11:26:10.414" v="341" actId="13926"/>
          <ac:spMkLst>
            <pc:docMk/>
            <pc:sldMk cId="2476202261" sldId="379"/>
            <ac:spMk id="2" creationId="{A0156B7B-178A-4850-ABFC-AB2E3C52C83C}"/>
          </ac:spMkLst>
        </pc:spChg>
      </pc:sldChg>
      <pc:sldChg chg="modSp add mod">
        <pc:chgData name="Ella Vetter" userId="c6918cf5-f6c0-43cc-8499-a1f635017de9" providerId="ADAL" clId="{B0659DE8-36D2-463C-9931-A90715547410}" dt="2020-09-26T11:35:07.938" v="530" actId="13926"/>
        <pc:sldMkLst>
          <pc:docMk/>
          <pc:sldMk cId="4235527687" sldId="380"/>
        </pc:sldMkLst>
        <pc:spChg chg="mod">
          <ac:chgData name="Ella Vetter" userId="c6918cf5-f6c0-43cc-8499-a1f635017de9" providerId="ADAL" clId="{B0659DE8-36D2-463C-9931-A90715547410}" dt="2020-09-26T11:35:07.938" v="530" actId="13926"/>
          <ac:spMkLst>
            <pc:docMk/>
            <pc:sldMk cId="4235527687" sldId="380"/>
            <ac:spMk id="2" creationId="{A0156B7B-178A-4850-ABFC-AB2E3C52C83C}"/>
          </ac:spMkLst>
        </pc:spChg>
      </pc:sldChg>
      <pc:sldChg chg="modSp add mod">
        <pc:chgData name="Ella Vetter" userId="c6918cf5-f6c0-43cc-8499-a1f635017de9" providerId="ADAL" clId="{B0659DE8-36D2-463C-9931-A90715547410}" dt="2020-09-26T12:12:12.810" v="999" actId="13926"/>
        <pc:sldMkLst>
          <pc:docMk/>
          <pc:sldMk cId="3422155014" sldId="381"/>
        </pc:sldMkLst>
        <pc:spChg chg="mod">
          <ac:chgData name="Ella Vetter" userId="c6918cf5-f6c0-43cc-8499-a1f635017de9" providerId="ADAL" clId="{B0659DE8-36D2-463C-9931-A90715547410}" dt="2020-09-26T12:12:12.810" v="999" actId="13926"/>
          <ac:spMkLst>
            <pc:docMk/>
            <pc:sldMk cId="3422155014" sldId="381"/>
            <ac:spMk id="2" creationId="{A0156B7B-178A-4850-ABFC-AB2E3C52C83C}"/>
          </ac:spMkLst>
        </pc:spChg>
      </pc:sldChg>
      <pc:sldChg chg="modSp add mod">
        <pc:chgData name="Ella Vetter" userId="c6918cf5-f6c0-43cc-8499-a1f635017de9" providerId="ADAL" clId="{B0659DE8-36D2-463C-9931-A90715547410}" dt="2020-09-26T12:16:38.736" v="1159" actId="13926"/>
        <pc:sldMkLst>
          <pc:docMk/>
          <pc:sldMk cId="2274782921" sldId="382"/>
        </pc:sldMkLst>
        <pc:spChg chg="mod">
          <ac:chgData name="Ella Vetter" userId="c6918cf5-f6c0-43cc-8499-a1f635017de9" providerId="ADAL" clId="{B0659DE8-36D2-463C-9931-A90715547410}" dt="2020-09-26T12:16:38.736" v="1159" actId="13926"/>
          <ac:spMkLst>
            <pc:docMk/>
            <pc:sldMk cId="2274782921" sldId="382"/>
            <ac:spMk id="2" creationId="{A0156B7B-178A-4850-ABFC-AB2E3C52C83C}"/>
          </ac:spMkLst>
        </pc:spChg>
      </pc:sldChg>
      <pc:sldChg chg="modSp add mod">
        <pc:chgData name="Ella Vetter" userId="c6918cf5-f6c0-43cc-8499-a1f635017de9" providerId="ADAL" clId="{B0659DE8-36D2-463C-9931-A90715547410}" dt="2020-09-26T12:29:04.653" v="1334" actId="13926"/>
        <pc:sldMkLst>
          <pc:docMk/>
          <pc:sldMk cId="3634872261" sldId="383"/>
        </pc:sldMkLst>
        <pc:spChg chg="mod">
          <ac:chgData name="Ella Vetter" userId="c6918cf5-f6c0-43cc-8499-a1f635017de9" providerId="ADAL" clId="{B0659DE8-36D2-463C-9931-A90715547410}" dt="2020-09-26T12:29:04.653" v="1334" actId="13926"/>
          <ac:spMkLst>
            <pc:docMk/>
            <pc:sldMk cId="3634872261" sldId="383"/>
            <ac:spMk id="2" creationId="{A0156B7B-178A-4850-ABFC-AB2E3C52C83C}"/>
          </ac:spMkLst>
        </pc:spChg>
      </pc:sldChg>
      <pc:sldChg chg="addSp modSp add mod modNotesTx">
        <pc:chgData name="Ella Vetter" userId="c6918cf5-f6c0-43cc-8499-a1f635017de9" providerId="ADAL" clId="{B0659DE8-36D2-463C-9931-A90715547410}" dt="2020-09-26T11:25:56.717" v="339" actId="13926"/>
        <pc:sldMkLst>
          <pc:docMk/>
          <pc:sldMk cId="2691991664" sldId="384"/>
        </pc:sldMkLst>
        <pc:spChg chg="mod">
          <ac:chgData name="Ella Vetter" userId="c6918cf5-f6c0-43cc-8499-a1f635017de9" providerId="ADAL" clId="{B0659DE8-36D2-463C-9931-A90715547410}" dt="2020-09-26T11:25:56.717" v="339" actId="13926"/>
          <ac:spMkLst>
            <pc:docMk/>
            <pc:sldMk cId="2691991664" sldId="384"/>
            <ac:spMk id="2" creationId="{A0156B7B-178A-4850-ABFC-AB2E3C52C83C}"/>
          </ac:spMkLst>
        </pc:spChg>
        <pc:spChg chg="mod">
          <ac:chgData name="Ella Vetter" userId="c6918cf5-f6c0-43cc-8499-a1f635017de9" providerId="ADAL" clId="{B0659DE8-36D2-463C-9931-A90715547410}" dt="2020-09-26T11:25:04.388" v="317" actId="1035"/>
          <ac:spMkLst>
            <pc:docMk/>
            <pc:sldMk cId="2691991664" sldId="384"/>
            <ac:spMk id="4" creationId="{E67F6EB8-7EFF-4FFA-B2F7-88264B3094B6}"/>
          </ac:spMkLst>
        </pc:spChg>
        <pc:spChg chg="add mod">
          <ac:chgData name="Ella Vetter" userId="c6918cf5-f6c0-43cc-8499-a1f635017de9" providerId="ADAL" clId="{B0659DE8-36D2-463C-9931-A90715547410}" dt="2020-09-26T11:25:53.081" v="338" actId="14100"/>
          <ac:spMkLst>
            <pc:docMk/>
            <pc:sldMk cId="2691991664" sldId="384"/>
            <ac:spMk id="6" creationId="{DE10454F-A147-4ED5-A400-5EB6FD679A80}"/>
          </ac:spMkLst>
        </pc:spChg>
        <pc:graphicFrameChg chg="mod modGraphic">
          <ac:chgData name="Ella Vetter" userId="c6918cf5-f6c0-43cc-8499-a1f635017de9" providerId="ADAL" clId="{B0659DE8-36D2-463C-9931-A90715547410}" dt="2020-09-26T11:25:04.388" v="317" actId="1035"/>
          <ac:graphicFrameMkLst>
            <pc:docMk/>
            <pc:sldMk cId="2691991664" sldId="384"/>
            <ac:graphicFrameMk id="3" creationId="{433597B1-B998-4911-B48D-B0EB3CA09156}"/>
          </ac:graphicFrameMkLst>
        </pc:graphicFrameChg>
      </pc:sldChg>
      <pc:sldChg chg="modSp add mod">
        <pc:chgData name="Ella Vetter" userId="c6918cf5-f6c0-43cc-8499-a1f635017de9" providerId="ADAL" clId="{B0659DE8-36D2-463C-9931-A90715547410}" dt="2020-09-26T11:34:21.580" v="527" actId="13926"/>
        <pc:sldMkLst>
          <pc:docMk/>
          <pc:sldMk cId="171292709" sldId="385"/>
        </pc:sldMkLst>
        <pc:spChg chg="mod">
          <ac:chgData name="Ella Vetter" userId="c6918cf5-f6c0-43cc-8499-a1f635017de9" providerId="ADAL" clId="{B0659DE8-36D2-463C-9931-A90715547410}" dt="2020-09-26T11:34:21.580" v="527" actId="13926"/>
          <ac:spMkLst>
            <pc:docMk/>
            <pc:sldMk cId="171292709" sldId="385"/>
            <ac:spMk id="2" creationId="{A0156B7B-178A-4850-ABFC-AB2E3C52C83C}"/>
          </ac:spMkLst>
        </pc:spChg>
        <pc:spChg chg="mod">
          <ac:chgData name="Ella Vetter" userId="c6918cf5-f6c0-43cc-8499-a1f635017de9" providerId="ADAL" clId="{B0659DE8-36D2-463C-9931-A90715547410}" dt="2020-09-26T11:27:44.557" v="372" actId="1076"/>
          <ac:spMkLst>
            <pc:docMk/>
            <pc:sldMk cId="171292709" sldId="385"/>
            <ac:spMk id="4" creationId="{E67F6EB8-7EFF-4FFA-B2F7-88264B3094B6}"/>
          </ac:spMkLst>
        </pc:spChg>
        <pc:graphicFrameChg chg="mod modGraphic">
          <ac:chgData name="Ella Vetter" userId="c6918cf5-f6c0-43cc-8499-a1f635017de9" providerId="ADAL" clId="{B0659DE8-36D2-463C-9931-A90715547410}" dt="2020-09-26T11:29:21.943" v="380" actId="5793"/>
          <ac:graphicFrameMkLst>
            <pc:docMk/>
            <pc:sldMk cId="171292709" sldId="385"/>
            <ac:graphicFrameMk id="3" creationId="{433597B1-B998-4911-B48D-B0EB3CA09156}"/>
          </ac:graphicFrameMkLst>
        </pc:graphicFrameChg>
      </pc:sldChg>
      <pc:sldChg chg="modSp add mod">
        <pc:chgData name="Ella Vetter" userId="c6918cf5-f6c0-43cc-8499-a1f635017de9" providerId="ADAL" clId="{B0659DE8-36D2-463C-9931-A90715547410}" dt="2020-09-26T12:11:44.534" v="992" actId="13926"/>
        <pc:sldMkLst>
          <pc:docMk/>
          <pc:sldMk cId="970484850" sldId="386"/>
        </pc:sldMkLst>
        <pc:spChg chg="mod">
          <ac:chgData name="Ella Vetter" userId="c6918cf5-f6c0-43cc-8499-a1f635017de9" providerId="ADAL" clId="{B0659DE8-36D2-463C-9931-A90715547410}" dt="2020-09-26T12:11:44.534" v="992" actId="13926"/>
          <ac:spMkLst>
            <pc:docMk/>
            <pc:sldMk cId="970484850" sldId="386"/>
            <ac:spMk id="2" creationId="{A0156B7B-178A-4850-ABFC-AB2E3C52C83C}"/>
          </ac:spMkLst>
        </pc:spChg>
        <pc:spChg chg="mod">
          <ac:chgData name="Ella Vetter" userId="c6918cf5-f6c0-43cc-8499-a1f635017de9" providerId="ADAL" clId="{B0659DE8-36D2-463C-9931-A90715547410}" dt="2020-09-26T12:06:56.574" v="893" actId="1035"/>
          <ac:spMkLst>
            <pc:docMk/>
            <pc:sldMk cId="970484850" sldId="386"/>
            <ac:spMk id="4" creationId="{E67F6EB8-7EFF-4FFA-B2F7-88264B3094B6}"/>
          </ac:spMkLst>
        </pc:spChg>
        <pc:graphicFrameChg chg="mod modGraphic">
          <ac:chgData name="Ella Vetter" userId="c6918cf5-f6c0-43cc-8499-a1f635017de9" providerId="ADAL" clId="{B0659DE8-36D2-463C-9931-A90715547410}" dt="2020-09-26T12:06:59.473" v="897" actId="1036"/>
          <ac:graphicFrameMkLst>
            <pc:docMk/>
            <pc:sldMk cId="970484850" sldId="386"/>
            <ac:graphicFrameMk id="3" creationId="{433597B1-B998-4911-B48D-B0EB3CA09156}"/>
          </ac:graphicFrameMkLst>
        </pc:graphicFrameChg>
      </pc:sldChg>
      <pc:sldChg chg="modSp add mod">
        <pc:chgData name="Ella Vetter" userId="c6918cf5-f6c0-43cc-8499-a1f635017de9" providerId="ADAL" clId="{B0659DE8-36D2-463C-9931-A90715547410}" dt="2020-09-26T12:16:34.652" v="1158" actId="13926"/>
        <pc:sldMkLst>
          <pc:docMk/>
          <pc:sldMk cId="3179460072" sldId="387"/>
        </pc:sldMkLst>
        <pc:spChg chg="mod">
          <ac:chgData name="Ella Vetter" userId="c6918cf5-f6c0-43cc-8499-a1f635017de9" providerId="ADAL" clId="{B0659DE8-36D2-463C-9931-A90715547410}" dt="2020-09-26T12:16:34.652" v="1158" actId="13926"/>
          <ac:spMkLst>
            <pc:docMk/>
            <pc:sldMk cId="3179460072" sldId="387"/>
            <ac:spMk id="2" creationId="{A0156B7B-178A-4850-ABFC-AB2E3C52C83C}"/>
          </ac:spMkLst>
        </pc:spChg>
        <pc:spChg chg="mod">
          <ac:chgData name="Ella Vetter" userId="c6918cf5-f6c0-43cc-8499-a1f635017de9" providerId="ADAL" clId="{B0659DE8-36D2-463C-9931-A90715547410}" dt="2020-09-26T12:16:32.299" v="1157" actId="1035"/>
          <ac:spMkLst>
            <pc:docMk/>
            <pc:sldMk cId="3179460072" sldId="387"/>
            <ac:spMk id="4" creationId="{E67F6EB8-7EFF-4FFA-B2F7-88264B3094B6}"/>
          </ac:spMkLst>
        </pc:spChg>
        <pc:graphicFrameChg chg="mod modGraphic">
          <ac:chgData name="Ella Vetter" userId="c6918cf5-f6c0-43cc-8499-a1f635017de9" providerId="ADAL" clId="{B0659DE8-36D2-463C-9931-A90715547410}" dt="2020-09-26T12:16:32.299" v="1157" actId="1035"/>
          <ac:graphicFrameMkLst>
            <pc:docMk/>
            <pc:sldMk cId="3179460072" sldId="387"/>
            <ac:graphicFrameMk id="3" creationId="{433597B1-B998-4911-B48D-B0EB3CA09156}"/>
          </ac:graphicFrameMkLst>
        </pc:graphicFrameChg>
      </pc:sldChg>
      <pc:sldChg chg="modSp add mod">
        <pc:chgData name="Ella Vetter" userId="c6918cf5-f6c0-43cc-8499-a1f635017de9" providerId="ADAL" clId="{B0659DE8-36D2-463C-9931-A90715547410}" dt="2020-09-26T12:29:00.915" v="1333" actId="13926"/>
        <pc:sldMkLst>
          <pc:docMk/>
          <pc:sldMk cId="2035653261" sldId="388"/>
        </pc:sldMkLst>
        <pc:spChg chg="mod">
          <ac:chgData name="Ella Vetter" userId="c6918cf5-f6c0-43cc-8499-a1f635017de9" providerId="ADAL" clId="{B0659DE8-36D2-463C-9931-A90715547410}" dt="2020-09-26T12:29:00.915" v="1333" actId="13926"/>
          <ac:spMkLst>
            <pc:docMk/>
            <pc:sldMk cId="2035653261" sldId="388"/>
            <ac:spMk id="2" creationId="{A0156B7B-178A-4850-ABFC-AB2E3C52C83C}"/>
          </ac:spMkLst>
        </pc:spChg>
        <pc:spChg chg="mod">
          <ac:chgData name="Ella Vetter" userId="c6918cf5-f6c0-43cc-8499-a1f635017de9" providerId="ADAL" clId="{B0659DE8-36D2-463C-9931-A90715547410}" dt="2020-09-26T12:28:58.575" v="1332" actId="1035"/>
          <ac:spMkLst>
            <pc:docMk/>
            <pc:sldMk cId="2035653261" sldId="388"/>
            <ac:spMk id="4" creationId="{E67F6EB8-7EFF-4FFA-B2F7-88264B3094B6}"/>
          </ac:spMkLst>
        </pc:spChg>
        <pc:graphicFrameChg chg="mod modGraphic">
          <ac:chgData name="Ella Vetter" userId="c6918cf5-f6c0-43cc-8499-a1f635017de9" providerId="ADAL" clId="{B0659DE8-36D2-463C-9931-A90715547410}" dt="2020-09-26T12:28:58.575" v="1332" actId="1035"/>
          <ac:graphicFrameMkLst>
            <pc:docMk/>
            <pc:sldMk cId="2035653261" sldId="388"/>
            <ac:graphicFrameMk id="3" creationId="{433597B1-B998-4911-B48D-B0EB3CA09156}"/>
          </ac:graphicFrameMkLst>
        </pc:graphicFrameChg>
      </pc:sldChg>
      <pc:sldChg chg="modSp add mod">
        <pc:chgData name="Ella Vetter" userId="c6918cf5-f6c0-43cc-8499-a1f635017de9" providerId="ADAL" clId="{B0659DE8-36D2-463C-9931-A90715547410}" dt="2020-09-26T12:34:02.964" v="1384" actId="13926"/>
        <pc:sldMkLst>
          <pc:docMk/>
          <pc:sldMk cId="329161032" sldId="389"/>
        </pc:sldMkLst>
        <pc:spChg chg="mod">
          <ac:chgData name="Ella Vetter" userId="c6918cf5-f6c0-43cc-8499-a1f635017de9" providerId="ADAL" clId="{B0659DE8-36D2-463C-9931-A90715547410}" dt="2020-09-26T12:34:02.964" v="1384" actId="13926"/>
          <ac:spMkLst>
            <pc:docMk/>
            <pc:sldMk cId="329161032" sldId="389"/>
            <ac:spMk id="2" creationId="{A0156B7B-178A-4850-ABFC-AB2E3C52C83C}"/>
          </ac:spMkLst>
        </pc:spChg>
        <pc:spChg chg="mod">
          <ac:chgData name="Ella Vetter" userId="c6918cf5-f6c0-43cc-8499-a1f635017de9" providerId="ADAL" clId="{B0659DE8-36D2-463C-9931-A90715547410}" dt="2020-09-26T12:34:00.632" v="1383" actId="1036"/>
          <ac:spMkLst>
            <pc:docMk/>
            <pc:sldMk cId="329161032" sldId="389"/>
            <ac:spMk id="4" creationId="{E67F6EB8-7EFF-4FFA-B2F7-88264B3094B6}"/>
          </ac:spMkLst>
        </pc:spChg>
        <pc:graphicFrameChg chg="mod modGraphic">
          <ac:chgData name="Ella Vetter" userId="c6918cf5-f6c0-43cc-8499-a1f635017de9" providerId="ADAL" clId="{B0659DE8-36D2-463C-9931-A90715547410}" dt="2020-09-26T12:34:00.632" v="1383" actId="1036"/>
          <ac:graphicFrameMkLst>
            <pc:docMk/>
            <pc:sldMk cId="329161032" sldId="389"/>
            <ac:graphicFrameMk id="3" creationId="{433597B1-B998-4911-B48D-B0EB3CA09156}"/>
          </ac:graphicFrameMkLst>
        </pc:graphicFrameChg>
      </pc:sldChg>
      <pc:sldChg chg="addSp delSp modSp new mod">
        <pc:chgData name="Ella Vetter" userId="c6918cf5-f6c0-43cc-8499-a1f635017de9" providerId="ADAL" clId="{B0659DE8-36D2-463C-9931-A90715547410}" dt="2020-09-26T11:04:34.200" v="101" actId="21"/>
        <pc:sldMkLst>
          <pc:docMk/>
          <pc:sldMk cId="3204110114" sldId="476"/>
        </pc:sldMkLst>
        <pc:spChg chg="mod">
          <ac:chgData name="Ella Vetter" userId="c6918cf5-f6c0-43cc-8499-a1f635017de9" providerId="ADAL" clId="{B0659DE8-36D2-463C-9931-A90715547410}" dt="2020-09-26T10:59:49.407" v="2" actId="13926"/>
          <ac:spMkLst>
            <pc:docMk/>
            <pc:sldMk cId="3204110114" sldId="476"/>
            <ac:spMk id="2" creationId="{B61F98A6-6DBB-4D97-83D6-AEA1A16DE904}"/>
          </ac:spMkLst>
        </pc:spChg>
        <pc:spChg chg="del mod">
          <ac:chgData name="Ella Vetter" userId="c6918cf5-f6c0-43cc-8499-a1f635017de9" providerId="ADAL" clId="{B0659DE8-36D2-463C-9931-A90715547410}" dt="2020-09-26T11:02:03.920" v="30" actId="478"/>
          <ac:spMkLst>
            <pc:docMk/>
            <pc:sldMk cId="3204110114" sldId="476"/>
            <ac:spMk id="3" creationId="{FD6D3A39-5633-4006-9816-CE3848AA8063}"/>
          </ac:spMkLst>
        </pc:spChg>
        <pc:spChg chg="add mod">
          <ac:chgData name="Ella Vetter" userId="c6918cf5-f6c0-43cc-8499-a1f635017de9" providerId="ADAL" clId="{B0659DE8-36D2-463C-9931-A90715547410}" dt="2020-09-26T11:04:34.200" v="101" actId="21"/>
          <ac:spMkLst>
            <pc:docMk/>
            <pc:sldMk cId="3204110114" sldId="476"/>
            <ac:spMk id="4" creationId="{90D3AE87-4C80-4821-9B89-ACC8B7425349}"/>
          </ac:spMkLst>
        </pc:spChg>
      </pc:sldChg>
      <pc:sldChg chg="new del">
        <pc:chgData name="Ella Vetter" userId="c6918cf5-f6c0-43cc-8499-a1f635017de9" providerId="ADAL" clId="{B0659DE8-36D2-463C-9931-A90715547410}" dt="2020-09-26T10:59:52.788" v="4" actId="47"/>
        <pc:sldMkLst>
          <pc:docMk/>
          <pc:sldMk cId="31255316" sldId="477"/>
        </pc:sldMkLst>
      </pc:sldChg>
      <pc:sldChg chg="add">
        <pc:chgData name="Ella Vetter" userId="c6918cf5-f6c0-43cc-8499-a1f635017de9" providerId="ADAL" clId="{B0659DE8-36D2-463C-9931-A90715547410}" dt="2020-09-26T10:59:54.357" v="5"/>
        <pc:sldMkLst>
          <pc:docMk/>
          <pc:sldMk cId="1198941845" sldId="477"/>
        </pc:sldMkLst>
      </pc:sldChg>
      <pc:sldChg chg="addSp delSp modSp new mod">
        <pc:chgData name="Ella Vetter" userId="c6918cf5-f6c0-43cc-8499-a1f635017de9" providerId="ADAL" clId="{B0659DE8-36D2-463C-9931-A90715547410}" dt="2020-09-26T11:04:54.324" v="105" actId="20577"/>
        <pc:sldMkLst>
          <pc:docMk/>
          <pc:sldMk cId="2955944527" sldId="478"/>
        </pc:sldMkLst>
        <pc:spChg chg="mod">
          <ac:chgData name="Ella Vetter" userId="c6918cf5-f6c0-43cc-8499-a1f635017de9" providerId="ADAL" clId="{B0659DE8-36D2-463C-9931-A90715547410}" dt="2020-09-26T11:02:26.464" v="33"/>
          <ac:spMkLst>
            <pc:docMk/>
            <pc:sldMk cId="2955944527" sldId="478"/>
            <ac:spMk id="2" creationId="{BDBD1DF1-BB00-486B-9C75-C803CDFE9DF7}"/>
          </ac:spMkLst>
        </pc:spChg>
        <pc:spChg chg="del mod">
          <ac:chgData name="Ella Vetter" userId="c6918cf5-f6c0-43cc-8499-a1f635017de9" providerId="ADAL" clId="{B0659DE8-36D2-463C-9931-A90715547410}" dt="2020-09-26T11:02:46.988" v="41" actId="478"/>
          <ac:spMkLst>
            <pc:docMk/>
            <pc:sldMk cId="2955944527" sldId="478"/>
            <ac:spMk id="3" creationId="{794A6F8A-4921-43D6-976F-FB68167C499C}"/>
          </ac:spMkLst>
        </pc:spChg>
        <pc:spChg chg="add mod">
          <ac:chgData name="Ella Vetter" userId="c6918cf5-f6c0-43cc-8499-a1f635017de9" providerId="ADAL" clId="{B0659DE8-36D2-463C-9931-A90715547410}" dt="2020-09-26T11:04:54.324" v="105" actId="20577"/>
          <ac:spMkLst>
            <pc:docMk/>
            <pc:sldMk cId="2955944527" sldId="478"/>
            <ac:spMk id="4" creationId="{60DBDEAB-20DE-41B3-B482-991E5C01ED23}"/>
          </ac:spMkLst>
        </pc:spChg>
      </pc:sldChg>
      <pc:sldChg chg="add">
        <pc:chgData name="Ella Vetter" userId="c6918cf5-f6c0-43cc-8499-a1f635017de9" providerId="ADAL" clId="{B0659DE8-36D2-463C-9931-A90715547410}" dt="2020-09-26T11:06:56.635" v="106"/>
        <pc:sldMkLst>
          <pc:docMk/>
          <pc:sldMk cId="3031442874" sldId="479"/>
        </pc:sldMkLst>
      </pc:sldChg>
      <pc:sldChg chg="add">
        <pc:chgData name="Ella Vetter" userId="c6918cf5-f6c0-43cc-8499-a1f635017de9" providerId="ADAL" clId="{B0659DE8-36D2-463C-9931-A90715547410}" dt="2020-09-26T11:06:56.635" v="106"/>
        <pc:sldMkLst>
          <pc:docMk/>
          <pc:sldMk cId="2128871792" sldId="480"/>
        </pc:sldMkLst>
      </pc:sldChg>
      <pc:sldChg chg="add">
        <pc:chgData name="Ella Vetter" userId="c6918cf5-f6c0-43cc-8499-a1f635017de9" providerId="ADAL" clId="{B0659DE8-36D2-463C-9931-A90715547410}" dt="2020-09-26T11:06:56.635" v="106"/>
        <pc:sldMkLst>
          <pc:docMk/>
          <pc:sldMk cId="2142268085" sldId="481"/>
        </pc:sldMkLst>
      </pc:sldChg>
      <pc:sldChg chg="add">
        <pc:chgData name="Ella Vetter" userId="c6918cf5-f6c0-43cc-8499-a1f635017de9" providerId="ADAL" clId="{B0659DE8-36D2-463C-9931-A90715547410}" dt="2020-09-26T11:06:56.635" v="106"/>
        <pc:sldMkLst>
          <pc:docMk/>
          <pc:sldMk cId="374156083" sldId="482"/>
        </pc:sldMkLst>
      </pc:sldChg>
      <pc:sldChg chg="add">
        <pc:chgData name="Ella Vetter" userId="c6918cf5-f6c0-43cc-8499-a1f635017de9" providerId="ADAL" clId="{B0659DE8-36D2-463C-9931-A90715547410}" dt="2020-09-26T11:06:56.635" v="106"/>
        <pc:sldMkLst>
          <pc:docMk/>
          <pc:sldMk cId="437168345" sldId="483"/>
        </pc:sldMkLst>
      </pc:sldChg>
      <pc:sldChg chg="add">
        <pc:chgData name="Ella Vetter" userId="c6918cf5-f6c0-43cc-8499-a1f635017de9" providerId="ADAL" clId="{B0659DE8-36D2-463C-9931-A90715547410}" dt="2020-09-26T11:06:56.635" v="106"/>
        <pc:sldMkLst>
          <pc:docMk/>
          <pc:sldMk cId="3909059820" sldId="484"/>
        </pc:sldMkLst>
      </pc:sldChg>
      <pc:sldChg chg="add">
        <pc:chgData name="Ella Vetter" userId="c6918cf5-f6c0-43cc-8499-a1f635017de9" providerId="ADAL" clId="{B0659DE8-36D2-463C-9931-A90715547410}" dt="2020-09-26T11:06:56.635" v="106"/>
        <pc:sldMkLst>
          <pc:docMk/>
          <pc:sldMk cId="378235431" sldId="485"/>
        </pc:sldMkLst>
      </pc:sldChg>
      <pc:sldChg chg="add">
        <pc:chgData name="Ella Vetter" userId="c6918cf5-f6c0-43cc-8499-a1f635017de9" providerId="ADAL" clId="{B0659DE8-36D2-463C-9931-A90715547410}" dt="2020-09-26T11:06:56.635" v="106"/>
        <pc:sldMkLst>
          <pc:docMk/>
          <pc:sldMk cId="1930943602" sldId="494"/>
        </pc:sldMkLst>
      </pc:sldChg>
      <pc:sldChg chg="add">
        <pc:chgData name="Ella Vetter" userId="c6918cf5-f6c0-43cc-8499-a1f635017de9" providerId="ADAL" clId="{B0659DE8-36D2-463C-9931-A90715547410}" dt="2020-09-26T11:06:56.635" v="106"/>
        <pc:sldMkLst>
          <pc:docMk/>
          <pc:sldMk cId="1741142692" sldId="495"/>
        </pc:sldMkLst>
      </pc:sldChg>
      <pc:sldChg chg="add">
        <pc:chgData name="Ella Vetter" userId="c6918cf5-f6c0-43cc-8499-a1f635017de9" providerId="ADAL" clId="{B0659DE8-36D2-463C-9931-A90715547410}" dt="2020-09-26T11:06:56.635" v="106"/>
        <pc:sldMkLst>
          <pc:docMk/>
          <pc:sldMk cId="783410187" sldId="496"/>
        </pc:sldMkLst>
      </pc:sldChg>
      <pc:sldChg chg="add">
        <pc:chgData name="Ella Vetter" userId="c6918cf5-f6c0-43cc-8499-a1f635017de9" providerId="ADAL" clId="{B0659DE8-36D2-463C-9931-A90715547410}" dt="2020-09-26T11:06:56.635" v="106"/>
        <pc:sldMkLst>
          <pc:docMk/>
          <pc:sldMk cId="1375826453" sldId="497"/>
        </pc:sldMkLst>
      </pc:sldChg>
      <pc:sldChg chg="add">
        <pc:chgData name="Ella Vetter" userId="c6918cf5-f6c0-43cc-8499-a1f635017de9" providerId="ADAL" clId="{B0659DE8-36D2-463C-9931-A90715547410}" dt="2020-09-26T11:06:56.635" v="106"/>
        <pc:sldMkLst>
          <pc:docMk/>
          <pc:sldMk cId="500220632" sldId="498"/>
        </pc:sldMkLst>
      </pc:sldChg>
      <pc:sldChg chg="add">
        <pc:chgData name="Ella Vetter" userId="c6918cf5-f6c0-43cc-8499-a1f635017de9" providerId="ADAL" clId="{B0659DE8-36D2-463C-9931-A90715547410}" dt="2020-09-26T11:06:56.635" v="106"/>
        <pc:sldMkLst>
          <pc:docMk/>
          <pc:sldMk cId="2912237422" sldId="499"/>
        </pc:sldMkLst>
      </pc:sldChg>
      <pc:sldChg chg="add">
        <pc:chgData name="Ella Vetter" userId="c6918cf5-f6c0-43cc-8499-a1f635017de9" providerId="ADAL" clId="{B0659DE8-36D2-463C-9931-A90715547410}" dt="2020-09-26T11:06:56.635" v="106"/>
        <pc:sldMkLst>
          <pc:docMk/>
          <pc:sldMk cId="819576546" sldId="500"/>
        </pc:sldMkLst>
      </pc:sldChg>
      <pc:sldChg chg="add">
        <pc:chgData name="Ella Vetter" userId="c6918cf5-f6c0-43cc-8499-a1f635017de9" providerId="ADAL" clId="{B0659DE8-36D2-463C-9931-A90715547410}" dt="2020-09-26T11:06:56.635" v="106"/>
        <pc:sldMkLst>
          <pc:docMk/>
          <pc:sldMk cId="3761099329" sldId="501"/>
        </pc:sldMkLst>
      </pc:sldChg>
      <pc:sldChg chg="add">
        <pc:chgData name="Ella Vetter" userId="c6918cf5-f6c0-43cc-8499-a1f635017de9" providerId="ADAL" clId="{B0659DE8-36D2-463C-9931-A90715547410}" dt="2020-09-26T11:06:56.635" v="106"/>
        <pc:sldMkLst>
          <pc:docMk/>
          <pc:sldMk cId="349378353" sldId="502"/>
        </pc:sldMkLst>
      </pc:sldChg>
      <pc:sldChg chg="add">
        <pc:chgData name="Ella Vetter" userId="c6918cf5-f6c0-43cc-8499-a1f635017de9" providerId="ADAL" clId="{B0659DE8-36D2-463C-9931-A90715547410}" dt="2020-09-26T11:06:56.635" v="106"/>
        <pc:sldMkLst>
          <pc:docMk/>
          <pc:sldMk cId="417613622" sldId="503"/>
        </pc:sldMkLst>
      </pc:sldChg>
      <pc:sldChg chg="add">
        <pc:chgData name="Ella Vetter" userId="c6918cf5-f6c0-43cc-8499-a1f635017de9" providerId="ADAL" clId="{B0659DE8-36D2-463C-9931-A90715547410}" dt="2020-09-26T11:06:56.635" v="106"/>
        <pc:sldMkLst>
          <pc:docMk/>
          <pc:sldMk cId="4263705820" sldId="504"/>
        </pc:sldMkLst>
      </pc:sldChg>
      <pc:sldChg chg="add">
        <pc:chgData name="Ella Vetter" userId="c6918cf5-f6c0-43cc-8499-a1f635017de9" providerId="ADAL" clId="{B0659DE8-36D2-463C-9931-A90715547410}" dt="2020-09-26T11:06:56.635" v="106"/>
        <pc:sldMkLst>
          <pc:docMk/>
          <pc:sldMk cId="67480477" sldId="516"/>
        </pc:sldMkLst>
      </pc:sldChg>
      <pc:sldChg chg="modSp add mod">
        <pc:chgData name="Ella Vetter" userId="c6918cf5-f6c0-43cc-8499-a1f635017de9" providerId="ADAL" clId="{B0659DE8-36D2-463C-9931-A90715547410}" dt="2020-09-26T13:10:27.307" v="1800" actId="14100"/>
        <pc:sldMkLst>
          <pc:docMk/>
          <pc:sldMk cId="535974365" sldId="517"/>
        </pc:sldMkLst>
        <pc:spChg chg="mod">
          <ac:chgData name="Ella Vetter" userId="c6918cf5-f6c0-43cc-8499-a1f635017de9" providerId="ADAL" clId="{B0659DE8-36D2-463C-9931-A90715547410}" dt="2020-09-26T13:10:27.307" v="1800" actId="14100"/>
          <ac:spMkLst>
            <pc:docMk/>
            <pc:sldMk cId="535974365" sldId="517"/>
            <ac:spMk id="3" creationId="{B7CAE11E-CA4E-49FF-9150-90D47366A4F1}"/>
          </ac:spMkLst>
        </pc:spChg>
      </pc:sldChg>
      <pc:sldChg chg="add ord">
        <pc:chgData name="Ella Vetter" userId="c6918cf5-f6c0-43cc-8499-a1f635017de9" providerId="ADAL" clId="{B0659DE8-36D2-463C-9931-A90715547410}" dt="2020-09-27T12:14:06.699" v="3118"/>
        <pc:sldMkLst>
          <pc:docMk/>
          <pc:sldMk cId="1049707517" sldId="518"/>
        </pc:sldMkLst>
      </pc:sldChg>
      <pc:sldChg chg="add">
        <pc:chgData name="Ella Vetter" userId="c6918cf5-f6c0-43cc-8499-a1f635017de9" providerId="ADAL" clId="{B0659DE8-36D2-463C-9931-A90715547410}" dt="2020-09-26T11:06:56.635" v="106"/>
        <pc:sldMkLst>
          <pc:docMk/>
          <pc:sldMk cId="4151303996" sldId="519"/>
        </pc:sldMkLst>
      </pc:sldChg>
      <pc:sldChg chg="add">
        <pc:chgData name="Ella Vetter" userId="c6918cf5-f6c0-43cc-8499-a1f635017de9" providerId="ADAL" clId="{B0659DE8-36D2-463C-9931-A90715547410}" dt="2020-09-26T11:06:56.635" v="106"/>
        <pc:sldMkLst>
          <pc:docMk/>
          <pc:sldMk cId="726291179" sldId="520"/>
        </pc:sldMkLst>
      </pc:sldChg>
      <pc:sldChg chg="add">
        <pc:chgData name="Ella Vetter" userId="c6918cf5-f6c0-43cc-8499-a1f635017de9" providerId="ADAL" clId="{B0659DE8-36D2-463C-9931-A90715547410}" dt="2020-09-26T11:06:56.635" v="106"/>
        <pc:sldMkLst>
          <pc:docMk/>
          <pc:sldMk cId="1296941216" sldId="521"/>
        </pc:sldMkLst>
      </pc:sldChg>
      <pc:sldChg chg="addSp delSp modSp new mod">
        <pc:chgData name="Ella Vetter" userId="c6918cf5-f6c0-43cc-8499-a1f635017de9" providerId="ADAL" clId="{B0659DE8-36D2-463C-9931-A90715547410}" dt="2020-09-26T11:17:27.764" v="149" actId="1035"/>
        <pc:sldMkLst>
          <pc:docMk/>
          <pc:sldMk cId="1741378795" sldId="522"/>
        </pc:sldMkLst>
        <pc:spChg chg="mod">
          <ac:chgData name="Ella Vetter" userId="c6918cf5-f6c0-43cc-8499-a1f635017de9" providerId="ADAL" clId="{B0659DE8-36D2-463C-9931-A90715547410}" dt="2020-09-26T11:13:57.528" v="126" actId="20577"/>
          <ac:spMkLst>
            <pc:docMk/>
            <pc:sldMk cId="1741378795" sldId="522"/>
            <ac:spMk id="2" creationId="{A279DB71-7D18-4A97-91DC-D67C39364319}"/>
          </ac:spMkLst>
        </pc:spChg>
        <pc:spChg chg="del">
          <ac:chgData name="Ella Vetter" userId="c6918cf5-f6c0-43cc-8499-a1f635017de9" providerId="ADAL" clId="{B0659DE8-36D2-463C-9931-A90715547410}" dt="2020-09-26T11:14:16.085" v="127" actId="478"/>
          <ac:spMkLst>
            <pc:docMk/>
            <pc:sldMk cId="1741378795" sldId="522"/>
            <ac:spMk id="3" creationId="{73C8C298-6D9E-4207-A4D0-6278E4AF0616}"/>
          </ac:spMkLst>
        </pc:spChg>
        <pc:spChg chg="add mod">
          <ac:chgData name="Ella Vetter" userId="c6918cf5-f6c0-43cc-8499-a1f635017de9" providerId="ADAL" clId="{B0659DE8-36D2-463C-9931-A90715547410}" dt="2020-09-26T11:17:27.764" v="149" actId="1035"/>
          <ac:spMkLst>
            <pc:docMk/>
            <pc:sldMk cId="1741378795" sldId="522"/>
            <ac:spMk id="4" creationId="{D0A8FC7C-ED75-44F7-980E-E8EBBE2EB1A2}"/>
          </ac:spMkLst>
        </pc:spChg>
      </pc:sldChg>
      <pc:sldChg chg="addSp delSp modSp new mod">
        <pc:chgData name="Ella Vetter" userId="c6918cf5-f6c0-43cc-8499-a1f635017de9" providerId="ADAL" clId="{B0659DE8-36D2-463C-9931-A90715547410}" dt="2020-09-26T11:34:17.466" v="526" actId="1076"/>
        <pc:sldMkLst>
          <pc:docMk/>
          <pc:sldMk cId="547889428" sldId="523"/>
        </pc:sldMkLst>
        <pc:spChg chg="mod">
          <ac:chgData name="Ella Vetter" userId="c6918cf5-f6c0-43cc-8499-a1f635017de9" providerId="ADAL" clId="{B0659DE8-36D2-463C-9931-A90715547410}" dt="2020-09-26T11:33:59.333" v="523" actId="20577"/>
          <ac:spMkLst>
            <pc:docMk/>
            <pc:sldMk cId="547889428" sldId="523"/>
            <ac:spMk id="2" creationId="{2FCC5B22-E7CC-4310-A1C5-306C665C2196}"/>
          </ac:spMkLst>
        </pc:spChg>
        <pc:spChg chg="del">
          <ac:chgData name="Ella Vetter" userId="c6918cf5-f6c0-43cc-8499-a1f635017de9" providerId="ADAL" clId="{B0659DE8-36D2-463C-9931-A90715547410}" dt="2020-09-26T11:33:50.241" v="505" actId="478"/>
          <ac:spMkLst>
            <pc:docMk/>
            <pc:sldMk cId="547889428" sldId="523"/>
            <ac:spMk id="3" creationId="{E9958055-2B64-4F48-9506-1F8DB2B8D34B}"/>
          </ac:spMkLst>
        </pc:spChg>
        <pc:spChg chg="add mod">
          <ac:chgData name="Ella Vetter" userId="c6918cf5-f6c0-43cc-8499-a1f635017de9" providerId="ADAL" clId="{B0659DE8-36D2-463C-9931-A90715547410}" dt="2020-09-26T11:33:54.069" v="506"/>
          <ac:spMkLst>
            <pc:docMk/>
            <pc:sldMk cId="547889428" sldId="523"/>
            <ac:spMk id="6" creationId="{7C89C9DF-39B8-4A7C-8717-931CB6747381}"/>
          </ac:spMkLst>
        </pc:spChg>
        <pc:graphicFrameChg chg="add mod modGraphic">
          <ac:chgData name="Ella Vetter" userId="c6918cf5-f6c0-43cc-8499-a1f635017de9" providerId="ADAL" clId="{B0659DE8-36D2-463C-9931-A90715547410}" dt="2020-09-26T11:34:17.466" v="526" actId="1076"/>
          <ac:graphicFrameMkLst>
            <pc:docMk/>
            <pc:sldMk cId="547889428" sldId="523"/>
            <ac:graphicFrameMk id="5" creationId="{D2CC276B-B3C7-4B8C-89EF-328C50DF191A}"/>
          </ac:graphicFrameMkLst>
        </pc:graphicFrameChg>
      </pc:sldChg>
      <pc:sldChg chg="addSp delSp modSp new mod">
        <pc:chgData name="Ella Vetter" userId="c6918cf5-f6c0-43cc-8499-a1f635017de9" providerId="ADAL" clId="{B0659DE8-36D2-463C-9931-A90715547410}" dt="2020-09-26T12:11:48.192" v="993"/>
        <pc:sldMkLst>
          <pc:docMk/>
          <pc:sldMk cId="2052477197" sldId="524"/>
        </pc:sldMkLst>
        <pc:spChg chg="mod">
          <ac:chgData name="Ella Vetter" userId="c6918cf5-f6c0-43cc-8499-a1f635017de9" providerId="ADAL" clId="{B0659DE8-36D2-463C-9931-A90715547410}" dt="2020-09-26T12:11:48.192" v="993"/>
          <ac:spMkLst>
            <pc:docMk/>
            <pc:sldMk cId="2052477197" sldId="524"/>
            <ac:spMk id="2" creationId="{490481A7-C2F2-49A7-88F0-75778793893B}"/>
          </ac:spMkLst>
        </pc:spChg>
        <pc:spChg chg="del">
          <ac:chgData name="Ella Vetter" userId="c6918cf5-f6c0-43cc-8499-a1f635017de9" providerId="ADAL" clId="{B0659DE8-36D2-463C-9931-A90715547410}" dt="2020-09-26T12:07:55.806" v="910" actId="478"/>
          <ac:spMkLst>
            <pc:docMk/>
            <pc:sldMk cId="2052477197" sldId="524"/>
            <ac:spMk id="3" creationId="{4E6FC2D9-47B8-4DA3-987A-68E0692BAE11}"/>
          </ac:spMkLst>
        </pc:spChg>
        <pc:spChg chg="add mod">
          <ac:chgData name="Ella Vetter" userId="c6918cf5-f6c0-43cc-8499-a1f635017de9" providerId="ADAL" clId="{B0659DE8-36D2-463C-9931-A90715547410}" dt="2020-09-26T12:08:06.925" v="914" actId="1076"/>
          <ac:spMkLst>
            <pc:docMk/>
            <pc:sldMk cId="2052477197" sldId="524"/>
            <ac:spMk id="6" creationId="{A1472F8E-ED8D-4BC7-83AE-B78B0A3A70C7}"/>
          </ac:spMkLst>
        </pc:spChg>
        <pc:graphicFrameChg chg="add mod modGraphic">
          <ac:chgData name="Ella Vetter" userId="c6918cf5-f6c0-43cc-8499-a1f635017de9" providerId="ADAL" clId="{B0659DE8-36D2-463C-9931-A90715547410}" dt="2020-09-26T12:08:15.364" v="917" actId="1076"/>
          <ac:graphicFrameMkLst>
            <pc:docMk/>
            <pc:sldMk cId="2052477197" sldId="524"/>
            <ac:graphicFrameMk id="5" creationId="{516050DB-103D-4FAD-882A-FBEBC0DDEC23}"/>
          </ac:graphicFrameMkLst>
        </pc:graphicFrameChg>
      </pc:sldChg>
      <pc:sldChg chg="addSp delSp modSp new mod">
        <pc:chgData name="Ella Vetter" userId="c6918cf5-f6c0-43cc-8499-a1f635017de9" providerId="ADAL" clId="{B0659DE8-36D2-463C-9931-A90715547410}" dt="2020-09-26T12:11:50.860" v="994"/>
        <pc:sldMkLst>
          <pc:docMk/>
          <pc:sldMk cId="3475833263" sldId="525"/>
        </pc:sldMkLst>
        <pc:spChg chg="mod">
          <ac:chgData name="Ella Vetter" userId="c6918cf5-f6c0-43cc-8499-a1f635017de9" providerId="ADAL" clId="{B0659DE8-36D2-463C-9931-A90715547410}" dt="2020-09-26T12:11:50.860" v="994"/>
          <ac:spMkLst>
            <pc:docMk/>
            <pc:sldMk cId="3475833263" sldId="525"/>
            <ac:spMk id="2" creationId="{003B4290-168A-40F8-BA76-B8B5D9053514}"/>
          </ac:spMkLst>
        </pc:spChg>
        <pc:spChg chg="del">
          <ac:chgData name="Ella Vetter" userId="c6918cf5-f6c0-43cc-8499-a1f635017de9" providerId="ADAL" clId="{B0659DE8-36D2-463C-9931-A90715547410}" dt="2020-09-26T12:08:43.250" v="924" actId="478"/>
          <ac:spMkLst>
            <pc:docMk/>
            <pc:sldMk cId="3475833263" sldId="525"/>
            <ac:spMk id="3" creationId="{66BEE9E1-5B3E-4764-9AA9-BF4D612C4DD5}"/>
          </ac:spMkLst>
        </pc:spChg>
        <pc:spChg chg="add mod">
          <ac:chgData name="Ella Vetter" userId="c6918cf5-f6c0-43cc-8499-a1f635017de9" providerId="ADAL" clId="{B0659DE8-36D2-463C-9931-A90715547410}" dt="2020-09-26T12:08:54.130" v="926" actId="14100"/>
          <ac:spMkLst>
            <pc:docMk/>
            <pc:sldMk cId="3475833263" sldId="525"/>
            <ac:spMk id="6" creationId="{4FEE5F33-209B-4D32-859B-44BDD19A9A9C}"/>
          </ac:spMkLst>
        </pc:spChg>
        <pc:graphicFrameChg chg="add mod modGraphic">
          <ac:chgData name="Ella Vetter" userId="c6918cf5-f6c0-43cc-8499-a1f635017de9" providerId="ADAL" clId="{B0659DE8-36D2-463C-9931-A90715547410}" dt="2020-09-26T12:08:42.022" v="923" actId="1076"/>
          <ac:graphicFrameMkLst>
            <pc:docMk/>
            <pc:sldMk cId="3475833263" sldId="525"/>
            <ac:graphicFrameMk id="5" creationId="{E39CFC7F-3AED-4919-8AB1-8F18BBDE6902}"/>
          </ac:graphicFrameMkLst>
        </pc:graphicFrameChg>
      </pc:sldChg>
      <pc:sldChg chg="addSp delSp modSp new mod">
        <pc:chgData name="Ella Vetter" userId="c6918cf5-f6c0-43cc-8499-a1f635017de9" providerId="ADAL" clId="{B0659DE8-36D2-463C-9931-A90715547410}" dt="2020-09-26T12:11:53.244" v="995"/>
        <pc:sldMkLst>
          <pc:docMk/>
          <pc:sldMk cId="3999870800" sldId="526"/>
        </pc:sldMkLst>
        <pc:spChg chg="mod">
          <ac:chgData name="Ella Vetter" userId="c6918cf5-f6c0-43cc-8499-a1f635017de9" providerId="ADAL" clId="{B0659DE8-36D2-463C-9931-A90715547410}" dt="2020-09-26T12:11:53.244" v="995"/>
          <ac:spMkLst>
            <pc:docMk/>
            <pc:sldMk cId="3999870800" sldId="526"/>
            <ac:spMk id="2" creationId="{FD20D76A-FF6A-4149-A489-1CE9A6F407C9}"/>
          </ac:spMkLst>
        </pc:spChg>
        <pc:spChg chg="del">
          <ac:chgData name="Ella Vetter" userId="c6918cf5-f6c0-43cc-8499-a1f635017de9" providerId="ADAL" clId="{B0659DE8-36D2-463C-9931-A90715547410}" dt="2020-09-26T12:09:42.530" v="939" actId="478"/>
          <ac:spMkLst>
            <pc:docMk/>
            <pc:sldMk cId="3999870800" sldId="526"/>
            <ac:spMk id="3" creationId="{02258956-705F-4813-970C-735D2D94794C}"/>
          </ac:spMkLst>
        </pc:spChg>
        <pc:spChg chg="add mod">
          <ac:chgData name="Ella Vetter" userId="c6918cf5-f6c0-43cc-8499-a1f635017de9" providerId="ADAL" clId="{B0659DE8-36D2-463C-9931-A90715547410}" dt="2020-09-26T12:10:18.285" v="948" actId="14100"/>
          <ac:spMkLst>
            <pc:docMk/>
            <pc:sldMk cId="3999870800" sldId="526"/>
            <ac:spMk id="6" creationId="{DCB6067F-7A96-4211-88AA-4319FA7A5BCE}"/>
          </ac:spMkLst>
        </pc:spChg>
        <pc:graphicFrameChg chg="add mod modGraphic">
          <ac:chgData name="Ella Vetter" userId="c6918cf5-f6c0-43cc-8499-a1f635017de9" providerId="ADAL" clId="{B0659DE8-36D2-463C-9931-A90715547410}" dt="2020-09-26T12:10:06.528" v="945" actId="1076"/>
          <ac:graphicFrameMkLst>
            <pc:docMk/>
            <pc:sldMk cId="3999870800" sldId="526"/>
            <ac:graphicFrameMk id="5" creationId="{15838B7D-777C-4146-808D-8AF9205DBFB1}"/>
          </ac:graphicFrameMkLst>
        </pc:graphicFrameChg>
      </pc:sldChg>
      <pc:sldChg chg="addSp delSp modSp new mod">
        <pc:chgData name="Ella Vetter" userId="c6918cf5-f6c0-43cc-8499-a1f635017de9" providerId="ADAL" clId="{B0659DE8-36D2-463C-9931-A90715547410}" dt="2020-09-26T12:11:57.655" v="997" actId="14100"/>
        <pc:sldMkLst>
          <pc:docMk/>
          <pc:sldMk cId="778725632" sldId="527"/>
        </pc:sldMkLst>
        <pc:spChg chg="mod">
          <ac:chgData name="Ella Vetter" userId="c6918cf5-f6c0-43cc-8499-a1f635017de9" providerId="ADAL" clId="{B0659DE8-36D2-463C-9931-A90715547410}" dt="2020-09-26T12:11:55.265" v="996"/>
          <ac:spMkLst>
            <pc:docMk/>
            <pc:sldMk cId="778725632" sldId="527"/>
            <ac:spMk id="2" creationId="{C0CB3625-F2D0-4394-9407-20889CCE2102}"/>
          </ac:spMkLst>
        </pc:spChg>
        <pc:spChg chg="del">
          <ac:chgData name="Ella Vetter" userId="c6918cf5-f6c0-43cc-8499-a1f635017de9" providerId="ADAL" clId="{B0659DE8-36D2-463C-9931-A90715547410}" dt="2020-09-26T12:10:52.989" v="958" actId="478"/>
          <ac:spMkLst>
            <pc:docMk/>
            <pc:sldMk cId="778725632" sldId="527"/>
            <ac:spMk id="3" creationId="{7145C4F9-5E25-49C4-8C7C-86906F5D42AB}"/>
          </ac:spMkLst>
        </pc:spChg>
        <pc:spChg chg="add mod">
          <ac:chgData name="Ella Vetter" userId="c6918cf5-f6c0-43cc-8499-a1f635017de9" providerId="ADAL" clId="{B0659DE8-36D2-463C-9931-A90715547410}" dt="2020-09-26T12:11:57.655" v="997" actId="14100"/>
          <ac:spMkLst>
            <pc:docMk/>
            <pc:sldMk cId="778725632" sldId="527"/>
            <ac:spMk id="6" creationId="{F1379153-96FC-40CC-A080-8682F62C7FA6}"/>
          </ac:spMkLst>
        </pc:spChg>
        <pc:graphicFrameChg chg="add mod modGraphic">
          <ac:chgData name="Ella Vetter" userId="c6918cf5-f6c0-43cc-8499-a1f635017de9" providerId="ADAL" clId="{B0659DE8-36D2-463C-9931-A90715547410}" dt="2020-09-26T12:11:03.052" v="964" actId="1038"/>
          <ac:graphicFrameMkLst>
            <pc:docMk/>
            <pc:sldMk cId="778725632" sldId="527"/>
            <ac:graphicFrameMk id="5" creationId="{2723502A-3A3B-42C5-BDF1-DADD1FEF0C86}"/>
          </ac:graphicFrameMkLst>
        </pc:graphicFrameChg>
      </pc:sldChg>
      <pc:sldChg chg="addSp delSp modSp new mod">
        <pc:chgData name="Ella Vetter" userId="c6918cf5-f6c0-43cc-8499-a1f635017de9" providerId="ADAL" clId="{B0659DE8-36D2-463C-9931-A90715547410}" dt="2020-09-26T12:11:59.703" v="998"/>
        <pc:sldMkLst>
          <pc:docMk/>
          <pc:sldMk cId="3739750334" sldId="528"/>
        </pc:sldMkLst>
        <pc:spChg chg="mod">
          <ac:chgData name="Ella Vetter" userId="c6918cf5-f6c0-43cc-8499-a1f635017de9" providerId="ADAL" clId="{B0659DE8-36D2-463C-9931-A90715547410}" dt="2020-09-26T12:11:59.703" v="998"/>
          <ac:spMkLst>
            <pc:docMk/>
            <pc:sldMk cId="3739750334" sldId="528"/>
            <ac:spMk id="2" creationId="{E7BE4C21-E3E4-4780-BB84-A235055DA6EA}"/>
          </ac:spMkLst>
        </pc:spChg>
        <pc:spChg chg="del">
          <ac:chgData name="Ella Vetter" userId="c6918cf5-f6c0-43cc-8499-a1f635017de9" providerId="ADAL" clId="{B0659DE8-36D2-463C-9931-A90715547410}" dt="2020-09-26T12:10:54.324" v="959" actId="478"/>
          <ac:spMkLst>
            <pc:docMk/>
            <pc:sldMk cId="3739750334" sldId="528"/>
            <ac:spMk id="3" creationId="{C18194ED-BD98-4631-A2CB-64F6C5A33437}"/>
          </ac:spMkLst>
        </pc:spChg>
        <pc:graphicFrameChg chg="add mod modGraphic">
          <ac:chgData name="Ella Vetter" userId="c6918cf5-f6c0-43cc-8499-a1f635017de9" providerId="ADAL" clId="{B0659DE8-36D2-463C-9931-A90715547410}" dt="2020-09-26T12:10:57.012" v="960" actId="1076"/>
          <ac:graphicFrameMkLst>
            <pc:docMk/>
            <pc:sldMk cId="3739750334" sldId="528"/>
            <ac:graphicFrameMk id="5" creationId="{6A2DB565-D65D-4D27-BC97-253ACB4ED5D9}"/>
          </ac:graphicFrameMkLst>
        </pc:graphicFrameChg>
      </pc:sldChg>
      <pc:sldChg chg="new del">
        <pc:chgData name="Ella Vetter" userId="c6918cf5-f6c0-43cc-8499-a1f635017de9" providerId="ADAL" clId="{B0659DE8-36D2-463C-9931-A90715547410}" dt="2020-09-26T12:11:34.165" v="991" actId="47"/>
        <pc:sldMkLst>
          <pc:docMk/>
          <pc:sldMk cId="1086337079" sldId="529"/>
        </pc:sldMkLst>
      </pc:sldChg>
      <pc:sldChg chg="addSp delSp modSp new mod modNotesTx">
        <pc:chgData name="Ella Vetter" userId="c6918cf5-f6c0-43cc-8499-a1f635017de9" providerId="ADAL" clId="{B0659DE8-36D2-463C-9931-A90715547410}" dt="2020-09-26T13:01:35.143" v="1715" actId="13926"/>
        <pc:sldMkLst>
          <pc:docMk/>
          <pc:sldMk cId="2465083848" sldId="529"/>
        </pc:sldMkLst>
        <pc:spChg chg="mod">
          <ac:chgData name="Ella Vetter" userId="c6918cf5-f6c0-43cc-8499-a1f635017de9" providerId="ADAL" clId="{B0659DE8-36D2-463C-9931-A90715547410}" dt="2020-09-26T13:01:35.143" v="1715" actId="13926"/>
          <ac:spMkLst>
            <pc:docMk/>
            <pc:sldMk cId="2465083848" sldId="529"/>
            <ac:spMk id="2" creationId="{FD6538F9-A8AF-4002-AA1A-D2B7AD2B3537}"/>
          </ac:spMkLst>
        </pc:spChg>
        <pc:spChg chg="del">
          <ac:chgData name="Ella Vetter" userId="c6918cf5-f6c0-43cc-8499-a1f635017de9" providerId="ADAL" clId="{B0659DE8-36D2-463C-9931-A90715547410}" dt="2020-09-26T12:39:15.217" v="1385" actId="478"/>
          <ac:spMkLst>
            <pc:docMk/>
            <pc:sldMk cId="2465083848" sldId="529"/>
            <ac:spMk id="3" creationId="{7A0E3D0B-8DC9-4965-ADC6-87C05CCAC7C2}"/>
          </ac:spMkLst>
        </pc:spChg>
        <pc:spChg chg="add mod">
          <ac:chgData name="Ella Vetter" userId="c6918cf5-f6c0-43cc-8499-a1f635017de9" providerId="ADAL" clId="{B0659DE8-36D2-463C-9931-A90715547410}" dt="2020-09-26T13:01:03.370" v="1707" actId="113"/>
          <ac:spMkLst>
            <pc:docMk/>
            <pc:sldMk cId="2465083848" sldId="529"/>
            <ac:spMk id="4" creationId="{5A8CD139-BF53-4E19-8438-33DC5374D489}"/>
          </ac:spMkLst>
        </pc:spChg>
        <pc:grpChg chg="add del mod">
          <ac:chgData name="Ella Vetter" userId="c6918cf5-f6c0-43cc-8499-a1f635017de9" providerId="ADAL" clId="{B0659DE8-36D2-463C-9931-A90715547410}" dt="2020-09-26T13:01:22.018" v="1708" actId="478"/>
          <ac:grpSpMkLst>
            <pc:docMk/>
            <pc:sldMk cId="2465083848" sldId="529"/>
            <ac:grpSpMk id="11" creationId="{E2CD115C-4E19-4970-9A51-57AED3431B9C}"/>
          </ac:grpSpMkLst>
        </pc:grpChg>
        <pc:picChg chg="add del mod">
          <ac:chgData name="Ella Vetter" userId="c6918cf5-f6c0-43cc-8499-a1f635017de9" providerId="ADAL" clId="{B0659DE8-36D2-463C-9931-A90715547410}" dt="2020-09-26T12:56:40.703" v="1621" actId="21"/>
          <ac:picMkLst>
            <pc:docMk/>
            <pc:sldMk cId="2465083848" sldId="529"/>
            <ac:picMk id="6" creationId="{31554E5B-6290-4FA2-8086-6DBED7DEEE95}"/>
          </ac:picMkLst>
        </pc:picChg>
        <pc:picChg chg="add mod modCrop">
          <ac:chgData name="Ella Vetter" userId="c6918cf5-f6c0-43cc-8499-a1f635017de9" providerId="ADAL" clId="{B0659DE8-36D2-463C-9931-A90715547410}" dt="2020-09-26T13:00:43.095" v="1701" actId="208"/>
          <ac:picMkLst>
            <pc:docMk/>
            <pc:sldMk cId="2465083848" sldId="529"/>
            <ac:picMk id="8" creationId="{E171C36D-C46E-4D27-AEAD-2D0C8CED53C2}"/>
          </ac:picMkLst>
        </pc:picChg>
        <pc:picChg chg="add mod modCrop">
          <ac:chgData name="Ella Vetter" userId="c6918cf5-f6c0-43cc-8499-a1f635017de9" providerId="ADAL" clId="{B0659DE8-36D2-463C-9931-A90715547410}" dt="2020-09-26T13:00:43.095" v="1701" actId="208"/>
          <ac:picMkLst>
            <pc:docMk/>
            <pc:sldMk cId="2465083848" sldId="529"/>
            <ac:picMk id="10" creationId="{7A27C459-C2CD-40F6-9C1F-F0D60B9482F7}"/>
          </ac:picMkLst>
        </pc:picChg>
        <pc:picChg chg="add mod">
          <ac:chgData name="Ella Vetter" userId="c6918cf5-f6c0-43cc-8499-a1f635017de9" providerId="ADAL" clId="{B0659DE8-36D2-463C-9931-A90715547410}" dt="2020-09-26T13:01:32.251" v="1714" actId="14100"/>
          <ac:picMkLst>
            <pc:docMk/>
            <pc:sldMk cId="2465083848" sldId="529"/>
            <ac:picMk id="13" creationId="{23AD5C95-5D71-433A-B6CB-275673C300D9}"/>
          </ac:picMkLst>
        </pc:picChg>
        <pc:picChg chg="add mod">
          <ac:chgData name="Ella Vetter" userId="c6918cf5-f6c0-43cc-8499-a1f635017de9" providerId="ADAL" clId="{B0659DE8-36D2-463C-9931-A90715547410}" dt="2020-09-26T13:01:27.144" v="1712" actId="1076"/>
          <ac:picMkLst>
            <pc:docMk/>
            <pc:sldMk cId="2465083848" sldId="529"/>
            <ac:picMk id="15" creationId="{151B967E-8C7D-4B23-B95D-64710923ECB0}"/>
          </ac:picMkLst>
        </pc:picChg>
      </pc:sldChg>
      <pc:sldChg chg="addSp delSp modSp new mod">
        <pc:chgData name="Ella Vetter" userId="c6918cf5-f6c0-43cc-8499-a1f635017de9" providerId="ADAL" clId="{B0659DE8-36D2-463C-9931-A90715547410}" dt="2020-09-27T12:44:12.042" v="3681" actId="255"/>
        <pc:sldMkLst>
          <pc:docMk/>
          <pc:sldMk cId="1778681071" sldId="530"/>
        </pc:sldMkLst>
        <pc:spChg chg="mod">
          <ac:chgData name="Ella Vetter" userId="c6918cf5-f6c0-43cc-8499-a1f635017de9" providerId="ADAL" clId="{B0659DE8-36D2-463C-9931-A90715547410}" dt="2020-09-26T13:14:19.891" v="1802"/>
          <ac:spMkLst>
            <pc:docMk/>
            <pc:sldMk cId="1778681071" sldId="530"/>
            <ac:spMk id="2" creationId="{D5A77085-9059-433A-AEA1-9D3CAE07BCDB}"/>
          </ac:spMkLst>
        </pc:spChg>
        <pc:spChg chg="mod">
          <ac:chgData name="Ella Vetter" userId="c6918cf5-f6c0-43cc-8499-a1f635017de9" providerId="ADAL" clId="{B0659DE8-36D2-463C-9931-A90715547410}" dt="2020-09-27T12:44:12.042" v="3681" actId="255"/>
          <ac:spMkLst>
            <pc:docMk/>
            <pc:sldMk cId="1778681071" sldId="530"/>
            <ac:spMk id="3" creationId="{4E58BD4F-F025-446B-B557-1B4200628CEC}"/>
          </ac:spMkLst>
        </pc:spChg>
        <pc:spChg chg="add del">
          <ac:chgData name="Ella Vetter" userId="c6918cf5-f6c0-43cc-8499-a1f635017de9" providerId="ADAL" clId="{B0659DE8-36D2-463C-9931-A90715547410}" dt="2020-09-27T12:41:23.755" v="3646"/>
          <ac:spMkLst>
            <pc:docMk/>
            <pc:sldMk cId="1778681071" sldId="530"/>
            <ac:spMk id="4" creationId="{D9C82FE1-C8BA-47AA-8CAF-1F0FB59760F7}"/>
          </ac:spMkLst>
        </pc:spChg>
      </pc:sldChg>
      <pc:sldChg chg="addSp delSp modSp add del mod">
        <pc:chgData name="Ella Vetter" userId="c6918cf5-f6c0-43cc-8499-a1f635017de9" providerId="ADAL" clId="{B0659DE8-36D2-463C-9931-A90715547410}" dt="2020-09-26T13:01:55.763" v="1716" actId="47"/>
        <pc:sldMkLst>
          <pc:docMk/>
          <pc:sldMk cId="3655421230" sldId="530"/>
        </pc:sldMkLst>
        <pc:spChg chg="del">
          <ac:chgData name="Ella Vetter" userId="c6918cf5-f6c0-43cc-8499-a1f635017de9" providerId="ADAL" clId="{B0659DE8-36D2-463C-9931-A90715547410}" dt="2020-09-26T12:43:02.570" v="1450" actId="478"/>
          <ac:spMkLst>
            <pc:docMk/>
            <pc:sldMk cId="3655421230" sldId="530"/>
            <ac:spMk id="4" creationId="{5A8CD139-BF53-4E19-8438-33DC5374D489}"/>
          </ac:spMkLst>
        </pc:spChg>
        <pc:spChg chg="add del mod">
          <ac:chgData name="Ella Vetter" userId="c6918cf5-f6c0-43cc-8499-a1f635017de9" providerId="ADAL" clId="{B0659DE8-36D2-463C-9931-A90715547410}" dt="2020-09-26T12:43:00.484" v="1449"/>
          <ac:spMkLst>
            <pc:docMk/>
            <pc:sldMk cId="3655421230" sldId="530"/>
            <ac:spMk id="9" creationId="{43B3D8A1-12B7-4E59-9281-5AFBA8AB31EB}"/>
          </ac:spMkLst>
        </pc:spChg>
        <pc:spChg chg="add del mod">
          <ac:chgData name="Ella Vetter" userId="c6918cf5-f6c0-43cc-8499-a1f635017de9" providerId="ADAL" clId="{B0659DE8-36D2-463C-9931-A90715547410}" dt="2020-09-26T12:43:04.944" v="1452" actId="478"/>
          <ac:spMkLst>
            <pc:docMk/>
            <pc:sldMk cId="3655421230" sldId="530"/>
            <ac:spMk id="11" creationId="{16711762-AD05-4987-A0C2-CD7CDF54B032}"/>
          </ac:spMkLst>
        </pc:spChg>
        <pc:spChg chg="add mod">
          <ac:chgData name="Ella Vetter" userId="c6918cf5-f6c0-43cc-8499-a1f635017de9" providerId="ADAL" clId="{B0659DE8-36D2-463C-9931-A90715547410}" dt="2020-09-26T12:43:08.212" v="1461" actId="20577"/>
          <ac:spMkLst>
            <pc:docMk/>
            <pc:sldMk cId="3655421230" sldId="530"/>
            <ac:spMk id="12" creationId="{2D32DB31-4AF5-4330-B094-C223979EDB1E}"/>
          </ac:spMkLst>
        </pc:spChg>
        <pc:picChg chg="add del mod">
          <ac:chgData name="Ella Vetter" userId="c6918cf5-f6c0-43cc-8499-a1f635017de9" providerId="ADAL" clId="{B0659DE8-36D2-463C-9931-A90715547410}" dt="2020-09-26T12:42:34.707" v="1399" actId="478"/>
          <ac:picMkLst>
            <pc:docMk/>
            <pc:sldMk cId="3655421230" sldId="530"/>
            <ac:picMk id="5" creationId="{E1263E98-CB4A-4029-A466-C1E3977904C8}"/>
          </ac:picMkLst>
        </pc:picChg>
        <pc:picChg chg="del">
          <ac:chgData name="Ella Vetter" userId="c6918cf5-f6c0-43cc-8499-a1f635017de9" providerId="ADAL" clId="{B0659DE8-36D2-463C-9931-A90715547410}" dt="2020-09-26T12:41:48.429" v="1396" actId="478"/>
          <ac:picMkLst>
            <pc:docMk/>
            <pc:sldMk cId="3655421230" sldId="530"/>
            <ac:picMk id="6" creationId="{31554E5B-6290-4FA2-8086-6DBED7DEEE95}"/>
          </ac:picMkLst>
        </pc:picChg>
        <pc:picChg chg="add mod">
          <ac:chgData name="Ella Vetter" userId="c6918cf5-f6c0-43cc-8499-a1f635017de9" providerId="ADAL" clId="{B0659DE8-36D2-463C-9931-A90715547410}" dt="2020-09-26T12:58:37.070" v="1690" actId="1076"/>
          <ac:picMkLst>
            <pc:docMk/>
            <pc:sldMk cId="3655421230" sldId="530"/>
            <ac:picMk id="8" creationId="{E7E1BA70-B8AB-4B61-8BE2-DB52073DE799}"/>
          </ac:picMkLst>
        </pc:picChg>
        <pc:picChg chg="add">
          <ac:chgData name="Ella Vetter" userId="c6918cf5-f6c0-43cc-8499-a1f635017de9" providerId="ADAL" clId="{B0659DE8-36D2-463C-9931-A90715547410}" dt="2020-09-26T12:56:42.767" v="1622" actId="22"/>
          <ac:picMkLst>
            <pc:docMk/>
            <pc:sldMk cId="3655421230" sldId="530"/>
            <ac:picMk id="14" creationId="{D42AE633-3B5B-4A62-8151-D0B71A287961}"/>
          </ac:picMkLst>
        </pc:picChg>
      </pc:sldChg>
      <pc:sldChg chg="modSp new mod">
        <pc:chgData name="Ella Vetter" userId="c6918cf5-f6c0-43cc-8499-a1f635017de9" providerId="ADAL" clId="{B0659DE8-36D2-463C-9931-A90715547410}" dt="2020-09-26T13:19:09.531" v="1950" actId="14100"/>
        <pc:sldMkLst>
          <pc:docMk/>
          <pc:sldMk cId="3579670038" sldId="531"/>
        </pc:sldMkLst>
        <pc:spChg chg="mod">
          <ac:chgData name="Ella Vetter" userId="c6918cf5-f6c0-43cc-8499-a1f635017de9" providerId="ADAL" clId="{B0659DE8-36D2-463C-9931-A90715547410}" dt="2020-09-26T13:17:58.556" v="1879" actId="20577"/>
          <ac:spMkLst>
            <pc:docMk/>
            <pc:sldMk cId="3579670038" sldId="531"/>
            <ac:spMk id="2" creationId="{7D357319-C62B-406F-92E4-6AFADA282E3C}"/>
          </ac:spMkLst>
        </pc:spChg>
        <pc:spChg chg="mod">
          <ac:chgData name="Ella Vetter" userId="c6918cf5-f6c0-43cc-8499-a1f635017de9" providerId="ADAL" clId="{B0659DE8-36D2-463C-9931-A90715547410}" dt="2020-09-26T13:19:09.531" v="1950" actId="14100"/>
          <ac:spMkLst>
            <pc:docMk/>
            <pc:sldMk cId="3579670038" sldId="531"/>
            <ac:spMk id="3" creationId="{9ADAC16D-DA49-4C55-835F-3AB4A53EC184}"/>
          </ac:spMkLst>
        </pc:spChg>
      </pc:sldChg>
      <pc:sldChg chg="modSp add mod">
        <pc:chgData name="Ella Vetter" userId="c6918cf5-f6c0-43cc-8499-a1f635017de9" providerId="ADAL" clId="{B0659DE8-36D2-463C-9931-A90715547410}" dt="2020-09-26T13:24:36.649" v="2083" actId="1037"/>
        <pc:sldMkLst>
          <pc:docMk/>
          <pc:sldMk cId="2165084241" sldId="532"/>
        </pc:sldMkLst>
        <pc:spChg chg="mod">
          <ac:chgData name="Ella Vetter" userId="c6918cf5-f6c0-43cc-8499-a1f635017de9" providerId="ADAL" clId="{B0659DE8-36D2-463C-9931-A90715547410}" dt="2020-09-26T13:24:36.649" v="2083" actId="1037"/>
          <ac:spMkLst>
            <pc:docMk/>
            <pc:sldMk cId="2165084241" sldId="532"/>
            <ac:spMk id="3" creationId="{9ADAC16D-DA49-4C55-835F-3AB4A53EC184}"/>
          </ac:spMkLst>
        </pc:spChg>
      </pc:sldChg>
      <pc:sldChg chg="addSp delSp modSp new mod">
        <pc:chgData name="Ella Vetter" userId="c6918cf5-f6c0-43cc-8499-a1f635017de9" providerId="ADAL" clId="{B0659DE8-36D2-463C-9931-A90715547410}" dt="2020-09-26T13:31:45.132" v="2161" actId="14100"/>
        <pc:sldMkLst>
          <pc:docMk/>
          <pc:sldMk cId="1640527075" sldId="533"/>
        </pc:sldMkLst>
        <pc:spChg chg="mod">
          <ac:chgData name="Ella Vetter" userId="c6918cf5-f6c0-43cc-8499-a1f635017de9" providerId="ADAL" clId="{B0659DE8-36D2-463C-9931-A90715547410}" dt="2020-09-26T13:25:20.686" v="2086" actId="113"/>
          <ac:spMkLst>
            <pc:docMk/>
            <pc:sldMk cId="1640527075" sldId="533"/>
            <ac:spMk id="2" creationId="{53580C8A-1055-4538-98BE-075C1C32D618}"/>
          </ac:spMkLst>
        </pc:spChg>
        <pc:spChg chg="mod">
          <ac:chgData name="Ella Vetter" userId="c6918cf5-f6c0-43cc-8499-a1f635017de9" providerId="ADAL" clId="{B0659DE8-36D2-463C-9931-A90715547410}" dt="2020-09-26T13:31:45.132" v="2161" actId="14100"/>
          <ac:spMkLst>
            <pc:docMk/>
            <pc:sldMk cId="1640527075" sldId="533"/>
            <ac:spMk id="3" creationId="{4DD9A189-09C9-4171-BF11-4B6B85455022}"/>
          </ac:spMkLst>
        </pc:spChg>
        <pc:spChg chg="add del">
          <ac:chgData name="Ella Vetter" userId="c6918cf5-f6c0-43cc-8499-a1f635017de9" providerId="ADAL" clId="{B0659DE8-36D2-463C-9931-A90715547410}" dt="2020-09-26T13:25:38.977" v="2129"/>
          <ac:spMkLst>
            <pc:docMk/>
            <pc:sldMk cId="1640527075" sldId="533"/>
            <ac:spMk id="4" creationId="{E247F1FB-D543-4CFF-B33C-E9C6C0B3C523}"/>
          </ac:spMkLst>
        </pc:spChg>
      </pc:sldChg>
      <pc:sldChg chg="modSp new mod">
        <pc:chgData name="Ella Vetter" userId="c6918cf5-f6c0-43cc-8499-a1f635017de9" providerId="ADAL" clId="{B0659DE8-36D2-463C-9931-A90715547410}" dt="2020-09-26T13:34:30.094" v="2225" actId="115"/>
        <pc:sldMkLst>
          <pc:docMk/>
          <pc:sldMk cId="2993239516" sldId="534"/>
        </pc:sldMkLst>
        <pc:spChg chg="mod">
          <ac:chgData name="Ella Vetter" userId="c6918cf5-f6c0-43cc-8499-a1f635017de9" providerId="ADAL" clId="{B0659DE8-36D2-463C-9931-A90715547410}" dt="2020-09-26T13:32:05.729" v="2172" actId="20577"/>
          <ac:spMkLst>
            <pc:docMk/>
            <pc:sldMk cId="2993239516" sldId="534"/>
            <ac:spMk id="2" creationId="{DF696FA7-EDD9-4CB2-90F4-E170E6D02484}"/>
          </ac:spMkLst>
        </pc:spChg>
        <pc:spChg chg="mod">
          <ac:chgData name="Ella Vetter" userId="c6918cf5-f6c0-43cc-8499-a1f635017de9" providerId="ADAL" clId="{B0659DE8-36D2-463C-9931-A90715547410}" dt="2020-09-26T13:34:30.094" v="2225" actId="115"/>
          <ac:spMkLst>
            <pc:docMk/>
            <pc:sldMk cId="2993239516" sldId="534"/>
            <ac:spMk id="3" creationId="{F6A8F320-8825-42D8-AD1C-46719A102AA5}"/>
          </ac:spMkLst>
        </pc:spChg>
      </pc:sldChg>
      <pc:sldChg chg="addSp delSp modSp new mod">
        <pc:chgData name="Ella Vetter" userId="c6918cf5-f6c0-43cc-8499-a1f635017de9" providerId="ADAL" clId="{B0659DE8-36D2-463C-9931-A90715547410}" dt="2020-09-26T13:38:29.106" v="2301" actId="948"/>
        <pc:sldMkLst>
          <pc:docMk/>
          <pc:sldMk cId="2617579182" sldId="535"/>
        </pc:sldMkLst>
        <pc:spChg chg="mod">
          <ac:chgData name="Ella Vetter" userId="c6918cf5-f6c0-43cc-8499-a1f635017de9" providerId="ADAL" clId="{B0659DE8-36D2-463C-9931-A90715547410}" dt="2020-09-26T13:34:48.089" v="2234" actId="20577"/>
          <ac:spMkLst>
            <pc:docMk/>
            <pc:sldMk cId="2617579182" sldId="535"/>
            <ac:spMk id="2" creationId="{2D28B1D9-9F98-4773-9668-772C0FCF711B}"/>
          </ac:spMkLst>
        </pc:spChg>
        <pc:spChg chg="mod">
          <ac:chgData name="Ella Vetter" userId="c6918cf5-f6c0-43cc-8499-a1f635017de9" providerId="ADAL" clId="{B0659DE8-36D2-463C-9931-A90715547410}" dt="2020-09-26T13:38:29.106" v="2301" actId="948"/>
          <ac:spMkLst>
            <pc:docMk/>
            <pc:sldMk cId="2617579182" sldId="535"/>
            <ac:spMk id="3" creationId="{00AB3D94-9A1B-44F5-98EF-31A56B6B429D}"/>
          </ac:spMkLst>
        </pc:spChg>
        <pc:spChg chg="add del">
          <ac:chgData name="Ella Vetter" userId="c6918cf5-f6c0-43cc-8499-a1f635017de9" providerId="ADAL" clId="{B0659DE8-36D2-463C-9931-A90715547410}" dt="2020-09-26T13:35:17.112" v="2239"/>
          <ac:spMkLst>
            <pc:docMk/>
            <pc:sldMk cId="2617579182" sldId="535"/>
            <ac:spMk id="4" creationId="{CD6FCBC2-C6EB-43AE-B8BE-C8EA7022808E}"/>
          </ac:spMkLst>
        </pc:spChg>
      </pc:sldChg>
      <pc:sldChg chg="addSp delSp modSp new mod">
        <pc:chgData name="Ella Vetter" userId="c6918cf5-f6c0-43cc-8499-a1f635017de9" providerId="ADAL" clId="{B0659DE8-36D2-463C-9931-A90715547410}" dt="2020-09-26T13:41:02.270" v="2406" actId="13926"/>
        <pc:sldMkLst>
          <pc:docMk/>
          <pc:sldMk cId="2725029332" sldId="536"/>
        </pc:sldMkLst>
        <pc:spChg chg="mod">
          <ac:chgData name="Ella Vetter" userId="c6918cf5-f6c0-43cc-8499-a1f635017de9" providerId="ADAL" clId="{B0659DE8-36D2-463C-9931-A90715547410}" dt="2020-09-26T13:38:37.635" v="2318" actId="20577"/>
          <ac:spMkLst>
            <pc:docMk/>
            <pc:sldMk cId="2725029332" sldId="536"/>
            <ac:spMk id="2" creationId="{30E5C042-4210-485A-AF85-BF44A3B49EEB}"/>
          </ac:spMkLst>
        </pc:spChg>
        <pc:spChg chg="mod">
          <ac:chgData name="Ella Vetter" userId="c6918cf5-f6c0-43cc-8499-a1f635017de9" providerId="ADAL" clId="{B0659DE8-36D2-463C-9931-A90715547410}" dt="2020-09-26T13:41:02.270" v="2406" actId="13926"/>
          <ac:spMkLst>
            <pc:docMk/>
            <pc:sldMk cId="2725029332" sldId="536"/>
            <ac:spMk id="3" creationId="{864ED186-72C5-4BB9-A152-BA8810FCED96}"/>
          </ac:spMkLst>
        </pc:spChg>
        <pc:spChg chg="add del">
          <ac:chgData name="Ella Vetter" userId="c6918cf5-f6c0-43cc-8499-a1f635017de9" providerId="ADAL" clId="{B0659DE8-36D2-463C-9931-A90715547410}" dt="2020-09-26T13:39:41.938" v="2365"/>
          <ac:spMkLst>
            <pc:docMk/>
            <pc:sldMk cId="2725029332" sldId="536"/>
            <ac:spMk id="4" creationId="{E6C4C883-1847-42F4-8D48-0090F39B932E}"/>
          </ac:spMkLst>
        </pc:spChg>
      </pc:sldChg>
      <pc:sldChg chg="modSp new mod">
        <pc:chgData name="Ella Vetter" userId="c6918cf5-f6c0-43cc-8499-a1f635017de9" providerId="ADAL" clId="{B0659DE8-36D2-463C-9931-A90715547410}" dt="2020-09-26T13:48:09.383" v="2488" actId="2710"/>
        <pc:sldMkLst>
          <pc:docMk/>
          <pc:sldMk cId="3596963511" sldId="537"/>
        </pc:sldMkLst>
        <pc:spChg chg="mod">
          <ac:chgData name="Ella Vetter" userId="c6918cf5-f6c0-43cc-8499-a1f635017de9" providerId="ADAL" clId="{B0659DE8-36D2-463C-9931-A90715547410}" dt="2020-09-26T13:42:57.282" v="2412" actId="20577"/>
          <ac:spMkLst>
            <pc:docMk/>
            <pc:sldMk cId="3596963511" sldId="537"/>
            <ac:spMk id="2" creationId="{36CA214C-DBF9-4442-8CA6-EEF146670D91}"/>
          </ac:spMkLst>
        </pc:spChg>
        <pc:spChg chg="mod">
          <ac:chgData name="Ella Vetter" userId="c6918cf5-f6c0-43cc-8499-a1f635017de9" providerId="ADAL" clId="{B0659DE8-36D2-463C-9931-A90715547410}" dt="2020-09-26T13:48:09.383" v="2488" actId="2710"/>
          <ac:spMkLst>
            <pc:docMk/>
            <pc:sldMk cId="3596963511" sldId="537"/>
            <ac:spMk id="3" creationId="{C118C100-FF98-46A5-B72D-B32FA46863BD}"/>
          </ac:spMkLst>
        </pc:spChg>
      </pc:sldChg>
      <pc:sldChg chg="modSp new mod">
        <pc:chgData name="Ella Vetter" userId="c6918cf5-f6c0-43cc-8499-a1f635017de9" providerId="ADAL" clId="{B0659DE8-36D2-463C-9931-A90715547410}" dt="2020-09-26T14:18:16.779" v="3047" actId="20577"/>
        <pc:sldMkLst>
          <pc:docMk/>
          <pc:sldMk cId="2863515830" sldId="538"/>
        </pc:sldMkLst>
        <pc:spChg chg="mod">
          <ac:chgData name="Ella Vetter" userId="c6918cf5-f6c0-43cc-8499-a1f635017de9" providerId="ADAL" clId="{B0659DE8-36D2-463C-9931-A90715547410}" dt="2020-09-26T14:18:16.779" v="3047" actId="20577"/>
          <ac:spMkLst>
            <pc:docMk/>
            <pc:sldMk cId="2863515830" sldId="538"/>
            <ac:spMk id="2" creationId="{F0032D20-AD51-4785-B40A-9A030B99B81D}"/>
          </ac:spMkLst>
        </pc:spChg>
        <pc:spChg chg="mod">
          <ac:chgData name="Ella Vetter" userId="c6918cf5-f6c0-43cc-8499-a1f635017de9" providerId="ADAL" clId="{B0659DE8-36D2-463C-9931-A90715547410}" dt="2020-09-26T13:54:39.134" v="2563" actId="14100"/>
          <ac:spMkLst>
            <pc:docMk/>
            <pc:sldMk cId="2863515830" sldId="538"/>
            <ac:spMk id="3" creationId="{714EB69B-2668-4F13-A8C9-11FB69C620C3}"/>
          </ac:spMkLst>
        </pc:spChg>
      </pc:sldChg>
      <pc:sldChg chg="addSp delSp modSp new mod">
        <pc:chgData name="Ella Vetter" userId="c6918cf5-f6c0-43cc-8499-a1f635017de9" providerId="ADAL" clId="{B0659DE8-36D2-463C-9931-A90715547410}" dt="2020-09-26T14:01:13.122" v="2763" actId="20577"/>
        <pc:sldMkLst>
          <pc:docMk/>
          <pc:sldMk cId="2396696650" sldId="539"/>
        </pc:sldMkLst>
        <pc:spChg chg="mod">
          <ac:chgData name="Ella Vetter" userId="c6918cf5-f6c0-43cc-8499-a1f635017de9" providerId="ADAL" clId="{B0659DE8-36D2-463C-9931-A90715547410}" dt="2020-09-26T13:55:59.653" v="2577" actId="20577"/>
          <ac:spMkLst>
            <pc:docMk/>
            <pc:sldMk cId="2396696650" sldId="539"/>
            <ac:spMk id="2" creationId="{56718C68-53A8-4B53-A120-2286A1377C58}"/>
          </ac:spMkLst>
        </pc:spChg>
        <pc:spChg chg="mod">
          <ac:chgData name="Ella Vetter" userId="c6918cf5-f6c0-43cc-8499-a1f635017de9" providerId="ADAL" clId="{B0659DE8-36D2-463C-9931-A90715547410}" dt="2020-09-26T14:01:13.122" v="2763" actId="20577"/>
          <ac:spMkLst>
            <pc:docMk/>
            <pc:sldMk cId="2396696650" sldId="539"/>
            <ac:spMk id="3" creationId="{CC72BB53-E684-46A0-8427-9274F7EC7B3D}"/>
          </ac:spMkLst>
        </pc:spChg>
        <pc:spChg chg="add del">
          <ac:chgData name="Ella Vetter" userId="c6918cf5-f6c0-43cc-8499-a1f635017de9" providerId="ADAL" clId="{B0659DE8-36D2-463C-9931-A90715547410}" dt="2020-09-26T13:56:51.558" v="2653"/>
          <ac:spMkLst>
            <pc:docMk/>
            <pc:sldMk cId="2396696650" sldId="539"/>
            <ac:spMk id="4" creationId="{8F2F7DF5-E299-4703-A4DA-74B71C54893E}"/>
          </ac:spMkLst>
        </pc:spChg>
      </pc:sldChg>
      <pc:sldChg chg="modSp new mod">
        <pc:chgData name="Ella Vetter" userId="c6918cf5-f6c0-43cc-8499-a1f635017de9" providerId="ADAL" clId="{B0659DE8-36D2-463C-9931-A90715547410}" dt="2020-09-26T14:05:10.955" v="2842" actId="13926"/>
        <pc:sldMkLst>
          <pc:docMk/>
          <pc:sldMk cId="1866711479" sldId="540"/>
        </pc:sldMkLst>
        <pc:spChg chg="mod">
          <ac:chgData name="Ella Vetter" userId="c6918cf5-f6c0-43cc-8499-a1f635017de9" providerId="ADAL" clId="{B0659DE8-36D2-463C-9931-A90715547410}" dt="2020-09-26T14:05:10.955" v="2842" actId="13926"/>
          <ac:spMkLst>
            <pc:docMk/>
            <pc:sldMk cId="1866711479" sldId="540"/>
            <ac:spMk id="2" creationId="{DAF2FE81-CA9C-43F5-B336-885ABCCF4313}"/>
          </ac:spMkLst>
        </pc:spChg>
        <pc:spChg chg="mod">
          <ac:chgData name="Ella Vetter" userId="c6918cf5-f6c0-43cc-8499-a1f635017de9" providerId="ADAL" clId="{B0659DE8-36D2-463C-9931-A90715547410}" dt="2020-09-26T14:05:07.205" v="2841" actId="14100"/>
          <ac:spMkLst>
            <pc:docMk/>
            <pc:sldMk cId="1866711479" sldId="540"/>
            <ac:spMk id="3" creationId="{D96A7695-6520-46CF-AF37-EAACE3CAD77F}"/>
          </ac:spMkLst>
        </pc:spChg>
      </pc:sldChg>
      <pc:sldChg chg="addSp delSp modSp new mod">
        <pc:chgData name="Ella Vetter" userId="c6918cf5-f6c0-43cc-8499-a1f635017de9" providerId="ADAL" clId="{B0659DE8-36D2-463C-9931-A90715547410}" dt="2020-09-26T14:13:13.930" v="2992" actId="14100"/>
        <pc:sldMkLst>
          <pc:docMk/>
          <pc:sldMk cId="2923023507" sldId="541"/>
        </pc:sldMkLst>
        <pc:spChg chg="mod">
          <ac:chgData name="Ella Vetter" userId="c6918cf5-f6c0-43cc-8499-a1f635017de9" providerId="ADAL" clId="{B0659DE8-36D2-463C-9931-A90715547410}" dt="2020-09-26T14:05:43.755" v="2859" actId="20577"/>
          <ac:spMkLst>
            <pc:docMk/>
            <pc:sldMk cId="2923023507" sldId="541"/>
            <ac:spMk id="2" creationId="{B3F9C71C-6091-415B-A254-07731D850975}"/>
          </ac:spMkLst>
        </pc:spChg>
        <pc:spChg chg="add del mod">
          <ac:chgData name="Ella Vetter" userId="c6918cf5-f6c0-43cc-8499-a1f635017de9" providerId="ADAL" clId="{B0659DE8-36D2-463C-9931-A90715547410}" dt="2020-09-26T14:13:13.930" v="2992" actId="14100"/>
          <ac:spMkLst>
            <pc:docMk/>
            <pc:sldMk cId="2923023507" sldId="541"/>
            <ac:spMk id="3" creationId="{EFD1642A-F066-4B1F-99EE-21FA7E05A841}"/>
          </ac:spMkLst>
        </pc:spChg>
        <pc:spChg chg="add del mod">
          <ac:chgData name="Ella Vetter" userId="c6918cf5-f6c0-43cc-8499-a1f635017de9" providerId="ADAL" clId="{B0659DE8-36D2-463C-9931-A90715547410}" dt="2020-09-26T14:05:49.576" v="2861"/>
          <ac:spMkLst>
            <pc:docMk/>
            <pc:sldMk cId="2923023507" sldId="541"/>
            <ac:spMk id="4" creationId="{FCB7EEAB-6288-40E1-90FB-F50B55E13BF1}"/>
          </ac:spMkLst>
        </pc:spChg>
        <pc:spChg chg="add del">
          <ac:chgData name="Ella Vetter" userId="c6918cf5-f6c0-43cc-8499-a1f635017de9" providerId="ADAL" clId="{B0659DE8-36D2-463C-9931-A90715547410}" dt="2020-09-26T14:11:16.098" v="2958"/>
          <ac:spMkLst>
            <pc:docMk/>
            <pc:sldMk cId="2923023507" sldId="541"/>
            <ac:spMk id="5" creationId="{B230F373-9CFD-4CDB-8470-1B4174C69A83}"/>
          </ac:spMkLst>
        </pc:spChg>
      </pc:sldChg>
      <pc:sldChg chg="modSp new mod">
        <pc:chgData name="Ella Vetter" userId="c6918cf5-f6c0-43cc-8499-a1f635017de9" providerId="ADAL" clId="{B0659DE8-36D2-463C-9931-A90715547410}" dt="2020-09-26T14:17:37.226" v="3045" actId="14100"/>
        <pc:sldMkLst>
          <pc:docMk/>
          <pc:sldMk cId="3254326173" sldId="542"/>
        </pc:sldMkLst>
        <pc:spChg chg="mod">
          <ac:chgData name="Ella Vetter" userId="c6918cf5-f6c0-43cc-8499-a1f635017de9" providerId="ADAL" clId="{B0659DE8-36D2-463C-9931-A90715547410}" dt="2020-09-26T14:14:07.023" v="2994"/>
          <ac:spMkLst>
            <pc:docMk/>
            <pc:sldMk cId="3254326173" sldId="542"/>
            <ac:spMk id="2" creationId="{2C193472-3B3E-473C-9446-2AA0372FB0C6}"/>
          </ac:spMkLst>
        </pc:spChg>
        <pc:spChg chg="mod">
          <ac:chgData name="Ella Vetter" userId="c6918cf5-f6c0-43cc-8499-a1f635017de9" providerId="ADAL" clId="{B0659DE8-36D2-463C-9931-A90715547410}" dt="2020-09-26T14:17:37.226" v="3045" actId="14100"/>
          <ac:spMkLst>
            <pc:docMk/>
            <pc:sldMk cId="3254326173" sldId="542"/>
            <ac:spMk id="3" creationId="{0036E9E2-542E-486B-9DD2-6D783A38B372}"/>
          </ac:spMkLst>
        </pc:spChg>
      </pc:sldChg>
      <pc:sldChg chg="addSp delSp modSp new mod">
        <pc:chgData name="Ella Vetter" userId="c6918cf5-f6c0-43cc-8499-a1f635017de9" providerId="ADAL" clId="{B0659DE8-36D2-463C-9931-A90715547410}" dt="2020-09-27T12:13:34.530" v="3112" actId="14100"/>
        <pc:sldMkLst>
          <pc:docMk/>
          <pc:sldMk cId="3551315343" sldId="543"/>
        </pc:sldMkLst>
        <pc:spChg chg="mod">
          <ac:chgData name="Ella Vetter" userId="c6918cf5-f6c0-43cc-8499-a1f635017de9" providerId="ADAL" clId="{B0659DE8-36D2-463C-9931-A90715547410}" dt="2020-09-27T12:11:08.624" v="3049"/>
          <ac:spMkLst>
            <pc:docMk/>
            <pc:sldMk cId="3551315343" sldId="543"/>
            <ac:spMk id="2" creationId="{E5BCA58F-02CB-46CB-9EC2-CEA314896B7B}"/>
          </ac:spMkLst>
        </pc:spChg>
        <pc:spChg chg="del">
          <ac:chgData name="Ella Vetter" userId="c6918cf5-f6c0-43cc-8499-a1f635017de9" providerId="ADAL" clId="{B0659DE8-36D2-463C-9931-A90715547410}" dt="2020-09-27T12:11:37.994" v="3050" actId="478"/>
          <ac:spMkLst>
            <pc:docMk/>
            <pc:sldMk cId="3551315343" sldId="543"/>
            <ac:spMk id="3" creationId="{295D1D9F-0D0E-4C21-B77C-7D6592C3C212}"/>
          </ac:spMkLst>
        </pc:spChg>
        <pc:spChg chg="add mod">
          <ac:chgData name="Ella Vetter" userId="c6918cf5-f6c0-43cc-8499-a1f635017de9" providerId="ADAL" clId="{B0659DE8-36D2-463C-9931-A90715547410}" dt="2020-09-27T12:12:31.137" v="3109" actId="20577"/>
          <ac:spMkLst>
            <pc:docMk/>
            <pc:sldMk cId="3551315343" sldId="543"/>
            <ac:spMk id="4" creationId="{65139893-6192-4358-B67F-12FA5DAFB234}"/>
          </ac:spMkLst>
        </pc:spChg>
        <pc:picChg chg="add mod">
          <ac:chgData name="Ella Vetter" userId="c6918cf5-f6c0-43cc-8499-a1f635017de9" providerId="ADAL" clId="{B0659DE8-36D2-463C-9931-A90715547410}" dt="2020-09-27T12:13:34.530" v="3112" actId="14100"/>
          <ac:picMkLst>
            <pc:docMk/>
            <pc:sldMk cId="3551315343" sldId="543"/>
            <ac:picMk id="6" creationId="{AE4023BC-9271-415D-9599-C99EB0671990}"/>
          </ac:picMkLst>
        </pc:picChg>
      </pc:sldChg>
      <pc:sldChg chg="addSp delSp modSp new mod">
        <pc:chgData name="Ella Vetter" userId="c6918cf5-f6c0-43cc-8499-a1f635017de9" providerId="ADAL" clId="{B0659DE8-36D2-463C-9931-A90715547410}" dt="2020-09-27T13:08:13.853" v="4065" actId="255"/>
        <pc:sldMkLst>
          <pc:docMk/>
          <pc:sldMk cId="601729793" sldId="544"/>
        </pc:sldMkLst>
        <pc:spChg chg="mod">
          <ac:chgData name="Ella Vetter" userId="c6918cf5-f6c0-43cc-8499-a1f635017de9" providerId="ADAL" clId="{B0659DE8-36D2-463C-9931-A90715547410}" dt="2020-09-27T12:13:41.652" v="3114"/>
          <ac:spMkLst>
            <pc:docMk/>
            <pc:sldMk cId="601729793" sldId="544"/>
            <ac:spMk id="2" creationId="{C98990CE-D3F1-420E-8325-113CB811C94E}"/>
          </ac:spMkLst>
        </pc:spChg>
        <pc:spChg chg="del">
          <ac:chgData name="Ella Vetter" userId="c6918cf5-f6c0-43cc-8499-a1f635017de9" providerId="ADAL" clId="{B0659DE8-36D2-463C-9931-A90715547410}" dt="2020-09-27T12:13:59.739" v="3115" actId="478"/>
          <ac:spMkLst>
            <pc:docMk/>
            <pc:sldMk cId="601729793" sldId="544"/>
            <ac:spMk id="3" creationId="{74F5583F-8119-497C-8788-2F11D5291E76}"/>
          </ac:spMkLst>
        </pc:spChg>
        <pc:spChg chg="add mod">
          <ac:chgData name="Ella Vetter" userId="c6918cf5-f6c0-43cc-8499-a1f635017de9" providerId="ADAL" clId="{B0659DE8-36D2-463C-9931-A90715547410}" dt="2020-09-27T13:08:13.853" v="4065" actId="255"/>
          <ac:spMkLst>
            <pc:docMk/>
            <pc:sldMk cId="601729793" sldId="544"/>
            <ac:spMk id="4" creationId="{AA544FF5-C4E6-4ABB-9432-9C8321384F04}"/>
          </ac:spMkLst>
        </pc:spChg>
        <pc:grpChg chg="add mod">
          <ac:chgData name="Ella Vetter" userId="c6918cf5-f6c0-43cc-8499-a1f635017de9" providerId="ADAL" clId="{B0659DE8-36D2-463C-9931-A90715547410}" dt="2020-09-27T12:16:14.658" v="3188" actId="1037"/>
          <ac:grpSpMkLst>
            <pc:docMk/>
            <pc:sldMk cId="601729793" sldId="544"/>
            <ac:grpSpMk id="9" creationId="{B89B75FF-ED84-4ADF-9D98-4C3820EC6673}"/>
          </ac:grpSpMkLst>
        </pc:grpChg>
        <pc:picChg chg="add mod modCrop">
          <ac:chgData name="Ella Vetter" userId="c6918cf5-f6c0-43cc-8499-a1f635017de9" providerId="ADAL" clId="{B0659DE8-36D2-463C-9931-A90715547410}" dt="2020-09-27T12:16:06.472" v="3175" actId="164"/>
          <ac:picMkLst>
            <pc:docMk/>
            <pc:sldMk cId="601729793" sldId="544"/>
            <ac:picMk id="6" creationId="{600F4CA7-7BF2-46D5-9409-7BD4B831CF38}"/>
          </ac:picMkLst>
        </pc:picChg>
        <pc:picChg chg="add mod modCrop">
          <ac:chgData name="Ella Vetter" userId="c6918cf5-f6c0-43cc-8499-a1f635017de9" providerId="ADAL" clId="{B0659DE8-36D2-463C-9931-A90715547410}" dt="2020-09-27T12:16:06.472" v="3175" actId="164"/>
          <ac:picMkLst>
            <pc:docMk/>
            <pc:sldMk cId="601729793" sldId="544"/>
            <ac:picMk id="8" creationId="{7A816198-EA7F-4512-B9BA-4670A37FB325}"/>
          </ac:picMkLst>
        </pc:picChg>
      </pc:sldChg>
      <pc:sldChg chg="addSp delSp modSp new mod">
        <pc:chgData name="Ella Vetter" userId="c6918cf5-f6c0-43cc-8499-a1f635017de9" providerId="ADAL" clId="{B0659DE8-36D2-463C-9931-A90715547410}" dt="2020-09-27T13:08:19.146" v="4066" actId="14100"/>
        <pc:sldMkLst>
          <pc:docMk/>
          <pc:sldMk cId="3476840202" sldId="545"/>
        </pc:sldMkLst>
        <pc:spChg chg="mod">
          <ac:chgData name="Ella Vetter" userId="c6918cf5-f6c0-43cc-8499-a1f635017de9" providerId="ADAL" clId="{B0659DE8-36D2-463C-9931-A90715547410}" dt="2020-09-27T12:26:13.367" v="3536" actId="13926"/>
          <ac:spMkLst>
            <pc:docMk/>
            <pc:sldMk cId="3476840202" sldId="545"/>
            <ac:spMk id="2" creationId="{639BE38A-E669-4D63-8A74-789E3EF89C8E}"/>
          </ac:spMkLst>
        </pc:spChg>
        <pc:spChg chg="del">
          <ac:chgData name="Ella Vetter" userId="c6918cf5-f6c0-43cc-8499-a1f635017de9" providerId="ADAL" clId="{B0659DE8-36D2-463C-9931-A90715547410}" dt="2020-09-27T12:16:38.746" v="3191" actId="478"/>
          <ac:spMkLst>
            <pc:docMk/>
            <pc:sldMk cId="3476840202" sldId="545"/>
            <ac:spMk id="3" creationId="{71A280EB-6FA3-44CF-BF6A-6AC4A6EFFDE7}"/>
          </ac:spMkLst>
        </pc:spChg>
        <pc:spChg chg="add mod">
          <ac:chgData name="Ella Vetter" userId="c6918cf5-f6c0-43cc-8499-a1f635017de9" providerId="ADAL" clId="{B0659DE8-36D2-463C-9931-A90715547410}" dt="2020-09-27T13:08:19.146" v="4066" actId="14100"/>
          <ac:spMkLst>
            <pc:docMk/>
            <pc:sldMk cId="3476840202" sldId="545"/>
            <ac:spMk id="4" creationId="{BD473C97-804B-445B-B815-BF5507F7EDFF}"/>
          </ac:spMkLst>
        </pc:spChg>
        <pc:spChg chg="add del">
          <ac:chgData name="Ella Vetter" userId="c6918cf5-f6c0-43cc-8499-a1f635017de9" providerId="ADAL" clId="{B0659DE8-36D2-463C-9931-A90715547410}" dt="2020-09-27T12:24:53.411" v="3468" actId="22"/>
          <ac:spMkLst>
            <pc:docMk/>
            <pc:sldMk cId="3476840202" sldId="545"/>
            <ac:spMk id="16" creationId="{5FC49F08-EE6A-460B-9DF8-2A22A488FBA1}"/>
          </ac:spMkLst>
        </pc:spChg>
        <pc:grpChg chg="add del mod">
          <ac:chgData name="Ella Vetter" userId="c6918cf5-f6c0-43cc-8499-a1f635017de9" providerId="ADAL" clId="{B0659DE8-36D2-463C-9931-A90715547410}" dt="2020-09-27T12:21:10.210" v="3363" actId="165"/>
          <ac:grpSpMkLst>
            <pc:docMk/>
            <pc:sldMk cId="3476840202" sldId="545"/>
            <ac:grpSpMk id="13" creationId="{C2D67E1D-81D9-405A-B1B4-136AA7049051}"/>
          </ac:grpSpMkLst>
        </pc:grpChg>
        <pc:grpChg chg="add del mod">
          <ac:chgData name="Ella Vetter" userId="c6918cf5-f6c0-43cc-8499-a1f635017de9" providerId="ADAL" clId="{B0659DE8-36D2-463C-9931-A90715547410}" dt="2020-09-27T12:25:04.183" v="3473" actId="478"/>
          <ac:grpSpMkLst>
            <pc:docMk/>
            <pc:sldMk cId="3476840202" sldId="545"/>
            <ac:grpSpMk id="14" creationId="{9CD57E6F-66EB-4635-A5E0-0E002583305D}"/>
          </ac:grpSpMkLst>
        </pc:grpChg>
        <pc:grpChg chg="add mod">
          <ac:chgData name="Ella Vetter" userId="c6918cf5-f6c0-43cc-8499-a1f635017de9" providerId="ADAL" clId="{B0659DE8-36D2-463C-9931-A90715547410}" dt="2020-09-27T12:25:34.298" v="3483" actId="14100"/>
          <ac:grpSpMkLst>
            <pc:docMk/>
            <pc:sldMk cId="3476840202" sldId="545"/>
            <ac:grpSpMk id="21" creationId="{907D3B0E-A679-4EA5-8400-88C3D0CCCE42}"/>
          </ac:grpSpMkLst>
        </pc:grpChg>
        <pc:picChg chg="add del mod">
          <ac:chgData name="Ella Vetter" userId="c6918cf5-f6c0-43cc-8499-a1f635017de9" providerId="ADAL" clId="{B0659DE8-36D2-463C-9931-A90715547410}" dt="2020-09-27T12:20:42.287" v="3350" actId="478"/>
          <ac:picMkLst>
            <pc:docMk/>
            <pc:sldMk cId="3476840202" sldId="545"/>
            <ac:picMk id="6" creationId="{8F5E9497-C23D-4F56-885B-E5CDA23138F8}"/>
          </ac:picMkLst>
        </pc:picChg>
        <pc:picChg chg="add del">
          <ac:chgData name="Ella Vetter" userId="c6918cf5-f6c0-43cc-8499-a1f635017de9" providerId="ADAL" clId="{B0659DE8-36D2-463C-9931-A90715547410}" dt="2020-09-27T12:20:40.795" v="3348" actId="22"/>
          <ac:picMkLst>
            <pc:docMk/>
            <pc:sldMk cId="3476840202" sldId="545"/>
            <ac:picMk id="8" creationId="{150DCCF5-7E1A-4DBF-BA1E-7228A67BFD2A}"/>
          </ac:picMkLst>
        </pc:picChg>
        <pc:picChg chg="add mod topLvl modCrop">
          <ac:chgData name="Ella Vetter" userId="c6918cf5-f6c0-43cc-8499-a1f635017de9" providerId="ADAL" clId="{B0659DE8-36D2-463C-9931-A90715547410}" dt="2020-09-27T12:21:28.609" v="3369" actId="164"/>
          <ac:picMkLst>
            <pc:docMk/>
            <pc:sldMk cId="3476840202" sldId="545"/>
            <ac:picMk id="10" creationId="{EF730F73-D4E8-4136-A063-4DDDBE204B14}"/>
          </ac:picMkLst>
        </pc:picChg>
        <pc:picChg chg="add mod topLvl modCrop">
          <ac:chgData name="Ella Vetter" userId="c6918cf5-f6c0-43cc-8499-a1f635017de9" providerId="ADAL" clId="{B0659DE8-36D2-463C-9931-A90715547410}" dt="2020-09-27T12:21:28.609" v="3369" actId="164"/>
          <ac:picMkLst>
            <pc:docMk/>
            <pc:sldMk cId="3476840202" sldId="545"/>
            <ac:picMk id="12" creationId="{6EC72260-8EA4-463E-ACEA-DA0DEF01A34F}"/>
          </ac:picMkLst>
        </pc:picChg>
        <pc:picChg chg="add mod modCrop">
          <ac:chgData name="Ella Vetter" userId="c6918cf5-f6c0-43cc-8499-a1f635017de9" providerId="ADAL" clId="{B0659DE8-36D2-463C-9931-A90715547410}" dt="2020-09-27T12:25:30.394" v="3481" actId="164"/>
          <ac:picMkLst>
            <pc:docMk/>
            <pc:sldMk cId="3476840202" sldId="545"/>
            <ac:picMk id="18" creationId="{C92CBD67-AB4D-4241-92B8-30D27BD032FB}"/>
          </ac:picMkLst>
        </pc:picChg>
        <pc:picChg chg="add mod modCrop">
          <ac:chgData name="Ella Vetter" userId="c6918cf5-f6c0-43cc-8499-a1f635017de9" providerId="ADAL" clId="{B0659DE8-36D2-463C-9931-A90715547410}" dt="2020-09-27T12:25:30.394" v="3481" actId="164"/>
          <ac:picMkLst>
            <pc:docMk/>
            <pc:sldMk cId="3476840202" sldId="545"/>
            <ac:picMk id="20" creationId="{01106A7F-8811-4F40-986F-D878C16D9C27}"/>
          </ac:picMkLst>
        </pc:picChg>
      </pc:sldChg>
      <pc:sldChg chg="addSp delSp modSp new mod">
        <pc:chgData name="Ella Vetter" userId="c6918cf5-f6c0-43cc-8499-a1f635017de9" providerId="ADAL" clId="{B0659DE8-36D2-463C-9931-A90715547410}" dt="2020-09-27T13:11:04.021" v="4077" actId="13926"/>
        <pc:sldMkLst>
          <pc:docMk/>
          <pc:sldMk cId="1354474015" sldId="546"/>
        </pc:sldMkLst>
        <pc:spChg chg="mod">
          <ac:chgData name="Ella Vetter" userId="c6918cf5-f6c0-43cc-8499-a1f635017de9" providerId="ADAL" clId="{B0659DE8-36D2-463C-9931-A90715547410}" dt="2020-09-27T13:11:04.021" v="4077" actId="13926"/>
          <ac:spMkLst>
            <pc:docMk/>
            <pc:sldMk cId="1354474015" sldId="546"/>
            <ac:spMk id="2" creationId="{306C0E7A-83DD-4260-8317-37E5CEF34535}"/>
          </ac:spMkLst>
        </pc:spChg>
        <pc:spChg chg="del">
          <ac:chgData name="Ella Vetter" userId="c6918cf5-f6c0-43cc-8499-a1f635017de9" providerId="ADAL" clId="{B0659DE8-36D2-463C-9931-A90715547410}" dt="2020-09-27T12:48:34.639" v="3692" actId="478"/>
          <ac:spMkLst>
            <pc:docMk/>
            <pc:sldMk cId="1354474015" sldId="546"/>
            <ac:spMk id="3" creationId="{78D682D6-BBD1-4F41-BA61-8C7B6F232689}"/>
          </ac:spMkLst>
        </pc:spChg>
        <pc:spChg chg="add del">
          <ac:chgData name="Ella Vetter" userId="c6918cf5-f6c0-43cc-8499-a1f635017de9" providerId="ADAL" clId="{B0659DE8-36D2-463C-9931-A90715547410}" dt="2020-09-27T12:48:43.107" v="3695" actId="22"/>
          <ac:spMkLst>
            <pc:docMk/>
            <pc:sldMk cId="1354474015" sldId="546"/>
            <ac:spMk id="5" creationId="{5EF787A5-11FD-4738-8629-3C3FF5CDA92D}"/>
          </ac:spMkLst>
        </pc:spChg>
        <pc:spChg chg="add del mod">
          <ac:chgData name="Ella Vetter" userId="c6918cf5-f6c0-43cc-8499-a1f635017de9" providerId="ADAL" clId="{B0659DE8-36D2-463C-9931-A90715547410}" dt="2020-09-27T12:49:00.913" v="3708" actId="478"/>
          <ac:spMkLst>
            <pc:docMk/>
            <pc:sldMk cId="1354474015" sldId="546"/>
            <ac:spMk id="6" creationId="{62B9077F-4BC1-4206-AA27-BD0DAA72FBD4}"/>
          </ac:spMkLst>
        </pc:spChg>
        <pc:spChg chg="add del mod">
          <ac:chgData name="Ella Vetter" userId="c6918cf5-f6c0-43cc-8499-a1f635017de9" providerId="ADAL" clId="{B0659DE8-36D2-463C-9931-A90715547410}" dt="2020-09-27T12:49:23.881" v="3709" actId="478"/>
          <ac:spMkLst>
            <pc:docMk/>
            <pc:sldMk cId="1354474015" sldId="546"/>
            <ac:spMk id="8" creationId="{CA767C69-E3A0-4ED6-B8F0-2024232AB27F}"/>
          </ac:spMkLst>
        </pc:spChg>
        <pc:spChg chg="add mod">
          <ac:chgData name="Ella Vetter" userId="c6918cf5-f6c0-43cc-8499-a1f635017de9" providerId="ADAL" clId="{B0659DE8-36D2-463C-9931-A90715547410}" dt="2020-09-27T12:50:03.499" v="3750" actId="20577"/>
          <ac:spMkLst>
            <pc:docMk/>
            <pc:sldMk cId="1354474015" sldId="546"/>
            <ac:spMk id="9" creationId="{687A0694-7CE0-48BB-8754-6E8689AAF114}"/>
          </ac:spMkLst>
        </pc:spChg>
        <pc:picChg chg="add del mod">
          <ac:chgData name="Ella Vetter" userId="c6918cf5-f6c0-43cc-8499-a1f635017de9" providerId="ADAL" clId="{B0659DE8-36D2-463C-9931-A90715547410}" dt="2020-09-27T13:10:56.639" v="4073" actId="478"/>
          <ac:picMkLst>
            <pc:docMk/>
            <pc:sldMk cId="1354474015" sldId="546"/>
            <ac:picMk id="11" creationId="{ED8215BF-6451-48E9-8715-5DA0B5DBCA53}"/>
          </ac:picMkLst>
        </pc:picChg>
        <pc:picChg chg="add mod">
          <ac:chgData name="Ella Vetter" userId="c6918cf5-f6c0-43cc-8499-a1f635017de9" providerId="ADAL" clId="{B0659DE8-36D2-463C-9931-A90715547410}" dt="2020-09-27T13:11:01.028" v="4076" actId="14100"/>
          <ac:picMkLst>
            <pc:docMk/>
            <pc:sldMk cId="1354474015" sldId="546"/>
            <ac:picMk id="13" creationId="{ED8A584D-B17F-4B15-B5FF-5CD0A3FC0931}"/>
          </ac:picMkLst>
        </pc:picChg>
      </pc:sldChg>
      <pc:sldChg chg="addSp delSp modSp add mod">
        <pc:chgData name="Ella Vetter" userId="c6918cf5-f6c0-43cc-8499-a1f635017de9" providerId="ADAL" clId="{B0659DE8-36D2-463C-9931-A90715547410}" dt="2020-09-27T13:08:34.266" v="4069" actId="13926"/>
        <pc:sldMkLst>
          <pc:docMk/>
          <pc:sldMk cId="1180223606" sldId="547"/>
        </pc:sldMkLst>
        <pc:spChg chg="mod">
          <ac:chgData name="Ella Vetter" userId="c6918cf5-f6c0-43cc-8499-a1f635017de9" providerId="ADAL" clId="{B0659DE8-36D2-463C-9931-A90715547410}" dt="2020-09-27T13:08:34.266" v="4069" actId="13926"/>
          <ac:spMkLst>
            <pc:docMk/>
            <pc:sldMk cId="1180223606" sldId="547"/>
            <ac:spMk id="2" creationId="{639BE38A-E669-4D63-8A74-789E3EF89C8E}"/>
          </ac:spMkLst>
        </pc:spChg>
        <pc:spChg chg="mod">
          <ac:chgData name="Ella Vetter" userId="c6918cf5-f6c0-43cc-8499-a1f635017de9" providerId="ADAL" clId="{B0659DE8-36D2-463C-9931-A90715547410}" dt="2020-09-27T13:08:23.540" v="4067" actId="255"/>
          <ac:spMkLst>
            <pc:docMk/>
            <pc:sldMk cId="1180223606" sldId="547"/>
            <ac:spMk id="4" creationId="{BD473C97-804B-445B-B815-BF5507F7EDFF}"/>
          </ac:spMkLst>
        </pc:spChg>
        <pc:spChg chg="add del">
          <ac:chgData name="Ella Vetter" userId="c6918cf5-f6c0-43cc-8499-a1f635017de9" providerId="ADAL" clId="{B0659DE8-36D2-463C-9931-A90715547410}" dt="2020-09-27T13:07:36.814" v="4057"/>
          <ac:spMkLst>
            <pc:docMk/>
            <pc:sldMk cId="1180223606" sldId="547"/>
            <ac:spMk id="8" creationId="{BEBC388E-545C-452B-A20D-4DE31D8A0E44}"/>
          </ac:spMkLst>
        </pc:spChg>
        <pc:grpChg chg="add mod">
          <ac:chgData name="Ella Vetter" userId="c6918cf5-f6c0-43cc-8499-a1f635017de9" providerId="ADAL" clId="{B0659DE8-36D2-463C-9931-A90715547410}" dt="2020-09-27T12:26:45.926" v="3548" actId="1076"/>
          <ac:grpSpMkLst>
            <pc:docMk/>
            <pc:sldMk cId="1180223606" sldId="547"/>
            <ac:grpSpMk id="7" creationId="{D393768B-040A-457F-93BB-CFBF54A61D28}"/>
          </ac:grpSpMkLst>
        </pc:grpChg>
        <pc:grpChg chg="del">
          <ac:chgData name="Ella Vetter" userId="c6918cf5-f6c0-43cc-8499-a1f635017de9" providerId="ADAL" clId="{B0659DE8-36D2-463C-9931-A90715547410}" dt="2020-09-27T12:26:18.935" v="3537" actId="478"/>
          <ac:grpSpMkLst>
            <pc:docMk/>
            <pc:sldMk cId="1180223606" sldId="547"/>
            <ac:grpSpMk id="14" creationId="{9CD57E6F-66EB-4635-A5E0-0E002583305D}"/>
          </ac:grpSpMkLst>
        </pc:grpChg>
        <pc:picChg chg="add mod modCrop">
          <ac:chgData name="Ella Vetter" userId="c6918cf5-f6c0-43cc-8499-a1f635017de9" providerId="ADAL" clId="{B0659DE8-36D2-463C-9931-A90715547410}" dt="2020-09-27T12:26:39.421" v="3546" actId="164"/>
          <ac:picMkLst>
            <pc:docMk/>
            <pc:sldMk cId="1180223606" sldId="547"/>
            <ac:picMk id="5" creationId="{131B87BB-4E5A-48CD-BD30-5508E9D0CA00}"/>
          </ac:picMkLst>
        </pc:picChg>
        <pc:picChg chg="add mod modCrop">
          <ac:chgData name="Ella Vetter" userId="c6918cf5-f6c0-43cc-8499-a1f635017de9" providerId="ADAL" clId="{B0659DE8-36D2-463C-9931-A90715547410}" dt="2020-09-27T12:26:39.421" v="3546" actId="164"/>
          <ac:picMkLst>
            <pc:docMk/>
            <pc:sldMk cId="1180223606" sldId="547"/>
            <ac:picMk id="6" creationId="{9C87CC2F-9DAF-4988-8CBC-DA31E044C694}"/>
          </ac:picMkLst>
        </pc:picChg>
      </pc:sldChg>
      <pc:sldChg chg="add del">
        <pc:chgData name="Ella Vetter" userId="c6918cf5-f6c0-43cc-8499-a1f635017de9" providerId="ADAL" clId="{B0659DE8-36D2-463C-9931-A90715547410}" dt="2020-09-27T12:24:52.574" v="3467"/>
        <pc:sldMkLst>
          <pc:docMk/>
          <pc:sldMk cId="2957803631" sldId="547"/>
        </pc:sldMkLst>
      </pc:sldChg>
      <pc:sldChg chg="new del">
        <pc:chgData name="Ella Vetter" userId="c6918cf5-f6c0-43cc-8499-a1f635017de9" providerId="ADAL" clId="{B0659DE8-36D2-463C-9931-A90715547410}" dt="2020-09-27T12:24:44.086" v="3462" actId="680"/>
        <pc:sldMkLst>
          <pc:docMk/>
          <pc:sldMk cId="3781412433" sldId="547"/>
        </pc:sldMkLst>
      </pc:sldChg>
      <pc:sldChg chg="new del">
        <pc:chgData name="Ella Vetter" userId="c6918cf5-f6c0-43cc-8499-a1f635017de9" providerId="ADAL" clId="{B0659DE8-36D2-463C-9931-A90715547410}" dt="2020-09-27T12:24:43.615" v="3461" actId="680"/>
        <pc:sldMkLst>
          <pc:docMk/>
          <pc:sldMk cId="429813789" sldId="548"/>
        </pc:sldMkLst>
      </pc:sldChg>
      <pc:sldChg chg="addSp delSp modSp add mod">
        <pc:chgData name="Ella Vetter" userId="c6918cf5-f6c0-43cc-8499-a1f635017de9" providerId="ADAL" clId="{B0659DE8-36D2-463C-9931-A90715547410}" dt="2020-09-27T13:08:31.272" v="4068" actId="14100"/>
        <pc:sldMkLst>
          <pc:docMk/>
          <pc:sldMk cId="1297820590" sldId="548"/>
        </pc:sldMkLst>
        <pc:spChg chg="mod">
          <ac:chgData name="Ella Vetter" userId="c6918cf5-f6c0-43cc-8499-a1f635017de9" providerId="ADAL" clId="{B0659DE8-36D2-463C-9931-A90715547410}" dt="2020-09-27T12:47:58.490" v="3690" actId="13926"/>
          <ac:spMkLst>
            <pc:docMk/>
            <pc:sldMk cId="1297820590" sldId="548"/>
            <ac:spMk id="2" creationId="{639BE38A-E669-4D63-8A74-789E3EF89C8E}"/>
          </ac:spMkLst>
        </pc:spChg>
        <pc:spChg chg="mod">
          <ac:chgData name="Ella Vetter" userId="c6918cf5-f6c0-43cc-8499-a1f635017de9" providerId="ADAL" clId="{B0659DE8-36D2-463C-9931-A90715547410}" dt="2020-09-27T13:08:31.272" v="4068" actId="14100"/>
          <ac:spMkLst>
            <pc:docMk/>
            <pc:sldMk cId="1297820590" sldId="548"/>
            <ac:spMk id="4" creationId="{BD473C97-804B-445B-B815-BF5507F7EDFF}"/>
          </ac:spMkLst>
        </pc:spChg>
        <pc:grpChg chg="add mod">
          <ac:chgData name="Ella Vetter" userId="c6918cf5-f6c0-43cc-8499-a1f635017de9" providerId="ADAL" clId="{B0659DE8-36D2-463C-9931-A90715547410}" dt="2020-09-27T12:27:40.347" v="3568" actId="1036"/>
          <ac:grpSpMkLst>
            <pc:docMk/>
            <pc:sldMk cId="1297820590" sldId="548"/>
            <ac:grpSpMk id="7" creationId="{C9272A0B-AC9A-4D18-809B-A103168545D9}"/>
          </ac:grpSpMkLst>
        </pc:grpChg>
        <pc:grpChg chg="del">
          <ac:chgData name="Ella Vetter" userId="c6918cf5-f6c0-43cc-8499-a1f635017de9" providerId="ADAL" clId="{B0659DE8-36D2-463C-9931-A90715547410}" dt="2020-09-27T12:27:18.624" v="3555" actId="478"/>
          <ac:grpSpMkLst>
            <pc:docMk/>
            <pc:sldMk cId="1297820590" sldId="548"/>
            <ac:grpSpMk id="14" creationId="{9CD57E6F-66EB-4635-A5E0-0E002583305D}"/>
          </ac:grpSpMkLst>
        </pc:grpChg>
        <pc:picChg chg="add mod modCrop">
          <ac:chgData name="Ella Vetter" userId="c6918cf5-f6c0-43cc-8499-a1f635017de9" providerId="ADAL" clId="{B0659DE8-36D2-463C-9931-A90715547410}" dt="2020-09-27T12:27:31.268" v="3561" actId="164"/>
          <ac:picMkLst>
            <pc:docMk/>
            <pc:sldMk cId="1297820590" sldId="548"/>
            <ac:picMk id="5" creationId="{F0332B94-4E33-4E21-AA53-D4BF347BBE3C}"/>
          </ac:picMkLst>
        </pc:picChg>
        <pc:picChg chg="add mod modCrop">
          <ac:chgData name="Ella Vetter" userId="c6918cf5-f6c0-43cc-8499-a1f635017de9" providerId="ADAL" clId="{B0659DE8-36D2-463C-9931-A90715547410}" dt="2020-09-27T12:27:31.268" v="3561" actId="164"/>
          <ac:picMkLst>
            <pc:docMk/>
            <pc:sldMk cId="1297820590" sldId="548"/>
            <ac:picMk id="6" creationId="{A8B1A24E-B3E8-4E38-9B78-ECD1924BBCF2}"/>
          </ac:picMkLst>
        </pc:picChg>
      </pc:sldChg>
      <pc:sldChg chg="add del">
        <pc:chgData name="Ella Vetter" userId="c6918cf5-f6c0-43cc-8499-a1f635017de9" providerId="ADAL" clId="{B0659DE8-36D2-463C-9931-A90715547410}" dt="2020-09-27T12:24:51.923" v="3466"/>
        <pc:sldMkLst>
          <pc:docMk/>
          <pc:sldMk cId="4186763557" sldId="548"/>
        </pc:sldMkLst>
      </pc:sldChg>
      <pc:sldChg chg="addSp delSp modSp new mod">
        <pc:chgData name="Ella Vetter" userId="c6918cf5-f6c0-43cc-8499-a1f635017de9" providerId="ADAL" clId="{B0659DE8-36D2-463C-9931-A90715547410}" dt="2020-09-27T13:13:25.171" v="4089" actId="13926"/>
        <pc:sldMkLst>
          <pc:docMk/>
          <pc:sldMk cId="3607844783" sldId="549"/>
        </pc:sldMkLst>
        <pc:spChg chg="mod">
          <ac:chgData name="Ella Vetter" userId="c6918cf5-f6c0-43cc-8499-a1f635017de9" providerId="ADAL" clId="{B0659DE8-36D2-463C-9931-A90715547410}" dt="2020-09-27T13:13:25.171" v="4089" actId="13926"/>
          <ac:spMkLst>
            <pc:docMk/>
            <pc:sldMk cId="3607844783" sldId="549"/>
            <ac:spMk id="2" creationId="{7A11ED56-0FB3-481B-8224-129537D56972}"/>
          </ac:spMkLst>
        </pc:spChg>
        <pc:spChg chg="del">
          <ac:chgData name="Ella Vetter" userId="c6918cf5-f6c0-43cc-8499-a1f635017de9" providerId="ADAL" clId="{B0659DE8-36D2-463C-9931-A90715547410}" dt="2020-09-27T12:50:31.889" v="3753" actId="478"/>
          <ac:spMkLst>
            <pc:docMk/>
            <pc:sldMk cId="3607844783" sldId="549"/>
            <ac:spMk id="3" creationId="{FB740606-2FB6-45C2-BD12-15131BA2A4C2}"/>
          </ac:spMkLst>
        </pc:spChg>
        <pc:spChg chg="add mod">
          <ac:chgData name="Ella Vetter" userId="c6918cf5-f6c0-43cc-8499-a1f635017de9" providerId="ADAL" clId="{B0659DE8-36D2-463C-9931-A90715547410}" dt="2020-09-27T12:54:52.027" v="3985" actId="14100"/>
          <ac:spMkLst>
            <pc:docMk/>
            <pc:sldMk cId="3607844783" sldId="549"/>
            <ac:spMk id="4" creationId="{B91D268C-468F-4C85-AF9F-F6E27BE63C71}"/>
          </ac:spMkLst>
        </pc:spChg>
        <pc:grpChg chg="add mod">
          <ac:chgData name="Ella Vetter" userId="c6918cf5-f6c0-43cc-8499-a1f635017de9" providerId="ADAL" clId="{B0659DE8-36D2-463C-9931-A90715547410}" dt="2020-09-27T13:11:54.579" v="4088" actId="1076"/>
          <ac:grpSpMkLst>
            <pc:docMk/>
            <pc:sldMk cId="3607844783" sldId="549"/>
            <ac:grpSpMk id="9" creationId="{6CCA6D55-1087-4736-8E1E-23EE2498EFA1}"/>
          </ac:grpSpMkLst>
        </pc:grpChg>
        <pc:picChg chg="add mod modCrop">
          <ac:chgData name="Ella Vetter" userId="c6918cf5-f6c0-43cc-8499-a1f635017de9" providerId="ADAL" clId="{B0659DE8-36D2-463C-9931-A90715547410}" dt="2020-09-27T13:11:50.822" v="4086" actId="164"/>
          <ac:picMkLst>
            <pc:docMk/>
            <pc:sldMk cId="3607844783" sldId="549"/>
            <ac:picMk id="6" creationId="{BAB07598-4A6F-4991-B90E-D7106B5688ED}"/>
          </ac:picMkLst>
        </pc:picChg>
        <pc:picChg chg="add mod modCrop">
          <ac:chgData name="Ella Vetter" userId="c6918cf5-f6c0-43cc-8499-a1f635017de9" providerId="ADAL" clId="{B0659DE8-36D2-463C-9931-A90715547410}" dt="2020-09-27T13:11:50.822" v="4086" actId="164"/>
          <ac:picMkLst>
            <pc:docMk/>
            <pc:sldMk cId="3607844783" sldId="549"/>
            <ac:picMk id="8" creationId="{B514B97F-2F27-4AF3-9ED0-F45FA9858841}"/>
          </ac:picMkLst>
        </pc:picChg>
      </pc:sldChg>
      <pc:sldChg chg="modSp mod">
        <pc:chgData name="Ella Vetter" userId="c6918cf5-f6c0-43cc-8499-a1f635017de9" providerId="ADAL" clId="{B0659DE8-36D2-463C-9931-A90715547410}" dt="2020-09-29T11:53:01.450" v="4090" actId="14100"/>
        <pc:sldMkLst>
          <pc:docMk/>
          <pc:sldMk cId="4049458046" sldId="565"/>
        </pc:sldMkLst>
        <pc:spChg chg="mod">
          <ac:chgData name="Ella Vetter" userId="c6918cf5-f6c0-43cc-8499-a1f635017de9" providerId="ADAL" clId="{B0659DE8-36D2-463C-9931-A90715547410}" dt="2020-09-29T11:53:01.450" v="4090" actId="14100"/>
          <ac:spMkLst>
            <pc:docMk/>
            <pc:sldMk cId="4049458046" sldId="565"/>
            <ac:spMk id="3" creationId="{55F5B11A-5843-4F0D-838C-C44331D476F9}"/>
          </ac:spMkLst>
        </pc:spChg>
      </pc:sldChg>
    </pc:docChg>
  </pc:docChgLst>
  <pc:docChgLst>
    <pc:chgData name="Ella Vetter" userId="c6918cf5-f6c0-43cc-8499-a1f635017de9" providerId="ADAL" clId="{22EFE3A8-FE0D-40D4-A924-122FC46E40FF}"/>
    <pc:docChg chg="undo custSel modSld">
      <pc:chgData name="Ella Vetter" userId="c6918cf5-f6c0-43cc-8499-a1f635017de9" providerId="ADAL" clId="{22EFE3A8-FE0D-40D4-A924-122FC46E40FF}" dt="2020-10-01T22:00:29.229" v="219" actId="20577"/>
      <pc:docMkLst>
        <pc:docMk/>
      </pc:docMkLst>
      <pc:sldChg chg="modSp mod">
        <pc:chgData name="Ella Vetter" userId="c6918cf5-f6c0-43cc-8499-a1f635017de9" providerId="ADAL" clId="{22EFE3A8-FE0D-40D4-A924-122FC46E40FF}" dt="2020-10-01T22:00:29.229" v="219" actId="20577"/>
        <pc:sldMkLst>
          <pc:docMk/>
          <pc:sldMk cId="2955944527" sldId="478"/>
        </pc:sldMkLst>
        <pc:spChg chg="mod">
          <ac:chgData name="Ella Vetter" userId="c6918cf5-f6c0-43cc-8499-a1f635017de9" providerId="ADAL" clId="{22EFE3A8-FE0D-40D4-A924-122FC46E40FF}" dt="2020-10-01T21:58:34.617" v="0" actId="13926"/>
          <ac:spMkLst>
            <pc:docMk/>
            <pc:sldMk cId="2955944527" sldId="478"/>
            <ac:spMk id="2" creationId="{BDBD1DF1-BB00-486B-9C75-C803CDFE9DF7}"/>
          </ac:spMkLst>
        </pc:spChg>
        <pc:spChg chg="mod">
          <ac:chgData name="Ella Vetter" userId="c6918cf5-f6c0-43cc-8499-a1f635017de9" providerId="ADAL" clId="{22EFE3A8-FE0D-40D4-A924-122FC46E40FF}" dt="2020-10-01T22:00:29.229" v="219" actId="20577"/>
          <ac:spMkLst>
            <pc:docMk/>
            <pc:sldMk cId="2955944527" sldId="478"/>
            <ac:spMk id="4" creationId="{60DBDEAB-20DE-41B3-B482-991E5C01ED23}"/>
          </ac:spMkLst>
        </pc:spChg>
      </pc:sldChg>
    </pc:docChg>
  </pc:docChgLst>
  <pc:docChgLst>
    <pc:chgData name="Ella" userId="c6918cf5-f6c0-43cc-8499-a1f635017de9" providerId="ADAL" clId="{B0659DE8-36D2-463C-9931-A90715547410}"/>
    <pc:docChg chg="undo custSel addSld delSld modSld sldOrd">
      <pc:chgData name="Ella" userId="c6918cf5-f6c0-43cc-8499-a1f635017de9" providerId="ADAL" clId="{B0659DE8-36D2-463C-9931-A90715547410}" dt="2020-09-28T20:46:27.846" v="2922" actId="1035"/>
      <pc:docMkLst>
        <pc:docMk/>
      </pc:docMkLst>
      <pc:sldChg chg="modSp mod">
        <pc:chgData name="Ella" userId="c6918cf5-f6c0-43cc-8499-a1f635017de9" providerId="ADAL" clId="{B0659DE8-36D2-463C-9931-A90715547410}" dt="2020-09-28T17:20:08.489" v="722" actId="1036"/>
        <pc:sldMkLst>
          <pc:docMk/>
          <pc:sldMk cId="3358023739" sldId="415"/>
        </pc:sldMkLst>
        <pc:spChg chg="mod">
          <ac:chgData name="Ella" userId="c6918cf5-f6c0-43cc-8499-a1f635017de9" providerId="ADAL" clId="{B0659DE8-36D2-463C-9931-A90715547410}" dt="2020-09-28T17:20:08.489" v="722" actId="1036"/>
          <ac:spMkLst>
            <pc:docMk/>
            <pc:sldMk cId="3358023739" sldId="415"/>
            <ac:spMk id="10" creationId="{8C297EB3-C292-4E76-8145-AA8D8783E79F}"/>
          </ac:spMkLst>
        </pc:spChg>
      </pc:sldChg>
      <pc:sldChg chg="modSp mod">
        <pc:chgData name="Ella" userId="c6918cf5-f6c0-43cc-8499-a1f635017de9" providerId="ADAL" clId="{B0659DE8-36D2-463C-9931-A90715547410}" dt="2020-09-28T19:21:07.861" v="2208" actId="20577"/>
        <pc:sldMkLst>
          <pc:docMk/>
          <pc:sldMk cId="2955944527" sldId="478"/>
        </pc:sldMkLst>
        <pc:spChg chg="mod">
          <ac:chgData name="Ella" userId="c6918cf5-f6c0-43cc-8499-a1f635017de9" providerId="ADAL" clId="{B0659DE8-36D2-463C-9931-A90715547410}" dt="2020-09-28T19:21:07.861" v="2208" actId="20577"/>
          <ac:spMkLst>
            <pc:docMk/>
            <pc:sldMk cId="2955944527" sldId="478"/>
            <ac:spMk id="4" creationId="{60DBDEAB-20DE-41B3-B482-991E5C01ED23}"/>
          </ac:spMkLst>
        </pc:spChg>
      </pc:sldChg>
      <pc:sldChg chg="modSp mod">
        <pc:chgData name="Ella" userId="c6918cf5-f6c0-43cc-8499-a1f635017de9" providerId="ADAL" clId="{B0659DE8-36D2-463C-9931-A90715547410}" dt="2020-09-28T19:00:28.585" v="1696" actId="13926"/>
        <pc:sldMkLst>
          <pc:docMk/>
          <pc:sldMk cId="437168345" sldId="483"/>
        </pc:sldMkLst>
        <pc:spChg chg="mod">
          <ac:chgData name="Ella" userId="c6918cf5-f6c0-43cc-8499-a1f635017de9" providerId="ADAL" clId="{B0659DE8-36D2-463C-9931-A90715547410}" dt="2020-09-28T19:00:28.585" v="1696" actId="13926"/>
          <ac:spMkLst>
            <pc:docMk/>
            <pc:sldMk cId="437168345" sldId="483"/>
            <ac:spMk id="2" creationId="{AA2DBC4A-E0DF-414E-A953-0EB57A6AD47A}"/>
          </ac:spMkLst>
        </pc:spChg>
      </pc:sldChg>
      <pc:sldChg chg="modSp mod">
        <pc:chgData name="Ella" userId="c6918cf5-f6c0-43cc-8499-a1f635017de9" providerId="ADAL" clId="{B0659DE8-36D2-463C-9931-A90715547410}" dt="2020-09-28T18:47:12.366" v="1624" actId="13926"/>
        <pc:sldMkLst>
          <pc:docMk/>
          <pc:sldMk cId="3909059820" sldId="484"/>
        </pc:sldMkLst>
        <pc:spChg chg="mod">
          <ac:chgData name="Ella" userId="c6918cf5-f6c0-43cc-8499-a1f635017de9" providerId="ADAL" clId="{B0659DE8-36D2-463C-9931-A90715547410}" dt="2020-09-28T18:47:12.366" v="1624" actId="13926"/>
          <ac:spMkLst>
            <pc:docMk/>
            <pc:sldMk cId="3909059820" sldId="484"/>
            <ac:spMk id="2" creationId="{AA2DBC4A-E0DF-414E-A953-0EB57A6AD47A}"/>
          </ac:spMkLst>
        </pc:spChg>
      </pc:sldChg>
      <pc:sldChg chg="modSp mod">
        <pc:chgData name="Ella" userId="c6918cf5-f6c0-43cc-8499-a1f635017de9" providerId="ADAL" clId="{B0659DE8-36D2-463C-9931-A90715547410}" dt="2020-09-28T19:16:31.301" v="1984" actId="13926"/>
        <pc:sldMkLst>
          <pc:docMk/>
          <pc:sldMk cId="378235431" sldId="485"/>
        </pc:sldMkLst>
        <pc:spChg chg="mod">
          <ac:chgData name="Ella" userId="c6918cf5-f6c0-43cc-8499-a1f635017de9" providerId="ADAL" clId="{B0659DE8-36D2-463C-9931-A90715547410}" dt="2020-09-28T19:16:31.301" v="1984" actId="13926"/>
          <ac:spMkLst>
            <pc:docMk/>
            <pc:sldMk cId="378235431" sldId="485"/>
            <ac:spMk id="2" creationId="{AA2DBC4A-E0DF-414E-A953-0EB57A6AD47A}"/>
          </ac:spMkLst>
        </pc:spChg>
      </pc:sldChg>
      <pc:sldChg chg="modSp mod">
        <pc:chgData name="Ella" userId="c6918cf5-f6c0-43cc-8499-a1f635017de9" providerId="ADAL" clId="{B0659DE8-36D2-463C-9931-A90715547410}" dt="2020-09-28T19:06:08.360" v="1875" actId="20577"/>
        <pc:sldMkLst>
          <pc:docMk/>
          <pc:sldMk cId="4151303996" sldId="519"/>
        </pc:sldMkLst>
        <pc:spChg chg="mod">
          <ac:chgData name="Ella" userId="c6918cf5-f6c0-43cc-8499-a1f635017de9" providerId="ADAL" clId="{B0659DE8-36D2-463C-9931-A90715547410}" dt="2020-09-28T19:06:08.360" v="1875" actId="20577"/>
          <ac:spMkLst>
            <pc:docMk/>
            <pc:sldMk cId="4151303996" sldId="519"/>
            <ac:spMk id="4" creationId="{55E202D0-2E86-4B8C-A069-32F2D3B47B2D}"/>
          </ac:spMkLst>
        </pc:spChg>
      </pc:sldChg>
      <pc:sldChg chg="modSp mod">
        <pc:chgData name="Ella" userId="c6918cf5-f6c0-43cc-8499-a1f635017de9" providerId="ADAL" clId="{B0659DE8-36D2-463C-9931-A90715547410}" dt="2020-09-28T19:04:41.844" v="1806" actId="20577"/>
        <pc:sldMkLst>
          <pc:docMk/>
          <pc:sldMk cId="726291179" sldId="520"/>
        </pc:sldMkLst>
        <pc:spChg chg="mod">
          <ac:chgData name="Ella" userId="c6918cf5-f6c0-43cc-8499-a1f635017de9" providerId="ADAL" clId="{B0659DE8-36D2-463C-9931-A90715547410}" dt="2020-09-28T19:04:41.844" v="1806" actId="20577"/>
          <ac:spMkLst>
            <pc:docMk/>
            <pc:sldMk cId="726291179" sldId="520"/>
            <ac:spMk id="4" creationId="{55E202D0-2E86-4B8C-A069-32F2D3B47B2D}"/>
          </ac:spMkLst>
        </pc:spChg>
      </pc:sldChg>
      <pc:sldChg chg="modSp mod">
        <pc:chgData name="Ella" userId="c6918cf5-f6c0-43cc-8499-a1f635017de9" providerId="ADAL" clId="{B0659DE8-36D2-463C-9931-A90715547410}" dt="2020-09-28T19:15:29.226" v="1983" actId="255"/>
        <pc:sldMkLst>
          <pc:docMk/>
          <pc:sldMk cId="1296941216" sldId="521"/>
        </pc:sldMkLst>
        <pc:spChg chg="mod">
          <ac:chgData name="Ella" userId="c6918cf5-f6c0-43cc-8499-a1f635017de9" providerId="ADAL" clId="{B0659DE8-36D2-463C-9931-A90715547410}" dt="2020-09-28T19:15:29.226" v="1983" actId="255"/>
          <ac:spMkLst>
            <pc:docMk/>
            <pc:sldMk cId="1296941216" sldId="521"/>
            <ac:spMk id="4" creationId="{55E202D0-2E86-4B8C-A069-32F2D3B47B2D}"/>
          </ac:spMkLst>
        </pc:spChg>
      </pc:sldChg>
      <pc:sldChg chg="modSp mod">
        <pc:chgData name="Ella" userId="c6918cf5-f6c0-43cc-8499-a1f635017de9" providerId="ADAL" clId="{B0659DE8-36D2-463C-9931-A90715547410}" dt="2020-09-28T11:59:21.351" v="8" actId="14100"/>
        <pc:sldMkLst>
          <pc:docMk/>
          <pc:sldMk cId="1778681071" sldId="530"/>
        </pc:sldMkLst>
        <pc:spChg chg="mod">
          <ac:chgData name="Ella" userId="c6918cf5-f6c0-43cc-8499-a1f635017de9" providerId="ADAL" clId="{B0659DE8-36D2-463C-9931-A90715547410}" dt="2020-09-28T11:59:21.351" v="8" actId="14100"/>
          <ac:spMkLst>
            <pc:docMk/>
            <pc:sldMk cId="1778681071" sldId="530"/>
            <ac:spMk id="3" creationId="{4E58BD4F-F025-446B-B557-1B4200628CEC}"/>
          </ac:spMkLst>
        </pc:spChg>
      </pc:sldChg>
      <pc:sldChg chg="modSp mod">
        <pc:chgData name="Ella" userId="c6918cf5-f6c0-43cc-8499-a1f635017de9" providerId="ADAL" clId="{B0659DE8-36D2-463C-9931-A90715547410}" dt="2020-09-28T17:14:30.370" v="712" actId="14100"/>
        <pc:sldMkLst>
          <pc:docMk/>
          <pc:sldMk cId="2165084241" sldId="532"/>
        </pc:sldMkLst>
        <pc:spChg chg="mod">
          <ac:chgData name="Ella" userId="c6918cf5-f6c0-43cc-8499-a1f635017de9" providerId="ADAL" clId="{B0659DE8-36D2-463C-9931-A90715547410}" dt="2020-09-28T17:14:30.370" v="712" actId="14100"/>
          <ac:spMkLst>
            <pc:docMk/>
            <pc:sldMk cId="2165084241" sldId="532"/>
            <ac:spMk id="3" creationId="{9ADAC16D-DA49-4C55-835F-3AB4A53EC184}"/>
          </ac:spMkLst>
        </pc:spChg>
      </pc:sldChg>
      <pc:sldChg chg="modSp mod">
        <pc:chgData name="Ella" userId="c6918cf5-f6c0-43cc-8499-a1f635017de9" providerId="ADAL" clId="{B0659DE8-36D2-463C-9931-A90715547410}" dt="2020-09-28T19:05:50.660" v="1852" actId="20577"/>
        <pc:sldMkLst>
          <pc:docMk/>
          <pc:sldMk cId="2396696650" sldId="539"/>
        </pc:sldMkLst>
        <pc:spChg chg="mod">
          <ac:chgData name="Ella" userId="c6918cf5-f6c0-43cc-8499-a1f635017de9" providerId="ADAL" clId="{B0659DE8-36D2-463C-9931-A90715547410}" dt="2020-09-28T19:00:25.456" v="1695" actId="13926"/>
          <ac:spMkLst>
            <pc:docMk/>
            <pc:sldMk cId="2396696650" sldId="539"/>
            <ac:spMk id="2" creationId="{56718C68-53A8-4B53-A120-2286A1377C58}"/>
          </ac:spMkLst>
        </pc:spChg>
        <pc:spChg chg="mod">
          <ac:chgData name="Ella" userId="c6918cf5-f6c0-43cc-8499-a1f635017de9" providerId="ADAL" clId="{B0659DE8-36D2-463C-9931-A90715547410}" dt="2020-09-28T19:05:50.660" v="1852" actId="20577"/>
          <ac:spMkLst>
            <pc:docMk/>
            <pc:sldMk cId="2396696650" sldId="539"/>
            <ac:spMk id="3" creationId="{CC72BB53-E684-46A0-8427-9274F7EC7B3D}"/>
          </ac:spMkLst>
        </pc:spChg>
      </pc:sldChg>
      <pc:sldChg chg="modSp mod ord">
        <pc:chgData name="Ella" userId="c6918cf5-f6c0-43cc-8499-a1f635017de9" providerId="ADAL" clId="{B0659DE8-36D2-463C-9931-A90715547410}" dt="2020-09-28T19:03:44.689" v="1761" actId="13926"/>
        <pc:sldMkLst>
          <pc:docMk/>
          <pc:sldMk cId="1866711479" sldId="540"/>
        </pc:sldMkLst>
        <pc:spChg chg="mod">
          <ac:chgData name="Ella" userId="c6918cf5-f6c0-43cc-8499-a1f635017de9" providerId="ADAL" clId="{B0659DE8-36D2-463C-9931-A90715547410}" dt="2020-09-28T19:03:44.689" v="1761" actId="13926"/>
          <ac:spMkLst>
            <pc:docMk/>
            <pc:sldMk cId="1866711479" sldId="540"/>
            <ac:spMk id="2" creationId="{DAF2FE81-CA9C-43F5-B336-885ABCCF4313}"/>
          </ac:spMkLst>
        </pc:spChg>
        <pc:spChg chg="mod">
          <ac:chgData name="Ella" userId="c6918cf5-f6c0-43cc-8499-a1f635017de9" providerId="ADAL" clId="{B0659DE8-36D2-463C-9931-A90715547410}" dt="2020-09-28T19:03:42.653" v="1760" actId="115"/>
          <ac:spMkLst>
            <pc:docMk/>
            <pc:sldMk cId="1866711479" sldId="540"/>
            <ac:spMk id="3" creationId="{D96A7695-6520-46CF-AF37-EAACE3CAD77F}"/>
          </ac:spMkLst>
        </pc:spChg>
      </pc:sldChg>
      <pc:sldChg chg="modSp mod">
        <pc:chgData name="Ella" userId="c6918cf5-f6c0-43cc-8499-a1f635017de9" providerId="ADAL" clId="{B0659DE8-36D2-463C-9931-A90715547410}" dt="2020-09-28T19:02:05.943" v="1711" actId="14100"/>
        <pc:sldMkLst>
          <pc:docMk/>
          <pc:sldMk cId="2923023507" sldId="541"/>
        </pc:sldMkLst>
        <pc:spChg chg="mod">
          <ac:chgData name="Ella" userId="c6918cf5-f6c0-43cc-8499-a1f635017de9" providerId="ADAL" clId="{B0659DE8-36D2-463C-9931-A90715547410}" dt="2020-09-28T19:02:05.943" v="1711" actId="14100"/>
          <ac:spMkLst>
            <pc:docMk/>
            <pc:sldMk cId="2923023507" sldId="541"/>
            <ac:spMk id="3" creationId="{EFD1642A-F066-4B1F-99EE-21FA7E05A841}"/>
          </ac:spMkLst>
        </pc:spChg>
      </pc:sldChg>
      <pc:sldChg chg="modSp mod">
        <pc:chgData name="Ella" userId="c6918cf5-f6c0-43cc-8499-a1f635017de9" providerId="ADAL" clId="{B0659DE8-36D2-463C-9931-A90715547410}" dt="2020-09-28T12:37:21.317" v="503" actId="3626"/>
        <pc:sldMkLst>
          <pc:docMk/>
          <pc:sldMk cId="3254326173" sldId="542"/>
        </pc:sldMkLst>
        <pc:spChg chg="mod">
          <ac:chgData name="Ella" userId="c6918cf5-f6c0-43cc-8499-a1f635017de9" providerId="ADAL" clId="{B0659DE8-36D2-463C-9931-A90715547410}" dt="2020-09-28T12:37:21.317" v="503" actId="3626"/>
          <ac:spMkLst>
            <pc:docMk/>
            <pc:sldMk cId="3254326173" sldId="542"/>
            <ac:spMk id="3" creationId="{0036E9E2-542E-486B-9DD2-6D783A38B372}"/>
          </ac:spMkLst>
        </pc:spChg>
      </pc:sldChg>
      <pc:sldChg chg="addSp delSp modSp new mod">
        <pc:chgData name="Ella" userId="c6918cf5-f6c0-43cc-8499-a1f635017de9" providerId="ADAL" clId="{B0659DE8-36D2-463C-9931-A90715547410}" dt="2020-09-28T19:06:14.423" v="1876" actId="255"/>
        <pc:sldMkLst>
          <pc:docMk/>
          <pc:sldMk cId="996872805" sldId="550"/>
        </pc:sldMkLst>
        <pc:spChg chg="mod">
          <ac:chgData name="Ella" userId="c6918cf5-f6c0-43cc-8499-a1f635017de9" providerId="ADAL" clId="{B0659DE8-36D2-463C-9931-A90715547410}" dt="2020-09-28T12:06:27.251" v="16"/>
          <ac:spMkLst>
            <pc:docMk/>
            <pc:sldMk cId="996872805" sldId="550"/>
            <ac:spMk id="2" creationId="{10C32613-3408-4DA2-AD36-3B09E74147EA}"/>
          </ac:spMkLst>
        </pc:spChg>
        <pc:spChg chg="del">
          <ac:chgData name="Ella" userId="c6918cf5-f6c0-43cc-8499-a1f635017de9" providerId="ADAL" clId="{B0659DE8-36D2-463C-9931-A90715547410}" dt="2020-09-28T12:06:19.105" v="13" actId="478"/>
          <ac:spMkLst>
            <pc:docMk/>
            <pc:sldMk cId="996872805" sldId="550"/>
            <ac:spMk id="3" creationId="{7D8EF08D-D984-47B4-8075-41DE0C9B3655}"/>
          </ac:spMkLst>
        </pc:spChg>
        <pc:spChg chg="add mod">
          <ac:chgData name="Ella" userId="c6918cf5-f6c0-43cc-8499-a1f635017de9" providerId="ADAL" clId="{B0659DE8-36D2-463C-9931-A90715547410}" dt="2020-09-28T19:06:14.423" v="1876" actId="255"/>
          <ac:spMkLst>
            <pc:docMk/>
            <pc:sldMk cId="996872805" sldId="550"/>
            <ac:spMk id="4" creationId="{94FC043F-2871-4D5E-8540-2C408929A441}"/>
          </ac:spMkLst>
        </pc:spChg>
        <pc:picChg chg="add del mod">
          <ac:chgData name="Ella" userId="c6918cf5-f6c0-43cc-8499-a1f635017de9" providerId="ADAL" clId="{B0659DE8-36D2-463C-9931-A90715547410}" dt="2020-09-28T12:07:32.650" v="46" actId="478"/>
          <ac:picMkLst>
            <pc:docMk/>
            <pc:sldMk cId="996872805" sldId="550"/>
            <ac:picMk id="6" creationId="{3E291263-07CD-4749-AEA0-7D1B724B4EFD}"/>
          </ac:picMkLst>
        </pc:picChg>
        <pc:picChg chg="add mod">
          <ac:chgData name="Ella" userId="c6918cf5-f6c0-43cc-8499-a1f635017de9" providerId="ADAL" clId="{B0659DE8-36D2-463C-9931-A90715547410}" dt="2020-09-28T12:08:04.745" v="51" actId="1076"/>
          <ac:picMkLst>
            <pc:docMk/>
            <pc:sldMk cId="996872805" sldId="550"/>
            <ac:picMk id="8" creationId="{1A4DD038-614E-48C0-A6C7-A99FBA50524B}"/>
          </ac:picMkLst>
        </pc:picChg>
      </pc:sldChg>
      <pc:sldChg chg="addSp delSp modSp new mod">
        <pc:chgData name="Ella" userId="c6918cf5-f6c0-43cc-8499-a1f635017de9" providerId="ADAL" clId="{B0659DE8-36D2-463C-9931-A90715547410}" dt="2020-09-28T19:00:38.143" v="1697" actId="255"/>
        <pc:sldMkLst>
          <pc:docMk/>
          <pc:sldMk cId="984237178" sldId="551"/>
        </pc:sldMkLst>
        <pc:spChg chg="mod">
          <ac:chgData name="Ella" userId="c6918cf5-f6c0-43cc-8499-a1f635017de9" providerId="ADAL" clId="{B0659DE8-36D2-463C-9931-A90715547410}" dt="2020-09-28T12:08:11.602" v="56"/>
          <ac:spMkLst>
            <pc:docMk/>
            <pc:sldMk cId="984237178" sldId="551"/>
            <ac:spMk id="2" creationId="{5784A96F-13A8-40CF-8070-AFBD1DD19FF3}"/>
          </ac:spMkLst>
        </pc:spChg>
        <pc:spChg chg="del">
          <ac:chgData name="Ella" userId="c6918cf5-f6c0-43cc-8499-a1f635017de9" providerId="ADAL" clId="{B0659DE8-36D2-463C-9931-A90715547410}" dt="2020-09-28T12:15:40.497" v="89" actId="478"/>
          <ac:spMkLst>
            <pc:docMk/>
            <pc:sldMk cId="984237178" sldId="551"/>
            <ac:spMk id="3" creationId="{3824D3F3-C40A-490E-9246-E38E7B9CB480}"/>
          </ac:spMkLst>
        </pc:spChg>
        <pc:spChg chg="add mod">
          <ac:chgData name="Ella" userId="c6918cf5-f6c0-43cc-8499-a1f635017de9" providerId="ADAL" clId="{B0659DE8-36D2-463C-9931-A90715547410}" dt="2020-09-28T19:00:38.143" v="1697" actId="255"/>
          <ac:spMkLst>
            <pc:docMk/>
            <pc:sldMk cId="984237178" sldId="551"/>
            <ac:spMk id="4" creationId="{F44A783D-0F97-45CA-B01F-3AF65E58B53C}"/>
          </ac:spMkLst>
        </pc:spChg>
        <pc:grpChg chg="add mod">
          <ac:chgData name="Ella" userId="c6918cf5-f6c0-43cc-8499-a1f635017de9" providerId="ADAL" clId="{B0659DE8-36D2-463C-9931-A90715547410}" dt="2020-09-28T12:20:32.230" v="273" actId="14100"/>
          <ac:grpSpMkLst>
            <pc:docMk/>
            <pc:sldMk cId="984237178" sldId="551"/>
            <ac:grpSpMk id="11" creationId="{F04F536F-A687-41B5-98BA-6E44C2FC2F4E}"/>
          </ac:grpSpMkLst>
        </pc:grpChg>
        <pc:picChg chg="add del mod modCrop">
          <ac:chgData name="Ella" userId="c6918cf5-f6c0-43cc-8499-a1f635017de9" providerId="ADAL" clId="{B0659DE8-36D2-463C-9931-A90715547410}" dt="2020-09-28T12:20:27.282" v="270" actId="478"/>
          <ac:picMkLst>
            <pc:docMk/>
            <pc:sldMk cId="984237178" sldId="551"/>
            <ac:picMk id="6" creationId="{C37E1B1E-2A8B-453E-8095-C116A8FAD95B}"/>
          </ac:picMkLst>
        </pc:picChg>
        <pc:picChg chg="add mod modCrop">
          <ac:chgData name="Ella" userId="c6918cf5-f6c0-43cc-8499-a1f635017de9" providerId="ADAL" clId="{B0659DE8-36D2-463C-9931-A90715547410}" dt="2020-09-28T12:20:24.857" v="268" actId="164"/>
          <ac:picMkLst>
            <pc:docMk/>
            <pc:sldMk cId="984237178" sldId="551"/>
            <ac:picMk id="8" creationId="{E582E434-4F7A-4C03-8A23-D565D11D92FF}"/>
          </ac:picMkLst>
        </pc:picChg>
        <pc:picChg chg="add mod modCrop">
          <ac:chgData name="Ella" userId="c6918cf5-f6c0-43cc-8499-a1f635017de9" providerId="ADAL" clId="{B0659DE8-36D2-463C-9931-A90715547410}" dt="2020-09-28T12:20:24.857" v="268" actId="164"/>
          <ac:picMkLst>
            <pc:docMk/>
            <pc:sldMk cId="984237178" sldId="551"/>
            <ac:picMk id="10" creationId="{08A9A4B0-AA27-400D-85B4-74AA08168653}"/>
          </ac:picMkLst>
        </pc:picChg>
      </pc:sldChg>
      <pc:sldChg chg="addSp delSp modSp new mod">
        <pc:chgData name="Ella" userId="c6918cf5-f6c0-43cc-8499-a1f635017de9" providerId="ADAL" clId="{B0659DE8-36D2-463C-9931-A90715547410}" dt="2020-09-28T19:00:42.517" v="1698" actId="255"/>
        <pc:sldMkLst>
          <pc:docMk/>
          <pc:sldMk cId="2187190979" sldId="552"/>
        </pc:sldMkLst>
        <pc:spChg chg="mod">
          <ac:chgData name="Ella" userId="c6918cf5-f6c0-43cc-8499-a1f635017de9" providerId="ADAL" clId="{B0659DE8-36D2-463C-9931-A90715547410}" dt="2020-09-28T12:08:12.934" v="57"/>
          <ac:spMkLst>
            <pc:docMk/>
            <pc:sldMk cId="2187190979" sldId="552"/>
            <ac:spMk id="2" creationId="{DA97C139-F253-484D-9C89-318095FFD09D}"/>
          </ac:spMkLst>
        </pc:spChg>
        <pc:spChg chg="del">
          <ac:chgData name="Ella" userId="c6918cf5-f6c0-43cc-8499-a1f635017de9" providerId="ADAL" clId="{B0659DE8-36D2-463C-9931-A90715547410}" dt="2020-09-28T12:20:39.323" v="274" actId="478"/>
          <ac:spMkLst>
            <pc:docMk/>
            <pc:sldMk cId="2187190979" sldId="552"/>
            <ac:spMk id="3" creationId="{5D148211-9230-4E5E-AE18-41E03D8BDB0F}"/>
          </ac:spMkLst>
        </pc:spChg>
        <pc:spChg chg="add mod">
          <ac:chgData name="Ella" userId="c6918cf5-f6c0-43cc-8499-a1f635017de9" providerId="ADAL" clId="{B0659DE8-36D2-463C-9931-A90715547410}" dt="2020-09-28T19:00:42.517" v="1698" actId="255"/>
          <ac:spMkLst>
            <pc:docMk/>
            <pc:sldMk cId="2187190979" sldId="552"/>
            <ac:spMk id="4" creationId="{406286F6-510E-42DD-B3DE-FE5622D030B2}"/>
          </ac:spMkLst>
        </pc:spChg>
        <pc:picChg chg="add mod">
          <ac:chgData name="Ella" userId="c6918cf5-f6c0-43cc-8499-a1f635017de9" providerId="ADAL" clId="{B0659DE8-36D2-463C-9931-A90715547410}" dt="2020-09-28T12:22:04.375" v="290" actId="14100"/>
          <ac:picMkLst>
            <pc:docMk/>
            <pc:sldMk cId="2187190979" sldId="552"/>
            <ac:picMk id="6" creationId="{566CAC6E-93E9-4A49-9D98-FDBC797B8DAE}"/>
          </ac:picMkLst>
        </pc:picChg>
      </pc:sldChg>
      <pc:sldChg chg="addSp delSp modSp new mod">
        <pc:chgData name="Ella" userId="c6918cf5-f6c0-43cc-8499-a1f635017de9" providerId="ADAL" clId="{B0659DE8-36D2-463C-9931-A90715547410}" dt="2020-09-28T19:00:45.762" v="1699" actId="255"/>
        <pc:sldMkLst>
          <pc:docMk/>
          <pc:sldMk cId="1696869649" sldId="553"/>
        </pc:sldMkLst>
        <pc:spChg chg="mod">
          <ac:chgData name="Ella" userId="c6918cf5-f6c0-43cc-8499-a1f635017de9" providerId="ADAL" clId="{B0659DE8-36D2-463C-9931-A90715547410}" dt="2020-09-28T12:08:14.476" v="58"/>
          <ac:spMkLst>
            <pc:docMk/>
            <pc:sldMk cId="1696869649" sldId="553"/>
            <ac:spMk id="2" creationId="{5872EF2A-96E3-489A-98A6-BB51CC3B7C78}"/>
          </ac:spMkLst>
        </pc:spChg>
        <pc:spChg chg="del">
          <ac:chgData name="Ella" userId="c6918cf5-f6c0-43cc-8499-a1f635017de9" providerId="ADAL" clId="{B0659DE8-36D2-463C-9931-A90715547410}" dt="2020-09-28T12:22:30.150" v="294" actId="478"/>
          <ac:spMkLst>
            <pc:docMk/>
            <pc:sldMk cId="1696869649" sldId="553"/>
            <ac:spMk id="3" creationId="{91D874A0-7637-4A67-9324-C600250A0748}"/>
          </ac:spMkLst>
        </pc:spChg>
        <pc:spChg chg="add mod">
          <ac:chgData name="Ella" userId="c6918cf5-f6c0-43cc-8499-a1f635017de9" providerId="ADAL" clId="{B0659DE8-36D2-463C-9931-A90715547410}" dt="2020-09-28T19:00:45.762" v="1699" actId="255"/>
          <ac:spMkLst>
            <pc:docMk/>
            <pc:sldMk cId="1696869649" sldId="553"/>
            <ac:spMk id="4" creationId="{3CC80722-C3D3-4860-A56B-140E71EF052A}"/>
          </ac:spMkLst>
        </pc:spChg>
        <pc:grpChg chg="add mod">
          <ac:chgData name="Ella" userId="c6918cf5-f6c0-43cc-8499-a1f635017de9" providerId="ADAL" clId="{B0659DE8-36D2-463C-9931-A90715547410}" dt="2020-09-28T12:23:53.077" v="331" actId="1076"/>
          <ac:grpSpMkLst>
            <pc:docMk/>
            <pc:sldMk cId="1696869649" sldId="553"/>
            <ac:grpSpMk id="9" creationId="{F0B067C2-D6DB-4D24-B8F2-1852C70B3972}"/>
          </ac:grpSpMkLst>
        </pc:grpChg>
        <pc:picChg chg="add mod modCrop">
          <ac:chgData name="Ella" userId="c6918cf5-f6c0-43cc-8499-a1f635017de9" providerId="ADAL" clId="{B0659DE8-36D2-463C-9931-A90715547410}" dt="2020-09-28T12:23:47.084" v="328" actId="164"/>
          <ac:picMkLst>
            <pc:docMk/>
            <pc:sldMk cId="1696869649" sldId="553"/>
            <ac:picMk id="6" creationId="{D33CC472-EBF8-4645-A3F1-881191DDC4B9}"/>
          </ac:picMkLst>
        </pc:picChg>
        <pc:picChg chg="add mod modCrop">
          <ac:chgData name="Ella" userId="c6918cf5-f6c0-43cc-8499-a1f635017de9" providerId="ADAL" clId="{B0659DE8-36D2-463C-9931-A90715547410}" dt="2020-09-28T12:23:47.084" v="328" actId="164"/>
          <ac:picMkLst>
            <pc:docMk/>
            <pc:sldMk cId="1696869649" sldId="553"/>
            <ac:picMk id="8" creationId="{CE1542F5-FB36-4355-B784-E494B2F8A905}"/>
          </ac:picMkLst>
        </pc:picChg>
      </pc:sldChg>
      <pc:sldChg chg="addSp delSp modSp new mod ord">
        <pc:chgData name="Ella" userId="c6918cf5-f6c0-43cc-8499-a1f635017de9" providerId="ADAL" clId="{B0659DE8-36D2-463C-9931-A90715547410}" dt="2020-09-28T19:06:22.678" v="1877" actId="255"/>
        <pc:sldMkLst>
          <pc:docMk/>
          <pc:sldMk cId="97517510" sldId="554"/>
        </pc:sldMkLst>
        <pc:spChg chg="mod">
          <ac:chgData name="Ella" userId="c6918cf5-f6c0-43cc-8499-a1f635017de9" providerId="ADAL" clId="{B0659DE8-36D2-463C-9931-A90715547410}" dt="2020-09-28T12:08:15.822" v="59"/>
          <ac:spMkLst>
            <pc:docMk/>
            <pc:sldMk cId="97517510" sldId="554"/>
            <ac:spMk id="2" creationId="{0C72CF89-878F-435B-995D-C12012F51CF0}"/>
          </ac:spMkLst>
        </pc:spChg>
        <pc:spChg chg="del">
          <ac:chgData name="Ella" userId="c6918cf5-f6c0-43cc-8499-a1f635017de9" providerId="ADAL" clId="{B0659DE8-36D2-463C-9931-A90715547410}" dt="2020-09-28T12:08:34.167" v="60" actId="478"/>
          <ac:spMkLst>
            <pc:docMk/>
            <pc:sldMk cId="97517510" sldId="554"/>
            <ac:spMk id="3" creationId="{42041FCD-1DD3-4C73-B077-C73222578BF6}"/>
          </ac:spMkLst>
        </pc:spChg>
        <pc:spChg chg="add mod">
          <ac:chgData name="Ella" userId="c6918cf5-f6c0-43cc-8499-a1f635017de9" providerId="ADAL" clId="{B0659DE8-36D2-463C-9931-A90715547410}" dt="2020-09-28T19:06:22.678" v="1877" actId="255"/>
          <ac:spMkLst>
            <pc:docMk/>
            <pc:sldMk cId="97517510" sldId="554"/>
            <ac:spMk id="4" creationId="{A27FE0AD-5415-4D02-820E-36064C400A66}"/>
          </ac:spMkLst>
        </pc:spChg>
        <pc:grpChg chg="add mod">
          <ac:chgData name="Ella" userId="c6918cf5-f6c0-43cc-8499-a1f635017de9" providerId="ADAL" clId="{B0659DE8-36D2-463C-9931-A90715547410}" dt="2020-09-28T12:10:03.212" v="86" actId="14100"/>
          <ac:grpSpMkLst>
            <pc:docMk/>
            <pc:sldMk cId="97517510" sldId="554"/>
            <ac:grpSpMk id="9" creationId="{1D3CCDB5-B9B4-48AC-B0AC-C89C884A355C}"/>
          </ac:grpSpMkLst>
        </pc:grpChg>
        <pc:picChg chg="add mod modCrop">
          <ac:chgData name="Ella" userId="c6918cf5-f6c0-43cc-8499-a1f635017de9" providerId="ADAL" clId="{B0659DE8-36D2-463C-9931-A90715547410}" dt="2020-09-28T12:09:59.921" v="84" actId="164"/>
          <ac:picMkLst>
            <pc:docMk/>
            <pc:sldMk cId="97517510" sldId="554"/>
            <ac:picMk id="6" creationId="{98E0BA85-482C-49A4-994D-C70A105CA359}"/>
          </ac:picMkLst>
        </pc:picChg>
        <pc:picChg chg="add mod modCrop">
          <ac:chgData name="Ella" userId="c6918cf5-f6c0-43cc-8499-a1f635017de9" providerId="ADAL" clId="{B0659DE8-36D2-463C-9931-A90715547410}" dt="2020-09-28T12:09:59.921" v="84" actId="164"/>
          <ac:picMkLst>
            <pc:docMk/>
            <pc:sldMk cId="97517510" sldId="554"/>
            <ac:picMk id="8" creationId="{222D3F0A-512C-4C17-B1E8-EFEF25A0999C}"/>
          </ac:picMkLst>
        </pc:picChg>
      </pc:sldChg>
      <pc:sldChg chg="addSp delSp modSp new mod">
        <pc:chgData name="Ella" userId="c6918cf5-f6c0-43cc-8499-a1f635017de9" providerId="ADAL" clId="{B0659DE8-36D2-463C-9931-A90715547410}" dt="2020-09-28T20:46:27.846" v="2922" actId="1035"/>
        <pc:sldMkLst>
          <pc:docMk/>
          <pc:sldMk cId="1032579398" sldId="555"/>
        </pc:sldMkLst>
        <pc:spChg chg="mod">
          <ac:chgData name="Ella" userId="c6918cf5-f6c0-43cc-8499-a1f635017de9" providerId="ADAL" clId="{B0659DE8-36D2-463C-9931-A90715547410}" dt="2020-09-28T12:47:06.646" v="706" actId="13926"/>
          <ac:spMkLst>
            <pc:docMk/>
            <pc:sldMk cId="1032579398" sldId="555"/>
            <ac:spMk id="2" creationId="{CB77D934-1C98-460C-ACF2-906D5ABA61B5}"/>
          </ac:spMkLst>
        </pc:spChg>
        <pc:spChg chg="del">
          <ac:chgData name="Ella" userId="c6918cf5-f6c0-43cc-8499-a1f635017de9" providerId="ADAL" clId="{B0659DE8-36D2-463C-9931-A90715547410}" dt="2020-09-28T12:35:51.589" v="336" actId="478"/>
          <ac:spMkLst>
            <pc:docMk/>
            <pc:sldMk cId="1032579398" sldId="555"/>
            <ac:spMk id="3" creationId="{E387E38F-4D79-4C9F-8B70-ECE1368A34B6}"/>
          </ac:spMkLst>
        </pc:spChg>
        <pc:spChg chg="add mod">
          <ac:chgData name="Ella" userId="c6918cf5-f6c0-43cc-8499-a1f635017de9" providerId="ADAL" clId="{B0659DE8-36D2-463C-9931-A90715547410}" dt="2020-09-28T17:31:33.555" v="723" actId="14100"/>
          <ac:spMkLst>
            <pc:docMk/>
            <pc:sldMk cId="1032579398" sldId="555"/>
            <ac:spMk id="4" creationId="{0CACE743-3D40-4C2D-B3C3-E0EC0C9AAA02}"/>
          </ac:spMkLst>
        </pc:spChg>
        <pc:spChg chg="add del mod">
          <ac:chgData name="Ella" userId="c6918cf5-f6c0-43cc-8499-a1f635017de9" providerId="ADAL" clId="{B0659DE8-36D2-463C-9931-A90715547410}" dt="2020-09-28T12:40:15.448" v="516"/>
          <ac:spMkLst>
            <pc:docMk/>
            <pc:sldMk cId="1032579398" sldId="555"/>
            <ac:spMk id="10" creationId="{2F28B8B3-0EED-4CCF-B762-AEC7012B8482}"/>
          </ac:spMkLst>
        </pc:spChg>
        <pc:spChg chg="add mod">
          <ac:chgData name="Ella" userId="c6918cf5-f6c0-43cc-8499-a1f635017de9" providerId="ADAL" clId="{B0659DE8-36D2-463C-9931-A90715547410}" dt="2020-09-28T12:47:01.162" v="705" actId="1036"/>
          <ac:spMkLst>
            <pc:docMk/>
            <pc:sldMk cId="1032579398" sldId="555"/>
            <ac:spMk id="13" creationId="{F19C60CB-2FE9-4D10-90A5-227CB0B6D44A}"/>
          </ac:spMkLst>
        </pc:spChg>
        <pc:spChg chg="add mod">
          <ac:chgData name="Ella" userId="c6918cf5-f6c0-43cc-8499-a1f635017de9" providerId="ADAL" clId="{B0659DE8-36D2-463C-9931-A90715547410}" dt="2020-09-28T12:47:01.162" v="705" actId="1036"/>
          <ac:spMkLst>
            <pc:docMk/>
            <pc:sldMk cId="1032579398" sldId="555"/>
            <ac:spMk id="21" creationId="{0E5DE529-21BB-441A-B7AC-E7CEB4148B72}"/>
          </ac:spMkLst>
        </pc:spChg>
        <pc:spChg chg="add mod">
          <ac:chgData name="Ella" userId="c6918cf5-f6c0-43cc-8499-a1f635017de9" providerId="ADAL" clId="{B0659DE8-36D2-463C-9931-A90715547410}" dt="2020-09-28T12:47:01.162" v="705" actId="1036"/>
          <ac:spMkLst>
            <pc:docMk/>
            <pc:sldMk cId="1032579398" sldId="555"/>
            <ac:spMk id="24" creationId="{7A265C98-EB30-4FAA-808D-C5206D834C38}"/>
          </ac:spMkLst>
        </pc:spChg>
        <pc:spChg chg="add mod">
          <ac:chgData name="Ella" userId="c6918cf5-f6c0-43cc-8499-a1f635017de9" providerId="ADAL" clId="{B0659DE8-36D2-463C-9931-A90715547410}" dt="2020-09-28T20:46:27.846" v="2922" actId="1035"/>
          <ac:spMkLst>
            <pc:docMk/>
            <pc:sldMk cId="1032579398" sldId="555"/>
            <ac:spMk id="27" creationId="{3D646239-18D6-4FBD-96BB-4D73AE92394B}"/>
          </ac:spMkLst>
        </pc:spChg>
        <pc:spChg chg="add mod">
          <ac:chgData name="Ella" userId="c6918cf5-f6c0-43cc-8499-a1f635017de9" providerId="ADAL" clId="{B0659DE8-36D2-463C-9931-A90715547410}" dt="2020-09-28T12:47:01.162" v="705" actId="1036"/>
          <ac:spMkLst>
            <pc:docMk/>
            <pc:sldMk cId="1032579398" sldId="555"/>
            <ac:spMk id="30" creationId="{051399AC-5919-4356-BBF6-1BDB129A4DD9}"/>
          </ac:spMkLst>
        </pc:spChg>
        <pc:picChg chg="add del mod modCrop">
          <ac:chgData name="Ella" userId="c6918cf5-f6c0-43cc-8499-a1f635017de9" providerId="ADAL" clId="{B0659DE8-36D2-463C-9931-A90715547410}" dt="2020-09-28T12:39:39.366" v="510" actId="478"/>
          <ac:picMkLst>
            <pc:docMk/>
            <pc:sldMk cId="1032579398" sldId="555"/>
            <ac:picMk id="6" creationId="{D51862F0-90B3-4283-BC00-B83513D64931}"/>
          </ac:picMkLst>
        </pc:picChg>
        <pc:picChg chg="add mod">
          <ac:chgData name="Ella" userId="c6918cf5-f6c0-43cc-8499-a1f635017de9" providerId="ADAL" clId="{B0659DE8-36D2-463C-9931-A90715547410}" dt="2020-09-28T12:47:01.162" v="705" actId="1036"/>
          <ac:picMkLst>
            <pc:docMk/>
            <pc:sldMk cId="1032579398" sldId="555"/>
            <ac:picMk id="8" creationId="{FB85C5F9-FA55-4862-8AAE-5261007AD030}"/>
          </ac:picMkLst>
        </pc:picChg>
        <pc:cxnChg chg="add del mod">
          <ac:chgData name="Ella" userId="c6918cf5-f6c0-43cc-8499-a1f635017de9" providerId="ADAL" clId="{B0659DE8-36D2-463C-9931-A90715547410}" dt="2020-09-28T12:40:15.448" v="516"/>
          <ac:cxnSpMkLst>
            <pc:docMk/>
            <pc:sldMk cId="1032579398" sldId="555"/>
            <ac:cxnSpMk id="9" creationId="{4F8CF930-C744-4D4B-A3BA-5DD7FD77FF4D}"/>
          </ac:cxnSpMkLst>
        </pc:cxnChg>
        <pc:cxnChg chg="add del mod">
          <ac:chgData name="Ella" userId="c6918cf5-f6c0-43cc-8499-a1f635017de9" providerId="ADAL" clId="{B0659DE8-36D2-463C-9931-A90715547410}" dt="2020-09-28T12:40:15.448" v="516"/>
          <ac:cxnSpMkLst>
            <pc:docMk/>
            <pc:sldMk cId="1032579398" sldId="555"/>
            <ac:cxnSpMk id="11" creationId="{75F415E0-0184-412A-8C42-7879EF8CB5C6}"/>
          </ac:cxnSpMkLst>
        </pc:cxnChg>
        <pc:cxnChg chg="add mod">
          <ac:chgData name="Ella" userId="c6918cf5-f6c0-43cc-8499-a1f635017de9" providerId="ADAL" clId="{B0659DE8-36D2-463C-9931-A90715547410}" dt="2020-09-28T12:47:01.162" v="705" actId="1036"/>
          <ac:cxnSpMkLst>
            <pc:docMk/>
            <pc:sldMk cId="1032579398" sldId="555"/>
            <ac:cxnSpMk id="12" creationId="{A0BE79D8-D8D7-460D-ADB5-39C3690E28D8}"/>
          </ac:cxnSpMkLst>
        </pc:cxnChg>
        <pc:cxnChg chg="add mod">
          <ac:chgData name="Ella" userId="c6918cf5-f6c0-43cc-8499-a1f635017de9" providerId="ADAL" clId="{B0659DE8-36D2-463C-9931-A90715547410}" dt="2020-09-28T12:47:01.162" v="705" actId="1036"/>
          <ac:cxnSpMkLst>
            <pc:docMk/>
            <pc:sldMk cId="1032579398" sldId="555"/>
            <ac:cxnSpMk id="14" creationId="{3FF9E5A5-A7E3-415F-B524-BDBAB7616049}"/>
          </ac:cxnSpMkLst>
        </pc:cxnChg>
        <pc:cxnChg chg="add mod">
          <ac:chgData name="Ella" userId="c6918cf5-f6c0-43cc-8499-a1f635017de9" providerId="ADAL" clId="{B0659DE8-36D2-463C-9931-A90715547410}" dt="2020-09-28T12:47:01.162" v="705" actId="1036"/>
          <ac:cxnSpMkLst>
            <pc:docMk/>
            <pc:sldMk cId="1032579398" sldId="555"/>
            <ac:cxnSpMk id="15" creationId="{A57E3E76-0EED-48EC-B039-717E414F1861}"/>
          </ac:cxnSpMkLst>
        </pc:cxnChg>
        <pc:cxnChg chg="add del mod">
          <ac:chgData name="Ella" userId="c6918cf5-f6c0-43cc-8499-a1f635017de9" providerId="ADAL" clId="{B0659DE8-36D2-463C-9931-A90715547410}" dt="2020-09-28T12:45:33.151" v="657" actId="478"/>
          <ac:cxnSpMkLst>
            <pc:docMk/>
            <pc:sldMk cId="1032579398" sldId="555"/>
            <ac:cxnSpMk id="17" creationId="{5218EE56-1B62-4718-9568-D95CEF9EBA6D}"/>
          </ac:cxnSpMkLst>
        </pc:cxnChg>
        <pc:cxnChg chg="add mod">
          <ac:chgData name="Ella" userId="c6918cf5-f6c0-43cc-8499-a1f635017de9" providerId="ADAL" clId="{B0659DE8-36D2-463C-9931-A90715547410}" dt="2020-09-28T12:47:01.162" v="705" actId="1036"/>
          <ac:cxnSpMkLst>
            <pc:docMk/>
            <pc:sldMk cId="1032579398" sldId="555"/>
            <ac:cxnSpMk id="25" creationId="{1532AB1C-F5AA-44D2-99B1-94ECA6334E48}"/>
          </ac:cxnSpMkLst>
        </pc:cxnChg>
        <pc:cxnChg chg="add mod">
          <ac:chgData name="Ella" userId="c6918cf5-f6c0-43cc-8499-a1f635017de9" providerId="ADAL" clId="{B0659DE8-36D2-463C-9931-A90715547410}" dt="2020-09-28T12:47:01.162" v="705" actId="1036"/>
          <ac:cxnSpMkLst>
            <pc:docMk/>
            <pc:sldMk cId="1032579398" sldId="555"/>
            <ac:cxnSpMk id="28" creationId="{E1417076-C00E-4882-AC77-371AD14EBA04}"/>
          </ac:cxnSpMkLst>
        </pc:cxnChg>
        <pc:cxnChg chg="add del mod">
          <ac:chgData name="Ella" userId="c6918cf5-f6c0-43cc-8499-a1f635017de9" providerId="ADAL" clId="{B0659DE8-36D2-463C-9931-A90715547410}" dt="2020-09-28T12:45:41.745" v="661" actId="478"/>
          <ac:cxnSpMkLst>
            <pc:docMk/>
            <pc:sldMk cId="1032579398" sldId="555"/>
            <ac:cxnSpMk id="34" creationId="{2BE98424-442E-46F9-8078-F1B7C3BB84FD}"/>
          </ac:cxnSpMkLst>
        </pc:cxnChg>
        <pc:cxnChg chg="add mod">
          <ac:chgData name="Ella" userId="c6918cf5-f6c0-43cc-8499-a1f635017de9" providerId="ADAL" clId="{B0659DE8-36D2-463C-9931-A90715547410}" dt="2020-09-28T12:47:01.162" v="705" actId="1036"/>
          <ac:cxnSpMkLst>
            <pc:docMk/>
            <pc:sldMk cId="1032579398" sldId="555"/>
            <ac:cxnSpMk id="36" creationId="{5FAC1194-2E14-4B45-A4F5-84669ABDA93F}"/>
          </ac:cxnSpMkLst>
        </pc:cxnChg>
        <pc:cxnChg chg="add mod">
          <ac:chgData name="Ella" userId="c6918cf5-f6c0-43cc-8499-a1f635017de9" providerId="ADAL" clId="{B0659DE8-36D2-463C-9931-A90715547410}" dt="2020-09-28T12:47:01.162" v="705" actId="1036"/>
          <ac:cxnSpMkLst>
            <pc:docMk/>
            <pc:sldMk cId="1032579398" sldId="555"/>
            <ac:cxnSpMk id="38" creationId="{CBCF8D85-344D-494F-B87C-E0F30F4AED62}"/>
          </ac:cxnSpMkLst>
        </pc:cxnChg>
      </pc:sldChg>
      <pc:sldChg chg="add del">
        <pc:chgData name="Ella" userId="c6918cf5-f6c0-43cc-8499-a1f635017de9" providerId="ADAL" clId="{B0659DE8-36D2-463C-9931-A90715547410}" dt="2020-09-28T12:23:07.006" v="320" actId="47"/>
        <pc:sldMkLst>
          <pc:docMk/>
          <pc:sldMk cId="3748712198" sldId="555"/>
        </pc:sldMkLst>
      </pc:sldChg>
      <pc:sldChg chg="modSp new mod">
        <pc:chgData name="Ella" userId="c6918cf5-f6c0-43cc-8499-a1f635017de9" providerId="ADAL" clId="{B0659DE8-36D2-463C-9931-A90715547410}" dt="2020-09-28T20:01:28.318" v="2396" actId="14100"/>
        <pc:sldMkLst>
          <pc:docMk/>
          <pc:sldMk cId="289448556" sldId="556"/>
        </pc:sldMkLst>
        <pc:spChg chg="mod">
          <ac:chgData name="Ella" userId="c6918cf5-f6c0-43cc-8499-a1f635017de9" providerId="ADAL" clId="{B0659DE8-36D2-463C-9931-A90715547410}" dt="2020-09-28T20:00:03.957" v="2262" actId="13926"/>
          <ac:spMkLst>
            <pc:docMk/>
            <pc:sldMk cId="289448556" sldId="556"/>
            <ac:spMk id="2" creationId="{3F0BE938-39C7-468E-A2C4-83EB0FF8C684}"/>
          </ac:spMkLst>
        </pc:spChg>
        <pc:spChg chg="mod">
          <ac:chgData name="Ella" userId="c6918cf5-f6c0-43cc-8499-a1f635017de9" providerId="ADAL" clId="{B0659DE8-36D2-463C-9931-A90715547410}" dt="2020-09-28T20:01:28.318" v="2396" actId="14100"/>
          <ac:spMkLst>
            <pc:docMk/>
            <pc:sldMk cId="289448556" sldId="556"/>
            <ac:spMk id="3" creationId="{55F5B11A-5843-4F0D-838C-C44331D476F9}"/>
          </ac:spMkLst>
        </pc:spChg>
      </pc:sldChg>
      <pc:sldChg chg="add del">
        <pc:chgData name="Ella" userId="c6918cf5-f6c0-43cc-8499-a1f635017de9" providerId="ADAL" clId="{B0659DE8-36D2-463C-9931-A90715547410}" dt="2020-09-28T12:23:07.962" v="321" actId="47"/>
        <pc:sldMkLst>
          <pc:docMk/>
          <pc:sldMk cId="606094514" sldId="556"/>
        </pc:sldMkLst>
      </pc:sldChg>
      <pc:sldChg chg="addSp delSp modSp new mod">
        <pc:chgData name="Ella" userId="c6918cf5-f6c0-43cc-8499-a1f635017de9" providerId="ADAL" clId="{B0659DE8-36D2-463C-9931-A90715547410}" dt="2020-09-28T18:32:29.672" v="1607" actId="13926"/>
        <pc:sldMkLst>
          <pc:docMk/>
          <pc:sldMk cId="3909475700" sldId="557"/>
        </pc:sldMkLst>
        <pc:spChg chg="mod">
          <ac:chgData name="Ella" userId="c6918cf5-f6c0-43cc-8499-a1f635017de9" providerId="ADAL" clId="{B0659DE8-36D2-463C-9931-A90715547410}" dt="2020-09-28T18:32:29.672" v="1607" actId="13926"/>
          <ac:spMkLst>
            <pc:docMk/>
            <pc:sldMk cId="3909475700" sldId="557"/>
            <ac:spMk id="2" creationId="{D2BACD5E-7D2F-4DD1-B850-4930A2F62B39}"/>
          </ac:spMkLst>
        </pc:spChg>
        <pc:spChg chg="del">
          <ac:chgData name="Ella" userId="c6918cf5-f6c0-43cc-8499-a1f635017de9" providerId="ADAL" clId="{B0659DE8-36D2-463C-9931-A90715547410}" dt="2020-09-28T17:42:26.534" v="726" actId="478"/>
          <ac:spMkLst>
            <pc:docMk/>
            <pc:sldMk cId="3909475700" sldId="557"/>
            <ac:spMk id="3" creationId="{EDD68541-2D64-4D10-976B-6DC685E8BAEE}"/>
          </ac:spMkLst>
        </pc:spChg>
        <pc:spChg chg="add mod">
          <ac:chgData name="Ella" userId="c6918cf5-f6c0-43cc-8499-a1f635017de9" providerId="ADAL" clId="{B0659DE8-36D2-463C-9931-A90715547410}" dt="2020-09-28T17:53:46.539" v="961" actId="20577"/>
          <ac:spMkLst>
            <pc:docMk/>
            <pc:sldMk cId="3909475700" sldId="557"/>
            <ac:spMk id="11" creationId="{18ABF541-93D4-439E-8A6D-61906440A891}"/>
          </ac:spMkLst>
        </pc:spChg>
        <pc:spChg chg="add mod">
          <ac:chgData name="Ella" userId="c6918cf5-f6c0-43cc-8499-a1f635017de9" providerId="ADAL" clId="{B0659DE8-36D2-463C-9931-A90715547410}" dt="2020-09-28T17:54:36.300" v="964" actId="571"/>
          <ac:spMkLst>
            <pc:docMk/>
            <pc:sldMk cId="3909475700" sldId="557"/>
            <ac:spMk id="12" creationId="{E9C2F1E0-50F8-45D8-8B55-DD2F9F578DF4}"/>
          </ac:spMkLst>
        </pc:spChg>
        <pc:grpChg chg="add del mod">
          <ac:chgData name="Ella" userId="c6918cf5-f6c0-43cc-8499-a1f635017de9" providerId="ADAL" clId="{B0659DE8-36D2-463C-9931-A90715547410}" dt="2020-09-28T18:27:43.987" v="1548" actId="478"/>
          <ac:grpSpMkLst>
            <pc:docMk/>
            <pc:sldMk cId="3909475700" sldId="557"/>
            <ac:grpSpMk id="10" creationId="{3CCD50B1-D11F-4B9B-8C5C-023966DCB49A}"/>
          </ac:grpSpMkLst>
        </pc:grpChg>
        <pc:grpChg chg="add del mod">
          <ac:chgData name="Ella" userId="c6918cf5-f6c0-43cc-8499-a1f635017de9" providerId="ADAL" clId="{B0659DE8-36D2-463C-9931-A90715547410}" dt="2020-09-28T18:31:15.352" v="1579" actId="478"/>
          <ac:grpSpMkLst>
            <pc:docMk/>
            <pc:sldMk cId="3909475700" sldId="557"/>
            <ac:grpSpMk id="17" creationId="{378D71A7-3935-4092-ABBA-8617FBD46D41}"/>
          </ac:grpSpMkLst>
        </pc:grpChg>
        <pc:picChg chg="add del mod modCrop">
          <ac:chgData name="Ella" userId="c6918cf5-f6c0-43cc-8499-a1f635017de9" providerId="ADAL" clId="{B0659DE8-36D2-463C-9931-A90715547410}" dt="2020-09-28T17:44:36.428" v="741" actId="478"/>
          <ac:picMkLst>
            <pc:docMk/>
            <pc:sldMk cId="3909475700" sldId="557"/>
            <ac:picMk id="5" creationId="{F6B6A2CE-A775-4C64-89DA-3B24E9B05207}"/>
          </ac:picMkLst>
        </pc:picChg>
        <pc:picChg chg="add del mod modCrop">
          <ac:chgData name="Ella" userId="c6918cf5-f6c0-43cc-8499-a1f635017de9" providerId="ADAL" clId="{B0659DE8-36D2-463C-9931-A90715547410}" dt="2020-09-28T17:44:34.261" v="740" actId="478"/>
          <ac:picMkLst>
            <pc:docMk/>
            <pc:sldMk cId="3909475700" sldId="557"/>
            <ac:picMk id="7" creationId="{73772AA5-9B86-4453-8782-A32AF9A9455D}"/>
          </ac:picMkLst>
        </pc:picChg>
        <pc:picChg chg="add mod">
          <ac:chgData name="Ella" userId="c6918cf5-f6c0-43cc-8499-a1f635017de9" providerId="ADAL" clId="{B0659DE8-36D2-463C-9931-A90715547410}" dt="2020-09-28T17:44:30.787" v="737" actId="164"/>
          <ac:picMkLst>
            <pc:docMk/>
            <pc:sldMk cId="3909475700" sldId="557"/>
            <ac:picMk id="8" creationId="{7257966B-9F81-4EA4-826B-A2FF84917F6C}"/>
          </ac:picMkLst>
        </pc:picChg>
        <pc:picChg chg="add mod">
          <ac:chgData name="Ella" userId="c6918cf5-f6c0-43cc-8499-a1f635017de9" providerId="ADAL" clId="{B0659DE8-36D2-463C-9931-A90715547410}" dt="2020-09-28T17:44:30.787" v="737" actId="164"/>
          <ac:picMkLst>
            <pc:docMk/>
            <pc:sldMk cId="3909475700" sldId="557"/>
            <ac:picMk id="9" creationId="{3DF1C6AE-D84A-41CD-A49F-FCCBF30CB9B9}"/>
          </ac:picMkLst>
        </pc:picChg>
        <pc:picChg chg="add mod modCrop">
          <ac:chgData name="Ella" userId="c6918cf5-f6c0-43cc-8499-a1f635017de9" providerId="ADAL" clId="{B0659DE8-36D2-463C-9931-A90715547410}" dt="2020-09-28T18:28:00.745" v="1558" actId="164"/>
          <ac:picMkLst>
            <pc:docMk/>
            <pc:sldMk cId="3909475700" sldId="557"/>
            <ac:picMk id="14" creationId="{F8F94F2C-853D-47D9-9806-599180105E46}"/>
          </ac:picMkLst>
        </pc:picChg>
        <pc:picChg chg="add mod modCrop">
          <ac:chgData name="Ella" userId="c6918cf5-f6c0-43cc-8499-a1f635017de9" providerId="ADAL" clId="{B0659DE8-36D2-463C-9931-A90715547410}" dt="2020-09-28T18:28:00.745" v="1558" actId="164"/>
          <ac:picMkLst>
            <pc:docMk/>
            <pc:sldMk cId="3909475700" sldId="557"/>
            <ac:picMk id="16" creationId="{7B05DC8F-9667-4D5C-9709-B5432FF1ED8F}"/>
          </ac:picMkLst>
        </pc:picChg>
        <pc:picChg chg="add mod">
          <ac:chgData name="Ella" userId="c6918cf5-f6c0-43cc-8499-a1f635017de9" providerId="ADAL" clId="{B0659DE8-36D2-463C-9931-A90715547410}" dt="2020-09-28T18:31:23.888" v="1585" actId="14100"/>
          <ac:picMkLst>
            <pc:docMk/>
            <pc:sldMk cId="3909475700" sldId="557"/>
            <ac:picMk id="19" creationId="{7AB1FC8C-24DB-4D6C-A1C4-0914BF3524FC}"/>
          </ac:picMkLst>
        </pc:picChg>
        <pc:picChg chg="add del">
          <ac:chgData name="Ella" userId="c6918cf5-f6c0-43cc-8499-a1f635017de9" providerId="ADAL" clId="{B0659DE8-36D2-463C-9931-A90715547410}" dt="2020-09-28T18:31:19.972" v="1583" actId="478"/>
          <ac:picMkLst>
            <pc:docMk/>
            <pc:sldMk cId="3909475700" sldId="557"/>
            <ac:picMk id="21" creationId="{E9EE4F22-3949-4EEA-9011-0164E1D94836}"/>
          </ac:picMkLst>
        </pc:picChg>
      </pc:sldChg>
      <pc:sldChg chg="addSp delSp modSp new mod">
        <pc:chgData name="Ella" userId="c6918cf5-f6c0-43cc-8499-a1f635017de9" providerId="ADAL" clId="{B0659DE8-36D2-463C-9931-A90715547410}" dt="2020-09-28T18:31:52.059" v="1590" actId="1076"/>
        <pc:sldMkLst>
          <pc:docMk/>
          <pc:sldMk cId="1423406004" sldId="558"/>
        </pc:sldMkLst>
        <pc:spChg chg="mod">
          <ac:chgData name="Ella" userId="c6918cf5-f6c0-43cc-8499-a1f635017de9" providerId="ADAL" clId="{B0659DE8-36D2-463C-9931-A90715547410}" dt="2020-09-28T17:44:46.485" v="752" actId="20577"/>
          <ac:spMkLst>
            <pc:docMk/>
            <pc:sldMk cId="1423406004" sldId="558"/>
            <ac:spMk id="2" creationId="{E8F1515A-13E4-412A-A757-14196D9E0616}"/>
          </ac:spMkLst>
        </pc:spChg>
        <pc:spChg chg="del">
          <ac:chgData name="Ella" userId="c6918cf5-f6c0-43cc-8499-a1f635017de9" providerId="ADAL" clId="{B0659DE8-36D2-463C-9931-A90715547410}" dt="2020-09-28T17:54:29.949" v="962" actId="478"/>
          <ac:spMkLst>
            <pc:docMk/>
            <pc:sldMk cId="1423406004" sldId="558"/>
            <ac:spMk id="3" creationId="{E889B326-2A3A-48F1-AD35-39B55FAE5222}"/>
          </ac:spMkLst>
        </pc:spChg>
        <pc:spChg chg="add mod">
          <ac:chgData name="Ella" userId="c6918cf5-f6c0-43cc-8499-a1f635017de9" providerId="ADAL" clId="{B0659DE8-36D2-463C-9931-A90715547410}" dt="2020-09-28T17:55:33.865" v="1038" actId="2710"/>
          <ac:spMkLst>
            <pc:docMk/>
            <pc:sldMk cId="1423406004" sldId="558"/>
            <ac:spMk id="6" creationId="{FDE3396A-6707-4A92-BF48-8C76E0A5B6B3}"/>
          </ac:spMkLst>
        </pc:spChg>
        <pc:grpChg chg="add del mod">
          <ac:chgData name="Ella" userId="c6918cf5-f6c0-43cc-8499-a1f635017de9" providerId="ADAL" clId="{B0659DE8-36D2-463C-9931-A90715547410}" dt="2020-09-28T18:28:31.049" v="1561" actId="478"/>
          <ac:grpSpMkLst>
            <pc:docMk/>
            <pc:sldMk cId="1423406004" sldId="558"/>
            <ac:grpSpMk id="11" creationId="{F9D583DF-6E0D-473F-A3B3-4A0E5483B6E7}"/>
          </ac:grpSpMkLst>
        </pc:grpChg>
        <pc:grpChg chg="add del mod">
          <ac:chgData name="Ella" userId="c6918cf5-f6c0-43cc-8499-a1f635017de9" providerId="ADAL" clId="{B0659DE8-36D2-463C-9931-A90715547410}" dt="2020-09-28T18:31:27.661" v="1586" actId="478"/>
          <ac:grpSpMkLst>
            <pc:docMk/>
            <pc:sldMk cId="1423406004" sldId="558"/>
            <ac:grpSpMk id="16" creationId="{57A5F1FC-DC57-4417-978F-6EDDCADA4A73}"/>
          </ac:grpSpMkLst>
        </pc:grpChg>
        <pc:picChg chg="add del mod modCrop">
          <ac:chgData name="Ella" userId="c6918cf5-f6c0-43cc-8499-a1f635017de9" providerId="ADAL" clId="{B0659DE8-36D2-463C-9931-A90715547410}" dt="2020-09-28T17:56:03.952" v="1050" actId="478"/>
          <ac:picMkLst>
            <pc:docMk/>
            <pc:sldMk cId="1423406004" sldId="558"/>
            <ac:picMk id="5" creationId="{E3145D03-9443-424A-B43F-C7B7ECCB9E72}"/>
          </ac:picMkLst>
        </pc:picChg>
        <pc:picChg chg="add del mod modCrop">
          <ac:chgData name="Ella" userId="c6918cf5-f6c0-43cc-8499-a1f635017de9" providerId="ADAL" clId="{B0659DE8-36D2-463C-9931-A90715547410}" dt="2020-09-28T17:56:02.788" v="1049" actId="478"/>
          <ac:picMkLst>
            <pc:docMk/>
            <pc:sldMk cId="1423406004" sldId="558"/>
            <ac:picMk id="8" creationId="{83879A30-2EAF-440D-9163-A4C3E4F76A20}"/>
          </ac:picMkLst>
        </pc:picChg>
        <pc:picChg chg="add mod">
          <ac:chgData name="Ella" userId="c6918cf5-f6c0-43cc-8499-a1f635017de9" providerId="ADAL" clId="{B0659DE8-36D2-463C-9931-A90715547410}" dt="2020-09-28T17:55:57.197" v="1046" actId="164"/>
          <ac:picMkLst>
            <pc:docMk/>
            <pc:sldMk cId="1423406004" sldId="558"/>
            <ac:picMk id="9" creationId="{2B8D6A93-44FC-4A6E-A451-3B6698168976}"/>
          </ac:picMkLst>
        </pc:picChg>
        <pc:picChg chg="add mod">
          <ac:chgData name="Ella" userId="c6918cf5-f6c0-43cc-8499-a1f635017de9" providerId="ADAL" clId="{B0659DE8-36D2-463C-9931-A90715547410}" dt="2020-09-28T17:55:57.197" v="1046" actId="164"/>
          <ac:picMkLst>
            <pc:docMk/>
            <pc:sldMk cId="1423406004" sldId="558"/>
            <ac:picMk id="10" creationId="{EA47EBEE-5BAA-4480-B9B2-5F5494F237EA}"/>
          </ac:picMkLst>
        </pc:picChg>
        <pc:picChg chg="add mod modCrop">
          <ac:chgData name="Ella" userId="c6918cf5-f6c0-43cc-8499-a1f635017de9" providerId="ADAL" clId="{B0659DE8-36D2-463C-9931-A90715547410}" dt="2020-09-28T18:28:44.275" v="1568" actId="164"/>
          <ac:picMkLst>
            <pc:docMk/>
            <pc:sldMk cId="1423406004" sldId="558"/>
            <ac:picMk id="13" creationId="{639454DD-90C5-4CF0-A8EB-6CA5FAA6AFC6}"/>
          </ac:picMkLst>
        </pc:picChg>
        <pc:picChg chg="add mod modCrop">
          <ac:chgData name="Ella" userId="c6918cf5-f6c0-43cc-8499-a1f635017de9" providerId="ADAL" clId="{B0659DE8-36D2-463C-9931-A90715547410}" dt="2020-09-28T18:28:44.275" v="1568" actId="164"/>
          <ac:picMkLst>
            <pc:docMk/>
            <pc:sldMk cId="1423406004" sldId="558"/>
            <ac:picMk id="15" creationId="{C7AD9926-4540-44CE-8BFD-10E07B6A1E4B}"/>
          </ac:picMkLst>
        </pc:picChg>
        <pc:picChg chg="add mod">
          <ac:chgData name="Ella" userId="c6918cf5-f6c0-43cc-8499-a1f635017de9" providerId="ADAL" clId="{B0659DE8-36D2-463C-9931-A90715547410}" dt="2020-09-28T18:31:52.059" v="1590" actId="1076"/>
          <ac:picMkLst>
            <pc:docMk/>
            <pc:sldMk cId="1423406004" sldId="558"/>
            <ac:picMk id="18" creationId="{34F6C5D8-2539-4290-A656-EF8C72293A34}"/>
          </ac:picMkLst>
        </pc:picChg>
      </pc:sldChg>
      <pc:sldChg chg="addSp delSp modSp new mod">
        <pc:chgData name="Ella" userId="c6918cf5-f6c0-43cc-8499-a1f635017de9" providerId="ADAL" clId="{B0659DE8-36D2-463C-9931-A90715547410}" dt="2020-09-28T18:32:21.854" v="1606" actId="1038"/>
        <pc:sldMkLst>
          <pc:docMk/>
          <pc:sldMk cId="733105894" sldId="559"/>
        </pc:sldMkLst>
        <pc:spChg chg="mod">
          <ac:chgData name="Ella" userId="c6918cf5-f6c0-43cc-8499-a1f635017de9" providerId="ADAL" clId="{B0659DE8-36D2-463C-9931-A90715547410}" dt="2020-09-28T18:08:23.381" v="1367" actId="13926"/>
          <ac:spMkLst>
            <pc:docMk/>
            <pc:sldMk cId="733105894" sldId="559"/>
            <ac:spMk id="2" creationId="{8CF7C465-C852-4CB2-B730-2F7FF47FCE58}"/>
          </ac:spMkLst>
        </pc:spChg>
        <pc:spChg chg="del">
          <ac:chgData name="Ella" userId="c6918cf5-f6c0-43cc-8499-a1f635017de9" providerId="ADAL" clId="{B0659DE8-36D2-463C-9931-A90715547410}" dt="2020-09-28T17:56:43.441" v="1054" actId="478"/>
          <ac:spMkLst>
            <pc:docMk/>
            <pc:sldMk cId="733105894" sldId="559"/>
            <ac:spMk id="3" creationId="{0902CDA8-4C67-4C5D-A8FA-0A5FE1A55F18}"/>
          </ac:spMkLst>
        </pc:spChg>
        <pc:spChg chg="add mod">
          <ac:chgData name="Ella" userId="c6918cf5-f6c0-43cc-8499-a1f635017de9" providerId="ADAL" clId="{B0659DE8-36D2-463C-9931-A90715547410}" dt="2020-09-28T18:08:17.918" v="1366" actId="1035"/>
          <ac:spMkLst>
            <pc:docMk/>
            <pc:sldMk cId="733105894" sldId="559"/>
            <ac:spMk id="4" creationId="{32E7A8FA-1526-4ADA-97C0-D95038C1F3DE}"/>
          </ac:spMkLst>
        </pc:spChg>
        <pc:spChg chg="add del mod">
          <ac:chgData name="Ella" userId="c6918cf5-f6c0-43cc-8499-a1f635017de9" providerId="ADAL" clId="{B0659DE8-36D2-463C-9931-A90715547410}" dt="2020-09-28T18:04:05.787" v="1335" actId="478"/>
          <ac:spMkLst>
            <pc:docMk/>
            <pc:sldMk cId="733105894" sldId="559"/>
            <ac:spMk id="6" creationId="{945682FA-4461-4DFF-8486-24F12DB9E684}"/>
          </ac:spMkLst>
        </pc:spChg>
        <pc:spChg chg="add del">
          <ac:chgData name="Ella" userId="c6918cf5-f6c0-43cc-8499-a1f635017de9" providerId="ADAL" clId="{B0659DE8-36D2-463C-9931-A90715547410}" dt="2020-09-28T18:03:18.617" v="1261"/>
          <ac:spMkLst>
            <pc:docMk/>
            <pc:sldMk cId="733105894" sldId="559"/>
            <ac:spMk id="7" creationId="{F11F5CE9-C1E2-45BC-AC25-05C05571AD21}"/>
          </ac:spMkLst>
        </pc:spChg>
        <pc:spChg chg="add mod">
          <ac:chgData name="Ella" userId="c6918cf5-f6c0-43cc-8499-a1f635017de9" providerId="ADAL" clId="{B0659DE8-36D2-463C-9931-A90715547410}" dt="2020-09-28T18:08:12.559" v="1364" actId="14100"/>
          <ac:spMkLst>
            <pc:docMk/>
            <pc:sldMk cId="733105894" sldId="559"/>
            <ac:spMk id="11" creationId="{FDC606D0-8B59-4F00-9649-F8445EC8EB06}"/>
          </ac:spMkLst>
        </pc:spChg>
        <pc:picChg chg="add del mod">
          <ac:chgData name="Ella" userId="c6918cf5-f6c0-43cc-8499-a1f635017de9" providerId="ADAL" clId="{B0659DE8-36D2-463C-9931-A90715547410}" dt="2020-09-28T18:29:09.156" v="1570" actId="478"/>
          <ac:picMkLst>
            <pc:docMk/>
            <pc:sldMk cId="733105894" sldId="559"/>
            <ac:picMk id="9" creationId="{599A36D4-3CE8-4F6C-9822-1B8534FD887F}"/>
          </ac:picMkLst>
        </pc:picChg>
        <pc:picChg chg="add del mod ord">
          <ac:chgData name="Ella" userId="c6918cf5-f6c0-43cc-8499-a1f635017de9" providerId="ADAL" clId="{B0659DE8-36D2-463C-9931-A90715547410}" dt="2020-09-28T18:32:11.751" v="1591" actId="478"/>
          <ac:picMkLst>
            <pc:docMk/>
            <pc:sldMk cId="733105894" sldId="559"/>
            <ac:picMk id="16" creationId="{25A3E1BA-DE88-4FF3-9C2F-81ECA994DD56}"/>
          </ac:picMkLst>
        </pc:picChg>
        <pc:picChg chg="add mod ord">
          <ac:chgData name="Ella" userId="c6918cf5-f6c0-43cc-8499-a1f635017de9" providerId="ADAL" clId="{B0659DE8-36D2-463C-9931-A90715547410}" dt="2020-09-28T18:32:21.854" v="1606" actId="1038"/>
          <ac:picMkLst>
            <pc:docMk/>
            <pc:sldMk cId="733105894" sldId="559"/>
            <ac:picMk id="18" creationId="{4043E144-D6F1-45B3-BB4D-64208CCA96CC}"/>
          </ac:picMkLst>
        </pc:picChg>
        <pc:cxnChg chg="add mod">
          <ac:chgData name="Ella" userId="c6918cf5-f6c0-43cc-8499-a1f635017de9" providerId="ADAL" clId="{B0659DE8-36D2-463C-9931-A90715547410}" dt="2020-09-28T18:07:49.034" v="1357" actId="1076"/>
          <ac:cxnSpMkLst>
            <pc:docMk/>
            <pc:sldMk cId="733105894" sldId="559"/>
            <ac:cxnSpMk id="10" creationId="{48BAF4CE-E267-4040-AD39-A29BA3F23F5C}"/>
          </ac:cxnSpMkLst>
        </pc:cxnChg>
        <pc:cxnChg chg="add mod">
          <ac:chgData name="Ella" userId="c6918cf5-f6c0-43cc-8499-a1f635017de9" providerId="ADAL" clId="{B0659DE8-36D2-463C-9931-A90715547410}" dt="2020-09-28T18:07:44.004" v="1355" actId="1036"/>
          <ac:cxnSpMkLst>
            <pc:docMk/>
            <pc:sldMk cId="733105894" sldId="559"/>
            <ac:cxnSpMk id="12" creationId="{CF996E3C-667A-40C4-829C-80807B887C37}"/>
          </ac:cxnSpMkLst>
        </pc:cxnChg>
      </pc:sldChg>
      <pc:sldChg chg="addSp delSp modSp add mod">
        <pc:chgData name="Ella" userId="c6918cf5-f6c0-43cc-8499-a1f635017de9" providerId="ADAL" clId="{B0659DE8-36D2-463C-9931-A90715547410}" dt="2020-09-28T18:54:47.201" v="1687" actId="13926"/>
        <pc:sldMkLst>
          <pc:docMk/>
          <pc:sldMk cId="3422477307" sldId="560"/>
        </pc:sldMkLst>
        <pc:spChg chg="mod">
          <ac:chgData name="Ella" userId="c6918cf5-f6c0-43cc-8499-a1f635017de9" providerId="ADAL" clId="{B0659DE8-36D2-463C-9931-A90715547410}" dt="2020-09-28T18:54:47.201" v="1687" actId="13926"/>
          <ac:spMkLst>
            <pc:docMk/>
            <pc:sldMk cId="3422477307" sldId="560"/>
            <ac:spMk id="2" creationId="{8CF7C465-C852-4CB2-B730-2F7FF47FCE58}"/>
          </ac:spMkLst>
        </pc:spChg>
        <pc:spChg chg="del">
          <ac:chgData name="Ella" userId="c6918cf5-f6c0-43cc-8499-a1f635017de9" providerId="ADAL" clId="{B0659DE8-36D2-463C-9931-A90715547410}" dt="2020-09-28T18:01:25.924" v="1239" actId="478"/>
          <ac:spMkLst>
            <pc:docMk/>
            <pc:sldMk cId="3422477307" sldId="560"/>
            <ac:spMk id="3" creationId="{0902CDA8-4C67-4C5D-A8FA-0A5FE1A55F18}"/>
          </ac:spMkLst>
        </pc:spChg>
        <pc:spChg chg="add mod">
          <ac:chgData name="Ella" userId="c6918cf5-f6c0-43cc-8499-a1f635017de9" providerId="ADAL" clId="{B0659DE8-36D2-463C-9931-A90715547410}" dt="2020-09-28T18:01:29.502" v="1251" actId="20577"/>
          <ac:spMkLst>
            <pc:docMk/>
            <pc:sldMk cId="3422477307" sldId="560"/>
            <ac:spMk id="4" creationId="{D8C48A13-4D2A-4692-A1E9-D9EFD5003418}"/>
          </ac:spMkLst>
        </pc:spChg>
        <pc:graphicFrameChg chg="add mod modGraphic">
          <ac:chgData name="Ella" userId="c6918cf5-f6c0-43cc-8499-a1f635017de9" providerId="ADAL" clId="{B0659DE8-36D2-463C-9931-A90715547410}" dt="2020-09-28T18:54:35.272" v="1686" actId="20577"/>
          <ac:graphicFrameMkLst>
            <pc:docMk/>
            <pc:sldMk cId="3422477307" sldId="560"/>
            <ac:graphicFrameMk id="6" creationId="{70354C8E-9E7C-400E-8945-63FA22A3E165}"/>
          </ac:graphicFrameMkLst>
        </pc:graphicFrameChg>
      </pc:sldChg>
      <pc:sldChg chg="addSp delSp modSp add mod">
        <pc:chgData name="Ella" userId="c6918cf5-f6c0-43cc-8499-a1f635017de9" providerId="ADAL" clId="{B0659DE8-36D2-463C-9931-A90715547410}" dt="2020-09-28T19:07:10.848" v="1925" actId="1036"/>
        <pc:sldMkLst>
          <pc:docMk/>
          <pc:sldMk cId="263213698" sldId="561"/>
        </pc:sldMkLst>
        <pc:spChg chg="del">
          <ac:chgData name="Ella" userId="c6918cf5-f6c0-43cc-8499-a1f635017de9" providerId="ADAL" clId="{B0659DE8-36D2-463C-9931-A90715547410}" dt="2020-09-28T18:48:20.155" v="1626" actId="478"/>
          <ac:spMkLst>
            <pc:docMk/>
            <pc:sldMk cId="263213698" sldId="561"/>
            <ac:spMk id="3" creationId="{0902CDA8-4C67-4C5D-A8FA-0A5FE1A55F18}"/>
          </ac:spMkLst>
        </pc:spChg>
        <pc:spChg chg="add mod">
          <ac:chgData name="Ella" userId="c6918cf5-f6c0-43cc-8499-a1f635017de9" providerId="ADAL" clId="{B0659DE8-36D2-463C-9931-A90715547410}" dt="2020-09-28T19:07:05.405" v="1920" actId="20577"/>
          <ac:spMkLst>
            <pc:docMk/>
            <pc:sldMk cId="263213698" sldId="561"/>
            <ac:spMk id="4" creationId="{345576F9-C1F1-439E-A1D0-6290F4ED6894}"/>
          </ac:spMkLst>
        </pc:spChg>
        <pc:grpChg chg="add mod">
          <ac:chgData name="Ella" userId="c6918cf5-f6c0-43cc-8499-a1f635017de9" providerId="ADAL" clId="{B0659DE8-36D2-463C-9931-A90715547410}" dt="2020-09-28T19:07:10.848" v="1925" actId="1036"/>
          <ac:grpSpMkLst>
            <pc:docMk/>
            <pc:sldMk cId="263213698" sldId="561"/>
            <ac:grpSpMk id="9" creationId="{16C69796-2946-47F9-9F75-C7FC9056D82D}"/>
          </ac:grpSpMkLst>
        </pc:grpChg>
        <pc:picChg chg="add mod modCrop">
          <ac:chgData name="Ella" userId="c6918cf5-f6c0-43cc-8499-a1f635017de9" providerId="ADAL" clId="{B0659DE8-36D2-463C-9931-A90715547410}" dt="2020-09-28T18:49:44.853" v="1657" actId="164"/>
          <ac:picMkLst>
            <pc:docMk/>
            <pc:sldMk cId="263213698" sldId="561"/>
            <ac:picMk id="6" creationId="{704B4D26-6BAD-4D98-86B5-A0A655058F36}"/>
          </ac:picMkLst>
        </pc:picChg>
        <pc:picChg chg="add mod modCrop">
          <ac:chgData name="Ella" userId="c6918cf5-f6c0-43cc-8499-a1f635017de9" providerId="ADAL" clId="{B0659DE8-36D2-463C-9931-A90715547410}" dt="2020-09-28T18:49:44.853" v="1657" actId="164"/>
          <ac:picMkLst>
            <pc:docMk/>
            <pc:sldMk cId="263213698" sldId="561"/>
            <ac:picMk id="8" creationId="{5A875212-5A55-420D-B52F-45868D823C71}"/>
          </ac:picMkLst>
        </pc:picChg>
      </pc:sldChg>
      <pc:sldChg chg="add del">
        <pc:chgData name="Ella" userId="c6918cf5-f6c0-43cc-8499-a1f635017de9" providerId="ADAL" clId="{B0659DE8-36D2-463C-9931-A90715547410}" dt="2020-09-28T19:07:31.740" v="1926" actId="47"/>
        <pc:sldMkLst>
          <pc:docMk/>
          <pc:sldMk cId="535330484" sldId="562"/>
        </pc:sldMkLst>
      </pc:sldChg>
      <pc:sldChg chg="addSp modSp add mod">
        <pc:chgData name="Ella" userId="c6918cf5-f6c0-43cc-8499-a1f635017de9" providerId="ADAL" clId="{B0659DE8-36D2-463C-9931-A90715547410}" dt="2020-09-28T18:47:01.811" v="1623" actId="13926"/>
        <pc:sldMkLst>
          <pc:docMk/>
          <pc:sldMk cId="3281482699" sldId="563"/>
        </pc:sldMkLst>
        <pc:spChg chg="mod">
          <ac:chgData name="Ella" userId="c6918cf5-f6c0-43cc-8499-a1f635017de9" providerId="ADAL" clId="{B0659DE8-36D2-463C-9931-A90715547410}" dt="2020-09-28T18:47:01.811" v="1623" actId="13926"/>
          <ac:spMkLst>
            <pc:docMk/>
            <pc:sldMk cId="3281482699" sldId="563"/>
            <ac:spMk id="2" creationId="{8CF7C465-C852-4CB2-B730-2F7FF47FCE58}"/>
          </ac:spMkLst>
        </pc:spChg>
        <pc:spChg chg="mod">
          <ac:chgData name="Ella" userId="c6918cf5-f6c0-43cc-8499-a1f635017de9" providerId="ADAL" clId="{B0659DE8-36D2-463C-9931-A90715547410}" dt="2020-09-28T18:46:57.332" v="1621" actId="1036"/>
          <ac:spMkLst>
            <pc:docMk/>
            <pc:sldMk cId="3281482699" sldId="563"/>
            <ac:spMk id="4" creationId="{32E7A8FA-1526-4ADA-97C0-D95038C1F3DE}"/>
          </ac:spMkLst>
        </pc:spChg>
        <pc:spChg chg="mod">
          <ac:chgData name="Ella" userId="c6918cf5-f6c0-43cc-8499-a1f635017de9" providerId="ADAL" clId="{B0659DE8-36D2-463C-9931-A90715547410}" dt="2020-09-28T18:46:57.332" v="1621" actId="1036"/>
          <ac:spMkLst>
            <pc:docMk/>
            <pc:sldMk cId="3281482699" sldId="563"/>
            <ac:spMk id="6" creationId="{945682FA-4461-4DFF-8486-24F12DB9E684}"/>
          </ac:spMkLst>
        </pc:spChg>
        <pc:picChg chg="add mod">
          <ac:chgData name="Ella" userId="c6918cf5-f6c0-43cc-8499-a1f635017de9" providerId="ADAL" clId="{B0659DE8-36D2-463C-9931-A90715547410}" dt="2020-09-28T18:46:59.401" v="1622" actId="1076"/>
          <ac:picMkLst>
            <pc:docMk/>
            <pc:sldMk cId="3281482699" sldId="563"/>
            <ac:picMk id="5" creationId="{3FB88926-771D-4B17-B61C-5D4F208222AC}"/>
          </ac:picMkLst>
        </pc:picChg>
      </pc:sldChg>
      <pc:sldChg chg="modSp add mod">
        <pc:chgData name="Ella" userId="c6918cf5-f6c0-43cc-8499-a1f635017de9" providerId="ADAL" clId="{B0659DE8-36D2-463C-9931-A90715547410}" dt="2020-09-28T18:56:14.163" v="1689" actId="13926"/>
        <pc:sldMkLst>
          <pc:docMk/>
          <pc:sldMk cId="1778333422" sldId="564"/>
        </pc:sldMkLst>
        <pc:spChg chg="mod">
          <ac:chgData name="Ella" userId="c6918cf5-f6c0-43cc-8499-a1f635017de9" providerId="ADAL" clId="{B0659DE8-36D2-463C-9931-A90715547410}" dt="2020-09-28T18:56:14.163" v="1689" actId="13926"/>
          <ac:spMkLst>
            <pc:docMk/>
            <pc:sldMk cId="1778333422" sldId="564"/>
            <ac:spMk id="2" creationId="{8CF7C465-C852-4CB2-B730-2F7FF47FCE58}"/>
          </ac:spMkLst>
        </pc:spChg>
        <pc:graphicFrameChg chg="modGraphic">
          <ac:chgData name="Ella" userId="c6918cf5-f6c0-43cc-8499-a1f635017de9" providerId="ADAL" clId="{B0659DE8-36D2-463C-9931-A90715547410}" dt="2020-09-28T18:55:28.014" v="1688" actId="20577"/>
          <ac:graphicFrameMkLst>
            <pc:docMk/>
            <pc:sldMk cId="1778333422" sldId="564"/>
            <ac:graphicFrameMk id="6" creationId="{70354C8E-9E7C-400E-8945-63FA22A3E165}"/>
          </ac:graphicFrameMkLst>
        </pc:graphicFrameChg>
      </pc:sldChg>
      <pc:sldChg chg="addSp delSp modSp add mod">
        <pc:chgData name="Ella" userId="c6918cf5-f6c0-43cc-8499-a1f635017de9" providerId="ADAL" clId="{B0659DE8-36D2-463C-9931-A90715547410}" dt="2020-09-28T20:08:08.815" v="2412" actId="13926"/>
        <pc:sldMkLst>
          <pc:docMk/>
          <pc:sldMk cId="4049458046" sldId="565"/>
        </pc:sldMkLst>
        <pc:spChg chg="mod">
          <ac:chgData name="Ella" userId="c6918cf5-f6c0-43cc-8499-a1f635017de9" providerId="ADAL" clId="{B0659DE8-36D2-463C-9931-A90715547410}" dt="2020-09-28T20:08:08.815" v="2412" actId="13926"/>
          <ac:spMkLst>
            <pc:docMk/>
            <pc:sldMk cId="4049458046" sldId="565"/>
            <ac:spMk id="2" creationId="{3F0BE938-39C7-468E-A2C4-83EB0FF8C684}"/>
          </ac:spMkLst>
        </pc:spChg>
        <pc:spChg chg="mod">
          <ac:chgData name="Ella" userId="c6918cf5-f6c0-43cc-8499-a1f635017de9" providerId="ADAL" clId="{B0659DE8-36D2-463C-9931-A90715547410}" dt="2020-09-28T20:06:25.525" v="2411" actId="14100"/>
          <ac:spMkLst>
            <pc:docMk/>
            <pc:sldMk cId="4049458046" sldId="565"/>
            <ac:spMk id="3" creationId="{55F5B11A-5843-4F0D-838C-C44331D476F9}"/>
          </ac:spMkLst>
        </pc:spChg>
        <pc:grpChg chg="add mod">
          <ac:chgData name="Ella" userId="c6918cf5-f6c0-43cc-8499-a1f635017de9" providerId="ADAL" clId="{B0659DE8-36D2-463C-9931-A90715547410}" dt="2020-09-28T19:20:23.463" v="2084" actId="1076"/>
          <ac:grpSpMkLst>
            <pc:docMk/>
            <pc:sldMk cId="4049458046" sldId="565"/>
            <ac:grpSpMk id="8" creationId="{F23990C9-95F1-4AA6-9423-3271850D5D38}"/>
          </ac:grpSpMkLst>
        </pc:grpChg>
        <pc:picChg chg="add mod modCrop">
          <ac:chgData name="Ella" userId="c6918cf5-f6c0-43cc-8499-a1f635017de9" providerId="ADAL" clId="{B0659DE8-36D2-463C-9931-A90715547410}" dt="2020-09-28T19:20:18.139" v="2081" actId="164"/>
          <ac:picMkLst>
            <pc:docMk/>
            <pc:sldMk cId="4049458046" sldId="565"/>
            <ac:picMk id="5" creationId="{B875C8AE-7FAE-46C8-8D5E-5119DB58DAEB}"/>
          </ac:picMkLst>
        </pc:picChg>
        <pc:picChg chg="add mod modCrop">
          <ac:chgData name="Ella" userId="c6918cf5-f6c0-43cc-8499-a1f635017de9" providerId="ADAL" clId="{B0659DE8-36D2-463C-9931-A90715547410}" dt="2020-09-28T19:20:18.139" v="2081" actId="164"/>
          <ac:picMkLst>
            <pc:docMk/>
            <pc:sldMk cId="4049458046" sldId="565"/>
            <ac:picMk id="7" creationId="{A17ED010-6A8D-4073-B633-0D4099D7F536}"/>
          </ac:picMkLst>
        </pc:picChg>
        <pc:picChg chg="add del">
          <ac:chgData name="Ella" userId="c6918cf5-f6c0-43cc-8499-a1f635017de9" providerId="ADAL" clId="{B0659DE8-36D2-463C-9931-A90715547410}" dt="2020-09-28T19:25:01.860" v="2211" actId="21"/>
          <ac:picMkLst>
            <pc:docMk/>
            <pc:sldMk cId="4049458046" sldId="565"/>
            <ac:picMk id="10" creationId="{E0E70528-6A63-4B77-AA94-666533719987}"/>
          </ac:picMkLst>
        </pc:picChg>
      </pc:sldChg>
      <pc:sldChg chg="addSp delSp modSp new mod">
        <pc:chgData name="Ella" userId="c6918cf5-f6c0-43cc-8499-a1f635017de9" providerId="ADAL" clId="{B0659DE8-36D2-463C-9931-A90715547410}" dt="2020-09-28T20:30:59.563" v="2698" actId="13926"/>
        <pc:sldMkLst>
          <pc:docMk/>
          <pc:sldMk cId="3032255115" sldId="566"/>
        </pc:sldMkLst>
        <pc:spChg chg="mod">
          <ac:chgData name="Ella" userId="c6918cf5-f6c0-43cc-8499-a1f635017de9" providerId="ADAL" clId="{B0659DE8-36D2-463C-9931-A90715547410}" dt="2020-09-28T20:30:59.563" v="2698" actId="13926"/>
          <ac:spMkLst>
            <pc:docMk/>
            <pc:sldMk cId="3032255115" sldId="566"/>
            <ac:spMk id="2" creationId="{B0410B08-7AA8-4658-B6EE-53F03517BB2E}"/>
          </ac:spMkLst>
        </pc:spChg>
        <pc:spChg chg="del">
          <ac:chgData name="Ella" userId="c6918cf5-f6c0-43cc-8499-a1f635017de9" providerId="ADAL" clId="{B0659DE8-36D2-463C-9931-A90715547410}" dt="2020-09-28T20:08:27.500" v="2420" actId="478"/>
          <ac:spMkLst>
            <pc:docMk/>
            <pc:sldMk cId="3032255115" sldId="566"/>
            <ac:spMk id="3" creationId="{6FBA291D-594D-4574-A9B4-BC8B0147DFF2}"/>
          </ac:spMkLst>
        </pc:spChg>
        <pc:spChg chg="add mod">
          <ac:chgData name="Ella" userId="c6918cf5-f6c0-43cc-8499-a1f635017de9" providerId="ADAL" clId="{B0659DE8-36D2-463C-9931-A90715547410}" dt="2020-09-28T20:30:53.826" v="2697" actId="20577"/>
          <ac:spMkLst>
            <pc:docMk/>
            <pc:sldMk cId="3032255115" sldId="566"/>
            <ac:spMk id="13" creationId="{AA162E36-9A45-4ACF-B5F1-5B2C239B5632}"/>
          </ac:spMkLst>
        </pc:spChg>
        <pc:grpChg chg="add mod">
          <ac:chgData name="Ella" userId="c6918cf5-f6c0-43cc-8499-a1f635017de9" providerId="ADAL" clId="{B0659DE8-36D2-463C-9931-A90715547410}" dt="2020-09-28T20:08:23.093" v="2419" actId="1076"/>
          <ac:grpSpMkLst>
            <pc:docMk/>
            <pc:sldMk cId="3032255115" sldId="566"/>
            <ac:grpSpMk id="12" creationId="{4F6951E2-B79A-466C-A688-5F5F60BC687E}"/>
          </ac:grpSpMkLst>
        </pc:grpChg>
        <pc:picChg chg="add del mod">
          <ac:chgData name="Ella" userId="c6918cf5-f6c0-43cc-8499-a1f635017de9" providerId="ADAL" clId="{B0659DE8-36D2-463C-9931-A90715547410}" dt="2020-09-28T19:35:12.880" v="2242" actId="478"/>
          <ac:picMkLst>
            <pc:docMk/>
            <pc:sldMk cId="3032255115" sldId="566"/>
            <ac:picMk id="5" creationId="{EC916A93-F7C4-40CA-9AD7-CDE626856E00}"/>
          </ac:picMkLst>
        </pc:picChg>
        <pc:picChg chg="add del mod">
          <ac:chgData name="Ella" userId="c6918cf5-f6c0-43cc-8499-a1f635017de9" providerId="ADAL" clId="{B0659DE8-36D2-463C-9931-A90715547410}" dt="2020-09-28T19:25:06.527" v="2216" actId="478"/>
          <ac:picMkLst>
            <pc:docMk/>
            <pc:sldMk cId="3032255115" sldId="566"/>
            <ac:picMk id="7" creationId="{A3A33892-559A-4794-B85D-48E40697B0AA}"/>
          </ac:picMkLst>
        </pc:picChg>
        <pc:picChg chg="add mod modCrop">
          <ac:chgData name="Ella" userId="c6918cf5-f6c0-43cc-8499-a1f635017de9" providerId="ADAL" clId="{B0659DE8-36D2-463C-9931-A90715547410}" dt="2020-09-28T20:08:21.641" v="2418" actId="164"/>
          <ac:picMkLst>
            <pc:docMk/>
            <pc:sldMk cId="3032255115" sldId="566"/>
            <ac:picMk id="9" creationId="{665EDFE8-F2FF-49AA-B523-7D9E41FAD941}"/>
          </ac:picMkLst>
        </pc:picChg>
        <pc:picChg chg="add mod modCrop">
          <ac:chgData name="Ella" userId="c6918cf5-f6c0-43cc-8499-a1f635017de9" providerId="ADAL" clId="{B0659DE8-36D2-463C-9931-A90715547410}" dt="2020-09-28T20:08:21.641" v="2418" actId="164"/>
          <ac:picMkLst>
            <pc:docMk/>
            <pc:sldMk cId="3032255115" sldId="566"/>
            <ac:picMk id="11" creationId="{214D8C2B-7218-4E1A-9A60-E1060DEC1F40}"/>
          </ac:picMkLst>
        </pc:picChg>
      </pc:sldChg>
      <pc:sldChg chg="addSp delSp modSp new mod">
        <pc:chgData name="Ella" userId="c6918cf5-f6c0-43cc-8499-a1f635017de9" providerId="ADAL" clId="{B0659DE8-36D2-463C-9931-A90715547410}" dt="2020-09-28T20:46:05.782" v="2917" actId="13926"/>
        <pc:sldMkLst>
          <pc:docMk/>
          <pc:sldMk cId="3634661200" sldId="567"/>
        </pc:sldMkLst>
        <pc:spChg chg="mod">
          <ac:chgData name="Ella" userId="c6918cf5-f6c0-43cc-8499-a1f635017de9" providerId="ADAL" clId="{B0659DE8-36D2-463C-9931-A90715547410}" dt="2020-09-28T20:46:05.782" v="2917" actId="13926"/>
          <ac:spMkLst>
            <pc:docMk/>
            <pc:sldMk cId="3634661200" sldId="567"/>
            <ac:spMk id="2" creationId="{42CAA4F8-E275-4C2D-921D-85BCBB429481}"/>
          </ac:spMkLst>
        </pc:spChg>
        <pc:spChg chg="del">
          <ac:chgData name="Ella" userId="c6918cf5-f6c0-43cc-8499-a1f635017de9" providerId="ADAL" clId="{B0659DE8-36D2-463C-9931-A90715547410}" dt="2020-09-28T20:27:25.485" v="2545" actId="478"/>
          <ac:spMkLst>
            <pc:docMk/>
            <pc:sldMk cId="3634661200" sldId="567"/>
            <ac:spMk id="3" creationId="{64003DA5-1C86-47AA-B200-F27964915FB7}"/>
          </ac:spMkLst>
        </pc:spChg>
        <pc:spChg chg="add mod">
          <ac:chgData name="Ella" userId="c6918cf5-f6c0-43cc-8499-a1f635017de9" providerId="ADAL" clId="{B0659DE8-36D2-463C-9931-A90715547410}" dt="2020-09-28T20:32:58.454" v="2726" actId="1076"/>
          <ac:spMkLst>
            <pc:docMk/>
            <pc:sldMk cId="3634661200" sldId="567"/>
            <ac:spMk id="15" creationId="{4430B28D-E323-4B29-8B96-DE4849E0AF4C}"/>
          </ac:spMkLst>
        </pc:spChg>
        <pc:spChg chg="add mod">
          <ac:chgData name="Ella" userId="c6918cf5-f6c0-43cc-8499-a1f635017de9" providerId="ADAL" clId="{B0659DE8-36D2-463C-9931-A90715547410}" dt="2020-09-28T20:37:17.145" v="2830" actId="1036"/>
          <ac:spMkLst>
            <pc:docMk/>
            <pc:sldMk cId="3634661200" sldId="567"/>
            <ac:spMk id="17" creationId="{89B9918F-0248-4EA8-820B-06CAC7003C97}"/>
          </ac:spMkLst>
        </pc:spChg>
        <pc:spChg chg="add mod">
          <ac:chgData name="Ella" userId="c6918cf5-f6c0-43cc-8499-a1f635017de9" providerId="ADAL" clId="{B0659DE8-36D2-463C-9931-A90715547410}" dt="2020-09-28T20:38:02.773" v="2844" actId="1076"/>
          <ac:spMkLst>
            <pc:docMk/>
            <pc:sldMk cId="3634661200" sldId="567"/>
            <ac:spMk id="19" creationId="{33EA3BF5-92CD-4B94-9F23-73F6ABDF43FE}"/>
          </ac:spMkLst>
        </pc:spChg>
        <pc:spChg chg="add mod">
          <ac:chgData name="Ella" userId="c6918cf5-f6c0-43cc-8499-a1f635017de9" providerId="ADAL" clId="{B0659DE8-36D2-463C-9931-A90715547410}" dt="2020-09-28T20:39:01.976" v="2879" actId="20577"/>
          <ac:spMkLst>
            <pc:docMk/>
            <pc:sldMk cId="3634661200" sldId="567"/>
            <ac:spMk id="21" creationId="{128AC14F-305C-43A7-9AE6-D9BE940E9444}"/>
          </ac:spMkLst>
        </pc:spChg>
        <pc:spChg chg="add del">
          <ac:chgData name="Ella" userId="c6918cf5-f6c0-43cc-8499-a1f635017de9" providerId="ADAL" clId="{B0659DE8-36D2-463C-9931-A90715547410}" dt="2020-09-28T20:36:02.136" v="2768" actId="22"/>
          <ac:spMkLst>
            <pc:docMk/>
            <pc:sldMk cId="3634661200" sldId="567"/>
            <ac:spMk id="25" creationId="{2B172585-CC3A-4238-B42F-5871F5D05FFB}"/>
          </ac:spMkLst>
        </pc:spChg>
        <pc:spChg chg="add mod">
          <ac:chgData name="Ella" userId="c6918cf5-f6c0-43cc-8499-a1f635017de9" providerId="ADAL" clId="{B0659DE8-36D2-463C-9931-A90715547410}" dt="2020-09-28T20:37:07.114" v="2801" actId="571"/>
          <ac:spMkLst>
            <pc:docMk/>
            <pc:sldMk cId="3634661200" sldId="567"/>
            <ac:spMk id="30" creationId="{9C7BB7E1-5510-4B9D-8061-BED1BA99CB30}"/>
          </ac:spMkLst>
        </pc:spChg>
        <pc:spChg chg="add mod">
          <ac:chgData name="Ella" userId="c6918cf5-f6c0-43cc-8499-a1f635017de9" providerId="ADAL" clId="{B0659DE8-36D2-463C-9931-A90715547410}" dt="2020-09-28T20:37:07.114" v="2801" actId="571"/>
          <ac:spMkLst>
            <pc:docMk/>
            <pc:sldMk cId="3634661200" sldId="567"/>
            <ac:spMk id="31" creationId="{480A6A39-F991-4524-8F04-A32569E4E94B}"/>
          </ac:spMkLst>
        </pc:spChg>
        <pc:spChg chg="add mod">
          <ac:chgData name="Ella" userId="c6918cf5-f6c0-43cc-8499-a1f635017de9" providerId="ADAL" clId="{B0659DE8-36D2-463C-9931-A90715547410}" dt="2020-09-28T20:37:51.914" v="2840" actId="14100"/>
          <ac:spMkLst>
            <pc:docMk/>
            <pc:sldMk cId="3634661200" sldId="567"/>
            <ac:spMk id="33" creationId="{B86C8E28-1340-4554-B343-AD6E07CE7989}"/>
          </ac:spMkLst>
        </pc:spChg>
        <pc:grpChg chg="add del mod">
          <ac:chgData name="Ella" userId="c6918cf5-f6c0-43cc-8499-a1f635017de9" providerId="ADAL" clId="{B0659DE8-36D2-463C-9931-A90715547410}" dt="2020-09-28T20:36:54.951" v="2784" actId="165"/>
          <ac:grpSpMkLst>
            <pc:docMk/>
            <pc:sldMk cId="3634661200" sldId="567"/>
            <ac:grpSpMk id="14" creationId="{8E6B47E2-262E-4B0B-AA9D-8711935EFDFA}"/>
          </ac:grpSpMkLst>
        </pc:grpChg>
        <pc:grpChg chg="add mod">
          <ac:chgData name="Ella" userId="c6918cf5-f6c0-43cc-8499-a1f635017de9" providerId="ADAL" clId="{B0659DE8-36D2-463C-9931-A90715547410}" dt="2020-09-28T20:37:12.104" v="2823" actId="1035"/>
          <ac:grpSpMkLst>
            <pc:docMk/>
            <pc:sldMk cId="3634661200" sldId="567"/>
            <ac:grpSpMk id="26" creationId="{64878C7F-4358-4295-9648-D3B51D6E9948}"/>
          </ac:grpSpMkLst>
        </pc:grpChg>
        <pc:grpChg chg="add mod">
          <ac:chgData name="Ella" userId="c6918cf5-f6c0-43cc-8499-a1f635017de9" providerId="ADAL" clId="{B0659DE8-36D2-463C-9931-A90715547410}" dt="2020-09-28T20:37:07.114" v="2801" actId="571"/>
          <ac:grpSpMkLst>
            <pc:docMk/>
            <pc:sldMk cId="3634661200" sldId="567"/>
            <ac:grpSpMk id="27" creationId="{BAA385A0-C38B-4D61-9114-FC8E26C5F629}"/>
          </ac:grpSpMkLst>
        </pc:grpChg>
        <pc:picChg chg="add del mod">
          <ac:chgData name="Ella" userId="c6918cf5-f6c0-43cc-8499-a1f635017de9" providerId="ADAL" clId="{B0659DE8-36D2-463C-9931-A90715547410}" dt="2020-09-28T19:26:48.333" v="2226" actId="478"/>
          <ac:picMkLst>
            <pc:docMk/>
            <pc:sldMk cId="3634661200" sldId="567"/>
            <ac:picMk id="5" creationId="{A1D7799D-058C-4AF1-9D3A-3233B6129433}"/>
          </ac:picMkLst>
        </pc:picChg>
        <pc:picChg chg="add del mod">
          <ac:chgData name="Ella" userId="c6918cf5-f6c0-43cc-8499-a1f635017de9" providerId="ADAL" clId="{B0659DE8-36D2-463C-9931-A90715547410}" dt="2020-09-28T19:29:32.356" v="2231" actId="478"/>
          <ac:picMkLst>
            <pc:docMk/>
            <pc:sldMk cId="3634661200" sldId="567"/>
            <ac:picMk id="7" creationId="{18A6FDF9-EF6E-4707-859D-82DAE448C5CD}"/>
          </ac:picMkLst>
        </pc:picChg>
        <pc:picChg chg="add del mod">
          <ac:chgData name="Ella" userId="c6918cf5-f6c0-43cc-8499-a1f635017de9" providerId="ADAL" clId="{B0659DE8-36D2-463C-9931-A90715547410}" dt="2020-09-28T19:35:15.939" v="2244" actId="478"/>
          <ac:picMkLst>
            <pc:docMk/>
            <pc:sldMk cId="3634661200" sldId="567"/>
            <ac:picMk id="9" creationId="{75ECA170-1916-419A-BD7E-D60FB9069B27}"/>
          </ac:picMkLst>
        </pc:picChg>
        <pc:picChg chg="add mod topLvl modCrop">
          <ac:chgData name="Ella" userId="c6918cf5-f6c0-43cc-8499-a1f635017de9" providerId="ADAL" clId="{B0659DE8-36D2-463C-9931-A90715547410}" dt="2020-09-28T20:37:03.850" v="2799" actId="164"/>
          <ac:picMkLst>
            <pc:docMk/>
            <pc:sldMk cId="3634661200" sldId="567"/>
            <ac:picMk id="11" creationId="{1A5B0B56-035D-4D39-B55E-2CF9001DC1FE}"/>
          </ac:picMkLst>
        </pc:picChg>
        <pc:picChg chg="add mod topLvl modCrop">
          <ac:chgData name="Ella" userId="c6918cf5-f6c0-43cc-8499-a1f635017de9" providerId="ADAL" clId="{B0659DE8-36D2-463C-9931-A90715547410}" dt="2020-09-28T20:37:03.850" v="2799" actId="164"/>
          <ac:picMkLst>
            <pc:docMk/>
            <pc:sldMk cId="3634661200" sldId="567"/>
            <ac:picMk id="13" creationId="{0D36EF65-007C-4D93-A6D4-0DD81E6C778E}"/>
          </ac:picMkLst>
        </pc:picChg>
        <pc:picChg chg="add del">
          <ac:chgData name="Ella" userId="c6918cf5-f6c0-43cc-8499-a1f635017de9" providerId="ADAL" clId="{B0659DE8-36D2-463C-9931-A90715547410}" dt="2020-09-28T20:35:58.636" v="2766" actId="22"/>
          <ac:picMkLst>
            <pc:docMk/>
            <pc:sldMk cId="3634661200" sldId="567"/>
            <ac:picMk id="23" creationId="{9B91AD47-8085-4DCA-89F8-A3447E05895D}"/>
          </ac:picMkLst>
        </pc:picChg>
        <pc:picChg chg="mod">
          <ac:chgData name="Ella" userId="c6918cf5-f6c0-43cc-8499-a1f635017de9" providerId="ADAL" clId="{B0659DE8-36D2-463C-9931-A90715547410}" dt="2020-09-28T20:37:07.114" v="2801" actId="571"/>
          <ac:picMkLst>
            <pc:docMk/>
            <pc:sldMk cId="3634661200" sldId="567"/>
            <ac:picMk id="28" creationId="{43045313-D05F-4D96-97CE-C407F69B28CE}"/>
          </ac:picMkLst>
        </pc:picChg>
        <pc:picChg chg="mod">
          <ac:chgData name="Ella" userId="c6918cf5-f6c0-43cc-8499-a1f635017de9" providerId="ADAL" clId="{B0659DE8-36D2-463C-9931-A90715547410}" dt="2020-09-28T20:37:07.114" v="2801" actId="571"/>
          <ac:picMkLst>
            <pc:docMk/>
            <pc:sldMk cId="3634661200" sldId="567"/>
            <ac:picMk id="29" creationId="{9669E1A3-0762-4082-AC1F-9C853538E4DA}"/>
          </ac:picMkLst>
        </pc:picChg>
        <pc:cxnChg chg="add mod">
          <ac:chgData name="Ella" userId="c6918cf5-f6c0-43cc-8499-a1f635017de9" providerId="ADAL" clId="{B0659DE8-36D2-463C-9931-A90715547410}" dt="2020-09-28T20:38:26.959" v="2857" actId="14100"/>
          <ac:cxnSpMkLst>
            <pc:docMk/>
            <pc:sldMk cId="3634661200" sldId="567"/>
            <ac:cxnSpMk id="34" creationId="{48760C99-8509-4A46-A4C0-C3EFC0A3EF12}"/>
          </ac:cxnSpMkLst>
        </pc:cxnChg>
        <pc:cxnChg chg="add mod">
          <ac:chgData name="Ella" userId="c6918cf5-f6c0-43cc-8499-a1f635017de9" providerId="ADAL" clId="{B0659DE8-36D2-463C-9931-A90715547410}" dt="2020-09-28T20:38:12.917" v="2848" actId="14100"/>
          <ac:cxnSpMkLst>
            <pc:docMk/>
            <pc:sldMk cId="3634661200" sldId="567"/>
            <ac:cxnSpMk id="36" creationId="{C15A570B-546F-44C2-9286-646F89FEE753}"/>
          </ac:cxnSpMkLst>
        </pc:cxnChg>
        <pc:cxnChg chg="add mod">
          <ac:chgData name="Ella" userId="c6918cf5-f6c0-43cc-8499-a1f635017de9" providerId="ADAL" clId="{B0659DE8-36D2-463C-9931-A90715547410}" dt="2020-09-28T20:38:57.857" v="2878" actId="1037"/>
          <ac:cxnSpMkLst>
            <pc:docMk/>
            <pc:sldMk cId="3634661200" sldId="567"/>
            <ac:cxnSpMk id="41" creationId="{A98E4059-9DEF-4EA5-8D7F-D0197321DD3F}"/>
          </ac:cxnSpMkLst>
        </pc:cxnChg>
        <pc:cxnChg chg="add del mod">
          <ac:chgData name="Ella" userId="c6918cf5-f6c0-43cc-8499-a1f635017de9" providerId="ADAL" clId="{B0659DE8-36D2-463C-9931-A90715547410}" dt="2020-09-28T20:38:45.555" v="2871" actId="478"/>
          <ac:cxnSpMkLst>
            <pc:docMk/>
            <pc:sldMk cId="3634661200" sldId="567"/>
            <ac:cxnSpMk id="42" creationId="{820D1B19-AFC3-4890-957B-A211EC154AA2}"/>
          </ac:cxnSpMkLst>
        </pc:cxnChg>
        <pc:cxnChg chg="add mod">
          <ac:chgData name="Ella" userId="c6918cf5-f6c0-43cc-8499-a1f635017de9" providerId="ADAL" clId="{B0659DE8-36D2-463C-9931-A90715547410}" dt="2020-09-28T20:38:51.728" v="2874" actId="1038"/>
          <ac:cxnSpMkLst>
            <pc:docMk/>
            <pc:sldMk cId="3634661200" sldId="567"/>
            <ac:cxnSpMk id="43" creationId="{4C4C42B8-5336-44A5-BAC3-B9C2426449A5}"/>
          </ac:cxnSpMkLst>
        </pc:cxnChg>
      </pc:sldChg>
      <pc:sldChg chg="addSp delSp modSp new mod">
        <pc:chgData name="Ella" userId="c6918cf5-f6c0-43cc-8499-a1f635017de9" providerId="ADAL" clId="{B0659DE8-36D2-463C-9931-A90715547410}" dt="2020-09-28T20:41:35.417" v="2916" actId="13926"/>
        <pc:sldMkLst>
          <pc:docMk/>
          <pc:sldMk cId="3996039514" sldId="568"/>
        </pc:sldMkLst>
        <pc:spChg chg="mod">
          <ac:chgData name="Ella" userId="c6918cf5-f6c0-43cc-8499-a1f635017de9" providerId="ADAL" clId="{B0659DE8-36D2-463C-9931-A90715547410}" dt="2020-09-28T20:41:35.417" v="2916" actId="13926"/>
          <ac:spMkLst>
            <pc:docMk/>
            <pc:sldMk cId="3996039514" sldId="568"/>
            <ac:spMk id="2" creationId="{739C33BF-6937-414E-94C1-8F7524CC5979}"/>
          </ac:spMkLst>
        </pc:spChg>
        <pc:spChg chg="del">
          <ac:chgData name="Ella" userId="c6918cf5-f6c0-43cc-8499-a1f635017de9" providerId="ADAL" clId="{B0659DE8-36D2-463C-9931-A90715547410}" dt="2020-09-28T20:39:08.100" v="2880" actId="478"/>
          <ac:spMkLst>
            <pc:docMk/>
            <pc:sldMk cId="3996039514" sldId="568"/>
            <ac:spMk id="3" creationId="{6E872848-1E2C-46B5-9B1F-102A12499C07}"/>
          </ac:spMkLst>
        </pc:spChg>
        <pc:spChg chg="add mod ord">
          <ac:chgData name="Ella" userId="c6918cf5-f6c0-43cc-8499-a1f635017de9" providerId="ADAL" clId="{B0659DE8-36D2-463C-9931-A90715547410}" dt="2020-09-28T20:41:30.623" v="2913" actId="20577"/>
          <ac:spMkLst>
            <pc:docMk/>
            <pc:sldMk cId="3996039514" sldId="568"/>
            <ac:spMk id="13" creationId="{84932422-5AEA-4B6D-A040-5B7905A8F4CE}"/>
          </ac:spMkLst>
        </pc:spChg>
        <pc:grpChg chg="add mod">
          <ac:chgData name="Ella" userId="c6918cf5-f6c0-43cc-8499-a1f635017de9" providerId="ADAL" clId="{B0659DE8-36D2-463C-9931-A90715547410}" dt="2020-09-28T20:41:08.324" v="2903" actId="1076"/>
          <ac:grpSpMkLst>
            <pc:docMk/>
            <pc:sldMk cId="3996039514" sldId="568"/>
            <ac:grpSpMk id="12" creationId="{AA34DFC1-0B58-423E-81B8-2FF34F387DCD}"/>
          </ac:grpSpMkLst>
        </pc:grpChg>
        <pc:picChg chg="add del">
          <ac:chgData name="Ella" userId="c6918cf5-f6c0-43cc-8499-a1f635017de9" providerId="ADAL" clId="{B0659DE8-36D2-463C-9931-A90715547410}" dt="2020-09-28T19:30:55.333" v="2237" actId="478"/>
          <ac:picMkLst>
            <pc:docMk/>
            <pc:sldMk cId="3996039514" sldId="568"/>
            <ac:picMk id="5" creationId="{11318595-E0C6-4F3E-80D4-41F53689DD3E}"/>
          </ac:picMkLst>
        </pc:picChg>
        <pc:picChg chg="add del mod">
          <ac:chgData name="Ella" userId="c6918cf5-f6c0-43cc-8499-a1f635017de9" providerId="ADAL" clId="{B0659DE8-36D2-463C-9931-A90715547410}" dt="2020-09-28T19:35:43.066" v="2248" actId="478"/>
          <ac:picMkLst>
            <pc:docMk/>
            <pc:sldMk cId="3996039514" sldId="568"/>
            <ac:picMk id="7" creationId="{07107ADD-1D9D-40A7-BB8F-DB5CAA4D8DE3}"/>
          </ac:picMkLst>
        </pc:picChg>
        <pc:picChg chg="add mod modCrop">
          <ac:chgData name="Ella" userId="c6918cf5-f6c0-43cc-8499-a1f635017de9" providerId="ADAL" clId="{B0659DE8-36D2-463C-9931-A90715547410}" dt="2020-09-28T19:36:28.991" v="2259" actId="164"/>
          <ac:picMkLst>
            <pc:docMk/>
            <pc:sldMk cId="3996039514" sldId="568"/>
            <ac:picMk id="9" creationId="{1ABB74D0-02F0-46F5-8531-35BD34317B61}"/>
          </ac:picMkLst>
        </pc:picChg>
        <pc:picChg chg="add mod modCrop">
          <ac:chgData name="Ella" userId="c6918cf5-f6c0-43cc-8499-a1f635017de9" providerId="ADAL" clId="{B0659DE8-36D2-463C-9931-A90715547410}" dt="2020-09-28T19:36:28.991" v="2259" actId="164"/>
          <ac:picMkLst>
            <pc:docMk/>
            <pc:sldMk cId="3996039514" sldId="568"/>
            <ac:picMk id="11" creationId="{6E989295-2FAB-42C3-BB82-A4EA8C0CC185}"/>
          </ac:picMkLst>
        </pc:picChg>
      </pc:sldChg>
    </pc:docChg>
  </pc:docChgLst>
  <pc:docChgLst>
    <pc:chgData name="Ella Vetter" userId="c6918cf5-f6c0-43cc-8499-a1f635017de9" providerId="ADAL" clId="{08F57CDB-8DA3-4590-9460-F1211B13527E}"/>
    <pc:docChg chg="undo redo custSel addSld delSld modSld sldOrd">
      <pc:chgData name="Ella Vetter" userId="c6918cf5-f6c0-43cc-8499-a1f635017de9" providerId="ADAL" clId="{08F57CDB-8DA3-4590-9460-F1211B13527E}" dt="2020-10-09T18:00:01.109" v="9475" actId="20577"/>
      <pc:docMkLst>
        <pc:docMk/>
      </pc:docMkLst>
      <pc:sldChg chg="addSp modSp mod">
        <pc:chgData name="Ella Vetter" userId="c6918cf5-f6c0-43cc-8499-a1f635017de9" providerId="ADAL" clId="{08F57CDB-8DA3-4590-9460-F1211B13527E}" dt="2020-10-03T15:42:22.927" v="1357" actId="1036"/>
        <pc:sldMkLst>
          <pc:docMk/>
          <pc:sldMk cId="3075710326" sldId="323"/>
        </pc:sldMkLst>
        <pc:spChg chg="add mod">
          <ac:chgData name="Ella Vetter" userId="c6918cf5-f6c0-43cc-8499-a1f635017de9" providerId="ADAL" clId="{08F57CDB-8DA3-4590-9460-F1211B13527E}" dt="2020-10-03T15:42:22.927" v="1357" actId="1036"/>
          <ac:spMkLst>
            <pc:docMk/>
            <pc:sldMk cId="3075710326" sldId="323"/>
            <ac:spMk id="4" creationId="{0385A4A0-9C56-4E42-AFDA-B0E38A525180}"/>
          </ac:spMkLst>
        </pc:spChg>
      </pc:sldChg>
      <pc:sldChg chg="addSp mod">
        <pc:chgData name="Ella Vetter" userId="c6918cf5-f6c0-43cc-8499-a1f635017de9" providerId="ADAL" clId="{08F57CDB-8DA3-4590-9460-F1211B13527E}" dt="2020-10-03T15:42:40.047" v="1359" actId="22"/>
        <pc:sldMkLst>
          <pc:docMk/>
          <pc:sldMk cId="2144359169" sldId="324"/>
        </pc:sldMkLst>
        <pc:spChg chg="add">
          <ac:chgData name="Ella Vetter" userId="c6918cf5-f6c0-43cc-8499-a1f635017de9" providerId="ADAL" clId="{08F57CDB-8DA3-4590-9460-F1211B13527E}" dt="2020-10-03T15:42:40.047" v="1359" actId="22"/>
          <ac:spMkLst>
            <pc:docMk/>
            <pc:sldMk cId="2144359169" sldId="324"/>
            <ac:spMk id="4" creationId="{3BB3E62B-6850-4FD5-BFEA-E4A264058564}"/>
          </ac:spMkLst>
        </pc:spChg>
      </pc:sldChg>
      <pc:sldChg chg="addSp mod">
        <pc:chgData name="Ella Vetter" userId="c6918cf5-f6c0-43cc-8499-a1f635017de9" providerId="ADAL" clId="{08F57CDB-8DA3-4590-9460-F1211B13527E}" dt="2020-10-03T15:42:43.347" v="1360" actId="22"/>
        <pc:sldMkLst>
          <pc:docMk/>
          <pc:sldMk cId="614422504" sldId="325"/>
        </pc:sldMkLst>
        <pc:spChg chg="add">
          <ac:chgData name="Ella Vetter" userId="c6918cf5-f6c0-43cc-8499-a1f635017de9" providerId="ADAL" clId="{08F57CDB-8DA3-4590-9460-F1211B13527E}" dt="2020-10-03T15:42:43.347" v="1360" actId="22"/>
          <ac:spMkLst>
            <pc:docMk/>
            <pc:sldMk cId="614422504" sldId="325"/>
            <ac:spMk id="4" creationId="{D91C1970-6458-4114-B4FE-0380D70D8A28}"/>
          </ac:spMkLst>
        </pc:spChg>
      </pc:sldChg>
      <pc:sldChg chg="addSp mod">
        <pc:chgData name="Ella Vetter" userId="c6918cf5-f6c0-43cc-8499-a1f635017de9" providerId="ADAL" clId="{08F57CDB-8DA3-4590-9460-F1211B13527E}" dt="2020-10-03T15:42:49.325" v="1361" actId="22"/>
        <pc:sldMkLst>
          <pc:docMk/>
          <pc:sldMk cId="3424886211" sldId="327"/>
        </pc:sldMkLst>
        <pc:spChg chg="add">
          <ac:chgData name="Ella Vetter" userId="c6918cf5-f6c0-43cc-8499-a1f635017de9" providerId="ADAL" clId="{08F57CDB-8DA3-4590-9460-F1211B13527E}" dt="2020-10-03T15:42:49.325" v="1361" actId="22"/>
          <ac:spMkLst>
            <pc:docMk/>
            <pc:sldMk cId="3424886211" sldId="327"/>
            <ac:spMk id="4" creationId="{DF4CD74D-0FEE-498D-8B65-266461844C25}"/>
          </ac:spMkLst>
        </pc:spChg>
      </pc:sldChg>
      <pc:sldChg chg="addSp mod">
        <pc:chgData name="Ella Vetter" userId="c6918cf5-f6c0-43cc-8499-a1f635017de9" providerId="ADAL" clId="{08F57CDB-8DA3-4590-9460-F1211B13527E}" dt="2020-10-03T15:42:54.621" v="1362" actId="22"/>
        <pc:sldMkLst>
          <pc:docMk/>
          <pc:sldMk cId="3387184851" sldId="328"/>
        </pc:sldMkLst>
        <pc:spChg chg="add">
          <ac:chgData name="Ella Vetter" userId="c6918cf5-f6c0-43cc-8499-a1f635017de9" providerId="ADAL" clId="{08F57CDB-8DA3-4590-9460-F1211B13527E}" dt="2020-10-03T15:42:54.621" v="1362" actId="22"/>
          <ac:spMkLst>
            <pc:docMk/>
            <pc:sldMk cId="3387184851" sldId="328"/>
            <ac:spMk id="4" creationId="{A341BD54-4BCC-4D1B-B8E5-9A44454C71B9}"/>
          </ac:spMkLst>
        </pc:spChg>
      </pc:sldChg>
      <pc:sldChg chg="modSp mod">
        <pc:chgData name="Ella Vetter" userId="c6918cf5-f6c0-43cc-8499-a1f635017de9" providerId="ADAL" clId="{08F57CDB-8DA3-4590-9460-F1211B13527E}" dt="2020-10-09T17:50:49.509" v="9466" actId="20577"/>
        <pc:sldMkLst>
          <pc:docMk/>
          <pc:sldMk cId="3207609551" sldId="377"/>
        </pc:sldMkLst>
        <pc:spChg chg="mod">
          <ac:chgData name="Ella Vetter" userId="c6918cf5-f6c0-43cc-8499-a1f635017de9" providerId="ADAL" clId="{08F57CDB-8DA3-4590-9460-F1211B13527E}" dt="2020-10-09T17:50:49.509" v="9466" actId="20577"/>
          <ac:spMkLst>
            <pc:docMk/>
            <pc:sldMk cId="3207609551" sldId="377"/>
            <ac:spMk id="4" creationId="{D73DF70C-A971-4ABC-B0EC-BF457A93F4A7}"/>
          </ac:spMkLst>
        </pc:spChg>
      </pc:sldChg>
      <pc:sldChg chg="modSp mod">
        <pc:chgData name="Ella Vetter" userId="c6918cf5-f6c0-43cc-8499-a1f635017de9" providerId="ADAL" clId="{08F57CDB-8DA3-4590-9460-F1211B13527E}" dt="2020-10-09T17:06:16.226" v="9395" actId="20577"/>
        <pc:sldMkLst>
          <pc:docMk/>
          <pc:sldMk cId="4235527687" sldId="380"/>
        </pc:sldMkLst>
        <pc:spChg chg="mod">
          <ac:chgData name="Ella Vetter" userId="c6918cf5-f6c0-43cc-8499-a1f635017de9" providerId="ADAL" clId="{08F57CDB-8DA3-4590-9460-F1211B13527E}" dt="2020-10-09T17:06:16.226" v="9395" actId="20577"/>
          <ac:spMkLst>
            <pc:docMk/>
            <pc:sldMk cId="4235527687" sldId="380"/>
            <ac:spMk id="4" creationId="{E67F6EB8-7EFF-4FFA-B2F7-88264B3094B6}"/>
          </ac:spMkLst>
        </pc:spChg>
      </pc:sldChg>
      <pc:sldChg chg="modSp mod">
        <pc:chgData name="Ella Vetter" userId="c6918cf5-f6c0-43cc-8499-a1f635017de9" providerId="ADAL" clId="{08F57CDB-8DA3-4590-9460-F1211B13527E}" dt="2020-10-09T17:06:38.173" v="9397" actId="1076"/>
        <pc:sldMkLst>
          <pc:docMk/>
          <pc:sldMk cId="3634872261" sldId="383"/>
        </pc:sldMkLst>
        <pc:spChg chg="mod">
          <ac:chgData name="Ella Vetter" userId="c6918cf5-f6c0-43cc-8499-a1f635017de9" providerId="ADAL" clId="{08F57CDB-8DA3-4590-9460-F1211B13527E}" dt="2020-10-09T17:06:36.421" v="9396" actId="14100"/>
          <ac:spMkLst>
            <pc:docMk/>
            <pc:sldMk cId="3634872261" sldId="383"/>
            <ac:spMk id="4" creationId="{E67F6EB8-7EFF-4FFA-B2F7-88264B3094B6}"/>
          </ac:spMkLst>
        </pc:spChg>
        <pc:picChg chg="mod">
          <ac:chgData name="Ella Vetter" userId="c6918cf5-f6c0-43cc-8499-a1f635017de9" providerId="ADAL" clId="{08F57CDB-8DA3-4590-9460-F1211B13527E}" dt="2020-10-09T17:06:38.173" v="9397" actId="1076"/>
          <ac:picMkLst>
            <pc:docMk/>
            <pc:sldMk cId="3634872261" sldId="383"/>
            <ac:picMk id="5" creationId="{9650DCCA-230C-4BAC-B36A-3597389681BD}"/>
          </ac:picMkLst>
        </pc:picChg>
      </pc:sldChg>
      <pc:sldChg chg="modSp">
        <pc:chgData name="Ella Vetter" userId="c6918cf5-f6c0-43cc-8499-a1f635017de9" providerId="ADAL" clId="{08F57CDB-8DA3-4590-9460-F1211B13527E}" dt="2020-10-08T13:17:51.669" v="9346"/>
        <pc:sldMkLst>
          <pc:docMk/>
          <pc:sldMk cId="171292709" sldId="385"/>
        </pc:sldMkLst>
        <pc:graphicFrameChg chg="mod">
          <ac:chgData name="Ella Vetter" userId="c6918cf5-f6c0-43cc-8499-a1f635017de9" providerId="ADAL" clId="{08F57CDB-8DA3-4590-9460-F1211B13527E}" dt="2020-10-08T13:17:51.669" v="9346"/>
          <ac:graphicFrameMkLst>
            <pc:docMk/>
            <pc:sldMk cId="171292709" sldId="385"/>
            <ac:graphicFrameMk id="3" creationId="{433597B1-B998-4911-B48D-B0EB3CA09156}"/>
          </ac:graphicFrameMkLst>
        </pc:graphicFrameChg>
      </pc:sldChg>
      <pc:sldChg chg="modSp mod">
        <pc:chgData name="Ella Vetter" userId="c6918cf5-f6c0-43cc-8499-a1f635017de9" providerId="ADAL" clId="{08F57CDB-8DA3-4590-9460-F1211B13527E}" dt="2020-10-09T17:51:45.842" v="9471" actId="14100"/>
        <pc:sldMkLst>
          <pc:docMk/>
          <pc:sldMk cId="3425266264" sldId="403"/>
        </pc:sldMkLst>
        <pc:spChg chg="mod">
          <ac:chgData name="Ella Vetter" userId="c6918cf5-f6c0-43cc-8499-a1f635017de9" providerId="ADAL" clId="{08F57CDB-8DA3-4590-9460-F1211B13527E}" dt="2020-10-09T17:51:45.842" v="9471" actId="14100"/>
          <ac:spMkLst>
            <pc:docMk/>
            <pc:sldMk cId="3425266264" sldId="403"/>
            <ac:spMk id="11" creationId="{2E7EC114-6A2C-4EE2-B342-209500A5518B}"/>
          </ac:spMkLst>
        </pc:spChg>
      </pc:sldChg>
      <pc:sldChg chg="addSp mod">
        <pc:chgData name="Ella Vetter" userId="c6918cf5-f6c0-43cc-8499-a1f635017de9" providerId="ADAL" clId="{08F57CDB-8DA3-4590-9460-F1211B13527E}" dt="2020-10-03T15:42:57.289" v="1363" actId="22"/>
        <pc:sldMkLst>
          <pc:docMk/>
          <pc:sldMk cId="513993973" sldId="426"/>
        </pc:sldMkLst>
        <pc:spChg chg="add">
          <ac:chgData name="Ella Vetter" userId="c6918cf5-f6c0-43cc-8499-a1f635017de9" providerId="ADAL" clId="{08F57CDB-8DA3-4590-9460-F1211B13527E}" dt="2020-10-03T15:42:57.289" v="1363" actId="22"/>
          <ac:spMkLst>
            <pc:docMk/>
            <pc:sldMk cId="513993973" sldId="426"/>
            <ac:spMk id="4" creationId="{6D7C2637-2F6E-4B7D-81D2-77603CFEDAB2}"/>
          </ac:spMkLst>
        </pc:spChg>
      </pc:sldChg>
      <pc:sldChg chg="addSp mod">
        <pc:chgData name="Ella Vetter" userId="c6918cf5-f6c0-43cc-8499-a1f635017de9" providerId="ADAL" clId="{08F57CDB-8DA3-4590-9460-F1211B13527E}" dt="2020-10-03T15:43:00.550" v="1364" actId="22"/>
        <pc:sldMkLst>
          <pc:docMk/>
          <pc:sldMk cId="977010652" sldId="427"/>
        </pc:sldMkLst>
        <pc:spChg chg="add">
          <ac:chgData name="Ella Vetter" userId="c6918cf5-f6c0-43cc-8499-a1f635017de9" providerId="ADAL" clId="{08F57CDB-8DA3-4590-9460-F1211B13527E}" dt="2020-10-03T15:43:00.550" v="1364" actId="22"/>
          <ac:spMkLst>
            <pc:docMk/>
            <pc:sldMk cId="977010652" sldId="427"/>
            <ac:spMk id="4" creationId="{55612EBC-AB02-4097-95DF-F22B2CFF3636}"/>
          </ac:spMkLst>
        </pc:spChg>
      </pc:sldChg>
      <pc:sldChg chg="addSp mod">
        <pc:chgData name="Ella Vetter" userId="c6918cf5-f6c0-43cc-8499-a1f635017de9" providerId="ADAL" clId="{08F57CDB-8DA3-4590-9460-F1211B13527E}" dt="2020-10-03T15:43:11.666" v="1365" actId="22"/>
        <pc:sldMkLst>
          <pc:docMk/>
          <pc:sldMk cId="2333481971" sldId="428"/>
        </pc:sldMkLst>
        <pc:spChg chg="add">
          <ac:chgData name="Ella Vetter" userId="c6918cf5-f6c0-43cc-8499-a1f635017de9" providerId="ADAL" clId="{08F57CDB-8DA3-4590-9460-F1211B13527E}" dt="2020-10-03T15:43:11.666" v="1365" actId="22"/>
          <ac:spMkLst>
            <pc:docMk/>
            <pc:sldMk cId="2333481971" sldId="428"/>
            <ac:spMk id="4" creationId="{E79FA493-7575-42E0-A740-002AF13B494E}"/>
          </ac:spMkLst>
        </pc:spChg>
      </pc:sldChg>
      <pc:sldChg chg="addSp mod">
        <pc:chgData name="Ella Vetter" userId="c6918cf5-f6c0-43cc-8499-a1f635017de9" providerId="ADAL" clId="{08F57CDB-8DA3-4590-9460-F1211B13527E}" dt="2020-10-03T15:43:14.256" v="1366" actId="22"/>
        <pc:sldMkLst>
          <pc:docMk/>
          <pc:sldMk cId="37384660" sldId="429"/>
        </pc:sldMkLst>
        <pc:spChg chg="add">
          <ac:chgData name="Ella Vetter" userId="c6918cf5-f6c0-43cc-8499-a1f635017de9" providerId="ADAL" clId="{08F57CDB-8DA3-4590-9460-F1211B13527E}" dt="2020-10-03T15:43:14.256" v="1366" actId="22"/>
          <ac:spMkLst>
            <pc:docMk/>
            <pc:sldMk cId="37384660" sldId="429"/>
            <ac:spMk id="4" creationId="{A3A227F0-E760-4BD9-BA94-70044850DAC3}"/>
          </ac:spMkLst>
        </pc:spChg>
      </pc:sldChg>
      <pc:sldChg chg="addSp mod">
        <pc:chgData name="Ella Vetter" userId="c6918cf5-f6c0-43cc-8499-a1f635017de9" providerId="ADAL" clId="{08F57CDB-8DA3-4590-9460-F1211B13527E}" dt="2020-10-03T15:42:36.711" v="1358" actId="22"/>
        <pc:sldMkLst>
          <pc:docMk/>
          <pc:sldMk cId="1198941845" sldId="477"/>
        </pc:sldMkLst>
        <pc:spChg chg="add">
          <ac:chgData name="Ella Vetter" userId="c6918cf5-f6c0-43cc-8499-a1f635017de9" providerId="ADAL" clId="{08F57CDB-8DA3-4590-9460-F1211B13527E}" dt="2020-10-03T15:42:36.711" v="1358" actId="22"/>
          <ac:spMkLst>
            <pc:docMk/>
            <pc:sldMk cId="1198941845" sldId="477"/>
            <ac:spMk id="4" creationId="{252FC7FB-EBD9-4497-97AA-DA0DAEFC942A}"/>
          </ac:spMkLst>
        </pc:spChg>
      </pc:sldChg>
      <pc:sldChg chg="modSp mod">
        <pc:chgData name="Ella Vetter" userId="c6918cf5-f6c0-43cc-8499-a1f635017de9" providerId="ADAL" clId="{08F57CDB-8DA3-4590-9460-F1211B13527E}" dt="2020-10-07T02:23:38.743" v="9345" actId="13926"/>
        <pc:sldMkLst>
          <pc:docMk/>
          <pc:sldMk cId="2955944527" sldId="478"/>
        </pc:sldMkLst>
        <pc:spChg chg="mod">
          <ac:chgData name="Ella Vetter" userId="c6918cf5-f6c0-43cc-8499-a1f635017de9" providerId="ADAL" clId="{08F57CDB-8DA3-4590-9460-F1211B13527E}" dt="2020-10-07T02:23:38.743" v="9345" actId="13926"/>
          <ac:spMkLst>
            <pc:docMk/>
            <pc:sldMk cId="2955944527" sldId="478"/>
            <ac:spMk id="2" creationId="{BDBD1DF1-BB00-486B-9C75-C803CDFE9DF7}"/>
          </ac:spMkLst>
        </pc:spChg>
        <pc:spChg chg="mod">
          <ac:chgData name="Ella Vetter" userId="c6918cf5-f6c0-43cc-8499-a1f635017de9" providerId="ADAL" clId="{08F57CDB-8DA3-4590-9460-F1211B13527E}" dt="2020-10-07T02:23:31.177" v="9344" actId="5793"/>
          <ac:spMkLst>
            <pc:docMk/>
            <pc:sldMk cId="2955944527" sldId="478"/>
            <ac:spMk id="4" creationId="{60DBDEAB-20DE-41B3-B482-991E5C01ED23}"/>
          </ac:spMkLst>
        </pc:spChg>
      </pc:sldChg>
      <pc:sldChg chg="addSp mod">
        <pc:chgData name="Ella Vetter" userId="c6918cf5-f6c0-43cc-8499-a1f635017de9" providerId="ADAL" clId="{08F57CDB-8DA3-4590-9460-F1211B13527E}" dt="2020-10-03T15:43:17.684" v="1367" actId="22"/>
        <pc:sldMkLst>
          <pc:docMk/>
          <pc:sldMk cId="3031442874" sldId="479"/>
        </pc:sldMkLst>
        <pc:spChg chg="add">
          <ac:chgData name="Ella Vetter" userId="c6918cf5-f6c0-43cc-8499-a1f635017de9" providerId="ADAL" clId="{08F57CDB-8DA3-4590-9460-F1211B13527E}" dt="2020-10-03T15:43:17.684" v="1367" actId="22"/>
          <ac:spMkLst>
            <pc:docMk/>
            <pc:sldMk cId="3031442874" sldId="479"/>
            <ac:spMk id="4" creationId="{88156055-EB27-40B3-9779-7DD942EFE5B1}"/>
          </ac:spMkLst>
        </pc:spChg>
      </pc:sldChg>
      <pc:sldChg chg="addSp mod">
        <pc:chgData name="Ella Vetter" userId="c6918cf5-f6c0-43cc-8499-a1f635017de9" providerId="ADAL" clId="{08F57CDB-8DA3-4590-9460-F1211B13527E}" dt="2020-10-03T15:43:35.948" v="1372" actId="22"/>
        <pc:sldMkLst>
          <pc:docMk/>
          <pc:sldMk cId="2128871792" sldId="480"/>
        </pc:sldMkLst>
        <pc:spChg chg="add">
          <ac:chgData name="Ella Vetter" userId="c6918cf5-f6c0-43cc-8499-a1f635017de9" providerId="ADAL" clId="{08F57CDB-8DA3-4590-9460-F1211B13527E}" dt="2020-10-03T15:43:35.948" v="1372" actId="22"/>
          <ac:spMkLst>
            <pc:docMk/>
            <pc:sldMk cId="2128871792" sldId="480"/>
            <ac:spMk id="4" creationId="{F447137F-7AD7-4CC7-AEB8-4A2018E91218}"/>
          </ac:spMkLst>
        </pc:spChg>
      </pc:sldChg>
      <pc:sldChg chg="addSp mod">
        <pc:chgData name="Ella Vetter" userId="c6918cf5-f6c0-43cc-8499-a1f635017de9" providerId="ADAL" clId="{08F57CDB-8DA3-4590-9460-F1211B13527E}" dt="2020-10-03T15:43:41.759" v="1373" actId="22"/>
        <pc:sldMkLst>
          <pc:docMk/>
          <pc:sldMk cId="2142268085" sldId="481"/>
        </pc:sldMkLst>
        <pc:spChg chg="add">
          <ac:chgData name="Ella Vetter" userId="c6918cf5-f6c0-43cc-8499-a1f635017de9" providerId="ADAL" clId="{08F57CDB-8DA3-4590-9460-F1211B13527E}" dt="2020-10-03T15:43:41.759" v="1373" actId="22"/>
          <ac:spMkLst>
            <pc:docMk/>
            <pc:sldMk cId="2142268085" sldId="481"/>
            <ac:spMk id="4" creationId="{1151A5CB-429C-4215-B833-477AD49CA944}"/>
          </ac:spMkLst>
        </pc:spChg>
      </pc:sldChg>
      <pc:sldChg chg="addSp mod">
        <pc:chgData name="Ella Vetter" userId="c6918cf5-f6c0-43cc-8499-a1f635017de9" providerId="ADAL" clId="{08F57CDB-8DA3-4590-9460-F1211B13527E}" dt="2020-10-03T15:43:50.466" v="1374" actId="22"/>
        <pc:sldMkLst>
          <pc:docMk/>
          <pc:sldMk cId="374156083" sldId="482"/>
        </pc:sldMkLst>
        <pc:spChg chg="add">
          <ac:chgData name="Ella Vetter" userId="c6918cf5-f6c0-43cc-8499-a1f635017de9" providerId="ADAL" clId="{08F57CDB-8DA3-4590-9460-F1211B13527E}" dt="2020-10-03T15:43:50.466" v="1374" actId="22"/>
          <ac:spMkLst>
            <pc:docMk/>
            <pc:sldMk cId="374156083" sldId="482"/>
            <ac:spMk id="4" creationId="{B587D3E4-8185-42A2-9E25-B93EF9287FC5}"/>
          </ac:spMkLst>
        </pc:spChg>
      </pc:sldChg>
      <pc:sldChg chg="addSp mod">
        <pc:chgData name="Ella Vetter" userId="c6918cf5-f6c0-43cc-8499-a1f635017de9" providerId="ADAL" clId="{08F57CDB-8DA3-4590-9460-F1211B13527E}" dt="2020-10-03T15:43:58.448" v="1376" actId="22"/>
        <pc:sldMkLst>
          <pc:docMk/>
          <pc:sldMk cId="437168345" sldId="483"/>
        </pc:sldMkLst>
        <pc:spChg chg="add">
          <ac:chgData name="Ella Vetter" userId="c6918cf5-f6c0-43cc-8499-a1f635017de9" providerId="ADAL" clId="{08F57CDB-8DA3-4590-9460-F1211B13527E}" dt="2020-10-03T15:43:58.448" v="1376" actId="22"/>
          <ac:spMkLst>
            <pc:docMk/>
            <pc:sldMk cId="437168345" sldId="483"/>
            <ac:spMk id="4" creationId="{3961FE17-BAF5-4B10-BC21-AF6125967A27}"/>
          </ac:spMkLst>
        </pc:spChg>
      </pc:sldChg>
      <pc:sldChg chg="addSp mod">
        <pc:chgData name="Ella Vetter" userId="c6918cf5-f6c0-43cc-8499-a1f635017de9" providerId="ADAL" clId="{08F57CDB-8DA3-4590-9460-F1211B13527E}" dt="2020-10-03T15:44:01.575" v="1377" actId="22"/>
        <pc:sldMkLst>
          <pc:docMk/>
          <pc:sldMk cId="3909059820" sldId="484"/>
        </pc:sldMkLst>
        <pc:spChg chg="add">
          <ac:chgData name="Ella Vetter" userId="c6918cf5-f6c0-43cc-8499-a1f635017de9" providerId="ADAL" clId="{08F57CDB-8DA3-4590-9460-F1211B13527E}" dt="2020-10-03T15:44:01.575" v="1377" actId="22"/>
          <ac:spMkLst>
            <pc:docMk/>
            <pc:sldMk cId="3909059820" sldId="484"/>
            <ac:spMk id="4" creationId="{0640834F-8408-4BAD-A6C7-48CDECC10D3D}"/>
          </ac:spMkLst>
        </pc:spChg>
      </pc:sldChg>
      <pc:sldChg chg="addSp mod">
        <pc:chgData name="Ella Vetter" userId="c6918cf5-f6c0-43cc-8499-a1f635017de9" providerId="ADAL" clId="{08F57CDB-8DA3-4590-9460-F1211B13527E}" dt="2020-10-03T15:44:04.918" v="1378" actId="22"/>
        <pc:sldMkLst>
          <pc:docMk/>
          <pc:sldMk cId="378235431" sldId="485"/>
        </pc:sldMkLst>
        <pc:spChg chg="add">
          <ac:chgData name="Ella Vetter" userId="c6918cf5-f6c0-43cc-8499-a1f635017de9" providerId="ADAL" clId="{08F57CDB-8DA3-4590-9460-F1211B13527E}" dt="2020-10-03T15:44:04.918" v="1378" actId="22"/>
          <ac:spMkLst>
            <pc:docMk/>
            <pc:sldMk cId="378235431" sldId="485"/>
            <ac:spMk id="4" creationId="{9C4F90B1-E696-4C79-B241-346CCF5A785F}"/>
          </ac:spMkLst>
        </pc:spChg>
      </pc:sldChg>
      <pc:sldChg chg="addSp mod">
        <pc:chgData name="Ella Vetter" userId="c6918cf5-f6c0-43cc-8499-a1f635017de9" providerId="ADAL" clId="{08F57CDB-8DA3-4590-9460-F1211B13527E}" dt="2020-10-03T15:43:21.756" v="1368" actId="22"/>
        <pc:sldMkLst>
          <pc:docMk/>
          <pc:sldMk cId="1741142692" sldId="495"/>
        </pc:sldMkLst>
        <pc:spChg chg="add">
          <ac:chgData name="Ella Vetter" userId="c6918cf5-f6c0-43cc-8499-a1f635017de9" providerId="ADAL" clId="{08F57CDB-8DA3-4590-9460-F1211B13527E}" dt="2020-10-03T15:43:21.756" v="1368" actId="22"/>
          <ac:spMkLst>
            <pc:docMk/>
            <pc:sldMk cId="1741142692" sldId="495"/>
            <ac:spMk id="4" creationId="{1DEEA5AE-9B29-46C2-9090-C2E118154590}"/>
          </ac:spMkLst>
        </pc:spChg>
      </pc:sldChg>
      <pc:sldChg chg="addSp mod">
        <pc:chgData name="Ella Vetter" userId="c6918cf5-f6c0-43cc-8499-a1f635017de9" providerId="ADAL" clId="{08F57CDB-8DA3-4590-9460-F1211B13527E}" dt="2020-10-03T15:43:25.783" v="1369" actId="22"/>
        <pc:sldMkLst>
          <pc:docMk/>
          <pc:sldMk cId="1375826453" sldId="497"/>
        </pc:sldMkLst>
        <pc:spChg chg="add">
          <ac:chgData name="Ella Vetter" userId="c6918cf5-f6c0-43cc-8499-a1f635017de9" providerId="ADAL" clId="{08F57CDB-8DA3-4590-9460-F1211B13527E}" dt="2020-10-03T15:43:25.783" v="1369" actId="22"/>
          <ac:spMkLst>
            <pc:docMk/>
            <pc:sldMk cId="1375826453" sldId="497"/>
            <ac:spMk id="4" creationId="{584FF397-5977-4B95-BA79-38481739150D}"/>
          </ac:spMkLst>
        </pc:spChg>
      </pc:sldChg>
      <pc:sldChg chg="addSp mod">
        <pc:chgData name="Ella Vetter" userId="c6918cf5-f6c0-43cc-8499-a1f635017de9" providerId="ADAL" clId="{08F57CDB-8DA3-4590-9460-F1211B13527E}" dt="2020-10-03T15:43:27.761" v="1370" actId="22"/>
        <pc:sldMkLst>
          <pc:docMk/>
          <pc:sldMk cId="2912237422" sldId="499"/>
        </pc:sldMkLst>
        <pc:spChg chg="add">
          <ac:chgData name="Ella Vetter" userId="c6918cf5-f6c0-43cc-8499-a1f635017de9" providerId="ADAL" clId="{08F57CDB-8DA3-4590-9460-F1211B13527E}" dt="2020-10-03T15:43:27.761" v="1370" actId="22"/>
          <ac:spMkLst>
            <pc:docMk/>
            <pc:sldMk cId="2912237422" sldId="499"/>
            <ac:spMk id="4" creationId="{4701505B-C29E-482F-891C-E439FFABB208}"/>
          </ac:spMkLst>
        </pc:spChg>
      </pc:sldChg>
      <pc:sldChg chg="addSp mod">
        <pc:chgData name="Ella Vetter" userId="c6918cf5-f6c0-43cc-8499-a1f635017de9" providerId="ADAL" clId="{08F57CDB-8DA3-4590-9460-F1211B13527E}" dt="2020-10-03T15:43:32.807" v="1371" actId="22"/>
        <pc:sldMkLst>
          <pc:docMk/>
          <pc:sldMk cId="3761099329" sldId="501"/>
        </pc:sldMkLst>
        <pc:spChg chg="add">
          <ac:chgData name="Ella Vetter" userId="c6918cf5-f6c0-43cc-8499-a1f635017de9" providerId="ADAL" clId="{08F57CDB-8DA3-4590-9460-F1211B13527E}" dt="2020-10-03T15:43:32.807" v="1371" actId="22"/>
          <ac:spMkLst>
            <pc:docMk/>
            <pc:sldMk cId="3761099329" sldId="501"/>
            <ac:spMk id="4" creationId="{8A3E763B-5F6A-4D71-B171-A54B17536C65}"/>
          </ac:spMkLst>
        </pc:spChg>
      </pc:sldChg>
      <pc:sldChg chg="addSp mod">
        <pc:chgData name="Ella Vetter" userId="c6918cf5-f6c0-43cc-8499-a1f635017de9" providerId="ADAL" clId="{08F57CDB-8DA3-4590-9460-F1211B13527E}" dt="2020-10-03T15:43:54.696" v="1375" actId="22"/>
        <pc:sldMkLst>
          <pc:docMk/>
          <pc:sldMk cId="67480477" sldId="516"/>
        </pc:sldMkLst>
        <pc:spChg chg="add">
          <ac:chgData name="Ella Vetter" userId="c6918cf5-f6c0-43cc-8499-a1f635017de9" providerId="ADAL" clId="{08F57CDB-8DA3-4590-9460-F1211B13527E}" dt="2020-10-03T15:43:54.696" v="1375" actId="22"/>
          <ac:spMkLst>
            <pc:docMk/>
            <pc:sldMk cId="67480477" sldId="516"/>
            <ac:spMk id="4" creationId="{C9027D61-8F31-47B6-B87F-06F0AD2AE83B}"/>
          </ac:spMkLst>
        </pc:spChg>
      </pc:sldChg>
      <pc:sldChg chg="modSp mod">
        <pc:chgData name="Ella Vetter" userId="c6918cf5-f6c0-43cc-8499-a1f635017de9" providerId="ADAL" clId="{08F57CDB-8DA3-4590-9460-F1211B13527E}" dt="2020-10-09T14:34:54.861" v="9373" actId="115"/>
        <pc:sldMkLst>
          <pc:docMk/>
          <pc:sldMk cId="726291179" sldId="520"/>
        </pc:sldMkLst>
        <pc:spChg chg="mod">
          <ac:chgData name="Ella Vetter" userId="c6918cf5-f6c0-43cc-8499-a1f635017de9" providerId="ADAL" clId="{08F57CDB-8DA3-4590-9460-F1211B13527E}" dt="2020-10-09T14:34:54.861" v="9373" actId="115"/>
          <ac:spMkLst>
            <pc:docMk/>
            <pc:sldMk cId="726291179" sldId="520"/>
            <ac:spMk id="4" creationId="{55E202D0-2E86-4B8C-A069-32F2D3B47B2D}"/>
          </ac:spMkLst>
        </pc:spChg>
      </pc:sldChg>
      <pc:sldChg chg="modSp mod">
        <pc:chgData name="Ella Vetter" userId="c6918cf5-f6c0-43cc-8499-a1f635017de9" providerId="ADAL" clId="{08F57CDB-8DA3-4590-9460-F1211B13527E}" dt="2020-10-09T17:50:12.808" v="9463" actId="20577"/>
        <pc:sldMkLst>
          <pc:docMk/>
          <pc:sldMk cId="1741378795" sldId="522"/>
        </pc:sldMkLst>
        <pc:spChg chg="mod">
          <ac:chgData name="Ella Vetter" userId="c6918cf5-f6c0-43cc-8499-a1f635017de9" providerId="ADAL" clId="{08F57CDB-8DA3-4590-9460-F1211B13527E}" dt="2020-10-09T17:50:12.808" v="9463" actId="20577"/>
          <ac:spMkLst>
            <pc:docMk/>
            <pc:sldMk cId="1741378795" sldId="522"/>
            <ac:spMk id="4" creationId="{D0A8FC7C-ED75-44F7-980E-E8EBBE2EB1A2}"/>
          </ac:spMkLst>
        </pc:spChg>
      </pc:sldChg>
      <pc:sldChg chg="modSp mod">
        <pc:chgData name="Ella Vetter" userId="c6918cf5-f6c0-43cc-8499-a1f635017de9" providerId="ADAL" clId="{08F57CDB-8DA3-4590-9460-F1211B13527E}" dt="2020-10-09T17:55:49.662" v="9472" actId="20577"/>
        <pc:sldMkLst>
          <pc:docMk/>
          <pc:sldMk cId="1778681071" sldId="530"/>
        </pc:sldMkLst>
        <pc:spChg chg="mod">
          <ac:chgData name="Ella Vetter" userId="c6918cf5-f6c0-43cc-8499-a1f635017de9" providerId="ADAL" clId="{08F57CDB-8DA3-4590-9460-F1211B13527E}" dt="2020-10-09T17:55:49.662" v="9472" actId="20577"/>
          <ac:spMkLst>
            <pc:docMk/>
            <pc:sldMk cId="1778681071" sldId="530"/>
            <ac:spMk id="3" creationId="{4E58BD4F-F025-446B-B557-1B4200628CEC}"/>
          </ac:spMkLst>
        </pc:spChg>
      </pc:sldChg>
      <pc:sldChg chg="modSp mod">
        <pc:chgData name="Ella Vetter" userId="c6918cf5-f6c0-43cc-8499-a1f635017de9" providerId="ADAL" clId="{08F57CDB-8DA3-4590-9460-F1211B13527E}" dt="2020-10-09T14:53:29.711" v="9394" actId="20577"/>
        <pc:sldMkLst>
          <pc:docMk/>
          <pc:sldMk cId="3607844783" sldId="549"/>
        </pc:sldMkLst>
        <pc:spChg chg="mod">
          <ac:chgData name="Ella Vetter" userId="c6918cf5-f6c0-43cc-8499-a1f635017de9" providerId="ADAL" clId="{08F57CDB-8DA3-4590-9460-F1211B13527E}" dt="2020-10-09T14:53:29.711" v="9394" actId="20577"/>
          <ac:spMkLst>
            <pc:docMk/>
            <pc:sldMk cId="3607844783" sldId="549"/>
            <ac:spMk id="4" creationId="{B91D268C-468F-4C85-AF9F-F6E27BE63C71}"/>
          </ac:spMkLst>
        </pc:spChg>
      </pc:sldChg>
      <pc:sldChg chg="modSp mod">
        <pc:chgData name="Ella Vetter" userId="c6918cf5-f6c0-43cc-8499-a1f635017de9" providerId="ADAL" clId="{08F57CDB-8DA3-4590-9460-F1211B13527E}" dt="2020-10-09T14:15:43.917" v="9370" actId="113"/>
        <pc:sldMkLst>
          <pc:docMk/>
          <pc:sldMk cId="289448556" sldId="556"/>
        </pc:sldMkLst>
        <pc:spChg chg="mod">
          <ac:chgData name="Ella Vetter" userId="c6918cf5-f6c0-43cc-8499-a1f635017de9" providerId="ADAL" clId="{08F57CDB-8DA3-4590-9460-F1211B13527E}" dt="2020-10-09T14:15:43.917" v="9370" actId="113"/>
          <ac:spMkLst>
            <pc:docMk/>
            <pc:sldMk cId="289448556" sldId="556"/>
            <ac:spMk id="3" creationId="{55F5B11A-5843-4F0D-838C-C44331D476F9}"/>
          </ac:spMkLst>
        </pc:spChg>
      </pc:sldChg>
      <pc:sldChg chg="modSp mod">
        <pc:chgData name="Ella Vetter" userId="c6918cf5-f6c0-43cc-8499-a1f635017de9" providerId="ADAL" clId="{08F57CDB-8DA3-4590-9460-F1211B13527E}" dt="2020-10-06T11:43:19.931" v="7584" actId="255"/>
        <pc:sldMkLst>
          <pc:docMk/>
          <pc:sldMk cId="422541947" sldId="603"/>
        </pc:sldMkLst>
        <pc:spChg chg="mod">
          <ac:chgData name="Ella Vetter" userId="c6918cf5-f6c0-43cc-8499-a1f635017de9" providerId="ADAL" clId="{08F57CDB-8DA3-4590-9460-F1211B13527E}" dt="2020-10-06T11:43:19.931" v="7584" actId="255"/>
          <ac:spMkLst>
            <pc:docMk/>
            <pc:sldMk cId="422541947" sldId="603"/>
            <ac:spMk id="4" creationId="{D73DF70C-A971-4ABC-B0EC-BF457A93F4A7}"/>
          </ac:spMkLst>
        </pc:spChg>
      </pc:sldChg>
      <pc:sldChg chg="modSp mod">
        <pc:chgData name="Ella Vetter" userId="c6918cf5-f6c0-43cc-8499-a1f635017de9" providerId="ADAL" clId="{08F57CDB-8DA3-4590-9460-F1211B13527E}" dt="2020-10-09T14:48:04.433" v="9378" actId="20577"/>
        <pc:sldMkLst>
          <pc:docMk/>
          <pc:sldMk cId="2839514280" sldId="608"/>
        </pc:sldMkLst>
        <pc:spChg chg="mod">
          <ac:chgData name="Ella Vetter" userId="c6918cf5-f6c0-43cc-8499-a1f635017de9" providerId="ADAL" clId="{08F57CDB-8DA3-4590-9460-F1211B13527E}" dt="2020-10-09T14:48:04.433" v="9378" actId="20577"/>
          <ac:spMkLst>
            <pc:docMk/>
            <pc:sldMk cId="2839514280" sldId="608"/>
            <ac:spMk id="4" creationId="{80CC79B9-BB64-4CC0-AB82-3DCEBD7B5E43}"/>
          </ac:spMkLst>
        </pc:spChg>
      </pc:sldChg>
      <pc:sldChg chg="modSp mod">
        <pc:chgData name="Ella Vetter" userId="c6918cf5-f6c0-43cc-8499-a1f635017de9" providerId="ADAL" clId="{08F57CDB-8DA3-4590-9460-F1211B13527E}" dt="2020-10-09T14:49:00.469" v="9379" actId="20577"/>
        <pc:sldMkLst>
          <pc:docMk/>
          <pc:sldMk cId="253568043" sldId="624"/>
        </pc:sldMkLst>
        <pc:spChg chg="mod">
          <ac:chgData name="Ella Vetter" userId="c6918cf5-f6c0-43cc-8499-a1f635017de9" providerId="ADAL" clId="{08F57CDB-8DA3-4590-9460-F1211B13527E}" dt="2020-10-09T14:49:00.469" v="9379" actId="20577"/>
          <ac:spMkLst>
            <pc:docMk/>
            <pc:sldMk cId="253568043" sldId="624"/>
            <ac:spMk id="6" creationId="{4E064B8F-111E-4AA3-9B3A-3399D848B78A}"/>
          </ac:spMkLst>
        </pc:spChg>
      </pc:sldChg>
      <pc:sldChg chg="modSp mod">
        <pc:chgData name="Ella Vetter" userId="c6918cf5-f6c0-43cc-8499-a1f635017de9" providerId="ADAL" clId="{08F57CDB-8DA3-4590-9460-F1211B13527E}" dt="2020-10-09T14:50:05.475" v="9380" actId="20577"/>
        <pc:sldMkLst>
          <pc:docMk/>
          <pc:sldMk cId="4192266952" sldId="643"/>
        </pc:sldMkLst>
        <pc:spChg chg="mod">
          <ac:chgData name="Ella Vetter" userId="c6918cf5-f6c0-43cc-8499-a1f635017de9" providerId="ADAL" clId="{08F57CDB-8DA3-4590-9460-F1211B13527E}" dt="2020-10-09T14:50:05.475" v="9380" actId="20577"/>
          <ac:spMkLst>
            <pc:docMk/>
            <pc:sldMk cId="4192266952" sldId="643"/>
            <ac:spMk id="4" creationId="{E67F6EB8-7EFF-4FFA-B2F7-88264B3094B6}"/>
          </ac:spMkLst>
        </pc:spChg>
      </pc:sldChg>
      <pc:sldChg chg="modSp">
        <pc:chgData name="Ella Vetter" userId="c6918cf5-f6c0-43cc-8499-a1f635017de9" providerId="ADAL" clId="{08F57CDB-8DA3-4590-9460-F1211B13527E}" dt="2020-10-06T02:46:49.512" v="7109"/>
        <pc:sldMkLst>
          <pc:docMk/>
          <pc:sldMk cId="2106658338" sldId="646"/>
        </pc:sldMkLst>
        <pc:graphicFrameChg chg="mod">
          <ac:chgData name="Ella Vetter" userId="c6918cf5-f6c0-43cc-8499-a1f635017de9" providerId="ADAL" clId="{08F57CDB-8DA3-4590-9460-F1211B13527E}" dt="2020-10-06T02:46:49.512" v="7109"/>
          <ac:graphicFrameMkLst>
            <pc:docMk/>
            <pc:sldMk cId="2106658338" sldId="646"/>
            <ac:graphicFrameMk id="4" creationId="{0ABE1DC7-5098-41D5-B99E-15D9EA52B348}"/>
          </ac:graphicFrameMkLst>
        </pc:graphicFrameChg>
      </pc:sldChg>
      <pc:sldChg chg="modSp mod">
        <pc:chgData name="Ella Vetter" userId="c6918cf5-f6c0-43cc-8499-a1f635017de9" providerId="ADAL" clId="{08F57CDB-8DA3-4590-9460-F1211B13527E}" dt="2020-10-06T11:43:39.241" v="7585" actId="20577"/>
        <pc:sldMkLst>
          <pc:docMk/>
          <pc:sldMk cId="3741537255" sldId="650"/>
        </pc:sldMkLst>
        <pc:spChg chg="mod">
          <ac:chgData name="Ella Vetter" userId="c6918cf5-f6c0-43cc-8499-a1f635017de9" providerId="ADAL" clId="{08F57CDB-8DA3-4590-9460-F1211B13527E}" dt="2020-10-06T11:43:39.241" v="7585" actId="20577"/>
          <ac:spMkLst>
            <pc:docMk/>
            <pc:sldMk cId="3741537255" sldId="650"/>
            <ac:spMk id="4" creationId="{80CC79B9-BB64-4CC0-AB82-3DCEBD7B5E43}"/>
          </ac:spMkLst>
        </pc:spChg>
      </pc:sldChg>
      <pc:sldChg chg="modSp mod">
        <pc:chgData name="Ella Vetter" userId="c6918cf5-f6c0-43cc-8499-a1f635017de9" providerId="ADAL" clId="{08F57CDB-8DA3-4590-9460-F1211B13527E}" dt="2020-10-09T14:52:32.413" v="9390" actId="20577"/>
        <pc:sldMkLst>
          <pc:docMk/>
          <pc:sldMk cId="670387252" sldId="662"/>
        </pc:sldMkLst>
        <pc:spChg chg="mod">
          <ac:chgData name="Ella Vetter" userId="c6918cf5-f6c0-43cc-8499-a1f635017de9" providerId="ADAL" clId="{08F57CDB-8DA3-4590-9460-F1211B13527E}" dt="2020-10-09T14:52:32.413" v="9390" actId="20577"/>
          <ac:spMkLst>
            <pc:docMk/>
            <pc:sldMk cId="670387252" sldId="662"/>
            <ac:spMk id="3" creationId="{1CA1CBA7-BFAF-460E-893B-E08D4D69CB5D}"/>
          </ac:spMkLst>
        </pc:spChg>
      </pc:sldChg>
      <pc:sldChg chg="addSp modSp add mod ord">
        <pc:chgData name="Ella Vetter" userId="c6918cf5-f6c0-43cc-8499-a1f635017de9" providerId="ADAL" clId="{08F57CDB-8DA3-4590-9460-F1211B13527E}" dt="2020-10-03T15:44:08.149" v="1379" actId="22"/>
        <pc:sldMkLst>
          <pc:docMk/>
          <pc:sldMk cId="3984538471" sldId="693"/>
        </pc:sldMkLst>
        <pc:spChg chg="mod">
          <ac:chgData name="Ella Vetter" userId="c6918cf5-f6c0-43cc-8499-a1f635017de9" providerId="ADAL" clId="{08F57CDB-8DA3-4590-9460-F1211B13527E}" dt="2020-10-01T22:01:39.171" v="11" actId="20577"/>
          <ac:spMkLst>
            <pc:docMk/>
            <pc:sldMk cId="3984538471" sldId="693"/>
            <ac:spMk id="2" creationId="{AA2DBC4A-E0DF-414E-A953-0EB57A6AD47A}"/>
          </ac:spMkLst>
        </pc:spChg>
        <pc:spChg chg="add">
          <ac:chgData name="Ella Vetter" userId="c6918cf5-f6c0-43cc-8499-a1f635017de9" providerId="ADAL" clId="{08F57CDB-8DA3-4590-9460-F1211B13527E}" dt="2020-10-03T15:44:08.149" v="1379" actId="22"/>
          <ac:spMkLst>
            <pc:docMk/>
            <pc:sldMk cId="3984538471" sldId="693"/>
            <ac:spMk id="4" creationId="{12189FCA-4E24-4B79-89CB-D37ECBB9FEDD}"/>
          </ac:spMkLst>
        </pc:spChg>
      </pc:sldChg>
      <pc:sldChg chg="addSp modSp add mod">
        <pc:chgData name="Ella Vetter" userId="c6918cf5-f6c0-43cc-8499-a1f635017de9" providerId="ADAL" clId="{08F57CDB-8DA3-4590-9460-F1211B13527E}" dt="2020-10-03T15:44:10.297" v="1380" actId="22"/>
        <pc:sldMkLst>
          <pc:docMk/>
          <pc:sldMk cId="746550462" sldId="694"/>
        </pc:sldMkLst>
        <pc:spChg chg="mod">
          <ac:chgData name="Ella Vetter" userId="c6918cf5-f6c0-43cc-8499-a1f635017de9" providerId="ADAL" clId="{08F57CDB-8DA3-4590-9460-F1211B13527E}" dt="2020-10-01T22:01:45.940" v="29" actId="20577"/>
          <ac:spMkLst>
            <pc:docMk/>
            <pc:sldMk cId="746550462" sldId="694"/>
            <ac:spMk id="2" creationId="{AA2DBC4A-E0DF-414E-A953-0EB57A6AD47A}"/>
          </ac:spMkLst>
        </pc:spChg>
        <pc:spChg chg="add">
          <ac:chgData name="Ella Vetter" userId="c6918cf5-f6c0-43cc-8499-a1f635017de9" providerId="ADAL" clId="{08F57CDB-8DA3-4590-9460-F1211B13527E}" dt="2020-10-03T15:44:10.297" v="1380" actId="22"/>
          <ac:spMkLst>
            <pc:docMk/>
            <pc:sldMk cId="746550462" sldId="694"/>
            <ac:spMk id="4" creationId="{CEF9EC90-6433-45D6-AE30-C0DD5FA50F83}"/>
          </ac:spMkLst>
        </pc:spChg>
      </pc:sldChg>
      <pc:sldChg chg="addSp modSp add mod">
        <pc:chgData name="Ella Vetter" userId="c6918cf5-f6c0-43cc-8499-a1f635017de9" providerId="ADAL" clId="{08F57CDB-8DA3-4590-9460-F1211B13527E}" dt="2020-10-03T15:44:12.897" v="1381" actId="22"/>
        <pc:sldMkLst>
          <pc:docMk/>
          <pc:sldMk cId="1434783007" sldId="695"/>
        </pc:sldMkLst>
        <pc:spChg chg="mod">
          <ac:chgData name="Ella Vetter" userId="c6918cf5-f6c0-43cc-8499-a1f635017de9" providerId="ADAL" clId="{08F57CDB-8DA3-4590-9460-F1211B13527E}" dt="2020-10-01T22:01:50.225" v="35" actId="20577"/>
          <ac:spMkLst>
            <pc:docMk/>
            <pc:sldMk cId="1434783007" sldId="695"/>
            <ac:spMk id="2" creationId="{AA2DBC4A-E0DF-414E-A953-0EB57A6AD47A}"/>
          </ac:spMkLst>
        </pc:spChg>
        <pc:spChg chg="add">
          <ac:chgData name="Ella Vetter" userId="c6918cf5-f6c0-43cc-8499-a1f635017de9" providerId="ADAL" clId="{08F57CDB-8DA3-4590-9460-F1211B13527E}" dt="2020-10-03T15:44:12.897" v="1381" actId="22"/>
          <ac:spMkLst>
            <pc:docMk/>
            <pc:sldMk cId="1434783007" sldId="695"/>
            <ac:spMk id="4" creationId="{2F486E10-49CA-4959-9DAD-16C2A35F5994}"/>
          </ac:spMkLst>
        </pc:spChg>
      </pc:sldChg>
      <pc:sldChg chg="addSp modSp add mod">
        <pc:chgData name="Ella Vetter" userId="c6918cf5-f6c0-43cc-8499-a1f635017de9" providerId="ADAL" clId="{08F57CDB-8DA3-4590-9460-F1211B13527E}" dt="2020-10-03T15:44:17.554" v="1382" actId="22"/>
        <pc:sldMkLst>
          <pc:docMk/>
          <pc:sldMk cId="3579242581" sldId="696"/>
        </pc:sldMkLst>
        <pc:spChg chg="mod">
          <ac:chgData name="Ella Vetter" userId="c6918cf5-f6c0-43cc-8499-a1f635017de9" providerId="ADAL" clId="{08F57CDB-8DA3-4590-9460-F1211B13527E}" dt="2020-10-01T22:01:57.816" v="54" actId="20577"/>
          <ac:spMkLst>
            <pc:docMk/>
            <pc:sldMk cId="3579242581" sldId="696"/>
            <ac:spMk id="2" creationId="{AA2DBC4A-E0DF-414E-A953-0EB57A6AD47A}"/>
          </ac:spMkLst>
        </pc:spChg>
        <pc:spChg chg="add">
          <ac:chgData name="Ella Vetter" userId="c6918cf5-f6c0-43cc-8499-a1f635017de9" providerId="ADAL" clId="{08F57CDB-8DA3-4590-9460-F1211B13527E}" dt="2020-10-03T15:44:17.554" v="1382" actId="22"/>
          <ac:spMkLst>
            <pc:docMk/>
            <pc:sldMk cId="3579242581" sldId="696"/>
            <ac:spMk id="4" creationId="{6E879BF3-B34A-4576-A111-2D5147C0575E}"/>
          </ac:spMkLst>
        </pc:spChg>
      </pc:sldChg>
      <pc:sldChg chg="addSp modSp add mod">
        <pc:chgData name="Ella Vetter" userId="c6918cf5-f6c0-43cc-8499-a1f635017de9" providerId="ADAL" clId="{08F57CDB-8DA3-4590-9460-F1211B13527E}" dt="2020-10-03T15:44:19.128" v="1383" actId="22"/>
        <pc:sldMkLst>
          <pc:docMk/>
          <pc:sldMk cId="2717441762" sldId="697"/>
        </pc:sldMkLst>
        <pc:spChg chg="mod">
          <ac:chgData name="Ella Vetter" userId="c6918cf5-f6c0-43cc-8499-a1f635017de9" providerId="ADAL" clId="{08F57CDB-8DA3-4590-9460-F1211B13527E}" dt="2020-10-01T22:02:08.541" v="86" actId="20577"/>
          <ac:spMkLst>
            <pc:docMk/>
            <pc:sldMk cId="2717441762" sldId="697"/>
            <ac:spMk id="2" creationId="{AA2DBC4A-E0DF-414E-A953-0EB57A6AD47A}"/>
          </ac:spMkLst>
        </pc:spChg>
        <pc:spChg chg="add">
          <ac:chgData name="Ella Vetter" userId="c6918cf5-f6c0-43cc-8499-a1f635017de9" providerId="ADAL" clId="{08F57CDB-8DA3-4590-9460-F1211B13527E}" dt="2020-10-03T15:44:19.128" v="1383" actId="22"/>
          <ac:spMkLst>
            <pc:docMk/>
            <pc:sldMk cId="2717441762" sldId="697"/>
            <ac:spMk id="4" creationId="{B65AAD82-6E05-4898-922E-C4178CB24859}"/>
          </ac:spMkLst>
        </pc:spChg>
      </pc:sldChg>
      <pc:sldChg chg="addSp modSp add mod">
        <pc:chgData name="Ella Vetter" userId="c6918cf5-f6c0-43cc-8499-a1f635017de9" providerId="ADAL" clId="{08F57CDB-8DA3-4590-9460-F1211B13527E}" dt="2020-10-03T15:44:20.654" v="1384" actId="22"/>
        <pc:sldMkLst>
          <pc:docMk/>
          <pc:sldMk cId="563613486" sldId="698"/>
        </pc:sldMkLst>
        <pc:spChg chg="mod">
          <ac:chgData name="Ella Vetter" userId="c6918cf5-f6c0-43cc-8499-a1f635017de9" providerId="ADAL" clId="{08F57CDB-8DA3-4590-9460-F1211B13527E}" dt="2020-10-01T22:02:15.502" v="100" actId="20577"/>
          <ac:spMkLst>
            <pc:docMk/>
            <pc:sldMk cId="563613486" sldId="698"/>
            <ac:spMk id="2" creationId="{AA2DBC4A-E0DF-414E-A953-0EB57A6AD47A}"/>
          </ac:spMkLst>
        </pc:spChg>
        <pc:spChg chg="add">
          <ac:chgData name="Ella Vetter" userId="c6918cf5-f6c0-43cc-8499-a1f635017de9" providerId="ADAL" clId="{08F57CDB-8DA3-4590-9460-F1211B13527E}" dt="2020-10-03T15:44:20.654" v="1384" actId="22"/>
          <ac:spMkLst>
            <pc:docMk/>
            <pc:sldMk cId="563613486" sldId="698"/>
            <ac:spMk id="4" creationId="{4BD9B143-E802-43A4-A4C7-8677C6BC24A6}"/>
          </ac:spMkLst>
        </pc:spChg>
      </pc:sldChg>
      <pc:sldChg chg="addSp modSp add mod">
        <pc:chgData name="Ella Vetter" userId="c6918cf5-f6c0-43cc-8499-a1f635017de9" providerId="ADAL" clId="{08F57CDB-8DA3-4590-9460-F1211B13527E}" dt="2020-10-03T15:44:22.057" v="1385" actId="22"/>
        <pc:sldMkLst>
          <pc:docMk/>
          <pc:sldMk cId="3483132325" sldId="699"/>
        </pc:sldMkLst>
        <pc:spChg chg="mod">
          <ac:chgData name="Ella Vetter" userId="c6918cf5-f6c0-43cc-8499-a1f635017de9" providerId="ADAL" clId="{08F57CDB-8DA3-4590-9460-F1211B13527E}" dt="2020-10-01T22:02:20.040" v="106" actId="20577"/>
          <ac:spMkLst>
            <pc:docMk/>
            <pc:sldMk cId="3483132325" sldId="699"/>
            <ac:spMk id="2" creationId="{AA2DBC4A-E0DF-414E-A953-0EB57A6AD47A}"/>
          </ac:spMkLst>
        </pc:spChg>
        <pc:spChg chg="add">
          <ac:chgData name="Ella Vetter" userId="c6918cf5-f6c0-43cc-8499-a1f635017de9" providerId="ADAL" clId="{08F57CDB-8DA3-4590-9460-F1211B13527E}" dt="2020-10-03T15:44:22.057" v="1385" actId="22"/>
          <ac:spMkLst>
            <pc:docMk/>
            <pc:sldMk cId="3483132325" sldId="699"/>
            <ac:spMk id="4" creationId="{4AC71E61-B0BE-4A5B-91E2-7E5234BD7091}"/>
          </ac:spMkLst>
        </pc:spChg>
      </pc:sldChg>
      <pc:sldChg chg="addSp delSp modSp new mod">
        <pc:chgData name="Ella Vetter" userId="c6918cf5-f6c0-43cc-8499-a1f635017de9" providerId="ADAL" clId="{08F57CDB-8DA3-4590-9460-F1211B13527E}" dt="2020-10-09T17:09:52.749" v="9400" actId="20577"/>
        <pc:sldMkLst>
          <pc:docMk/>
          <pc:sldMk cId="4085018750" sldId="700"/>
        </pc:sldMkLst>
        <pc:spChg chg="mod">
          <ac:chgData name="Ella Vetter" userId="c6918cf5-f6c0-43cc-8499-a1f635017de9" providerId="ADAL" clId="{08F57CDB-8DA3-4590-9460-F1211B13527E}" dt="2020-10-09T17:09:52.749" v="9400" actId="20577"/>
          <ac:spMkLst>
            <pc:docMk/>
            <pc:sldMk cId="4085018750" sldId="700"/>
            <ac:spMk id="2" creationId="{4A8EF58E-B74F-4BEC-882E-63EEC2E3134C}"/>
          </ac:spMkLst>
        </pc:spChg>
        <pc:spChg chg="del">
          <ac:chgData name="Ella Vetter" userId="c6918cf5-f6c0-43cc-8499-a1f635017de9" providerId="ADAL" clId="{08F57CDB-8DA3-4590-9460-F1211B13527E}" dt="2020-10-03T14:25:37.360" v="120" actId="478"/>
          <ac:spMkLst>
            <pc:docMk/>
            <pc:sldMk cId="4085018750" sldId="700"/>
            <ac:spMk id="3" creationId="{2561BDE9-E95E-47AC-96FC-D87D1D7A7A1E}"/>
          </ac:spMkLst>
        </pc:spChg>
        <pc:spChg chg="add mod">
          <ac:chgData name="Ella Vetter" userId="c6918cf5-f6c0-43cc-8499-a1f635017de9" providerId="ADAL" clId="{08F57CDB-8DA3-4590-9460-F1211B13527E}" dt="2020-10-03T14:31:30.229" v="284" actId="20577"/>
          <ac:spMkLst>
            <pc:docMk/>
            <pc:sldMk cId="4085018750" sldId="700"/>
            <ac:spMk id="5" creationId="{8B5C2E63-9D10-4A7D-8935-CEE02B2DFAE5}"/>
          </ac:spMkLst>
        </pc:spChg>
        <pc:grpChg chg="add del mod">
          <ac:chgData name="Ella Vetter" userId="c6918cf5-f6c0-43cc-8499-a1f635017de9" providerId="ADAL" clId="{08F57CDB-8DA3-4590-9460-F1211B13527E}" dt="2020-10-03T14:26:50.086" v="123" actId="165"/>
          <ac:grpSpMkLst>
            <pc:docMk/>
            <pc:sldMk cId="4085018750" sldId="700"/>
            <ac:grpSpMk id="6" creationId="{DEB3CA87-1250-4477-BB76-5995AE8422FF}"/>
          </ac:grpSpMkLst>
        </pc:grpChg>
        <pc:picChg chg="del mod topLvl">
          <ac:chgData name="Ella Vetter" userId="c6918cf5-f6c0-43cc-8499-a1f635017de9" providerId="ADAL" clId="{08F57CDB-8DA3-4590-9460-F1211B13527E}" dt="2020-10-03T14:26:52.823" v="124" actId="478"/>
          <ac:picMkLst>
            <pc:docMk/>
            <pc:sldMk cId="4085018750" sldId="700"/>
            <ac:picMk id="7" creationId="{8D7B4181-B746-41C1-B856-FE419BA018FD}"/>
          </ac:picMkLst>
        </pc:picChg>
        <pc:picChg chg="mod topLvl">
          <ac:chgData name="Ella Vetter" userId="c6918cf5-f6c0-43cc-8499-a1f635017de9" providerId="ADAL" clId="{08F57CDB-8DA3-4590-9460-F1211B13527E}" dt="2020-10-03T14:35:44.146" v="431" actId="1038"/>
          <ac:picMkLst>
            <pc:docMk/>
            <pc:sldMk cId="4085018750" sldId="700"/>
            <ac:picMk id="8" creationId="{62E0ED37-B619-4FE8-8E47-1E70BE252829}"/>
          </ac:picMkLst>
        </pc:picChg>
        <pc:picChg chg="add mod modCrop">
          <ac:chgData name="Ella Vetter" userId="c6918cf5-f6c0-43cc-8499-a1f635017de9" providerId="ADAL" clId="{08F57CDB-8DA3-4590-9460-F1211B13527E}" dt="2020-10-03T14:35:49.426" v="432" actId="732"/>
          <ac:picMkLst>
            <pc:docMk/>
            <pc:sldMk cId="4085018750" sldId="700"/>
            <ac:picMk id="10" creationId="{2791F083-9CFE-4783-99B0-41321DFB4130}"/>
          </ac:picMkLst>
        </pc:picChg>
      </pc:sldChg>
      <pc:sldChg chg="modSp add mod ord">
        <pc:chgData name="Ella Vetter" userId="c6918cf5-f6c0-43cc-8499-a1f635017de9" providerId="ADAL" clId="{08F57CDB-8DA3-4590-9460-F1211B13527E}" dt="2020-10-09T17:09:56.791" v="9401"/>
        <pc:sldMkLst>
          <pc:docMk/>
          <pc:sldMk cId="986316404" sldId="701"/>
        </pc:sldMkLst>
        <pc:spChg chg="mod">
          <ac:chgData name="Ella Vetter" userId="c6918cf5-f6c0-43cc-8499-a1f635017de9" providerId="ADAL" clId="{08F57CDB-8DA3-4590-9460-F1211B13527E}" dt="2020-10-09T17:09:56.791" v="9401"/>
          <ac:spMkLst>
            <pc:docMk/>
            <pc:sldMk cId="986316404" sldId="701"/>
            <ac:spMk id="2" creationId="{4A8EF58E-B74F-4BEC-882E-63EEC2E3134C}"/>
          </ac:spMkLst>
        </pc:spChg>
        <pc:spChg chg="mod">
          <ac:chgData name="Ella Vetter" userId="c6918cf5-f6c0-43cc-8499-a1f635017de9" providerId="ADAL" clId="{08F57CDB-8DA3-4590-9460-F1211B13527E}" dt="2020-10-09T17:08:39.895" v="9398" actId="14100"/>
          <ac:spMkLst>
            <pc:docMk/>
            <pc:sldMk cId="986316404" sldId="701"/>
            <ac:spMk id="3" creationId="{2561BDE9-E95E-47AC-96FC-D87D1D7A7A1E}"/>
          </ac:spMkLst>
        </pc:spChg>
      </pc:sldChg>
      <pc:sldChg chg="addSp delSp modSp new mod">
        <pc:chgData name="Ella Vetter" userId="c6918cf5-f6c0-43cc-8499-a1f635017de9" providerId="ADAL" clId="{08F57CDB-8DA3-4590-9460-F1211B13527E}" dt="2020-10-06T02:21:49.749" v="6821" actId="20577"/>
        <pc:sldMkLst>
          <pc:docMk/>
          <pc:sldMk cId="3592383487" sldId="702"/>
        </pc:sldMkLst>
        <pc:spChg chg="mod">
          <ac:chgData name="Ella Vetter" userId="c6918cf5-f6c0-43cc-8499-a1f635017de9" providerId="ADAL" clId="{08F57CDB-8DA3-4590-9460-F1211B13527E}" dt="2020-10-03T15:09:06.890" v="761" actId="13926"/>
          <ac:spMkLst>
            <pc:docMk/>
            <pc:sldMk cId="3592383487" sldId="702"/>
            <ac:spMk id="2" creationId="{A56224C5-7A04-448A-8C5B-B0BC9A91DD18}"/>
          </ac:spMkLst>
        </pc:spChg>
        <pc:spChg chg="del">
          <ac:chgData name="Ella Vetter" userId="c6918cf5-f6c0-43cc-8499-a1f635017de9" providerId="ADAL" clId="{08F57CDB-8DA3-4590-9460-F1211B13527E}" dt="2020-10-03T14:48:38.405" v="649" actId="478"/>
          <ac:spMkLst>
            <pc:docMk/>
            <pc:sldMk cId="3592383487" sldId="702"/>
            <ac:spMk id="3" creationId="{32DFFB24-25DC-47FA-BE74-44843ED28F84}"/>
          </ac:spMkLst>
        </pc:spChg>
        <pc:spChg chg="add mod">
          <ac:chgData name="Ella Vetter" userId="c6918cf5-f6c0-43cc-8499-a1f635017de9" providerId="ADAL" clId="{08F57CDB-8DA3-4590-9460-F1211B13527E}" dt="2020-10-06T02:21:49.749" v="6821" actId="20577"/>
          <ac:spMkLst>
            <pc:docMk/>
            <pc:sldMk cId="3592383487" sldId="702"/>
            <ac:spMk id="4" creationId="{881B3AA3-8723-47AD-96BD-B9410331EA38}"/>
          </ac:spMkLst>
        </pc:spChg>
        <pc:spChg chg="add del">
          <ac:chgData name="Ella Vetter" userId="c6918cf5-f6c0-43cc-8499-a1f635017de9" providerId="ADAL" clId="{08F57CDB-8DA3-4590-9460-F1211B13527E}" dt="2020-10-03T15:07:01.299" v="692"/>
          <ac:spMkLst>
            <pc:docMk/>
            <pc:sldMk cId="3592383487" sldId="702"/>
            <ac:spMk id="5" creationId="{7ACD9AC8-6EA8-43F8-9ED9-55336DE2AD06}"/>
          </ac:spMkLst>
        </pc:spChg>
      </pc:sldChg>
      <pc:sldChg chg="addSp delSp modSp add mod">
        <pc:chgData name="Ella Vetter" userId="c6918cf5-f6c0-43cc-8499-a1f635017de9" providerId="ADAL" clId="{08F57CDB-8DA3-4590-9460-F1211B13527E}" dt="2020-10-06T00:32:34.913" v="5524" actId="1037"/>
        <pc:sldMkLst>
          <pc:docMk/>
          <pc:sldMk cId="2121008574" sldId="703"/>
        </pc:sldMkLst>
        <pc:spChg chg="mod">
          <ac:chgData name="Ella Vetter" userId="c6918cf5-f6c0-43cc-8499-a1f635017de9" providerId="ADAL" clId="{08F57CDB-8DA3-4590-9460-F1211B13527E}" dt="2020-10-03T14:48:50.033" v="669" actId="20577"/>
          <ac:spMkLst>
            <pc:docMk/>
            <pc:sldMk cId="2121008574" sldId="703"/>
            <ac:spMk id="2" creationId="{A56224C5-7A04-448A-8C5B-B0BC9A91DD18}"/>
          </ac:spMkLst>
        </pc:spChg>
        <pc:spChg chg="del">
          <ac:chgData name="Ella Vetter" userId="c6918cf5-f6c0-43cc-8499-a1f635017de9" providerId="ADAL" clId="{08F57CDB-8DA3-4590-9460-F1211B13527E}" dt="2020-10-03T14:31:37.660" v="285" actId="478"/>
          <ac:spMkLst>
            <pc:docMk/>
            <pc:sldMk cId="2121008574" sldId="703"/>
            <ac:spMk id="3" creationId="{32DFFB24-25DC-47FA-BE74-44843ED28F84}"/>
          </ac:spMkLst>
        </pc:spChg>
        <pc:spChg chg="add mod">
          <ac:chgData name="Ella Vetter" userId="c6918cf5-f6c0-43cc-8499-a1f635017de9" providerId="ADAL" clId="{08F57CDB-8DA3-4590-9460-F1211B13527E}" dt="2020-10-06T00:32:34.913" v="5524" actId="1037"/>
          <ac:spMkLst>
            <pc:docMk/>
            <pc:sldMk cId="2121008574" sldId="703"/>
            <ac:spMk id="7" creationId="{687624A0-12CB-41B3-8EE0-E352D06CCF8F}"/>
          </ac:spMkLst>
        </pc:spChg>
        <pc:picChg chg="add mod modCrop">
          <ac:chgData name="Ella Vetter" userId="c6918cf5-f6c0-43cc-8499-a1f635017de9" providerId="ADAL" clId="{08F57CDB-8DA3-4590-9460-F1211B13527E}" dt="2020-10-03T14:35:58.956" v="439" actId="1038"/>
          <ac:picMkLst>
            <pc:docMk/>
            <pc:sldMk cId="2121008574" sldId="703"/>
            <ac:picMk id="5" creationId="{7E32305A-CF89-46FD-A4D4-A995B7F6E436}"/>
          </ac:picMkLst>
        </pc:picChg>
        <pc:picChg chg="add mod ord">
          <ac:chgData name="Ella Vetter" userId="c6918cf5-f6c0-43cc-8499-a1f635017de9" providerId="ADAL" clId="{08F57CDB-8DA3-4590-9460-F1211B13527E}" dt="2020-10-03T14:35:58.956" v="439" actId="1038"/>
          <ac:picMkLst>
            <pc:docMk/>
            <pc:sldMk cId="2121008574" sldId="703"/>
            <ac:picMk id="9" creationId="{4980EBDE-7A56-4E69-B9A0-A27BCE8DBD5A}"/>
          </ac:picMkLst>
        </pc:picChg>
      </pc:sldChg>
      <pc:sldChg chg="new del">
        <pc:chgData name="Ella Vetter" userId="c6918cf5-f6c0-43cc-8499-a1f635017de9" providerId="ADAL" clId="{08F57CDB-8DA3-4590-9460-F1211B13527E}" dt="2020-10-03T14:28:14.930" v="156" actId="47"/>
        <pc:sldMkLst>
          <pc:docMk/>
          <pc:sldMk cId="2733628061" sldId="704"/>
        </pc:sldMkLst>
      </pc:sldChg>
      <pc:sldChg chg="addSp delSp modSp new mod">
        <pc:chgData name="Ella Vetter" userId="c6918cf5-f6c0-43cc-8499-a1f635017de9" providerId="ADAL" clId="{08F57CDB-8DA3-4590-9460-F1211B13527E}" dt="2020-10-09T17:14:10.193" v="9420" actId="14100"/>
        <pc:sldMkLst>
          <pc:docMk/>
          <pc:sldMk cId="405660455" sldId="705"/>
        </pc:sldMkLst>
        <pc:spChg chg="mod">
          <ac:chgData name="Ella Vetter" userId="c6918cf5-f6c0-43cc-8499-a1f635017de9" providerId="ADAL" clId="{08F57CDB-8DA3-4590-9460-F1211B13527E}" dt="2020-10-03T15:18:13.885" v="859" actId="13926"/>
          <ac:spMkLst>
            <pc:docMk/>
            <pc:sldMk cId="405660455" sldId="705"/>
            <ac:spMk id="2" creationId="{B90F2AED-4296-4B9F-B188-9EDA1FF0E8EA}"/>
          </ac:spMkLst>
        </pc:spChg>
        <pc:spChg chg="del">
          <ac:chgData name="Ella Vetter" userId="c6918cf5-f6c0-43cc-8499-a1f635017de9" providerId="ADAL" clId="{08F57CDB-8DA3-4590-9460-F1211B13527E}" dt="2020-10-03T15:09:44.644" v="771" actId="478"/>
          <ac:spMkLst>
            <pc:docMk/>
            <pc:sldMk cId="405660455" sldId="705"/>
            <ac:spMk id="3" creationId="{BDDE7E26-6B6E-4D0F-B7CF-F5B9E91D9E00}"/>
          </ac:spMkLst>
        </pc:spChg>
        <pc:spChg chg="add mod">
          <ac:chgData name="Ella Vetter" userId="c6918cf5-f6c0-43cc-8499-a1f635017de9" providerId="ADAL" clId="{08F57CDB-8DA3-4590-9460-F1211B13527E}" dt="2020-10-09T17:14:10.193" v="9420" actId="14100"/>
          <ac:spMkLst>
            <pc:docMk/>
            <pc:sldMk cId="405660455" sldId="705"/>
            <ac:spMk id="4" creationId="{9B48387D-CF08-40E4-9A6C-7F91B2C2970C}"/>
          </ac:spMkLst>
        </pc:spChg>
      </pc:sldChg>
      <pc:sldChg chg="addSp delSp modSp add mod">
        <pc:chgData name="Ella Vetter" userId="c6918cf5-f6c0-43cc-8499-a1f635017de9" providerId="ADAL" clId="{08F57CDB-8DA3-4590-9460-F1211B13527E}" dt="2020-10-07T01:00:14.180" v="8448" actId="14100"/>
        <pc:sldMkLst>
          <pc:docMk/>
          <pc:sldMk cId="819312547" sldId="706"/>
        </pc:sldMkLst>
        <pc:spChg chg="mod">
          <ac:chgData name="Ella Vetter" userId="c6918cf5-f6c0-43cc-8499-a1f635017de9" providerId="ADAL" clId="{08F57CDB-8DA3-4590-9460-F1211B13527E}" dt="2020-10-03T14:36:19.582" v="442" actId="13926"/>
          <ac:spMkLst>
            <pc:docMk/>
            <pc:sldMk cId="819312547" sldId="706"/>
            <ac:spMk id="2" creationId="{B90F2AED-4296-4B9F-B188-9EDA1FF0E8EA}"/>
          </ac:spMkLst>
        </pc:spChg>
        <pc:spChg chg="del">
          <ac:chgData name="Ella Vetter" userId="c6918cf5-f6c0-43cc-8499-a1f635017de9" providerId="ADAL" clId="{08F57CDB-8DA3-4590-9460-F1211B13527E}" dt="2020-10-03T14:32:21.960" v="322" actId="478"/>
          <ac:spMkLst>
            <pc:docMk/>
            <pc:sldMk cId="819312547" sldId="706"/>
            <ac:spMk id="3" creationId="{BDDE7E26-6B6E-4D0F-B7CF-F5B9E91D9E00}"/>
          </ac:spMkLst>
        </pc:spChg>
        <pc:spChg chg="add del">
          <ac:chgData name="Ella Vetter" userId="c6918cf5-f6c0-43cc-8499-a1f635017de9" providerId="ADAL" clId="{08F57CDB-8DA3-4590-9460-F1211B13527E}" dt="2020-10-03T14:32:17.853" v="320" actId="22"/>
          <ac:spMkLst>
            <pc:docMk/>
            <pc:sldMk cId="819312547" sldId="706"/>
            <ac:spMk id="9" creationId="{422C3812-4183-4869-8908-41E9E158F2B5}"/>
          </ac:spMkLst>
        </pc:spChg>
        <pc:spChg chg="add mod">
          <ac:chgData name="Ella Vetter" userId="c6918cf5-f6c0-43cc-8499-a1f635017de9" providerId="ADAL" clId="{08F57CDB-8DA3-4590-9460-F1211B13527E}" dt="2020-10-07T01:00:14.180" v="8448" actId="14100"/>
          <ac:spMkLst>
            <pc:docMk/>
            <pc:sldMk cId="819312547" sldId="706"/>
            <ac:spMk id="13" creationId="{DDAE6E31-E5B1-471E-BA90-0A016E0D2F77}"/>
          </ac:spMkLst>
        </pc:spChg>
        <pc:picChg chg="add mod ord modCrop">
          <ac:chgData name="Ella Vetter" userId="c6918cf5-f6c0-43cc-8499-a1f635017de9" providerId="ADAL" clId="{08F57CDB-8DA3-4590-9460-F1211B13527E}" dt="2020-10-03T14:32:45.852" v="336" actId="1076"/>
          <ac:picMkLst>
            <pc:docMk/>
            <pc:sldMk cId="819312547" sldId="706"/>
            <ac:picMk id="5" creationId="{B15489DB-8AF0-4969-8ACC-78E847C8B935}"/>
          </ac:picMkLst>
        </pc:picChg>
        <pc:picChg chg="add del">
          <ac:chgData name="Ella Vetter" userId="c6918cf5-f6c0-43cc-8499-a1f635017de9" providerId="ADAL" clId="{08F57CDB-8DA3-4590-9460-F1211B13527E}" dt="2020-10-03T14:32:17.853" v="320" actId="22"/>
          <ac:picMkLst>
            <pc:docMk/>
            <pc:sldMk cId="819312547" sldId="706"/>
            <ac:picMk id="7" creationId="{12FE3F3F-993E-4DC7-90E4-329E49F04A93}"/>
          </ac:picMkLst>
        </pc:picChg>
        <pc:picChg chg="add mod">
          <ac:chgData name="Ella Vetter" userId="c6918cf5-f6c0-43cc-8499-a1f635017de9" providerId="ADAL" clId="{08F57CDB-8DA3-4590-9460-F1211B13527E}" dt="2020-10-03T14:32:37.886" v="333" actId="1076"/>
          <ac:picMkLst>
            <pc:docMk/>
            <pc:sldMk cId="819312547" sldId="706"/>
            <ac:picMk id="11" creationId="{484B8428-F6DB-48B7-85D5-80F78C31A619}"/>
          </ac:picMkLst>
        </pc:picChg>
      </pc:sldChg>
      <pc:sldChg chg="addSp delSp modSp new mod">
        <pc:chgData name="Ella Vetter" userId="c6918cf5-f6c0-43cc-8499-a1f635017de9" providerId="ADAL" clId="{08F57CDB-8DA3-4590-9460-F1211B13527E}" dt="2020-10-07T02:18:28.112" v="9294" actId="14100"/>
        <pc:sldMkLst>
          <pc:docMk/>
          <pc:sldMk cId="2417306708" sldId="707"/>
        </pc:sldMkLst>
        <pc:spChg chg="mod">
          <ac:chgData name="Ella Vetter" userId="c6918cf5-f6c0-43cc-8499-a1f635017de9" providerId="ADAL" clId="{08F57CDB-8DA3-4590-9460-F1211B13527E}" dt="2020-10-03T15:20:24.290" v="940" actId="13926"/>
          <ac:spMkLst>
            <pc:docMk/>
            <pc:sldMk cId="2417306708" sldId="707"/>
            <ac:spMk id="2" creationId="{498FAAF3-E360-4E76-8C6B-908724CD39B5}"/>
          </ac:spMkLst>
        </pc:spChg>
        <pc:spChg chg="add del mod">
          <ac:chgData name="Ella Vetter" userId="c6918cf5-f6c0-43cc-8499-a1f635017de9" providerId="ADAL" clId="{08F57CDB-8DA3-4590-9460-F1211B13527E}" dt="2020-10-07T02:18:28.112" v="9294" actId="14100"/>
          <ac:spMkLst>
            <pc:docMk/>
            <pc:sldMk cId="2417306708" sldId="707"/>
            <ac:spMk id="3" creationId="{AE862CFF-1662-47FA-8E18-CF7D03A64F6F}"/>
          </ac:spMkLst>
        </pc:spChg>
        <pc:spChg chg="add del mod">
          <ac:chgData name="Ella Vetter" userId="c6918cf5-f6c0-43cc-8499-a1f635017de9" providerId="ADAL" clId="{08F57CDB-8DA3-4590-9460-F1211B13527E}" dt="2020-10-03T15:18:47.102" v="862"/>
          <ac:spMkLst>
            <pc:docMk/>
            <pc:sldMk cId="2417306708" sldId="707"/>
            <ac:spMk id="4" creationId="{48587F59-225E-442E-8109-A321DBCF1534}"/>
          </ac:spMkLst>
        </pc:spChg>
        <pc:spChg chg="add del">
          <ac:chgData name="Ella Vetter" userId="c6918cf5-f6c0-43cc-8499-a1f635017de9" providerId="ADAL" clId="{08F57CDB-8DA3-4590-9460-F1211B13527E}" dt="2020-10-03T15:19:08.808" v="904"/>
          <ac:spMkLst>
            <pc:docMk/>
            <pc:sldMk cId="2417306708" sldId="707"/>
            <ac:spMk id="5" creationId="{9FFA86C0-6533-41F7-A1E3-572EFCC00247}"/>
          </ac:spMkLst>
        </pc:spChg>
      </pc:sldChg>
      <pc:sldChg chg="addSp delSp modSp add mod">
        <pc:chgData name="Ella Vetter" userId="c6918cf5-f6c0-43cc-8499-a1f635017de9" providerId="ADAL" clId="{08F57CDB-8DA3-4590-9460-F1211B13527E}" dt="2020-10-07T02:18:45.550" v="9299" actId="14100"/>
        <pc:sldMkLst>
          <pc:docMk/>
          <pc:sldMk cId="961354769" sldId="708"/>
        </pc:sldMkLst>
        <pc:spChg chg="mod">
          <ac:chgData name="Ella Vetter" userId="c6918cf5-f6c0-43cc-8499-a1f635017de9" providerId="ADAL" clId="{08F57CDB-8DA3-4590-9460-F1211B13527E}" dt="2020-10-03T14:36:25.404" v="443" actId="13926"/>
          <ac:spMkLst>
            <pc:docMk/>
            <pc:sldMk cId="961354769" sldId="708"/>
            <ac:spMk id="2" creationId="{498FAAF3-E360-4E76-8C6B-908724CD39B5}"/>
          </ac:spMkLst>
        </pc:spChg>
        <pc:spChg chg="del">
          <ac:chgData name="Ella Vetter" userId="c6918cf5-f6c0-43cc-8499-a1f635017de9" providerId="ADAL" clId="{08F57CDB-8DA3-4590-9460-F1211B13527E}" dt="2020-10-03T14:32:53.492" v="337" actId="478"/>
          <ac:spMkLst>
            <pc:docMk/>
            <pc:sldMk cId="961354769" sldId="708"/>
            <ac:spMk id="3" creationId="{AE862CFF-1662-47FA-8E18-CF7D03A64F6F}"/>
          </ac:spMkLst>
        </pc:spChg>
        <pc:spChg chg="add mod">
          <ac:chgData name="Ella Vetter" userId="c6918cf5-f6c0-43cc-8499-a1f635017de9" providerId="ADAL" clId="{08F57CDB-8DA3-4590-9460-F1211B13527E}" dt="2020-10-07T02:18:45.550" v="9299" actId="14100"/>
          <ac:spMkLst>
            <pc:docMk/>
            <pc:sldMk cId="961354769" sldId="708"/>
            <ac:spMk id="9" creationId="{6825B0AE-3926-4496-8A01-4FE186DB8F3C}"/>
          </ac:spMkLst>
        </pc:spChg>
        <pc:picChg chg="add mod ord modCrop">
          <ac:chgData name="Ella Vetter" userId="c6918cf5-f6c0-43cc-8499-a1f635017de9" providerId="ADAL" clId="{08F57CDB-8DA3-4590-9460-F1211B13527E}" dt="2020-10-03T14:33:27.962" v="367" actId="1038"/>
          <ac:picMkLst>
            <pc:docMk/>
            <pc:sldMk cId="961354769" sldId="708"/>
            <ac:picMk id="5" creationId="{CB342A3A-325C-46E4-8C08-A6B9007FD7EC}"/>
          </ac:picMkLst>
        </pc:picChg>
        <pc:picChg chg="add mod">
          <ac:chgData name="Ella Vetter" userId="c6918cf5-f6c0-43cc-8499-a1f635017de9" providerId="ADAL" clId="{08F57CDB-8DA3-4590-9460-F1211B13527E}" dt="2020-10-03T14:33:30.224" v="368" actId="1038"/>
          <ac:picMkLst>
            <pc:docMk/>
            <pc:sldMk cId="961354769" sldId="708"/>
            <ac:picMk id="7" creationId="{33EA9749-8059-4F1F-825C-3C2066FDBCC6}"/>
          </ac:picMkLst>
        </pc:picChg>
      </pc:sldChg>
      <pc:sldChg chg="addSp delSp modSp new mod">
        <pc:chgData name="Ella Vetter" userId="c6918cf5-f6c0-43cc-8499-a1f635017de9" providerId="ADAL" clId="{08F57CDB-8DA3-4590-9460-F1211B13527E}" dt="2020-10-03T14:36:32.115" v="444" actId="13926"/>
        <pc:sldMkLst>
          <pc:docMk/>
          <pc:sldMk cId="567308752" sldId="709"/>
        </pc:sldMkLst>
        <pc:spChg chg="mod">
          <ac:chgData name="Ella Vetter" userId="c6918cf5-f6c0-43cc-8499-a1f635017de9" providerId="ADAL" clId="{08F57CDB-8DA3-4590-9460-F1211B13527E}" dt="2020-10-03T14:36:32.115" v="444" actId="13926"/>
          <ac:spMkLst>
            <pc:docMk/>
            <pc:sldMk cId="567308752" sldId="709"/>
            <ac:spMk id="2" creationId="{BE562284-A2DD-4DDE-87AE-21081D24F3F5}"/>
          </ac:spMkLst>
        </pc:spChg>
        <pc:spChg chg="del">
          <ac:chgData name="Ella Vetter" userId="c6918cf5-f6c0-43cc-8499-a1f635017de9" providerId="ADAL" clId="{08F57CDB-8DA3-4590-9460-F1211B13527E}" dt="2020-10-03T14:33:38.418" v="369" actId="478"/>
          <ac:spMkLst>
            <pc:docMk/>
            <pc:sldMk cId="567308752" sldId="709"/>
            <ac:spMk id="3" creationId="{AD9734D8-88F7-4783-A77B-635B0CBBF4E6}"/>
          </ac:spMkLst>
        </pc:spChg>
        <pc:spChg chg="add mod">
          <ac:chgData name="Ella Vetter" userId="c6918cf5-f6c0-43cc-8499-a1f635017de9" providerId="ADAL" clId="{08F57CDB-8DA3-4590-9460-F1211B13527E}" dt="2020-10-03T14:33:47.848" v="383" actId="20577"/>
          <ac:spMkLst>
            <pc:docMk/>
            <pc:sldMk cId="567308752" sldId="709"/>
            <ac:spMk id="9" creationId="{D6ED21A9-0305-4DD2-A8F7-FDF43C5C45C4}"/>
          </ac:spMkLst>
        </pc:spChg>
        <pc:picChg chg="add mod ord modCrop">
          <ac:chgData name="Ella Vetter" userId="c6918cf5-f6c0-43cc-8499-a1f635017de9" providerId="ADAL" clId="{08F57CDB-8DA3-4590-9460-F1211B13527E}" dt="2020-10-03T14:33:58.900" v="387" actId="1038"/>
          <ac:picMkLst>
            <pc:docMk/>
            <pc:sldMk cId="567308752" sldId="709"/>
            <ac:picMk id="5" creationId="{38487752-604A-4222-8DDB-83ADAD1CAF07}"/>
          </ac:picMkLst>
        </pc:picChg>
        <pc:picChg chg="add">
          <ac:chgData name="Ella Vetter" userId="c6918cf5-f6c0-43cc-8499-a1f635017de9" providerId="ADAL" clId="{08F57CDB-8DA3-4590-9460-F1211B13527E}" dt="2020-10-03T14:33:41.351" v="371" actId="22"/>
          <ac:picMkLst>
            <pc:docMk/>
            <pc:sldMk cId="567308752" sldId="709"/>
            <ac:picMk id="7" creationId="{7A5573CB-EEB0-44B8-8A9D-409FFEE6C858}"/>
          </ac:picMkLst>
        </pc:picChg>
      </pc:sldChg>
      <pc:sldChg chg="addSp delSp modSp new mod">
        <pc:chgData name="Ella Vetter" userId="c6918cf5-f6c0-43cc-8499-a1f635017de9" providerId="ADAL" clId="{08F57CDB-8DA3-4590-9460-F1211B13527E}" dt="2020-10-09T17:18:19.033" v="9434" actId="20577"/>
        <pc:sldMkLst>
          <pc:docMk/>
          <pc:sldMk cId="2553614733" sldId="710"/>
        </pc:sldMkLst>
        <pc:spChg chg="mod">
          <ac:chgData name="Ella Vetter" userId="c6918cf5-f6c0-43cc-8499-a1f635017de9" providerId="ADAL" clId="{08F57CDB-8DA3-4590-9460-F1211B13527E}" dt="2020-10-05T17:58:53.071" v="4912" actId="13926"/>
          <ac:spMkLst>
            <pc:docMk/>
            <pc:sldMk cId="2553614733" sldId="710"/>
            <ac:spMk id="2" creationId="{BFA02435-C7D1-4977-9582-7459351A7E7F}"/>
          </ac:spMkLst>
        </pc:spChg>
        <pc:spChg chg="del">
          <ac:chgData name="Ella Vetter" userId="c6918cf5-f6c0-43cc-8499-a1f635017de9" providerId="ADAL" clId="{08F57CDB-8DA3-4590-9460-F1211B13527E}" dt="2020-10-03T15:20:58.606" v="942" actId="478"/>
          <ac:spMkLst>
            <pc:docMk/>
            <pc:sldMk cId="2553614733" sldId="710"/>
            <ac:spMk id="3" creationId="{D17B007E-267B-4143-A6A2-7098366A5599}"/>
          </ac:spMkLst>
        </pc:spChg>
        <pc:spChg chg="add mod">
          <ac:chgData name="Ella Vetter" userId="c6918cf5-f6c0-43cc-8499-a1f635017de9" providerId="ADAL" clId="{08F57CDB-8DA3-4590-9460-F1211B13527E}" dt="2020-10-09T17:18:19.033" v="9434" actId="20577"/>
          <ac:spMkLst>
            <pc:docMk/>
            <pc:sldMk cId="2553614733" sldId="710"/>
            <ac:spMk id="4" creationId="{51260131-1081-4A42-B23B-B40130805014}"/>
          </ac:spMkLst>
        </pc:spChg>
      </pc:sldChg>
      <pc:sldChg chg="addSp delSp modSp new mod">
        <pc:chgData name="Ella Vetter" userId="c6918cf5-f6c0-43cc-8499-a1f635017de9" providerId="ADAL" clId="{08F57CDB-8DA3-4590-9460-F1211B13527E}" dt="2020-10-09T17:20:18.659" v="9450" actId="14100"/>
        <pc:sldMkLst>
          <pc:docMk/>
          <pc:sldMk cId="3881088672" sldId="711"/>
        </pc:sldMkLst>
        <pc:spChg chg="mod">
          <ac:chgData name="Ella Vetter" userId="c6918cf5-f6c0-43cc-8499-a1f635017de9" providerId="ADAL" clId="{08F57CDB-8DA3-4590-9460-F1211B13527E}" dt="2020-10-03T15:33:28.857" v="1238" actId="13926"/>
          <ac:spMkLst>
            <pc:docMk/>
            <pc:sldMk cId="3881088672" sldId="711"/>
            <ac:spMk id="2" creationId="{15101B0F-5C24-4079-ABC6-51DB51A27DEF}"/>
          </ac:spMkLst>
        </pc:spChg>
        <pc:spChg chg="del">
          <ac:chgData name="Ella Vetter" userId="c6918cf5-f6c0-43cc-8499-a1f635017de9" providerId="ADAL" clId="{08F57CDB-8DA3-4590-9460-F1211B13527E}" dt="2020-10-03T15:29:20.029" v="1095" actId="478"/>
          <ac:spMkLst>
            <pc:docMk/>
            <pc:sldMk cId="3881088672" sldId="711"/>
            <ac:spMk id="3" creationId="{44C95256-477E-40E5-B16C-51795C0C1CC1}"/>
          </ac:spMkLst>
        </pc:spChg>
        <pc:spChg chg="add mod">
          <ac:chgData name="Ella Vetter" userId="c6918cf5-f6c0-43cc-8499-a1f635017de9" providerId="ADAL" clId="{08F57CDB-8DA3-4590-9460-F1211B13527E}" dt="2020-10-09T17:20:18.659" v="9450" actId="14100"/>
          <ac:spMkLst>
            <pc:docMk/>
            <pc:sldMk cId="3881088672" sldId="711"/>
            <ac:spMk id="4" creationId="{86B3A42A-7981-4E6C-8E27-42BA9E08FCA9}"/>
          </ac:spMkLst>
        </pc:spChg>
      </pc:sldChg>
      <pc:sldChg chg="addSp delSp modSp add mod">
        <pc:chgData name="Ella Vetter" userId="c6918cf5-f6c0-43cc-8499-a1f635017de9" providerId="ADAL" clId="{08F57CDB-8DA3-4590-9460-F1211B13527E}" dt="2020-10-07T01:34:27.632" v="9040" actId="255"/>
        <pc:sldMkLst>
          <pc:docMk/>
          <pc:sldMk cId="2403902375" sldId="712"/>
        </pc:sldMkLst>
        <pc:spChg chg="mod">
          <ac:chgData name="Ella Vetter" userId="c6918cf5-f6c0-43cc-8499-a1f635017de9" providerId="ADAL" clId="{08F57CDB-8DA3-4590-9460-F1211B13527E}" dt="2020-10-03T14:36:39.324" v="445" actId="13926"/>
          <ac:spMkLst>
            <pc:docMk/>
            <pc:sldMk cId="2403902375" sldId="712"/>
            <ac:spMk id="2" creationId="{15101B0F-5C24-4079-ABC6-51DB51A27DEF}"/>
          </ac:spMkLst>
        </pc:spChg>
        <pc:spChg chg="del">
          <ac:chgData name="Ella Vetter" userId="c6918cf5-f6c0-43cc-8499-a1f635017de9" providerId="ADAL" clId="{08F57CDB-8DA3-4590-9460-F1211B13527E}" dt="2020-10-03T14:34:10.154" v="389" actId="478"/>
          <ac:spMkLst>
            <pc:docMk/>
            <pc:sldMk cId="2403902375" sldId="712"/>
            <ac:spMk id="3" creationId="{44C95256-477E-40E5-B16C-51795C0C1CC1}"/>
          </ac:spMkLst>
        </pc:spChg>
        <pc:spChg chg="add mod">
          <ac:chgData name="Ella Vetter" userId="c6918cf5-f6c0-43cc-8499-a1f635017de9" providerId="ADAL" clId="{08F57CDB-8DA3-4590-9460-F1211B13527E}" dt="2020-10-07T01:34:27.632" v="9040" actId="255"/>
          <ac:spMkLst>
            <pc:docMk/>
            <pc:sldMk cId="2403902375" sldId="712"/>
            <ac:spMk id="9" creationId="{49EA8A18-4E29-4D03-ADFA-B194494DACAF}"/>
          </ac:spMkLst>
        </pc:spChg>
        <pc:picChg chg="add mod ord modCrop">
          <ac:chgData name="Ella Vetter" userId="c6918cf5-f6c0-43cc-8499-a1f635017de9" providerId="ADAL" clId="{08F57CDB-8DA3-4590-9460-F1211B13527E}" dt="2020-10-03T14:34:51.824" v="408" actId="1076"/>
          <ac:picMkLst>
            <pc:docMk/>
            <pc:sldMk cId="2403902375" sldId="712"/>
            <ac:picMk id="5" creationId="{011E559E-16BF-4AD3-979B-774B70748403}"/>
          </ac:picMkLst>
        </pc:picChg>
        <pc:picChg chg="add mod">
          <ac:chgData name="Ella Vetter" userId="c6918cf5-f6c0-43cc-8499-a1f635017de9" providerId="ADAL" clId="{08F57CDB-8DA3-4590-9460-F1211B13527E}" dt="2020-10-03T14:34:53.348" v="411" actId="1038"/>
          <ac:picMkLst>
            <pc:docMk/>
            <pc:sldMk cId="2403902375" sldId="712"/>
            <ac:picMk id="7" creationId="{437A8985-DAA3-4902-8BBE-6DDF1A67E8F9}"/>
          </ac:picMkLst>
        </pc:picChg>
      </pc:sldChg>
      <pc:sldChg chg="new del">
        <pc:chgData name="Ella Vetter" userId="c6918cf5-f6c0-43cc-8499-a1f635017de9" providerId="ADAL" clId="{08F57CDB-8DA3-4590-9460-F1211B13527E}" dt="2020-10-03T14:30:11.941" v="242" actId="47"/>
        <pc:sldMkLst>
          <pc:docMk/>
          <pc:sldMk cId="2866279667" sldId="713"/>
        </pc:sldMkLst>
      </pc:sldChg>
      <pc:sldChg chg="addSp delSp modSp new mod ord">
        <pc:chgData name="Ella Vetter" userId="c6918cf5-f6c0-43cc-8499-a1f635017de9" providerId="ADAL" clId="{08F57CDB-8DA3-4590-9460-F1211B13527E}" dt="2020-10-03T14:36:51.430" v="446" actId="13926"/>
        <pc:sldMkLst>
          <pc:docMk/>
          <pc:sldMk cId="4114169503" sldId="714"/>
        </pc:sldMkLst>
        <pc:spChg chg="mod">
          <ac:chgData name="Ella Vetter" userId="c6918cf5-f6c0-43cc-8499-a1f635017de9" providerId="ADAL" clId="{08F57CDB-8DA3-4590-9460-F1211B13527E}" dt="2020-10-03T14:36:51.430" v="446" actId="13926"/>
          <ac:spMkLst>
            <pc:docMk/>
            <pc:sldMk cId="4114169503" sldId="714"/>
            <ac:spMk id="2" creationId="{BE1EE67D-1B77-4247-9C32-15D1F295ABDD}"/>
          </ac:spMkLst>
        </pc:spChg>
        <pc:spChg chg="del">
          <ac:chgData name="Ella Vetter" userId="c6918cf5-f6c0-43cc-8499-a1f635017de9" providerId="ADAL" clId="{08F57CDB-8DA3-4590-9460-F1211B13527E}" dt="2020-10-03T14:35:02.082" v="413" actId="478"/>
          <ac:spMkLst>
            <pc:docMk/>
            <pc:sldMk cId="4114169503" sldId="714"/>
            <ac:spMk id="3" creationId="{1EBA2A8F-BA97-46CF-800D-0C8BA953B84F}"/>
          </ac:spMkLst>
        </pc:spChg>
        <pc:spChg chg="add mod">
          <ac:chgData name="Ella Vetter" userId="c6918cf5-f6c0-43cc-8499-a1f635017de9" providerId="ADAL" clId="{08F57CDB-8DA3-4590-9460-F1211B13527E}" dt="2020-10-03T14:35:05.750" v="419" actId="20577"/>
          <ac:spMkLst>
            <pc:docMk/>
            <pc:sldMk cId="4114169503" sldId="714"/>
            <ac:spMk id="9" creationId="{793EDBC9-4294-4B68-A4EB-72031D98FBEF}"/>
          </ac:spMkLst>
        </pc:spChg>
        <pc:picChg chg="add mod ord modCrop">
          <ac:chgData name="Ella Vetter" userId="c6918cf5-f6c0-43cc-8499-a1f635017de9" providerId="ADAL" clId="{08F57CDB-8DA3-4590-9460-F1211B13527E}" dt="2020-10-03T14:35:14.884" v="422" actId="1076"/>
          <ac:picMkLst>
            <pc:docMk/>
            <pc:sldMk cId="4114169503" sldId="714"/>
            <ac:picMk id="5" creationId="{B3E7831E-1DE0-4F7E-AC9F-E0CC061582BE}"/>
          </ac:picMkLst>
        </pc:picChg>
        <pc:picChg chg="add">
          <ac:chgData name="Ella Vetter" userId="c6918cf5-f6c0-43cc-8499-a1f635017de9" providerId="ADAL" clId="{08F57CDB-8DA3-4590-9460-F1211B13527E}" dt="2020-10-03T14:35:02.467" v="414" actId="22"/>
          <ac:picMkLst>
            <pc:docMk/>
            <pc:sldMk cId="4114169503" sldId="714"/>
            <ac:picMk id="7" creationId="{3FC4630F-3642-4DD6-8EEE-F5C03FC65276}"/>
          </ac:picMkLst>
        </pc:picChg>
      </pc:sldChg>
      <pc:sldChg chg="addSp delSp modSp add mod modNotesTx">
        <pc:chgData name="Ella Vetter" userId="c6918cf5-f6c0-43cc-8499-a1f635017de9" providerId="ADAL" clId="{08F57CDB-8DA3-4590-9460-F1211B13527E}" dt="2020-10-09T17:21:26.219" v="9460" actId="1036"/>
        <pc:sldMkLst>
          <pc:docMk/>
          <pc:sldMk cId="3819997182" sldId="715"/>
        </pc:sldMkLst>
        <pc:spChg chg="mod">
          <ac:chgData name="Ella Vetter" userId="c6918cf5-f6c0-43cc-8499-a1f635017de9" providerId="ADAL" clId="{08F57CDB-8DA3-4590-9460-F1211B13527E}" dt="2020-10-03T15:40:12.094" v="1300" actId="13926"/>
          <ac:spMkLst>
            <pc:docMk/>
            <pc:sldMk cId="3819997182" sldId="715"/>
            <ac:spMk id="2" creationId="{BE1EE67D-1B77-4247-9C32-15D1F295ABDD}"/>
          </ac:spMkLst>
        </pc:spChg>
        <pc:spChg chg="del">
          <ac:chgData name="Ella Vetter" userId="c6918cf5-f6c0-43cc-8499-a1f635017de9" providerId="ADAL" clId="{08F57CDB-8DA3-4590-9460-F1211B13527E}" dt="2020-10-03T15:33:42.174" v="1239" actId="478"/>
          <ac:spMkLst>
            <pc:docMk/>
            <pc:sldMk cId="3819997182" sldId="715"/>
            <ac:spMk id="3" creationId="{1EBA2A8F-BA97-46CF-800D-0C8BA953B84F}"/>
          </ac:spMkLst>
        </pc:spChg>
        <pc:spChg chg="add mod">
          <ac:chgData name="Ella Vetter" userId="c6918cf5-f6c0-43cc-8499-a1f635017de9" providerId="ADAL" clId="{08F57CDB-8DA3-4590-9460-F1211B13527E}" dt="2020-10-09T17:21:26.219" v="9460" actId="1036"/>
          <ac:spMkLst>
            <pc:docMk/>
            <pc:sldMk cId="3819997182" sldId="715"/>
            <ac:spMk id="4" creationId="{CA707B0B-6DC2-4778-839B-22163CD2F386}"/>
          </ac:spMkLst>
        </pc:spChg>
        <pc:spChg chg="add del">
          <ac:chgData name="Ella Vetter" userId="c6918cf5-f6c0-43cc-8499-a1f635017de9" providerId="ADAL" clId="{08F57CDB-8DA3-4590-9460-F1211B13527E}" dt="2020-10-03T15:33:52.285" v="1249"/>
          <ac:spMkLst>
            <pc:docMk/>
            <pc:sldMk cId="3819997182" sldId="715"/>
            <ac:spMk id="5" creationId="{13224F92-6B74-4BCC-A6A1-4F8F25680564}"/>
          </ac:spMkLst>
        </pc:spChg>
      </pc:sldChg>
      <pc:sldChg chg="modSp add mod">
        <pc:chgData name="Ella Vetter" userId="c6918cf5-f6c0-43cc-8499-a1f635017de9" providerId="ADAL" clId="{08F57CDB-8DA3-4590-9460-F1211B13527E}" dt="2020-10-09T17:09:59.234" v="9402"/>
        <pc:sldMkLst>
          <pc:docMk/>
          <pc:sldMk cId="3916323045" sldId="716"/>
        </pc:sldMkLst>
        <pc:spChg chg="mod">
          <ac:chgData name="Ella Vetter" userId="c6918cf5-f6c0-43cc-8499-a1f635017de9" providerId="ADAL" clId="{08F57CDB-8DA3-4590-9460-F1211B13527E}" dt="2020-10-09T17:09:59.234" v="9402"/>
          <ac:spMkLst>
            <pc:docMk/>
            <pc:sldMk cId="3916323045" sldId="716"/>
            <ac:spMk id="2" creationId="{4A8EF58E-B74F-4BEC-882E-63EEC2E3134C}"/>
          </ac:spMkLst>
        </pc:spChg>
        <pc:spChg chg="mod">
          <ac:chgData name="Ella Vetter" userId="c6918cf5-f6c0-43cc-8499-a1f635017de9" providerId="ADAL" clId="{08F57CDB-8DA3-4590-9460-F1211B13527E}" dt="2020-10-09T17:08:46.226" v="9399" actId="20577"/>
          <ac:spMkLst>
            <pc:docMk/>
            <pc:sldMk cId="3916323045" sldId="716"/>
            <ac:spMk id="3" creationId="{2561BDE9-E95E-47AC-96FC-D87D1D7A7A1E}"/>
          </ac:spMkLst>
        </pc:spChg>
      </pc:sldChg>
      <pc:sldChg chg="addSp delSp modSp new mod">
        <pc:chgData name="Ella Vetter" userId="c6918cf5-f6c0-43cc-8499-a1f635017de9" providerId="ADAL" clId="{08F57CDB-8DA3-4590-9460-F1211B13527E}" dt="2020-10-09T17:10:02.551" v="9403" actId="20577"/>
        <pc:sldMkLst>
          <pc:docMk/>
          <pc:sldMk cId="4183656867" sldId="717"/>
        </pc:sldMkLst>
        <pc:spChg chg="mod">
          <ac:chgData name="Ella Vetter" userId="c6918cf5-f6c0-43cc-8499-a1f635017de9" providerId="ADAL" clId="{08F57CDB-8DA3-4590-9460-F1211B13527E}" dt="2020-10-09T17:10:02.551" v="9403" actId="20577"/>
          <ac:spMkLst>
            <pc:docMk/>
            <pc:sldMk cId="4183656867" sldId="717"/>
            <ac:spMk id="2" creationId="{90142815-DD60-4288-B590-66A18AD036BB}"/>
          </ac:spMkLst>
        </pc:spChg>
        <pc:spChg chg="del">
          <ac:chgData name="Ella Vetter" userId="c6918cf5-f6c0-43cc-8499-a1f635017de9" providerId="ADAL" clId="{08F57CDB-8DA3-4590-9460-F1211B13527E}" dt="2020-10-04T14:57:24.699" v="1393" actId="478"/>
          <ac:spMkLst>
            <pc:docMk/>
            <pc:sldMk cId="4183656867" sldId="717"/>
            <ac:spMk id="3" creationId="{F0FD8431-2339-4653-BBE4-E723E51BD507}"/>
          </ac:spMkLst>
        </pc:spChg>
        <pc:spChg chg="add mod">
          <ac:chgData name="Ella Vetter" userId="c6918cf5-f6c0-43cc-8499-a1f635017de9" providerId="ADAL" clId="{08F57CDB-8DA3-4590-9460-F1211B13527E}" dt="2020-10-04T14:57:34.021" v="1411" actId="20577"/>
          <ac:spMkLst>
            <pc:docMk/>
            <pc:sldMk cId="4183656867" sldId="717"/>
            <ac:spMk id="4" creationId="{D99F6287-CCA2-48BB-B169-8626E1165360}"/>
          </ac:spMkLst>
        </pc:spChg>
        <pc:picChg chg="add mod">
          <ac:chgData name="Ella Vetter" userId="c6918cf5-f6c0-43cc-8499-a1f635017de9" providerId="ADAL" clId="{08F57CDB-8DA3-4590-9460-F1211B13527E}" dt="2020-10-04T15:00:33.358" v="1414" actId="14100"/>
          <ac:picMkLst>
            <pc:docMk/>
            <pc:sldMk cId="4183656867" sldId="717"/>
            <ac:picMk id="6" creationId="{2D5BA935-B6F0-4EFF-A410-42327C5E4629}"/>
          </ac:picMkLst>
        </pc:picChg>
      </pc:sldChg>
      <pc:sldChg chg="addSp delSp modSp add mod">
        <pc:chgData name="Ella Vetter" userId="c6918cf5-f6c0-43cc-8499-a1f635017de9" providerId="ADAL" clId="{08F57CDB-8DA3-4590-9460-F1211B13527E}" dt="2020-10-09T17:10:04.238" v="9404" actId="20577"/>
        <pc:sldMkLst>
          <pc:docMk/>
          <pc:sldMk cId="4214616178" sldId="718"/>
        </pc:sldMkLst>
        <pc:spChg chg="mod">
          <ac:chgData name="Ella Vetter" userId="c6918cf5-f6c0-43cc-8499-a1f635017de9" providerId="ADAL" clId="{08F57CDB-8DA3-4590-9460-F1211B13527E}" dt="2020-10-09T17:10:04.238" v="9404" actId="20577"/>
          <ac:spMkLst>
            <pc:docMk/>
            <pc:sldMk cId="4214616178" sldId="718"/>
            <ac:spMk id="2" creationId="{90142815-DD60-4288-B590-66A18AD036BB}"/>
          </ac:spMkLst>
        </pc:spChg>
        <pc:spChg chg="del">
          <ac:chgData name="Ella Vetter" userId="c6918cf5-f6c0-43cc-8499-a1f635017de9" providerId="ADAL" clId="{08F57CDB-8DA3-4590-9460-F1211B13527E}" dt="2020-10-04T15:00:45.477" v="1415" actId="478"/>
          <ac:spMkLst>
            <pc:docMk/>
            <pc:sldMk cId="4214616178" sldId="718"/>
            <ac:spMk id="3" creationId="{F0FD8431-2339-4653-BBE4-E723E51BD507}"/>
          </ac:spMkLst>
        </pc:spChg>
        <pc:spChg chg="add mod">
          <ac:chgData name="Ella Vetter" userId="c6918cf5-f6c0-43cc-8499-a1f635017de9" providerId="ADAL" clId="{08F57CDB-8DA3-4590-9460-F1211B13527E}" dt="2020-10-04T15:00:50.065" v="1424" actId="20577"/>
          <ac:spMkLst>
            <pc:docMk/>
            <pc:sldMk cId="4214616178" sldId="718"/>
            <ac:spMk id="4" creationId="{DCA692E9-97BA-4A01-B170-7B4629EFFDBE}"/>
          </ac:spMkLst>
        </pc:spChg>
        <pc:grpChg chg="add mod">
          <ac:chgData name="Ella Vetter" userId="c6918cf5-f6c0-43cc-8499-a1f635017de9" providerId="ADAL" clId="{08F57CDB-8DA3-4590-9460-F1211B13527E}" dt="2020-10-04T15:02:07.541" v="1433" actId="14100"/>
          <ac:grpSpMkLst>
            <pc:docMk/>
            <pc:sldMk cId="4214616178" sldId="718"/>
            <ac:grpSpMk id="9" creationId="{168C7883-464E-4898-AFE6-62C01177AA46}"/>
          </ac:grpSpMkLst>
        </pc:grpChg>
        <pc:picChg chg="add mod modCrop">
          <ac:chgData name="Ella Vetter" userId="c6918cf5-f6c0-43cc-8499-a1f635017de9" providerId="ADAL" clId="{08F57CDB-8DA3-4590-9460-F1211B13527E}" dt="2020-10-04T15:02:04.680" v="1431" actId="164"/>
          <ac:picMkLst>
            <pc:docMk/>
            <pc:sldMk cId="4214616178" sldId="718"/>
            <ac:picMk id="6" creationId="{52AB26A9-5B2E-4B93-A7B1-51F2059DC74C}"/>
          </ac:picMkLst>
        </pc:picChg>
        <pc:picChg chg="add mod modCrop">
          <ac:chgData name="Ella Vetter" userId="c6918cf5-f6c0-43cc-8499-a1f635017de9" providerId="ADAL" clId="{08F57CDB-8DA3-4590-9460-F1211B13527E}" dt="2020-10-04T15:02:04.680" v="1431" actId="164"/>
          <ac:picMkLst>
            <pc:docMk/>
            <pc:sldMk cId="4214616178" sldId="718"/>
            <ac:picMk id="8" creationId="{DB5CA4EF-CD2F-4CE5-91FF-64BC20295912}"/>
          </ac:picMkLst>
        </pc:picChg>
      </pc:sldChg>
      <pc:sldChg chg="addSp delSp modSp add mod">
        <pc:chgData name="Ella Vetter" userId="c6918cf5-f6c0-43cc-8499-a1f635017de9" providerId="ADAL" clId="{08F57CDB-8DA3-4590-9460-F1211B13527E}" dt="2020-10-09T17:58:02.049" v="9473" actId="20577"/>
        <pc:sldMkLst>
          <pc:docMk/>
          <pc:sldMk cId="3185007874" sldId="719"/>
        </pc:sldMkLst>
        <pc:spChg chg="mod">
          <ac:chgData name="Ella Vetter" userId="c6918cf5-f6c0-43cc-8499-a1f635017de9" providerId="ADAL" clId="{08F57CDB-8DA3-4590-9460-F1211B13527E}" dt="2020-10-09T17:10:06.005" v="9405" actId="20577"/>
          <ac:spMkLst>
            <pc:docMk/>
            <pc:sldMk cId="3185007874" sldId="719"/>
            <ac:spMk id="2" creationId="{90142815-DD60-4288-B590-66A18AD036BB}"/>
          </ac:spMkLst>
        </pc:spChg>
        <pc:spChg chg="del">
          <ac:chgData name="Ella Vetter" userId="c6918cf5-f6c0-43cc-8499-a1f635017de9" providerId="ADAL" clId="{08F57CDB-8DA3-4590-9460-F1211B13527E}" dt="2020-10-04T15:05:06.399" v="1434" actId="478"/>
          <ac:spMkLst>
            <pc:docMk/>
            <pc:sldMk cId="3185007874" sldId="719"/>
            <ac:spMk id="3" creationId="{F0FD8431-2339-4653-BBE4-E723E51BD507}"/>
          </ac:spMkLst>
        </pc:spChg>
        <pc:spChg chg="add mod">
          <ac:chgData name="Ella Vetter" userId="c6918cf5-f6c0-43cc-8499-a1f635017de9" providerId="ADAL" clId="{08F57CDB-8DA3-4590-9460-F1211B13527E}" dt="2020-10-09T17:58:02.049" v="9473" actId="20577"/>
          <ac:spMkLst>
            <pc:docMk/>
            <pc:sldMk cId="3185007874" sldId="719"/>
            <ac:spMk id="4" creationId="{E3D5BAB9-7C8F-4E3E-91BF-480333A44191}"/>
          </ac:spMkLst>
        </pc:spChg>
        <pc:picChg chg="add del">
          <ac:chgData name="Ella Vetter" userId="c6918cf5-f6c0-43cc-8499-a1f635017de9" providerId="ADAL" clId="{08F57CDB-8DA3-4590-9460-F1211B13527E}" dt="2020-10-04T15:28:38.229" v="1495" actId="478"/>
          <ac:picMkLst>
            <pc:docMk/>
            <pc:sldMk cId="3185007874" sldId="719"/>
            <ac:picMk id="5" creationId="{B9FBE4A1-C713-4F29-957F-80F9A10A3086}"/>
          </ac:picMkLst>
        </pc:picChg>
        <pc:picChg chg="add mod modCrop">
          <ac:chgData name="Ella Vetter" userId="c6918cf5-f6c0-43cc-8499-a1f635017de9" providerId="ADAL" clId="{08F57CDB-8DA3-4590-9460-F1211B13527E}" dt="2020-10-04T20:24:59.771" v="2809" actId="14100"/>
          <ac:picMkLst>
            <pc:docMk/>
            <pc:sldMk cId="3185007874" sldId="719"/>
            <ac:picMk id="7" creationId="{93591477-0F37-4E13-872A-F3A402D5647F}"/>
          </ac:picMkLst>
        </pc:picChg>
        <pc:picChg chg="add mod">
          <ac:chgData name="Ella Vetter" userId="c6918cf5-f6c0-43cc-8499-a1f635017de9" providerId="ADAL" clId="{08F57CDB-8DA3-4590-9460-F1211B13527E}" dt="2020-10-04T20:25:01.880" v="2810" actId="14100"/>
          <ac:picMkLst>
            <pc:docMk/>
            <pc:sldMk cId="3185007874" sldId="719"/>
            <ac:picMk id="9" creationId="{36AA6662-33E4-458C-A81C-B6BDD722C15B}"/>
          </ac:picMkLst>
        </pc:picChg>
        <pc:picChg chg="add del mod modCrop">
          <ac:chgData name="Ella Vetter" userId="c6918cf5-f6c0-43cc-8499-a1f635017de9" providerId="ADAL" clId="{08F57CDB-8DA3-4590-9460-F1211B13527E}" dt="2020-10-04T20:23:00.531" v="2715" actId="478"/>
          <ac:picMkLst>
            <pc:docMk/>
            <pc:sldMk cId="3185007874" sldId="719"/>
            <ac:picMk id="11" creationId="{C8F580A4-CAFC-4A91-828A-2AF084C81018}"/>
          </ac:picMkLst>
        </pc:picChg>
      </pc:sldChg>
      <pc:sldChg chg="addSp delSp modSp add mod modNotesTx">
        <pc:chgData name="Ella Vetter" userId="c6918cf5-f6c0-43cc-8499-a1f635017de9" providerId="ADAL" clId="{08F57CDB-8DA3-4590-9460-F1211B13527E}" dt="2020-10-09T17:10:20.885" v="9412" actId="20577"/>
        <pc:sldMkLst>
          <pc:docMk/>
          <pc:sldMk cId="2662571405" sldId="720"/>
        </pc:sldMkLst>
        <pc:spChg chg="mod">
          <ac:chgData name="Ella Vetter" userId="c6918cf5-f6c0-43cc-8499-a1f635017de9" providerId="ADAL" clId="{08F57CDB-8DA3-4590-9460-F1211B13527E}" dt="2020-10-09T17:10:20.885" v="9412" actId="20577"/>
          <ac:spMkLst>
            <pc:docMk/>
            <pc:sldMk cId="2662571405" sldId="720"/>
            <ac:spMk id="2" creationId="{90142815-DD60-4288-B590-66A18AD036BB}"/>
          </ac:spMkLst>
        </pc:spChg>
        <pc:spChg chg="del">
          <ac:chgData name="Ella Vetter" userId="c6918cf5-f6c0-43cc-8499-a1f635017de9" providerId="ADAL" clId="{08F57CDB-8DA3-4590-9460-F1211B13527E}" dt="2020-10-04T20:12:33.574" v="2619" actId="478"/>
          <ac:spMkLst>
            <pc:docMk/>
            <pc:sldMk cId="2662571405" sldId="720"/>
            <ac:spMk id="3" creationId="{F0FD8431-2339-4653-BBE4-E723E51BD507}"/>
          </ac:spMkLst>
        </pc:spChg>
        <pc:spChg chg="add del mod">
          <ac:chgData name="Ella Vetter" userId="c6918cf5-f6c0-43cc-8499-a1f635017de9" providerId="ADAL" clId="{08F57CDB-8DA3-4590-9460-F1211B13527E}" dt="2020-10-04T20:12:32.567" v="2618"/>
          <ac:spMkLst>
            <pc:docMk/>
            <pc:sldMk cId="2662571405" sldId="720"/>
            <ac:spMk id="4" creationId="{95FB9043-AA9B-4D32-97D1-C28AB4EBB33C}"/>
          </ac:spMkLst>
        </pc:spChg>
        <pc:spChg chg="add mod">
          <ac:chgData name="Ella Vetter" userId="c6918cf5-f6c0-43cc-8499-a1f635017de9" providerId="ADAL" clId="{08F57CDB-8DA3-4590-9460-F1211B13527E}" dt="2020-10-05T12:52:33.107" v="3171" actId="113"/>
          <ac:spMkLst>
            <pc:docMk/>
            <pc:sldMk cId="2662571405" sldId="720"/>
            <ac:spMk id="5" creationId="{8E065E21-DF81-4D0B-A78E-10A58201F743}"/>
          </ac:spMkLst>
        </pc:spChg>
        <pc:picChg chg="add mod">
          <ac:chgData name="Ella Vetter" userId="c6918cf5-f6c0-43cc-8499-a1f635017de9" providerId="ADAL" clId="{08F57CDB-8DA3-4590-9460-F1211B13527E}" dt="2020-10-05T12:20:34.719" v="3031" actId="1076"/>
          <ac:picMkLst>
            <pc:docMk/>
            <pc:sldMk cId="2662571405" sldId="720"/>
            <ac:picMk id="7" creationId="{B87FCEE2-BC37-4E48-AEFE-7CD7209A6721}"/>
          </ac:picMkLst>
        </pc:picChg>
      </pc:sldChg>
      <pc:sldChg chg="addSp add del mod">
        <pc:chgData name="Ella Vetter" userId="c6918cf5-f6c0-43cc-8499-a1f635017de9" providerId="ADAL" clId="{08F57CDB-8DA3-4590-9460-F1211B13527E}" dt="2020-10-04T16:36:52.762" v="2360" actId="47"/>
        <pc:sldMkLst>
          <pc:docMk/>
          <pc:sldMk cId="2041966203" sldId="721"/>
        </pc:sldMkLst>
        <pc:graphicFrameChg chg="add">
          <ac:chgData name="Ella Vetter" userId="c6918cf5-f6c0-43cc-8499-a1f635017de9" providerId="ADAL" clId="{08F57CDB-8DA3-4590-9460-F1211B13527E}" dt="2020-10-04T16:30:17.566" v="2259" actId="22"/>
          <ac:graphicFrameMkLst>
            <pc:docMk/>
            <pc:sldMk cId="2041966203" sldId="721"/>
            <ac:graphicFrameMk id="5" creationId="{1B13D937-68E0-4791-9795-AF9065D9C3AC}"/>
          </ac:graphicFrameMkLst>
        </pc:graphicFrameChg>
      </pc:sldChg>
      <pc:sldChg chg="addSp delSp modSp add mod">
        <pc:chgData name="Ella Vetter" userId="c6918cf5-f6c0-43cc-8499-a1f635017de9" providerId="ADAL" clId="{08F57CDB-8DA3-4590-9460-F1211B13527E}" dt="2020-10-09T17:10:08.169" v="9406" actId="20577"/>
        <pc:sldMkLst>
          <pc:docMk/>
          <pc:sldMk cId="1467909936" sldId="722"/>
        </pc:sldMkLst>
        <pc:spChg chg="mod">
          <ac:chgData name="Ella Vetter" userId="c6918cf5-f6c0-43cc-8499-a1f635017de9" providerId="ADAL" clId="{08F57CDB-8DA3-4590-9460-F1211B13527E}" dt="2020-10-09T17:10:08.169" v="9406" actId="20577"/>
          <ac:spMkLst>
            <pc:docMk/>
            <pc:sldMk cId="1467909936" sldId="722"/>
            <ac:spMk id="2" creationId="{A0156B7B-178A-4850-ABFC-AB2E3C52C83C}"/>
          </ac:spMkLst>
        </pc:spChg>
        <pc:spChg chg="mod">
          <ac:chgData name="Ella Vetter" userId="c6918cf5-f6c0-43cc-8499-a1f635017de9" providerId="ADAL" clId="{08F57CDB-8DA3-4590-9460-F1211B13527E}" dt="2020-10-04T19:49:42.391" v="2361" actId="20577"/>
          <ac:spMkLst>
            <pc:docMk/>
            <pc:sldMk cId="1467909936" sldId="722"/>
            <ac:spMk id="4" creationId="{E67F6EB8-7EFF-4FFA-B2F7-88264B3094B6}"/>
          </ac:spMkLst>
        </pc:spChg>
        <pc:picChg chg="add del mod modCrop">
          <ac:chgData name="Ella Vetter" userId="c6918cf5-f6c0-43cc-8499-a1f635017de9" providerId="ADAL" clId="{08F57CDB-8DA3-4590-9460-F1211B13527E}" dt="2020-10-04T20:00:29.324" v="2511" actId="478"/>
          <ac:picMkLst>
            <pc:docMk/>
            <pc:sldMk cId="1467909936" sldId="722"/>
            <ac:picMk id="5" creationId="{5E478B8B-6843-4153-8E1B-EA919C14BDC0}"/>
          </ac:picMkLst>
        </pc:picChg>
        <pc:picChg chg="del">
          <ac:chgData name="Ella Vetter" userId="c6918cf5-f6c0-43cc-8499-a1f635017de9" providerId="ADAL" clId="{08F57CDB-8DA3-4590-9460-F1211B13527E}" dt="2020-10-04T15:32:46.724" v="1599" actId="478"/>
          <ac:picMkLst>
            <pc:docMk/>
            <pc:sldMk cId="1467909936" sldId="722"/>
            <ac:picMk id="6" creationId="{4EB7E265-68FC-4475-8CE1-158861375819}"/>
          </ac:picMkLst>
        </pc:picChg>
        <pc:picChg chg="add del mod modCrop">
          <ac:chgData name="Ella Vetter" userId="c6918cf5-f6c0-43cc-8499-a1f635017de9" providerId="ADAL" clId="{08F57CDB-8DA3-4590-9460-F1211B13527E}" dt="2020-10-04T20:14:06.167" v="2634" actId="478"/>
          <ac:picMkLst>
            <pc:docMk/>
            <pc:sldMk cId="1467909936" sldId="722"/>
            <ac:picMk id="8" creationId="{4BAB90D3-F945-4F3E-9788-3A3B6E6C7B00}"/>
          </ac:picMkLst>
        </pc:picChg>
        <pc:picChg chg="add mod">
          <ac:chgData name="Ella Vetter" userId="c6918cf5-f6c0-43cc-8499-a1f635017de9" providerId="ADAL" clId="{08F57CDB-8DA3-4590-9460-F1211B13527E}" dt="2020-10-04T20:00:21.255" v="2506" actId="571"/>
          <ac:picMkLst>
            <pc:docMk/>
            <pc:sldMk cId="1467909936" sldId="722"/>
            <ac:picMk id="9" creationId="{CB736096-1C03-40B8-95E9-F2AAEC838791}"/>
          </ac:picMkLst>
        </pc:picChg>
        <pc:picChg chg="add mod">
          <ac:chgData name="Ella Vetter" userId="c6918cf5-f6c0-43cc-8499-a1f635017de9" providerId="ADAL" clId="{08F57CDB-8DA3-4590-9460-F1211B13527E}" dt="2020-10-04T20:14:12.856" v="2644" actId="1035"/>
          <ac:picMkLst>
            <pc:docMk/>
            <pc:sldMk cId="1467909936" sldId="722"/>
            <ac:picMk id="11" creationId="{50E125F0-1AEB-46DE-BD39-C4B3CB337F40}"/>
          </ac:picMkLst>
        </pc:picChg>
      </pc:sldChg>
      <pc:sldChg chg="delSp modSp add mod">
        <pc:chgData name="Ella Vetter" userId="c6918cf5-f6c0-43cc-8499-a1f635017de9" providerId="ADAL" clId="{08F57CDB-8DA3-4590-9460-F1211B13527E}" dt="2020-10-09T17:10:09.785" v="9407" actId="20577"/>
        <pc:sldMkLst>
          <pc:docMk/>
          <pc:sldMk cId="2302919708" sldId="723"/>
        </pc:sldMkLst>
        <pc:spChg chg="mod">
          <ac:chgData name="Ella Vetter" userId="c6918cf5-f6c0-43cc-8499-a1f635017de9" providerId="ADAL" clId="{08F57CDB-8DA3-4590-9460-F1211B13527E}" dt="2020-10-09T17:10:09.785" v="9407" actId="20577"/>
          <ac:spMkLst>
            <pc:docMk/>
            <pc:sldMk cId="2302919708" sldId="723"/>
            <ac:spMk id="2" creationId="{A0156B7B-178A-4850-ABFC-AB2E3C52C83C}"/>
          </ac:spMkLst>
        </pc:spChg>
        <pc:spChg chg="mod">
          <ac:chgData name="Ella Vetter" userId="c6918cf5-f6c0-43cc-8499-a1f635017de9" providerId="ADAL" clId="{08F57CDB-8DA3-4590-9460-F1211B13527E}" dt="2020-10-05T12:05:23.292" v="2829" actId="207"/>
          <ac:spMkLst>
            <pc:docMk/>
            <pc:sldMk cId="2302919708" sldId="723"/>
            <ac:spMk id="4" creationId="{E67F6EB8-7EFF-4FFA-B2F7-88264B3094B6}"/>
          </ac:spMkLst>
        </pc:spChg>
        <pc:spChg chg="del">
          <ac:chgData name="Ella Vetter" userId="c6918cf5-f6c0-43cc-8499-a1f635017de9" providerId="ADAL" clId="{08F57CDB-8DA3-4590-9460-F1211B13527E}" dt="2020-10-04T15:32:24.115" v="1569" actId="478"/>
          <ac:spMkLst>
            <pc:docMk/>
            <pc:sldMk cId="2302919708" sldId="723"/>
            <ac:spMk id="6" creationId="{DE10454F-A147-4ED5-A400-5EB6FD679A80}"/>
          </ac:spMkLst>
        </pc:spChg>
        <pc:graphicFrameChg chg="mod modGraphic">
          <ac:chgData name="Ella Vetter" userId="c6918cf5-f6c0-43cc-8499-a1f635017de9" providerId="ADAL" clId="{08F57CDB-8DA3-4590-9460-F1211B13527E}" dt="2020-10-04T20:01:22.898" v="2532" actId="1035"/>
          <ac:graphicFrameMkLst>
            <pc:docMk/>
            <pc:sldMk cId="2302919708" sldId="723"/>
            <ac:graphicFrameMk id="3" creationId="{433597B1-B998-4911-B48D-B0EB3CA09156}"/>
          </ac:graphicFrameMkLst>
        </pc:graphicFrameChg>
      </pc:sldChg>
      <pc:sldChg chg="modSp add mod">
        <pc:chgData name="Ella Vetter" userId="c6918cf5-f6c0-43cc-8499-a1f635017de9" providerId="ADAL" clId="{08F57CDB-8DA3-4590-9460-F1211B13527E}" dt="2020-10-09T17:10:11.855" v="9408" actId="20577"/>
        <pc:sldMkLst>
          <pc:docMk/>
          <pc:sldMk cId="3144528753" sldId="724"/>
        </pc:sldMkLst>
        <pc:spChg chg="mod">
          <ac:chgData name="Ella Vetter" userId="c6918cf5-f6c0-43cc-8499-a1f635017de9" providerId="ADAL" clId="{08F57CDB-8DA3-4590-9460-F1211B13527E}" dt="2020-10-09T17:10:11.855" v="9408" actId="20577"/>
          <ac:spMkLst>
            <pc:docMk/>
            <pc:sldMk cId="3144528753" sldId="724"/>
            <ac:spMk id="2" creationId="{A0156B7B-178A-4850-ABFC-AB2E3C52C83C}"/>
          </ac:spMkLst>
        </pc:spChg>
        <pc:spChg chg="mod">
          <ac:chgData name="Ella Vetter" userId="c6918cf5-f6c0-43cc-8499-a1f635017de9" providerId="ADAL" clId="{08F57CDB-8DA3-4590-9460-F1211B13527E}" dt="2020-10-05T12:05:27.678" v="2832" actId="20577"/>
          <ac:spMkLst>
            <pc:docMk/>
            <pc:sldMk cId="3144528753" sldId="724"/>
            <ac:spMk id="4" creationId="{E67F6EB8-7EFF-4FFA-B2F7-88264B3094B6}"/>
          </ac:spMkLst>
        </pc:spChg>
        <pc:graphicFrameChg chg="mod modGraphic">
          <ac:chgData name="Ella Vetter" userId="c6918cf5-f6c0-43cc-8499-a1f635017de9" providerId="ADAL" clId="{08F57CDB-8DA3-4590-9460-F1211B13527E}" dt="2020-10-04T20:03:46.128" v="2582" actId="123"/>
          <ac:graphicFrameMkLst>
            <pc:docMk/>
            <pc:sldMk cId="3144528753" sldId="724"/>
            <ac:graphicFrameMk id="3" creationId="{433597B1-B998-4911-B48D-B0EB3CA09156}"/>
          </ac:graphicFrameMkLst>
        </pc:graphicFrameChg>
      </pc:sldChg>
      <pc:sldChg chg="addSp delSp modSp add mod modNotesTx">
        <pc:chgData name="Ella Vetter" userId="c6918cf5-f6c0-43cc-8499-a1f635017de9" providerId="ADAL" clId="{08F57CDB-8DA3-4590-9460-F1211B13527E}" dt="2020-10-09T17:10:25.377" v="9414" actId="20577"/>
        <pc:sldMkLst>
          <pc:docMk/>
          <pc:sldMk cId="4075615848" sldId="725"/>
        </pc:sldMkLst>
        <pc:spChg chg="mod">
          <ac:chgData name="Ella Vetter" userId="c6918cf5-f6c0-43cc-8499-a1f635017de9" providerId="ADAL" clId="{08F57CDB-8DA3-4590-9460-F1211B13527E}" dt="2020-10-09T17:10:25.377" v="9414" actId="20577"/>
          <ac:spMkLst>
            <pc:docMk/>
            <pc:sldMk cId="4075615848" sldId="725"/>
            <ac:spMk id="2" creationId="{90142815-DD60-4288-B590-66A18AD036BB}"/>
          </ac:spMkLst>
        </pc:spChg>
        <pc:spChg chg="del">
          <ac:chgData name="Ella Vetter" userId="c6918cf5-f6c0-43cc-8499-a1f635017de9" providerId="ADAL" clId="{08F57CDB-8DA3-4590-9460-F1211B13527E}" dt="2020-10-04T20:17:54.196" v="2645" actId="478"/>
          <ac:spMkLst>
            <pc:docMk/>
            <pc:sldMk cId="4075615848" sldId="725"/>
            <ac:spMk id="3" creationId="{F0FD8431-2339-4653-BBE4-E723E51BD507}"/>
          </ac:spMkLst>
        </pc:spChg>
        <pc:spChg chg="add mod">
          <ac:chgData name="Ella Vetter" userId="c6918cf5-f6c0-43cc-8499-a1f635017de9" providerId="ADAL" clId="{08F57CDB-8DA3-4590-9460-F1211B13527E}" dt="2020-10-05T14:12:43.016" v="3713" actId="1035"/>
          <ac:spMkLst>
            <pc:docMk/>
            <pc:sldMk cId="4075615848" sldId="725"/>
            <ac:spMk id="7" creationId="{7D312B6C-1457-4DA0-AF4A-B73737FDCEAB}"/>
          </ac:spMkLst>
        </pc:spChg>
        <pc:spChg chg="add mod">
          <ac:chgData name="Ella Vetter" userId="c6918cf5-f6c0-43cc-8499-a1f635017de9" providerId="ADAL" clId="{08F57CDB-8DA3-4590-9460-F1211B13527E}" dt="2020-10-05T14:12:43.016" v="3713" actId="1035"/>
          <ac:spMkLst>
            <pc:docMk/>
            <pc:sldMk cId="4075615848" sldId="725"/>
            <ac:spMk id="9" creationId="{226A9ED2-DFE8-411A-85B3-852F6CA8020D}"/>
          </ac:spMkLst>
        </pc:spChg>
        <pc:graphicFrameChg chg="add del mod">
          <ac:chgData name="Ella Vetter" userId="c6918cf5-f6c0-43cc-8499-a1f635017de9" providerId="ADAL" clId="{08F57CDB-8DA3-4590-9460-F1211B13527E}" dt="2020-10-04T20:17:56.029" v="2647"/>
          <ac:graphicFrameMkLst>
            <pc:docMk/>
            <pc:sldMk cId="4075615848" sldId="725"/>
            <ac:graphicFrameMk id="4" creationId="{F73F0469-8B0D-4B18-A366-356F80C5DFBD}"/>
          </ac:graphicFrameMkLst>
        </pc:graphicFrameChg>
        <pc:graphicFrameChg chg="add mod modGraphic">
          <ac:chgData name="Ella Vetter" userId="c6918cf5-f6c0-43cc-8499-a1f635017de9" providerId="ADAL" clId="{08F57CDB-8DA3-4590-9460-F1211B13527E}" dt="2020-10-05T14:12:43.016" v="3713" actId="1035"/>
          <ac:graphicFrameMkLst>
            <pc:docMk/>
            <pc:sldMk cId="4075615848" sldId="725"/>
            <ac:graphicFrameMk id="6" creationId="{6BD706BF-153F-4308-92FB-A681EE25FA03}"/>
          </ac:graphicFrameMkLst>
        </pc:graphicFrameChg>
      </pc:sldChg>
      <pc:sldChg chg="addSp delSp modSp add mod">
        <pc:chgData name="Ella Vetter" userId="c6918cf5-f6c0-43cc-8499-a1f635017de9" providerId="ADAL" clId="{08F57CDB-8DA3-4590-9460-F1211B13527E}" dt="2020-10-09T17:10:33.489" v="9417" actId="20577"/>
        <pc:sldMkLst>
          <pc:docMk/>
          <pc:sldMk cId="3406009600" sldId="726"/>
        </pc:sldMkLst>
        <pc:spChg chg="mod">
          <ac:chgData name="Ella Vetter" userId="c6918cf5-f6c0-43cc-8499-a1f635017de9" providerId="ADAL" clId="{08F57CDB-8DA3-4590-9460-F1211B13527E}" dt="2020-10-09T17:10:33.489" v="9417" actId="20577"/>
          <ac:spMkLst>
            <pc:docMk/>
            <pc:sldMk cId="3406009600" sldId="726"/>
            <ac:spMk id="2" creationId="{90142815-DD60-4288-B590-66A18AD036BB}"/>
          </ac:spMkLst>
        </pc:spChg>
        <pc:spChg chg="del">
          <ac:chgData name="Ella Vetter" userId="c6918cf5-f6c0-43cc-8499-a1f635017de9" providerId="ADAL" clId="{08F57CDB-8DA3-4590-9460-F1211B13527E}" dt="2020-10-05T13:56:53.676" v="3324" actId="478"/>
          <ac:spMkLst>
            <pc:docMk/>
            <pc:sldMk cId="3406009600" sldId="726"/>
            <ac:spMk id="3" creationId="{F0FD8431-2339-4653-BBE4-E723E51BD507}"/>
          </ac:spMkLst>
        </pc:spChg>
        <pc:spChg chg="add mod">
          <ac:chgData name="Ella Vetter" userId="c6918cf5-f6c0-43cc-8499-a1f635017de9" providerId="ADAL" clId="{08F57CDB-8DA3-4590-9460-F1211B13527E}" dt="2020-10-06T11:40:28.589" v="7462" actId="14100"/>
          <ac:spMkLst>
            <pc:docMk/>
            <pc:sldMk cId="3406009600" sldId="726"/>
            <ac:spMk id="4" creationId="{6448E757-7ADA-465C-9585-F454B3E9843A}"/>
          </ac:spMkLst>
        </pc:spChg>
        <pc:picChg chg="add mod">
          <ac:chgData name="Ella Vetter" userId="c6918cf5-f6c0-43cc-8499-a1f635017de9" providerId="ADAL" clId="{08F57CDB-8DA3-4590-9460-F1211B13527E}" dt="2020-10-05T13:58:41.123" v="3354" actId="14100"/>
          <ac:picMkLst>
            <pc:docMk/>
            <pc:sldMk cId="3406009600" sldId="726"/>
            <ac:picMk id="6" creationId="{1475DC50-153D-41B9-8E4B-CA1D107A0E66}"/>
          </ac:picMkLst>
        </pc:picChg>
      </pc:sldChg>
      <pc:sldChg chg="addSp modSp add mod modNotesTx">
        <pc:chgData name="Ella Vetter" userId="c6918cf5-f6c0-43cc-8499-a1f635017de9" providerId="ADAL" clId="{08F57CDB-8DA3-4590-9460-F1211B13527E}" dt="2020-10-09T17:10:35.186" v="9418" actId="20577"/>
        <pc:sldMkLst>
          <pc:docMk/>
          <pc:sldMk cId="101652940" sldId="727"/>
        </pc:sldMkLst>
        <pc:spChg chg="mod">
          <ac:chgData name="Ella Vetter" userId="c6918cf5-f6c0-43cc-8499-a1f635017de9" providerId="ADAL" clId="{08F57CDB-8DA3-4590-9460-F1211B13527E}" dt="2020-10-09T17:10:35.186" v="9418" actId="20577"/>
          <ac:spMkLst>
            <pc:docMk/>
            <pc:sldMk cId="101652940" sldId="727"/>
            <ac:spMk id="2" creationId="{90142815-DD60-4288-B590-66A18AD036BB}"/>
          </ac:spMkLst>
        </pc:spChg>
        <pc:spChg chg="mod">
          <ac:chgData name="Ella Vetter" userId="c6918cf5-f6c0-43cc-8499-a1f635017de9" providerId="ADAL" clId="{08F57CDB-8DA3-4590-9460-F1211B13527E}" dt="2020-10-05T14:05:41.011" v="3630" actId="948"/>
          <ac:spMkLst>
            <pc:docMk/>
            <pc:sldMk cId="101652940" sldId="727"/>
            <ac:spMk id="3" creationId="{F0FD8431-2339-4653-BBE4-E723E51BD507}"/>
          </ac:spMkLst>
        </pc:spChg>
        <pc:picChg chg="add mod modCrop">
          <ac:chgData name="Ella Vetter" userId="c6918cf5-f6c0-43cc-8499-a1f635017de9" providerId="ADAL" clId="{08F57CDB-8DA3-4590-9460-F1211B13527E}" dt="2020-10-05T14:05:49.729" v="3634" actId="732"/>
          <ac:picMkLst>
            <pc:docMk/>
            <pc:sldMk cId="101652940" sldId="727"/>
            <ac:picMk id="5" creationId="{E22725EF-FA77-48A8-9FDC-A6336D569A40}"/>
          </ac:picMkLst>
        </pc:picChg>
        <pc:picChg chg="add mod modCrop">
          <ac:chgData name="Ella Vetter" userId="c6918cf5-f6c0-43cc-8499-a1f635017de9" providerId="ADAL" clId="{08F57CDB-8DA3-4590-9460-F1211B13527E}" dt="2020-10-05T14:05:53.753" v="3636" actId="732"/>
          <ac:picMkLst>
            <pc:docMk/>
            <pc:sldMk cId="101652940" sldId="727"/>
            <ac:picMk id="7" creationId="{7DFC9440-CC4E-4DA9-9215-361AE5AE231E}"/>
          </ac:picMkLst>
        </pc:picChg>
      </pc:sldChg>
      <pc:sldChg chg="modSp add del mod">
        <pc:chgData name="Ella Vetter" userId="c6918cf5-f6c0-43cc-8499-a1f635017de9" providerId="ADAL" clId="{08F57CDB-8DA3-4590-9460-F1211B13527E}" dt="2020-10-04T20:02:12.970" v="2546" actId="47"/>
        <pc:sldMkLst>
          <pc:docMk/>
          <pc:sldMk cId="3424406350" sldId="728"/>
        </pc:sldMkLst>
        <pc:graphicFrameChg chg="mod modGraphic">
          <ac:chgData name="Ella Vetter" userId="c6918cf5-f6c0-43cc-8499-a1f635017de9" providerId="ADAL" clId="{08F57CDB-8DA3-4590-9460-F1211B13527E}" dt="2020-10-04T20:02:09.927" v="2544" actId="21"/>
          <ac:graphicFrameMkLst>
            <pc:docMk/>
            <pc:sldMk cId="3424406350" sldId="728"/>
            <ac:graphicFrameMk id="3" creationId="{433597B1-B998-4911-B48D-B0EB3CA09156}"/>
          </ac:graphicFrameMkLst>
        </pc:graphicFrameChg>
      </pc:sldChg>
      <pc:sldChg chg="modSp add mod">
        <pc:chgData name="Ella Vetter" userId="c6918cf5-f6c0-43cc-8499-a1f635017de9" providerId="ADAL" clId="{08F57CDB-8DA3-4590-9460-F1211B13527E}" dt="2020-10-09T17:10:14.802" v="9409" actId="20577"/>
        <pc:sldMkLst>
          <pc:docMk/>
          <pc:sldMk cId="1965214390" sldId="729"/>
        </pc:sldMkLst>
        <pc:spChg chg="mod">
          <ac:chgData name="Ella Vetter" userId="c6918cf5-f6c0-43cc-8499-a1f635017de9" providerId="ADAL" clId="{08F57CDB-8DA3-4590-9460-F1211B13527E}" dt="2020-10-09T17:10:14.802" v="9409" actId="20577"/>
          <ac:spMkLst>
            <pc:docMk/>
            <pc:sldMk cId="1965214390" sldId="729"/>
            <ac:spMk id="2" creationId="{A0156B7B-178A-4850-ABFC-AB2E3C52C83C}"/>
          </ac:spMkLst>
        </pc:spChg>
        <pc:spChg chg="mod">
          <ac:chgData name="Ella Vetter" userId="c6918cf5-f6c0-43cc-8499-a1f635017de9" providerId="ADAL" clId="{08F57CDB-8DA3-4590-9460-F1211B13527E}" dt="2020-10-05T12:05:30.878" v="2835" actId="20577"/>
          <ac:spMkLst>
            <pc:docMk/>
            <pc:sldMk cId="1965214390" sldId="729"/>
            <ac:spMk id="4" creationId="{E67F6EB8-7EFF-4FFA-B2F7-88264B3094B6}"/>
          </ac:spMkLst>
        </pc:spChg>
        <pc:graphicFrameChg chg="mod modGraphic">
          <ac:chgData name="Ella Vetter" userId="c6918cf5-f6c0-43cc-8499-a1f635017de9" providerId="ADAL" clId="{08F57CDB-8DA3-4590-9460-F1211B13527E}" dt="2020-10-04T20:03:41.480" v="2581" actId="123"/>
          <ac:graphicFrameMkLst>
            <pc:docMk/>
            <pc:sldMk cId="1965214390" sldId="729"/>
            <ac:graphicFrameMk id="3" creationId="{433597B1-B998-4911-B48D-B0EB3CA09156}"/>
          </ac:graphicFrameMkLst>
        </pc:graphicFrameChg>
      </pc:sldChg>
      <pc:sldChg chg="modSp add mod">
        <pc:chgData name="Ella Vetter" userId="c6918cf5-f6c0-43cc-8499-a1f635017de9" providerId="ADAL" clId="{08F57CDB-8DA3-4590-9460-F1211B13527E}" dt="2020-10-09T17:10:16.706" v="9410" actId="20577"/>
        <pc:sldMkLst>
          <pc:docMk/>
          <pc:sldMk cId="1091980031" sldId="730"/>
        </pc:sldMkLst>
        <pc:spChg chg="mod">
          <ac:chgData name="Ella Vetter" userId="c6918cf5-f6c0-43cc-8499-a1f635017de9" providerId="ADAL" clId="{08F57CDB-8DA3-4590-9460-F1211B13527E}" dt="2020-10-09T17:10:16.706" v="9410" actId="20577"/>
          <ac:spMkLst>
            <pc:docMk/>
            <pc:sldMk cId="1091980031" sldId="730"/>
            <ac:spMk id="2" creationId="{A0156B7B-178A-4850-ABFC-AB2E3C52C83C}"/>
          </ac:spMkLst>
        </pc:spChg>
        <pc:spChg chg="mod">
          <ac:chgData name="Ella Vetter" userId="c6918cf5-f6c0-43cc-8499-a1f635017de9" providerId="ADAL" clId="{08F57CDB-8DA3-4590-9460-F1211B13527E}" dt="2020-10-05T12:05:33.696" v="2838" actId="20577"/>
          <ac:spMkLst>
            <pc:docMk/>
            <pc:sldMk cId="1091980031" sldId="730"/>
            <ac:spMk id="4" creationId="{E67F6EB8-7EFF-4FFA-B2F7-88264B3094B6}"/>
          </ac:spMkLst>
        </pc:spChg>
        <pc:graphicFrameChg chg="mod modGraphic">
          <ac:chgData name="Ella Vetter" userId="c6918cf5-f6c0-43cc-8499-a1f635017de9" providerId="ADAL" clId="{08F57CDB-8DA3-4590-9460-F1211B13527E}" dt="2020-10-04T20:04:05.721" v="2585" actId="123"/>
          <ac:graphicFrameMkLst>
            <pc:docMk/>
            <pc:sldMk cId="1091980031" sldId="730"/>
            <ac:graphicFrameMk id="3" creationId="{433597B1-B998-4911-B48D-B0EB3CA09156}"/>
          </ac:graphicFrameMkLst>
        </pc:graphicFrameChg>
      </pc:sldChg>
      <pc:sldChg chg="modSp add mod">
        <pc:chgData name="Ella Vetter" userId="c6918cf5-f6c0-43cc-8499-a1f635017de9" providerId="ADAL" clId="{08F57CDB-8DA3-4590-9460-F1211B13527E}" dt="2020-10-09T17:10:18.448" v="9411" actId="20577"/>
        <pc:sldMkLst>
          <pc:docMk/>
          <pc:sldMk cId="1835436124" sldId="731"/>
        </pc:sldMkLst>
        <pc:spChg chg="mod">
          <ac:chgData name="Ella Vetter" userId="c6918cf5-f6c0-43cc-8499-a1f635017de9" providerId="ADAL" clId="{08F57CDB-8DA3-4590-9460-F1211B13527E}" dt="2020-10-09T17:10:18.448" v="9411" actId="20577"/>
          <ac:spMkLst>
            <pc:docMk/>
            <pc:sldMk cId="1835436124" sldId="731"/>
            <ac:spMk id="2" creationId="{A0156B7B-178A-4850-ABFC-AB2E3C52C83C}"/>
          </ac:spMkLst>
        </pc:spChg>
        <pc:spChg chg="mod">
          <ac:chgData name="Ella Vetter" userId="c6918cf5-f6c0-43cc-8499-a1f635017de9" providerId="ADAL" clId="{08F57CDB-8DA3-4590-9460-F1211B13527E}" dt="2020-10-05T12:05:37.328" v="2841" actId="20577"/>
          <ac:spMkLst>
            <pc:docMk/>
            <pc:sldMk cId="1835436124" sldId="731"/>
            <ac:spMk id="4" creationId="{E67F6EB8-7EFF-4FFA-B2F7-88264B3094B6}"/>
          </ac:spMkLst>
        </pc:spChg>
        <pc:graphicFrameChg chg="mod modGraphic">
          <ac:chgData name="Ella Vetter" userId="c6918cf5-f6c0-43cc-8499-a1f635017de9" providerId="ADAL" clId="{08F57CDB-8DA3-4590-9460-F1211B13527E}" dt="2020-10-04T20:12:25.328" v="2616" actId="13926"/>
          <ac:graphicFrameMkLst>
            <pc:docMk/>
            <pc:sldMk cId="1835436124" sldId="731"/>
            <ac:graphicFrameMk id="3" creationId="{433597B1-B998-4911-B48D-B0EB3CA09156}"/>
          </ac:graphicFrameMkLst>
        </pc:graphicFrameChg>
      </pc:sldChg>
      <pc:sldChg chg="add del">
        <pc:chgData name="Ella Vetter" userId="c6918cf5-f6c0-43cc-8499-a1f635017de9" providerId="ADAL" clId="{08F57CDB-8DA3-4590-9460-F1211B13527E}" dt="2020-10-04T16:33:06.080" v="2299"/>
        <pc:sldMkLst>
          <pc:docMk/>
          <pc:sldMk cId="4117533811" sldId="731"/>
        </pc:sldMkLst>
      </pc:sldChg>
      <pc:sldChg chg="add del">
        <pc:chgData name="Ella Vetter" userId="c6918cf5-f6c0-43cc-8499-a1f635017de9" providerId="ADAL" clId="{08F57CDB-8DA3-4590-9460-F1211B13527E}" dt="2020-10-05T12:39:12.781" v="3141"/>
        <pc:sldMkLst>
          <pc:docMk/>
          <pc:sldMk cId="2106655037" sldId="732"/>
        </pc:sldMkLst>
      </pc:sldChg>
      <pc:sldChg chg="addSp modSp add mod ord modNotesTx">
        <pc:chgData name="Ella Vetter" userId="c6918cf5-f6c0-43cc-8499-a1f635017de9" providerId="ADAL" clId="{08F57CDB-8DA3-4590-9460-F1211B13527E}" dt="2020-10-09T17:10:23.297" v="9413" actId="20577"/>
        <pc:sldMkLst>
          <pc:docMk/>
          <pc:sldMk cId="2670008215" sldId="732"/>
        </pc:sldMkLst>
        <pc:spChg chg="mod">
          <ac:chgData name="Ella Vetter" userId="c6918cf5-f6c0-43cc-8499-a1f635017de9" providerId="ADAL" clId="{08F57CDB-8DA3-4590-9460-F1211B13527E}" dt="2020-10-09T17:10:23.297" v="9413" actId="20577"/>
          <ac:spMkLst>
            <pc:docMk/>
            <pc:sldMk cId="2670008215" sldId="732"/>
            <ac:spMk id="2" creationId="{90142815-DD60-4288-B590-66A18AD036BB}"/>
          </ac:spMkLst>
        </pc:spChg>
        <pc:spChg chg="mod">
          <ac:chgData name="Ella Vetter" userId="c6918cf5-f6c0-43cc-8499-a1f635017de9" providerId="ADAL" clId="{08F57CDB-8DA3-4590-9460-F1211B13527E}" dt="2020-10-05T12:55:59.575" v="3220" actId="1035"/>
          <ac:spMkLst>
            <pc:docMk/>
            <pc:sldMk cId="2670008215" sldId="732"/>
            <ac:spMk id="7" creationId="{7D312B6C-1457-4DA0-AF4A-B73737FDCEAB}"/>
          </ac:spMkLst>
        </pc:spChg>
        <pc:spChg chg="add mod">
          <ac:chgData name="Ella Vetter" userId="c6918cf5-f6c0-43cc-8499-a1f635017de9" providerId="ADAL" clId="{08F57CDB-8DA3-4590-9460-F1211B13527E}" dt="2020-10-05T13:03:56.527" v="3279" actId="1035"/>
          <ac:spMkLst>
            <pc:docMk/>
            <pc:sldMk cId="2670008215" sldId="732"/>
            <ac:spMk id="8" creationId="{C6742C0E-6370-426E-BC03-0DAB8B893091}"/>
          </ac:spMkLst>
        </pc:spChg>
        <pc:graphicFrameChg chg="mod modGraphic">
          <ac:chgData name="Ella Vetter" userId="c6918cf5-f6c0-43cc-8499-a1f635017de9" providerId="ADAL" clId="{08F57CDB-8DA3-4590-9460-F1211B13527E}" dt="2020-10-05T13:00:50.012" v="3230" actId="20577"/>
          <ac:graphicFrameMkLst>
            <pc:docMk/>
            <pc:sldMk cId="2670008215" sldId="732"/>
            <ac:graphicFrameMk id="6" creationId="{6BD706BF-153F-4308-92FB-A681EE25FA03}"/>
          </ac:graphicFrameMkLst>
        </pc:graphicFrameChg>
      </pc:sldChg>
      <pc:sldChg chg="addSp modSp add mod">
        <pc:chgData name="Ella Vetter" userId="c6918cf5-f6c0-43cc-8499-a1f635017de9" providerId="ADAL" clId="{08F57CDB-8DA3-4590-9460-F1211B13527E}" dt="2020-10-09T17:10:27.880" v="9415" actId="20577"/>
        <pc:sldMkLst>
          <pc:docMk/>
          <pc:sldMk cId="1028532385" sldId="733"/>
        </pc:sldMkLst>
        <pc:spChg chg="mod">
          <ac:chgData name="Ella Vetter" userId="c6918cf5-f6c0-43cc-8499-a1f635017de9" providerId="ADAL" clId="{08F57CDB-8DA3-4590-9460-F1211B13527E}" dt="2020-10-09T17:10:27.880" v="9415" actId="20577"/>
          <ac:spMkLst>
            <pc:docMk/>
            <pc:sldMk cId="1028532385" sldId="733"/>
            <ac:spMk id="2" creationId="{90142815-DD60-4288-B590-66A18AD036BB}"/>
          </ac:spMkLst>
        </pc:spChg>
        <pc:spChg chg="add mod">
          <ac:chgData name="Ella Vetter" userId="c6918cf5-f6c0-43cc-8499-a1f635017de9" providerId="ADAL" clId="{08F57CDB-8DA3-4590-9460-F1211B13527E}" dt="2020-10-05T13:03:31.001" v="3275" actId="1037"/>
          <ac:spMkLst>
            <pc:docMk/>
            <pc:sldMk cId="1028532385" sldId="733"/>
            <ac:spMk id="3" creationId="{C59CF31C-02CD-4888-B922-07E19D128FB1}"/>
          </ac:spMkLst>
        </pc:spChg>
        <pc:graphicFrameChg chg="mod modGraphic">
          <ac:chgData name="Ella Vetter" userId="c6918cf5-f6c0-43cc-8499-a1f635017de9" providerId="ADAL" clId="{08F57CDB-8DA3-4590-9460-F1211B13527E}" dt="2020-10-05T13:01:29.349" v="3237" actId="14734"/>
          <ac:graphicFrameMkLst>
            <pc:docMk/>
            <pc:sldMk cId="1028532385" sldId="733"/>
            <ac:graphicFrameMk id="6" creationId="{6BD706BF-153F-4308-92FB-A681EE25FA03}"/>
          </ac:graphicFrameMkLst>
        </pc:graphicFrameChg>
      </pc:sldChg>
      <pc:sldChg chg="addSp delSp modSp add mod">
        <pc:chgData name="Ella Vetter" userId="c6918cf5-f6c0-43cc-8499-a1f635017de9" providerId="ADAL" clId="{08F57CDB-8DA3-4590-9460-F1211B13527E}" dt="2020-10-09T17:10:31.096" v="9416" actId="20577"/>
        <pc:sldMkLst>
          <pc:docMk/>
          <pc:sldMk cId="3160768528" sldId="734"/>
        </pc:sldMkLst>
        <pc:spChg chg="mod">
          <ac:chgData name="Ella Vetter" userId="c6918cf5-f6c0-43cc-8499-a1f635017de9" providerId="ADAL" clId="{08F57CDB-8DA3-4590-9460-F1211B13527E}" dt="2020-10-09T17:10:31.096" v="9416" actId="20577"/>
          <ac:spMkLst>
            <pc:docMk/>
            <pc:sldMk cId="3160768528" sldId="734"/>
            <ac:spMk id="2" creationId="{DC1F2BA1-F687-44F6-8A6B-FDEE5E3CA2FA}"/>
          </ac:spMkLst>
        </pc:spChg>
        <pc:spChg chg="mod">
          <ac:chgData name="Ella Vetter" userId="c6918cf5-f6c0-43cc-8499-a1f635017de9" providerId="ADAL" clId="{08F57CDB-8DA3-4590-9460-F1211B13527E}" dt="2020-10-06T11:43:51.744" v="7588" actId="20577"/>
          <ac:spMkLst>
            <pc:docMk/>
            <pc:sldMk cId="3160768528" sldId="734"/>
            <ac:spMk id="4" creationId="{D73DF70C-A971-4ABC-B0EC-BF457A93F4A7}"/>
          </ac:spMkLst>
        </pc:spChg>
        <pc:picChg chg="add mod">
          <ac:chgData name="Ella Vetter" userId="c6918cf5-f6c0-43cc-8499-a1f635017de9" providerId="ADAL" clId="{08F57CDB-8DA3-4590-9460-F1211B13527E}" dt="2020-10-05T13:55:30.864" v="3318" actId="1035"/>
          <ac:picMkLst>
            <pc:docMk/>
            <pc:sldMk cId="3160768528" sldId="734"/>
            <ac:picMk id="5" creationId="{8FD9A3A1-A688-433B-AA0C-28D54F500288}"/>
          </ac:picMkLst>
        </pc:picChg>
        <pc:picChg chg="del">
          <ac:chgData name="Ella Vetter" userId="c6918cf5-f6c0-43cc-8499-a1f635017de9" providerId="ADAL" clId="{08F57CDB-8DA3-4590-9460-F1211B13527E}" dt="2020-10-05T13:56:25.827" v="3319" actId="478"/>
          <ac:picMkLst>
            <pc:docMk/>
            <pc:sldMk cId="3160768528" sldId="734"/>
            <ac:picMk id="6" creationId="{C5EE0996-CA09-4E2C-9FBE-46A5BD313388}"/>
          </ac:picMkLst>
        </pc:picChg>
        <pc:picChg chg="del">
          <ac:chgData name="Ella Vetter" userId="c6918cf5-f6c0-43cc-8499-a1f635017de9" providerId="ADAL" clId="{08F57CDB-8DA3-4590-9460-F1211B13527E}" dt="2020-10-05T13:55:19.289" v="3310" actId="478"/>
          <ac:picMkLst>
            <pc:docMk/>
            <pc:sldMk cId="3160768528" sldId="734"/>
            <ac:picMk id="8" creationId="{26AE0E81-57D5-48AD-A680-20128DC282E8}"/>
          </ac:picMkLst>
        </pc:picChg>
        <pc:picChg chg="add mod">
          <ac:chgData name="Ella Vetter" userId="c6918cf5-f6c0-43cc-8499-a1f635017de9" providerId="ADAL" clId="{08F57CDB-8DA3-4590-9460-F1211B13527E}" dt="2020-10-05T13:56:31.114" v="3323" actId="1076"/>
          <ac:picMkLst>
            <pc:docMk/>
            <pc:sldMk cId="3160768528" sldId="734"/>
            <ac:picMk id="9" creationId="{603D012C-BF60-4282-AFD0-0D7E102CC1B2}"/>
          </ac:picMkLst>
        </pc:picChg>
      </pc:sldChg>
      <pc:sldChg chg="add del">
        <pc:chgData name="Ella Vetter" userId="c6918cf5-f6c0-43cc-8499-a1f635017de9" providerId="ADAL" clId="{08F57CDB-8DA3-4590-9460-F1211B13527E}" dt="2020-10-05T13:53:53.458" v="3281"/>
        <pc:sldMkLst>
          <pc:docMk/>
          <pc:sldMk cId="3691427107" sldId="734"/>
        </pc:sldMkLst>
      </pc:sldChg>
      <pc:sldChg chg="addSp delSp modSp new mod">
        <pc:chgData name="Ella Vetter" userId="c6918cf5-f6c0-43cc-8499-a1f635017de9" providerId="ADAL" clId="{08F57CDB-8DA3-4590-9460-F1211B13527E}" dt="2020-10-09T17:10:37.901" v="9419" actId="20577"/>
        <pc:sldMkLst>
          <pc:docMk/>
          <pc:sldMk cId="2087949625" sldId="735"/>
        </pc:sldMkLst>
        <pc:spChg chg="mod">
          <ac:chgData name="Ella Vetter" userId="c6918cf5-f6c0-43cc-8499-a1f635017de9" providerId="ADAL" clId="{08F57CDB-8DA3-4590-9460-F1211B13527E}" dt="2020-10-09T17:10:37.901" v="9419" actId="20577"/>
          <ac:spMkLst>
            <pc:docMk/>
            <pc:sldMk cId="2087949625" sldId="735"/>
            <ac:spMk id="2" creationId="{8625A589-7267-41B4-B9DB-EF78B99EE41C}"/>
          </ac:spMkLst>
        </pc:spChg>
        <pc:spChg chg="del">
          <ac:chgData name="Ella Vetter" userId="c6918cf5-f6c0-43cc-8499-a1f635017de9" providerId="ADAL" clId="{08F57CDB-8DA3-4590-9460-F1211B13527E}" dt="2020-10-05T14:06:06.143" v="3637" actId="478"/>
          <ac:spMkLst>
            <pc:docMk/>
            <pc:sldMk cId="2087949625" sldId="735"/>
            <ac:spMk id="3" creationId="{1F4D3EBA-51C8-4E5A-96AD-BC1E199A976E}"/>
          </ac:spMkLst>
        </pc:spChg>
        <pc:spChg chg="add mod">
          <ac:chgData name="Ella Vetter" userId="c6918cf5-f6c0-43cc-8499-a1f635017de9" providerId="ADAL" clId="{08F57CDB-8DA3-4590-9460-F1211B13527E}" dt="2020-10-06T11:44:03.107" v="7589" actId="20577"/>
          <ac:spMkLst>
            <pc:docMk/>
            <pc:sldMk cId="2087949625" sldId="735"/>
            <ac:spMk id="6" creationId="{DBF0BF03-BEE8-4830-837A-BDEB885B7D16}"/>
          </ac:spMkLst>
        </pc:spChg>
        <pc:picChg chg="add mod">
          <ac:chgData name="Ella Vetter" userId="c6918cf5-f6c0-43cc-8499-a1f635017de9" providerId="ADAL" clId="{08F57CDB-8DA3-4590-9460-F1211B13527E}" dt="2020-10-05T14:08:32.157" v="3707" actId="1035"/>
          <ac:picMkLst>
            <pc:docMk/>
            <pc:sldMk cId="2087949625" sldId="735"/>
            <ac:picMk id="8" creationId="{70719997-39CE-4D67-98D3-19E00B9A2018}"/>
          </ac:picMkLst>
        </pc:picChg>
      </pc:sldChg>
      <pc:sldChg chg="addSp delSp modSp new mod">
        <pc:chgData name="Ella Vetter" userId="c6918cf5-f6c0-43cc-8499-a1f635017de9" providerId="ADAL" clId="{08F57CDB-8DA3-4590-9460-F1211B13527E}" dt="2020-10-05T17:59:09.987" v="4913" actId="13926"/>
        <pc:sldMkLst>
          <pc:docMk/>
          <pc:sldMk cId="124510407" sldId="736"/>
        </pc:sldMkLst>
        <pc:spChg chg="mod">
          <ac:chgData name="Ella Vetter" userId="c6918cf5-f6c0-43cc-8499-a1f635017de9" providerId="ADAL" clId="{08F57CDB-8DA3-4590-9460-F1211B13527E}" dt="2020-10-05T17:59:09.987" v="4913" actId="13926"/>
          <ac:spMkLst>
            <pc:docMk/>
            <pc:sldMk cId="124510407" sldId="736"/>
            <ac:spMk id="2" creationId="{219D7389-99A1-4238-AB7B-2210B6463D35}"/>
          </ac:spMkLst>
        </pc:spChg>
        <pc:spChg chg="del">
          <ac:chgData name="Ella Vetter" userId="c6918cf5-f6c0-43cc-8499-a1f635017de9" providerId="ADAL" clId="{08F57CDB-8DA3-4590-9460-F1211B13527E}" dt="2020-10-05T14:28:47.353" v="3958" actId="478"/>
          <ac:spMkLst>
            <pc:docMk/>
            <pc:sldMk cId="124510407" sldId="736"/>
            <ac:spMk id="3" creationId="{8B8FECB3-3782-49AE-9655-7A5F9D989CF4}"/>
          </ac:spMkLst>
        </pc:spChg>
        <pc:spChg chg="add mod">
          <ac:chgData name="Ella Vetter" userId="c6918cf5-f6c0-43cc-8499-a1f635017de9" providerId="ADAL" clId="{08F57CDB-8DA3-4590-9460-F1211B13527E}" dt="2020-10-05T14:29:35.699" v="4010" actId="20577"/>
          <ac:spMkLst>
            <pc:docMk/>
            <pc:sldMk cId="124510407" sldId="736"/>
            <ac:spMk id="4" creationId="{B41CFA2D-7E70-4A08-9D5B-3F6F21401C2C}"/>
          </ac:spMkLst>
        </pc:spChg>
        <pc:picChg chg="add mod">
          <ac:chgData name="Ella Vetter" userId="c6918cf5-f6c0-43cc-8499-a1f635017de9" providerId="ADAL" clId="{08F57CDB-8DA3-4590-9460-F1211B13527E}" dt="2020-10-05T14:30:39.828" v="4014" actId="1076"/>
          <ac:picMkLst>
            <pc:docMk/>
            <pc:sldMk cId="124510407" sldId="736"/>
            <ac:picMk id="6" creationId="{2FB13E17-7A6E-44AE-90FF-80B87049B4AA}"/>
          </ac:picMkLst>
        </pc:picChg>
      </pc:sldChg>
      <pc:sldChg chg="add del">
        <pc:chgData name="Ella Vetter" userId="c6918cf5-f6c0-43cc-8499-a1f635017de9" providerId="ADAL" clId="{08F57CDB-8DA3-4590-9460-F1211B13527E}" dt="2020-10-05T14:30:42.790" v="4016"/>
        <pc:sldMkLst>
          <pc:docMk/>
          <pc:sldMk cId="3151882073" sldId="737"/>
        </pc:sldMkLst>
      </pc:sldChg>
      <pc:sldChg chg="addSp delSp modSp new mod modNotesTx">
        <pc:chgData name="Ella Vetter" userId="c6918cf5-f6c0-43cc-8499-a1f635017de9" providerId="ADAL" clId="{08F57CDB-8DA3-4590-9460-F1211B13527E}" dt="2020-10-05T17:59:12.801" v="4914" actId="13926"/>
        <pc:sldMkLst>
          <pc:docMk/>
          <pc:sldMk cId="3190126903" sldId="737"/>
        </pc:sldMkLst>
        <pc:spChg chg="mod">
          <ac:chgData name="Ella Vetter" userId="c6918cf5-f6c0-43cc-8499-a1f635017de9" providerId="ADAL" clId="{08F57CDB-8DA3-4590-9460-F1211B13527E}" dt="2020-10-05T17:59:12.801" v="4914" actId="13926"/>
          <ac:spMkLst>
            <pc:docMk/>
            <pc:sldMk cId="3190126903" sldId="737"/>
            <ac:spMk id="2" creationId="{E73A9D29-1F24-41FB-8F20-B02F70CC24FF}"/>
          </ac:spMkLst>
        </pc:spChg>
        <pc:spChg chg="del">
          <ac:chgData name="Ella Vetter" userId="c6918cf5-f6c0-43cc-8499-a1f635017de9" providerId="ADAL" clId="{08F57CDB-8DA3-4590-9460-F1211B13527E}" dt="2020-10-05T15:30:38.995" v="4145" actId="478"/>
          <ac:spMkLst>
            <pc:docMk/>
            <pc:sldMk cId="3190126903" sldId="737"/>
            <ac:spMk id="3" creationId="{DE4D246C-BA84-49E7-BA62-54B1AA4E628F}"/>
          </ac:spMkLst>
        </pc:spChg>
        <pc:spChg chg="add mod">
          <ac:chgData name="Ella Vetter" userId="c6918cf5-f6c0-43cc-8499-a1f635017de9" providerId="ADAL" clId="{08F57CDB-8DA3-4590-9460-F1211B13527E}" dt="2020-10-05T15:38:39.752" v="4326" actId="14100"/>
          <ac:spMkLst>
            <pc:docMk/>
            <pc:sldMk cId="3190126903" sldId="737"/>
            <ac:spMk id="8" creationId="{C9417550-50E4-49CC-B347-7D7E94B2A564}"/>
          </ac:spMkLst>
        </pc:spChg>
        <pc:picChg chg="add del mod">
          <ac:chgData name="Ella Vetter" userId="c6918cf5-f6c0-43cc-8499-a1f635017de9" providerId="ADAL" clId="{08F57CDB-8DA3-4590-9460-F1211B13527E}" dt="2020-10-05T15:31:20.729" v="4147" actId="478"/>
          <ac:picMkLst>
            <pc:docMk/>
            <pc:sldMk cId="3190126903" sldId="737"/>
            <ac:picMk id="5" creationId="{8CEBD49C-1A5D-45DE-B7E0-798DF5FADD29}"/>
          </ac:picMkLst>
        </pc:picChg>
        <pc:picChg chg="add del mod">
          <ac:chgData name="Ella Vetter" userId="c6918cf5-f6c0-43cc-8499-a1f635017de9" providerId="ADAL" clId="{08F57CDB-8DA3-4590-9460-F1211B13527E}" dt="2020-10-05T15:39:52.930" v="4332" actId="478"/>
          <ac:picMkLst>
            <pc:docMk/>
            <pc:sldMk cId="3190126903" sldId="737"/>
            <ac:picMk id="7" creationId="{87DEA21C-99EE-4D7B-9786-C388DF729FFC}"/>
          </ac:picMkLst>
        </pc:picChg>
        <pc:picChg chg="add mod">
          <ac:chgData name="Ella Vetter" userId="c6918cf5-f6c0-43cc-8499-a1f635017de9" providerId="ADAL" clId="{08F57CDB-8DA3-4590-9460-F1211B13527E}" dt="2020-10-05T15:39:59.636" v="4336" actId="1076"/>
          <ac:picMkLst>
            <pc:docMk/>
            <pc:sldMk cId="3190126903" sldId="737"/>
            <ac:picMk id="10" creationId="{4E5C6E26-2345-4CFF-8568-D8F583CAAE79}"/>
          </ac:picMkLst>
        </pc:picChg>
      </pc:sldChg>
      <pc:sldChg chg="new del">
        <pc:chgData name="Ella Vetter" userId="c6918cf5-f6c0-43cc-8499-a1f635017de9" providerId="ADAL" clId="{08F57CDB-8DA3-4590-9460-F1211B13527E}" dt="2020-10-05T14:30:49.198" v="4023" actId="47"/>
        <pc:sldMkLst>
          <pc:docMk/>
          <pc:sldMk cId="666190715" sldId="738"/>
        </pc:sldMkLst>
      </pc:sldChg>
      <pc:sldChg chg="addSp delSp modSp add mod modNotesTx">
        <pc:chgData name="Ella Vetter" userId="c6918cf5-f6c0-43cc-8499-a1f635017de9" providerId="ADAL" clId="{08F57CDB-8DA3-4590-9460-F1211B13527E}" dt="2020-10-05T17:59:24.425" v="4915" actId="13926"/>
        <pc:sldMkLst>
          <pc:docMk/>
          <pc:sldMk cId="2215473676" sldId="738"/>
        </pc:sldMkLst>
        <pc:spChg chg="mod">
          <ac:chgData name="Ella Vetter" userId="c6918cf5-f6c0-43cc-8499-a1f635017de9" providerId="ADAL" clId="{08F57CDB-8DA3-4590-9460-F1211B13527E}" dt="2020-10-05T17:59:24.425" v="4915" actId="13926"/>
          <ac:spMkLst>
            <pc:docMk/>
            <pc:sldMk cId="2215473676" sldId="738"/>
            <ac:spMk id="2" creationId="{E73A9D29-1F24-41FB-8F20-B02F70CC24FF}"/>
          </ac:spMkLst>
        </pc:spChg>
        <pc:spChg chg="del">
          <ac:chgData name="Ella Vetter" userId="c6918cf5-f6c0-43cc-8499-a1f635017de9" providerId="ADAL" clId="{08F57CDB-8DA3-4590-9460-F1211B13527E}" dt="2020-10-05T15:31:28.634" v="4151" actId="478"/>
          <ac:spMkLst>
            <pc:docMk/>
            <pc:sldMk cId="2215473676" sldId="738"/>
            <ac:spMk id="3" creationId="{DE4D246C-BA84-49E7-BA62-54B1AA4E628F}"/>
          </ac:spMkLst>
        </pc:spChg>
        <pc:spChg chg="add mod">
          <ac:chgData name="Ella Vetter" userId="c6918cf5-f6c0-43cc-8499-a1f635017de9" providerId="ADAL" clId="{08F57CDB-8DA3-4590-9460-F1211B13527E}" dt="2020-10-05T15:41:39" v="4405" actId="20577"/>
          <ac:spMkLst>
            <pc:docMk/>
            <pc:sldMk cId="2215473676" sldId="738"/>
            <ac:spMk id="6" creationId="{A3ED3A7A-10A2-4C16-A91F-6F1A7D52D9EA}"/>
          </ac:spMkLst>
        </pc:spChg>
        <pc:picChg chg="add mod">
          <ac:chgData name="Ella Vetter" userId="c6918cf5-f6c0-43cc-8499-a1f635017de9" providerId="ADAL" clId="{08F57CDB-8DA3-4590-9460-F1211B13527E}" dt="2020-10-05T15:41:02.656" v="4358" actId="1076"/>
          <ac:picMkLst>
            <pc:docMk/>
            <pc:sldMk cId="2215473676" sldId="738"/>
            <ac:picMk id="5" creationId="{34EB2A98-8EAD-4B17-B16B-D51B4DBEE9C4}"/>
          </ac:picMkLst>
        </pc:picChg>
      </pc:sldChg>
      <pc:sldChg chg="addSp delSp modSp add mod">
        <pc:chgData name="Ella Vetter" userId="c6918cf5-f6c0-43cc-8499-a1f635017de9" providerId="ADAL" clId="{08F57CDB-8DA3-4590-9460-F1211B13527E}" dt="2020-10-05T17:59:29.010" v="4916" actId="13926"/>
        <pc:sldMkLst>
          <pc:docMk/>
          <pc:sldMk cId="670463828" sldId="739"/>
        </pc:sldMkLst>
        <pc:spChg chg="mod">
          <ac:chgData name="Ella Vetter" userId="c6918cf5-f6c0-43cc-8499-a1f635017de9" providerId="ADAL" clId="{08F57CDB-8DA3-4590-9460-F1211B13527E}" dt="2020-10-05T17:59:29.010" v="4916" actId="13926"/>
          <ac:spMkLst>
            <pc:docMk/>
            <pc:sldMk cId="670463828" sldId="739"/>
            <ac:spMk id="2" creationId="{E73A9D29-1F24-41FB-8F20-B02F70CC24FF}"/>
          </ac:spMkLst>
        </pc:spChg>
        <pc:spChg chg="del">
          <ac:chgData name="Ella Vetter" userId="c6918cf5-f6c0-43cc-8499-a1f635017de9" providerId="ADAL" clId="{08F57CDB-8DA3-4590-9460-F1211B13527E}" dt="2020-10-05T15:42:38.263" v="4410" actId="478"/>
          <ac:spMkLst>
            <pc:docMk/>
            <pc:sldMk cId="670463828" sldId="739"/>
            <ac:spMk id="3" creationId="{DE4D246C-BA84-49E7-BA62-54B1AA4E628F}"/>
          </ac:spMkLst>
        </pc:spChg>
        <pc:spChg chg="add mod">
          <ac:chgData name="Ella Vetter" userId="c6918cf5-f6c0-43cc-8499-a1f635017de9" providerId="ADAL" clId="{08F57CDB-8DA3-4590-9460-F1211B13527E}" dt="2020-10-05T15:44:36.873" v="4541"/>
          <ac:spMkLst>
            <pc:docMk/>
            <pc:sldMk cId="670463828" sldId="739"/>
            <ac:spMk id="4" creationId="{E262E9F2-709F-49AC-B56E-A0DEAC6E750E}"/>
          </ac:spMkLst>
        </pc:spChg>
        <pc:picChg chg="add mod">
          <ac:chgData name="Ella Vetter" userId="c6918cf5-f6c0-43cc-8499-a1f635017de9" providerId="ADAL" clId="{08F57CDB-8DA3-4590-9460-F1211B13527E}" dt="2020-10-05T15:45:40.394" v="4545" actId="1076"/>
          <ac:picMkLst>
            <pc:docMk/>
            <pc:sldMk cId="670463828" sldId="739"/>
            <ac:picMk id="6" creationId="{FFEF1EC9-CFAA-4984-B23E-B788A5E3BF13}"/>
          </ac:picMkLst>
        </pc:picChg>
      </pc:sldChg>
      <pc:sldChg chg="new del">
        <pc:chgData name="Ella Vetter" userId="c6918cf5-f6c0-43cc-8499-a1f635017de9" providerId="ADAL" clId="{08F57CDB-8DA3-4590-9460-F1211B13527E}" dt="2020-10-05T14:30:47.554" v="4022" actId="680"/>
        <pc:sldMkLst>
          <pc:docMk/>
          <pc:sldMk cId="2120119770" sldId="739"/>
        </pc:sldMkLst>
      </pc:sldChg>
      <pc:sldChg chg="new del">
        <pc:chgData name="Ella Vetter" userId="c6918cf5-f6c0-43cc-8499-a1f635017de9" providerId="ADAL" clId="{08F57CDB-8DA3-4590-9460-F1211B13527E}" dt="2020-10-05T14:30:47.226" v="4021" actId="680"/>
        <pc:sldMkLst>
          <pc:docMk/>
          <pc:sldMk cId="1462775610" sldId="740"/>
        </pc:sldMkLst>
      </pc:sldChg>
      <pc:sldChg chg="addSp delSp modSp add mod modNotesTx">
        <pc:chgData name="Ella Vetter" userId="c6918cf5-f6c0-43cc-8499-a1f635017de9" providerId="ADAL" clId="{08F57CDB-8DA3-4590-9460-F1211B13527E}" dt="2020-10-09T17:19:37.215" v="9435" actId="14100"/>
        <pc:sldMkLst>
          <pc:docMk/>
          <pc:sldMk cId="3733068336" sldId="740"/>
        </pc:sldMkLst>
        <pc:spChg chg="mod">
          <ac:chgData name="Ella Vetter" userId="c6918cf5-f6c0-43cc-8499-a1f635017de9" providerId="ADAL" clId="{08F57CDB-8DA3-4590-9460-F1211B13527E}" dt="2020-10-05T17:59:35.234" v="4917" actId="13926"/>
          <ac:spMkLst>
            <pc:docMk/>
            <pc:sldMk cId="3733068336" sldId="740"/>
            <ac:spMk id="2" creationId="{E73A9D29-1F24-41FB-8F20-B02F70CC24FF}"/>
          </ac:spMkLst>
        </pc:spChg>
        <pc:spChg chg="del">
          <ac:chgData name="Ella Vetter" userId="c6918cf5-f6c0-43cc-8499-a1f635017de9" providerId="ADAL" clId="{08F57CDB-8DA3-4590-9460-F1211B13527E}" dt="2020-10-05T16:01:23.871" v="4591" actId="478"/>
          <ac:spMkLst>
            <pc:docMk/>
            <pc:sldMk cId="3733068336" sldId="740"/>
            <ac:spMk id="3" creationId="{DE4D246C-BA84-49E7-BA62-54B1AA4E628F}"/>
          </ac:spMkLst>
        </pc:spChg>
        <pc:spChg chg="add mod">
          <ac:chgData name="Ella Vetter" userId="c6918cf5-f6c0-43cc-8499-a1f635017de9" providerId="ADAL" clId="{08F57CDB-8DA3-4590-9460-F1211B13527E}" dt="2020-10-09T17:19:37.215" v="9435" actId="14100"/>
          <ac:spMkLst>
            <pc:docMk/>
            <pc:sldMk cId="3733068336" sldId="740"/>
            <ac:spMk id="4" creationId="{813629FD-C8CE-434C-BAD5-9E36DAE6CA88}"/>
          </ac:spMkLst>
        </pc:spChg>
        <pc:picChg chg="add del mod">
          <ac:chgData name="Ella Vetter" userId="c6918cf5-f6c0-43cc-8499-a1f635017de9" providerId="ADAL" clId="{08F57CDB-8DA3-4590-9460-F1211B13527E}" dt="2020-10-05T16:04:37.067" v="4629" actId="478"/>
          <ac:picMkLst>
            <pc:docMk/>
            <pc:sldMk cId="3733068336" sldId="740"/>
            <ac:picMk id="6" creationId="{4E745BF2-27AD-4E58-8AF9-59DA35567E51}"/>
          </ac:picMkLst>
        </pc:picChg>
        <pc:picChg chg="add mod">
          <ac:chgData name="Ella Vetter" userId="c6918cf5-f6c0-43cc-8499-a1f635017de9" providerId="ADAL" clId="{08F57CDB-8DA3-4590-9460-F1211B13527E}" dt="2020-10-05T16:05:57.007" v="4673" actId="1036"/>
          <ac:picMkLst>
            <pc:docMk/>
            <pc:sldMk cId="3733068336" sldId="740"/>
            <ac:picMk id="8" creationId="{D9B51155-A8DC-47AC-864C-A8E10E2C7C34}"/>
          </ac:picMkLst>
        </pc:picChg>
      </pc:sldChg>
      <pc:sldChg chg="add del">
        <pc:chgData name="Ella Vetter" userId="c6918cf5-f6c0-43cc-8499-a1f635017de9" providerId="ADAL" clId="{08F57CDB-8DA3-4590-9460-F1211B13527E}" dt="2020-10-05T16:10:07.431" v="4720" actId="47"/>
        <pc:sldMkLst>
          <pc:docMk/>
          <pc:sldMk cId="2830372664" sldId="741"/>
        </pc:sldMkLst>
      </pc:sldChg>
      <pc:sldChg chg="modSp add del mod">
        <pc:chgData name="Ella Vetter" userId="c6918cf5-f6c0-43cc-8499-a1f635017de9" providerId="ADAL" clId="{08F57CDB-8DA3-4590-9460-F1211B13527E}" dt="2020-10-05T16:10:09.501" v="4721" actId="47"/>
        <pc:sldMkLst>
          <pc:docMk/>
          <pc:sldMk cId="3781026364" sldId="742"/>
        </pc:sldMkLst>
        <pc:spChg chg="mod">
          <ac:chgData name="Ella Vetter" userId="c6918cf5-f6c0-43cc-8499-a1f635017de9" providerId="ADAL" clId="{08F57CDB-8DA3-4590-9460-F1211B13527E}" dt="2020-10-05T15:46:11.817" v="4590" actId="20577"/>
          <ac:spMkLst>
            <pc:docMk/>
            <pc:sldMk cId="3781026364" sldId="742"/>
            <ac:spMk id="3" creationId="{DE4D246C-BA84-49E7-BA62-54B1AA4E628F}"/>
          </ac:spMkLst>
        </pc:spChg>
      </pc:sldChg>
      <pc:sldChg chg="add del ord">
        <pc:chgData name="Ella Vetter" userId="c6918cf5-f6c0-43cc-8499-a1f635017de9" providerId="ADAL" clId="{08F57CDB-8DA3-4590-9460-F1211B13527E}" dt="2020-10-05T15:42:30.298" v="4409" actId="47"/>
        <pc:sldMkLst>
          <pc:docMk/>
          <pc:sldMk cId="415160987" sldId="743"/>
        </pc:sldMkLst>
      </pc:sldChg>
      <pc:sldChg chg="modSp add del mod">
        <pc:chgData name="Ella Vetter" userId="c6918cf5-f6c0-43cc-8499-a1f635017de9" providerId="ADAL" clId="{08F57CDB-8DA3-4590-9460-F1211B13527E}" dt="2020-10-05T17:55:42.470" v="4910" actId="47"/>
        <pc:sldMkLst>
          <pc:docMk/>
          <pc:sldMk cId="797138949" sldId="743"/>
        </pc:sldMkLst>
        <pc:spChg chg="mod">
          <ac:chgData name="Ella Vetter" userId="c6918cf5-f6c0-43cc-8499-a1f635017de9" providerId="ADAL" clId="{08F57CDB-8DA3-4590-9460-F1211B13527E}" dt="2020-10-05T16:22:43.125" v="4909" actId="14100"/>
          <ac:spMkLst>
            <pc:docMk/>
            <pc:sldMk cId="797138949" sldId="743"/>
            <ac:spMk id="3" creationId="{DE4D246C-BA84-49E7-BA62-54B1AA4E628F}"/>
          </ac:spMkLst>
        </pc:spChg>
      </pc:sldChg>
      <pc:sldChg chg="addSp delSp modSp add mod">
        <pc:chgData name="Ella Vetter" userId="c6918cf5-f6c0-43cc-8499-a1f635017de9" providerId="ADAL" clId="{08F57CDB-8DA3-4590-9460-F1211B13527E}" dt="2020-10-09T17:19:51.523" v="9449" actId="20577"/>
        <pc:sldMkLst>
          <pc:docMk/>
          <pc:sldMk cId="1211998039" sldId="744"/>
        </pc:sldMkLst>
        <pc:spChg chg="mod">
          <ac:chgData name="Ella Vetter" userId="c6918cf5-f6c0-43cc-8499-a1f635017de9" providerId="ADAL" clId="{08F57CDB-8DA3-4590-9460-F1211B13527E}" dt="2020-10-05T17:59:45.127" v="4918" actId="13926"/>
          <ac:spMkLst>
            <pc:docMk/>
            <pc:sldMk cId="1211998039" sldId="744"/>
            <ac:spMk id="2" creationId="{18385AB3-6DB7-46FB-820E-25EF64BF9114}"/>
          </ac:spMkLst>
        </pc:spChg>
        <pc:spChg chg="mod">
          <ac:chgData name="Ella Vetter" userId="c6918cf5-f6c0-43cc-8499-a1f635017de9" providerId="ADAL" clId="{08F57CDB-8DA3-4590-9460-F1211B13527E}" dt="2020-10-09T17:19:51.523" v="9449" actId="20577"/>
          <ac:spMkLst>
            <pc:docMk/>
            <pc:sldMk cId="1211998039" sldId="744"/>
            <ac:spMk id="3" creationId="{FE314E38-8304-4236-AD21-DAEBC6CC4CC0}"/>
          </ac:spMkLst>
        </pc:spChg>
        <pc:picChg chg="add del mod">
          <ac:chgData name="Ella Vetter" userId="c6918cf5-f6c0-43cc-8499-a1f635017de9" providerId="ADAL" clId="{08F57CDB-8DA3-4590-9460-F1211B13527E}" dt="2020-10-05T16:12:54.670" v="4745" actId="478"/>
          <ac:picMkLst>
            <pc:docMk/>
            <pc:sldMk cId="1211998039" sldId="744"/>
            <ac:picMk id="5" creationId="{A23F95BC-A389-45D7-A801-067EFE86FA52}"/>
          </ac:picMkLst>
        </pc:picChg>
        <pc:picChg chg="add mod modCrop">
          <ac:chgData name="Ella Vetter" userId="c6918cf5-f6c0-43cc-8499-a1f635017de9" providerId="ADAL" clId="{08F57CDB-8DA3-4590-9460-F1211B13527E}" dt="2020-10-05T16:22:21.047" v="4904" actId="1036"/>
          <ac:picMkLst>
            <pc:docMk/>
            <pc:sldMk cId="1211998039" sldId="744"/>
            <ac:picMk id="6" creationId="{ABA29199-E42E-4523-8908-039DC5558DC6}"/>
          </ac:picMkLst>
        </pc:picChg>
      </pc:sldChg>
      <pc:sldChg chg="addSp delSp modSp new mod">
        <pc:chgData name="Ella Vetter" userId="c6918cf5-f6c0-43cc-8499-a1f635017de9" providerId="ADAL" clId="{08F57CDB-8DA3-4590-9460-F1211B13527E}" dt="2020-10-06T00:17:20.984" v="5339" actId="13926"/>
        <pc:sldMkLst>
          <pc:docMk/>
          <pc:sldMk cId="660610953" sldId="745"/>
        </pc:sldMkLst>
        <pc:spChg chg="mod">
          <ac:chgData name="Ella Vetter" userId="c6918cf5-f6c0-43cc-8499-a1f635017de9" providerId="ADAL" clId="{08F57CDB-8DA3-4590-9460-F1211B13527E}" dt="2020-10-06T00:17:20.984" v="5339" actId="13926"/>
          <ac:spMkLst>
            <pc:docMk/>
            <pc:sldMk cId="660610953" sldId="745"/>
            <ac:spMk id="2" creationId="{30565DBE-7707-47D1-8500-993344876E38}"/>
          </ac:spMkLst>
        </pc:spChg>
        <pc:spChg chg="del">
          <ac:chgData name="Ella Vetter" userId="c6918cf5-f6c0-43cc-8499-a1f635017de9" providerId="ADAL" clId="{08F57CDB-8DA3-4590-9460-F1211B13527E}" dt="2020-10-05T23:07:35.755" v="4930" actId="478"/>
          <ac:spMkLst>
            <pc:docMk/>
            <pc:sldMk cId="660610953" sldId="745"/>
            <ac:spMk id="3" creationId="{32358D6D-38D9-490C-96C4-BC1A3973428D}"/>
          </ac:spMkLst>
        </pc:spChg>
        <pc:spChg chg="add mod">
          <ac:chgData name="Ella Vetter" userId="c6918cf5-f6c0-43cc-8499-a1f635017de9" providerId="ADAL" clId="{08F57CDB-8DA3-4590-9460-F1211B13527E}" dt="2020-10-05T23:07:58.059" v="4950" actId="20577"/>
          <ac:spMkLst>
            <pc:docMk/>
            <pc:sldMk cId="660610953" sldId="745"/>
            <ac:spMk id="4" creationId="{AE78704D-A111-4E49-9836-D0199C38CFBD}"/>
          </ac:spMkLst>
        </pc:spChg>
        <pc:picChg chg="add mod">
          <ac:chgData name="Ella Vetter" userId="c6918cf5-f6c0-43cc-8499-a1f635017de9" providerId="ADAL" clId="{08F57CDB-8DA3-4590-9460-F1211B13527E}" dt="2020-10-05T23:09:05.960" v="4956" actId="1076"/>
          <ac:picMkLst>
            <pc:docMk/>
            <pc:sldMk cId="660610953" sldId="745"/>
            <ac:picMk id="6" creationId="{3C8EA634-3621-401A-B729-31BD2B93BC29}"/>
          </ac:picMkLst>
        </pc:picChg>
      </pc:sldChg>
      <pc:sldChg chg="addSp delSp modSp add mod">
        <pc:chgData name="Ella Vetter" userId="c6918cf5-f6c0-43cc-8499-a1f635017de9" providerId="ADAL" clId="{08F57CDB-8DA3-4590-9460-F1211B13527E}" dt="2020-10-06T00:17:26.360" v="5340" actId="13926"/>
        <pc:sldMkLst>
          <pc:docMk/>
          <pc:sldMk cId="3031229141" sldId="746"/>
        </pc:sldMkLst>
        <pc:spChg chg="mod">
          <ac:chgData name="Ella Vetter" userId="c6918cf5-f6c0-43cc-8499-a1f635017de9" providerId="ADAL" clId="{08F57CDB-8DA3-4590-9460-F1211B13527E}" dt="2020-10-06T00:17:26.360" v="5340" actId="13926"/>
          <ac:spMkLst>
            <pc:docMk/>
            <pc:sldMk cId="3031229141" sldId="746"/>
            <ac:spMk id="2" creationId="{30565DBE-7707-47D1-8500-993344876E38}"/>
          </ac:spMkLst>
        </pc:spChg>
        <pc:spChg chg="del">
          <ac:chgData name="Ella Vetter" userId="c6918cf5-f6c0-43cc-8499-a1f635017de9" providerId="ADAL" clId="{08F57CDB-8DA3-4590-9460-F1211B13527E}" dt="2020-10-05T23:55:38.478" v="4957" actId="478"/>
          <ac:spMkLst>
            <pc:docMk/>
            <pc:sldMk cId="3031229141" sldId="746"/>
            <ac:spMk id="3" creationId="{32358D6D-38D9-490C-96C4-BC1A3973428D}"/>
          </ac:spMkLst>
        </pc:spChg>
        <pc:spChg chg="add mod">
          <ac:chgData name="Ella Vetter" userId="c6918cf5-f6c0-43cc-8499-a1f635017de9" providerId="ADAL" clId="{08F57CDB-8DA3-4590-9460-F1211B13527E}" dt="2020-10-05T23:55:55.102" v="4968" actId="20577"/>
          <ac:spMkLst>
            <pc:docMk/>
            <pc:sldMk cId="3031229141" sldId="746"/>
            <ac:spMk id="4" creationId="{3FD5FAA3-8D07-4F38-8312-88C1C0F132DB}"/>
          </ac:spMkLst>
        </pc:spChg>
        <pc:picChg chg="add mod">
          <ac:chgData name="Ella Vetter" userId="c6918cf5-f6c0-43cc-8499-a1f635017de9" providerId="ADAL" clId="{08F57CDB-8DA3-4590-9460-F1211B13527E}" dt="2020-10-05T23:57:17.319" v="4971" actId="14100"/>
          <ac:picMkLst>
            <pc:docMk/>
            <pc:sldMk cId="3031229141" sldId="746"/>
            <ac:picMk id="6" creationId="{37F21456-0FD1-429C-B73E-BF528F53CE49}"/>
          </ac:picMkLst>
        </pc:picChg>
      </pc:sldChg>
      <pc:sldChg chg="addSp delSp modSp add mod">
        <pc:chgData name="Ella Vetter" userId="c6918cf5-f6c0-43cc-8499-a1f635017de9" providerId="ADAL" clId="{08F57CDB-8DA3-4590-9460-F1211B13527E}" dt="2020-10-09T17:23:25.214" v="9461" actId="14100"/>
        <pc:sldMkLst>
          <pc:docMk/>
          <pc:sldMk cId="878021557" sldId="747"/>
        </pc:sldMkLst>
        <pc:spChg chg="mod">
          <ac:chgData name="Ella Vetter" userId="c6918cf5-f6c0-43cc-8499-a1f635017de9" providerId="ADAL" clId="{08F57CDB-8DA3-4590-9460-F1211B13527E}" dt="2020-10-06T00:17:30.444" v="5341" actId="13926"/>
          <ac:spMkLst>
            <pc:docMk/>
            <pc:sldMk cId="878021557" sldId="747"/>
            <ac:spMk id="2" creationId="{30565DBE-7707-47D1-8500-993344876E38}"/>
          </ac:spMkLst>
        </pc:spChg>
        <pc:spChg chg="del">
          <ac:chgData name="Ella Vetter" userId="c6918cf5-f6c0-43cc-8499-a1f635017de9" providerId="ADAL" clId="{08F57CDB-8DA3-4590-9460-F1211B13527E}" dt="2020-10-06T00:01:19.614" v="4972" actId="478"/>
          <ac:spMkLst>
            <pc:docMk/>
            <pc:sldMk cId="878021557" sldId="747"/>
            <ac:spMk id="3" creationId="{32358D6D-38D9-490C-96C4-BC1A3973428D}"/>
          </ac:spMkLst>
        </pc:spChg>
        <pc:spChg chg="add mod">
          <ac:chgData name="Ella Vetter" userId="c6918cf5-f6c0-43cc-8499-a1f635017de9" providerId="ADAL" clId="{08F57CDB-8DA3-4590-9460-F1211B13527E}" dt="2020-10-09T17:23:25.214" v="9461" actId="14100"/>
          <ac:spMkLst>
            <pc:docMk/>
            <pc:sldMk cId="878021557" sldId="747"/>
            <ac:spMk id="8" creationId="{009B67F4-A2F1-4B17-87A5-FA7267C9AB42}"/>
          </ac:spMkLst>
        </pc:spChg>
        <pc:picChg chg="add del">
          <ac:chgData name="Ella Vetter" userId="c6918cf5-f6c0-43cc-8499-a1f635017de9" providerId="ADAL" clId="{08F57CDB-8DA3-4590-9460-F1211B13527E}" dt="2020-10-06T00:01:29.700" v="4974" actId="478"/>
          <ac:picMkLst>
            <pc:docMk/>
            <pc:sldMk cId="878021557" sldId="747"/>
            <ac:picMk id="5" creationId="{7A36065D-E99A-4DDE-AAC9-2EA7EE345886}"/>
          </ac:picMkLst>
        </pc:picChg>
        <pc:picChg chg="add mod">
          <ac:chgData name="Ella Vetter" userId="c6918cf5-f6c0-43cc-8499-a1f635017de9" providerId="ADAL" clId="{08F57CDB-8DA3-4590-9460-F1211B13527E}" dt="2020-10-06T00:01:33.702" v="4977" actId="1076"/>
          <ac:picMkLst>
            <pc:docMk/>
            <pc:sldMk cId="878021557" sldId="747"/>
            <ac:picMk id="7" creationId="{15D8AFB3-8B70-4333-952D-56AD4CD136A3}"/>
          </ac:picMkLst>
        </pc:picChg>
      </pc:sldChg>
      <pc:sldChg chg="add del">
        <pc:chgData name="Ella Vetter" userId="c6918cf5-f6c0-43cc-8499-a1f635017de9" providerId="ADAL" clId="{08F57CDB-8DA3-4590-9460-F1211B13527E}" dt="2020-10-06T00:02:57.103" v="4990" actId="47"/>
        <pc:sldMkLst>
          <pc:docMk/>
          <pc:sldMk cId="2602241840" sldId="748"/>
        </pc:sldMkLst>
      </pc:sldChg>
      <pc:sldChg chg="addSp delSp modSp add mod">
        <pc:chgData name="Ella Vetter" userId="c6918cf5-f6c0-43cc-8499-a1f635017de9" providerId="ADAL" clId="{08F57CDB-8DA3-4590-9460-F1211B13527E}" dt="2020-10-06T00:17:33.971" v="5342" actId="13926"/>
        <pc:sldMkLst>
          <pc:docMk/>
          <pc:sldMk cId="1771874645" sldId="749"/>
        </pc:sldMkLst>
        <pc:spChg chg="mod">
          <ac:chgData name="Ella Vetter" userId="c6918cf5-f6c0-43cc-8499-a1f635017de9" providerId="ADAL" clId="{08F57CDB-8DA3-4590-9460-F1211B13527E}" dt="2020-10-06T00:17:33.971" v="5342" actId="13926"/>
          <ac:spMkLst>
            <pc:docMk/>
            <pc:sldMk cId="1771874645" sldId="749"/>
            <ac:spMk id="2" creationId="{DA97C139-F253-484D-9C89-318095FFD09D}"/>
          </ac:spMkLst>
        </pc:spChg>
        <pc:spChg chg="mod">
          <ac:chgData name="Ella Vetter" userId="c6918cf5-f6c0-43cc-8499-a1f635017de9" providerId="ADAL" clId="{08F57CDB-8DA3-4590-9460-F1211B13527E}" dt="2020-10-06T00:04:02.336" v="5007" actId="20577"/>
          <ac:spMkLst>
            <pc:docMk/>
            <pc:sldMk cId="1771874645" sldId="749"/>
            <ac:spMk id="4" creationId="{406286F6-510E-42DD-B3DE-FE5622D030B2}"/>
          </ac:spMkLst>
        </pc:spChg>
        <pc:picChg chg="add mod">
          <ac:chgData name="Ella Vetter" userId="c6918cf5-f6c0-43cc-8499-a1f635017de9" providerId="ADAL" clId="{08F57CDB-8DA3-4590-9460-F1211B13527E}" dt="2020-10-06T00:05:00.596" v="5011" actId="14100"/>
          <ac:picMkLst>
            <pc:docMk/>
            <pc:sldMk cId="1771874645" sldId="749"/>
            <ac:picMk id="5" creationId="{41BD91D0-13A3-4690-9221-F3CF6E79D3D6}"/>
          </ac:picMkLst>
        </pc:picChg>
        <pc:picChg chg="del">
          <ac:chgData name="Ella Vetter" userId="c6918cf5-f6c0-43cc-8499-a1f635017de9" providerId="ADAL" clId="{08F57CDB-8DA3-4590-9460-F1211B13527E}" dt="2020-10-06T00:04:55.936" v="5008" actId="478"/>
          <ac:picMkLst>
            <pc:docMk/>
            <pc:sldMk cId="1771874645" sldId="749"/>
            <ac:picMk id="6" creationId="{566CAC6E-93E9-4A49-9D98-FDBC797B8DAE}"/>
          </ac:picMkLst>
        </pc:picChg>
      </pc:sldChg>
      <pc:sldChg chg="addSp delSp modSp add mod">
        <pc:chgData name="Ella Vetter" userId="c6918cf5-f6c0-43cc-8499-a1f635017de9" providerId="ADAL" clId="{08F57CDB-8DA3-4590-9460-F1211B13527E}" dt="2020-10-07T02:15:27.453" v="9257" actId="20577"/>
        <pc:sldMkLst>
          <pc:docMk/>
          <pc:sldMk cId="3580762566" sldId="750"/>
        </pc:sldMkLst>
        <pc:spChg chg="mod">
          <ac:chgData name="Ella Vetter" userId="c6918cf5-f6c0-43cc-8499-a1f635017de9" providerId="ADAL" clId="{08F57CDB-8DA3-4590-9460-F1211B13527E}" dt="2020-10-06T00:17:42.900" v="5343" actId="13926"/>
          <ac:spMkLst>
            <pc:docMk/>
            <pc:sldMk cId="3580762566" sldId="750"/>
            <ac:spMk id="2" creationId="{5872EF2A-96E3-489A-98A6-BB51CC3B7C78}"/>
          </ac:spMkLst>
        </pc:spChg>
        <pc:spChg chg="mod">
          <ac:chgData name="Ella Vetter" userId="c6918cf5-f6c0-43cc-8499-a1f635017de9" providerId="ADAL" clId="{08F57CDB-8DA3-4590-9460-F1211B13527E}" dt="2020-10-07T02:15:27.453" v="9257" actId="20577"/>
          <ac:spMkLst>
            <pc:docMk/>
            <pc:sldMk cId="3580762566" sldId="750"/>
            <ac:spMk id="4" creationId="{3CC80722-C3D3-4860-A56B-140E71EF052A}"/>
          </ac:spMkLst>
        </pc:spChg>
        <pc:grpChg chg="del">
          <ac:chgData name="Ella Vetter" userId="c6918cf5-f6c0-43cc-8499-a1f635017de9" providerId="ADAL" clId="{08F57CDB-8DA3-4590-9460-F1211B13527E}" dt="2020-10-06T00:05:42.995" v="5021" actId="478"/>
          <ac:grpSpMkLst>
            <pc:docMk/>
            <pc:sldMk cId="3580762566" sldId="750"/>
            <ac:grpSpMk id="9" creationId="{F0B067C2-D6DB-4D24-B8F2-1852C70B3972}"/>
          </ac:grpSpMkLst>
        </pc:grpChg>
        <pc:picChg chg="add mod">
          <ac:chgData name="Ella Vetter" userId="c6918cf5-f6c0-43cc-8499-a1f635017de9" providerId="ADAL" clId="{08F57CDB-8DA3-4590-9460-F1211B13527E}" dt="2020-10-06T00:05:47.476" v="5024" actId="14100"/>
          <ac:picMkLst>
            <pc:docMk/>
            <pc:sldMk cId="3580762566" sldId="750"/>
            <ac:picMk id="5" creationId="{501A2071-B799-42CC-A4C7-DEB1261C3833}"/>
          </ac:picMkLst>
        </pc:picChg>
      </pc:sldChg>
      <pc:sldChg chg="addSp delSp modSp new mod">
        <pc:chgData name="Ella Vetter" userId="c6918cf5-f6c0-43cc-8499-a1f635017de9" providerId="ADAL" clId="{08F57CDB-8DA3-4590-9460-F1211B13527E}" dt="2020-10-09T18:00:01.109" v="9475" actId="20577"/>
        <pc:sldMkLst>
          <pc:docMk/>
          <pc:sldMk cId="79024314" sldId="751"/>
        </pc:sldMkLst>
        <pc:spChg chg="mod">
          <ac:chgData name="Ella Vetter" userId="c6918cf5-f6c0-43cc-8499-a1f635017de9" providerId="ADAL" clId="{08F57CDB-8DA3-4590-9460-F1211B13527E}" dt="2020-10-06T00:17:49.172" v="5344" actId="13926"/>
          <ac:spMkLst>
            <pc:docMk/>
            <pc:sldMk cId="79024314" sldId="751"/>
            <ac:spMk id="2" creationId="{C3CCDD2C-D2EE-4B4B-B422-C32EC027AF1B}"/>
          </ac:spMkLst>
        </pc:spChg>
        <pc:spChg chg="mod">
          <ac:chgData name="Ella Vetter" userId="c6918cf5-f6c0-43cc-8499-a1f635017de9" providerId="ADAL" clId="{08F57CDB-8DA3-4590-9460-F1211B13527E}" dt="2020-10-09T18:00:01.109" v="9475" actId="20577"/>
          <ac:spMkLst>
            <pc:docMk/>
            <pc:sldMk cId="79024314" sldId="751"/>
            <ac:spMk id="3" creationId="{CFA1D8A2-8D03-467A-958C-07D0B0C4866E}"/>
          </ac:spMkLst>
        </pc:spChg>
        <pc:spChg chg="add del">
          <ac:chgData name="Ella Vetter" userId="c6918cf5-f6c0-43cc-8499-a1f635017de9" providerId="ADAL" clId="{08F57CDB-8DA3-4590-9460-F1211B13527E}" dt="2020-10-06T00:08:32.388" v="5060"/>
          <ac:spMkLst>
            <pc:docMk/>
            <pc:sldMk cId="79024314" sldId="751"/>
            <ac:spMk id="4" creationId="{78888E1B-0F30-4F10-964C-F7981E88A1AF}"/>
          </ac:spMkLst>
        </pc:spChg>
        <pc:picChg chg="add mod modCrop">
          <ac:chgData name="Ella Vetter" userId="c6918cf5-f6c0-43cc-8499-a1f635017de9" providerId="ADAL" clId="{08F57CDB-8DA3-4590-9460-F1211B13527E}" dt="2020-10-06T00:09:47.609" v="5071" actId="1076"/>
          <ac:picMkLst>
            <pc:docMk/>
            <pc:sldMk cId="79024314" sldId="751"/>
            <ac:picMk id="6" creationId="{CDCFEB51-5349-4001-B2EF-AB27EF6F41FB}"/>
          </ac:picMkLst>
        </pc:picChg>
      </pc:sldChg>
      <pc:sldChg chg="addSp delSp modSp new mod">
        <pc:chgData name="Ella Vetter" userId="c6918cf5-f6c0-43cc-8499-a1f635017de9" providerId="ADAL" clId="{08F57CDB-8DA3-4590-9460-F1211B13527E}" dt="2020-10-06T02:23:02.338" v="6824" actId="20577"/>
        <pc:sldMkLst>
          <pc:docMk/>
          <pc:sldMk cId="779946302" sldId="752"/>
        </pc:sldMkLst>
        <pc:spChg chg="mod">
          <ac:chgData name="Ella Vetter" userId="c6918cf5-f6c0-43cc-8499-a1f635017de9" providerId="ADAL" clId="{08F57CDB-8DA3-4590-9460-F1211B13527E}" dt="2020-10-06T02:22:47.393" v="6822" actId="13926"/>
          <ac:spMkLst>
            <pc:docMk/>
            <pc:sldMk cId="779946302" sldId="752"/>
            <ac:spMk id="2" creationId="{71F6F8C3-C880-4FE3-BE73-E02A39B75E46}"/>
          </ac:spMkLst>
        </pc:spChg>
        <pc:spChg chg="del">
          <ac:chgData name="Ella Vetter" userId="c6918cf5-f6c0-43cc-8499-a1f635017de9" providerId="ADAL" clId="{08F57CDB-8DA3-4590-9460-F1211B13527E}" dt="2020-10-06T00:26:17.780" v="5367" actId="478"/>
          <ac:spMkLst>
            <pc:docMk/>
            <pc:sldMk cId="779946302" sldId="752"/>
            <ac:spMk id="3" creationId="{47E0CEB5-2AF9-49E9-A96C-6D5D5213BF74}"/>
          </ac:spMkLst>
        </pc:spChg>
        <pc:spChg chg="add mod">
          <ac:chgData name="Ella Vetter" userId="c6918cf5-f6c0-43cc-8499-a1f635017de9" providerId="ADAL" clId="{08F57CDB-8DA3-4590-9460-F1211B13527E}" dt="2020-10-06T02:23:02.338" v="6824" actId="20577"/>
          <ac:spMkLst>
            <pc:docMk/>
            <pc:sldMk cId="779946302" sldId="752"/>
            <ac:spMk id="4" creationId="{B8DD9C98-F6CA-406F-A33A-E1D9A161547C}"/>
          </ac:spMkLst>
        </pc:spChg>
        <pc:picChg chg="add del mod">
          <ac:chgData name="Ella Vetter" userId="c6918cf5-f6c0-43cc-8499-a1f635017de9" providerId="ADAL" clId="{08F57CDB-8DA3-4590-9460-F1211B13527E}" dt="2020-10-06T00:27:16.349" v="5420" actId="478"/>
          <ac:picMkLst>
            <pc:docMk/>
            <pc:sldMk cId="779946302" sldId="752"/>
            <ac:picMk id="6" creationId="{35D003CD-D90B-4A53-9B12-B86CCFA850C6}"/>
          </ac:picMkLst>
        </pc:picChg>
        <pc:picChg chg="add del mod">
          <ac:chgData name="Ella Vetter" userId="c6918cf5-f6c0-43cc-8499-a1f635017de9" providerId="ADAL" clId="{08F57CDB-8DA3-4590-9460-F1211B13527E}" dt="2020-10-06T00:33:09.141" v="5526" actId="478"/>
          <ac:picMkLst>
            <pc:docMk/>
            <pc:sldMk cId="779946302" sldId="752"/>
            <ac:picMk id="8" creationId="{268CA8F3-8C3B-4DF9-AED3-800346F02331}"/>
          </ac:picMkLst>
        </pc:picChg>
        <pc:picChg chg="add mod">
          <ac:chgData name="Ella Vetter" userId="c6918cf5-f6c0-43cc-8499-a1f635017de9" providerId="ADAL" clId="{08F57CDB-8DA3-4590-9460-F1211B13527E}" dt="2020-10-06T00:36:23.288" v="5775" actId="1076"/>
          <ac:picMkLst>
            <pc:docMk/>
            <pc:sldMk cId="779946302" sldId="752"/>
            <ac:picMk id="10" creationId="{6241C903-CC6E-4D85-A848-E0746FFB6252}"/>
          </ac:picMkLst>
        </pc:picChg>
      </pc:sldChg>
      <pc:sldChg chg="addSp delSp modSp new mod">
        <pc:chgData name="Ella Vetter" userId="c6918cf5-f6c0-43cc-8499-a1f635017de9" providerId="ADAL" clId="{08F57CDB-8DA3-4590-9460-F1211B13527E}" dt="2020-10-06T02:23:39.032" v="6826" actId="14100"/>
        <pc:sldMkLst>
          <pc:docMk/>
          <pc:sldMk cId="3307852694" sldId="753"/>
        </pc:sldMkLst>
        <pc:spChg chg="mod">
          <ac:chgData name="Ella Vetter" userId="c6918cf5-f6c0-43cc-8499-a1f635017de9" providerId="ADAL" clId="{08F57CDB-8DA3-4590-9460-F1211B13527E}" dt="2020-10-06T02:23:36.209" v="6825" actId="13926"/>
          <ac:spMkLst>
            <pc:docMk/>
            <pc:sldMk cId="3307852694" sldId="753"/>
            <ac:spMk id="2" creationId="{AB84FDB0-1D43-4163-AEA5-9F5BF4EB827C}"/>
          </ac:spMkLst>
        </pc:spChg>
        <pc:spChg chg="del">
          <ac:chgData name="Ella Vetter" userId="c6918cf5-f6c0-43cc-8499-a1f635017de9" providerId="ADAL" clId="{08F57CDB-8DA3-4590-9460-F1211B13527E}" dt="2020-10-06T00:37:09.790" v="5781" actId="478"/>
          <ac:spMkLst>
            <pc:docMk/>
            <pc:sldMk cId="3307852694" sldId="753"/>
            <ac:spMk id="3" creationId="{4AA602C4-0770-4240-BA2E-D7E84D3EC6BA}"/>
          </ac:spMkLst>
        </pc:spChg>
        <pc:spChg chg="add mod">
          <ac:chgData name="Ella Vetter" userId="c6918cf5-f6c0-43cc-8499-a1f635017de9" providerId="ADAL" clId="{08F57CDB-8DA3-4590-9460-F1211B13527E}" dt="2020-10-06T02:23:39.032" v="6826" actId="14100"/>
          <ac:spMkLst>
            <pc:docMk/>
            <pc:sldMk cId="3307852694" sldId="753"/>
            <ac:spMk id="4" creationId="{C254265F-D101-4B2F-8087-DAF5A41C635A}"/>
          </ac:spMkLst>
        </pc:spChg>
        <pc:picChg chg="add mod">
          <ac:chgData name="Ella Vetter" userId="c6918cf5-f6c0-43cc-8499-a1f635017de9" providerId="ADAL" clId="{08F57CDB-8DA3-4590-9460-F1211B13527E}" dt="2020-10-06T00:41:46.234" v="5858" actId="1076"/>
          <ac:picMkLst>
            <pc:docMk/>
            <pc:sldMk cId="3307852694" sldId="753"/>
            <ac:picMk id="6" creationId="{488E793C-41D2-4F36-9DD2-23CCE5518A05}"/>
          </ac:picMkLst>
        </pc:picChg>
      </pc:sldChg>
      <pc:sldChg chg="addSp delSp modSp new mod modNotesTx">
        <pc:chgData name="Ella Vetter" userId="c6918cf5-f6c0-43cc-8499-a1f635017de9" providerId="ADAL" clId="{08F57CDB-8DA3-4590-9460-F1211B13527E}" dt="2020-10-06T02:23:42.519" v="6827" actId="13926"/>
        <pc:sldMkLst>
          <pc:docMk/>
          <pc:sldMk cId="3060554546" sldId="754"/>
        </pc:sldMkLst>
        <pc:spChg chg="mod">
          <ac:chgData name="Ella Vetter" userId="c6918cf5-f6c0-43cc-8499-a1f635017de9" providerId="ADAL" clId="{08F57CDB-8DA3-4590-9460-F1211B13527E}" dt="2020-10-06T02:23:42.519" v="6827" actId="13926"/>
          <ac:spMkLst>
            <pc:docMk/>
            <pc:sldMk cId="3060554546" sldId="754"/>
            <ac:spMk id="2" creationId="{2DAB3A0F-45E6-4797-8A18-74EF54B290FE}"/>
          </ac:spMkLst>
        </pc:spChg>
        <pc:spChg chg="mod">
          <ac:chgData name="Ella Vetter" userId="c6918cf5-f6c0-43cc-8499-a1f635017de9" providerId="ADAL" clId="{08F57CDB-8DA3-4590-9460-F1211B13527E}" dt="2020-10-06T00:47:13.324" v="5971" actId="113"/>
          <ac:spMkLst>
            <pc:docMk/>
            <pc:sldMk cId="3060554546" sldId="754"/>
            <ac:spMk id="3" creationId="{D729F43A-2F62-4F73-B38E-96402772DF24}"/>
          </ac:spMkLst>
        </pc:spChg>
        <pc:spChg chg="add mod">
          <ac:chgData name="Ella Vetter" userId="c6918cf5-f6c0-43cc-8499-a1f635017de9" providerId="ADAL" clId="{08F57CDB-8DA3-4590-9460-F1211B13527E}" dt="2020-10-06T00:57:47.728" v="6102" actId="1036"/>
          <ac:spMkLst>
            <pc:docMk/>
            <pc:sldMk cId="3060554546" sldId="754"/>
            <ac:spMk id="8" creationId="{E27C29C8-29B6-4107-8E30-3F7E8AEFBE76}"/>
          </ac:spMkLst>
        </pc:spChg>
        <pc:spChg chg="add mod">
          <ac:chgData name="Ella Vetter" userId="c6918cf5-f6c0-43cc-8499-a1f635017de9" providerId="ADAL" clId="{08F57CDB-8DA3-4590-9460-F1211B13527E}" dt="2020-10-06T00:57:37.423" v="6088" actId="1038"/>
          <ac:spMkLst>
            <pc:docMk/>
            <pc:sldMk cId="3060554546" sldId="754"/>
            <ac:spMk id="15" creationId="{158BC956-1E29-4678-A684-34E3A1603E3F}"/>
          </ac:spMkLst>
        </pc:spChg>
        <pc:spChg chg="add mod">
          <ac:chgData name="Ella Vetter" userId="c6918cf5-f6c0-43cc-8499-a1f635017de9" providerId="ADAL" clId="{08F57CDB-8DA3-4590-9460-F1211B13527E}" dt="2020-10-06T00:58:10.386" v="6116" actId="1038"/>
          <ac:spMkLst>
            <pc:docMk/>
            <pc:sldMk cId="3060554546" sldId="754"/>
            <ac:spMk id="17" creationId="{0CCF1E95-D933-432A-9A16-D85627BD4B93}"/>
          </ac:spMkLst>
        </pc:spChg>
        <pc:picChg chg="add del mod">
          <ac:chgData name="Ella Vetter" userId="c6918cf5-f6c0-43cc-8499-a1f635017de9" providerId="ADAL" clId="{08F57CDB-8DA3-4590-9460-F1211B13527E}" dt="2020-10-06T00:46:40.931" v="5903" actId="478"/>
          <ac:picMkLst>
            <pc:docMk/>
            <pc:sldMk cId="3060554546" sldId="754"/>
            <ac:picMk id="5" creationId="{17B80BB7-78B1-409E-99C7-AC95B710B726}"/>
          </ac:picMkLst>
        </pc:picChg>
        <pc:picChg chg="add mod">
          <ac:chgData name="Ella Vetter" userId="c6918cf5-f6c0-43cc-8499-a1f635017de9" providerId="ADAL" clId="{08F57CDB-8DA3-4590-9460-F1211B13527E}" dt="2020-10-06T00:47:34.759" v="5993" actId="1076"/>
          <ac:picMkLst>
            <pc:docMk/>
            <pc:sldMk cId="3060554546" sldId="754"/>
            <ac:picMk id="7" creationId="{9459C186-EE32-483D-8EAC-CFAF7D5E9C42}"/>
          </ac:picMkLst>
        </pc:picChg>
        <pc:cxnChg chg="add mod">
          <ac:chgData name="Ella Vetter" userId="c6918cf5-f6c0-43cc-8499-a1f635017de9" providerId="ADAL" clId="{08F57CDB-8DA3-4590-9460-F1211B13527E}" dt="2020-10-06T00:57:42.868" v="6096" actId="1036"/>
          <ac:cxnSpMkLst>
            <pc:docMk/>
            <pc:sldMk cId="3060554546" sldId="754"/>
            <ac:cxnSpMk id="9" creationId="{9418ABA9-3A2F-4955-9D3D-930AC64D5297}"/>
          </ac:cxnSpMkLst>
        </pc:cxnChg>
        <pc:cxnChg chg="add mod">
          <ac:chgData name="Ella Vetter" userId="c6918cf5-f6c0-43cc-8499-a1f635017de9" providerId="ADAL" clId="{08F57CDB-8DA3-4590-9460-F1211B13527E}" dt="2020-10-06T00:57:32.871" v="6081" actId="14100"/>
          <ac:cxnSpMkLst>
            <pc:docMk/>
            <pc:sldMk cId="3060554546" sldId="754"/>
            <ac:cxnSpMk id="12" creationId="{26DD979C-F271-42DA-97CE-F0933BC0993A}"/>
          </ac:cxnSpMkLst>
        </pc:cxnChg>
        <pc:cxnChg chg="add mod">
          <ac:chgData name="Ella Vetter" userId="c6918cf5-f6c0-43cc-8499-a1f635017de9" providerId="ADAL" clId="{08F57CDB-8DA3-4590-9460-F1211B13527E}" dt="2020-10-06T00:57:50.855" v="6103" actId="14100"/>
          <ac:cxnSpMkLst>
            <pc:docMk/>
            <pc:sldMk cId="3060554546" sldId="754"/>
            <ac:cxnSpMk id="19" creationId="{FB6AB22A-FB7E-40BF-933C-6F248DD26BE0}"/>
          </ac:cxnSpMkLst>
        </pc:cxnChg>
        <pc:cxnChg chg="add mod">
          <ac:chgData name="Ella Vetter" userId="c6918cf5-f6c0-43cc-8499-a1f635017de9" providerId="ADAL" clId="{08F57CDB-8DA3-4590-9460-F1211B13527E}" dt="2020-10-06T00:57:31.002" v="6080" actId="14100"/>
          <ac:cxnSpMkLst>
            <pc:docMk/>
            <pc:sldMk cId="3060554546" sldId="754"/>
            <ac:cxnSpMk id="22" creationId="{F6A6CF3B-70D1-4B0F-BCD0-C811E11FC014}"/>
          </ac:cxnSpMkLst>
        </pc:cxnChg>
        <pc:cxnChg chg="add mod">
          <ac:chgData name="Ella Vetter" userId="c6918cf5-f6c0-43cc-8499-a1f635017de9" providerId="ADAL" clId="{08F57CDB-8DA3-4590-9460-F1211B13527E}" dt="2020-10-06T00:58:01.853" v="6106" actId="14100"/>
          <ac:cxnSpMkLst>
            <pc:docMk/>
            <pc:sldMk cId="3060554546" sldId="754"/>
            <ac:cxnSpMk id="27" creationId="{B37D6543-498D-4E2B-9018-539EEFC9BF78}"/>
          </ac:cxnSpMkLst>
        </pc:cxnChg>
      </pc:sldChg>
      <pc:sldChg chg="addSp delSp modSp new mod">
        <pc:chgData name="Ella Vetter" userId="c6918cf5-f6c0-43cc-8499-a1f635017de9" providerId="ADAL" clId="{08F57CDB-8DA3-4590-9460-F1211B13527E}" dt="2020-10-06T02:23:48.492" v="6828" actId="13926"/>
        <pc:sldMkLst>
          <pc:docMk/>
          <pc:sldMk cId="788491853" sldId="755"/>
        </pc:sldMkLst>
        <pc:spChg chg="mod">
          <ac:chgData name="Ella Vetter" userId="c6918cf5-f6c0-43cc-8499-a1f635017de9" providerId="ADAL" clId="{08F57CDB-8DA3-4590-9460-F1211B13527E}" dt="2020-10-06T02:23:48.492" v="6828" actId="13926"/>
          <ac:spMkLst>
            <pc:docMk/>
            <pc:sldMk cId="788491853" sldId="755"/>
            <ac:spMk id="2" creationId="{1B9B56EA-F742-4619-AA9A-FC421DBF526C}"/>
          </ac:spMkLst>
        </pc:spChg>
        <pc:spChg chg="del">
          <ac:chgData name="Ella Vetter" userId="c6918cf5-f6c0-43cc-8499-a1f635017de9" providerId="ADAL" clId="{08F57CDB-8DA3-4590-9460-F1211B13527E}" dt="2020-10-06T00:47:19.111" v="5973" actId="478"/>
          <ac:spMkLst>
            <pc:docMk/>
            <pc:sldMk cId="788491853" sldId="755"/>
            <ac:spMk id="3" creationId="{E8B43EB8-25FB-4751-B121-26CEA6E747D9}"/>
          </ac:spMkLst>
        </pc:spChg>
        <pc:spChg chg="add mod">
          <ac:chgData name="Ella Vetter" userId="c6918cf5-f6c0-43cc-8499-a1f635017de9" providerId="ADAL" clId="{08F57CDB-8DA3-4590-9460-F1211B13527E}" dt="2020-10-06T00:47:23.780" v="5987" actId="20577"/>
          <ac:spMkLst>
            <pc:docMk/>
            <pc:sldMk cId="788491853" sldId="755"/>
            <ac:spMk id="6" creationId="{B27E90C2-1DC0-4A0C-8440-46B2A2CBDCE2}"/>
          </ac:spMkLst>
        </pc:spChg>
        <pc:spChg chg="add mod">
          <ac:chgData name="Ella Vetter" userId="c6918cf5-f6c0-43cc-8499-a1f635017de9" providerId="ADAL" clId="{08F57CDB-8DA3-4590-9460-F1211B13527E}" dt="2020-10-06T00:59:47.437" v="6145" actId="1037"/>
          <ac:spMkLst>
            <pc:docMk/>
            <pc:sldMk cId="788491853" sldId="755"/>
            <ac:spMk id="9" creationId="{9531764C-8895-4870-A128-67E2A4B6F1F2}"/>
          </ac:spMkLst>
        </pc:spChg>
        <pc:picChg chg="add mod">
          <ac:chgData name="Ella Vetter" userId="c6918cf5-f6c0-43cc-8499-a1f635017de9" providerId="ADAL" clId="{08F57CDB-8DA3-4590-9460-F1211B13527E}" dt="2020-10-06T00:59:41.728" v="6141" actId="1037"/>
          <ac:picMkLst>
            <pc:docMk/>
            <pc:sldMk cId="788491853" sldId="755"/>
            <ac:picMk id="5" creationId="{5BFAAC18-0623-46D8-8C3C-9CC4AEE70C23}"/>
          </ac:picMkLst>
        </pc:picChg>
        <pc:cxnChg chg="add mod">
          <ac:chgData name="Ella Vetter" userId="c6918cf5-f6c0-43cc-8499-a1f635017de9" providerId="ADAL" clId="{08F57CDB-8DA3-4590-9460-F1211B13527E}" dt="2020-10-06T00:59:41.728" v="6141" actId="1037"/>
          <ac:cxnSpMkLst>
            <pc:docMk/>
            <pc:sldMk cId="788491853" sldId="755"/>
            <ac:cxnSpMk id="7" creationId="{7D11D4A3-2F6B-4D82-B8BD-DC96A050638C}"/>
          </ac:cxnSpMkLst>
        </pc:cxnChg>
      </pc:sldChg>
      <pc:sldChg chg="addSp delSp modSp new mod modNotesTx">
        <pc:chgData name="Ella Vetter" userId="c6918cf5-f6c0-43cc-8499-a1f635017de9" providerId="ADAL" clId="{08F57CDB-8DA3-4590-9460-F1211B13527E}" dt="2020-10-06T02:23:52.496" v="6829" actId="13926"/>
        <pc:sldMkLst>
          <pc:docMk/>
          <pc:sldMk cId="2436139271" sldId="756"/>
        </pc:sldMkLst>
        <pc:spChg chg="mod">
          <ac:chgData name="Ella Vetter" userId="c6918cf5-f6c0-43cc-8499-a1f635017de9" providerId="ADAL" clId="{08F57CDB-8DA3-4590-9460-F1211B13527E}" dt="2020-10-06T02:23:52.496" v="6829" actId="13926"/>
          <ac:spMkLst>
            <pc:docMk/>
            <pc:sldMk cId="2436139271" sldId="756"/>
            <ac:spMk id="2" creationId="{882F4B29-C117-4530-A2FF-2A66B3B330C6}"/>
          </ac:spMkLst>
        </pc:spChg>
        <pc:spChg chg="del">
          <ac:chgData name="Ella Vetter" userId="c6918cf5-f6c0-43cc-8499-a1f635017de9" providerId="ADAL" clId="{08F57CDB-8DA3-4590-9460-F1211B13527E}" dt="2020-10-06T01:02:28.055" v="6146" actId="478"/>
          <ac:spMkLst>
            <pc:docMk/>
            <pc:sldMk cId="2436139271" sldId="756"/>
            <ac:spMk id="3" creationId="{BF567779-EDCD-4BD4-983C-A454AAFEB178}"/>
          </ac:spMkLst>
        </pc:spChg>
        <pc:spChg chg="add mod">
          <ac:chgData name="Ella Vetter" userId="c6918cf5-f6c0-43cc-8499-a1f635017de9" providerId="ADAL" clId="{08F57CDB-8DA3-4590-9460-F1211B13527E}" dt="2020-10-06T01:09:47.369" v="6286" actId="11"/>
          <ac:spMkLst>
            <pc:docMk/>
            <pc:sldMk cId="2436139271" sldId="756"/>
            <ac:spMk id="4" creationId="{E29C863A-EAAA-4D99-B6A4-120BEE64D41E}"/>
          </ac:spMkLst>
        </pc:spChg>
        <pc:spChg chg="add mod">
          <ac:chgData name="Ella Vetter" userId="c6918cf5-f6c0-43cc-8499-a1f635017de9" providerId="ADAL" clId="{08F57CDB-8DA3-4590-9460-F1211B13527E}" dt="2020-10-06T01:26:19.292" v="6332" actId="1035"/>
          <ac:spMkLst>
            <pc:docMk/>
            <pc:sldMk cId="2436139271" sldId="756"/>
            <ac:spMk id="10" creationId="{1D0972BD-3318-4633-823F-7E90595E4EF4}"/>
          </ac:spMkLst>
        </pc:spChg>
        <pc:spChg chg="add mod">
          <ac:chgData name="Ella Vetter" userId="c6918cf5-f6c0-43cc-8499-a1f635017de9" providerId="ADAL" clId="{08F57CDB-8DA3-4590-9460-F1211B13527E}" dt="2020-10-06T01:26:43.575" v="6338" actId="1035"/>
          <ac:spMkLst>
            <pc:docMk/>
            <pc:sldMk cId="2436139271" sldId="756"/>
            <ac:spMk id="12" creationId="{8C852FF3-7242-4802-B197-E96B45D7906A}"/>
          </ac:spMkLst>
        </pc:spChg>
        <pc:spChg chg="add del">
          <ac:chgData name="Ella Vetter" userId="c6918cf5-f6c0-43cc-8499-a1f635017de9" providerId="ADAL" clId="{08F57CDB-8DA3-4590-9460-F1211B13527E}" dt="2020-10-06T01:25:44.850" v="6307" actId="22"/>
          <ac:spMkLst>
            <pc:docMk/>
            <pc:sldMk cId="2436139271" sldId="756"/>
            <ac:spMk id="14" creationId="{A9353970-159A-4204-B70A-6C7A7C7ED4EF}"/>
          </ac:spMkLst>
        </pc:spChg>
        <pc:picChg chg="add mod">
          <ac:chgData name="Ella Vetter" userId="c6918cf5-f6c0-43cc-8499-a1f635017de9" providerId="ADAL" clId="{08F57CDB-8DA3-4590-9460-F1211B13527E}" dt="2020-10-06T01:03:05.895" v="6158" actId="14100"/>
          <ac:picMkLst>
            <pc:docMk/>
            <pc:sldMk cId="2436139271" sldId="756"/>
            <ac:picMk id="6" creationId="{580BEC53-B6D3-462B-BD8B-C56602EB697C}"/>
          </ac:picMkLst>
        </pc:picChg>
        <pc:cxnChg chg="add mod">
          <ac:chgData name="Ella Vetter" userId="c6918cf5-f6c0-43cc-8499-a1f635017de9" providerId="ADAL" clId="{08F57CDB-8DA3-4590-9460-F1211B13527E}" dt="2020-10-06T01:26:36.379" v="6336" actId="1035"/>
          <ac:cxnSpMkLst>
            <pc:docMk/>
            <pc:sldMk cId="2436139271" sldId="756"/>
            <ac:cxnSpMk id="7" creationId="{7F4F872A-94CE-4A74-B126-05D8426B15A9}"/>
          </ac:cxnSpMkLst>
        </pc:cxnChg>
        <pc:cxnChg chg="add mod">
          <ac:chgData name="Ella Vetter" userId="c6918cf5-f6c0-43cc-8499-a1f635017de9" providerId="ADAL" clId="{08F57CDB-8DA3-4590-9460-F1211B13527E}" dt="2020-10-06T01:25:49.753" v="6311" actId="1038"/>
          <ac:cxnSpMkLst>
            <pc:docMk/>
            <pc:sldMk cId="2436139271" sldId="756"/>
            <ac:cxnSpMk id="15" creationId="{A99DFBF9-6B3B-46D2-BE2E-8A5BE4004778}"/>
          </ac:cxnSpMkLst>
        </pc:cxnChg>
      </pc:sldChg>
      <pc:sldChg chg="addSp delSp modSp add mod modNotesTx">
        <pc:chgData name="Ella Vetter" userId="c6918cf5-f6c0-43cc-8499-a1f635017de9" providerId="ADAL" clId="{08F57CDB-8DA3-4590-9460-F1211B13527E}" dt="2020-10-06T02:23:55.992" v="6830" actId="13926"/>
        <pc:sldMkLst>
          <pc:docMk/>
          <pc:sldMk cId="3253612822" sldId="757"/>
        </pc:sldMkLst>
        <pc:spChg chg="mod">
          <ac:chgData name="Ella Vetter" userId="c6918cf5-f6c0-43cc-8499-a1f635017de9" providerId="ADAL" clId="{08F57CDB-8DA3-4590-9460-F1211B13527E}" dt="2020-10-06T02:23:55.992" v="6830" actId="13926"/>
          <ac:spMkLst>
            <pc:docMk/>
            <pc:sldMk cId="3253612822" sldId="757"/>
            <ac:spMk id="2" creationId="{882F4B29-C117-4530-A2FF-2A66B3B330C6}"/>
          </ac:spMkLst>
        </pc:spChg>
        <pc:spChg chg="del">
          <ac:chgData name="Ella Vetter" userId="c6918cf5-f6c0-43cc-8499-a1f635017de9" providerId="ADAL" clId="{08F57CDB-8DA3-4590-9460-F1211B13527E}" dt="2020-10-06T01:26:59.286" v="6339" actId="478"/>
          <ac:spMkLst>
            <pc:docMk/>
            <pc:sldMk cId="3253612822" sldId="757"/>
            <ac:spMk id="3" creationId="{BF567779-EDCD-4BD4-983C-A454AAFEB178}"/>
          </ac:spMkLst>
        </pc:spChg>
        <pc:spChg chg="add mod">
          <ac:chgData name="Ella Vetter" userId="c6918cf5-f6c0-43cc-8499-a1f635017de9" providerId="ADAL" clId="{08F57CDB-8DA3-4590-9460-F1211B13527E}" dt="2020-10-06T01:29:12.962" v="6451" actId="255"/>
          <ac:spMkLst>
            <pc:docMk/>
            <pc:sldMk cId="3253612822" sldId="757"/>
            <ac:spMk id="4" creationId="{C6D9B246-5621-457C-8F85-ECC4EDD62352}"/>
          </ac:spMkLst>
        </pc:spChg>
        <pc:spChg chg="add mod">
          <ac:chgData name="Ella Vetter" userId="c6918cf5-f6c0-43cc-8499-a1f635017de9" providerId="ADAL" clId="{08F57CDB-8DA3-4590-9460-F1211B13527E}" dt="2020-10-06T01:38:58.692" v="6519" actId="1035"/>
          <ac:spMkLst>
            <pc:docMk/>
            <pc:sldMk cId="3253612822" sldId="757"/>
            <ac:spMk id="8" creationId="{F469298D-B1C9-43B2-8821-191C137DC3AC}"/>
          </ac:spMkLst>
        </pc:spChg>
        <pc:picChg chg="add del mod">
          <ac:chgData name="Ella Vetter" userId="c6918cf5-f6c0-43cc-8499-a1f635017de9" providerId="ADAL" clId="{08F57CDB-8DA3-4590-9460-F1211B13527E}" dt="2020-10-06T01:38:42.232" v="6504" actId="478"/>
          <ac:picMkLst>
            <pc:docMk/>
            <pc:sldMk cId="3253612822" sldId="757"/>
            <ac:picMk id="6" creationId="{20A288C6-7AEE-43AA-8136-5D4930F00C0F}"/>
          </ac:picMkLst>
        </pc:picChg>
        <pc:picChg chg="add mod ord">
          <ac:chgData name="Ella Vetter" userId="c6918cf5-f6c0-43cc-8499-a1f635017de9" providerId="ADAL" clId="{08F57CDB-8DA3-4590-9460-F1211B13527E}" dt="2020-10-06T01:38:58.692" v="6519" actId="1035"/>
          <ac:picMkLst>
            <pc:docMk/>
            <pc:sldMk cId="3253612822" sldId="757"/>
            <ac:picMk id="11" creationId="{CC4B3392-C74B-4FC7-9D7F-477D3BB7C914}"/>
          </ac:picMkLst>
        </pc:picChg>
        <pc:cxnChg chg="add mod">
          <ac:chgData name="Ella Vetter" userId="c6918cf5-f6c0-43cc-8499-a1f635017de9" providerId="ADAL" clId="{08F57CDB-8DA3-4590-9460-F1211B13527E}" dt="2020-10-06T01:38:58.692" v="6519" actId="1035"/>
          <ac:cxnSpMkLst>
            <pc:docMk/>
            <pc:sldMk cId="3253612822" sldId="757"/>
            <ac:cxnSpMk id="7" creationId="{45DAFBE4-8E4F-439C-9830-467CD443E3A3}"/>
          </ac:cxnSpMkLst>
        </pc:cxnChg>
      </pc:sldChg>
      <pc:sldChg chg="addSp delSp modSp add mod modNotesTx">
        <pc:chgData name="Ella Vetter" userId="c6918cf5-f6c0-43cc-8499-a1f635017de9" providerId="ADAL" clId="{08F57CDB-8DA3-4590-9460-F1211B13527E}" dt="2020-10-06T02:24:05.090" v="6831" actId="13926"/>
        <pc:sldMkLst>
          <pc:docMk/>
          <pc:sldMk cId="2839742990" sldId="758"/>
        </pc:sldMkLst>
        <pc:spChg chg="mod">
          <ac:chgData name="Ella Vetter" userId="c6918cf5-f6c0-43cc-8499-a1f635017de9" providerId="ADAL" clId="{08F57CDB-8DA3-4590-9460-F1211B13527E}" dt="2020-10-06T02:24:05.090" v="6831" actId="13926"/>
          <ac:spMkLst>
            <pc:docMk/>
            <pc:sldMk cId="2839742990" sldId="758"/>
            <ac:spMk id="2" creationId="{882F4B29-C117-4530-A2FF-2A66B3B330C6}"/>
          </ac:spMkLst>
        </pc:spChg>
        <pc:spChg chg="del">
          <ac:chgData name="Ella Vetter" userId="c6918cf5-f6c0-43cc-8499-a1f635017de9" providerId="ADAL" clId="{08F57CDB-8DA3-4590-9460-F1211B13527E}" dt="2020-10-06T01:30:30.771" v="6470" actId="478"/>
          <ac:spMkLst>
            <pc:docMk/>
            <pc:sldMk cId="2839742990" sldId="758"/>
            <ac:spMk id="3" creationId="{BF567779-EDCD-4BD4-983C-A454AAFEB178}"/>
          </ac:spMkLst>
        </pc:spChg>
        <pc:spChg chg="add mod">
          <ac:chgData name="Ella Vetter" userId="c6918cf5-f6c0-43cc-8499-a1f635017de9" providerId="ADAL" clId="{08F57CDB-8DA3-4590-9460-F1211B13527E}" dt="2020-10-06T01:39:10.669" v="6527" actId="20577"/>
          <ac:spMkLst>
            <pc:docMk/>
            <pc:sldMk cId="2839742990" sldId="758"/>
            <ac:spMk id="4" creationId="{DCFF0C62-9AEA-4EE3-AB6D-DD1A9ED95D7C}"/>
          </ac:spMkLst>
        </pc:spChg>
        <pc:spChg chg="add mod">
          <ac:chgData name="Ella Vetter" userId="c6918cf5-f6c0-43cc-8499-a1f635017de9" providerId="ADAL" clId="{08F57CDB-8DA3-4590-9460-F1211B13527E}" dt="2020-10-06T01:41:07.957" v="6560" actId="14100"/>
          <ac:spMkLst>
            <pc:docMk/>
            <pc:sldMk cId="2839742990" sldId="758"/>
            <ac:spMk id="10" creationId="{40F779FE-3370-454B-91CA-943DD2661EBB}"/>
          </ac:spMkLst>
        </pc:spChg>
        <pc:spChg chg="add mod">
          <ac:chgData name="Ella Vetter" userId="c6918cf5-f6c0-43cc-8499-a1f635017de9" providerId="ADAL" clId="{08F57CDB-8DA3-4590-9460-F1211B13527E}" dt="2020-10-06T01:41:05.923" v="6559" actId="14100"/>
          <ac:spMkLst>
            <pc:docMk/>
            <pc:sldMk cId="2839742990" sldId="758"/>
            <ac:spMk id="12" creationId="{AA67BA6F-1726-4ABE-8BF0-556E433E7774}"/>
          </ac:spMkLst>
        </pc:spChg>
        <pc:picChg chg="add mod">
          <ac:chgData name="Ella Vetter" userId="c6918cf5-f6c0-43cc-8499-a1f635017de9" providerId="ADAL" clId="{08F57CDB-8DA3-4590-9460-F1211B13527E}" dt="2020-10-06T01:39:40.406" v="6531" actId="1076"/>
          <ac:picMkLst>
            <pc:docMk/>
            <pc:sldMk cId="2839742990" sldId="758"/>
            <ac:picMk id="6" creationId="{C13D4668-5D90-4B5F-BE48-8DAFC0EB659F}"/>
          </ac:picMkLst>
        </pc:picChg>
        <pc:cxnChg chg="add mod">
          <ac:chgData name="Ella Vetter" userId="c6918cf5-f6c0-43cc-8499-a1f635017de9" providerId="ADAL" clId="{08F57CDB-8DA3-4590-9460-F1211B13527E}" dt="2020-10-06T01:39:49.482" v="6537" actId="14100"/>
          <ac:cxnSpMkLst>
            <pc:docMk/>
            <pc:sldMk cId="2839742990" sldId="758"/>
            <ac:cxnSpMk id="7" creationId="{FA98027B-7DD4-4C6F-AA8A-3FCF589CFC74}"/>
          </ac:cxnSpMkLst>
        </pc:cxnChg>
        <pc:cxnChg chg="add mod">
          <ac:chgData name="Ella Vetter" userId="c6918cf5-f6c0-43cc-8499-a1f635017de9" providerId="ADAL" clId="{08F57CDB-8DA3-4590-9460-F1211B13527E}" dt="2020-10-06T01:41:00.402" v="6558" actId="14100"/>
          <ac:cxnSpMkLst>
            <pc:docMk/>
            <pc:sldMk cId="2839742990" sldId="758"/>
            <ac:cxnSpMk id="13" creationId="{B5E71C2E-B849-484B-BB76-00752C542FDA}"/>
          </ac:cxnSpMkLst>
        </pc:cxnChg>
      </pc:sldChg>
      <pc:sldChg chg="addSp delSp modSp add mod modNotesTx">
        <pc:chgData name="Ella Vetter" userId="c6918cf5-f6c0-43cc-8499-a1f635017de9" providerId="ADAL" clId="{08F57CDB-8DA3-4590-9460-F1211B13527E}" dt="2020-10-06T02:24:08.779" v="6832" actId="13926"/>
        <pc:sldMkLst>
          <pc:docMk/>
          <pc:sldMk cId="1670718229" sldId="759"/>
        </pc:sldMkLst>
        <pc:spChg chg="mod">
          <ac:chgData name="Ella Vetter" userId="c6918cf5-f6c0-43cc-8499-a1f635017de9" providerId="ADAL" clId="{08F57CDB-8DA3-4590-9460-F1211B13527E}" dt="2020-10-06T02:24:08.779" v="6832" actId="13926"/>
          <ac:spMkLst>
            <pc:docMk/>
            <pc:sldMk cId="1670718229" sldId="759"/>
            <ac:spMk id="2" creationId="{882F4B29-C117-4530-A2FF-2A66B3B330C6}"/>
          </ac:spMkLst>
        </pc:spChg>
        <pc:spChg chg="del">
          <ac:chgData name="Ella Vetter" userId="c6918cf5-f6c0-43cc-8499-a1f635017de9" providerId="ADAL" clId="{08F57CDB-8DA3-4590-9460-F1211B13527E}" dt="2020-10-06T01:46:11.481" v="6677" actId="478"/>
          <ac:spMkLst>
            <pc:docMk/>
            <pc:sldMk cId="1670718229" sldId="759"/>
            <ac:spMk id="3" creationId="{BF567779-EDCD-4BD4-983C-A454AAFEB178}"/>
          </ac:spMkLst>
        </pc:spChg>
        <pc:spChg chg="add mod">
          <ac:chgData name="Ella Vetter" userId="c6918cf5-f6c0-43cc-8499-a1f635017de9" providerId="ADAL" clId="{08F57CDB-8DA3-4590-9460-F1211B13527E}" dt="2020-10-06T01:46:22.368" v="6699" actId="20577"/>
          <ac:spMkLst>
            <pc:docMk/>
            <pc:sldMk cId="1670718229" sldId="759"/>
            <ac:spMk id="4" creationId="{269ADDCE-6845-4F1D-B8CB-AF96C7FEDCE0}"/>
          </ac:spMkLst>
        </pc:spChg>
        <pc:spChg chg="add mod">
          <ac:chgData name="Ella Vetter" userId="c6918cf5-f6c0-43cc-8499-a1f635017de9" providerId="ADAL" clId="{08F57CDB-8DA3-4590-9460-F1211B13527E}" dt="2020-10-06T01:48:43.970" v="6750" actId="1036"/>
          <ac:spMkLst>
            <pc:docMk/>
            <pc:sldMk cId="1670718229" sldId="759"/>
            <ac:spMk id="8" creationId="{37BF986F-21FD-4227-8289-3075202D110B}"/>
          </ac:spMkLst>
        </pc:spChg>
        <pc:spChg chg="add mod">
          <ac:chgData name="Ella Vetter" userId="c6918cf5-f6c0-43cc-8499-a1f635017de9" providerId="ADAL" clId="{08F57CDB-8DA3-4590-9460-F1211B13527E}" dt="2020-10-06T01:48:57.836" v="6758" actId="1036"/>
          <ac:spMkLst>
            <pc:docMk/>
            <pc:sldMk cId="1670718229" sldId="759"/>
            <ac:spMk id="14" creationId="{8BE0D733-5BAD-432B-B33C-65C4EECAC5BE}"/>
          </ac:spMkLst>
        </pc:spChg>
        <pc:picChg chg="add mod">
          <ac:chgData name="Ella Vetter" userId="c6918cf5-f6c0-43cc-8499-a1f635017de9" providerId="ADAL" clId="{08F57CDB-8DA3-4590-9460-F1211B13527E}" dt="2020-10-06T01:49:06.275" v="6763" actId="1037"/>
          <ac:picMkLst>
            <pc:docMk/>
            <pc:sldMk cId="1670718229" sldId="759"/>
            <ac:picMk id="6" creationId="{36E77CC0-B9BE-4051-89FB-FD849F6944AD}"/>
          </ac:picMkLst>
        </pc:picChg>
        <pc:cxnChg chg="add mod">
          <ac:chgData name="Ella Vetter" userId="c6918cf5-f6c0-43cc-8499-a1f635017de9" providerId="ADAL" clId="{08F57CDB-8DA3-4590-9460-F1211B13527E}" dt="2020-10-06T01:49:10.947" v="6764" actId="14100"/>
          <ac:cxnSpMkLst>
            <pc:docMk/>
            <pc:sldMk cId="1670718229" sldId="759"/>
            <ac:cxnSpMk id="9" creationId="{7FF178E1-BE81-4343-A45B-AFCF031B564A}"/>
          </ac:cxnSpMkLst>
        </pc:cxnChg>
        <pc:cxnChg chg="add mod">
          <ac:chgData name="Ella Vetter" userId="c6918cf5-f6c0-43cc-8499-a1f635017de9" providerId="ADAL" clId="{08F57CDB-8DA3-4590-9460-F1211B13527E}" dt="2020-10-06T01:48:59.734" v="6759" actId="1036"/>
          <ac:cxnSpMkLst>
            <pc:docMk/>
            <pc:sldMk cId="1670718229" sldId="759"/>
            <ac:cxnSpMk id="15" creationId="{C865B41D-8338-4EDD-B04B-3461BDF37A40}"/>
          </ac:cxnSpMkLst>
        </pc:cxnChg>
      </pc:sldChg>
      <pc:sldChg chg="addSp modSp add mod modNotesTx">
        <pc:chgData name="Ella Vetter" userId="c6918cf5-f6c0-43cc-8499-a1f635017de9" providerId="ADAL" clId="{08F57CDB-8DA3-4590-9460-F1211B13527E}" dt="2020-10-06T02:24:18.042" v="6839" actId="1035"/>
        <pc:sldMkLst>
          <pc:docMk/>
          <pc:sldMk cId="3871104383" sldId="760"/>
        </pc:sldMkLst>
        <pc:spChg chg="mod">
          <ac:chgData name="Ella Vetter" userId="c6918cf5-f6c0-43cc-8499-a1f635017de9" providerId="ADAL" clId="{08F57CDB-8DA3-4590-9460-F1211B13527E}" dt="2020-10-06T02:24:14.990" v="6833" actId="13926"/>
          <ac:spMkLst>
            <pc:docMk/>
            <pc:sldMk cId="3871104383" sldId="760"/>
            <ac:spMk id="2" creationId="{882F4B29-C117-4530-A2FF-2A66B3B330C6}"/>
          </ac:spMkLst>
        </pc:spChg>
        <pc:spChg chg="mod">
          <ac:chgData name="Ella Vetter" userId="c6918cf5-f6c0-43cc-8499-a1f635017de9" providerId="ADAL" clId="{08F57CDB-8DA3-4590-9460-F1211B13527E}" dt="2020-10-06T02:24:18.042" v="6839" actId="1035"/>
          <ac:spMkLst>
            <pc:docMk/>
            <pc:sldMk cId="3871104383" sldId="760"/>
            <ac:spMk id="4" creationId="{269ADDCE-6845-4F1D-B8CB-AF96C7FEDCE0}"/>
          </ac:spMkLst>
        </pc:spChg>
        <pc:spChg chg="add mod">
          <ac:chgData name="Ella Vetter" userId="c6918cf5-f6c0-43cc-8499-a1f635017de9" providerId="ADAL" clId="{08F57CDB-8DA3-4590-9460-F1211B13527E}" dt="2020-10-06T02:24:18.042" v="6839" actId="1035"/>
          <ac:spMkLst>
            <pc:docMk/>
            <pc:sldMk cId="3871104383" sldId="760"/>
            <ac:spMk id="9" creationId="{59EA7B81-770D-488E-9722-2A828E168401}"/>
          </ac:spMkLst>
        </pc:spChg>
        <pc:picChg chg="add mod">
          <ac:chgData name="Ella Vetter" userId="c6918cf5-f6c0-43cc-8499-a1f635017de9" providerId="ADAL" clId="{08F57CDB-8DA3-4590-9460-F1211B13527E}" dt="2020-10-06T02:24:18.042" v="6839" actId="1035"/>
          <ac:picMkLst>
            <pc:docMk/>
            <pc:sldMk cId="3871104383" sldId="760"/>
            <ac:picMk id="5" creationId="{A46D6C8D-5537-4E39-9CA9-63C3045D19EC}"/>
          </ac:picMkLst>
        </pc:picChg>
        <pc:cxnChg chg="add mod">
          <ac:chgData name="Ella Vetter" userId="c6918cf5-f6c0-43cc-8499-a1f635017de9" providerId="ADAL" clId="{08F57CDB-8DA3-4590-9460-F1211B13527E}" dt="2020-10-06T02:24:18.042" v="6839" actId="1035"/>
          <ac:cxnSpMkLst>
            <pc:docMk/>
            <pc:sldMk cId="3871104383" sldId="760"/>
            <ac:cxnSpMk id="6" creationId="{0A911CFD-E811-4A47-908E-8A1FBEB5C847}"/>
          </ac:cxnSpMkLst>
        </pc:cxnChg>
      </pc:sldChg>
      <pc:sldChg chg="addSp delSp modSp new mod">
        <pc:chgData name="Ella Vetter" userId="c6918cf5-f6c0-43cc-8499-a1f635017de9" providerId="ADAL" clId="{08F57CDB-8DA3-4590-9460-F1211B13527E}" dt="2020-10-06T11:36:52.804" v="7404" actId="20577"/>
        <pc:sldMkLst>
          <pc:docMk/>
          <pc:sldMk cId="1237144645" sldId="761"/>
        </pc:sldMkLst>
        <pc:spChg chg="mod">
          <ac:chgData name="Ella Vetter" userId="c6918cf5-f6c0-43cc-8499-a1f635017de9" providerId="ADAL" clId="{08F57CDB-8DA3-4590-9460-F1211B13527E}" dt="2020-10-06T02:25:20.892" v="6914" actId="13926"/>
          <ac:spMkLst>
            <pc:docMk/>
            <pc:sldMk cId="1237144645" sldId="761"/>
            <ac:spMk id="2" creationId="{E46AF52B-B911-4428-9FD4-CF7CA576C9C4}"/>
          </ac:spMkLst>
        </pc:spChg>
        <pc:spChg chg="del">
          <ac:chgData name="Ella Vetter" userId="c6918cf5-f6c0-43cc-8499-a1f635017de9" providerId="ADAL" clId="{08F57CDB-8DA3-4590-9460-F1211B13527E}" dt="2020-10-06T02:18:48.842" v="6789" actId="478"/>
          <ac:spMkLst>
            <pc:docMk/>
            <pc:sldMk cId="1237144645" sldId="761"/>
            <ac:spMk id="3" creationId="{1C4D191F-A0D2-4A57-8923-D61E3F128984}"/>
          </ac:spMkLst>
        </pc:spChg>
        <pc:spChg chg="add mod">
          <ac:chgData name="Ella Vetter" userId="c6918cf5-f6c0-43cc-8499-a1f635017de9" providerId="ADAL" clId="{08F57CDB-8DA3-4590-9460-F1211B13527E}" dt="2020-10-06T11:36:52.804" v="7404" actId="20577"/>
          <ac:spMkLst>
            <pc:docMk/>
            <pc:sldMk cId="1237144645" sldId="761"/>
            <ac:spMk id="4" creationId="{D4CC7502-71FC-4134-B568-9581CE0F9344}"/>
          </ac:spMkLst>
        </pc:spChg>
        <pc:picChg chg="add mod modCrop">
          <ac:chgData name="Ella Vetter" userId="c6918cf5-f6c0-43cc-8499-a1f635017de9" providerId="ADAL" clId="{08F57CDB-8DA3-4590-9460-F1211B13527E}" dt="2020-10-06T02:25:16.780" v="6913" actId="1036"/>
          <ac:picMkLst>
            <pc:docMk/>
            <pc:sldMk cId="1237144645" sldId="761"/>
            <ac:picMk id="6" creationId="{D8595288-4B1F-4755-B547-C13FEA656A2C}"/>
          </ac:picMkLst>
        </pc:picChg>
      </pc:sldChg>
      <pc:sldChg chg="addSp delSp modSp new mod">
        <pc:chgData name="Ella Vetter" userId="c6918cf5-f6c0-43cc-8499-a1f635017de9" providerId="ADAL" clId="{08F57CDB-8DA3-4590-9460-F1211B13527E}" dt="2020-10-07T01:03:38.520" v="8536" actId="13926"/>
        <pc:sldMkLst>
          <pc:docMk/>
          <pc:sldMk cId="2620124364" sldId="762"/>
        </pc:sldMkLst>
        <pc:spChg chg="mod">
          <ac:chgData name="Ella Vetter" userId="c6918cf5-f6c0-43cc-8499-a1f635017de9" providerId="ADAL" clId="{08F57CDB-8DA3-4590-9460-F1211B13527E}" dt="2020-10-07T01:03:38.520" v="8536" actId="13926"/>
          <ac:spMkLst>
            <pc:docMk/>
            <pc:sldMk cId="2620124364" sldId="762"/>
            <ac:spMk id="2" creationId="{F7E3E8A9-C9A7-4E9B-8A7F-1D50F62C990E}"/>
          </ac:spMkLst>
        </pc:spChg>
        <pc:spChg chg="del">
          <ac:chgData name="Ella Vetter" userId="c6918cf5-f6c0-43cc-8499-a1f635017de9" providerId="ADAL" clId="{08F57CDB-8DA3-4590-9460-F1211B13527E}" dt="2020-10-06T02:34:11.209" v="6930" actId="478"/>
          <ac:spMkLst>
            <pc:docMk/>
            <pc:sldMk cId="2620124364" sldId="762"/>
            <ac:spMk id="3" creationId="{705B788F-152E-4AFA-8F69-5EB714CF9BB5}"/>
          </ac:spMkLst>
        </pc:spChg>
        <pc:spChg chg="add mod">
          <ac:chgData name="Ella Vetter" userId="c6918cf5-f6c0-43cc-8499-a1f635017de9" providerId="ADAL" clId="{08F57CDB-8DA3-4590-9460-F1211B13527E}" dt="2020-10-06T02:34:37.479" v="6957" actId="20577"/>
          <ac:spMkLst>
            <pc:docMk/>
            <pc:sldMk cId="2620124364" sldId="762"/>
            <ac:spMk id="6" creationId="{3C92255F-1CC6-4AF9-81BA-0ACD5356447F}"/>
          </ac:spMkLst>
        </pc:spChg>
        <pc:picChg chg="add del mod">
          <ac:chgData name="Ella Vetter" userId="c6918cf5-f6c0-43cc-8499-a1f635017de9" providerId="ADAL" clId="{08F57CDB-8DA3-4590-9460-F1211B13527E}" dt="2020-10-06T02:34:23.990" v="6933" actId="478"/>
          <ac:picMkLst>
            <pc:docMk/>
            <pc:sldMk cId="2620124364" sldId="762"/>
            <ac:picMk id="5" creationId="{6D3C6D6A-7FCB-4D8A-9156-AABE17780DAF}"/>
          </ac:picMkLst>
        </pc:picChg>
        <pc:picChg chg="add mod">
          <ac:chgData name="Ella Vetter" userId="c6918cf5-f6c0-43cc-8499-a1f635017de9" providerId="ADAL" clId="{08F57CDB-8DA3-4590-9460-F1211B13527E}" dt="2020-10-06T02:35:49.874" v="6978" actId="1035"/>
          <ac:picMkLst>
            <pc:docMk/>
            <pc:sldMk cId="2620124364" sldId="762"/>
            <ac:picMk id="8" creationId="{C9336125-0F0B-4D01-81F4-815ABD06139B}"/>
          </ac:picMkLst>
        </pc:picChg>
      </pc:sldChg>
      <pc:sldChg chg="addSp delSp modSp new mod">
        <pc:chgData name="Ella Vetter" userId="c6918cf5-f6c0-43cc-8499-a1f635017de9" providerId="ADAL" clId="{08F57CDB-8DA3-4590-9460-F1211B13527E}" dt="2020-10-07T01:03:44.839" v="8537"/>
        <pc:sldMkLst>
          <pc:docMk/>
          <pc:sldMk cId="1308643664" sldId="763"/>
        </pc:sldMkLst>
        <pc:spChg chg="mod">
          <ac:chgData name="Ella Vetter" userId="c6918cf5-f6c0-43cc-8499-a1f635017de9" providerId="ADAL" clId="{08F57CDB-8DA3-4590-9460-F1211B13527E}" dt="2020-10-07T01:03:44.839" v="8537"/>
          <ac:spMkLst>
            <pc:docMk/>
            <pc:sldMk cId="1308643664" sldId="763"/>
            <ac:spMk id="2" creationId="{E0B3032F-AD8A-4E1F-9C39-8BB559B2CC10}"/>
          </ac:spMkLst>
        </pc:spChg>
        <pc:spChg chg="del">
          <ac:chgData name="Ella Vetter" userId="c6918cf5-f6c0-43cc-8499-a1f635017de9" providerId="ADAL" clId="{08F57CDB-8DA3-4590-9460-F1211B13527E}" dt="2020-10-06T02:37:20.179" v="6979" actId="478"/>
          <ac:spMkLst>
            <pc:docMk/>
            <pc:sldMk cId="1308643664" sldId="763"/>
            <ac:spMk id="3" creationId="{B80C8DAA-1213-41F4-A7D5-AA122C1FC887}"/>
          </ac:spMkLst>
        </pc:spChg>
        <pc:spChg chg="add mod">
          <ac:chgData name="Ella Vetter" userId="c6918cf5-f6c0-43cc-8499-a1f635017de9" providerId="ADAL" clId="{08F57CDB-8DA3-4590-9460-F1211B13527E}" dt="2020-10-06T02:38:18.338" v="6994" actId="20577"/>
          <ac:spMkLst>
            <pc:docMk/>
            <pc:sldMk cId="1308643664" sldId="763"/>
            <ac:spMk id="9" creationId="{74026793-C92C-4E17-92E8-4D981927C113}"/>
          </ac:spMkLst>
        </pc:spChg>
        <pc:grpChg chg="add del mod">
          <ac:chgData name="Ella Vetter" userId="c6918cf5-f6c0-43cc-8499-a1f635017de9" providerId="ADAL" clId="{08F57CDB-8DA3-4590-9460-F1211B13527E}" dt="2020-10-07T00:17:03.568" v="8013" actId="478"/>
          <ac:grpSpMkLst>
            <pc:docMk/>
            <pc:sldMk cId="1308643664" sldId="763"/>
            <ac:grpSpMk id="8" creationId="{559E1384-6B8C-4300-8BE3-8DB2D2A2A99B}"/>
          </ac:grpSpMkLst>
        </pc:grpChg>
        <pc:grpChg chg="add mod">
          <ac:chgData name="Ella Vetter" userId="c6918cf5-f6c0-43cc-8499-a1f635017de9" providerId="ADAL" clId="{08F57CDB-8DA3-4590-9460-F1211B13527E}" dt="2020-10-07T00:17:35.793" v="8030" actId="14100"/>
          <ac:grpSpMkLst>
            <pc:docMk/>
            <pc:sldMk cId="1308643664" sldId="763"/>
            <ac:grpSpMk id="11" creationId="{A8D0E884-5C2F-475A-993E-50414F29F2F6}"/>
          </ac:grpSpMkLst>
        </pc:grpChg>
        <pc:picChg chg="add mod modCrop">
          <ac:chgData name="Ella Vetter" userId="c6918cf5-f6c0-43cc-8499-a1f635017de9" providerId="ADAL" clId="{08F57CDB-8DA3-4590-9460-F1211B13527E}" dt="2020-10-07T00:17:27.044" v="8027" actId="164"/>
          <ac:picMkLst>
            <pc:docMk/>
            <pc:sldMk cId="1308643664" sldId="763"/>
            <ac:picMk id="4" creationId="{634916C7-3A7A-4EE0-A008-63EAE774050F}"/>
          </ac:picMkLst>
        </pc:picChg>
        <pc:picChg chg="add mod modCrop">
          <ac:chgData name="Ella Vetter" userId="c6918cf5-f6c0-43cc-8499-a1f635017de9" providerId="ADAL" clId="{08F57CDB-8DA3-4590-9460-F1211B13527E}" dt="2020-10-06T02:37:30.825" v="6986" actId="164"/>
          <ac:picMkLst>
            <pc:docMk/>
            <pc:sldMk cId="1308643664" sldId="763"/>
            <ac:picMk id="5" creationId="{9A9CAE99-9201-4B7A-BAFD-7348AFBE9487}"/>
          </ac:picMkLst>
        </pc:picChg>
        <pc:picChg chg="add mod modCrop">
          <ac:chgData name="Ella Vetter" userId="c6918cf5-f6c0-43cc-8499-a1f635017de9" providerId="ADAL" clId="{08F57CDB-8DA3-4590-9460-F1211B13527E}" dt="2020-10-07T00:17:27.044" v="8027" actId="164"/>
          <ac:picMkLst>
            <pc:docMk/>
            <pc:sldMk cId="1308643664" sldId="763"/>
            <ac:picMk id="6" creationId="{73A30131-1DF7-4414-B8E3-81FFBAEF1F22}"/>
          </ac:picMkLst>
        </pc:picChg>
        <pc:picChg chg="add mod modCrop">
          <ac:chgData name="Ella Vetter" userId="c6918cf5-f6c0-43cc-8499-a1f635017de9" providerId="ADAL" clId="{08F57CDB-8DA3-4590-9460-F1211B13527E}" dt="2020-10-06T02:37:30.825" v="6986" actId="164"/>
          <ac:picMkLst>
            <pc:docMk/>
            <pc:sldMk cId="1308643664" sldId="763"/>
            <ac:picMk id="7" creationId="{113A05A5-D219-489C-94AF-A5B267C0AFB5}"/>
          </ac:picMkLst>
        </pc:picChg>
      </pc:sldChg>
      <pc:sldChg chg="addSp delSp modSp add mod">
        <pc:chgData name="Ella Vetter" userId="c6918cf5-f6c0-43cc-8499-a1f635017de9" providerId="ADAL" clId="{08F57CDB-8DA3-4590-9460-F1211B13527E}" dt="2020-10-07T01:03:57.851" v="8542"/>
        <pc:sldMkLst>
          <pc:docMk/>
          <pc:sldMk cId="3846912395" sldId="764"/>
        </pc:sldMkLst>
        <pc:spChg chg="mod">
          <ac:chgData name="Ella Vetter" userId="c6918cf5-f6c0-43cc-8499-a1f635017de9" providerId="ADAL" clId="{08F57CDB-8DA3-4590-9460-F1211B13527E}" dt="2020-10-07T01:03:57.851" v="8542"/>
          <ac:spMkLst>
            <pc:docMk/>
            <pc:sldMk cId="3846912395" sldId="764"/>
            <ac:spMk id="2" creationId="{E0B3032F-AD8A-4E1F-9C39-8BB559B2CC10}"/>
          </ac:spMkLst>
        </pc:spChg>
        <pc:spChg chg="del">
          <ac:chgData name="Ella Vetter" userId="c6918cf5-f6c0-43cc-8499-a1f635017de9" providerId="ADAL" clId="{08F57CDB-8DA3-4590-9460-F1211B13527E}" dt="2020-10-06T02:44:36.656" v="7055" actId="478"/>
          <ac:spMkLst>
            <pc:docMk/>
            <pc:sldMk cId="3846912395" sldId="764"/>
            <ac:spMk id="3" creationId="{B80C8DAA-1213-41F4-A7D5-AA122C1FC887}"/>
          </ac:spMkLst>
        </pc:spChg>
        <pc:spChg chg="add mod">
          <ac:chgData name="Ella Vetter" userId="c6918cf5-f6c0-43cc-8499-a1f635017de9" providerId="ADAL" clId="{08F57CDB-8DA3-4590-9460-F1211B13527E}" dt="2020-10-07T00:15:09.929" v="8011" actId="14100"/>
          <ac:spMkLst>
            <pc:docMk/>
            <pc:sldMk cId="3846912395" sldId="764"/>
            <ac:spMk id="6" creationId="{064151C2-E63D-4738-83A3-631AEBB4AAA8}"/>
          </ac:spMkLst>
        </pc:spChg>
        <pc:spChg chg="add del">
          <ac:chgData name="Ella Vetter" userId="c6918cf5-f6c0-43cc-8499-a1f635017de9" providerId="ADAL" clId="{08F57CDB-8DA3-4590-9460-F1211B13527E}" dt="2020-10-07T01:03:55.716" v="8541" actId="22"/>
          <ac:spMkLst>
            <pc:docMk/>
            <pc:sldMk cId="3846912395" sldId="764"/>
            <ac:spMk id="7" creationId="{CA217834-12CF-4E59-A89A-D5B9BBE19A44}"/>
          </ac:spMkLst>
        </pc:spChg>
        <pc:graphicFrameChg chg="add mod modGraphic">
          <ac:chgData name="Ella Vetter" userId="c6918cf5-f6c0-43cc-8499-a1f635017de9" providerId="ADAL" clId="{08F57CDB-8DA3-4590-9460-F1211B13527E}" dt="2020-10-07T00:15:11.867" v="8012" actId="14100"/>
          <ac:graphicFrameMkLst>
            <pc:docMk/>
            <pc:sldMk cId="3846912395" sldId="764"/>
            <ac:graphicFrameMk id="5" creationId="{660A4687-FEF8-4488-B7E1-27FB5C779D1B}"/>
          </ac:graphicFrameMkLst>
        </pc:graphicFrameChg>
      </pc:sldChg>
      <pc:sldChg chg="addSp delSp modSp add mod modNotesTx">
        <pc:chgData name="Ella Vetter" userId="c6918cf5-f6c0-43cc-8499-a1f635017de9" providerId="ADAL" clId="{08F57CDB-8DA3-4590-9460-F1211B13527E}" dt="2020-10-07T01:04:03.142" v="8544"/>
        <pc:sldMkLst>
          <pc:docMk/>
          <pc:sldMk cId="3572176800" sldId="765"/>
        </pc:sldMkLst>
        <pc:spChg chg="mod">
          <ac:chgData name="Ella Vetter" userId="c6918cf5-f6c0-43cc-8499-a1f635017de9" providerId="ADAL" clId="{08F57CDB-8DA3-4590-9460-F1211B13527E}" dt="2020-10-07T01:04:03.142" v="8544"/>
          <ac:spMkLst>
            <pc:docMk/>
            <pc:sldMk cId="3572176800" sldId="765"/>
            <ac:spMk id="2" creationId="{E0B3032F-AD8A-4E1F-9C39-8BB559B2CC10}"/>
          </ac:spMkLst>
        </pc:spChg>
        <pc:spChg chg="del">
          <ac:chgData name="Ella Vetter" userId="c6918cf5-f6c0-43cc-8499-a1f635017de9" providerId="ADAL" clId="{08F57CDB-8DA3-4590-9460-F1211B13527E}" dt="2020-10-06T02:49:29.609" v="7113" actId="478"/>
          <ac:spMkLst>
            <pc:docMk/>
            <pc:sldMk cId="3572176800" sldId="765"/>
            <ac:spMk id="3" creationId="{B80C8DAA-1213-41F4-A7D5-AA122C1FC887}"/>
          </ac:spMkLst>
        </pc:spChg>
        <pc:spChg chg="add del mod">
          <ac:chgData name="Ella Vetter" userId="c6918cf5-f6c0-43cc-8499-a1f635017de9" providerId="ADAL" clId="{08F57CDB-8DA3-4590-9460-F1211B13527E}" dt="2020-10-06T02:49:28.005" v="7112"/>
          <ac:spMkLst>
            <pc:docMk/>
            <pc:sldMk cId="3572176800" sldId="765"/>
            <ac:spMk id="4" creationId="{C966F03F-E98E-4C69-A300-ADB4A81B00CB}"/>
          </ac:spMkLst>
        </pc:spChg>
        <pc:spChg chg="add mod">
          <ac:chgData name="Ella Vetter" userId="c6918cf5-f6c0-43cc-8499-a1f635017de9" providerId="ADAL" clId="{08F57CDB-8DA3-4590-9460-F1211B13527E}" dt="2020-10-07T01:01:35.869" v="8488" actId="1036"/>
          <ac:spMkLst>
            <pc:docMk/>
            <pc:sldMk cId="3572176800" sldId="765"/>
            <ac:spMk id="5" creationId="{73695B27-0F94-465C-9716-C3A8B6A99522}"/>
          </ac:spMkLst>
        </pc:spChg>
        <pc:spChg chg="add mod">
          <ac:chgData name="Ella Vetter" userId="c6918cf5-f6c0-43cc-8499-a1f635017de9" providerId="ADAL" clId="{08F57CDB-8DA3-4590-9460-F1211B13527E}" dt="2020-10-07T01:01:35.869" v="8488" actId="1036"/>
          <ac:spMkLst>
            <pc:docMk/>
            <pc:sldMk cId="3572176800" sldId="765"/>
            <ac:spMk id="13" creationId="{FF6290C4-8C49-4635-AFB8-A697CB6CA057}"/>
          </ac:spMkLst>
        </pc:spChg>
        <pc:spChg chg="add mod">
          <ac:chgData name="Ella Vetter" userId="c6918cf5-f6c0-43cc-8499-a1f635017de9" providerId="ADAL" clId="{08F57CDB-8DA3-4590-9460-F1211B13527E}" dt="2020-10-07T01:01:35.869" v="8488" actId="1036"/>
          <ac:spMkLst>
            <pc:docMk/>
            <pc:sldMk cId="3572176800" sldId="765"/>
            <ac:spMk id="15" creationId="{0CEDD41E-3B78-40CC-8AFB-F5BBB2300C64}"/>
          </ac:spMkLst>
        </pc:spChg>
        <pc:picChg chg="add mod">
          <ac:chgData name="Ella Vetter" userId="c6918cf5-f6c0-43cc-8499-a1f635017de9" providerId="ADAL" clId="{08F57CDB-8DA3-4590-9460-F1211B13527E}" dt="2020-10-07T01:01:35.869" v="8488" actId="1036"/>
          <ac:picMkLst>
            <pc:docMk/>
            <pc:sldMk cId="3572176800" sldId="765"/>
            <ac:picMk id="7" creationId="{95BF2665-F530-4C69-80BD-7643A3E4F64C}"/>
          </ac:picMkLst>
        </pc:picChg>
        <pc:cxnChg chg="add mod">
          <ac:chgData name="Ella Vetter" userId="c6918cf5-f6c0-43cc-8499-a1f635017de9" providerId="ADAL" clId="{08F57CDB-8DA3-4590-9460-F1211B13527E}" dt="2020-10-07T01:01:35.869" v="8488" actId="1036"/>
          <ac:cxnSpMkLst>
            <pc:docMk/>
            <pc:sldMk cId="3572176800" sldId="765"/>
            <ac:cxnSpMk id="8" creationId="{17F0CF3A-8745-4384-A9E6-C2183428AD14}"/>
          </ac:cxnSpMkLst>
        </pc:cxnChg>
        <pc:cxnChg chg="add mod">
          <ac:chgData name="Ella Vetter" userId="c6918cf5-f6c0-43cc-8499-a1f635017de9" providerId="ADAL" clId="{08F57CDB-8DA3-4590-9460-F1211B13527E}" dt="2020-10-07T01:01:35.869" v="8488" actId="1036"/>
          <ac:cxnSpMkLst>
            <pc:docMk/>
            <pc:sldMk cId="3572176800" sldId="765"/>
            <ac:cxnSpMk id="16" creationId="{982BA0BE-EB65-40E3-8DBE-64ED07EBD62D}"/>
          </ac:cxnSpMkLst>
        </pc:cxnChg>
      </pc:sldChg>
      <pc:sldChg chg="addSp delSp modSp add mod modNotesTx">
        <pc:chgData name="Ella Vetter" userId="c6918cf5-f6c0-43cc-8499-a1f635017de9" providerId="ADAL" clId="{08F57CDB-8DA3-4590-9460-F1211B13527E}" dt="2020-10-07T01:04:06.369" v="8545"/>
        <pc:sldMkLst>
          <pc:docMk/>
          <pc:sldMk cId="2385888708" sldId="766"/>
        </pc:sldMkLst>
        <pc:spChg chg="mod">
          <ac:chgData name="Ella Vetter" userId="c6918cf5-f6c0-43cc-8499-a1f635017de9" providerId="ADAL" clId="{08F57CDB-8DA3-4590-9460-F1211B13527E}" dt="2020-10-07T01:04:06.369" v="8545"/>
          <ac:spMkLst>
            <pc:docMk/>
            <pc:sldMk cId="2385888708" sldId="766"/>
            <ac:spMk id="2" creationId="{E0B3032F-AD8A-4E1F-9C39-8BB559B2CC10}"/>
          </ac:spMkLst>
        </pc:spChg>
        <pc:spChg chg="del">
          <ac:chgData name="Ella Vetter" userId="c6918cf5-f6c0-43cc-8499-a1f635017de9" providerId="ADAL" clId="{08F57CDB-8DA3-4590-9460-F1211B13527E}" dt="2020-10-06T03:04:29.417" v="7247" actId="478"/>
          <ac:spMkLst>
            <pc:docMk/>
            <pc:sldMk cId="2385888708" sldId="766"/>
            <ac:spMk id="3" creationId="{B80C8DAA-1213-41F4-A7D5-AA122C1FC887}"/>
          </ac:spMkLst>
        </pc:spChg>
        <pc:spChg chg="add del mod">
          <ac:chgData name="Ella Vetter" userId="c6918cf5-f6c0-43cc-8499-a1f635017de9" providerId="ADAL" clId="{08F57CDB-8DA3-4590-9460-F1211B13527E}" dt="2020-10-06T03:04:28.477" v="7246"/>
          <ac:spMkLst>
            <pc:docMk/>
            <pc:sldMk cId="2385888708" sldId="766"/>
            <ac:spMk id="4" creationId="{000F5C6E-B9DC-4AAC-A5BD-F58C1F20D4F1}"/>
          </ac:spMkLst>
        </pc:spChg>
        <pc:spChg chg="add mod">
          <ac:chgData name="Ella Vetter" userId="c6918cf5-f6c0-43cc-8499-a1f635017de9" providerId="ADAL" clId="{08F57CDB-8DA3-4590-9460-F1211B13527E}" dt="2020-10-06T03:10:02.378" v="7356" actId="14100"/>
          <ac:spMkLst>
            <pc:docMk/>
            <pc:sldMk cId="2385888708" sldId="766"/>
            <ac:spMk id="5" creationId="{EFCC1334-91AB-4599-AB70-87A63DEEBC43}"/>
          </ac:spMkLst>
        </pc:spChg>
        <pc:spChg chg="add mod">
          <ac:chgData name="Ella Vetter" userId="c6918cf5-f6c0-43cc-8499-a1f635017de9" providerId="ADAL" clId="{08F57CDB-8DA3-4590-9460-F1211B13527E}" dt="2020-10-07T00:22:52.146" v="8192" actId="14100"/>
          <ac:spMkLst>
            <pc:docMk/>
            <pc:sldMk cId="2385888708" sldId="766"/>
            <ac:spMk id="7" creationId="{69F7972B-FDDE-4155-940E-12D84DD86D44}"/>
          </ac:spMkLst>
        </pc:spChg>
        <pc:spChg chg="add mod">
          <ac:chgData name="Ella Vetter" userId="c6918cf5-f6c0-43cc-8499-a1f635017de9" providerId="ADAL" clId="{08F57CDB-8DA3-4590-9460-F1211B13527E}" dt="2020-10-07T00:22:45.310" v="8190" actId="1036"/>
          <ac:spMkLst>
            <pc:docMk/>
            <pc:sldMk cId="2385888708" sldId="766"/>
            <ac:spMk id="9" creationId="{0B1023AE-39A6-4092-9CA9-CA8FD551AA61}"/>
          </ac:spMkLst>
        </pc:spChg>
        <pc:spChg chg="add mod">
          <ac:chgData name="Ella Vetter" userId="c6918cf5-f6c0-43cc-8499-a1f635017de9" providerId="ADAL" clId="{08F57CDB-8DA3-4590-9460-F1211B13527E}" dt="2020-10-07T00:22:54.847" v="8193" actId="14100"/>
          <ac:spMkLst>
            <pc:docMk/>
            <pc:sldMk cId="2385888708" sldId="766"/>
            <ac:spMk id="11" creationId="{1E88CCA1-254D-4D25-B224-E6E0ABCC0A20}"/>
          </ac:spMkLst>
        </pc:spChg>
        <pc:picChg chg="add mod">
          <ac:chgData name="Ella Vetter" userId="c6918cf5-f6c0-43cc-8499-a1f635017de9" providerId="ADAL" clId="{08F57CDB-8DA3-4590-9460-F1211B13527E}" dt="2020-10-07T00:18:45.979" v="8034" actId="1076"/>
          <ac:picMkLst>
            <pc:docMk/>
            <pc:sldMk cId="2385888708" sldId="766"/>
            <ac:picMk id="4" creationId="{D5CE87DE-9056-46B1-BD53-99D65B958F08}"/>
          </ac:picMkLst>
        </pc:picChg>
        <pc:cxnChg chg="add mod">
          <ac:chgData name="Ella Vetter" userId="c6918cf5-f6c0-43cc-8499-a1f635017de9" providerId="ADAL" clId="{08F57CDB-8DA3-4590-9460-F1211B13527E}" dt="2020-10-07T00:21:30.996" v="8157" actId="14100"/>
          <ac:cxnSpMkLst>
            <pc:docMk/>
            <pc:sldMk cId="2385888708" sldId="766"/>
            <ac:cxnSpMk id="12" creationId="{2D6178B4-F4CB-454C-8F23-3B0931ECA88D}"/>
          </ac:cxnSpMkLst>
        </pc:cxnChg>
        <pc:cxnChg chg="add mod">
          <ac:chgData name="Ella Vetter" userId="c6918cf5-f6c0-43cc-8499-a1f635017de9" providerId="ADAL" clId="{08F57CDB-8DA3-4590-9460-F1211B13527E}" dt="2020-10-07T00:22:37.353" v="8187" actId="1036"/>
          <ac:cxnSpMkLst>
            <pc:docMk/>
            <pc:sldMk cId="2385888708" sldId="766"/>
            <ac:cxnSpMk id="14" creationId="{C81F23EF-F6EA-44D7-A21E-F1051C691815}"/>
          </ac:cxnSpMkLst>
        </pc:cxnChg>
        <pc:cxnChg chg="add mod">
          <ac:chgData name="Ella Vetter" userId="c6918cf5-f6c0-43cc-8499-a1f635017de9" providerId="ADAL" clId="{08F57CDB-8DA3-4590-9460-F1211B13527E}" dt="2020-10-07T00:22:27.084" v="8184" actId="14100"/>
          <ac:cxnSpMkLst>
            <pc:docMk/>
            <pc:sldMk cId="2385888708" sldId="766"/>
            <ac:cxnSpMk id="16" creationId="{D6AFC420-C67F-4440-83D0-7AC97EE5838B}"/>
          </ac:cxnSpMkLst>
        </pc:cxnChg>
        <pc:cxnChg chg="add mod">
          <ac:chgData name="Ella Vetter" userId="c6918cf5-f6c0-43cc-8499-a1f635017de9" providerId="ADAL" clId="{08F57CDB-8DA3-4590-9460-F1211B13527E}" dt="2020-10-07T00:22:30.474" v="8185" actId="208"/>
          <ac:cxnSpMkLst>
            <pc:docMk/>
            <pc:sldMk cId="2385888708" sldId="766"/>
            <ac:cxnSpMk id="18" creationId="{7C91AFE1-6849-42ED-BD2A-6730D47B4813}"/>
          </ac:cxnSpMkLst>
        </pc:cxnChg>
      </pc:sldChg>
      <pc:sldChg chg="addSp delSp modSp add mod">
        <pc:chgData name="Ella Vetter" userId="c6918cf5-f6c0-43cc-8499-a1f635017de9" providerId="ADAL" clId="{08F57CDB-8DA3-4590-9460-F1211B13527E}" dt="2020-10-09T17:14:22.613" v="9422" actId="20577"/>
        <pc:sldMkLst>
          <pc:docMk/>
          <pc:sldMk cId="1112559693" sldId="767"/>
        </pc:sldMkLst>
        <pc:spChg chg="mod">
          <ac:chgData name="Ella Vetter" userId="c6918cf5-f6c0-43cc-8499-a1f635017de9" providerId="ADAL" clId="{08F57CDB-8DA3-4590-9460-F1211B13527E}" dt="2020-10-07T01:03:47.372" v="8538"/>
          <ac:spMkLst>
            <pc:docMk/>
            <pc:sldMk cId="1112559693" sldId="767"/>
            <ac:spMk id="2" creationId="{BB1C3331-585E-4EF2-B637-AE231AF0736A}"/>
          </ac:spMkLst>
        </pc:spChg>
        <pc:spChg chg="mod">
          <ac:chgData name="Ella Vetter" userId="c6918cf5-f6c0-43cc-8499-a1f635017de9" providerId="ADAL" clId="{08F57CDB-8DA3-4590-9460-F1211B13527E}" dt="2020-10-09T17:14:22.613" v="9422" actId="20577"/>
          <ac:spMkLst>
            <pc:docMk/>
            <pc:sldMk cId="1112559693" sldId="767"/>
            <ac:spMk id="9" creationId="{D13DA46D-CD64-490C-80E5-4DDD30392637}"/>
          </ac:spMkLst>
        </pc:spChg>
        <pc:picChg chg="del">
          <ac:chgData name="Ella Vetter" userId="c6918cf5-f6c0-43cc-8499-a1f635017de9" providerId="ADAL" clId="{08F57CDB-8DA3-4590-9460-F1211B13527E}" dt="2020-10-06T02:43:56.662" v="7053" actId="478"/>
          <ac:picMkLst>
            <pc:docMk/>
            <pc:sldMk cId="1112559693" sldId="767"/>
            <ac:picMk id="4" creationId="{63F80E38-6ECB-4886-B717-3E483C8742A8}"/>
          </ac:picMkLst>
        </pc:picChg>
        <pc:picChg chg="add mod modCrop">
          <ac:chgData name="Ella Vetter" userId="c6918cf5-f6c0-43cc-8499-a1f635017de9" providerId="ADAL" clId="{08F57CDB-8DA3-4590-9460-F1211B13527E}" dt="2020-10-06T03:09:42.743" v="7355" actId="1036"/>
          <ac:picMkLst>
            <pc:docMk/>
            <pc:sldMk cId="1112559693" sldId="767"/>
            <ac:picMk id="5" creationId="{0819CC7C-FB30-4C7D-B6DD-4ECB937C42F7}"/>
          </ac:picMkLst>
        </pc:picChg>
        <pc:picChg chg="del">
          <ac:chgData name="Ella Vetter" userId="c6918cf5-f6c0-43cc-8499-a1f635017de9" providerId="ADAL" clId="{08F57CDB-8DA3-4590-9460-F1211B13527E}" dt="2020-10-06T02:43:56.662" v="7053" actId="478"/>
          <ac:picMkLst>
            <pc:docMk/>
            <pc:sldMk cId="1112559693" sldId="767"/>
            <ac:picMk id="6" creationId="{FF79B2AF-5F6F-4AE2-B421-98DB8D4083BE}"/>
          </ac:picMkLst>
        </pc:picChg>
        <pc:picChg chg="del">
          <ac:chgData name="Ella Vetter" userId="c6918cf5-f6c0-43cc-8499-a1f635017de9" providerId="ADAL" clId="{08F57CDB-8DA3-4590-9460-F1211B13527E}" dt="2020-10-06T02:43:56.662" v="7053" actId="478"/>
          <ac:picMkLst>
            <pc:docMk/>
            <pc:sldMk cId="1112559693" sldId="767"/>
            <ac:picMk id="8" creationId="{8F7A29DA-77A8-4E31-BE5E-8AD0490B1039}"/>
          </ac:picMkLst>
        </pc:picChg>
        <pc:picChg chg="add mod">
          <ac:chgData name="Ella Vetter" userId="c6918cf5-f6c0-43cc-8499-a1f635017de9" providerId="ADAL" clId="{08F57CDB-8DA3-4590-9460-F1211B13527E}" dt="2020-10-06T03:09:42.743" v="7355" actId="1036"/>
          <ac:picMkLst>
            <pc:docMk/>
            <pc:sldMk cId="1112559693" sldId="767"/>
            <ac:picMk id="10" creationId="{0A302796-0106-4867-8A8B-40039B3D0318}"/>
          </ac:picMkLst>
        </pc:picChg>
        <pc:picChg chg="add mod modCrop">
          <ac:chgData name="Ella Vetter" userId="c6918cf5-f6c0-43cc-8499-a1f635017de9" providerId="ADAL" clId="{08F57CDB-8DA3-4590-9460-F1211B13527E}" dt="2020-10-06T03:09:42.743" v="7355" actId="1036"/>
          <ac:picMkLst>
            <pc:docMk/>
            <pc:sldMk cId="1112559693" sldId="767"/>
            <ac:picMk id="12" creationId="{84AB249C-BCA4-45B5-9EFD-3B28ECA16BA4}"/>
          </ac:picMkLst>
        </pc:picChg>
      </pc:sldChg>
      <pc:sldChg chg="addSp delSp modSp add mod">
        <pc:chgData name="Ella Vetter" userId="c6918cf5-f6c0-43cc-8499-a1f635017de9" providerId="ADAL" clId="{08F57CDB-8DA3-4590-9460-F1211B13527E}" dt="2020-10-07T01:03:50.731" v="8539"/>
        <pc:sldMkLst>
          <pc:docMk/>
          <pc:sldMk cId="3678281176" sldId="768"/>
        </pc:sldMkLst>
        <pc:spChg chg="mod">
          <ac:chgData name="Ella Vetter" userId="c6918cf5-f6c0-43cc-8499-a1f635017de9" providerId="ADAL" clId="{08F57CDB-8DA3-4590-9460-F1211B13527E}" dt="2020-10-07T01:03:50.731" v="8539"/>
          <ac:spMkLst>
            <pc:docMk/>
            <pc:sldMk cId="3678281176" sldId="768"/>
            <ac:spMk id="2" creationId="{A0156B7B-178A-4850-ABFC-AB2E3C52C83C}"/>
          </ac:spMkLst>
        </pc:spChg>
        <pc:spChg chg="mod">
          <ac:chgData name="Ella Vetter" userId="c6918cf5-f6c0-43cc-8499-a1f635017de9" providerId="ADAL" clId="{08F57CDB-8DA3-4590-9460-F1211B13527E}" dt="2020-10-06T03:05:59.518" v="7278" actId="207"/>
          <ac:spMkLst>
            <pc:docMk/>
            <pc:sldMk cId="3678281176" sldId="768"/>
            <ac:spMk id="4" creationId="{E67F6EB8-7EFF-4FFA-B2F7-88264B3094B6}"/>
          </ac:spMkLst>
        </pc:spChg>
        <pc:picChg chg="add mod">
          <ac:chgData name="Ella Vetter" userId="c6918cf5-f6c0-43cc-8499-a1f635017de9" providerId="ADAL" clId="{08F57CDB-8DA3-4590-9460-F1211B13527E}" dt="2020-10-06T02:43:15.149" v="7018" actId="1076"/>
          <ac:picMkLst>
            <pc:docMk/>
            <pc:sldMk cId="3678281176" sldId="768"/>
            <ac:picMk id="5" creationId="{0CCD9694-8A20-4258-A0F2-E2CBF0B45E82}"/>
          </ac:picMkLst>
        </pc:picChg>
        <pc:picChg chg="del">
          <ac:chgData name="Ella Vetter" userId="c6918cf5-f6c0-43cc-8499-a1f635017de9" providerId="ADAL" clId="{08F57CDB-8DA3-4590-9460-F1211B13527E}" dt="2020-10-06T02:40:37.462" v="7016" actId="478"/>
          <ac:picMkLst>
            <pc:docMk/>
            <pc:sldMk cId="3678281176" sldId="768"/>
            <ac:picMk id="6" creationId="{4EB7E265-68FC-4475-8CE1-158861375819}"/>
          </ac:picMkLst>
        </pc:picChg>
      </pc:sldChg>
      <pc:sldChg chg="addSp delSp modSp add mod">
        <pc:chgData name="Ella Vetter" userId="c6918cf5-f6c0-43cc-8499-a1f635017de9" providerId="ADAL" clId="{08F57CDB-8DA3-4590-9460-F1211B13527E}" dt="2020-10-09T17:14:49.473" v="9428" actId="1035"/>
        <pc:sldMkLst>
          <pc:docMk/>
          <pc:sldMk cId="2219643322" sldId="769"/>
        </pc:sldMkLst>
        <pc:spChg chg="mod">
          <ac:chgData name="Ella Vetter" userId="c6918cf5-f6c0-43cc-8499-a1f635017de9" providerId="ADAL" clId="{08F57CDB-8DA3-4590-9460-F1211B13527E}" dt="2020-10-07T01:04:09.175" v="8546"/>
          <ac:spMkLst>
            <pc:docMk/>
            <pc:sldMk cId="2219643322" sldId="769"/>
            <ac:spMk id="2" creationId="{E0B3032F-AD8A-4E1F-9C39-8BB559B2CC10}"/>
          </ac:spMkLst>
        </pc:spChg>
        <pc:spChg chg="del">
          <ac:chgData name="Ella Vetter" userId="c6918cf5-f6c0-43cc-8499-a1f635017de9" providerId="ADAL" clId="{08F57CDB-8DA3-4590-9460-F1211B13527E}" dt="2020-10-06T11:36:08.200" v="7357" actId="478"/>
          <ac:spMkLst>
            <pc:docMk/>
            <pc:sldMk cId="2219643322" sldId="769"/>
            <ac:spMk id="3" creationId="{B80C8DAA-1213-41F4-A7D5-AA122C1FC887}"/>
          </ac:spMkLst>
        </pc:spChg>
        <pc:spChg chg="add mod">
          <ac:chgData name="Ella Vetter" userId="c6918cf5-f6c0-43cc-8499-a1f635017de9" providerId="ADAL" clId="{08F57CDB-8DA3-4590-9460-F1211B13527E}" dt="2020-10-06T11:37:01.873" v="7437" actId="20577"/>
          <ac:spMkLst>
            <pc:docMk/>
            <pc:sldMk cId="2219643322" sldId="769"/>
            <ac:spMk id="4" creationId="{E513A9D9-48BF-4AAE-8241-C6BD621BE490}"/>
          </ac:spMkLst>
        </pc:spChg>
        <pc:picChg chg="add mod modCrop">
          <ac:chgData name="Ella Vetter" userId="c6918cf5-f6c0-43cc-8499-a1f635017de9" providerId="ADAL" clId="{08F57CDB-8DA3-4590-9460-F1211B13527E}" dt="2020-10-09T17:14:49.473" v="9428" actId="1035"/>
          <ac:picMkLst>
            <pc:docMk/>
            <pc:sldMk cId="2219643322" sldId="769"/>
            <ac:picMk id="6" creationId="{51A8A057-1701-418C-8C91-F5411ADC25DA}"/>
          </ac:picMkLst>
        </pc:picChg>
      </pc:sldChg>
      <pc:sldChg chg="addSp delSp modSp add mod">
        <pc:chgData name="Ella Vetter" userId="c6918cf5-f6c0-43cc-8499-a1f635017de9" providerId="ADAL" clId="{08F57CDB-8DA3-4590-9460-F1211B13527E}" dt="2020-10-07T01:04:12.178" v="8547"/>
        <pc:sldMkLst>
          <pc:docMk/>
          <pc:sldMk cId="1940613998" sldId="770"/>
        </pc:sldMkLst>
        <pc:spChg chg="mod">
          <ac:chgData name="Ella Vetter" userId="c6918cf5-f6c0-43cc-8499-a1f635017de9" providerId="ADAL" clId="{08F57CDB-8DA3-4590-9460-F1211B13527E}" dt="2020-10-07T01:04:12.178" v="8547"/>
          <ac:spMkLst>
            <pc:docMk/>
            <pc:sldMk cId="1940613998" sldId="770"/>
            <ac:spMk id="2" creationId="{E0B3032F-AD8A-4E1F-9C39-8BB559B2CC10}"/>
          </ac:spMkLst>
        </pc:spChg>
        <pc:spChg chg="del">
          <ac:chgData name="Ella Vetter" userId="c6918cf5-f6c0-43cc-8499-a1f635017de9" providerId="ADAL" clId="{08F57CDB-8DA3-4590-9460-F1211B13527E}" dt="2020-10-06T11:37:52.430" v="7444" actId="478"/>
          <ac:spMkLst>
            <pc:docMk/>
            <pc:sldMk cId="1940613998" sldId="770"/>
            <ac:spMk id="3" creationId="{B80C8DAA-1213-41F4-A7D5-AA122C1FC887}"/>
          </ac:spMkLst>
        </pc:spChg>
        <pc:spChg chg="add mod">
          <ac:chgData name="Ella Vetter" userId="c6918cf5-f6c0-43cc-8499-a1f635017de9" providerId="ADAL" clId="{08F57CDB-8DA3-4590-9460-F1211B13527E}" dt="2020-10-06T11:38:30.203" v="7457" actId="20577"/>
          <ac:spMkLst>
            <pc:docMk/>
            <pc:sldMk cId="1940613998" sldId="770"/>
            <ac:spMk id="4" creationId="{22449FAD-B84D-4956-B432-D6972FA8F059}"/>
          </ac:spMkLst>
        </pc:spChg>
        <pc:picChg chg="add mod">
          <ac:chgData name="Ella Vetter" userId="c6918cf5-f6c0-43cc-8499-a1f635017de9" providerId="ADAL" clId="{08F57CDB-8DA3-4590-9460-F1211B13527E}" dt="2020-10-06T11:39:50.111" v="7461" actId="1076"/>
          <ac:picMkLst>
            <pc:docMk/>
            <pc:sldMk cId="1940613998" sldId="770"/>
            <ac:picMk id="6" creationId="{789683E4-3417-43A6-B734-57E607F4DADA}"/>
          </ac:picMkLst>
        </pc:picChg>
      </pc:sldChg>
      <pc:sldChg chg="add del">
        <pc:chgData name="Ella Vetter" userId="c6918cf5-f6c0-43cc-8499-a1f635017de9" providerId="ADAL" clId="{08F57CDB-8DA3-4590-9460-F1211B13527E}" dt="2020-10-06T03:06:57.611" v="7299" actId="47"/>
        <pc:sldMkLst>
          <pc:docMk/>
          <pc:sldMk cId="1693220221" sldId="771"/>
        </pc:sldMkLst>
      </pc:sldChg>
      <pc:sldChg chg="addSp delSp modSp add mod">
        <pc:chgData name="Ella Vetter" userId="c6918cf5-f6c0-43cc-8499-a1f635017de9" providerId="ADAL" clId="{08F57CDB-8DA3-4590-9460-F1211B13527E}" dt="2020-10-09T17:15:17.368" v="9429" actId="20577"/>
        <pc:sldMkLst>
          <pc:docMk/>
          <pc:sldMk cId="3364816582" sldId="771"/>
        </pc:sldMkLst>
        <pc:spChg chg="mod">
          <ac:chgData name="Ella Vetter" userId="c6918cf5-f6c0-43cc-8499-a1f635017de9" providerId="ADAL" clId="{08F57CDB-8DA3-4590-9460-F1211B13527E}" dt="2020-10-07T01:04:15.541" v="8548"/>
          <ac:spMkLst>
            <pc:docMk/>
            <pc:sldMk cId="3364816582" sldId="771"/>
            <ac:spMk id="2" creationId="{E0B3032F-AD8A-4E1F-9C39-8BB559B2CC10}"/>
          </ac:spMkLst>
        </pc:spChg>
        <pc:spChg chg="add mod">
          <ac:chgData name="Ella Vetter" userId="c6918cf5-f6c0-43cc-8499-a1f635017de9" providerId="ADAL" clId="{08F57CDB-8DA3-4590-9460-F1211B13527E}" dt="2020-10-09T17:15:17.368" v="9429" actId="20577"/>
          <ac:spMkLst>
            <pc:docMk/>
            <pc:sldMk cId="3364816582" sldId="771"/>
            <ac:spMk id="3" creationId="{A6628CAF-B301-4127-8AAA-1A01BA0F579E}"/>
          </ac:spMkLst>
        </pc:spChg>
        <pc:picChg chg="add del mod">
          <ac:chgData name="Ella Vetter" userId="c6918cf5-f6c0-43cc-8499-a1f635017de9" providerId="ADAL" clId="{08F57CDB-8DA3-4590-9460-F1211B13527E}" dt="2020-10-07T00:44:56.722" v="8256" actId="478"/>
          <ac:picMkLst>
            <pc:docMk/>
            <pc:sldMk cId="3364816582" sldId="771"/>
            <ac:picMk id="5" creationId="{8B9EF33F-F43E-4567-A0D3-FB4695A6AEB2}"/>
          </ac:picMkLst>
        </pc:picChg>
        <pc:picChg chg="add mod">
          <ac:chgData name="Ella Vetter" userId="c6918cf5-f6c0-43cc-8499-a1f635017de9" providerId="ADAL" clId="{08F57CDB-8DA3-4590-9460-F1211B13527E}" dt="2020-10-07T00:48:53.567" v="8293" actId="1036"/>
          <ac:picMkLst>
            <pc:docMk/>
            <pc:sldMk cId="3364816582" sldId="771"/>
            <ac:picMk id="7" creationId="{94310FEA-6B3B-4DCC-B7FB-730B5302F66E}"/>
          </ac:picMkLst>
        </pc:picChg>
      </pc:sldChg>
      <pc:sldChg chg="add del">
        <pc:chgData name="Ella Vetter" userId="c6918cf5-f6c0-43cc-8499-a1f635017de9" providerId="ADAL" clId="{08F57CDB-8DA3-4590-9460-F1211B13527E}" dt="2020-10-06T11:42:14.810" v="7553" actId="47"/>
        <pc:sldMkLst>
          <pc:docMk/>
          <pc:sldMk cId="2675631780" sldId="772"/>
        </pc:sldMkLst>
      </pc:sldChg>
      <pc:sldChg chg="add del">
        <pc:chgData name="Ella Vetter" userId="c6918cf5-f6c0-43cc-8499-a1f635017de9" providerId="ADAL" clId="{08F57CDB-8DA3-4590-9460-F1211B13527E}" dt="2020-10-06T11:42:15.449" v="7554" actId="47"/>
        <pc:sldMkLst>
          <pc:docMk/>
          <pc:sldMk cId="1766528485" sldId="773"/>
        </pc:sldMkLst>
      </pc:sldChg>
      <pc:sldChg chg="add del">
        <pc:chgData name="Ella Vetter" userId="c6918cf5-f6c0-43cc-8499-a1f635017de9" providerId="ADAL" clId="{08F57CDB-8DA3-4590-9460-F1211B13527E}" dt="2020-10-06T11:42:00.598" v="7546"/>
        <pc:sldMkLst>
          <pc:docMk/>
          <pc:sldMk cId="1786177803" sldId="774"/>
        </pc:sldMkLst>
      </pc:sldChg>
      <pc:sldChg chg="addSp delSp modSp add mod">
        <pc:chgData name="Ella Vetter" userId="c6918cf5-f6c0-43cc-8499-a1f635017de9" providerId="ADAL" clId="{08F57CDB-8DA3-4590-9460-F1211B13527E}" dt="2020-10-07T01:04:27.302" v="8553"/>
        <pc:sldMkLst>
          <pc:docMk/>
          <pc:sldMk cId="3681665512" sldId="774"/>
        </pc:sldMkLst>
        <pc:spChg chg="mod">
          <ac:chgData name="Ella Vetter" userId="c6918cf5-f6c0-43cc-8499-a1f635017de9" providerId="ADAL" clId="{08F57CDB-8DA3-4590-9460-F1211B13527E}" dt="2020-10-07T01:04:27.302" v="8553"/>
          <ac:spMkLst>
            <pc:docMk/>
            <pc:sldMk cId="3681665512" sldId="774"/>
            <ac:spMk id="2" creationId="{8625A589-7267-41B4-B9DB-EF78B99EE41C}"/>
          </ac:spMkLst>
        </pc:spChg>
        <pc:spChg chg="mod">
          <ac:chgData name="Ella Vetter" userId="c6918cf5-f6c0-43cc-8499-a1f635017de9" providerId="ADAL" clId="{08F57CDB-8DA3-4590-9460-F1211B13527E}" dt="2020-10-06T11:42:26.221" v="7555" actId="20577"/>
          <ac:spMkLst>
            <pc:docMk/>
            <pc:sldMk cId="3681665512" sldId="774"/>
            <ac:spMk id="6" creationId="{DBF0BF03-BEE8-4830-837A-BDEB885B7D16}"/>
          </ac:spMkLst>
        </pc:spChg>
        <pc:spChg chg="add del">
          <ac:chgData name="Ella Vetter" userId="c6918cf5-f6c0-43cc-8499-a1f635017de9" providerId="ADAL" clId="{08F57CDB-8DA3-4590-9460-F1211B13527E}" dt="2020-10-07T01:04:25.586" v="8552" actId="22"/>
          <ac:spMkLst>
            <pc:docMk/>
            <pc:sldMk cId="3681665512" sldId="774"/>
            <ac:spMk id="8" creationId="{E04A062C-4988-4C78-86CE-E8BBD127BD12}"/>
          </ac:spMkLst>
        </pc:spChg>
        <pc:grpChg chg="add mod">
          <ac:chgData name="Ella Vetter" userId="c6918cf5-f6c0-43cc-8499-a1f635017de9" providerId="ADAL" clId="{08F57CDB-8DA3-4590-9460-F1211B13527E}" dt="2020-10-06T11:46:08.257" v="7609" actId="14100"/>
          <ac:grpSpMkLst>
            <pc:docMk/>
            <pc:sldMk cId="3681665512" sldId="774"/>
            <ac:grpSpMk id="9" creationId="{C1435903-48B4-49A4-9F31-C7C0AC3889EB}"/>
          </ac:grpSpMkLst>
        </pc:grpChg>
        <pc:picChg chg="add mod modCrop">
          <ac:chgData name="Ella Vetter" userId="c6918cf5-f6c0-43cc-8499-a1f635017de9" providerId="ADAL" clId="{08F57CDB-8DA3-4590-9460-F1211B13527E}" dt="2020-10-06T11:45:59.827" v="7605" actId="164"/>
          <ac:picMkLst>
            <pc:docMk/>
            <pc:sldMk cId="3681665512" sldId="774"/>
            <ac:picMk id="4" creationId="{EE4CF6A3-AF92-460F-AB91-F13F38D8A677}"/>
          </ac:picMkLst>
        </pc:picChg>
        <pc:picChg chg="add mod modCrop">
          <ac:chgData name="Ella Vetter" userId="c6918cf5-f6c0-43cc-8499-a1f635017de9" providerId="ADAL" clId="{08F57CDB-8DA3-4590-9460-F1211B13527E}" dt="2020-10-06T11:45:59.827" v="7605" actId="164"/>
          <ac:picMkLst>
            <pc:docMk/>
            <pc:sldMk cId="3681665512" sldId="774"/>
            <ac:picMk id="5" creationId="{4ECE0775-0165-4BA4-9491-4126F36E765B}"/>
          </ac:picMkLst>
        </pc:picChg>
        <pc:picChg chg="add del">
          <ac:chgData name="Ella Vetter" userId="c6918cf5-f6c0-43cc-8499-a1f635017de9" providerId="ADAL" clId="{08F57CDB-8DA3-4590-9460-F1211B13527E}" dt="2020-10-06T11:44:50.453" v="7592" actId="478"/>
          <ac:picMkLst>
            <pc:docMk/>
            <pc:sldMk cId="3681665512" sldId="774"/>
            <ac:picMk id="8" creationId="{70719997-39CE-4D67-98D3-19E00B9A2018}"/>
          </ac:picMkLst>
        </pc:picChg>
      </pc:sldChg>
      <pc:sldChg chg="addSp delSp modSp new mod">
        <pc:chgData name="Ella Vetter" userId="c6918cf5-f6c0-43cc-8499-a1f635017de9" providerId="ADAL" clId="{08F57CDB-8DA3-4590-9460-F1211B13527E}" dt="2020-10-07T01:04:30.482" v="8554"/>
        <pc:sldMkLst>
          <pc:docMk/>
          <pc:sldMk cId="1211670714" sldId="775"/>
        </pc:sldMkLst>
        <pc:spChg chg="mod">
          <ac:chgData name="Ella Vetter" userId="c6918cf5-f6c0-43cc-8499-a1f635017de9" providerId="ADAL" clId="{08F57CDB-8DA3-4590-9460-F1211B13527E}" dt="2020-10-07T01:04:30.482" v="8554"/>
          <ac:spMkLst>
            <pc:docMk/>
            <pc:sldMk cId="1211670714" sldId="775"/>
            <ac:spMk id="2" creationId="{7DC22B26-19E3-41ED-87F9-193BF2F39014}"/>
          </ac:spMkLst>
        </pc:spChg>
        <pc:spChg chg="del mod">
          <ac:chgData name="Ella Vetter" userId="c6918cf5-f6c0-43cc-8499-a1f635017de9" providerId="ADAL" clId="{08F57CDB-8DA3-4590-9460-F1211B13527E}" dt="2020-10-06T11:48:47.033" v="7673" actId="478"/>
          <ac:spMkLst>
            <pc:docMk/>
            <pc:sldMk cId="1211670714" sldId="775"/>
            <ac:spMk id="3" creationId="{EE438D61-C025-4CD2-9FA3-01F27759D884}"/>
          </ac:spMkLst>
        </pc:spChg>
        <pc:spChg chg="add del mod">
          <ac:chgData name="Ella Vetter" userId="c6918cf5-f6c0-43cc-8499-a1f635017de9" providerId="ADAL" clId="{08F57CDB-8DA3-4590-9460-F1211B13527E}" dt="2020-10-06T11:48:49.118" v="7676" actId="478"/>
          <ac:spMkLst>
            <pc:docMk/>
            <pc:sldMk cId="1211670714" sldId="775"/>
            <ac:spMk id="5" creationId="{86AB607B-BAB2-4E40-97E0-55747809FAD9}"/>
          </ac:spMkLst>
        </pc:spChg>
        <pc:spChg chg="add del mod">
          <ac:chgData name="Ella Vetter" userId="c6918cf5-f6c0-43cc-8499-a1f635017de9" providerId="ADAL" clId="{08F57CDB-8DA3-4590-9460-F1211B13527E}" dt="2020-10-06T11:48:48.178" v="7675"/>
          <ac:spMkLst>
            <pc:docMk/>
            <pc:sldMk cId="1211670714" sldId="775"/>
            <ac:spMk id="6" creationId="{77EF602B-8D27-435B-8743-F683058F933F}"/>
          </ac:spMkLst>
        </pc:spChg>
        <pc:spChg chg="add mod">
          <ac:chgData name="Ella Vetter" userId="c6918cf5-f6c0-43cc-8499-a1f635017de9" providerId="ADAL" clId="{08F57CDB-8DA3-4590-9460-F1211B13527E}" dt="2020-10-07T00:56:33.214" v="8443" actId="20577"/>
          <ac:spMkLst>
            <pc:docMk/>
            <pc:sldMk cId="1211670714" sldId="775"/>
            <ac:spMk id="7" creationId="{D511F9D6-F0EA-4708-BC76-71E51112AF9B}"/>
          </ac:spMkLst>
        </pc:spChg>
        <pc:picChg chg="add mod">
          <ac:chgData name="Ella Vetter" userId="c6918cf5-f6c0-43cc-8499-a1f635017de9" providerId="ADAL" clId="{08F57CDB-8DA3-4590-9460-F1211B13527E}" dt="2020-10-07T00:58:43.278" v="8447" actId="1076"/>
          <ac:picMkLst>
            <pc:docMk/>
            <pc:sldMk cId="1211670714" sldId="775"/>
            <ac:picMk id="4" creationId="{82D9612B-F07D-4B27-92C7-9F7D0E07FDDB}"/>
          </ac:picMkLst>
        </pc:picChg>
      </pc:sldChg>
      <pc:sldChg chg="modSp add mod">
        <pc:chgData name="Ella Vetter" userId="c6918cf5-f6c0-43cc-8499-a1f635017de9" providerId="ADAL" clId="{08F57CDB-8DA3-4590-9460-F1211B13527E}" dt="2020-10-07T01:04:00.477" v="8543"/>
        <pc:sldMkLst>
          <pc:docMk/>
          <pc:sldMk cId="834343463" sldId="776"/>
        </pc:sldMkLst>
        <pc:spChg chg="mod">
          <ac:chgData name="Ella Vetter" userId="c6918cf5-f6c0-43cc-8499-a1f635017de9" providerId="ADAL" clId="{08F57CDB-8DA3-4590-9460-F1211B13527E}" dt="2020-10-07T01:04:00.477" v="8543"/>
          <ac:spMkLst>
            <pc:docMk/>
            <pc:sldMk cId="834343463" sldId="776"/>
            <ac:spMk id="2" creationId="{E0B3032F-AD8A-4E1F-9C39-8BB559B2CC10}"/>
          </ac:spMkLst>
        </pc:spChg>
        <pc:spChg chg="mod">
          <ac:chgData name="Ella Vetter" userId="c6918cf5-f6c0-43cc-8499-a1f635017de9" providerId="ADAL" clId="{08F57CDB-8DA3-4590-9460-F1211B13527E}" dt="2020-10-07T00:14:44.399" v="8004" actId="1036"/>
          <ac:spMkLst>
            <pc:docMk/>
            <pc:sldMk cId="834343463" sldId="776"/>
            <ac:spMk id="6" creationId="{064151C2-E63D-4738-83A3-631AEBB4AAA8}"/>
          </ac:spMkLst>
        </pc:spChg>
        <pc:graphicFrameChg chg="mod modGraphic">
          <ac:chgData name="Ella Vetter" userId="c6918cf5-f6c0-43cc-8499-a1f635017de9" providerId="ADAL" clId="{08F57CDB-8DA3-4590-9460-F1211B13527E}" dt="2020-10-07T00:15:02.581" v="8010" actId="1035"/>
          <ac:graphicFrameMkLst>
            <pc:docMk/>
            <pc:sldMk cId="834343463" sldId="776"/>
            <ac:graphicFrameMk id="5" creationId="{660A4687-FEF8-4488-B7E1-27FB5C779D1B}"/>
          </ac:graphicFrameMkLst>
        </pc:graphicFrameChg>
      </pc:sldChg>
      <pc:sldChg chg="addSp modSp add mod">
        <pc:chgData name="Ella Vetter" userId="c6918cf5-f6c0-43cc-8499-a1f635017de9" providerId="ADAL" clId="{08F57CDB-8DA3-4590-9460-F1211B13527E}" dt="2020-10-09T17:15:21.609" v="9430" actId="20577"/>
        <pc:sldMkLst>
          <pc:docMk/>
          <pc:sldMk cId="4212682746" sldId="777"/>
        </pc:sldMkLst>
        <pc:spChg chg="mod">
          <ac:chgData name="Ella Vetter" userId="c6918cf5-f6c0-43cc-8499-a1f635017de9" providerId="ADAL" clId="{08F57CDB-8DA3-4590-9460-F1211B13527E}" dt="2020-10-07T01:04:18.511" v="8549"/>
          <ac:spMkLst>
            <pc:docMk/>
            <pc:sldMk cId="4212682746" sldId="777"/>
            <ac:spMk id="2" creationId="{E0B3032F-AD8A-4E1F-9C39-8BB559B2CC10}"/>
          </ac:spMkLst>
        </pc:spChg>
        <pc:spChg chg="mod">
          <ac:chgData name="Ella Vetter" userId="c6918cf5-f6c0-43cc-8499-a1f635017de9" providerId="ADAL" clId="{08F57CDB-8DA3-4590-9460-F1211B13527E}" dt="2020-10-09T17:15:21.609" v="9430" actId="20577"/>
          <ac:spMkLst>
            <pc:docMk/>
            <pc:sldMk cId="4212682746" sldId="777"/>
            <ac:spMk id="3" creationId="{A6628CAF-B301-4127-8AAA-1A01BA0F579E}"/>
          </ac:spMkLst>
        </pc:spChg>
        <pc:picChg chg="add mod">
          <ac:chgData name="Ella Vetter" userId="c6918cf5-f6c0-43cc-8499-a1f635017de9" providerId="ADAL" clId="{08F57CDB-8DA3-4590-9460-F1211B13527E}" dt="2020-10-07T01:02:47.098" v="8531" actId="1036"/>
          <ac:picMkLst>
            <pc:docMk/>
            <pc:sldMk cId="4212682746" sldId="777"/>
            <ac:picMk id="5" creationId="{67B10B3E-F464-4106-A230-1E13C6A2943E}"/>
          </ac:picMkLst>
        </pc:picChg>
      </pc:sldChg>
      <pc:sldChg chg="addSp modSp add mod">
        <pc:chgData name="Ella Vetter" userId="c6918cf5-f6c0-43cc-8499-a1f635017de9" providerId="ADAL" clId="{08F57CDB-8DA3-4590-9460-F1211B13527E}" dt="2020-10-09T17:15:25.635" v="9431" actId="20577"/>
        <pc:sldMkLst>
          <pc:docMk/>
          <pc:sldMk cId="1166181766" sldId="778"/>
        </pc:sldMkLst>
        <pc:spChg chg="mod">
          <ac:chgData name="Ella Vetter" userId="c6918cf5-f6c0-43cc-8499-a1f635017de9" providerId="ADAL" clId="{08F57CDB-8DA3-4590-9460-F1211B13527E}" dt="2020-10-07T01:04:21.128" v="8550"/>
          <ac:spMkLst>
            <pc:docMk/>
            <pc:sldMk cId="1166181766" sldId="778"/>
            <ac:spMk id="2" creationId="{E0B3032F-AD8A-4E1F-9C39-8BB559B2CC10}"/>
          </ac:spMkLst>
        </pc:spChg>
        <pc:spChg chg="mod">
          <ac:chgData name="Ella Vetter" userId="c6918cf5-f6c0-43cc-8499-a1f635017de9" providerId="ADAL" clId="{08F57CDB-8DA3-4590-9460-F1211B13527E}" dt="2020-10-09T17:15:25.635" v="9431" actId="20577"/>
          <ac:spMkLst>
            <pc:docMk/>
            <pc:sldMk cId="1166181766" sldId="778"/>
            <ac:spMk id="3" creationId="{A6628CAF-B301-4127-8AAA-1A01BA0F579E}"/>
          </ac:spMkLst>
        </pc:spChg>
        <pc:picChg chg="add mod">
          <ac:chgData name="Ella Vetter" userId="c6918cf5-f6c0-43cc-8499-a1f635017de9" providerId="ADAL" clId="{08F57CDB-8DA3-4590-9460-F1211B13527E}" dt="2020-10-07T01:02:44.791" v="8529" actId="1076"/>
          <ac:picMkLst>
            <pc:docMk/>
            <pc:sldMk cId="1166181766" sldId="778"/>
            <ac:picMk id="5" creationId="{E90303B7-CE4C-40B8-ACD4-45AEE1779425}"/>
          </ac:picMkLst>
        </pc:picChg>
      </pc:sldChg>
      <pc:sldChg chg="addSp delSp modSp new mod">
        <pc:chgData name="Ella Vetter" userId="c6918cf5-f6c0-43cc-8499-a1f635017de9" providerId="ADAL" clId="{08F57CDB-8DA3-4590-9460-F1211B13527E}" dt="2020-10-07T01:34:34.215" v="9041" actId="13926"/>
        <pc:sldMkLst>
          <pc:docMk/>
          <pc:sldMk cId="2431544129" sldId="779"/>
        </pc:sldMkLst>
        <pc:spChg chg="mod">
          <ac:chgData name="Ella Vetter" userId="c6918cf5-f6c0-43cc-8499-a1f635017de9" providerId="ADAL" clId="{08F57CDB-8DA3-4590-9460-F1211B13527E}" dt="2020-10-07T01:34:34.215" v="9041" actId="13926"/>
          <ac:spMkLst>
            <pc:docMk/>
            <pc:sldMk cId="2431544129" sldId="779"/>
            <ac:spMk id="2" creationId="{6B51031F-AE91-4314-8000-D5D443CCDDE6}"/>
          </ac:spMkLst>
        </pc:spChg>
        <pc:spChg chg="del">
          <ac:chgData name="Ella Vetter" userId="c6918cf5-f6c0-43cc-8499-a1f635017de9" providerId="ADAL" clId="{08F57CDB-8DA3-4590-9460-F1211B13527E}" dt="2020-10-07T01:06:51.343" v="8564" actId="478"/>
          <ac:spMkLst>
            <pc:docMk/>
            <pc:sldMk cId="2431544129" sldId="779"/>
            <ac:spMk id="3" creationId="{B13D0AE6-8B69-4489-8D96-D0EEB5D356C3}"/>
          </ac:spMkLst>
        </pc:spChg>
        <pc:spChg chg="add mod">
          <ac:chgData name="Ella Vetter" userId="c6918cf5-f6c0-43cc-8499-a1f635017de9" providerId="ADAL" clId="{08F57CDB-8DA3-4590-9460-F1211B13527E}" dt="2020-10-07T01:07:15.296" v="8609" actId="20577"/>
          <ac:spMkLst>
            <pc:docMk/>
            <pc:sldMk cId="2431544129" sldId="779"/>
            <ac:spMk id="4" creationId="{E3A3791C-3D20-464E-AEFB-B1A62BCF125B}"/>
          </ac:spMkLst>
        </pc:spChg>
        <pc:grpChg chg="add mod">
          <ac:chgData name="Ella Vetter" userId="c6918cf5-f6c0-43cc-8499-a1f635017de9" providerId="ADAL" clId="{08F57CDB-8DA3-4590-9460-F1211B13527E}" dt="2020-10-07T01:08:16.370" v="8621" actId="1076"/>
          <ac:grpSpMkLst>
            <pc:docMk/>
            <pc:sldMk cId="2431544129" sldId="779"/>
            <ac:grpSpMk id="9" creationId="{6BB91C33-0788-41EE-8465-F5B8B22E8039}"/>
          </ac:grpSpMkLst>
        </pc:grpChg>
        <pc:picChg chg="add mod modCrop">
          <ac:chgData name="Ella Vetter" userId="c6918cf5-f6c0-43cc-8499-a1f635017de9" providerId="ADAL" clId="{08F57CDB-8DA3-4590-9460-F1211B13527E}" dt="2020-10-07T01:08:12.705" v="8619" actId="164"/>
          <ac:picMkLst>
            <pc:docMk/>
            <pc:sldMk cId="2431544129" sldId="779"/>
            <ac:picMk id="6" creationId="{E467B298-FB8D-4B3A-B3CA-C45157DDDFA4}"/>
          </ac:picMkLst>
        </pc:picChg>
        <pc:picChg chg="add mod modCrop">
          <ac:chgData name="Ella Vetter" userId="c6918cf5-f6c0-43cc-8499-a1f635017de9" providerId="ADAL" clId="{08F57CDB-8DA3-4590-9460-F1211B13527E}" dt="2020-10-07T01:08:12.705" v="8619" actId="164"/>
          <ac:picMkLst>
            <pc:docMk/>
            <pc:sldMk cId="2431544129" sldId="779"/>
            <ac:picMk id="8" creationId="{E4460343-F252-4970-9CE2-183BBA9DC565}"/>
          </ac:picMkLst>
        </pc:picChg>
      </pc:sldChg>
      <pc:sldChg chg="addSp delSp modSp add mod">
        <pc:chgData name="Ella Vetter" userId="c6918cf5-f6c0-43cc-8499-a1f635017de9" providerId="ADAL" clId="{08F57CDB-8DA3-4590-9460-F1211B13527E}" dt="2020-10-07T01:34:46.723" v="9042" actId="13926"/>
        <pc:sldMkLst>
          <pc:docMk/>
          <pc:sldMk cId="4292436408" sldId="780"/>
        </pc:sldMkLst>
        <pc:spChg chg="mod">
          <ac:chgData name="Ella Vetter" userId="c6918cf5-f6c0-43cc-8499-a1f635017de9" providerId="ADAL" clId="{08F57CDB-8DA3-4590-9460-F1211B13527E}" dt="2020-10-07T01:34:46.723" v="9042" actId="13926"/>
          <ac:spMkLst>
            <pc:docMk/>
            <pc:sldMk cId="4292436408" sldId="780"/>
            <ac:spMk id="2" creationId="{6B51031F-AE91-4314-8000-D5D443CCDDE6}"/>
          </ac:spMkLst>
        </pc:spChg>
        <pc:spChg chg="add mod">
          <ac:chgData name="Ella Vetter" userId="c6918cf5-f6c0-43cc-8499-a1f635017de9" providerId="ADAL" clId="{08F57CDB-8DA3-4590-9460-F1211B13527E}" dt="2020-10-07T01:10:01.430" v="8670" actId="207"/>
          <ac:spMkLst>
            <pc:docMk/>
            <pc:sldMk cId="4292436408" sldId="780"/>
            <ac:spMk id="3" creationId="{31A36B73-D109-4D80-BA6A-7F4A3DEFF475}"/>
          </ac:spMkLst>
        </pc:spChg>
        <pc:grpChg chg="add mod">
          <ac:chgData name="Ella Vetter" userId="c6918cf5-f6c0-43cc-8499-a1f635017de9" providerId="ADAL" clId="{08F57CDB-8DA3-4590-9460-F1211B13527E}" dt="2020-10-07T01:11:01.830" v="8681" actId="14100"/>
          <ac:grpSpMkLst>
            <pc:docMk/>
            <pc:sldMk cId="4292436408" sldId="780"/>
            <ac:grpSpMk id="10" creationId="{D8320827-70BE-4638-8AE0-46AAEE2734D7}"/>
          </ac:grpSpMkLst>
        </pc:grpChg>
        <pc:picChg chg="add del">
          <ac:chgData name="Ella Vetter" userId="c6918cf5-f6c0-43cc-8499-a1f635017de9" providerId="ADAL" clId="{08F57CDB-8DA3-4590-9460-F1211B13527E}" dt="2020-10-07T01:10:49.467" v="8676" actId="478"/>
          <ac:picMkLst>
            <pc:docMk/>
            <pc:sldMk cId="4292436408" sldId="780"/>
            <ac:picMk id="5" creationId="{85AC0C93-5DDC-4721-924B-0915D4214FDB}"/>
          </ac:picMkLst>
        </pc:picChg>
        <pc:picChg chg="add mod modCrop">
          <ac:chgData name="Ella Vetter" userId="c6918cf5-f6c0-43cc-8499-a1f635017de9" providerId="ADAL" clId="{08F57CDB-8DA3-4590-9460-F1211B13527E}" dt="2020-10-07T01:10:57.010" v="8679" actId="164"/>
          <ac:picMkLst>
            <pc:docMk/>
            <pc:sldMk cId="4292436408" sldId="780"/>
            <ac:picMk id="7" creationId="{83034580-B14A-465C-83B3-F62469744052}"/>
          </ac:picMkLst>
        </pc:picChg>
        <pc:picChg chg="add mod modCrop">
          <ac:chgData name="Ella Vetter" userId="c6918cf5-f6c0-43cc-8499-a1f635017de9" providerId="ADAL" clId="{08F57CDB-8DA3-4590-9460-F1211B13527E}" dt="2020-10-07T01:10:57.010" v="8679" actId="164"/>
          <ac:picMkLst>
            <pc:docMk/>
            <pc:sldMk cId="4292436408" sldId="780"/>
            <ac:picMk id="9" creationId="{F112D8F5-B5BC-4233-8A01-B64997A6A03E}"/>
          </ac:picMkLst>
        </pc:picChg>
      </pc:sldChg>
      <pc:sldChg chg="addSp delSp modSp add mod">
        <pc:chgData name="Ella Vetter" userId="c6918cf5-f6c0-43cc-8499-a1f635017de9" providerId="ADAL" clId="{08F57CDB-8DA3-4590-9460-F1211B13527E}" dt="2020-10-07T01:34:50.473" v="9043" actId="13926"/>
        <pc:sldMkLst>
          <pc:docMk/>
          <pc:sldMk cId="2285694295" sldId="781"/>
        </pc:sldMkLst>
        <pc:spChg chg="mod">
          <ac:chgData name="Ella Vetter" userId="c6918cf5-f6c0-43cc-8499-a1f635017de9" providerId="ADAL" clId="{08F57CDB-8DA3-4590-9460-F1211B13527E}" dt="2020-10-07T01:34:50.473" v="9043" actId="13926"/>
          <ac:spMkLst>
            <pc:docMk/>
            <pc:sldMk cId="2285694295" sldId="781"/>
            <ac:spMk id="2" creationId="{6B51031F-AE91-4314-8000-D5D443CCDDE6}"/>
          </ac:spMkLst>
        </pc:spChg>
        <pc:spChg chg="add mod">
          <ac:chgData name="Ella Vetter" userId="c6918cf5-f6c0-43cc-8499-a1f635017de9" providerId="ADAL" clId="{08F57CDB-8DA3-4590-9460-F1211B13527E}" dt="2020-10-07T01:19:01.580" v="8754" actId="2710"/>
          <ac:spMkLst>
            <pc:docMk/>
            <pc:sldMk cId="2285694295" sldId="781"/>
            <ac:spMk id="3" creationId="{840D0B74-4CF4-41D1-B2E4-76571A1C1A49}"/>
          </ac:spMkLst>
        </pc:spChg>
        <pc:grpChg chg="add del mod">
          <ac:chgData name="Ella Vetter" userId="c6918cf5-f6c0-43cc-8499-a1f635017de9" providerId="ADAL" clId="{08F57CDB-8DA3-4590-9460-F1211B13527E}" dt="2020-10-07T01:18:48.618" v="8748" actId="478"/>
          <ac:grpSpMkLst>
            <pc:docMk/>
            <pc:sldMk cId="2285694295" sldId="781"/>
            <ac:grpSpMk id="10" creationId="{2B232ACC-7981-4A21-B916-29664ECF6094}"/>
          </ac:grpSpMkLst>
        </pc:grpChg>
        <pc:grpChg chg="add mod">
          <ac:chgData name="Ella Vetter" userId="c6918cf5-f6c0-43cc-8499-a1f635017de9" providerId="ADAL" clId="{08F57CDB-8DA3-4590-9460-F1211B13527E}" dt="2020-10-07T01:20:53.143" v="8776" actId="1076"/>
          <ac:grpSpMkLst>
            <pc:docMk/>
            <pc:sldMk cId="2285694295" sldId="781"/>
            <ac:grpSpMk id="15" creationId="{70CBD31E-3C1E-47DB-918A-6CC17E1DE931}"/>
          </ac:grpSpMkLst>
        </pc:grpChg>
        <pc:picChg chg="add del mod modCrop">
          <ac:chgData name="Ella Vetter" userId="c6918cf5-f6c0-43cc-8499-a1f635017de9" providerId="ADAL" clId="{08F57CDB-8DA3-4590-9460-F1211B13527E}" dt="2020-10-07T01:17:46.860" v="8733" actId="478"/>
          <ac:picMkLst>
            <pc:docMk/>
            <pc:sldMk cId="2285694295" sldId="781"/>
            <ac:picMk id="5" creationId="{3E3239BA-24A4-4FE0-B769-28444E655336}"/>
          </ac:picMkLst>
        </pc:picChg>
        <pc:picChg chg="add mod modCrop">
          <ac:chgData name="Ella Vetter" userId="c6918cf5-f6c0-43cc-8499-a1f635017de9" providerId="ADAL" clId="{08F57CDB-8DA3-4590-9460-F1211B13527E}" dt="2020-10-07T01:18:04.517" v="8741" actId="164"/>
          <ac:picMkLst>
            <pc:docMk/>
            <pc:sldMk cId="2285694295" sldId="781"/>
            <ac:picMk id="7" creationId="{B3AC6951-7C61-48AF-BC10-7DA8057EB287}"/>
          </ac:picMkLst>
        </pc:picChg>
        <pc:picChg chg="add mod modCrop">
          <ac:chgData name="Ella Vetter" userId="c6918cf5-f6c0-43cc-8499-a1f635017de9" providerId="ADAL" clId="{08F57CDB-8DA3-4590-9460-F1211B13527E}" dt="2020-10-07T01:18:04.517" v="8741" actId="164"/>
          <ac:picMkLst>
            <pc:docMk/>
            <pc:sldMk cId="2285694295" sldId="781"/>
            <ac:picMk id="9" creationId="{6DA3B7D5-32D9-43F2-8819-8B50D407CF9C}"/>
          </ac:picMkLst>
        </pc:picChg>
        <pc:picChg chg="add mod modCrop">
          <ac:chgData name="Ella Vetter" userId="c6918cf5-f6c0-43cc-8499-a1f635017de9" providerId="ADAL" clId="{08F57CDB-8DA3-4590-9460-F1211B13527E}" dt="2020-10-07T01:20:37.479" v="8773" actId="164"/>
          <ac:picMkLst>
            <pc:docMk/>
            <pc:sldMk cId="2285694295" sldId="781"/>
            <ac:picMk id="12" creationId="{C791BF12-460A-45C9-B666-24F590B138BD}"/>
          </ac:picMkLst>
        </pc:picChg>
        <pc:picChg chg="add mod modCrop">
          <ac:chgData name="Ella Vetter" userId="c6918cf5-f6c0-43cc-8499-a1f635017de9" providerId="ADAL" clId="{08F57CDB-8DA3-4590-9460-F1211B13527E}" dt="2020-10-07T01:20:37.479" v="8773" actId="164"/>
          <ac:picMkLst>
            <pc:docMk/>
            <pc:sldMk cId="2285694295" sldId="781"/>
            <ac:picMk id="14" creationId="{A2EF6F22-B63D-4391-BF51-C5507EDB3DC2}"/>
          </ac:picMkLst>
        </pc:picChg>
      </pc:sldChg>
      <pc:sldChg chg="addSp delSp modSp add mod">
        <pc:chgData name="Ella Vetter" userId="c6918cf5-f6c0-43cc-8499-a1f635017de9" providerId="ADAL" clId="{08F57CDB-8DA3-4590-9460-F1211B13527E}" dt="2020-10-07T01:35:00.147" v="9044" actId="13926"/>
        <pc:sldMkLst>
          <pc:docMk/>
          <pc:sldMk cId="3355827845" sldId="782"/>
        </pc:sldMkLst>
        <pc:spChg chg="mod">
          <ac:chgData name="Ella Vetter" userId="c6918cf5-f6c0-43cc-8499-a1f635017de9" providerId="ADAL" clId="{08F57CDB-8DA3-4590-9460-F1211B13527E}" dt="2020-10-07T01:35:00.147" v="9044" actId="13926"/>
          <ac:spMkLst>
            <pc:docMk/>
            <pc:sldMk cId="3355827845" sldId="782"/>
            <ac:spMk id="2" creationId="{6B51031F-AE91-4314-8000-D5D443CCDDE6}"/>
          </ac:spMkLst>
        </pc:spChg>
        <pc:spChg chg="add del mod">
          <ac:chgData name="Ella Vetter" userId="c6918cf5-f6c0-43cc-8499-a1f635017de9" providerId="ADAL" clId="{08F57CDB-8DA3-4590-9460-F1211B13527E}" dt="2020-10-07T01:17:36.055" v="8731"/>
          <ac:spMkLst>
            <pc:docMk/>
            <pc:sldMk cId="3355827845" sldId="782"/>
            <ac:spMk id="3" creationId="{2F919E6A-9C20-411F-B7E8-8A25474AD8B9}"/>
          </ac:spMkLst>
        </pc:spChg>
        <pc:spChg chg="add del mod">
          <ac:chgData name="Ella Vetter" userId="c6918cf5-f6c0-43cc-8499-a1f635017de9" providerId="ADAL" clId="{08F57CDB-8DA3-4590-9460-F1211B13527E}" dt="2020-10-07T01:22:54.606" v="8851" actId="20577"/>
          <ac:spMkLst>
            <pc:docMk/>
            <pc:sldMk cId="3355827845" sldId="782"/>
            <ac:spMk id="4" creationId="{B56D1B22-7E60-4672-B21E-7F08D711559C}"/>
          </ac:spMkLst>
        </pc:spChg>
        <pc:grpChg chg="add mod">
          <ac:chgData name="Ella Vetter" userId="c6918cf5-f6c0-43cc-8499-a1f635017de9" providerId="ADAL" clId="{08F57CDB-8DA3-4590-9460-F1211B13527E}" dt="2020-10-07T01:20:05.138" v="8765" actId="14100"/>
          <ac:grpSpMkLst>
            <pc:docMk/>
            <pc:sldMk cId="3355827845" sldId="782"/>
            <ac:grpSpMk id="11" creationId="{60AE5F97-CFFD-4570-A603-4D3FDB0B4A1D}"/>
          </ac:grpSpMkLst>
        </pc:grpChg>
        <pc:picChg chg="add del mod">
          <ac:chgData name="Ella Vetter" userId="c6918cf5-f6c0-43cc-8499-a1f635017de9" providerId="ADAL" clId="{08F57CDB-8DA3-4590-9460-F1211B13527E}" dt="2020-10-07T01:19:48.879" v="8756" actId="478"/>
          <ac:picMkLst>
            <pc:docMk/>
            <pc:sldMk cId="3355827845" sldId="782"/>
            <ac:picMk id="6" creationId="{790F979C-3091-41D8-9385-EF831E3995AA}"/>
          </ac:picMkLst>
        </pc:picChg>
        <pc:picChg chg="add mod modCrop">
          <ac:chgData name="Ella Vetter" userId="c6918cf5-f6c0-43cc-8499-a1f635017de9" providerId="ADAL" clId="{08F57CDB-8DA3-4590-9460-F1211B13527E}" dt="2020-10-07T01:20:02.799" v="8763" actId="164"/>
          <ac:picMkLst>
            <pc:docMk/>
            <pc:sldMk cId="3355827845" sldId="782"/>
            <ac:picMk id="8" creationId="{D70FA6AD-72C6-4B62-8B31-845B57E1CEA3}"/>
          </ac:picMkLst>
        </pc:picChg>
        <pc:picChg chg="add mod modCrop">
          <ac:chgData name="Ella Vetter" userId="c6918cf5-f6c0-43cc-8499-a1f635017de9" providerId="ADAL" clId="{08F57CDB-8DA3-4590-9460-F1211B13527E}" dt="2020-10-07T01:20:02.799" v="8763" actId="164"/>
          <ac:picMkLst>
            <pc:docMk/>
            <pc:sldMk cId="3355827845" sldId="782"/>
            <ac:picMk id="10" creationId="{CECD30B9-D889-4676-92BC-A645D301FBA4}"/>
          </ac:picMkLst>
        </pc:picChg>
      </pc:sldChg>
      <pc:sldChg chg="addSp modSp add mod">
        <pc:chgData name="Ella Vetter" userId="c6918cf5-f6c0-43cc-8499-a1f635017de9" providerId="ADAL" clId="{08F57CDB-8DA3-4590-9460-F1211B13527E}" dt="2020-10-07T01:35:03.768" v="9045" actId="13926"/>
        <pc:sldMkLst>
          <pc:docMk/>
          <pc:sldMk cId="3212086184" sldId="783"/>
        </pc:sldMkLst>
        <pc:spChg chg="mod">
          <ac:chgData name="Ella Vetter" userId="c6918cf5-f6c0-43cc-8499-a1f635017de9" providerId="ADAL" clId="{08F57CDB-8DA3-4590-9460-F1211B13527E}" dt="2020-10-07T01:35:03.768" v="9045" actId="13926"/>
          <ac:spMkLst>
            <pc:docMk/>
            <pc:sldMk cId="3212086184" sldId="783"/>
            <ac:spMk id="2" creationId="{6B51031F-AE91-4314-8000-D5D443CCDDE6}"/>
          </ac:spMkLst>
        </pc:spChg>
        <pc:spChg chg="add mod">
          <ac:chgData name="Ella Vetter" userId="c6918cf5-f6c0-43cc-8499-a1f635017de9" providerId="ADAL" clId="{08F57CDB-8DA3-4590-9460-F1211B13527E}" dt="2020-10-07T01:25:19.959" v="8886" actId="20577"/>
          <ac:spMkLst>
            <pc:docMk/>
            <pc:sldMk cId="3212086184" sldId="783"/>
            <ac:spMk id="3" creationId="{96983A7A-97D5-4D0D-A7D5-00C20AF2404F}"/>
          </ac:spMkLst>
        </pc:spChg>
        <pc:picChg chg="add mod">
          <ac:chgData name="Ella Vetter" userId="c6918cf5-f6c0-43cc-8499-a1f635017de9" providerId="ADAL" clId="{08F57CDB-8DA3-4590-9460-F1211B13527E}" dt="2020-10-07T01:26:31.314" v="8891" actId="14100"/>
          <ac:picMkLst>
            <pc:docMk/>
            <pc:sldMk cId="3212086184" sldId="783"/>
            <ac:picMk id="5" creationId="{2115BF54-0059-4EFF-84B0-DEE385D99F05}"/>
          </ac:picMkLst>
        </pc:picChg>
      </pc:sldChg>
      <pc:sldChg chg="addSp modSp add mod">
        <pc:chgData name="Ella Vetter" userId="c6918cf5-f6c0-43cc-8499-a1f635017de9" providerId="ADAL" clId="{08F57CDB-8DA3-4590-9460-F1211B13527E}" dt="2020-10-07T01:35:09.245" v="9046" actId="13926"/>
        <pc:sldMkLst>
          <pc:docMk/>
          <pc:sldMk cId="4138640425" sldId="784"/>
        </pc:sldMkLst>
        <pc:spChg chg="mod">
          <ac:chgData name="Ella Vetter" userId="c6918cf5-f6c0-43cc-8499-a1f635017de9" providerId="ADAL" clId="{08F57CDB-8DA3-4590-9460-F1211B13527E}" dt="2020-10-07T01:35:09.245" v="9046" actId="13926"/>
          <ac:spMkLst>
            <pc:docMk/>
            <pc:sldMk cId="4138640425" sldId="784"/>
            <ac:spMk id="2" creationId="{6B51031F-AE91-4314-8000-D5D443CCDDE6}"/>
          </ac:spMkLst>
        </pc:spChg>
        <pc:spChg chg="add mod">
          <ac:chgData name="Ella Vetter" userId="c6918cf5-f6c0-43cc-8499-a1f635017de9" providerId="ADAL" clId="{08F57CDB-8DA3-4590-9460-F1211B13527E}" dt="2020-10-07T01:33:35.772" v="9038" actId="20577"/>
          <ac:spMkLst>
            <pc:docMk/>
            <pc:sldMk cId="4138640425" sldId="784"/>
            <ac:spMk id="8" creationId="{1F10FC7A-E377-45F8-A559-3E52742862F9}"/>
          </ac:spMkLst>
        </pc:spChg>
        <pc:grpChg chg="add mod">
          <ac:chgData name="Ella Vetter" userId="c6918cf5-f6c0-43cc-8499-a1f635017de9" providerId="ADAL" clId="{08F57CDB-8DA3-4590-9460-F1211B13527E}" dt="2020-10-07T01:32:16.982" v="8902" actId="1076"/>
          <ac:grpSpMkLst>
            <pc:docMk/>
            <pc:sldMk cId="4138640425" sldId="784"/>
            <ac:grpSpMk id="7" creationId="{E9BA875B-B80B-497E-B6DF-BA5145AFAD6E}"/>
          </ac:grpSpMkLst>
        </pc:grpChg>
        <pc:picChg chg="add mod modCrop">
          <ac:chgData name="Ella Vetter" userId="c6918cf5-f6c0-43cc-8499-a1f635017de9" providerId="ADAL" clId="{08F57CDB-8DA3-4590-9460-F1211B13527E}" dt="2020-10-07T01:32:07.775" v="8899" actId="164"/>
          <ac:picMkLst>
            <pc:docMk/>
            <pc:sldMk cId="4138640425" sldId="784"/>
            <ac:picMk id="4" creationId="{113805F5-A2A4-436A-AF3E-79EEE4C4DCED}"/>
          </ac:picMkLst>
        </pc:picChg>
        <pc:picChg chg="add mod modCrop">
          <ac:chgData name="Ella Vetter" userId="c6918cf5-f6c0-43cc-8499-a1f635017de9" providerId="ADAL" clId="{08F57CDB-8DA3-4590-9460-F1211B13527E}" dt="2020-10-07T01:32:07.775" v="8899" actId="164"/>
          <ac:picMkLst>
            <pc:docMk/>
            <pc:sldMk cId="4138640425" sldId="784"/>
            <ac:picMk id="6" creationId="{E336BBD5-3561-4301-BAF4-E7372678178A}"/>
          </ac:picMkLst>
        </pc:picChg>
      </pc:sldChg>
      <pc:sldChg chg="add del">
        <pc:chgData name="Ella Vetter" userId="c6918cf5-f6c0-43cc-8499-a1f635017de9" providerId="ADAL" clId="{08F57CDB-8DA3-4590-9460-F1211B13527E}" dt="2020-10-07T01:34:03.993" v="9039" actId="47"/>
        <pc:sldMkLst>
          <pc:docMk/>
          <pc:sldMk cId="1204565570" sldId="785"/>
        </pc:sldMkLst>
      </pc:sldChg>
      <pc:sldChg chg="addSp delSp modSp new mod">
        <pc:chgData name="Ella Vetter" userId="c6918cf5-f6c0-43cc-8499-a1f635017de9" providerId="ADAL" clId="{08F57CDB-8DA3-4590-9460-F1211B13527E}" dt="2020-10-07T02:19:15.999" v="9306" actId="20577"/>
        <pc:sldMkLst>
          <pc:docMk/>
          <pc:sldMk cId="3394319866" sldId="785"/>
        </pc:sldMkLst>
        <pc:spChg chg="mod">
          <ac:chgData name="Ella Vetter" userId="c6918cf5-f6c0-43cc-8499-a1f635017de9" providerId="ADAL" clId="{08F57CDB-8DA3-4590-9460-F1211B13527E}" dt="2020-10-07T02:18:53.277" v="9300" actId="13926"/>
          <ac:spMkLst>
            <pc:docMk/>
            <pc:sldMk cId="3394319866" sldId="785"/>
            <ac:spMk id="2" creationId="{373E49F7-D001-46AA-BE02-317DE25E81E2}"/>
          </ac:spMkLst>
        </pc:spChg>
        <pc:spChg chg="del mod">
          <ac:chgData name="Ella Vetter" userId="c6918cf5-f6c0-43cc-8499-a1f635017de9" providerId="ADAL" clId="{08F57CDB-8DA3-4590-9460-F1211B13527E}" dt="2020-10-07T02:04:02.838" v="9066" actId="478"/>
          <ac:spMkLst>
            <pc:docMk/>
            <pc:sldMk cId="3394319866" sldId="785"/>
            <ac:spMk id="3" creationId="{84F40D94-BF37-4F30-A2DC-F1DB37AA68C4}"/>
          </ac:spMkLst>
        </pc:spChg>
        <pc:spChg chg="add del mod">
          <ac:chgData name="Ella Vetter" userId="c6918cf5-f6c0-43cc-8499-a1f635017de9" providerId="ADAL" clId="{08F57CDB-8DA3-4590-9460-F1211B13527E}" dt="2020-10-07T02:04:05.344" v="9067" actId="478"/>
          <ac:spMkLst>
            <pc:docMk/>
            <pc:sldMk cId="3394319866" sldId="785"/>
            <ac:spMk id="5" creationId="{11F70FC0-3EE7-4066-967B-685C040C7B73}"/>
          </ac:spMkLst>
        </pc:spChg>
        <pc:spChg chg="add mod">
          <ac:chgData name="Ella Vetter" userId="c6918cf5-f6c0-43cc-8499-a1f635017de9" providerId="ADAL" clId="{08F57CDB-8DA3-4590-9460-F1211B13527E}" dt="2020-10-07T02:19:15.999" v="9306" actId="20577"/>
          <ac:spMkLst>
            <pc:docMk/>
            <pc:sldMk cId="3394319866" sldId="785"/>
            <ac:spMk id="6" creationId="{654E1A8C-B4E6-4A2D-BDC6-5E0A588B7008}"/>
          </ac:spMkLst>
        </pc:spChg>
        <pc:picChg chg="add mod">
          <ac:chgData name="Ella Vetter" userId="c6918cf5-f6c0-43cc-8499-a1f635017de9" providerId="ADAL" clId="{08F57CDB-8DA3-4590-9460-F1211B13527E}" dt="2020-10-07T02:04:53.123" v="9094" actId="1076"/>
          <ac:picMkLst>
            <pc:docMk/>
            <pc:sldMk cId="3394319866" sldId="785"/>
            <ac:picMk id="8" creationId="{7B977F38-37A6-4A31-9D44-3A8111C7538C}"/>
          </ac:picMkLst>
        </pc:picChg>
      </pc:sldChg>
      <pc:sldChg chg="add del">
        <pc:chgData name="Ella Vetter" userId="c6918cf5-f6c0-43cc-8499-a1f635017de9" providerId="ADAL" clId="{08F57CDB-8DA3-4590-9460-F1211B13527E}" dt="2020-10-07T01:34:03.993" v="9039" actId="47"/>
        <pc:sldMkLst>
          <pc:docMk/>
          <pc:sldMk cId="13709991" sldId="786"/>
        </pc:sldMkLst>
      </pc:sldChg>
      <pc:sldChg chg="addSp delSp modSp new mod">
        <pc:chgData name="Ella Vetter" userId="c6918cf5-f6c0-43cc-8499-a1f635017de9" providerId="ADAL" clId="{08F57CDB-8DA3-4590-9460-F1211B13527E}" dt="2020-10-07T02:19:20.358" v="9307" actId="13926"/>
        <pc:sldMkLst>
          <pc:docMk/>
          <pc:sldMk cId="2590046780" sldId="786"/>
        </pc:sldMkLst>
        <pc:spChg chg="mod">
          <ac:chgData name="Ella Vetter" userId="c6918cf5-f6c0-43cc-8499-a1f635017de9" providerId="ADAL" clId="{08F57CDB-8DA3-4590-9460-F1211B13527E}" dt="2020-10-07T02:19:20.358" v="9307" actId="13926"/>
          <ac:spMkLst>
            <pc:docMk/>
            <pc:sldMk cId="2590046780" sldId="786"/>
            <ac:spMk id="2" creationId="{F1BC523A-AF23-4427-A723-8A3A2693D6BA}"/>
          </ac:spMkLst>
        </pc:spChg>
        <pc:spChg chg="del">
          <ac:chgData name="Ella Vetter" userId="c6918cf5-f6c0-43cc-8499-a1f635017de9" providerId="ADAL" clId="{08F57CDB-8DA3-4590-9460-F1211B13527E}" dt="2020-10-07T02:05:03.578" v="9095" actId="478"/>
          <ac:spMkLst>
            <pc:docMk/>
            <pc:sldMk cId="2590046780" sldId="786"/>
            <ac:spMk id="3" creationId="{0E448C11-215B-4840-B11C-8AB76401717C}"/>
          </ac:spMkLst>
        </pc:spChg>
        <pc:spChg chg="add mod">
          <ac:chgData name="Ella Vetter" userId="c6918cf5-f6c0-43cc-8499-a1f635017de9" providerId="ADAL" clId="{08F57CDB-8DA3-4590-9460-F1211B13527E}" dt="2020-10-07T02:14:13.247" v="9249" actId="20577"/>
          <ac:spMkLst>
            <pc:docMk/>
            <pc:sldMk cId="2590046780" sldId="786"/>
            <ac:spMk id="4" creationId="{D7A2E99E-7EA8-44F6-B05B-D5E46D53EA73}"/>
          </ac:spMkLst>
        </pc:spChg>
        <pc:grpChg chg="add mod">
          <ac:chgData name="Ella Vetter" userId="c6918cf5-f6c0-43cc-8499-a1f635017de9" providerId="ADAL" clId="{08F57CDB-8DA3-4590-9460-F1211B13527E}" dt="2020-10-07T02:07:28.773" v="9139" actId="1076"/>
          <ac:grpSpMkLst>
            <pc:docMk/>
            <pc:sldMk cId="2590046780" sldId="786"/>
            <ac:grpSpMk id="9" creationId="{81CB45C8-D541-4519-B4B6-FDDAF88D50F9}"/>
          </ac:grpSpMkLst>
        </pc:grpChg>
        <pc:picChg chg="add mod modCrop">
          <ac:chgData name="Ella Vetter" userId="c6918cf5-f6c0-43cc-8499-a1f635017de9" providerId="ADAL" clId="{08F57CDB-8DA3-4590-9460-F1211B13527E}" dt="2020-10-07T02:07:26.979" v="9138" actId="164"/>
          <ac:picMkLst>
            <pc:docMk/>
            <pc:sldMk cId="2590046780" sldId="786"/>
            <ac:picMk id="6" creationId="{0A38BD9A-731F-4196-A932-BD7601CF0F7B}"/>
          </ac:picMkLst>
        </pc:picChg>
        <pc:picChg chg="add mod modCrop">
          <ac:chgData name="Ella Vetter" userId="c6918cf5-f6c0-43cc-8499-a1f635017de9" providerId="ADAL" clId="{08F57CDB-8DA3-4590-9460-F1211B13527E}" dt="2020-10-07T02:07:26.979" v="9138" actId="164"/>
          <ac:picMkLst>
            <pc:docMk/>
            <pc:sldMk cId="2590046780" sldId="786"/>
            <ac:picMk id="8" creationId="{22890A36-CF22-476F-A8CE-F33199DE33D0}"/>
          </ac:picMkLst>
        </pc:picChg>
      </pc:sldChg>
      <pc:sldChg chg="addSp delSp modSp add mod">
        <pc:chgData name="Ella Vetter" userId="c6918cf5-f6c0-43cc-8499-a1f635017de9" providerId="ADAL" clId="{08F57CDB-8DA3-4590-9460-F1211B13527E}" dt="2020-10-07T02:20:21.687" v="9308" actId="13926"/>
        <pc:sldMkLst>
          <pc:docMk/>
          <pc:sldMk cId="933855017" sldId="787"/>
        </pc:sldMkLst>
        <pc:spChg chg="mod">
          <ac:chgData name="Ella Vetter" userId="c6918cf5-f6c0-43cc-8499-a1f635017de9" providerId="ADAL" clId="{08F57CDB-8DA3-4590-9460-F1211B13527E}" dt="2020-10-07T02:20:21.687" v="9308" actId="13926"/>
          <ac:spMkLst>
            <pc:docMk/>
            <pc:sldMk cId="933855017" sldId="787"/>
            <ac:spMk id="2" creationId="{F1BC523A-AF23-4427-A723-8A3A2693D6BA}"/>
          </ac:spMkLst>
        </pc:spChg>
        <pc:spChg chg="del">
          <ac:chgData name="Ella Vetter" userId="c6918cf5-f6c0-43cc-8499-a1f635017de9" providerId="ADAL" clId="{08F57CDB-8DA3-4590-9460-F1211B13527E}" dt="2020-10-07T02:08:00.053" v="9140" actId="478"/>
          <ac:spMkLst>
            <pc:docMk/>
            <pc:sldMk cId="933855017" sldId="787"/>
            <ac:spMk id="3" creationId="{0E448C11-215B-4840-B11C-8AB76401717C}"/>
          </ac:spMkLst>
        </pc:spChg>
        <pc:spChg chg="add mod">
          <ac:chgData name="Ella Vetter" userId="c6918cf5-f6c0-43cc-8499-a1f635017de9" providerId="ADAL" clId="{08F57CDB-8DA3-4590-9460-F1211B13527E}" dt="2020-10-07T02:15:40.012" v="9263" actId="20577"/>
          <ac:spMkLst>
            <pc:docMk/>
            <pc:sldMk cId="933855017" sldId="787"/>
            <ac:spMk id="4" creationId="{F85E69BD-1127-4170-A6EA-61D85AB3A07A}"/>
          </ac:spMkLst>
        </pc:spChg>
        <pc:grpChg chg="add mod">
          <ac:chgData name="Ella Vetter" userId="c6918cf5-f6c0-43cc-8499-a1f635017de9" providerId="ADAL" clId="{08F57CDB-8DA3-4590-9460-F1211B13527E}" dt="2020-10-07T02:10:34.979" v="9166" actId="14100"/>
          <ac:grpSpMkLst>
            <pc:docMk/>
            <pc:sldMk cId="933855017" sldId="787"/>
            <ac:grpSpMk id="9" creationId="{9DC645AD-D367-4AA2-9668-40DCEBFE9924}"/>
          </ac:grpSpMkLst>
        </pc:grpChg>
        <pc:picChg chg="add mod modCrop">
          <ac:chgData name="Ella Vetter" userId="c6918cf5-f6c0-43cc-8499-a1f635017de9" providerId="ADAL" clId="{08F57CDB-8DA3-4590-9460-F1211B13527E}" dt="2020-10-07T02:10:30.295" v="9164" actId="164"/>
          <ac:picMkLst>
            <pc:docMk/>
            <pc:sldMk cId="933855017" sldId="787"/>
            <ac:picMk id="6" creationId="{7D2345BA-FEDD-4426-8165-2801E1241F5A}"/>
          </ac:picMkLst>
        </pc:picChg>
        <pc:picChg chg="add mod modCrop">
          <ac:chgData name="Ella Vetter" userId="c6918cf5-f6c0-43cc-8499-a1f635017de9" providerId="ADAL" clId="{08F57CDB-8DA3-4590-9460-F1211B13527E}" dt="2020-10-07T02:10:30.295" v="9164" actId="164"/>
          <ac:picMkLst>
            <pc:docMk/>
            <pc:sldMk cId="933855017" sldId="787"/>
            <ac:picMk id="8" creationId="{91E71E60-D96E-42EC-83EE-E829CEEF467F}"/>
          </ac:picMkLst>
        </pc:picChg>
      </pc:sldChg>
      <pc:sldChg chg="addSp delSp modSp add mod">
        <pc:chgData name="Ella Vetter" userId="c6918cf5-f6c0-43cc-8499-a1f635017de9" providerId="ADAL" clId="{08F57CDB-8DA3-4590-9460-F1211B13527E}" dt="2020-10-07T02:20:26.984" v="9309" actId="13926"/>
        <pc:sldMkLst>
          <pc:docMk/>
          <pc:sldMk cId="1203691893" sldId="788"/>
        </pc:sldMkLst>
        <pc:spChg chg="mod">
          <ac:chgData name="Ella Vetter" userId="c6918cf5-f6c0-43cc-8499-a1f635017de9" providerId="ADAL" clId="{08F57CDB-8DA3-4590-9460-F1211B13527E}" dt="2020-10-07T02:20:26.984" v="9309" actId="13926"/>
          <ac:spMkLst>
            <pc:docMk/>
            <pc:sldMk cId="1203691893" sldId="788"/>
            <ac:spMk id="2" creationId="{F1BC523A-AF23-4427-A723-8A3A2693D6BA}"/>
          </ac:spMkLst>
        </pc:spChg>
        <pc:spChg chg="del">
          <ac:chgData name="Ella Vetter" userId="c6918cf5-f6c0-43cc-8499-a1f635017de9" providerId="ADAL" clId="{08F57CDB-8DA3-4590-9460-F1211B13527E}" dt="2020-10-07T02:11:48.480" v="9210" actId="478"/>
          <ac:spMkLst>
            <pc:docMk/>
            <pc:sldMk cId="1203691893" sldId="788"/>
            <ac:spMk id="3" creationId="{0E448C11-215B-4840-B11C-8AB76401717C}"/>
          </ac:spMkLst>
        </pc:spChg>
        <pc:spChg chg="add mod">
          <ac:chgData name="Ella Vetter" userId="c6918cf5-f6c0-43cc-8499-a1f635017de9" providerId="ADAL" clId="{08F57CDB-8DA3-4590-9460-F1211B13527E}" dt="2020-10-07T02:13:34.573" v="9222" actId="14100"/>
          <ac:spMkLst>
            <pc:docMk/>
            <pc:sldMk cId="1203691893" sldId="788"/>
            <ac:spMk id="4" creationId="{09AF0AD2-704F-424F-A385-225F153BFA65}"/>
          </ac:spMkLst>
        </pc:spChg>
        <pc:picChg chg="add mod">
          <ac:chgData name="Ella Vetter" userId="c6918cf5-f6c0-43cc-8499-a1f635017de9" providerId="ADAL" clId="{08F57CDB-8DA3-4590-9460-F1211B13527E}" dt="2020-10-07T02:13:36.710" v="9223" actId="1076"/>
          <ac:picMkLst>
            <pc:docMk/>
            <pc:sldMk cId="1203691893" sldId="788"/>
            <ac:picMk id="6" creationId="{8EE99225-47AE-4BFF-9B77-F689B9DBD753}"/>
          </ac:picMkLst>
        </pc:picChg>
      </pc:sldChg>
      <pc:sldChg chg="addSp delSp modSp add mod">
        <pc:chgData name="Ella Vetter" userId="c6918cf5-f6c0-43cc-8499-a1f635017de9" providerId="ADAL" clId="{08F57CDB-8DA3-4590-9460-F1211B13527E}" dt="2020-10-07T02:20:49.039" v="9314" actId="14100"/>
        <pc:sldMkLst>
          <pc:docMk/>
          <pc:sldMk cId="1764074861" sldId="789"/>
        </pc:sldMkLst>
        <pc:spChg chg="mod">
          <ac:chgData name="Ella Vetter" userId="c6918cf5-f6c0-43cc-8499-a1f635017de9" providerId="ADAL" clId="{08F57CDB-8DA3-4590-9460-F1211B13527E}" dt="2020-10-07T02:20:44.777" v="9313" actId="13926"/>
          <ac:spMkLst>
            <pc:docMk/>
            <pc:sldMk cId="1764074861" sldId="789"/>
            <ac:spMk id="2" creationId="{F1BC523A-AF23-4427-A723-8A3A2693D6BA}"/>
          </ac:spMkLst>
        </pc:spChg>
        <pc:spChg chg="del">
          <ac:chgData name="Ella Vetter" userId="c6918cf5-f6c0-43cc-8499-a1f635017de9" providerId="ADAL" clId="{08F57CDB-8DA3-4590-9460-F1211B13527E}" dt="2020-10-07T02:13:55.657" v="9224" actId="478"/>
          <ac:spMkLst>
            <pc:docMk/>
            <pc:sldMk cId="1764074861" sldId="789"/>
            <ac:spMk id="3" creationId="{0E448C11-215B-4840-B11C-8AB76401717C}"/>
          </ac:spMkLst>
        </pc:spChg>
        <pc:spChg chg="add mod">
          <ac:chgData name="Ella Vetter" userId="c6918cf5-f6c0-43cc-8499-a1f635017de9" providerId="ADAL" clId="{08F57CDB-8DA3-4590-9460-F1211B13527E}" dt="2020-10-07T02:20:49.039" v="9314" actId="14100"/>
          <ac:spMkLst>
            <pc:docMk/>
            <pc:sldMk cId="1764074861" sldId="789"/>
            <ac:spMk id="4" creationId="{6C4D9939-338F-462E-9C8C-6C8DE3D1D7DD}"/>
          </ac:spMkLst>
        </pc:spChg>
        <pc:grpChg chg="add mod">
          <ac:chgData name="Ella Vetter" userId="c6918cf5-f6c0-43cc-8499-a1f635017de9" providerId="ADAL" clId="{08F57CDB-8DA3-4590-9460-F1211B13527E}" dt="2020-10-07T02:17:27.859" v="9292" actId="1076"/>
          <ac:grpSpMkLst>
            <pc:docMk/>
            <pc:sldMk cId="1764074861" sldId="789"/>
            <ac:grpSpMk id="11" creationId="{C1EE4909-BD4D-449C-B65C-F30E04102CDB}"/>
          </ac:grpSpMkLst>
        </pc:grpChg>
        <pc:picChg chg="add del mod">
          <ac:chgData name="Ella Vetter" userId="c6918cf5-f6c0-43cc-8499-a1f635017de9" providerId="ADAL" clId="{08F57CDB-8DA3-4590-9460-F1211B13527E}" dt="2020-10-07T02:17:05.907" v="9284" actId="478"/>
          <ac:picMkLst>
            <pc:docMk/>
            <pc:sldMk cId="1764074861" sldId="789"/>
            <ac:picMk id="6" creationId="{AD89579F-FCCC-4668-98E0-149FA662AA7D}"/>
          </ac:picMkLst>
        </pc:picChg>
        <pc:picChg chg="add mod modCrop">
          <ac:chgData name="Ella Vetter" userId="c6918cf5-f6c0-43cc-8499-a1f635017de9" providerId="ADAL" clId="{08F57CDB-8DA3-4590-9460-F1211B13527E}" dt="2020-10-07T02:17:15.725" v="9287" actId="164"/>
          <ac:picMkLst>
            <pc:docMk/>
            <pc:sldMk cId="1764074861" sldId="789"/>
            <ac:picMk id="8" creationId="{F3CDB45B-67AC-4284-8B21-C71109CBAD2E}"/>
          </ac:picMkLst>
        </pc:picChg>
        <pc:picChg chg="add mod modCrop">
          <ac:chgData name="Ella Vetter" userId="c6918cf5-f6c0-43cc-8499-a1f635017de9" providerId="ADAL" clId="{08F57CDB-8DA3-4590-9460-F1211B13527E}" dt="2020-10-07T02:17:15.725" v="9287" actId="164"/>
          <ac:picMkLst>
            <pc:docMk/>
            <pc:sldMk cId="1764074861" sldId="789"/>
            <ac:picMk id="10" creationId="{1D5482E6-C74B-42B8-BEFE-247EAC774EE0}"/>
          </ac:picMkLst>
        </pc:picChg>
      </pc:sldChg>
      <pc:sldChg chg="add del">
        <pc:chgData name="Ella Vetter" userId="c6918cf5-f6c0-43cc-8499-a1f635017de9" providerId="ADAL" clId="{08F57CDB-8DA3-4590-9460-F1211B13527E}" dt="2020-10-07T02:17:30.263" v="9293" actId="47"/>
        <pc:sldMkLst>
          <pc:docMk/>
          <pc:sldMk cId="3708846920" sldId="790"/>
        </pc:sldMkLst>
      </pc:sldChg>
    </pc:docChg>
  </pc:docChgLst>
  <pc:docChgLst>
    <pc:chgData name="Ella Vetter" userId="c6918cf5-f6c0-43cc-8499-a1f635017de9" providerId="ADAL" clId="{E8CAE533-5900-48F1-9375-A0F1AFC6DE31}"/>
    <pc:docChg chg="undo redo custSel addSld delSld modSld sldOrd">
      <pc:chgData name="Ella Vetter" userId="c6918cf5-f6c0-43cc-8499-a1f635017de9" providerId="ADAL" clId="{E8CAE533-5900-48F1-9375-A0F1AFC6DE31}" dt="2020-09-16T20:23:20.247" v="3279" actId="20577"/>
      <pc:docMkLst>
        <pc:docMk/>
      </pc:docMkLst>
      <pc:sldChg chg="modSp mod">
        <pc:chgData name="Ella Vetter" userId="c6918cf5-f6c0-43cc-8499-a1f635017de9" providerId="ADAL" clId="{E8CAE533-5900-48F1-9375-A0F1AFC6DE31}" dt="2020-09-16T19:46:07.935" v="3226" actId="20577"/>
        <pc:sldMkLst>
          <pc:docMk/>
          <pc:sldMk cId="1993397138" sldId="286"/>
        </pc:sldMkLst>
        <pc:spChg chg="mod">
          <ac:chgData name="Ella Vetter" userId="c6918cf5-f6c0-43cc-8499-a1f635017de9" providerId="ADAL" clId="{E8CAE533-5900-48F1-9375-A0F1AFC6DE31}" dt="2020-09-16T19:46:07.935" v="3226" actId="20577"/>
          <ac:spMkLst>
            <pc:docMk/>
            <pc:sldMk cId="1993397138" sldId="286"/>
            <ac:spMk id="3" creationId="{37B56F8A-6BEF-459C-AFA4-6D790D24F1CB}"/>
          </ac:spMkLst>
        </pc:spChg>
      </pc:sldChg>
      <pc:sldChg chg="modSp mod">
        <pc:chgData name="Ella Vetter" userId="c6918cf5-f6c0-43cc-8499-a1f635017de9" providerId="ADAL" clId="{E8CAE533-5900-48F1-9375-A0F1AFC6DE31}" dt="2020-09-16T16:03:25.573" v="1477" actId="13926"/>
        <pc:sldMkLst>
          <pc:docMk/>
          <pc:sldMk cId="3712023851" sldId="313"/>
        </pc:sldMkLst>
        <pc:spChg chg="mod">
          <ac:chgData name="Ella Vetter" userId="c6918cf5-f6c0-43cc-8499-a1f635017de9" providerId="ADAL" clId="{E8CAE533-5900-48F1-9375-A0F1AFC6DE31}" dt="2020-09-16T16:03:25.573" v="1477" actId="13926"/>
          <ac:spMkLst>
            <pc:docMk/>
            <pc:sldMk cId="3712023851" sldId="313"/>
            <ac:spMk id="2" creationId="{BD0A18F3-9F12-464B-BC50-F741E79EDDDA}"/>
          </ac:spMkLst>
        </pc:spChg>
      </pc:sldChg>
      <pc:sldChg chg="modSp mod">
        <pc:chgData name="Ella Vetter" userId="c6918cf5-f6c0-43cc-8499-a1f635017de9" providerId="ADAL" clId="{E8CAE533-5900-48F1-9375-A0F1AFC6DE31}" dt="2020-09-16T19:46:23.957" v="3228" actId="11"/>
        <pc:sldMkLst>
          <pc:docMk/>
          <pc:sldMk cId="4231542497" sldId="318"/>
        </pc:sldMkLst>
        <pc:spChg chg="mod">
          <ac:chgData name="Ella Vetter" userId="c6918cf5-f6c0-43cc-8499-a1f635017de9" providerId="ADAL" clId="{E8CAE533-5900-48F1-9375-A0F1AFC6DE31}" dt="2020-09-16T19:46:23.957" v="3228" actId="11"/>
          <ac:spMkLst>
            <pc:docMk/>
            <pc:sldMk cId="4231542497" sldId="318"/>
            <ac:spMk id="3" creationId="{53474193-55DD-4B03-A625-1686DEAA14EF}"/>
          </ac:spMkLst>
        </pc:spChg>
      </pc:sldChg>
      <pc:sldChg chg="modSp mod">
        <pc:chgData name="Ella Vetter" userId="c6918cf5-f6c0-43cc-8499-a1f635017de9" providerId="ADAL" clId="{E8CAE533-5900-48F1-9375-A0F1AFC6DE31}" dt="2020-09-16T19:46:30.663" v="3229" actId="11"/>
        <pc:sldMkLst>
          <pc:docMk/>
          <pc:sldMk cId="2141601583" sldId="320"/>
        </pc:sldMkLst>
        <pc:spChg chg="mod">
          <ac:chgData name="Ella Vetter" userId="c6918cf5-f6c0-43cc-8499-a1f635017de9" providerId="ADAL" clId="{E8CAE533-5900-48F1-9375-A0F1AFC6DE31}" dt="2020-09-16T19:46:30.663" v="3229" actId="11"/>
          <ac:spMkLst>
            <pc:docMk/>
            <pc:sldMk cId="2141601583" sldId="320"/>
            <ac:spMk id="3" creationId="{88A62F98-1398-4388-B088-C11376F92F3D}"/>
          </ac:spMkLst>
        </pc:spChg>
      </pc:sldChg>
      <pc:sldChg chg="modSp mod">
        <pc:chgData name="Ella Vetter" userId="c6918cf5-f6c0-43cc-8499-a1f635017de9" providerId="ADAL" clId="{E8CAE533-5900-48F1-9375-A0F1AFC6DE31}" dt="2020-09-16T20:02:55.293" v="3273" actId="20577"/>
        <pc:sldMkLst>
          <pc:docMk/>
          <pc:sldMk cId="701220366" sldId="321"/>
        </pc:sldMkLst>
        <pc:spChg chg="mod">
          <ac:chgData name="Ella Vetter" userId="c6918cf5-f6c0-43cc-8499-a1f635017de9" providerId="ADAL" clId="{E8CAE533-5900-48F1-9375-A0F1AFC6DE31}" dt="2020-09-16T20:02:55.293" v="3273" actId="20577"/>
          <ac:spMkLst>
            <pc:docMk/>
            <pc:sldMk cId="701220366" sldId="321"/>
            <ac:spMk id="3" creationId="{88A62F98-1398-4388-B088-C11376F92F3D}"/>
          </ac:spMkLst>
        </pc:spChg>
      </pc:sldChg>
      <pc:sldChg chg="modSp mod">
        <pc:chgData name="Ella Vetter" userId="c6918cf5-f6c0-43cc-8499-a1f635017de9" providerId="ADAL" clId="{E8CAE533-5900-48F1-9375-A0F1AFC6DE31}" dt="2020-09-16T19:46:19.390" v="3227" actId="11"/>
        <pc:sldMkLst>
          <pc:docMk/>
          <pc:sldMk cId="1043915023" sldId="322"/>
        </pc:sldMkLst>
        <pc:spChg chg="mod">
          <ac:chgData name="Ella Vetter" userId="c6918cf5-f6c0-43cc-8499-a1f635017de9" providerId="ADAL" clId="{E8CAE533-5900-48F1-9375-A0F1AFC6DE31}" dt="2020-09-16T19:46:19.390" v="3227" actId="11"/>
          <ac:spMkLst>
            <pc:docMk/>
            <pc:sldMk cId="1043915023" sldId="322"/>
            <ac:spMk id="9" creationId="{D13DA46D-CD64-490C-80E5-4DDD30392637}"/>
          </ac:spMkLst>
        </pc:spChg>
      </pc:sldChg>
      <pc:sldChg chg="modSp mod">
        <pc:chgData name="Ella Vetter" userId="c6918cf5-f6c0-43cc-8499-a1f635017de9" providerId="ADAL" clId="{E8CAE533-5900-48F1-9375-A0F1AFC6DE31}" dt="2020-09-16T19:46:36.378" v="3230" actId="11"/>
        <pc:sldMkLst>
          <pc:docMk/>
          <pc:sldMk cId="1935364617" sldId="323"/>
        </pc:sldMkLst>
        <pc:spChg chg="mod">
          <ac:chgData name="Ella Vetter" userId="c6918cf5-f6c0-43cc-8499-a1f635017de9" providerId="ADAL" clId="{E8CAE533-5900-48F1-9375-A0F1AFC6DE31}" dt="2020-09-16T19:46:36.378" v="3230" actId="11"/>
          <ac:spMkLst>
            <pc:docMk/>
            <pc:sldMk cId="1935364617" sldId="323"/>
            <ac:spMk id="3" creationId="{88A62F98-1398-4388-B088-C11376F92F3D}"/>
          </ac:spMkLst>
        </pc:spChg>
      </pc:sldChg>
      <pc:sldChg chg="modSp mod">
        <pc:chgData name="Ella Vetter" userId="c6918cf5-f6c0-43cc-8499-a1f635017de9" providerId="ADAL" clId="{E8CAE533-5900-48F1-9375-A0F1AFC6DE31}" dt="2020-09-16T19:46:48.896" v="3231" actId="11"/>
        <pc:sldMkLst>
          <pc:docMk/>
          <pc:sldMk cId="3819862748" sldId="325"/>
        </pc:sldMkLst>
        <pc:spChg chg="mod">
          <ac:chgData name="Ella Vetter" userId="c6918cf5-f6c0-43cc-8499-a1f635017de9" providerId="ADAL" clId="{E8CAE533-5900-48F1-9375-A0F1AFC6DE31}" dt="2020-09-16T19:46:48.896" v="3231" actId="11"/>
          <ac:spMkLst>
            <pc:docMk/>
            <pc:sldMk cId="3819862748" sldId="325"/>
            <ac:spMk id="6" creationId="{C815A54D-D680-47D0-A530-05229ED955FA}"/>
          </ac:spMkLst>
        </pc:spChg>
      </pc:sldChg>
      <pc:sldChg chg="modSp mod">
        <pc:chgData name="Ella Vetter" userId="c6918cf5-f6c0-43cc-8499-a1f635017de9" providerId="ADAL" clId="{E8CAE533-5900-48F1-9375-A0F1AFC6DE31}" dt="2020-09-16T19:47:10.589" v="3235" actId="11"/>
        <pc:sldMkLst>
          <pc:docMk/>
          <pc:sldMk cId="3051631181" sldId="326"/>
        </pc:sldMkLst>
        <pc:spChg chg="mod">
          <ac:chgData name="Ella Vetter" userId="c6918cf5-f6c0-43cc-8499-a1f635017de9" providerId="ADAL" clId="{E8CAE533-5900-48F1-9375-A0F1AFC6DE31}" dt="2020-09-16T19:47:10.589" v="3235" actId="11"/>
          <ac:spMkLst>
            <pc:docMk/>
            <pc:sldMk cId="3051631181" sldId="326"/>
            <ac:spMk id="6" creationId="{90D78095-06B4-428B-A1D1-FA185E91F4DB}"/>
          </ac:spMkLst>
        </pc:spChg>
      </pc:sldChg>
      <pc:sldChg chg="modSp mod">
        <pc:chgData name="Ella Vetter" userId="c6918cf5-f6c0-43cc-8499-a1f635017de9" providerId="ADAL" clId="{E8CAE533-5900-48F1-9375-A0F1AFC6DE31}" dt="2020-09-16T19:46:54.715" v="3232" actId="11"/>
        <pc:sldMkLst>
          <pc:docMk/>
          <pc:sldMk cId="877782285" sldId="327"/>
        </pc:sldMkLst>
        <pc:spChg chg="mod">
          <ac:chgData name="Ella Vetter" userId="c6918cf5-f6c0-43cc-8499-a1f635017de9" providerId="ADAL" clId="{E8CAE533-5900-48F1-9375-A0F1AFC6DE31}" dt="2020-09-16T19:46:54.715" v="3232" actId="11"/>
          <ac:spMkLst>
            <pc:docMk/>
            <pc:sldMk cId="877782285" sldId="327"/>
            <ac:spMk id="4" creationId="{7F8C2603-D7E4-4895-AB2C-372ECA0993A9}"/>
          </ac:spMkLst>
        </pc:spChg>
      </pc:sldChg>
      <pc:sldChg chg="modSp mod">
        <pc:chgData name="Ella Vetter" userId="c6918cf5-f6c0-43cc-8499-a1f635017de9" providerId="ADAL" clId="{E8CAE533-5900-48F1-9375-A0F1AFC6DE31}" dt="2020-09-16T19:47:00.035" v="3233" actId="11"/>
        <pc:sldMkLst>
          <pc:docMk/>
          <pc:sldMk cId="334261442" sldId="328"/>
        </pc:sldMkLst>
        <pc:spChg chg="mod">
          <ac:chgData name="Ella Vetter" userId="c6918cf5-f6c0-43cc-8499-a1f635017de9" providerId="ADAL" clId="{E8CAE533-5900-48F1-9375-A0F1AFC6DE31}" dt="2020-09-16T19:47:00.035" v="3233" actId="11"/>
          <ac:spMkLst>
            <pc:docMk/>
            <pc:sldMk cId="334261442" sldId="328"/>
            <ac:spMk id="6" creationId="{23380FDD-29B9-48D1-805D-66E391BA7387}"/>
          </ac:spMkLst>
        </pc:spChg>
      </pc:sldChg>
      <pc:sldChg chg="modSp mod">
        <pc:chgData name="Ella Vetter" userId="c6918cf5-f6c0-43cc-8499-a1f635017de9" providerId="ADAL" clId="{E8CAE533-5900-48F1-9375-A0F1AFC6DE31}" dt="2020-09-16T19:47:05.411" v="3234" actId="11"/>
        <pc:sldMkLst>
          <pc:docMk/>
          <pc:sldMk cId="3503232561" sldId="329"/>
        </pc:sldMkLst>
        <pc:spChg chg="mod">
          <ac:chgData name="Ella Vetter" userId="c6918cf5-f6c0-43cc-8499-a1f635017de9" providerId="ADAL" clId="{E8CAE533-5900-48F1-9375-A0F1AFC6DE31}" dt="2020-09-16T19:47:05.411" v="3234" actId="11"/>
          <ac:spMkLst>
            <pc:docMk/>
            <pc:sldMk cId="3503232561" sldId="329"/>
            <ac:spMk id="6" creationId="{FB2F8FD9-EEF7-460D-A9DD-C60B151D1FD0}"/>
          </ac:spMkLst>
        </pc:spChg>
      </pc:sldChg>
      <pc:sldChg chg="modSp mod modNotesTx">
        <pc:chgData name="Ella Vetter" userId="c6918cf5-f6c0-43cc-8499-a1f635017de9" providerId="ADAL" clId="{E8CAE533-5900-48F1-9375-A0F1AFC6DE31}" dt="2020-09-16T15:29:30.369" v="703"/>
        <pc:sldMkLst>
          <pc:docMk/>
          <pc:sldMk cId="375912605" sldId="331"/>
        </pc:sldMkLst>
        <pc:spChg chg="mod">
          <ac:chgData name="Ella Vetter" userId="c6918cf5-f6c0-43cc-8499-a1f635017de9" providerId="ADAL" clId="{E8CAE533-5900-48F1-9375-A0F1AFC6DE31}" dt="2020-09-16T15:23:34.672" v="529" actId="115"/>
          <ac:spMkLst>
            <pc:docMk/>
            <pc:sldMk cId="375912605" sldId="331"/>
            <ac:spMk id="3" creationId="{8221F274-BC26-4E74-AB9D-71F773282F5F}"/>
          </ac:spMkLst>
        </pc:spChg>
      </pc:sldChg>
      <pc:sldChg chg="modSp mod modNotesTx">
        <pc:chgData name="Ella Vetter" userId="c6918cf5-f6c0-43cc-8499-a1f635017de9" providerId="ADAL" clId="{E8CAE533-5900-48F1-9375-A0F1AFC6DE31}" dt="2020-09-16T15:48:22.508" v="1361" actId="20577"/>
        <pc:sldMkLst>
          <pc:docMk/>
          <pc:sldMk cId="2949972059" sldId="332"/>
        </pc:sldMkLst>
        <pc:spChg chg="mod">
          <ac:chgData name="Ella Vetter" userId="c6918cf5-f6c0-43cc-8499-a1f635017de9" providerId="ADAL" clId="{E8CAE533-5900-48F1-9375-A0F1AFC6DE31}" dt="2020-09-16T15:48:22.508" v="1361" actId="20577"/>
          <ac:spMkLst>
            <pc:docMk/>
            <pc:sldMk cId="2949972059" sldId="332"/>
            <ac:spMk id="3" creationId="{7E54F556-4D48-4B26-B56B-14903DBF0227}"/>
          </ac:spMkLst>
        </pc:spChg>
      </pc:sldChg>
      <pc:sldChg chg="modSp mod">
        <pc:chgData name="Ella Vetter" userId="c6918cf5-f6c0-43cc-8499-a1f635017de9" providerId="ADAL" clId="{E8CAE533-5900-48F1-9375-A0F1AFC6DE31}" dt="2020-09-16T19:47:16.949" v="3236" actId="11"/>
        <pc:sldMkLst>
          <pc:docMk/>
          <pc:sldMk cId="770859312" sldId="333"/>
        </pc:sldMkLst>
        <pc:spChg chg="mod">
          <ac:chgData name="Ella Vetter" userId="c6918cf5-f6c0-43cc-8499-a1f635017de9" providerId="ADAL" clId="{E8CAE533-5900-48F1-9375-A0F1AFC6DE31}" dt="2020-09-16T19:47:16.949" v="3236" actId="11"/>
          <ac:spMkLst>
            <pc:docMk/>
            <pc:sldMk cId="770859312" sldId="333"/>
            <ac:spMk id="4" creationId="{707C5EBC-6A0E-4D35-ACE9-9DC27564C9E4}"/>
          </ac:spMkLst>
        </pc:spChg>
      </pc:sldChg>
      <pc:sldChg chg="modSp mod">
        <pc:chgData name="Ella Vetter" userId="c6918cf5-f6c0-43cc-8499-a1f635017de9" providerId="ADAL" clId="{E8CAE533-5900-48F1-9375-A0F1AFC6DE31}" dt="2020-09-16T19:47:23.105" v="3237" actId="11"/>
        <pc:sldMkLst>
          <pc:docMk/>
          <pc:sldMk cId="3805342586" sldId="334"/>
        </pc:sldMkLst>
        <pc:spChg chg="mod">
          <ac:chgData name="Ella Vetter" userId="c6918cf5-f6c0-43cc-8499-a1f635017de9" providerId="ADAL" clId="{E8CAE533-5900-48F1-9375-A0F1AFC6DE31}" dt="2020-09-16T19:47:23.105" v="3237" actId="11"/>
          <ac:spMkLst>
            <pc:docMk/>
            <pc:sldMk cId="3805342586" sldId="334"/>
            <ac:spMk id="4" creationId="{54DA42CC-40CB-4A2F-8973-73781A249AF0}"/>
          </ac:spMkLst>
        </pc:spChg>
      </pc:sldChg>
      <pc:sldChg chg="modSp mod">
        <pc:chgData name="Ella Vetter" userId="c6918cf5-f6c0-43cc-8499-a1f635017de9" providerId="ADAL" clId="{E8CAE533-5900-48F1-9375-A0F1AFC6DE31}" dt="2020-09-16T19:47:29.346" v="3238" actId="11"/>
        <pc:sldMkLst>
          <pc:docMk/>
          <pc:sldMk cId="1594842008" sldId="335"/>
        </pc:sldMkLst>
        <pc:spChg chg="mod">
          <ac:chgData name="Ella Vetter" userId="c6918cf5-f6c0-43cc-8499-a1f635017de9" providerId="ADAL" clId="{E8CAE533-5900-48F1-9375-A0F1AFC6DE31}" dt="2020-09-16T19:47:29.346" v="3238" actId="11"/>
          <ac:spMkLst>
            <pc:docMk/>
            <pc:sldMk cId="1594842008" sldId="335"/>
            <ac:spMk id="4" creationId="{894ADE61-8434-47F9-A2E8-8F1D725EA5D2}"/>
          </ac:spMkLst>
        </pc:spChg>
      </pc:sldChg>
      <pc:sldChg chg="modSp mod">
        <pc:chgData name="Ella Vetter" userId="c6918cf5-f6c0-43cc-8499-a1f635017de9" providerId="ADAL" clId="{E8CAE533-5900-48F1-9375-A0F1AFC6DE31}" dt="2020-09-16T19:47:36.507" v="3239" actId="11"/>
        <pc:sldMkLst>
          <pc:docMk/>
          <pc:sldMk cId="513000458" sldId="336"/>
        </pc:sldMkLst>
        <pc:spChg chg="mod">
          <ac:chgData name="Ella Vetter" userId="c6918cf5-f6c0-43cc-8499-a1f635017de9" providerId="ADAL" clId="{E8CAE533-5900-48F1-9375-A0F1AFC6DE31}" dt="2020-09-16T19:47:36.507" v="3239" actId="11"/>
          <ac:spMkLst>
            <pc:docMk/>
            <pc:sldMk cId="513000458" sldId="336"/>
            <ac:spMk id="4" creationId="{9A2FBEA7-2905-4EB0-9760-20C7AB016556}"/>
          </ac:spMkLst>
        </pc:spChg>
      </pc:sldChg>
      <pc:sldChg chg="modSp mod">
        <pc:chgData name="Ella Vetter" userId="c6918cf5-f6c0-43cc-8499-a1f635017de9" providerId="ADAL" clId="{E8CAE533-5900-48F1-9375-A0F1AFC6DE31}" dt="2020-09-16T19:47:53.393" v="3241" actId="11"/>
        <pc:sldMkLst>
          <pc:docMk/>
          <pc:sldMk cId="2497133131" sldId="338"/>
        </pc:sldMkLst>
        <pc:spChg chg="mod">
          <ac:chgData name="Ella Vetter" userId="c6918cf5-f6c0-43cc-8499-a1f635017de9" providerId="ADAL" clId="{E8CAE533-5900-48F1-9375-A0F1AFC6DE31}" dt="2020-09-16T19:47:53.393" v="3241" actId="11"/>
          <ac:spMkLst>
            <pc:docMk/>
            <pc:sldMk cId="2497133131" sldId="338"/>
            <ac:spMk id="4" creationId="{3C6A5C21-4E07-4F33-9198-1792FD7F3D1C}"/>
          </ac:spMkLst>
        </pc:spChg>
      </pc:sldChg>
      <pc:sldChg chg="modSp mod">
        <pc:chgData name="Ella Vetter" userId="c6918cf5-f6c0-43cc-8499-a1f635017de9" providerId="ADAL" clId="{E8CAE533-5900-48F1-9375-A0F1AFC6DE31}" dt="2020-09-16T19:48:08.301" v="3243" actId="11"/>
        <pc:sldMkLst>
          <pc:docMk/>
          <pc:sldMk cId="1524780563" sldId="339"/>
        </pc:sldMkLst>
        <pc:spChg chg="mod">
          <ac:chgData name="Ella Vetter" userId="c6918cf5-f6c0-43cc-8499-a1f635017de9" providerId="ADAL" clId="{E8CAE533-5900-48F1-9375-A0F1AFC6DE31}" dt="2020-09-16T19:48:08.301" v="3243" actId="11"/>
          <ac:spMkLst>
            <pc:docMk/>
            <pc:sldMk cId="1524780563" sldId="339"/>
            <ac:spMk id="4" creationId="{2F129AF8-57D0-4CE0-8DE1-C396C1E6CF8D}"/>
          </ac:spMkLst>
        </pc:spChg>
      </pc:sldChg>
      <pc:sldChg chg="modSp mod">
        <pc:chgData name="Ella Vetter" userId="c6918cf5-f6c0-43cc-8499-a1f635017de9" providerId="ADAL" clId="{E8CAE533-5900-48F1-9375-A0F1AFC6DE31}" dt="2020-09-16T19:48:19.711" v="3244" actId="11"/>
        <pc:sldMkLst>
          <pc:docMk/>
          <pc:sldMk cId="3408288368" sldId="340"/>
        </pc:sldMkLst>
        <pc:spChg chg="mod">
          <ac:chgData name="Ella Vetter" userId="c6918cf5-f6c0-43cc-8499-a1f635017de9" providerId="ADAL" clId="{E8CAE533-5900-48F1-9375-A0F1AFC6DE31}" dt="2020-09-16T19:48:19.711" v="3244" actId="11"/>
          <ac:spMkLst>
            <pc:docMk/>
            <pc:sldMk cId="3408288368" sldId="340"/>
            <ac:spMk id="4" creationId="{04763771-6C82-4162-A5AC-F3602FF29FF6}"/>
          </ac:spMkLst>
        </pc:spChg>
      </pc:sldChg>
      <pc:sldChg chg="modSp mod">
        <pc:chgData name="Ella Vetter" userId="c6918cf5-f6c0-43cc-8499-a1f635017de9" providerId="ADAL" clId="{E8CAE533-5900-48F1-9375-A0F1AFC6DE31}" dt="2020-09-16T19:48:34.768" v="3246" actId="11"/>
        <pc:sldMkLst>
          <pc:docMk/>
          <pc:sldMk cId="437802711" sldId="341"/>
        </pc:sldMkLst>
        <pc:spChg chg="mod">
          <ac:chgData name="Ella Vetter" userId="c6918cf5-f6c0-43cc-8499-a1f635017de9" providerId="ADAL" clId="{E8CAE533-5900-48F1-9375-A0F1AFC6DE31}" dt="2020-09-16T19:48:34.768" v="3246" actId="11"/>
          <ac:spMkLst>
            <pc:docMk/>
            <pc:sldMk cId="437802711" sldId="341"/>
            <ac:spMk id="4" creationId="{D73DF70C-A971-4ABC-B0EC-BF457A93F4A7}"/>
          </ac:spMkLst>
        </pc:spChg>
      </pc:sldChg>
      <pc:sldChg chg="addSp delSp modSp mod">
        <pc:chgData name="Ella Vetter" userId="c6918cf5-f6c0-43cc-8499-a1f635017de9" providerId="ADAL" clId="{E8CAE533-5900-48F1-9375-A0F1AFC6DE31}" dt="2020-09-16T16:38:04.395" v="1851" actId="1035"/>
        <pc:sldMkLst>
          <pc:docMk/>
          <pc:sldMk cId="2321047472" sldId="343"/>
        </pc:sldMkLst>
        <pc:spChg chg="mod">
          <ac:chgData name="Ella Vetter" userId="c6918cf5-f6c0-43cc-8499-a1f635017de9" providerId="ADAL" clId="{E8CAE533-5900-48F1-9375-A0F1AFC6DE31}" dt="2020-09-16T16:37:20.518" v="1809" actId="13926"/>
          <ac:spMkLst>
            <pc:docMk/>
            <pc:sldMk cId="2321047472" sldId="343"/>
            <ac:spMk id="2" creationId="{C272E50E-403C-4E30-9B26-79AF2EFEA227}"/>
          </ac:spMkLst>
        </pc:spChg>
        <pc:spChg chg="mod">
          <ac:chgData name="Ella Vetter" userId="c6918cf5-f6c0-43cc-8499-a1f635017de9" providerId="ADAL" clId="{E8CAE533-5900-48F1-9375-A0F1AFC6DE31}" dt="2020-09-16T16:38:04.395" v="1851" actId="1035"/>
          <ac:spMkLst>
            <pc:docMk/>
            <pc:sldMk cId="2321047472" sldId="343"/>
            <ac:spMk id="3" creationId="{1C8AA331-7FFE-4074-8CB6-F8F6058B9498}"/>
          </ac:spMkLst>
        </pc:spChg>
        <pc:spChg chg="add del">
          <ac:chgData name="Ella Vetter" userId="c6918cf5-f6c0-43cc-8499-a1f635017de9" providerId="ADAL" clId="{E8CAE533-5900-48F1-9375-A0F1AFC6DE31}" dt="2020-09-16T16:07:27.964" v="1547"/>
          <ac:spMkLst>
            <pc:docMk/>
            <pc:sldMk cId="2321047472" sldId="343"/>
            <ac:spMk id="4" creationId="{E71F04E5-6DCA-42B1-8B06-9E1FD7CDD44F}"/>
          </ac:spMkLst>
        </pc:spChg>
        <pc:spChg chg="add del">
          <ac:chgData name="Ella Vetter" userId="c6918cf5-f6c0-43cc-8499-a1f635017de9" providerId="ADAL" clId="{E8CAE533-5900-48F1-9375-A0F1AFC6DE31}" dt="2020-09-16T16:07:30.299" v="1550"/>
          <ac:spMkLst>
            <pc:docMk/>
            <pc:sldMk cId="2321047472" sldId="343"/>
            <ac:spMk id="5" creationId="{35B8488A-C5CE-48B5-A725-CE19F2B260FF}"/>
          </ac:spMkLst>
        </pc:spChg>
        <pc:spChg chg="add del">
          <ac:chgData name="Ella Vetter" userId="c6918cf5-f6c0-43cc-8499-a1f635017de9" providerId="ADAL" clId="{E8CAE533-5900-48F1-9375-A0F1AFC6DE31}" dt="2020-09-16T16:32:52.315" v="1556"/>
          <ac:spMkLst>
            <pc:docMk/>
            <pc:sldMk cId="2321047472" sldId="343"/>
            <ac:spMk id="6" creationId="{C915BF67-1442-4222-82EB-6ECD0ED36C0C}"/>
          </ac:spMkLst>
        </pc:spChg>
      </pc:sldChg>
      <pc:sldChg chg="modSp mod">
        <pc:chgData name="Ella Vetter" userId="c6918cf5-f6c0-43cc-8499-a1f635017de9" providerId="ADAL" clId="{E8CAE533-5900-48F1-9375-A0F1AFC6DE31}" dt="2020-09-16T20:00:19.707" v="3271" actId="20577"/>
        <pc:sldMkLst>
          <pc:docMk/>
          <pc:sldMk cId="883250627" sldId="348"/>
        </pc:sldMkLst>
        <pc:spChg chg="mod">
          <ac:chgData name="Ella Vetter" userId="c6918cf5-f6c0-43cc-8499-a1f635017de9" providerId="ADAL" clId="{E8CAE533-5900-48F1-9375-A0F1AFC6DE31}" dt="2020-09-16T20:00:19.707" v="3271" actId="20577"/>
          <ac:spMkLst>
            <pc:docMk/>
            <pc:sldMk cId="883250627" sldId="348"/>
            <ac:spMk id="4" creationId="{66B87A78-20EF-4FCF-ACED-88D05806FC80}"/>
          </ac:spMkLst>
        </pc:spChg>
      </pc:sldChg>
      <pc:sldChg chg="modSp mod">
        <pc:chgData name="Ella Vetter" userId="c6918cf5-f6c0-43cc-8499-a1f635017de9" providerId="ADAL" clId="{E8CAE533-5900-48F1-9375-A0F1AFC6DE31}" dt="2020-09-16T19:48:00.485" v="3242" actId="11"/>
        <pc:sldMkLst>
          <pc:docMk/>
          <pc:sldMk cId="193838983" sldId="349"/>
        </pc:sldMkLst>
        <pc:spChg chg="mod">
          <ac:chgData name="Ella Vetter" userId="c6918cf5-f6c0-43cc-8499-a1f635017de9" providerId="ADAL" clId="{E8CAE533-5900-48F1-9375-A0F1AFC6DE31}" dt="2020-09-16T19:48:00.485" v="3242" actId="11"/>
          <ac:spMkLst>
            <pc:docMk/>
            <pc:sldMk cId="193838983" sldId="349"/>
            <ac:spMk id="8" creationId="{8D65FE5C-734C-4F70-95ED-19062B16A210}"/>
          </ac:spMkLst>
        </pc:spChg>
      </pc:sldChg>
      <pc:sldChg chg="modSp mod">
        <pc:chgData name="Ella Vetter" userId="c6918cf5-f6c0-43cc-8499-a1f635017de9" providerId="ADAL" clId="{E8CAE533-5900-48F1-9375-A0F1AFC6DE31}" dt="2020-09-16T14:44:28.371" v="16" actId="123"/>
        <pc:sldMkLst>
          <pc:docMk/>
          <pc:sldMk cId="3144359919" sldId="353"/>
        </pc:sldMkLst>
        <pc:spChg chg="mod">
          <ac:chgData name="Ella Vetter" userId="c6918cf5-f6c0-43cc-8499-a1f635017de9" providerId="ADAL" clId="{E8CAE533-5900-48F1-9375-A0F1AFC6DE31}" dt="2020-09-16T14:44:28.371" v="16" actId="123"/>
          <ac:spMkLst>
            <pc:docMk/>
            <pc:sldMk cId="3144359919" sldId="353"/>
            <ac:spMk id="3" creationId="{A43BF2BD-459D-4482-B43A-4B0F359FB02F}"/>
          </ac:spMkLst>
        </pc:spChg>
      </pc:sldChg>
      <pc:sldChg chg="modSp mod">
        <pc:chgData name="Ella Vetter" userId="c6918cf5-f6c0-43cc-8499-a1f635017de9" providerId="ADAL" clId="{E8CAE533-5900-48F1-9375-A0F1AFC6DE31}" dt="2020-09-16T15:40:05.172" v="1180" actId="20577"/>
        <pc:sldMkLst>
          <pc:docMk/>
          <pc:sldMk cId="110084408" sldId="357"/>
        </pc:sldMkLst>
        <pc:spChg chg="mod">
          <ac:chgData name="Ella Vetter" userId="c6918cf5-f6c0-43cc-8499-a1f635017de9" providerId="ADAL" clId="{E8CAE533-5900-48F1-9375-A0F1AFC6DE31}" dt="2020-09-16T15:40:05.172" v="1180" actId="20577"/>
          <ac:spMkLst>
            <pc:docMk/>
            <pc:sldMk cId="110084408" sldId="357"/>
            <ac:spMk id="4" creationId="{E0C5F203-6934-4EFB-90B8-43BB503E1648}"/>
          </ac:spMkLst>
        </pc:spChg>
      </pc:sldChg>
      <pc:sldChg chg="addSp delSp modSp mod">
        <pc:chgData name="Ella Vetter" userId="c6918cf5-f6c0-43cc-8499-a1f635017de9" providerId="ADAL" clId="{E8CAE533-5900-48F1-9375-A0F1AFC6DE31}" dt="2020-09-16T14:46:00.204" v="20" actId="13926"/>
        <pc:sldMkLst>
          <pc:docMk/>
          <pc:sldMk cId="256788973" sldId="359"/>
        </pc:sldMkLst>
        <pc:spChg chg="mod">
          <ac:chgData name="Ella Vetter" userId="c6918cf5-f6c0-43cc-8499-a1f635017de9" providerId="ADAL" clId="{E8CAE533-5900-48F1-9375-A0F1AFC6DE31}" dt="2020-09-16T14:46:00.204" v="20" actId="13926"/>
          <ac:spMkLst>
            <pc:docMk/>
            <pc:sldMk cId="256788973" sldId="359"/>
            <ac:spMk id="2" creationId="{00FBE098-62C7-45A7-B789-152A90C3515D}"/>
          </ac:spMkLst>
        </pc:spChg>
        <pc:spChg chg="del">
          <ac:chgData name="Ella Vetter" userId="c6918cf5-f6c0-43cc-8499-a1f635017de9" providerId="ADAL" clId="{E8CAE533-5900-48F1-9375-A0F1AFC6DE31}" dt="2020-09-16T14:44:07.593" v="7" actId="478"/>
          <ac:spMkLst>
            <pc:docMk/>
            <pc:sldMk cId="256788973" sldId="359"/>
            <ac:spMk id="3" creationId="{C922F6C7-2428-4B4A-A46A-AAD5A2E61970}"/>
          </ac:spMkLst>
        </pc:spChg>
        <pc:spChg chg="add mod">
          <ac:chgData name="Ella Vetter" userId="c6918cf5-f6c0-43cc-8499-a1f635017de9" providerId="ADAL" clId="{E8CAE533-5900-48F1-9375-A0F1AFC6DE31}" dt="2020-09-16T14:44:23.346" v="15" actId="123"/>
          <ac:spMkLst>
            <pc:docMk/>
            <pc:sldMk cId="256788973" sldId="359"/>
            <ac:spMk id="4" creationId="{25CC2C86-E122-46DA-9E54-3A51AB62D03F}"/>
          </ac:spMkLst>
        </pc:spChg>
        <pc:picChg chg="add mod">
          <ac:chgData name="Ella Vetter" userId="c6918cf5-f6c0-43cc-8499-a1f635017de9" providerId="ADAL" clId="{E8CAE533-5900-48F1-9375-A0F1AFC6DE31}" dt="2020-09-16T14:45:54.912" v="19" actId="1076"/>
          <ac:picMkLst>
            <pc:docMk/>
            <pc:sldMk cId="256788973" sldId="359"/>
            <ac:picMk id="6" creationId="{3753803C-A1EA-4138-B553-63756C180EB9}"/>
          </ac:picMkLst>
        </pc:picChg>
      </pc:sldChg>
      <pc:sldChg chg="addSp delSp modSp new mod modNotesTx">
        <pc:chgData name="Ella Vetter" userId="c6918cf5-f6c0-43cc-8499-a1f635017de9" providerId="ADAL" clId="{E8CAE533-5900-48F1-9375-A0F1AFC6DE31}" dt="2020-09-16T15:09:58.567" v="509" actId="13926"/>
        <pc:sldMkLst>
          <pc:docMk/>
          <pc:sldMk cId="2074887566" sldId="360"/>
        </pc:sldMkLst>
        <pc:spChg chg="mod">
          <ac:chgData name="Ella Vetter" userId="c6918cf5-f6c0-43cc-8499-a1f635017de9" providerId="ADAL" clId="{E8CAE533-5900-48F1-9375-A0F1AFC6DE31}" dt="2020-09-16T15:09:58.567" v="509" actId="13926"/>
          <ac:spMkLst>
            <pc:docMk/>
            <pc:sldMk cId="2074887566" sldId="360"/>
            <ac:spMk id="2" creationId="{C35BEF80-5534-4040-BBCC-5882A9DC8FE4}"/>
          </ac:spMkLst>
        </pc:spChg>
        <pc:spChg chg="del">
          <ac:chgData name="Ella Vetter" userId="c6918cf5-f6c0-43cc-8499-a1f635017de9" providerId="ADAL" clId="{E8CAE533-5900-48F1-9375-A0F1AFC6DE31}" dt="2020-09-16T14:46:22.509" v="21" actId="478"/>
          <ac:spMkLst>
            <pc:docMk/>
            <pc:sldMk cId="2074887566" sldId="360"/>
            <ac:spMk id="3" creationId="{5AE33263-E175-4015-99FE-E0BE73F3CDE7}"/>
          </ac:spMkLst>
        </pc:spChg>
        <pc:spChg chg="add mod">
          <ac:chgData name="Ella Vetter" userId="c6918cf5-f6c0-43cc-8499-a1f635017de9" providerId="ADAL" clId="{E8CAE533-5900-48F1-9375-A0F1AFC6DE31}" dt="2020-09-16T14:46:41.754" v="59" actId="113"/>
          <ac:spMkLst>
            <pc:docMk/>
            <pc:sldMk cId="2074887566" sldId="360"/>
            <ac:spMk id="4" creationId="{0350A024-20D5-463D-9952-60A8E354EA8C}"/>
          </ac:spMkLst>
        </pc:spChg>
        <pc:spChg chg="add mod">
          <ac:chgData name="Ella Vetter" userId="c6918cf5-f6c0-43cc-8499-a1f635017de9" providerId="ADAL" clId="{E8CAE533-5900-48F1-9375-A0F1AFC6DE31}" dt="2020-09-16T15:09:53.658" v="508" actId="1036"/>
          <ac:spMkLst>
            <pc:docMk/>
            <pc:sldMk cId="2074887566" sldId="360"/>
            <ac:spMk id="12" creationId="{CF91E8CF-455F-47B7-A966-4A6C09F88A76}"/>
          </ac:spMkLst>
        </pc:spChg>
        <pc:spChg chg="add mod">
          <ac:chgData name="Ella Vetter" userId="c6918cf5-f6c0-43cc-8499-a1f635017de9" providerId="ADAL" clId="{E8CAE533-5900-48F1-9375-A0F1AFC6DE31}" dt="2020-09-16T15:09:53.658" v="508" actId="1036"/>
          <ac:spMkLst>
            <pc:docMk/>
            <pc:sldMk cId="2074887566" sldId="360"/>
            <ac:spMk id="14" creationId="{19E7CB55-3991-4EE6-BA2F-398BECB67FD3}"/>
          </ac:spMkLst>
        </pc:spChg>
        <pc:spChg chg="add mod">
          <ac:chgData name="Ella Vetter" userId="c6918cf5-f6c0-43cc-8499-a1f635017de9" providerId="ADAL" clId="{E8CAE533-5900-48F1-9375-A0F1AFC6DE31}" dt="2020-09-16T15:09:53.658" v="508" actId="1036"/>
          <ac:spMkLst>
            <pc:docMk/>
            <pc:sldMk cId="2074887566" sldId="360"/>
            <ac:spMk id="16" creationId="{17D384F3-E4F7-487E-B9CC-C6BF5136D54A}"/>
          </ac:spMkLst>
        </pc:spChg>
        <pc:spChg chg="add mod">
          <ac:chgData name="Ella Vetter" userId="c6918cf5-f6c0-43cc-8499-a1f635017de9" providerId="ADAL" clId="{E8CAE533-5900-48F1-9375-A0F1AFC6DE31}" dt="2020-09-16T15:09:53.658" v="508" actId="1036"/>
          <ac:spMkLst>
            <pc:docMk/>
            <pc:sldMk cId="2074887566" sldId="360"/>
            <ac:spMk id="20" creationId="{122CF506-ACA6-4B40-A6DE-D0A6218DEA65}"/>
          </ac:spMkLst>
        </pc:spChg>
        <pc:spChg chg="add mod">
          <ac:chgData name="Ella Vetter" userId="c6918cf5-f6c0-43cc-8499-a1f635017de9" providerId="ADAL" clId="{E8CAE533-5900-48F1-9375-A0F1AFC6DE31}" dt="2020-09-16T15:09:53.658" v="508" actId="1036"/>
          <ac:spMkLst>
            <pc:docMk/>
            <pc:sldMk cId="2074887566" sldId="360"/>
            <ac:spMk id="26" creationId="{13B1B233-1A03-4618-9CFC-CA2C81663317}"/>
          </ac:spMkLst>
        </pc:spChg>
        <pc:picChg chg="add mod">
          <ac:chgData name="Ella Vetter" userId="c6918cf5-f6c0-43cc-8499-a1f635017de9" providerId="ADAL" clId="{E8CAE533-5900-48F1-9375-A0F1AFC6DE31}" dt="2020-09-16T15:09:53.658" v="508" actId="1036"/>
          <ac:picMkLst>
            <pc:docMk/>
            <pc:sldMk cId="2074887566" sldId="360"/>
            <ac:picMk id="6" creationId="{9882E3A4-343C-446E-9C74-242DB57913D5}"/>
          </ac:picMkLst>
        </pc:picChg>
        <pc:cxnChg chg="add mod">
          <ac:chgData name="Ella Vetter" userId="c6918cf5-f6c0-43cc-8499-a1f635017de9" providerId="ADAL" clId="{E8CAE533-5900-48F1-9375-A0F1AFC6DE31}" dt="2020-09-16T15:09:53.658" v="508" actId="1036"/>
          <ac:cxnSpMkLst>
            <pc:docMk/>
            <pc:sldMk cId="2074887566" sldId="360"/>
            <ac:cxnSpMk id="7" creationId="{A3A7A5CE-2EE1-4FA1-A364-1E6EA827161C}"/>
          </ac:cxnSpMkLst>
        </pc:cxnChg>
        <pc:cxnChg chg="add mod">
          <ac:chgData name="Ella Vetter" userId="c6918cf5-f6c0-43cc-8499-a1f635017de9" providerId="ADAL" clId="{E8CAE533-5900-48F1-9375-A0F1AFC6DE31}" dt="2020-09-16T15:09:53.658" v="508" actId="1036"/>
          <ac:cxnSpMkLst>
            <pc:docMk/>
            <pc:sldMk cId="2074887566" sldId="360"/>
            <ac:cxnSpMk id="8" creationId="{35732108-FFD2-47A1-9754-25F2CC8EBEDC}"/>
          </ac:cxnSpMkLst>
        </pc:cxnChg>
        <pc:cxnChg chg="add mod">
          <ac:chgData name="Ella Vetter" userId="c6918cf5-f6c0-43cc-8499-a1f635017de9" providerId="ADAL" clId="{E8CAE533-5900-48F1-9375-A0F1AFC6DE31}" dt="2020-09-16T15:09:53.658" v="508" actId="1036"/>
          <ac:cxnSpMkLst>
            <pc:docMk/>
            <pc:sldMk cId="2074887566" sldId="360"/>
            <ac:cxnSpMk id="9" creationId="{EE5AC546-42C8-4391-92DA-0A486F1F25BA}"/>
          </ac:cxnSpMkLst>
        </pc:cxnChg>
        <pc:cxnChg chg="add mod">
          <ac:chgData name="Ella Vetter" userId="c6918cf5-f6c0-43cc-8499-a1f635017de9" providerId="ADAL" clId="{E8CAE533-5900-48F1-9375-A0F1AFC6DE31}" dt="2020-09-16T15:09:53.658" v="508" actId="1036"/>
          <ac:cxnSpMkLst>
            <pc:docMk/>
            <pc:sldMk cId="2074887566" sldId="360"/>
            <ac:cxnSpMk id="10" creationId="{4B391B2C-C843-4423-A394-891EB409CF5B}"/>
          </ac:cxnSpMkLst>
        </pc:cxnChg>
        <pc:cxnChg chg="add mod">
          <ac:chgData name="Ella Vetter" userId="c6918cf5-f6c0-43cc-8499-a1f635017de9" providerId="ADAL" clId="{E8CAE533-5900-48F1-9375-A0F1AFC6DE31}" dt="2020-09-16T15:09:53.658" v="508" actId="1036"/>
          <ac:cxnSpMkLst>
            <pc:docMk/>
            <pc:sldMk cId="2074887566" sldId="360"/>
            <ac:cxnSpMk id="21" creationId="{DB3F08EA-19CC-4EE1-976E-287A602A867B}"/>
          </ac:cxnSpMkLst>
        </pc:cxnChg>
      </pc:sldChg>
      <pc:sldChg chg="addSp delSp modSp add mod">
        <pc:chgData name="Ella Vetter" userId="c6918cf5-f6c0-43cc-8499-a1f635017de9" providerId="ADAL" clId="{E8CAE533-5900-48F1-9375-A0F1AFC6DE31}" dt="2020-09-16T15:10:03.469" v="513" actId="1035"/>
        <pc:sldMkLst>
          <pc:docMk/>
          <pc:sldMk cId="2368709295" sldId="361"/>
        </pc:sldMkLst>
        <pc:spChg chg="del">
          <ac:chgData name="Ella Vetter" userId="c6918cf5-f6c0-43cc-8499-a1f635017de9" providerId="ADAL" clId="{E8CAE533-5900-48F1-9375-A0F1AFC6DE31}" dt="2020-09-16T14:55:33.237" v="155" actId="478"/>
          <ac:spMkLst>
            <pc:docMk/>
            <pc:sldMk cId="2368709295" sldId="361"/>
            <ac:spMk id="3" creationId="{5AE33263-E175-4015-99FE-E0BE73F3CDE7}"/>
          </ac:spMkLst>
        </pc:spChg>
        <pc:spChg chg="add mod">
          <ac:chgData name="Ella Vetter" userId="c6918cf5-f6c0-43cc-8499-a1f635017de9" providerId="ADAL" clId="{E8CAE533-5900-48F1-9375-A0F1AFC6DE31}" dt="2020-09-16T15:10:03.469" v="513" actId="1035"/>
          <ac:spMkLst>
            <pc:docMk/>
            <pc:sldMk cId="2368709295" sldId="361"/>
            <ac:spMk id="4" creationId="{5913F759-147C-4879-BD6B-2D7E6FEB7E38}"/>
          </ac:spMkLst>
        </pc:spChg>
        <pc:picChg chg="add del mod">
          <ac:chgData name="Ella Vetter" userId="c6918cf5-f6c0-43cc-8499-a1f635017de9" providerId="ADAL" clId="{E8CAE533-5900-48F1-9375-A0F1AFC6DE31}" dt="2020-09-16T14:59:15.291" v="286" actId="478"/>
          <ac:picMkLst>
            <pc:docMk/>
            <pc:sldMk cId="2368709295" sldId="361"/>
            <ac:picMk id="6" creationId="{A167F272-BB3E-484D-9927-52703B6CD038}"/>
          </ac:picMkLst>
        </pc:picChg>
        <pc:picChg chg="add mod">
          <ac:chgData name="Ella Vetter" userId="c6918cf5-f6c0-43cc-8499-a1f635017de9" providerId="ADAL" clId="{E8CAE533-5900-48F1-9375-A0F1AFC6DE31}" dt="2020-09-16T14:59:14.470" v="285" actId="571"/>
          <ac:picMkLst>
            <pc:docMk/>
            <pc:sldMk cId="2368709295" sldId="361"/>
            <ac:picMk id="7" creationId="{820C73E2-0082-4E78-9522-475B67C2DF76}"/>
          </ac:picMkLst>
        </pc:picChg>
        <pc:picChg chg="add mod">
          <ac:chgData name="Ella Vetter" userId="c6918cf5-f6c0-43cc-8499-a1f635017de9" providerId="ADAL" clId="{E8CAE533-5900-48F1-9375-A0F1AFC6DE31}" dt="2020-09-16T14:59:22.948" v="291" actId="208"/>
          <ac:picMkLst>
            <pc:docMk/>
            <pc:sldMk cId="2368709295" sldId="361"/>
            <ac:picMk id="9" creationId="{6A700751-3312-4331-8A64-BE6044D18491}"/>
          </ac:picMkLst>
        </pc:picChg>
      </pc:sldChg>
      <pc:sldChg chg="addSp delSp modSp add mod">
        <pc:chgData name="Ella Vetter" userId="c6918cf5-f6c0-43cc-8499-a1f635017de9" providerId="ADAL" clId="{E8CAE533-5900-48F1-9375-A0F1AFC6DE31}" dt="2020-09-16T15:40:09.689" v="1188" actId="20577"/>
        <pc:sldMkLst>
          <pc:docMk/>
          <pc:sldMk cId="882960040" sldId="362"/>
        </pc:sldMkLst>
        <pc:spChg chg="del">
          <ac:chgData name="Ella Vetter" userId="c6918cf5-f6c0-43cc-8499-a1f635017de9" providerId="ADAL" clId="{E8CAE533-5900-48F1-9375-A0F1AFC6DE31}" dt="2020-09-16T14:59:39.912" v="293" actId="478"/>
          <ac:spMkLst>
            <pc:docMk/>
            <pc:sldMk cId="882960040" sldId="362"/>
            <ac:spMk id="3" creationId="{5AE33263-E175-4015-99FE-E0BE73F3CDE7}"/>
          </ac:spMkLst>
        </pc:spChg>
        <pc:spChg chg="add mod">
          <ac:chgData name="Ella Vetter" userId="c6918cf5-f6c0-43cc-8499-a1f635017de9" providerId="ADAL" clId="{E8CAE533-5900-48F1-9375-A0F1AFC6DE31}" dt="2020-09-16T15:40:09.689" v="1188" actId="20577"/>
          <ac:spMkLst>
            <pc:docMk/>
            <pc:sldMk cId="882960040" sldId="362"/>
            <ac:spMk id="4" creationId="{1A7F3C11-AC58-48A9-A1AF-E8BD47BCBCBE}"/>
          </ac:spMkLst>
        </pc:spChg>
        <pc:picChg chg="add mod">
          <ac:chgData name="Ella Vetter" userId="c6918cf5-f6c0-43cc-8499-a1f635017de9" providerId="ADAL" clId="{E8CAE533-5900-48F1-9375-A0F1AFC6DE31}" dt="2020-09-16T15:00:46.250" v="313" actId="1076"/>
          <ac:picMkLst>
            <pc:docMk/>
            <pc:sldMk cId="882960040" sldId="362"/>
            <ac:picMk id="6" creationId="{FA4969C7-26DC-400C-8AA4-A151D43EA457}"/>
          </ac:picMkLst>
        </pc:picChg>
        <pc:picChg chg="add mod">
          <ac:chgData name="Ella Vetter" userId="c6918cf5-f6c0-43cc-8499-a1f635017de9" providerId="ADAL" clId="{E8CAE533-5900-48F1-9375-A0F1AFC6DE31}" dt="2020-09-16T15:01:18.586" v="316" actId="14100"/>
          <ac:picMkLst>
            <pc:docMk/>
            <pc:sldMk cId="882960040" sldId="362"/>
            <ac:picMk id="8" creationId="{EA51F1F0-C9F7-4C94-B68E-8678CC185D6C}"/>
          </ac:picMkLst>
        </pc:picChg>
      </pc:sldChg>
      <pc:sldChg chg="add del">
        <pc:chgData name="Ella Vetter" userId="c6918cf5-f6c0-43cc-8499-a1f635017de9" providerId="ADAL" clId="{E8CAE533-5900-48F1-9375-A0F1AFC6DE31}" dt="2020-09-16T15:10:10.951" v="514" actId="47"/>
        <pc:sldMkLst>
          <pc:docMk/>
          <pc:sldMk cId="1197592500" sldId="363"/>
        </pc:sldMkLst>
      </pc:sldChg>
      <pc:sldChg chg="addSp delSp modSp new mod">
        <pc:chgData name="Ella Vetter" userId="c6918cf5-f6c0-43cc-8499-a1f635017de9" providerId="ADAL" clId="{E8CAE533-5900-48F1-9375-A0F1AFC6DE31}" dt="2020-09-16T15:42:42" v="1303" actId="1076"/>
        <pc:sldMkLst>
          <pc:docMk/>
          <pc:sldMk cId="1575101120" sldId="363"/>
        </pc:sldMkLst>
        <pc:spChg chg="mod">
          <ac:chgData name="Ella Vetter" userId="c6918cf5-f6c0-43cc-8499-a1f635017de9" providerId="ADAL" clId="{E8CAE533-5900-48F1-9375-A0F1AFC6DE31}" dt="2020-09-16T15:11:11.984" v="516"/>
          <ac:spMkLst>
            <pc:docMk/>
            <pc:sldMk cId="1575101120" sldId="363"/>
            <ac:spMk id="2" creationId="{295736AC-1300-421A-BA2B-344D7EC8967F}"/>
          </ac:spMkLst>
        </pc:spChg>
        <pc:spChg chg="del">
          <ac:chgData name="Ella Vetter" userId="c6918cf5-f6c0-43cc-8499-a1f635017de9" providerId="ADAL" clId="{E8CAE533-5900-48F1-9375-A0F1AFC6DE31}" dt="2020-09-16T15:11:24.583" v="520" actId="478"/>
          <ac:spMkLst>
            <pc:docMk/>
            <pc:sldMk cId="1575101120" sldId="363"/>
            <ac:spMk id="3" creationId="{5103F989-0416-4068-9E6F-CCE29817A01F}"/>
          </ac:spMkLst>
        </pc:spChg>
        <pc:spChg chg="add mod">
          <ac:chgData name="Ella Vetter" userId="c6918cf5-f6c0-43cc-8499-a1f635017de9" providerId="ADAL" clId="{E8CAE533-5900-48F1-9375-A0F1AFC6DE31}" dt="2020-09-16T15:42:38.370" v="1302" actId="1036"/>
          <ac:spMkLst>
            <pc:docMk/>
            <pc:sldMk cId="1575101120" sldId="363"/>
            <ac:spMk id="4" creationId="{ADEAE891-F8BC-49BC-96A0-54B1AD69DE72}"/>
          </ac:spMkLst>
        </pc:spChg>
        <pc:picChg chg="add del mod">
          <ac:chgData name="Ella Vetter" userId="c6918cf5-f6c0-43cc-8499-a1f635017de9" providerId="ADAL" clId="{E8CAE533-5900-48F1-9375-A0F1AFC6DE31}" dt="2020-09-16T15:22:04.134" v="525" actId="478"/>
          <ac:picMkLst>
            <pc:docMk/>
            <pc:sldMk cId="1575101120" sldId="363"/>
            <ac:picMk id="6" creationId="{A328B34E-99D5-4DF7-8FAA-F377F407854B}"/>
          </ac:picMkLst>
        </pc:picChg>
        <pc:picChg chg="add mod">
          <ac:chgData name="Ella Vetter" userId="c6918cf5-f6c0-43cc-8499-a1f635017de9" providerId="ADAL" clId="{E8CAE533-5900-48F1-9375-A0F1AFC6DE31}" dt="2020-09-16T15:42:42" v="1303" actId="1076"/>
          <ac:picMkLst>
            <pc:docMk/>
            <pc:sldMk cId="1575101120" sldId="363"/>
            <ac:picMk id="8" creationId="{0173BCBD-D0B2-4D9E-B571-004AB9F82489}"/>
          </ac:picMkLst>
        </pc:picChg>
      </pc:sldChg>
      <pc:sldChg chg="addSp delSp modSp add mod">
        <pc:chgData name="Ella Vetter" userId="c6918cf5-f6c0-43cc-8499-a1f635017de9" providerId="ADAL" clId="{E8CAE533-5900-48F1-9375-A0F1AFC6DE31}" dt="2020-09-16T19:54:53.737" v="3247" actId="11"/>
        <pc:sldMkLst>
          <pc:docMk/>
          <pc:sldMk cId="1795387855" sldId="364"/>
        </pc:sldMkLst>
        <pc:spChg chg="mod">
          <ac:chgData name="Ella Vetter" userId="c6918cf5-f6c0-43cc-8499-a1f635017de9" providerId="ADAL" clId="{E8CAE533-5900-48F1-9375-A0F1AFC6DE31}" dt="2020-09-16T15:34:08.482" v="766" actId="1076"/>
          <ac:spMkLst>
            <pc:docMk/>
            <pc:sldMk cId="1795387855" sldId="364"/>
            <ac:spMk id="2" creationId="{295736AC-1300-421A-BA2B-344D7EC8967F}"/>
          </ac:spMkLst>
        </pc:spChg>
        <pc:spChg chg="del">
          <ac:chgData name="Ella Vetter" userId="c6918cf5-f6c0-43cc-8499-a1f635017de9" providerId="ADAL" clId="{E8CAE533-5900-48F1-9375-A0F1AFC6DE31}" dt="2020-09-16T15:32:19.869" v="715" actId="478"/>
          <ac:spMkLst>
            <pc:docMk/>
            <pc:sldMk cId="1795387855" sldId="364"/>
            <ac:spMk id="3" creationId="{5103F989-0416-4068-9E6F-CCE29817A01F}"/>
          </ac:spMkLst>
        </pc:spChg>
        <pc:spChg chg="add mod">
          <ac:chgData name="Ella Vetter" userId="c6918cf5-f6c0-43cc-8499-a1f635017de9" providerId="ADAL" clId="{E8CAE533-5900-48F1-9375-A0F1AFC6DE31}" dt="2020-09-16T19:54:53.737" v="3247" actId="11"/>
          <ac:spMkLst>
            <pc:docMk/>
            <pc:sldMk cId="1795387855" sldId="364"/>
            <ac:spMk id="4" creationId="{18F3D4D7-4D3A-4AAA-83B2-3B96265F8C6A}"/>
          </ac:spMkLst>
        </pc:spChg>
        <pc:picChg chg="add mod">
          <ac:chgData name="Ella Vetter" userId="c6918cf5-f6c0-43cc-8499-a1f635017de9" providerId="ADAL" clId="{E8CAE533-5900-48F1-9375-A0F1AFC6DE31}" dt="2020-09-16T15:38:35.884" v="1096" actId="1036"/>
          <ac:picMkLst>
            <pc:docMk/>
            <pc:sldMk cId="1795387855" sldId="364"/>
            <ac:picMk id="6" creationId="{EE874ADD-30FC-43BE-A4D9-5523F3668750}"/>
          </ac:picMkLst>
        </pc:picChg>
        <pc:picChg chg="add mod">
          <ac:chgData name="Ella Vetter" userId="c6918cf5-f6c0-43cc-8499-a1f635017de9" providerId="ADAL" clId="{E8CAE533-5900-48F1-9375-A0F1AFC6DE31}" dt="2020-09-16T15:38:49.125" v="1103" actId="14100"/>
          <ac:picMkLst>
            <pc:docMk/>
            <pc:sldMk cId="1795387855" sldId="364"/>
            <ac:picMk id="8" creationId="{A07D5CD1-BF14-4E93-8391-30886040865F}"/>
          </ac:picMkLst>
        </pc:picChg>
      </pc:sldChg>
      <pc:sldChg chg="addSp delSp modSp add mod">
        <pc:chgData name="Ella Vetter" userId="c6918cf5-f6c0-43cc-8499-a1f635017de9" providerId="ADAL" clId="{E8CAE533-5900-48F1-9375-A0F1AFC6DE31}" dt="2020-09-16T20:05:10.428" v="3274" actId="20577"/>
        <pc:sldMkLst>
          <pc:docMk/>
          <pc:sldMk cId="3018599899" sldId="365"/>
        </pc:sldMkLst>
        <pc:spChg chg="del">
          <ac:chgData name="Ella Vetter" userId="c6918cf5-f6c0-43cc-8499-a1f635017de9" providerId="ADAL" clId="{E8CAE533-5900-48F1-9375-A0F1AFC6DE31}" dt="2020-09-16T15:35:42.783" v="881" actId="478"/>
          <ac:spMkLst>
            <pc:docMk/>
            <pc:sldMk cId="3018599899" sldId="365"/>
            <ac:spMk id="3" creationId="{5103F989-0416-4068-9E6F-CCE29817A01F}"/>
          </ac:spMkLst>
        </pc:spChg>
        <pc:spChg chg="add mod">
          <ac:chgData name="Ella Vetter" userId="c6918cf5-f6c0-43cc-8499-a1f635017de9" providerId="ADAL" clId="{E8CAE533-5900-48F1-9375-A0F1AFC6DE31}" dt="2020-09-16T20:05:10.428" v="3274" actId="20577"/>
          <ac:spMkLst>
            <pc:docMk/>
            <pc:sldMk cId="3018599899" sldId="365"/>
            <ac:spMk id="4" creationId="{135412F4-4223-4159-964F-F2E724B1E621}"/>
          </ac:spMkLst>
        </pc:spChg>
        <pc:picChg chg="add mod">
          <ac:chgData name="Ella Vetter" userId="c6918cf5-f6c0-43cc-8499-a1f635017de9" providerId="ADAL" clId="{E8CAE533-5900-48F1-9375-A0F1AFC6DE31}" dt="2020-09-16T15:43:32.359" v="1317" actId="1076"/>
          <ac:picMkLst>
            <pc:docMk/>
            <pc:sldMk cId="3018599899" sldId="365"/>
            <ac:picMk id="6" creationId="{F60BAF2D-4787-43F3-B9C0-2A4556A96F22}"/>
          </ac:picMkLst>
        </pc:picChg>
        <pc:picChg chg="add del mod">
          <ac:chgData name="Ella Vetter" userId="c6918cf5-f6c0-43cc-8499-a1f635017de9" providerId="ADAL" clId="{E8CAE533-5900-48F1-9375-A0F1AFC6DE31}" dt="2020-09-16T15:43:23.101" v="1313" actId="21"/>
          <ac:picMkLst>
            <pc:docMk/>
            <pc:sldMk cId="3018599899" sldId="365"/>
            <ac:picMk id="8" creationId="{4AC48F6D-EF9E-47B6-AEF1-D5097C9CE2DF}"/>
          </ac:picMkLst>
        </pc:picChg>
      </pc:sldChg>
      <pc:sldChg chg="addSp delSp modSp add del mod">
        <pc:chgData name="Ella Vetter" userId="c6918cf5-f6c0-43cc-8499-a1f635017de9" providerId="ADAL" clId="{E8CAE533-5900-48F1-9375-A0F1AFC6DE31}" dt="2020-09-16T15:40:59.324" v="1265" actId="47"/>
        <pc:sldMkLst>
          <pc:docMk/>
          <pc:sldMk cId="2447537763" sldId="366"/>
        </pc:sldMkLst>
        <pc:spChg chg="del">
          <ac:chgData name="Ella Vetter" userId="c6918cf5-f6c0-43cc-8499-a1f635017de9" providerId="ADAL" clId="{E8CAE533-5900-48F1-9375-A0F1AFC6DE31}" dt="2020-09-16T15:39:01.941" v="1104" actId="478"/>
          <ac:spMkLst>
            <pc:docMk/>
            <pc:sldMk cId="2447537763" sldId="366"/>
            <ac:spMk id="3" creationId="{5103F989-0416-4068-9E6F-CCE29817A01F}"/>
          </ac:spMkLst>
        </pc:spChg>
        <pc:spChg chg="add mod">
          <ac:chgData name="Ella Vetter" userId="c6918cf5-f6c0-43cc-8499-a1f635017de9" providerId="ADAL" clId="{E8CAE533-5900-48F1-9375-A0F1AFC6DE31}" dt="2020-09-16T15:40:54.204" v="1259" actId="21"/>
          <ac:spMkLst>
            <pc:docMk/>
            <pc:sldMk cId="2447537763" sldId="366"/>
            <ac:spMk id="4" creationId="{3CFB0801-17A8-4B50-BDDB-CB89263A99E8}"/>
          </ac:spMkLst>
        </pc:spChg>
      </pc:sldChg>
      <pc:sldChg chg="addSp modSp new mod">
        <pc:chgData name="Ella Vetter" userId="c6918cf5-f6c0-43cc-8499-a1f635017de9" providerId="ADAL" clId="{E8CAE533-5900-48F1-9375-A0F1AFC6DE31}" dt="2020-09-16T19:55:11.344" v="3249" actId="11"/>
        <pc:sldMkLst>
          <pc:docMk/>
          <pc:sldMk cId="2456304505" sldId="366"/>
        </pc:sldMkLst>
        <pc:spChg chg="mod">
          <ac:chgData name="Ella Vetter" userId="c6918cf5-f6c0-43cc-8499-a1f635017de9" providerId="ADAL" clId="{E8CAE533-5900-48F1-9375-A0F1AFC6DE31}" dt="2020-09-16T15:43:04.299" v="1305"/>
          <ac:spMkLst>
            <pc:docMk/>
            <pc:sldMk cId="2456304505" sldId="366"/>
            <ac:spMk id="2" creationId="{DCE6CC1B-F3BB-43FB-86AC-C4161D2DEFC3}"/>
          </ac:spMkLst>
        </pc:spChg>
        <pc:spChg chg="mod">
          <ac:chgData name="Ella Vetter" userId="c6918cf5-f6c0-43cc-8499-a1f635017de9" providerId="ADAL" clId="{E8CAE533-5900-48F1-9375-A0F1AFC6DE31}" dt="2020-09-16T19:55:11.344" v="3249" actId="11"/>
          <ac:spMkLst>
            <pc:docMk/>
            <pc:sldMk cId="2456304505" sldId="366"/>
            <ac:spMk id="3" creationId="{D5D596DB-88FA-4D57-8277-AAE265DF59AB}"/>
          </ac:spMkLst>
        </pc:spChg>
        <pc:picChg chg="add mod">
          <ac:chgData name="Ella Vetter" userId="c6918cf5-f6c0-43cc-8499-a1f635017de9" providerId="ADAL" clId="{E8CAE533-5900-48F1-9375-A0F1AFC6DE31}" dt="2020-09-16T15:43:26.039" v="1315" actId="1076"/>
          <ac:picMkLst>
            <pc:docMk/>
            <pc:sldMk cId="2456304505" sldId="366"/>
            <ac:picMk id="5" creationId="{AEF83D90-9885-4C68-80F0-13267004EE71}"/>
          </ac:picMkLst>
        </pc:picChg>
      </pc:sldChg>
      <pc:sldChg chg="addSp delSp modSp new mod">
        <pc:chgData name="Ella Vetter" userId="c6918cf5-f6c0-43cc-8499-a1f635017de9" providerId="ADAL" clId="{E8CAE533-5900-48F1-9375-A0F1AFC6DE31}" dt="2020-09-16T17:42:48.305" v="2003" actId="1035"/>
        <pc:sldMkLst>
          <pc:docMk/>
          <pc:sldMk cId="761110323" sldId="367"/>
        </pc:sldMkLst>
        <pc:spChg chg="mod">
          <ac:chgData name="Ella Vetter" userId="c6918cf5-f6c0-43cc-8499-a1f635017de9" providerId="ADAL" clId="{E8CAE533-5900-48F1-9375-A0F1AFC6DE31}" dt="2020-09-16T16:03:31.789" v="1478"/>
          <ac:spMkLst>
            <pc:docMk/>
            <pc:sldMk cId="761110323" sldId="367"/>
            <ac:spMk id="2" creationId="{7466FB1F-0C9C-48C8-BC71-4AD81EDA0135}"/>
          </ac:spMkLst>
        </pc:spChg>
        <pc:spChg chg="del">
          <ac:chgData name="Ella Vetter" userId="c6918cf5-f6c0-43cc-8499-a1f635017de9" providerId="ADAL" clId="{E8CAE533-5900-48F1-9375-A0F1AFC6DE31}" dt="2020-09-16T16:02:51.457" v="1467" actId="478"/>
          <ac:spMkLst>
            <pc:docMk/>
            <pc:sldMk cId="761110323" sldId="367"/>
            <ac:spMk id="3" creationId="{10465C3C-9478-42B5-975E-2B116C6D73B3}"/>
          </ac:spMkLst>
        </pc:spChg>
        <pc:spChg chg="add mod">
          <ac:chgData name="Ella Vetter" userId="c6918cf5-f6c0-43cc-8499-a1f635017de9" providerId="ADAL" clId="{E8CAE533-5900-48F1-9375-A0F1AFC6DE31}" dt="2020-09-16T17:42:48.305" v="2003" actId="1035"/>
          <ac:spMkLst>
            <pc:docMk/>
            <pc:sldMk cId="761110323" sldId="367"/>
            <ac:spMk id="4" creationId="{63898B1F-9222-441C-BD20-FEA04488D03C}"/>
          </ac:spMkLst>
        </pc:spChg>
        <pc:picChg chg="add mod">
          <ac:chgData name="Ella Vetter" userId="c6918cf5-f6c0-43cc-8499-a1f635017de9" providerId="ADAL" clId="{E8CAE533-5900-48F1-9375-A0F1AFC6DE31}" dt="2020-09-16T16:04:29.559" v="1494" actId="1076"/>
          <ac:picMkLst>
            <pc:docMk/>
            <pc:sldMk cId="761110323" sldId="367"/>
            <ac:picMk id="6" creationId="{8C878D34-387C-42B0-8084-CBD6F7EDB34C}"/>
          </ac:picMkLst>
        </pc:picChg>
      </pc:sldChg>
      <pc:sldChg chg="addSp modSp new mod modNotesTx">
        <pc:chgData name="Ella Vetter" userId="c6918cf5-f6c0-43cc-8499-a1f635017de9" providerId="ADAL" clId="{E8CAE533-5900-48F1-9375-A0F1AFC6DE31}" dt="2020-09-16T17:49:23.028" v="2150" actId="208"/>
        <pc:sldMkLst>
          <pc:docMk/>
          <pc:sldMk cId="1336207614" sldId="368"/>
        </pc:sldMkLst>
        <pc:spChg chg="mod">
          <ac:chgData name="Ella Vetter" userId="c6918cf5-f6c0-43cc-8499-a1f635017de9" providerId="ADAL" clId="{E8CAE533-5900-48F1-9375-A0F1AFC6DE31}" dt="2020-09-16T16:04:36.505" v="1496"/>
          <ac:spMkLst>
            <pc:docMk/>
            <pc:sldMk cId="1336207614" sldId="368"/>
            <ac:spMk id="2" creationId="{CBC00CA2-84F0-4E5A-AFE5-8D8827F798C7}"/>
          </ac:spMkLst>
        </pc:spChg>
        <pc:spChg chg="mod">
          <ac:chgData name="Ella Vetter" userId="c6918cf5-f6c0-43cc-8499-a1f635017de9" providerId="ADAL" clId="{E8CAE533-5900-48F1-9375-A0F1AFC6DE31}" dt="2020-09-16T16:41:26.860" v="1924" actId="20577"/>
          <ac:spMkLst>
            <pc:docMk/>
            <pc:sldMk cId="1336207614" sldId="368"/>
            <ac:spMk id="3" creationId="{F90B97E0-829E-4982-A618-ED033F02687E}"/>
          </ac:spMkLst>
        </pc:spChg>
        <pc:picChg chg="add mod">
          <ac:chgData name="Ella Vetter" userId="c6918cf5-f6c0-43cc-8499-a1f635017de9" providerId="ADAL" clId="{E8CAE533-5900-48F1-9375-A0F1AFC6DE31}" dt="2020-09-16T17:49:23.028" v="2150" actId="208"/>
          <ac:picMkLst>
            <pc:docMk/>
            <pc:sldMk cId="1336207614" sldId="368"/>
            <ac:picMk id="5" creationId="{05C6D86A-C229-487C-964F-D23E943AD525}"/>
          </ac:picMkLst>
        </pc:picChg>
      </pc:sldChg>
      <pc:sldChg chg="addSp delSp modSp add mod modNotesTx">
        <pc:chgData name="Ella Vetter" userId="c6918cf5-f6c0-43cc-8499-a1f635017de9" providerId="ADAL" clId="{E8CAE533-5900-48F1-9375-A0F1AFC6DE31}" dt="2020-09-16T17:48:30.065" v="2145" actId="108"/>
        <pc:sldMkLst>
          <pc:docMk/>
          <pc:sldMk cId="2150884908" sldId="369"/>
        </pc:sldMkLst>
        <pc:spChg chg="del">
          <ac:chgData name="Ella Vetter" userId="c6918cf5-f6c0-43cc-8499-a1f635017de9" providerId="ADAL" clId="{E8CAE533-5900-48F1-9375-A0F1AFC6DE31}" dt="2020-09-16T16:39:19.262" v="1858" actId="478"/>
          <ac:spMkLst>
            <pc:docMk/>
            <pc:sldMk cId="2150884908" sldId="369"/>
            <ac:spMk id="3" creationId="{F90B97E0-829E-4982-A618-ED033F02687E}"/>
          </ac:spMkLst>
        </pc:spChg>
        <pc:spChg chg="add del mod">
          <ac:chgData name="Ella Vetter" userId="c6918cf5-f6c0-43cc-8499-a1f635017de9" providerId="ADAL" clId="{E8CAE533-5900-48F1-9375-A0F1AFC6DE31}" dt="2020-09-16T16:39:20.615" v="1860"/>
          <ac:spMkLst>
            <pc:docMk/>
            <pc:sldMk cId="2150884908" sldId="369"/>
            <ac:spMk id="4" creationId="{F452B51E-2E3C-409E-BFEB-F56C4BC4C352}"/>
          </ac:spMkLst>
        </pc:spChg>
        <pc:spChg chg="add mod">
          <ac:chgData name="Ella Vetter" userId="c6918cf5-f6c0-43cc-8499-a1f635017de9" providerId="ADAL" clId="{E8CAE533-5900-48F1-9375-A0F1AFC6DE31}" dt="2020-09-16T16:41:07.841" v="1915" actId="20577"/>
          <ac:spMkLst>
            <pc:docMk/>
            <pc:sldMk cId="2150884908" sldId="369"/>
            <ac:spMk id="7" creationId="{41711A73-D3A3-4695-BB4E-DBCEBDFB87F6}"/>
          </ac:spMkLst>
        </pc:spChg>
        <pc:graphicFrameChg chg="add mod modGraphic">
          <ac:chgData name="Ella Vetter" userId="c6918cf5-f6c0-43cc-8499-a1f635017de9" providerId="ADAL" clId="{E8CAE533-5900-48F1-9375-A0F1AFC6DE31}" dt="2020-09-16T17:48:30.065" v="2145" actId="108"/>
          <ac:graphicFrameMkLst>
            <pc:docMk/>
            <pc:sldMk cId="2150884908" sldId="369"/>
            <ac:graphicFrameMk id="6" creationId="{FD836CE0-63A6-43DF-9F00-8BFF2AB8A5A7}"/>
          </ac:graphicFrameMkLst>
        </pc:graphicFrameChg>
      </pc:sldChg>
      <pc:sldChg chg="addSp delSp modSp add mod">
        <pc:chgData name="Ella Vetter" userId="c6918cf5-f6c0-43cc-8499-a1f635017de9" providerId="ADAL" clId="{E8CAE533-5900-48F1-9375-A0F1AFC6DE31}" dt="2020-09-16T18:36:44.905" v="2872" actId="1076"/>
        <pc:sldMkLst>
          <pc:docMk/>
          <pc:sldMk cId="1780659734" sldId="370"/>
        </pc:sldMkLst>
        <pc:spChg chg="del">
          <ac:chgData name="Ella Vetter" userId="c6918cf5-f6c0-43cc-8499-a1f635017de9" providerId="ADAL" clId="{E8CAE533-5900-48F1-9375-A0F1AFC6DE31}" dt="2020-09-16T16:42:01.732" v="1928" actId="478"/>
          <ac:spMkLst>
            <pc:docMk/>
            <pc:sldMk cId="1780659734" sldId="370"/>
            <ac:spMk id="3" creationId="{F90B97E0-829E-4982-A618-ED033F02687E}"/>
          </ac:spMkLst>
        </pc:spChg>
        <pc:spChg chg="add mod">
          <ac:chgData name="Ella Vetter" userId="c6918cf5-f6c0-43cc-8499-a1f635017de9" providerId="ADAL" clId="{E8CAE533-5900-48F1-9375-A0F1AFC6DE31}" dt="2020-09-16T16:42:19.863" v="1947" actId="113"/>
          <ac:spMkLst>
            <pc:docMk/>
            <pc:sldMk cId="1780659734" sldId="370"/>
            <ac:spMk id="4" creationId="{3681721F-BC20-4B5D-9B15-7C50903BE682}"/>
          </ac:spMkLst>
        </pc:spChg>
        <pc:picChg chg="add mod">
          <ac:chgData name="Ella Vetter" userId="c6918cf5-f6c0-43cc-8499-a1f635017de9" providerId="ADAL" clId="{E8CAE533-5900-48F1-9375-A0F1AFC6DE31}" dt="2020-09-16T18:36:18.444" v="2870" actId="1076"/>
          <ac:picMkLst>
            <pc:docMk/>
            <pc:sldMk cId="1780659734" sldId="370"/>
            <ac:picMk id="6" creationId="{B32F10BA-275E-4B61-B15D-7C221EB43110}"/>
          </ac:picMkLst>
        </pc:picChg>
        <pc:picChg chg="add mod">
          <ac:chgData name="Ella Vetter" userId="c6918cf5-f6c0-43cc-8499-a1f635017de9" providerId="ADAL" clId="{E8CAE533-5900-48F1-9375-A0F1AFC6DE31}" dt="2020-09-16T18:36:44.905" v="2872" actId="1076"/>
          <ac:picMkLst>
            <pc:docMk/>
            <pc:sldMk cId="1780659734" sldId="370"/>
            <ac:picMk id="8" creationId="{B55AC654-0659-49D4-A9A8-A0CB2F0FF1FE}"/>
          </ac:picMkLst>
        </pc:picChg>
      </pc:sldChg>
      <pc:sldChg chg="add del">
        <pc:chgData name="Ella Vetter" userId="c6918cf5-f6c0-43cc-8499-a1f635017de9" providerId="ADAL" clId="{E8CAE533-5900-48F1-9375-A0F1AFC6DE31}" dt="2020-09-16T16:42:46.073" v="1952" actId="47"/>
        <pc:sldMkLst>
          <pc:docMk/>
          <pc:sldMk cId="758003449" sldId="371"/>
        </pc:sldMkLst>
      </pc:sldChg>
      <pc:sldChg chg="add del">
        <pc:chgData name="Ella Vetter" userId="c6918cf5-f6c0-43cc-8499-a1f635017de9" providerId="ADAL" clId="{E8CAE533-5900-48F1-9375-A0F1AFC6DE31}" dt="2020-09-16T16:42:46.459" v="1953" actId="47"/>
        <pc:sldMkLst>
          <pc:docMk/>
          <pc:sldMk cId="1552811755" sldId="372"/>
        </pc:sldMkLst>
      </pc:sldChg>
      <pc:sldChg chg="add del">
        <pc:chgData name="Ella Vetter" userId="c6918cf5-f6c0-43cc-8499-a1f635017de9" providerId="ADAL" clId="{E8CAE533-5900-48F1-9375-A0F1AFC6DE31}" dt="2020-09-16T16:42:46.890" v="1954" actId="47"/>
        <pc:sldMkLst>
          <pc:docMk/>
          <pc:sldMk cId="4012308329" sldId="373"/>
        </pc:sldMkLst>
      </pc:sldChg>
      <pc:sldChg chg="modSp add mod ord">
        <pc:chgData name="Ella Vetter" userId="c6918cf5-f6c0-43cc-8499-a1f635017de9" providerId="ADAL" clId="{E8CAE533-5900-48F1-9375-A0F1AFC6DE31}" dt="2020-09-16T18:08:12.264" v="2454" actId="2164"/>
        <pc:sldMkLst>
          <pc:docMk/>
          <pc:sldMk cId="1113797894" sldId="374"/>
        </pc:sldMkLst>
        <pc:spChg chg="mod">
          <ac:chgData name="Ella Vetter" userId="c6918cf5-f6c0-43cc-8499-a1f635017de9" providerId="ADAL" clId="{E8CAE533-5900-48F1-9375-A0F1AFC6DE31}" dt="2020-09-16T18:07:57.928" v="2451" actId="1076"/>
          <ac:spMkLst>
            <pc:docMk/>
            <pc:sldMk cId="1113797894" sldId="374"/>
            <ac:spMk id="7" creationId="{41711A73-D3A3-4695-BB4E-DBCEBDFB87F6}"/>
          </ac:spMkLst>
        </pc:spChg>
        <pc:graphicFrameChg chg="mod modGraphic">
          <ac:chgData name="Ella Vetter" userId="c6918cf5-f6c0-43cc-8499-a1f635017de9" providerId="ADAL" clId="{E8CAE533-5900-48F1-9375-A0F1AFC6DE31}" dt="2020-09-16T18:08:12.264" v="2454" actId="2164"/>
          <ac:graphicFrameMkLst>
            <pc:docMk/>
            <pc:sldMk cId="1113797894" sldId="374"/>
            <ac:graphicFrameMk id="6" creationId="{FD836CE0-63A6-43DF-9F00-8BFF2AB8A5A7}"/>
          </ac:graphicFrameMkLst>
        </pc:graphicFrameChg>
      </pc:sldChg>
      <pc:sldChg chg="addSp modSp add mod ord">
        <pc:chgData name="Ella Vetter" userId="c6918cf5-f6c0-43cc-8499-a1f635017de9" providerId="ADAL" clId="{E8CAE533-5900-48F1-9375-A0F1AFC6DE31}" dt="2020-09-16T18:42:09.154" v="2937" actId="1076"/>
        <pc:sldMkLst>
          <pc:docMk/>
          <pc:sldMk cId="3873869221" sldId="375"/>
        </pc:sldMkLst>
        <pc:spChg chg="mod">
          <ac:chgData name="Ella Vetter" userId="c6918cf5-f6c0-43cc-8499-a1f635017de9" providerId="ADAL" clId="{E8CAE533-5900-48F1-9375-A0F1AFC6DE31}" dt="2020-09-16T16:43:28.922" v="1981" actId="20577"/>
          <ac:spMkLst>
            <pc:docMk/>
            <pc:sldMk cId="3873869221" sldId="375"/>
            <ac:spMk id="4" creationId="{3681721F-BC20-4B5D-9B15-7C50903BE682}"/>
          </ac:spMkLst>
        </pc:spChg>
        <pc:picChg chg="add mod">
          <ac:chgData name="Ella Vetter" userId="c6918cf5-f6c0-43cc-8499-a1f635017de9" providerId="ADAL" clId="{E8CAE533-5900-48F1-9375-A0F1AFC6DE31}" dt="2020-09-16T18:41:48.023" v="2935" actId="14100"/>
          <ac:picMkLst>
            <pc:docMk/>
            <pc:sldMk cId="3873869221" sldId="375"/>
            <ac:picMk id="5" creationId="{C12C5B95-042C-42FD-8863-6B4DFAEF03B4}"/>
          </ac:picMkLst>
        </pc:picChg>
        <pc:picChg chg="add mod">
          <ac:chgData name="Ella Vetter" userId="c6918cf5-f6c0-43cc-8499-a1f635017de9" providerId="ADAL" clId="{E8CAE533-5900-48F1-9375-A0F1AFC6DE31}" dt="2020-09-16T18:42:09.154" v="2937" actId="1076"/>
          <ac:picMkLst>
            <pc:docMk/>
            <pc:sldMk cId="3873869221" sldId="375"/>
            <ac:picMk id="7" creationId="{CC62A0D6-EB6C-48A1-8D0B-EA620AF7A39D}"/>
          </ac:picMkLst>
        </pc:picChg>
      </pc:sldChg>
      <pc:sldChg chg="add del">
        <pc:chgData name="Ella Vetter" userId="c6918cf5-f6c0-43cc-8499-a1f635017de9" providerId="ADAL" clId="{E8CAE533-5900-48F1-9375-A0F1AFC6DE31}" dt="2020-09-16T16:42:52.984" v="1956" actId="47"/>
        <pc:sldMkLst>
          <pc:docMk/>
          <pc:sldMk cId="3881321785" sldId="375"/>
        </pc:sldMkLst>
      </pc:sldChg>
      <pc:sldChg chg="add del ord">
        <pc:chgData name="Ella Vetter" userId="c6918cf5-f6c0-43cc-8499-a1f635017de9" providerId="ADAL" clId="{E8CAE533-5900-48F1-9375-A0F1AFC6DE31}" dt="2020-09-16T16:43:14.682" v="1975" actId="47"/>
        <pc:sldMkLst>
          <pc:docMk/>
          <pc:sldMk cId="1894828138" sldId="376"/>
        </pc:sldMkLst>
      </pc:sldChg>
      <pc:sldChg chg="modSp add mod ord">
        <pc:chgData name="Ella Vetter" userId="c6918cf5-f6c0-43cc-8499-a1f635017de9" providerId="ADAL" clId="{E8CAE533-5900-48F1-9375-A0F1AFC6DE31}" dt="2020-09-16T19:40:04.451" v="3216" actId="1035"/>
        <pc:sldMkLst>
          <pc:docMk/>
          <pc:sldMk cId="3117034548" sldId="376"/>
        </pc:sldMkLst>
        <pc:spChg chg="mod">
          <ac:chgData name="Ella Vetter" userId="c6918cf5-f6c0-43cc-8499-a1f635017de9" providerId="ADAL" clId="{E8CAE533-5900-48F1-9375-A0F1AFC6DE31}" dt="2020-09-16T19:40:04.451" v="3216" actId="1035"/>
          <ac:spMkLst>
            <pc:docMk/>
            <pc:sldMk cId="3117034548" sldId="376"/>
            <ac:spMk id="7" creationId="{41711A73-D3A3-4695-BB4E-DBCEBDFB87F6}"/>
          </ac:spMkLst>
        </pc:spChg>
        <pc:graphicFrameChg chg="mod modGraphic">
          <ac:chgData name="Ella Vetter" userId="c6918cf5-f6c0-43cc-8499-a1f635017de9" providerId="ADAL" clId="{E8CAE533-5900-48F1-9375-A0F1AFC6DE31}" dt="2020-09-16T19:35:25.058" v="3149" actId="1076"/>
          <ac:graphicFrameMkLst>
            <pc:docMk/>
            <pc:sldMk cId="3117034548" sldId="376"/>
            <ac:graphicFrameMk id="6" creationId="{FD836CE0-63A6-43DF-9F00-8BFF2AB8A5A7}"/>
          </ac:graphicFrameMkLst>
        </pc:graphicFrameChg>
      </pc:sldChg>
      <pc:sldChg chg="addSp delSp modSp add mod ord">
        <pc:chgData name="Ella Vetter" userId="c6918cf5-f6c0-43cc-8499-a1f635017de9" providerId="ADAL" clId="{E8CAE533-5900-48F1-9375-A0F1AFC6DE31}" dt="2020-09-16T20:23:20.247" v="3279" actId="20577"/>
        <pc:sldMkLst>
          <pc:docMk/>
          <pc:sldMk cId="3207609551" sldId="377"/>
        </pc:sldMkLst>
        <pc:spChg chg="mod">
          <ac:chgData name="Ella Vetter" userId="c6918cf5-f6c0-43cc-8499-a1f635017de9" providerId="ADAL" clId="{E8CAE533-5900-48F1-9375-A0F1AFC6DE31}" dt="2020-09-16T20:23:20.247" v="3279" actId="20577"/>
          <ac:spMkLst>
            <pc:docMk/>
            <pc:sldMk cId="3207609551" sldId="377"/>
            <ac:spMk id="2" creationId="{DC1F2BA1-F687-44F6-8A6B-FDEE5E3CA2FA}"/>
          </ac:spMkLst>
        </pc:spChg>
        <pc:spChg chg="mod">
          <ac:chgData name="Ella Vetter" userId="c6918cf5-f6c0-43cc-8499-a1f635017de9" providerId="ADAL" clId="{E8CAE533-5900-48F1-9375-A0F1AFC6DE31}" dt="2020-09-16T16:44:48.833" v="1997" actId="20577"/>
          <ac:spMkLst>
            <pc:docMk/>
            <pc:sldMk cId="3207609551" sldId="377"/>
            <ac:spMk id="4" creationId="{D73DF70C-A971-4ABC-B0EC-BF457A93F4A7}"/>
          </ac:spMkLst>
        </pc:spChg>
        <pc:picChg chg="add mod">
          <ac:chgData name="Ella Vetter" userId="c6918cf5-f6c0-43cc-8499-a1f635017de9" providerId="ADAL" clId="{E8CAE533-5900-48F1-9375-A0F1AFC6DE31}" dt="2020-09-16T16:44:37.343" v="1990" actId="14100"/>
          <ac:picMkLst>
            <pc:docMk/>
            <pc:sldMk cId="3207609551" sldId="377"/>
            <ac:picMk id="5" creationId="{EE6972F7-BDCC-46B5-AF32-6D78EF719D2C}"/>
          </ac:picMkLst>
        </pc:picChg>
        <pc:picChg chg="del">
          <ac:chgData name="Ella Vetter" userId="c6918cf5-f6c0-43cc-8499-a1f635017de9" providerId="ADAL" clId="{E8CAE533-5900-48F1-9375-A0F1AFC6DE31}" dt="2020-09-16T16:44:07.171" v="1987" actId="478"/>
          <ac:picMkLst>
            <pc:docMk/>
            <pc:sldMk cId="3207609551" sldId="377"/>
            <ac:picMk id="6" creationId="{5697C4D1-F69F-4150-BFE5-F23C2BF4B75C}"/>
          </ac:picMkLst>
        </pc:picChg>
        <pc:picChg chg="del">
          <ac:chgData name="Ella Vetter" userId="c6918cf5-f6c0-43cc-8499-a1f635017de9" providerId="ADAL" clId="{E8CAE533-5900-48F1-9375-A0F1AFC6DE31}" dt="2020-09-16T16:44:42.610" v="1992" actId="478"/>
          <ac:picMkLst>
            <pc:docMk/>
            <pc:sldMk cId="3207609551" sldId="377"/>
            <ac:picMk id="8" creationId="{15B0F498-27CC-407D-9E71-F1390FD6D500}"/>
          </ac:picMkLst>
        </pc:picChg>
        <pc:picChg chg="add mod">
          <ac:chgData name="Ella Vetter" userId="c6918cf5-f6c0-43cc-8499-a1f635017de9" providerId="ADAL" clId="{E8CAE533-5900-48F1-9375-A0F1AFC6DE31}" dt="2020-09-16T16:45:20.867" v="2000" actId="14100"/>
          <ac:picMkLst>
            <pc:docMk/>
            <pc:sldMk cId="3207609551" sldId="377"/>
            <ac:picMk id="9" creationId="{0C3D1E0C-45C3-4976-A15D-48F38E448297}"/>
          </ac:picMkLst>
        </pc:picChg>
      </pc:sldChg>
      <pc:sldChg chg="addSp delSp modSp add mod">
        <pc:chgData name="Ella Vetter" userId="c6918cf5-f6c0-43cc-8499-a1f635017de9" providerId="ADAL" clId="{E8CAE533-5900-48F1-9375-A0F1AFC6DE31}" dt="2020-09-16T18:18:17.926" v="2697" actId="1076"/>
        <pc:sldMkLst>
          <pc:docMk/>
          <pc:sldMk cId="2744915173" sldId="378"/>
        </pc:sldMkLst>
        <pc:graphicFrameChg chg="add del">
          <ac:chgData name="Ella Vetter" userId="c6918cf5-f6c0-43cc-8499-a1f635017de9" providerId="ADAL" clId="{E8CAE533-5900-48F1-9375-A0F1AFC6DE31}" dt="2020-09-16T18:16:02.478" v="2661"/>
          <ac:graphicFrameMkLst>
            <pc:docMk/>
            <pc:sldMk cId="2744915173" sldId="378"/>
            <ac:graphicFrameMk id="3" creationId="{C198C9A5-C914-4431-9985-D1326742DCAC}"/>
          </ac:graphicFrameMkLst>
        </pc:graphicFrameChg>
        <pc:graphicFrameChg chg="mod modGraphic">
          <ac:chgData name="Ella Vetter" userId="c6918cf5-f6c0-43cc-8499-a1f635017de9" providerId="ADAL" clId="{E8CAE533-5900-48F1-9375-A0F1AFC6DE31}" dt="2020-09-16T18:18:17.926" v="2697" actId="1076"/>
          <ac:graphicFrameMkLst>
            <pc:docMk/>
            <pc:sldMk cId="2744915173" sldId="378"/>
            <ac:graphicFrameMk id="6" creationId="{FD836CE0-63A6-43DF-9F00-8BFF2AB8A5A7}"/>
          </ac:graphicFrameMkLst>
        </pc:graphicFrameChg>
      </pc:sldChg>
      <pc:sldChg chg="add del">
        <pc:chgData name="Ella Vetter" userId="c6918cf5-f6c0-43cc-8499-a1f635017de9" providerId="ADAL" clId="{E8CAE533-5900-48F1-9375-A0F1AFC6DE31}" dt="2020-09-16T18:08:37.432" v="2462"/>
        <pc:sldMkLst>
          <pc:docMk/>
          <pc:sldMk cId="2454877183" sldId="379"/>
        </pc:sldMkLst>
      </pc:sldChg>
      <pc:sldChg chg="modSp add mod">
        <pc:chgData name="Ella Vetter" userId="c6918cf5-f6c0-43cc-8499-a1f635017de9" providerId="ADAL" clId="{E8CAE533-5900-48F1-9375-A0F1AFC6DE31}" dt="2020-09-16T18:27:32.375" v="2766" actId="2164"/>
        <pc:sldMkLst>
          <pc:docMk/>
          <pc:sldMk cId="4141574913" sldId="379"/>
        </pc:sldMkLst>
        <pc:graphicFrameChg chg="mod modGraphic">
          <ac:chgData name="Ella Vetter" userId="c6918cf5-f6c0-43cc-8499-a1f635017de9" providerId="ADAL" clId="{E8CAE533-5900-48F1-9375-A0F1AFC6DE31}" dt="2020-09-16T18:27:32.375" v="2766" actId="2164"/>
          <ac:graphicFrameMkLst>
            <pc:docMk/>
            <pc:sldMk cId="4141574913" sldId="379"/>
            <ac:graphicFrameMk id="6" creationId="{FD836CE0-63A6-43DF-9F00-8BFF2AB8A5A7}"/>
          </ac:graphicFrameMkLst>
        </pc:graphicFrameChg>
      </pc:sldChg>
      <pc:sldChg chg="modSp add mod">
        <pc:chgData name="Ella Vetter" userId="c6918cf5-f6c0-43cc-8499-a1f635017de9" providerId="ADAL" clId="{E8CAE533-5900-48F1-9375-A0F1AFC6DE31}" dt="2020-09-16T18:35:43.579" v="2866" actId="2164"/>
        <pc:sldMkLst>
          <pc:docMk/>
          <pc:sldMk cId="1292852785" sldId="380"/>
        </pc:sldMkLst>
        <pc:graphicFrameChg chg="mod modGraphic">
          <ac:chgData name="Ella Vetter" userId="c6918cf5-f6c0-43cc-8499-a1f635017de9" providerId="ADAL" clId="{E8CAE533-5900-48F1-9375-A0F1AFC6DE31}" dt="2020-09-16T18:35:43.579" v="2866" actId="2164"/>
          <ac:graphicFrameMkLst>
            <pc:docMk/>
            <pc:sldMk cId="1292852785" sldId="380"/>
            <ac:graphicFrameMk id="6" creationId="{FD836CE0-63A6-43DF-9F00-8BFF2AB8A5A7}"/>
          </ac:graphicFrameMkLst>
        </pc:graphicFrameChg>
      </pc:sldChg>
      <pc:sldChg chg="modSp add mod">
        <pc:chgData name="Ella Vetter" userId="c6918cf5-f6c0-43cc-8499-a1f635017de9" providerId="ADAL" clId="{E8CAE533-5900-48F1-9375-A0F1AFC6DE31}" dt="2020-09-16T18:35:48.209" v="2867" actId="2164"/>
        <pc:sldMkLst>
          <pc:docMk/>
          <pc:sldMk cId="3591556102" sldId="381"/>
        </pc:sldMkLst>
        <pc:graphicFrameChg chg="modGraphic">
          <ac:chgData name="Ella Vetter" userId="c6918cf5-f6c0-43cc-8499-a1f635017de9" providerId="ADAL" clId="{E8CAE533-5900-48F1-9375-A0F1AFC6DE31}" dt="2020-09-16T18:35:48.209" v="2867" actId="2164"/>
          <ac:graphicFrameMkLst>
            <pc:docMk/>
            <pc:sldMk cId="3591556102" sldId="381"/>
            <ac:graphicFrameMk id="6" creationId="{FD836CE0-63A6-43DF-9F00-8BFF2AB8A5A7}"/>
          </ac:graphicFrameMkLst>
        </pc:graphicFrameChg>
      </pc:sldChg>
      <pc:sldChg chg="modSp add mod">
        <pc:chgData name="Ella Vetter" userId="c6918cf5-f6c0-43cc-8499-a1f635017de9" providerId="ADAL" clId="{E8CAE533-5900-48F1-9375-A0F1AFC6DE31}" dt="2020-09-16T19:40:08.731" v="3221" actId="1036"/>
        <pc:sldMkLst>
          <pc:docMk/>
          <pc:sldMk cId="1457977687" sldId="382"/>
        </pc:sldMkLst>
        <pc:spChg chg="mod">
          <ac:chgData name="Ella Vetter" userId="c6918cf5-f6c0-43cc-8499-a1f635017de9" providerId="ADAL" clId="{E8CAE533-5900-48F1-9375-A0F1AFC6DE31}" dt="2020-09-16T19:40:08.731" v="3221" actId="1036"/>
          <ac:spMkLst>
            <pc:docMk/>
            <pc:sldMk cId="1457977687" sldId="382"/>
            <ac:spMk id="7" creationId="{41711A73-D3A3-4695-BB4E-DBCEBDFB87F6}"/>
          </ac:spMkLst>
        </pc:spChg>
        <pc:graphicFrameChg chg="mod modGraphic">
          <ac:chgData name="Ella Vetter" userId="c6918cf5-f6c0-43cc-8499-a1f635017de9" providerId="ADAL" clId="{E8CAE533-5900-48F1-9375-A0F1AFC6DE31}" dt="2020-09-16T19:39:48.157" v="3201" actId="1035"/>
          <ac:graphicFrameMkLst>
            <pc:docMk/>
            <pc:sldMk cId="1457977687" sldId="382"/>
            <ac:graphicFrameMk id="6" creationId="{FD836CE0-63A6-43DF-9F00-8BFF2AB8A5A7}"/>
          </ac:graphicFrameMkLst>
        </pc:graphicFrameChg>
      </pc:sldChg>
      <pc:sldChg chg="modSp add mod ord">
        <pc:chgData name="Ella Vetter" userId="c6918cf5-f6c0-43cc-8499-a1f635017de9" providerId="ADAL" clId="{E8CAE533-5900-48F1-9375-A0F1AFC6DE31}" dt="2020-09-16T19:40:12.223" v="3224" actId="1035"/>
        <pc:sldMkLst>
          <pc:docMk/>
          <pc:sldMk cId="2738995133" sldId="383"/>
        </pc:sldMkLst>
        <pc:spChg chg="mod">
          <ac:chgData name="Ella Vetter" userId="c6918cf5-f6c0-43cc-8499-a1f635017de9" providerId="ADAL" clId="{E8CAE533-5900-48F1-9375-A0F1AFC6DE31}" dt="2020-09-16T19:40:12.223" v="3224" actId="1035"/>
          <ac:spMkLst>
            <pc:docMk/>
            <pc:sldMk cId="2738995133" sldId="383"/>
            <ac:spMk id="7" creationId="{41711A73-D3A3-4695-BB4E-DBCEBDFB87F6}"/>
          </ac:spMkLst>
        </pc:spChg>
        <pc:graphicFrameChg chg="mod modGraphic">
          <ac:chgData name="Ella Vetter" userId="c6918cf5-f6c0-43cc-8499-a1f635017de9" providerId="ADAL" clId="{E8CAE533-5900-48F1-9375-A0F1AFC6DE31}" dt="2020-09-16T19:39:57.204" v="3207" actId="1076"/>
          <ac:graphicFrameMkLst>
            <pc:docMk/>
            <pc:sldMk cId="2738995133" sldId="383"/>
            <ac:graphicFrameMk id="6" creationId="{FD836CE0-63A6-43DF-9F00-8BFF2AB8A5A7}"/>
          </ac:graphicFrameMkLst>
        </pc:graphicFrameChg>
      </pc:sldChg>
    </pc:docChg>
  </pc:docChgLst>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Alpha Barry" userId="d0904203-d8be-4f12-9ac9-3ddc804e3625" providerId="ADAL" clId="{BB7D0A8F-D4E7-4ABF-BABF-91FB3CDB4F25}"/>
    <pc:docChg chg="undo custSel mod addSld delSld modSld">
      <pc:chgData name="Alpha Barry" userId="d0904203-d8be-4f12-9ac9-3ddc804e3625" providerId="ADAL" clId="{BB7D0A8F-D4E7-4ABF-BABF-91FB3CDB4F25}" dt="2020-09-30T17:30:06.390" v="4131" actId="20577"/>
      <pc:docMkLst>
        <pc:docMk/>
      </pc:docMkLst>
      <pc:sldChg chg="addSp delSp modSp new del mod">
        <pc:chgData name="Alpha Barry" userId="d0904203-d8be-4f12-9ac9-3ddc804e3625" providerId="ADAL" clId="{BB7D0A8F-D4E7-4ABF-BABF-91FB3CDB4F25}" dt="2020-09-30T15:43:45.532" v="2698" actId="47"/>
        <pc:sldMkLst>
          <pc:docMk/>
          <pc:sldMk cId="590790361" sldId="569"/>
        </pc:sldMkLst>
        <pc:spChg chg="mod">
          <ac:chgData name="Alpha Barry" userId="d0904203-d8be-4f12-9ac9-3ddc804e3625" providerId="ADAL" clId="{BB7D0A8F-D4E7-4ABF-BABF-91FB3CDB4F25}" dt="2020-09-29T13:24:11.573" v="1"/>
          <ac:spMkLst>
            <pc:docMk/>
            <pc:sldMk cId="590790361" sldId="569"/>
            <ac:spMk id="2" creationId="{1CDF3ECE-D9E9-4560-8F71-A516CFB761DC}"/>
          </ac:spMkLst>
        </pc:spChg>
        <pc:spChg chg="del">
          <ac:chgData name="Alpha Barry" userId="d0904203-d8be-4f12-9ac9-3ddc804e3625" providerId="ADAL" clId="{BB7D0A8F-D4E7-4ABF-BABF-91FB3CDB4F25}" dt="2020-09-29T13:26:51.162" v="4" actId="478"/>
          <ac:spMkLst>
            <pc:docMk/>
            <pc:sldMk cId="590790361" sldId="569"/>
            <ac:spMk id="3" creationId="{F06324A2-26E4-42AC-83E0-0CDF3EE03F75}"/>
          </ac:spMkLst>
        </pc:spChg>
        <pc:spChg chg="add mod">
          <ac:chgData name="Alpha Barry" userId="d0904203-d8be-4f12-9ac9-3ddc804e3625" providerId="ADAL" clId="{BB7D0A8F-D4E7-4ABF-BABF-91FB3CDB4F25}" dt="2020-09-29T14:04:02.716" v="90" actId="207"/>
          <ac:spMkLst>
            <pc:docMk/>
            <pc:sldMk cId="590790361" sldId="569"/>
            <ac:spMk id="13" creationId="{DB40A874-065C-4E77-A690-BA6DFD506044}"/>
          </ac:spMkLst>
        </pc:spChg>
        <pc:spChg chg="add mod">
          <ac:chgData name="Alpha Barry" userId="d0904203-d8be-4f12-9ac9-3ddc804e3625" providerId="ADAL" clId="{BB7D0A8F-D4E7-4ABF-BABF-91FB3CDB4F25}" dt="2020-09-29T14:12:01.419" v="135" actId="20577"/>
          <ac:spMkLst>
            <pc:docMk/>
            <pc:sldMk cId="590790361" sldId="569"/>
            <ac:spMk id="18" creationId="{AEB26EEE-A86D-44FC-B22C-3B781E715A55}"/>
          </ac:spMkLst>
        </pc:spChg>
        <pc:spChg chg="add mod">
          <ac:chgData name="Alpha Barry" userId="d0904203-d8be-4f12-9ac9-3ddc804e3625" providerId="ADAL" clId="{BB7D0A8F-D4E7-4ABF-BABF-91FB3CDB4F25}" dt="2020-09-29T14:15:14.466" v="254" actId="1076"/>
          <ac:spMkLst>
            <pc:docMk/>
            <pc:sldMk cId="590790361" sldId="569"/>
            <ac:spMk id="20" creationId="{A631FE27-9CA2-4E4D-A7B8-4ADDC8986083}"/>
          </ac:spMkLst>
        </pc:spChg>
        <pc:spChg chg="add mod">
          <ac:chgData name="Alpha Barry" userId="d0904203-d8be-4f12-9ac9-3ddc804e3625" providerId="ADAL" clId="{BB7D0A8F-D4E7-4ABF-BABF-91FB3CDB4F25}" dt="2020-09-29T14:24:15.290" v="310" actId="1035"/>
          <ac:spMkLst>
            <pc:docMk/>
            <pc:sldMk cId="590790361" sldId="569"/>
            <ac:spMk id="29" creationId="{337E315B-94E5-4206-8A29-FD3CAF76D2D3}"/>
          </ac:spMkLst>
        </pc:spChg>
        <pc:spChg chg="add mod">
          <ac:chgData name="Alpha Barry" userId="d0904203-d8be-4f12-9ac9-3ddc804e3625" providerId="ADAL" clId="{BB7D0A8F-D4E7-4ABF-BABF-91FB3CDB4F25}" dt="2020-09-29T14:24:20.189" v="311" actId="1076"/>
          <ac:spMkLst>
            <pc:docMk/>
            <pc:sldMk cId="590790361" sldId="569"/>
            <ac:spMk id="31" creationId="{18A205DB-921B-4BBB-8AE7-B2F2481D4968}"/>
          </ac:spMkLst>
        </pc:spChg>
        <pc:spChg chg="add mod">
          <ac:chgData name="Alpha Barry" userId="d0904203-d8be-4f12-9ac9-3ddc804e3625" providerId="ADAL" clId="{BB7D0A8F-D4E7-4ABF-BABF-91FB3CDB4F25}" dt="2020-09-29T14:26:03.682" v="347" actId="1076"/>
          <ac:spMkLst>
            <pc:docMk/>
            <pc:sldMk cId="590790361" sldId="569"/>
            <ac:spMk id="35" creationId="{73723F2C-DC76-4260-955C-287BB115A612}"/>
          </ac:spMkLst>
        </pc:spChg>
        <pc:spChg chg="add mod">
          <ac:chgData name="Alpha Barry" userId="d0904203-d8be-4f12-9ac9-3ddc804e3625" providerId="ADAL" clId="{BB7D0A8F-D4E7-4ABF-BABF-91FB3CDB4F25}" dt="2020-09-29T14:26:46.789" v="358" actId="20577"/>
          <ac:spMkLst>
            <pc:docMk/>
            <pc:sldMk cId="590790361" sldId="569"/>
            <ac:spMk id="38" creationId="{0251F6F2-D9EC-4D58-A243-09ADC349B1DB}"/>
          </ac:spMkLst>
        </pc:spChg>
        <pc:spChg chg="add mod">
          <ac:chgData name="Alpha Barry" userId="d0904203-d8be-4f12-9ac9-3ddc804e3625" providerId="ADAL" clId="{BB7D0A8F-D4E7-4ABF-BABF-91FB3CDB4F25}" dt="2020-09-29T14:28:11.293" v="420" actId="1076"/>
          <ac:spMkLst>
            <pc:docMk/>
            <pc:sldMk cId="590790361" sldId="569"/>
            <ac:spMk id="40" creationId="{1CE34444-8CEE-4CEE-9026-C08AFCCF288F}"/>
          </ac:spMkLst>
        </pc:spChg>
        <pc:picChg chg="add del">
          <ac:chgData name="Alpha Barry" userId="d0904203-d8be-4f12-9ac9-3ddc804e3625" providerId="ADAL" clId="{BB7D0A8F-D4E7-4ABF-BABF-91FB3CDB4F25}" dt="2020-09-29T13:26:48.410" v="3" actId="478"/>
          <ac:picMkLst>
            <pc:docMk/>
            <pc:sldMk cId="590790361" sldId="569"/>
            <ac:picMk id="5" creationId="{106C49CB-E353-440D-BA93-CDE030BE5DCF}"/>
          </ac:picMkLst>
        </pc:picChg>
        <pc:picChg chg="add del mod">
          <ac:chgData name="Alpha Barry" userId="d0904203-d8be-4f12-9ac9-3ddc804e3625" providerId="ADAL" clId="{BB7D0A8F-D4E7-4ABF-BABF-91FB3CDB4F25}" dt="2020-09-29T13:58:36.481" v="8" actId="478"/>
          <ac:picMkLst>
            <pc:docMk/>
            <pc:sldMk cId="590790361" sldId="569"/>
            <ac:picMk id="7" creationId="{80730D52-1AF5-47BF-890B-BC73DBC83741}"/>
          </ac:picMkLst>
        </pc:picChg>
        <pc:picChg chg="add">
          <ac:chgData name="Alpha Barry" userId="d0904203-d8be-4f12-9ac9-3ddc804e3625" providerId="ADAL" clId="{BB7D0A8F-D4E7-4ABF-BABF-91FB3CDB4F25}" dt="2020-09-29T13:58:37.439" v="9" actId="22"/>
          <ac:picMkLst>
            <pc:docMk/>
            <pc:sldMk cId="590790361" sldId="569"/>
            <ac:picMk id="9" creationId="{782B5AFA-7C59-417E-8468-C175EAD0F9E7}"/>
          </ac:picMkLst>
        </pc:picChg>
        <pc:cxnChg chg="add mod">
          <ac:chgData name="Alpha Barry" userId="d0904203-d8be-4f12-9ac9-3ddc804e3625" providerId="ADAL" clId="{BB7D0A8F-D4E7-4ABF-BABF-91FB3CDB4F25}" dt="2020-09-29T14:02:27.027" v="76" actId="208"/>
          <ac:cxnSpMkLst>
            <pc:docMk/>
            <pc:sldMk cId="590790361" sldId="569"/>
            <ac:cxnSpMk id="11" creationId="{CC715E64-B82A-40C0-BA42-02E3333F8DE8}"/>
          </ac:cxnSpMkLst>
        </pc:cxnChg>
        <pc:cxnChg chg="add mod">
          <ac:chgData name="Alpha Barry" userId="d0904203-d8be-4f12-9ac9-3ddc804e3625" providerId="ADAL" clId="{BB7D0A8F-D4E7-4ABF-BABF-91FB3CDB4F25}" dt="2020-09-29T14:03:43.733" v="87" actId="1582"/>
          <ac:cxnSpMkLst>
            <pc:docMk/>
            <pc:sldMk cId="590790361" sldId="569"/>
            <ac:cxnSpMk id="15" creationId="{96068782-5916-45DB-B156-CEE0A350645D}"/>
          </ac:cxnSpMkLst>
        </pc:cxnChg>
        <pc:cxnChg chg="add mod">
          <ac:chgData name="Alpha Barry" userId="d0904203-d8be-4f12-9ac9-3ddc804e3625" providerId="ADAL" clId="{BB7D0A8F-D4E7-4ABF-BABF-91FB3CDB4F25}" dt="2020-09-29T14:15:19.761" v="255" actId="14100"/>
          <ac:cxnSpMkLst>
            <pc:docMk/>
            <pc:sldMk cId="590790361" sldId="569"/>
            <ac:cxnSpMk id="22" creationId="{3D63AB45-37B7-4B87-9F88-3E8FCBAA6C20}"/>
          </ac:cxnSpMkLst>
        </pc:cxnChg>
        <pc:cxnChg chg="add mod">
          <ac:chgData name="Alpha Barry" userId="d0904203-d8be-4f12-9ac9-3ddc804e3625" providerId="ADAL" clId="{BB7D0A8F-D4E7-4ABF-BABF-91FB3CDB4F25}" dt="2020-09-29T14:15:48.604" v="259" actId="1076"/>
          <ac:cxnSpMkLst>
            <pc:docMk/>
            <pc:sldMk cId="590790361" sldId="569"/>
            <ac:cxnSpMk id="30" creationId="{DBE82964-F86E-4830-9B04-663641D68E34}"/>
          </ac:cxnSpMkLst>
        </pc:cxnChg>
        <pc:cxnChg chg="add mod">
          <ac:chgData name="Alpha Barry" userId="d0904203-d8be-4f12-9ac9-3ddc804e3625" providerId="ADAL" clId="{BB7D0A8F-D4E7-4ABF-BABF-91FB3CDB4F25}" dt="2020-09-29T14:24:23.089" v="320" actId="1037"/>
          <ac:cxnSpMkLst>
            <pc:docMk/>
            <pc:sldMk cId="590790361" sldId="569"/>
            <ac:cxnSpMk id="32" creationId="{CD975461-82ED-46B0-B10D-19284093C0B4}"/>
          </ac:cxnSpMkLst>
        </pc:cxnChg>
        <pc:cxnChg chg="add mod">
          <ac:chgData name="Alpha Barry" userId="d0904203-d8be-4f12-9ac9-3ddc804e3625" providerId="ADAL" clId="{BB7D0A8F-D4E7-4ABF-BABF-91FB3CDB4F25}" dt="2020-09-29T14:24:52.054" v="325" actId="1582"/>
          <ac:cxnSpMkLst>
            <pc:docMk/>
            <pc:sldMk cId="590790361" sldId="569"/>
            <ac:cxnSpMk id="37" creationId="{C51D8706-4900-405A-8BCE-FD2B95C3F176}"/>
          </ac:cxnSpMkLst>
        </pc:cxnChg>
        <pc:cxnChg chg="add mod">
          <ac:chgData name="Alpha Barry" userId="d0904203-d8be-4f12-9ac9-3ddc804e3625" providerId="ADAL" clId="{BB7D0A8F-D4E7-4ABF-BABF-91FB3CDB4F25}" dt="2020-09-29T14:26:18.051" v="349" actId="1076"/>
          <ac:cxnSpMkLst>
            <pc:docMk/>
            <pc:sldMk cId="590790361" sldId="569"/>
            <ac:cxnSpMk id="39" creationId="{F115E70E-4A59-4B30-BEB4-BAA0490C53AC}"/>
          </ac:cxnSpMkLst>
        </pc:cxnChg>
        <pc:cxnChg chg="add mod">
          <ac:chgData name="Alpha Barry" userId="d0904203-d8be-4f12-9ac9-3ddc804e3625" providerId="ADAL" clId="{BB7D0A8F-D4E7-4ABF-BABF-91FB3CDB4F25}" dt="2020-09-29T14:26:58.531" v="360" actId="1076"/>
          <ac:cxnSpMkLst>
            <pc:docMk/>
            <pc:sldMk cId="590790361" sldId="569"/>
            <ac:cxnSpMk id="41" creationId="{2BD65D11-7F8B-4373-B0DB-1BB19F09D8D8}"/>
          </ac:cxnSpMkLst>
        </pc:cxnChg>
      </pc:sldChg>
      <pc:sldChg chg="new del">
        <pc:chgData name="Alpha Barry" userId="d0904203-d8be-4f12-9ac9-3ddc804e3625" providerId="ADAL" clId="{BB7D0A8F-D4E7-4ABF-BABF-91FB3CDB4F25}" dt="2020-09-29T14:42:41.828" v="559" actId="47"/>
        <pc:sldMkLst>
          <pc:docMk/>
          <pc:sldMk cId="1831152606" sldId="570"/>
        </pc:sldMkLst>
      </pc:sldChg>
      <pc:sldChg chg="addSp delSp modSp add del mod setBg">
        <pc:chgData name="Alpha Barry" userId="d0904203-d8be-4f12-9ac9-3ddc804e3625" providerId="ADAL" clId="{BB7D0A8F-D4E7-4ABF-BABF-91FB3CDB4F25}" dt="2020-09-30T15:43:50.539" v="2699" actId="47"/>
        <pc:sldMkLst>
          <pc:docMk/>
          <pc:sldMk cId="106468879" sldId="571"/>
        </pc:sldMkLst>
        <pc:spChg chg="mod">
          <ac:chgData name="Alpha Barry" userId="d0904203-d8be-4f12-9ac9-3ddc804e3625" providerId="ADAL" clId="{BB7D0A8F-D4E7-4ABF-BABF-91FB3CDB4F25}" dt="2020-09-29T14:31:26.835" v="429" actId="26606"/>
          <ac:spMkLst>
            <pc:docMk/>
            <pc:sldMk cId="106468879" sldId="571"/>
            <ac:spMk id="2" creationId="{1CDF3ECE-D9E9-4560-8F71-A516CFB761DC}"/>
          </ac:spMkLst>
        </pc:spChg>
        <pc:spChg chg="add del">
          <ac:chgData name="Alpha Barry" userId="d0904203-d8be-4f12-9ac9-3ddc804e3625" providerId="ADAL" clId="{BB7D0A8F-D4E7-4ABF-BABF-91FB3CDB4F25}" dt="2020-09-29T14:31:26.835" v="429" actId="26606"/>
          <ac:spMkLst>
            <pc:docMk/>
            <pc:sldMk cId="106468879" sldId="571"/>
            <ac:spMk id="8" creationId="{3B47FC9C-2ED3-4100-A4EF-E8CDFEE106C9}"/>
          </ac:spMkLst>
        </pc:spChg>
        <pc:spChg chg="del">
          <ac:chgData name="Alpha Barry" userId="d0904203-d8be-4f12-9ac9-3ddc804e3625" providerId="ADAL" clId="{BB7D0A8F-D4E7-4ABF-BABF-91FB3CDB4F25}" dt="2020-09-29T14:31:08.270" v="426" actId="478"/>
          <ac:spMkLst>
            <pc:docMk/>
            <pc:sldMk cId="106468879" sldId="571"/>
            <ac:spMk id="13" creationId="{DB40A874-065C-4E77-A690-BA6DFD506044}"/>
          </ac:spMkLst>
        </pc:spChg>
        <pc:spChg chg="add mod">
          <ac:chgData name="Alpha Barry" userId="d0904203-d8be-4f12-9ac9-3ddc804e3625" providerId="ADAL" clId="{BB7D0A8F-D4E7-4ABF-BABF-91FB3CDB4F25}" dt="2020-09-29T14:32:39.346" v="443" actId="20577"/>
          <ac:spMkLst>
            <pc:docMk/>
            <pc:sldMk cId="106468879" sldId="571"/>
            <ac:spMk id="14" creationId="{8852574A-2E09-46C2-BB70-6086D50633D0}"/>
          </ac:spMkLst>
        </pc:spChg>
        <pc:spChg chg="add mod">
          <ac:chgData name="Alpha Barry" userId="d0904203-d8be-4f12-9ac9-3ddc804e3625" providerId="ADAL" clId="{BB7D0A8F-D4E7-4ABF-BABF-91FB3CDB4F25}" dt="2020-09-29T14:34:30.470" v="506" actId="20577"/>
          <ac:spMkLst>
            <pc:docMk/>
            <pc:sldMk cId="106468879" sldId="571"/>
            <ac:spMk id="16" creationId="{BD3BC796-A873-419B-B04C-20EBEEBABF8C}"/>
          </ac:spMkLst>
        </pc:spChg>
        <pc:spChg chg="del">
          <ac:chgData name="Alpha Barry" userId="d0904203-d8be-4f12-9ac9-3ddc804e3625" providerId="ADAL" clId="{BB7D0A8F-D4E7-4ABF-BABF-91FB3CDB4F25}" dt="2020-09-29T14:31:08.270" v="426" actId="478"/>
          <ac:spMkLst>
            <pc:docMk/>
            <pc:sldMk cId="106468879" sldId="571"/>
            <ac:spMk id="18" creationId="{AEB26EEE-A86D-44FC-B22C-3B781E715A55}"/>
          </ac:spMkLst>
        </pc:spChg>
        <pc:spChg chg="del">
          <ac:chgData name="Alpha Barry" userId="d0904203-d8be-4f12-9ac9-3ddc804e3625" providerId="ADAL" clId="{BB7D0A8F-D4E7-4ABF-BABF-91FB3CDB4F25}" dt="2020-09-29T14:31:08.270" v="426" actId="478"/>
          <ac:spMkLst>
            <pc:docMk/>
            <pc:sldMk cId="106468879" sldId="571"/>
            <ac:spMk id="20" creationId="{A631FE27-9CA2-4E4D-A7B8-4ADDC8986083}"/>
          </ac:spMkLst>
        </pc:spChg>
        <pc:spChg chg="add del mod">
          <ac:chgData name="Alpha Barry" userId="d0904203-d8be-4f12-9ac9-3ddc804e3625" providerId="ADAL" clId="{BB7D0A8F-D4E7-4ABF-BABF-91FB3CDB4F25}" dt="2020-09-29T14:40:36.924" v="551" actId="21"/>
          <ac:spMkLst>
            <pc:docMk/>
            <pc:sldMk cId="106468879" sldId="571"/>
            <ac:spMk id="24" creationId="{CC344F4F-1C39-413D-BAB1-0A0A27BDD024}"/>
          </ac:spMkLst>
        </pc:spChg>
        <pc:spChg chg="del">
          <ac:chgData name="Alpha Barry" userId="d0904203-d8be-4f12-9ac9-3ddc804e3625" providerId="ADAL" clId="{BB7D0A8F-D4E7-4ABF-BABF-91FB3CDB4F25}" dt="2020-09-29T14:31:08.270" v="426" actId="478"/>
          <ac:spMkLst>
            <pc:docMk/>
            <pc:sldMk cId="106468879" sldId="571"/>
            <ac:spMk id="29" creationId="{337E315B-94E5-4206-8A29-FD3CAF76D2D3}"/>
          </ac:spMkLst>
        </pc:spChg>
        <pc:spChg chg="del">
          <ac:chgData name="Alpha Barry" userId="d0904203-d8be-4f12-9ac9-3ddc804e3625" providerId="ADAL" clId="{BB7D0A8F-D4E7-4ABF-BABF-91FB3CDB4F25}" dt="2020-09-29T14:31:08.270" v="426" actId="478"/>
          <ac:spMkLst>
            <pc:docMk/>
            <pc:sldMk cId="106468879" sldId="571"/>
            <ac:spMk id="31" creationId="{18A205DB-921B-4BBB-8AE7-B2F2481D4968}"/>
          </ac:spMkLst>
        </pc:spChg>
        <pc:spChg chg="del">
          <ac:chgData name="Alpha Barry" userId="d0904203-d8be-4f12-9ac9-3ddc804e3625" providerId="ADAL" clId="{BB7D0A8F-D4E7-4ABF-BABF-91FB3CDB4F25}" dt="2020-09-29T14:31:08.270" v="426" actId="478"/>
          <ac:spMkLst>
            <pc:docMk/>
            <pc:sldMk cId="106468879" sldId="571"/>
            <ac:spMk id="35" creationId="{73723F2C-DC76-4260-955C-287BB115A612}"/>
          </ac:spMkLst>
        </pc:spChg>
        <pc:spChg chg="del">
          <ac:chgData name="Alpha Barry" userId="d0904203-d8be-4f12-9ac9-3ddc804e3625" providerId="ADAL" clId="{BB7D0A8F-D4E7-4ABF-BABF-91FB3CDB4F25}" dt="2020-09-29T14:31:08.270" v="426" actId="478"/>
          <ac:spMkLst>
            <pc:docMk/>
            <pc:sldMk cId="106468879" sldId="571"/>
            <ac:spMk id="38" creationId="{0251F6F2-D9EC-4D58-A243-09ADC349B1DB}"/>
          </ac:spMkLst>
        </pc:spChg>
        <pc:spChg chg="del">
          <ac:chgData name="Alpha Barry" userId="d0904203-d8be-4f12-9ac9-3ddc804e3625" providerId="ADAL" clId="{BB7D0A8F-D4E7-4ABF-BABF-91FB3CDB4F25}" dt="2020-09-29T14:31:08.270" v="426" actId="478"/>
          <ac:spMkLst>
            <pc:docMk/>
            <pc:sldMk cId="106468879" sldId="571"/>
            <ac:spMk id="40" creationId="{1CE34444-8CEE-4CEE-9026-C08AFCCF288F}"/>
          </ac:spMkLst>
        </pc:spChg>
        <pc:spChg chg="add mod">
          <ac:chgData name="Alpha Barry" userId="d0904203-d8be-4f12-9ac9-3ddc804e3625" providerId="ADAL" clId="{BB7D0A8F-D4E7-4ABF-BABF-91FB3CDB4F25}" dt="2020-09-29T14:38:52.813" v="549" actId="14100"/>
          <ac:spMkLst>
            <pc:docMk/>
            <pc:sldMk cId="106468879" sldId="571"/>
            <ac:spMk id="42" creationId="{0A6621CA-AC3D-4973-B2FC-C6C1EAB03BA7}"/>
          </ac:spMkLst>
        </pc:spChg>
        <pc:spChg chg="add mod">
          <ac:chgData name="Alpha Barry" userId="d0904203-d8be-4f12-9ac9-3ddc804e3625" providerId="ADAL" clId="{BB7D0A8F-D4E7-4ABF-BABF-91FB3CDB4F25}" dt="2020-09-29T14:41:59.781" v="558" actId="1076"/>
          <ac:spMkLst>
            <pc:docMk/>
            <pc:sldMk cId="106468879" sldId="571"/>
            <ac:spMk id="44" creationId="{25E9F07F-648F-4F2A-9DE0-05028E980FB0}"/>
          </ac:spMkLst>
        </pc:spChg>
        <pc:picChg chg="add del">
          <ac:chgData name="Alpha Barry" userId="d0904203-d8be-4f12-9ac9-3ddc804e3625" providerId="ADAL" clId="{BB7D0A8F-D4E7-4ABF-BABF-91FB3CDB4F25}" dt="2020-09-29T14:31:00.090" v="425" actId="478"/>
          <ac:picMkLst>
            <pc:docMk/>
            <pc:sldMk cId="106468879" sldId="571"/>
            <ac:picMk id="4" creationId="{F6BC4738-108E-4CB7-9432-426AA20116F9}"/>
          </ac:picMkLst>
        </pc:picChg>
        <pc:picChg chg="add del mod">
          <ac:chgData name="Alpha Barry" userId="d0904203-d8be-4f12-9ac9-3ddc804e3625" providerId="ADAL" clId="{BB7D0A8F-D4E7-4ABF-BABF-91FB3CDB4F25}" dt="2020-09-29T14:34:49.342" v="507" actId="478"/>
          <ac:picMkLst>
            <pc:docMk/>
            <pc:sldMk cId="106468879" sldId="571"/>
            <ac:picMk id="6" creationId="{7550268D-2323-4BEA-B34D-5951AB2A7B86}"/>
          </ac:picMkLst>
        </pc:picChg>
        <pc:picChg chg="del">
          <ac:chgData name="Alpha Barry" userId="d0904203-d8be-4f12-9ac9-3ddc804e3625" providerId="ADAL" clId="{BB7D0A8F-D4E7-4ABF-BABF-91FB3CDB4F25}" dt="2020-09-29T14:30:50.762" v="423" actId="478"/>
          <ac:picMkLst>
            <pc:docMk/>
            <pc:sldMk cId="106468879" sldId="571"/>
            <ac:picMk id="9" creationId="{782B5AFA-7C59-417E-8468-C175EAD0F9E7}"/>
          </ac:picMkLst>
        </pc:picChg>
        <pc:picChg chg="add">
          <ac:chgData name="Alpha Barry" userId="d0904203-d8be-4f12-9ac9-3ddc804e3625" providerId="ADAL" clId="{BB7D0A8F-D4E7-4ABF-BABF-91FB3CDB4F25}" dt="2020-09-29T14:34:49.828" v="508" actId="22"/>
          <ac:picMkLst>
            <pc:docMk/>
            <pc:sldMk cId="106468879" sldId="571"/>
            <ac:picMk id="23" creationId="{0E1BE4DD-F1A8-4C13-9F6A-058FAD006A88}"/>
          </ac:picMkLst>
        </pc:picChg>
        <pc:cxnChg chg="add mod">
          <ac:chgData name="Alpha Barry" userId="d0904203-d8be-4f12-9ac9-3ddc804e3625" providerId="ADAL" clId="{BB7D0A8F-D4E7-4ABF-BABF-91FB3CDB4F25}" dt="2020-09-29T14:32:18.734" v="433" actId="1582"/>
          <ac:cxnSpMkLst>
            <pc:docMk/>
            <pc:sldMk cId="106468879" sldId="571"/>
            <ac:cxnSpMk id="10" creationId="{D3B0FE0B-A023-4A76-8F6A-0BA3D6B7C624}"/>
          </ac:cxnSpMkLst>
        </pc:cxnChg>
        <pc:cxnChg chg="del">
          <ac:chgData name="Alpha Barry" userId="d0904203-d8be-4f12-9ac9-3ddc804e3625" providerId="ADAL" clId="{BB7D0A8F-D4E7-4ABF-BABF-91FB3CDB4F25}" dt="2020-09-29T14:31:08.270" v="426" actId="478"/>
          <ac:cxnSpMkLst>
            <pc:docMk/>
            <pc:sldMk cId="106468879" sldId="571"/>
            <ac:cxnSpMk id="11" creationId="{CC715E64-B82A-40C0-BA42-02E3333F8DE8}"/>
          </ac:cxnSpMkLst>
        </pc:cxnChg>
        <pc:cxnChg chg="del">
          <ac:chgData name="Alpha Barry" userId="d0904203-d8be-4f12-9ac9-3ddc804e3625" providerId="ADAL" clId="{BB7D0A8F-D4E7-4ABF-BABF-91FB3CDB4F25}" dt="2020-09-29T14:31:08.270" v="426" actId="478"/>
          <ac:cxnSpMkLst>
            <pc:docMk/>
            <pc:sldMk cId="106468879" sldId="571"/>
            <ac:cxnSpMk id="15" creationId="{96068782-5916-45DB-B156-CEE0A350645D}"/>
          </ac:cxnSpMkLst>
        </pc:cxnChg>
        <pc:cxnChg chg="add mod">
          <ac:chgData name="Alpha Barry" userId="d0904203-d8be-4f12-9ac9-3ddc804e3625" providerId="ADAL" clId="{BB7D0A8F-D4E7-4ABF-BABF-91FB3CDB4F25}" dt="2020-09-29T14:33:47.016" v="454" actId="1035"/>
          <ac:cxnSpMkLst>
            <pc:docMk/>
            <pc:sldMk cId="106468879" sldId="571"/>
            <ac:cxnSpMk id="19" creationId="{0B1BDBBF-788D-44FC-A6D1-7026EBCD14EA}"/>
          </ac:cxnSpMkLst>
        </pc:cxnChg>
        <pc:cxnChg chg="del mod">
          <ac:chgData name="Alpha Barry" userId="d0904203-d8be-4f12-9ac9-3ddc804e3625" providerId="ADAL" clId="{BB7D0A8F-D4E7-4ABF-BABF-91FB3CDB4F25}" dt="2020-09-29T14:31:08.270" v="426" actId="478"/>
          <ac:cxnSpMkLst>
            <pc:docMk/>
            <pc:sldMk cId="106468879" sldId="571"/>
            <ac:cxnSpMk id="22" creationId="{3D63AB45-37B7-4B87-9F88-3E8FCBAA6C20}"/>
          </ac:cxnSpMkLst>
        </pc:cxnChg>
        <pc:cxnChg chg="add del mod">
          <ac:chgData name="Alpha Barry" userId="d0904203-d8be-4f12-9ac9-3ddc804e3625" providerId="ADAL" clId="{BB7D0A8F-D4E7-4ABF-BABF-91FB3CDB4F25}" dt="2020-09-29T14:40:36.924" v="551" actId="21"/>
          <ac:cxnSpMkLst>
            <pc:docMk/>
            <pc:sldMk cId="106468879" sldId="571"/>
            <ac:cxnSpMk id="26" creationId="{4282E2F1-504D-4523-9108-D6D4484610A1}"/>
          </ac:cxnSpMkLst>
        </pc:cxnChg>
        <pc:cxnChg chg="del">
          <ac:chgData name="Alpha Barry" userId="d0904203-d8be-4f12-9ac9-3ddc804e3625" providerId="ADAL" clId="{BB7D0A8F-D4E7-4ABF-BABF-91FB3CDB4F25}" dt="2020-09-29T14:31:08.270" v="426" actId="478"/>
          <ac:cxnSpMkLst>
            <pc:docMk/>
            <pc:sldMk cId="106468879" sldId="571"/>
            <ac:cxnSpMk id="30" creationId="{DBE82964-F86E-4830-9B04-663641D68E34}"/>
          </ac:cxnSpMkLst>
        </pc:cxnChg>
        <pc:cxnChg chg="del">
          <ac:chgData name="Alpha Barry" userId="d0904203-d8be-4f12-9ac9-3ddc804e3625" providerId="ADAL" clId="{BB7D0A8F-D4E7-4ABF-BABF-91FB3CDB4F25}" dt="2020-09-29T14:31:08.270" v="426" actId="478"/>
          <ac:cxnSpMkLst>
            <pc:docMk/>
            <pc:sldMk cId="106468879" sldId="571"/>
            <ac:cxnSpMk id="32" creationId="{CD975461-82ED-46B0-B10D-19284093C0B4}"/>
          </ac:cxnSpMkLst>
        </pc:cxnChg>
        <pc:cxnChg chg="del">
          <ac:chgData name="Alpha Barry" userId="d0904203-d8be-4f12-9ac9-3ddc804e3625" providerId="ADAL" clId="{BB7D0A8F-D4E7-4ABF-BABF-91FB3CDB4F25}" dt="2020-09-29T14:31:08.270" v="426" actId="478"/>
          <ac:cxnSpMkLst>
            <pc:docMk/>
            <pc:sldMk cId="106468879" sldId="571"/>
            <ac:cxnSpMk id="37" creationId="{C51D8706-4900-405A-8BCE-FD2B95C3F176}"/>
          </ac:cxnSpMkLst>
        </pc:cxnChg>
        <pc:cxnChg chg="del">
          <ac:chgData name="Alpha Barry" userId="d0904203-d8be-4f12-9ac9-3ddc804e3625" providerId="ADAL" clId="{BB7D0A8F-D4E7-4ABF-BABF-91FB3CDB4F25}" dt="2020-09-29T14:31:08.270" v="426" actId="478"/>
          <ac:cxnSpMkLst>
            <pc:docMk/>
            <pc:sldMk cId="106468879" sldId="571"/>
            <ac:cxnSpMk id="39" creationId="{F115E70E-4A59-4B30-BEB4-BAA0490C53AC}"/>
          </ac:cxnSpMkLst>
        </pc:cxnChg>
        <pc:cxnChg chg="del">
          <ac:chgData name="Alpha Barry" userId="d0904203-d8be-4f12-9ac9-3ddc804e3625" providerId="ADAL" clId="{BB7D0A8F-D4E7-4ABF-BABF-91FB3CDB4F25}" dt="2020-09-29T14:31:08.270" v="426" actId="478"/>
          <ac:cxnSpMkLst>
            <pc:docMk/>
            <pc:sldMk cId="106468879" sldId="571"/>
            <ac:cxnSpMk id="41" creationId="{2BD65D11-7F8B-4373-B0DB-1BB19F09D8D8}"/>
          </ac:cxnSpMkLst>
        </pc:cxnChg>
        <pc:cxnChg chg="add mod">
          <ac:chgData name="Alpha Barry" userId="d0904203-d8be-4f12-9ac9-3ddc804e3625" providerId="ADAL" clId="{BB7D0A8F-D4E7-4ABF-BABF-91FB3CDB4F25}" dt="2020-09-29T14:37:10.847" v="531" actId="1076"/>
          <ac:cxnSpMkLst>
            <pc:docMk/>
            <pc:sldMk cId="106468879" sldId="571"/>
            <ac:cxnSpMk id="43" creationId="{E39B404F-19FC-4941-9EA3-68D89C430F8A}"/>
          </ac:cxnSpMkLst>
        </pc:cxnChg>
        <pc:cxnChg chg="add mod">
          <ac:chgData name="Alpha Barry" userId="d0904203-d8be-4f12-9ac9-3ddc804e3625" providerId="ADAL" clId="{BB7D0A8F-D4E7-4ABF-BABF-91FB3CDB4F25}" dt="2020-09-29T14:40:44.908" v="553" actId="1076"/>
          <ac:cxnSpMkLst>
            <pc:docMk/>
            <pc:sldMk cId="106468879" sldId="571"/>
            <ac:cxnSpMk id="45" creationId="{32A8B683-9C0A-4FBC-BF2E-E7C4552B74E6}"/>
          </ac:cxnSpMkLst>
        </pc:cxnChg>
      </pc:sldChg>
      <pc:sldChg chg="addSp delSp modSp new add del mod">
        <pc:chgData name="Alpha Barry" userId="d0904203-d8be-4f12-9ac9-3ddc804e3625" providerId="ADAL" clId="{BB7D0A8F-D4E7-4ABF-BABF-91FB3CDB4F25}" dt="2020-09-30T16:36:16.962" v="3195" actId="47"/>
        <pc:sldMkLst>
          <pc:docMk/>
          <pc:sldMk cId="823526985" sldId="572"/>
        </pc:sldMkLst>
        <pc:spChg chg="mod">
          <ac:chgData name="Alpha Barry" userId="d0904203-d8be-4f12-9ac9-3ddc804e3625" providerId="ADAL" clId="{BB7D0A8F-D4E7-4ABF-BABF-91FB3CDB4F25}" dt="2020-09-29T14:52:38.466" v="563"/>
          <ac:spMkLst>
            <pc:docMk/>
            <pc:sldMk cId="823526985" sldId="572"/>
            <ac:spMk id="2" creationId="{88796024-351F-4EA0-98E7-CF52CEFADEEB}"/>
          </ac:spMkLst>
        </pc:spChg>
        <pc:spChg chg="del">
          <ac:chgData name="Alpha Barry" userId="d0904203-d8be-4f12-9ac9-3ddc804e3625" providerId="ADAL" clId="{BB7D0A8F-D4E7-4ABF-BABF-91FB3CDB4F25}" dt="2020-09-29T14:52:28.276" v="561" actId="478"/>
          <ac:spMkLst>
            <pc:docMk/>
            <pc:sldMk cId="823526985" sldId="572"/>
            <ac:spMk id="3" creationId="{74F02987-A5C1-42CB-867F-C743F1D1EB5A}"/>
          </ac:spMkLst>
        </pc:spChg>
        <pc:spChg chg="add mod">
          <ac:chgData name="Alpha Barry" userId="d0904203-d8be-4f12-9ac9-3ddc804e3625" providerId="ADAL" clId="{BB7D0A8F-D4E7-4ABF-BABF-91FB3CDB4F25}" dt="2020-09-30T16:33:55.926" v="3194" actId="1036"/>
          <ac:spMkLst>
            <pc:docMk/>
            <pc:sldMk cId="823526985" sldId="572"/>
            <ac:spMk id="7" creationId="{8EF34D87-9797-4018-9E69-2D7055A4300A}"/>
          </ac:spMkLst>
        </pc:spChg>
        <pc:spChg chg="add mod">
          <ac:chgData name="Alpha Barry" userId="d0904203-d8be-4f12-9ac9-3ddc804e3625" providerId="ADAL" clId="{BB7D0A8F-D4E7-4ABF-BABF-91FB3CDB4F25}" dt="2020-09-30T16:33:55.926" v="3194" actId="1036"/>
          <ac:spMkLst>
            <pc:docMk/>
            <pc:sldMk cId="823526985" sldId="572"/>
            <ac:spMk id="13" creationId="{198DD547-3C03-430A-927C-557284AA7679}"/>
          </ac:spMkLst>
        </pc:spChg>
        <pc:spChg chg="add mod">
          <ac:chgData name="Alpha Barry" userId="d0904203-d8be-4f12-9ac9-3ddc804e3625" providerId="ADAL" clId="{BB7D0A8F-D4E7-4ABF-BABF-91FB3CDB4F25}" dt="2020-09-30T16:33:55.926" v="3194" actId="1036"/>
          <ac:spMkLst>
            <pc:docMk/>
            <pc:sldMk cId="823526985" sldId="572"/>
            <ac:spMk id="17" creationId="{720DFF36-DDED-44C3-94E3-C0C47116ECB6}"/>
          </ac:spMkLst>
        </pc:spChg>
        <pc:picChg chg="add mod">
          <ac:chgData name="Alpha Barry" userId="d0904203-d8be-4f12-9ac9-3ddc804e3625" providerId="ADAL" clId="{BB7D0A8F-D4E7-4ABF-BABF-91FB3CDB4F25}" dt="2020-09-30T16:33:55.926" v="3194" actId="1036"/>
          <ac:picMkLst>
            <pc:docMk/>
            <pc:sldMk cId="823526985" sldId="572"/>
            <ac:picMk id="5" creationId="{9C078542-88B9-4893-A153-871239C5A3E8}"/>
          </ac:picMkLst>
        </pc:picChg>
        <pc:cxnChg chg="add mod">
          <ac:chgData name="Alpha Barry" userId="d0904203-d8be-4f12-9ac9-3ddc804e3625" providerId="ADAL" clId="{BB7D0A8F-D4E7-4ABF-BABF-91FB3CDB4F25}" dt="2020-09-30T16:33:55.926" v="3194" actId="1036"/>
          <ac:cxnSpMkLst>
            <pc:docMk/>
            <pc:sldMk cId="823526985" sldId="572"/>
            <ac:cxnSpMk id="6" creationId="{74090F5A-A309-4087-845A-3B4A8D14A115}"/>
          </ac:cxnSpMkLst>
        </pc:cxnChg>
        <pc:cxnChg chg="add mod">
          <ac:chgData name="Alpha Barry" userId="d0904203-d8be-4f12-9ac9-3ddc804e3625" providerId="ADAL" clId="{BB7D0A8F-D4E7-4ABF-BABF-91FB3CDB4F25}" dt="2020-09-30T16:33:55.926" v="3194" actId="1036"/>
          <ac:cxnSpMkLst>
            <pc:docMk/>
            <pc:sldMk cId="823526985" sldId="572"/>
            <ac:cxnSpMk id="11" creationId="{2A49F4E1-BF85-472D-80F3-F8324403DB3D}"/>
          </ac:cxnSpMkLst>
        </pc:cxnChg>
        <pc:cxnChg chg="add mod">
          <ac:chgData name="Alpha Barry" userId="d0904203-d8be-4f12-9ac9-3ddc804e3625" providerId="ADAL" clId="{BB7D0A8F-D4E7-4ABF-BABF-91FB3CDB4F25}" dt="2020-09-30T16:33:55.926" v="3194" actId="1036"/>
          <ac:cxnSpMkLst>
            <pc:docMk/>
            <pc:sldMk cId="823526985" sldId="572"/>
            <ac:cxnSpMk id="15" creationId="{65CF51C0-AB3D-4AD8-95EA-5E0C4E332163}"/>
          </ac:cxnSpMkLst>
        </pc:cxnChg>
      </pc:sldChg>
      <pc:sldChg chg="addSp delSp modSp new mod">
        <pc:chgData name="Alpha Barry" userId="d0904203-d8be-4f12-9ac9-3ddc804e3625" providerId="ADAL" clId="{BB7D0A8F-D4E7-4ABF-BABF-91FB3CDB4F25}" dt="2020-09-30T16:38:39.457" v="3331" actId="20577"/>
        <pc:sldMkLst>
          <pc:docMk/>
          <pc:sldMk cId="2943940947" sldId="573"/>
        </pc:sldMkLst>
        <pc:spChg chg="mod">
          <ac:chgData name="Alpha Barry" userId="d0904203-d8be-4f12-9ac9-3ddc804e3625" providerId="ADAL" clId="{BB7D0A8F-D4E7-4ABF-BABF-91FB3CDB4F25}" dt="2020-09-29T15:16:01.978" v="728"/>
          <ac:spMkLst>
            <pc:docMk/>
            <pc:sldMk cId="2943940947" sldId="573"/>
            <ac:spMk id="2" creationId="{08CE849F-4D0A-46F0-8C01-CCD83348ECE8}"/>
          </ac:spMkLst>
        </pc:spChg>
        <pc:spChg chg="del">
          <ac:chgData name="Alpha Barry" userId="d0904203-d8be-4f12-9ac9-3ddc804e3625" providerId="ADAL" clId="{BB7D0A8F-D4E7-4ABF-BABF-91FB3CDB4F25}" dt="2020-09-29T15:15:39.329" v="726" actId="478"/>
          <ac:spMkLst>
            <pc:docMk/>
            <pc:sldMk cId="2943940947" sldId="573"/>
            <ac:spMk id="3" creationId="{ABB65055-25A1-41D2-8A4F-184ACE7532E8}"/>
          </ac:spMkLst>
        </pc:spChg>
        <pc:spChg chg="add mod">
          <ac:chgData name="Alpha Barry" userId="d0904203-d8be-4f12-9ac9-3ddc804e3625" providerId="ADAL" clId="{BB7D0A8F-D4E7-4ABF-BABF-91FB3CDB4F25}" dt="2020-09-30T16:36:35.769" v="3228" actId="1036"/>
          <ac:spMkLst>
            <pc:docMk/>
            <pc:sldMk cId="2943940947" sldId="573"/>
            <ac:spMk id="7" creationId="{DFD5A9E0-A04A-4039-917A-1FA3132EED1D}"/>
          </ac:spMkLst>
        </pc:spChg>
        <pc:spChg chg="add mod">
          <ac:chgData name="Alpha Barry" userId="d0904203-d8be-4f12-9ac9-3ddc804e3625" providerId="ADAL" clId="{BB7D0A8F-D4E7-4ABF-BABF-91FB3CDB4F25}" dt="2020-09-30T16:37:25.144" v="3292" actId="20577"/>
          <ac:spMkLst>
            <pc:docMk/>
            <pc:sldMk cId="2943940947" sldId="573"/>
            <ac:spMk id="11" creationId="{CBAE4FCD-8571-4AE1-8C06-5E10D1C40574}"/>
          </ac:spMkLst>
        </pc:spChg>
        <pc:spChg chg="add mod">
          <ac:chgData name="Alpha Barry" userId="d0904203-d8be-4f12-9ac9-3ddc804e3625" providerId="ADAL" clId="{BB7D0A8F-D4E7-4ABF-BABF-91FB3CDB4F25}" dt="2020-09-30T16:37:21.565" v="3291" actId="20577"/>
          <ac:spMkLst>
            <pc:docMk/>
            <pc:sldMk cId="2943940947" sldId="573"/>
            <ac:spMk id="17" creationId="{6E804D2E-A612-40CC-9367-4F0540922FE8}"/>
          </ac:spMkLst>
        </pc:spChg>
        <pc:spChg chg="add mod">
          <ac:chgData name="Alpha Barry" userId="d0904203-d8be-4f12-9ac9-3ddc804e3625" providerId="ADAL" clId="{BB7D0A8F-D4E7-4ABF-BABF-91FB3CDB4F25}" dt="2020-09-30T16:38:39.457" v="3331" actId="20577"/>
          <ac:spMkLst>
            <pc:docMk/>
            <pc:sldMk cId="2943940947" sldId="573"/>
            <ac:spMk id="18" creationId="{A669795E-286F-4D77-A87B-86C045C37E2C}"/>
          </ac:spMkLst>
        </pc:spChg>
        <pc:picChg chg="add del">
          <ac:chgData name="Alpha Barry" userId="d0904203-d8be-4f12-9ac9-3ddc804e3625" providerId="ADAL" clId="{BB7D0A8F-D4E7-4ABF-BABF-91FB3CDB4F25}" dt="2020-09-29T15:23:16.041" v="748" actId="478"/>
          <ac:picMkLst>
            <pc:docMk/>
            <pc:sldMk cId="2943940947" sldId="573"/>
            <ac:picMk id="5" creationId="{AFE06D15-87BF-4437-AD47-6EE4C2E7AB3D}"/>
          </ac:picMkLst>
        </pc:picChg>
        <pc:picChg chg="add del">
          <ac:chgData name="Alpha Barry" userId="d0904203-d8be-4f12-9ac9-3ddc804e3625" providerId="ADAL" clId="{BB7D0A8F-D4E7-4ABF-BABF-91FB3CDB4F25}" dt="2020-09-30T16:36:24.646" v="3196" actId="478"/>
          <ac:picMkLst>
            <pc:docMk/>
            <pc:sldMk cId="2943940947" sldId="573"/>
            <ac:picMk id="13" creationId="{832370CA-38B0-488B-BD13-413674D8F950}"/>
          </ac:picMkLst>
        </pc:picChg>
        <pc:picChg chg="add mod">
          <ac:chgData name="Alpha Barry" userId="d0904203-d8be-4f12-9ac9-3ddc804e3625" providerId="ADAL" clId="{BB7D0A8F-D4E7-4ABF-BABF-91FB3CDB4F25}" dt="2020-09-30T16:36:35.769" v="3228" actId="1036"/>
          <ac:picMkLst>
            <pc:docMk/>
            <pc:sldMk cId="2943940947" sldId="573"/>
            <ac:picMk id="15" creationId="{082E9A60-AFEF-4A66-A411-5F0B6B82F184}"/>
          </ac:picMkLst>
        </pc:picChg>
        <pc:cxnChg chg="add mod">
          <ac:chgData name="Alpha Barry" userId="d0904203-d8be-4f12-9ac9-3ddc804e3625" providerId="ADAL" clId="{BB7D0A8F-D4E7-4ABF-BABF-91FB3CDB4F25}" dt="2020-09-30T16:36:35.769" v="3228" actId="1036"/>
          <ac:cxnSpMkLst>
            <pc:docMk/>
            <pc:sldMk cId="2943940947" sldId="573"/>
            <ac:cxnSpMk id="6" creationId="{B5BD9163-6151-4808-9027-29E21F29674E}"/>
          </ac:cxnSpMkLst>
        </pc:cxnChg>
        <pc:cxnChg chg="add del">
          <ac:chgData name="Alpha Barry" userId="d0904203-d8be-4f12-9ac9-3ddc804e3625" providerId="ADAL" clId="{BB7D0A8F-D4E7-4ABF-BABF-91FB3CDB4F25}" dt="2020-09-29T15:20:25.050" v="734" actId="478"/>
          <ac:cxnSpMkLst>
            <pc:docMk/>
            <pc:sldMk cId="2943940947" sldId="573"/>
            <ac:cxnSpMk id="9" creationId="{F53C0CA5-0EAB-4F8A-B81A-7C92323249B1}"/>
          </ac:cxnSpMkLst>
        </pc:cxnChg>
        <pc:cxnChg chg="add mod">
          <ac:chgData name="Alpha Barry" userId="d0904203-d8be-4f12-9ac9-3ddc804e3625" providerId="ADAL" clId="{BB7D0A8F-D4E7-4ABF-BABF-91FB3CDB4F25}" dt="2020-09-30T16:36:35.769" v="3228" actId="1036"/>
          <ac:cxnSpMkLst>
            <pc:docMk/>
            <pc:sldMk cId="2943940947" sldId="573"/>
            <ac:cxnSpMk id="10" creationId="{1489B227-0097-4D8E-B3EA-5E9EED22FFD1}"/>
          </ac:cxnSpMkLst>
        </pc:cxnChg>
        <pc:cxnChg chg="add mod">
          <ac:chgData name="Alpha Barry" userId="d0904203-d8be-4f12-9ac9-3ddc804e3625" providerId="ADAL" clId="{BB7D0A8F-D4E7-4ABF-BABF-91FB3CDB4F25}" dt="2020-09-30T16:36:47.832" v="3230" actId="1076"/>
          <ac:cxnSpMkLst>
            <pc:docMk/>
            <pc:sldMk cId="2943940947" sldId="573"/>
            <ac:cxnSpMk id="16" creationId="{F8CDFA60-B33D-48D1-BB9F-B068C4E2137F}"/>
          </ac:cxnSpMkLst>
        </pc:cxnChg>
      </pc:sldChg>
      <pc:sldChg chg="addSp delSp modSp new mod">
        <pc:chgData name="Alpha Barry" userId="d0904203-d8be-4f12-9ac9-3ddc804e3625" providerId="ADAL" clId="{BB7D0A8F-D4E7-4ABF-BABF-91FB3CDB4F25}" dt="2020-09-29T19:02:55.804" v="907"/>
        <pc:sldMkLst>
          <pc:docMk/>
          <pc:sldMk cId="3296451350" sldId="574"/>
        </pc:sldMkLst>
        <pc:spChg chg="mod">
          <ac:chgData name="Alpha Barry" userId="d0904203-d8be-4f12-9ac9-3ddc804e3625" providerId="ADAL" clId="{BB7D0A8F-D4E7-4ABF-BABF-91FB3CDB4F25}" dt="2020-09-29T15:24:38.529" v="751"/>
          <ac:spMkLst>
            <pc:docMk/>
            <pc:sldMk cId="3296451350" sldId="574"/>
            <ac:spMk id="2" creationId="{98EE6F91-0DD1-4426-B5E4-6661FAD0C8D4}"/>
          </ac:spMkLst>
        </pc:spChg>
        <pc:spChg chg="del">
          <ac:chgData name="Alpha Barry" userId="d0904203-d8be-4f12-9ac9-3ddc804e3625" providerId="ADAL" clId="{BB7D0A8F-D4E7-4ABF-BABF-91FB3CDB4F25}" dt="2020-09-29T15:24:41.666" v="752" actId="478"/>
          <ac:spMkLst>
            <pc:docMk/>
            <pc:sldMk cId="3296451350" sldId="574"/>
            <ac:spMk id="3" creationId="{2CCCDE82-D58E-4100-96B7-D330DC9CB715}"/>
          </ac:spMkLst>
        </pc:spChg>
        <pc:spChg chg="add mod">
          <ac:chgData name="Alpha Barry" userId="d0904203-d8be-4f12-9ac9-3ddc804e3625" providerId="ADAL" clId="{BB7D0A8F-D4E7-4ABF-BABF-91FB3CDB4F25}" dt="2020-09-29T18:46:32.430" v="795" actId="20577"/>
          <ac:spMkLst>
            <pc:docMk/>
            <pc:sldMk cId="3296451350" sldId="574"/>
            <ac:spMk id="14" creationId="{AC31BD5C-737E-496D-A173-E56FD4AE6238}"/>
          </ac:spMkLst>
        </pc:spChg>
        <pc:spChg chg="add mod">
          <ac:chgData name="Alpha Barry" userId="d0904203-d8be-4f12-9ac9-3ddc804e3625" providerId="ADAL" clId="{BB7D0A8F-D4E7-4ABF-BABF-91FB3CDB4F25}" dt="2020-09-29T18:49:41.496" v="827" actId="1038"/>
          <ac:spMkLst>
            <pc:docMk/>
            <pc:sldMk cId="3296451350" sldId="574"/>
            <ac:spMk id="19" creationId="{52DF5BD0-C08B-4E23-9C02-5E3057BBB768}"/>
          </ac:spMkLst>
        </pc:spChg>
        <pc:spChg chg="add mod">
          <ac:chgData name="Alpha Barry" userId="d0904203-d8be-4f12-9ac9-3ddc804e3625" providerId="ADAL" clId="{BB7D0A8F-D4E7-4ABF-BABF-91FB3CDB4F25}" dt="2020-09-29T18:51:22.221" v="847" actId="1076"/>
          <ac:spMkLst>
            <pc:docMk/>
            <pc:sldMk cId="3296451350" sldId="574"/>
            <ac:spMk id="23" creationId="{A2F5ECE9-9D0C-444A-A848-8E5E133C6764}"/>
          </ac:spMkLst>
        </pc:spChg>
        <pc:spChg chg="add mod">
          <ac:chgData name="Alpha Barry" userId="d0904203-d8be-4f12-9ac9-3ddc804e3625" providerId="ADAL" clId="{BB7D0A8F-D4E7-4ABF-BABF-91FB3CDB4F25}" dt="2020-09-29T18:52:51.082" v="854"/>
          <ac:spMkLst>
            <pc:docMk/>
            <pc:sldMk cId="3296451350" sldId="574"/>
            <ac:spMk id="28" creationId="{2AFA1455-570E-4A8A-B509-8254F52B436F}"/>
          </ac:spMkLst>
        </pc:spChg>
        <pc:spChg chg="add mod">
          <ac:chgData name="Alpha Barry" userId="d0904203-d8be-4f12-9ac9-3ddc804e3625" providerId="ADAL" clId="{BB7D0A8F-D4E7-4ABF-BABF-91FB3CDB4F25}" dt="2020-09-29T18:54:28.586" v="868" actId="1076"/>
          <ac:spMkLst>
            <pc:docMk/>
            <pc:sldMk cId="3296451350" sldId="574"/>
            <ac:spMk id="30" creationId="{E6BB9D73-BAFF-40C1-84A1-3425862F4842}"/>
          </ac:spMkLst>
        </pc:spChg>
        <pc:spChg chg="add mod">
          <ac:chgData name="Alpha Barry" userId="d0904203-d8be-4f12-9ac9-3ddc804e3625" providerId="ADAL" clId="{BB7D0A8F-D4E7-4ABF-BABF-91FB3CDB4F25}" dt="2020-09-29T18:55:52.767" v="875"/>
          <ac:spMkLst>
            <pc:docMk/>
            <pc:sldMk cId="3296451350" sldId="574"/>
            <ac:spMk id="35" creationId="{530FC130-8E8E-4B0D-86BF-7197E8363A96}"/>
          </ac:spMkLst>
        </pc:spChg>
        <pc:spChg chg="add mod">
          <ac:chgData name="Alpha Barry" userId="d0904203-d8be-4f12-9ac9-3ddc804e3625" providerId="ADAL" clId="{BB7D0A8F-D4E7-4ABF-BABF-91FB3CDB4F25}" dt="2020-09-29T18:57:25.070" v="884" actId="1076"/>
          <ac:spMkLst>
            <pc:docMk/>
            <pc:sldMk cId="3296451350" sldId="574"/>
            <ac:spMk id="37" creationId="{E0D03BBD-8855-4F24-A0CA-F4D8AE37B56D}"/>
          </ac:spMkLst>
        </pc:spChg>
        <pc:spChg chg="add mod">
          <ac:chgData name="Alpha Barry" userId="d0904203-d8be-4f12-9ac9-3ddc804e3625" providerId="ADAL" clId="{BB7D0A8F-D4E7-4ABF-BABF-91FB3CDB4F25}" dt="2020-09-29T18:58:31.462" v="890" actId="14100"/>
          <ac:spMkLst>
            <pc:docMk/>
            <pc:sldMk cId="3296451350" sldId="574"/>
            <ac:spMk id="42" creationId="{AC3513F3-F5AA-43D5-8660-708D48EE434F}"/>
          </ac:spMkLst>
        </pc:spChg>
        <pc:spChg chg="add del mod">
          <ac:chgData name="Alpha Barry" userId="d0904203-d8be-4f12-9ac9-3ddc804e3625" providerId="ADAL" clId="{BB7D0A8F-D4E7-4ABF-BABF-91FB3CDB4F25}" dt="2020-09-29T18:58:44.363" v="893" actId="478"/>
          <ac:spMkLst>
            <pc:docMk/>
            <pc:sldMk cId="3296451350" sldId="574"/>
            <ac:spMk id="45" creationId="{CED3CE2B-2770-429D-9FA6-C97AE1E8A828}"/>
          </ac:spMkLst>
        </pc:spChg>
        <pc:spChg chg="add mod">
          <ac:chgData name="Alpha Barry" userId="d0904203-d8be-4f12-9ac9-3ddc804e3625" providerId="ADAL" clId="{BB7D0A8F-D4E7-4ABF-BABF-91FB3CDB4F25}" dt="2020-09-29T19:00:37.837" v="905" actId="1076"/>
          <ac:spMkLst>
            <pc:docMk/>
            <pc:sldMk cId="3296451350" sldId="574"/>
            <ac:spMk id="47" creationId="{247E5710-3BC4-49A6-A8B0-D08267AA0905}"/>
          </ac:spMkLst>
        </pc:spChg>
        <pc:spChg chg="add del mod">
          <ac:chgData name="Alpha Barry" userId="d0904203-d8be-4f12-9ac9-3ddc804e3625" providerId="ADAL" clId="{BB7D0A8F-D4E7-4ABF-BABF-91FB3CDB4F25}" dt="2020-09-29T19:02:55.804" v="907"/>
          <ac:spMkLst>
            <pc:docMk/>
            <pc:sldMk cId="3296451350" sldId="574"/>
            <ac:spMk id="49" creationId="{F397F0C1-9AF4-49E2-B471-732870EC5E2C}"/>
          </ac:spMkLst>
        </pc:spChg>
        <pc:grpChg chg="add del mod">
          <ac:chgData name="Alpha Barry" userId="d0904203-d8be-4f12-9ac9-3ddc804e3625" providerId="ADAL" clId="{BB7D0A8F-D4E7-4ABF-BABF-91FB3CDB4F25}" dt="2020-09-29T18:42:26.891" v="780" actId="478"/>
          <ac:grpSpMkLst>
            <pc:docMk/>
            <pc:sldMk cId="3296451350" sldId="574"/>
            <ac:grpSpMk id="8" creationId="{9AE159B4-E1CC-4607-B9F4-241E3F204498}"/>
          </ac:grpSpMkLst>
        </pc:grpChg>
        <pc:picChg chg="add mod">
          <ac:chgData name="Alpha Barry" userId="d0904203-d8be-4f12-9ac9-3ddc804e3625" providerId="ADAL" clId="{BB7D0A8F-D4E7-4ABF-BABF-91FB3CDB4F25}" dt="2020-09-29T15:56:56.741" v="760" actId="164"/>
          <ac:picMkLst>
            <pc:docMk/>
            <pc:sldMk cId="3296451350" sldId="574"/>
            <ac:picMk id="5" creationId="{A5102787-9AB7-499E-8C99-813108B03B92}"/>
          </ac:picMkLst>
        </pc:picChg>
        <pc:picChg chg="add mod">
          <ac:chgData name="Alpha Barry" userId="d0904203-d8be-4f12-9ac9-3ddc804e3625" providerId="ADAL" clId="{BB7D0A8F-D4E7-4ABF-BABF-91FB3CDB4F25}" dt="2020-09-29T15:56:56.741" v="760" actId="164"/>
          <ac:picMkLst>
            <pc:docMk/>
            <pc:sldMk cId="3296451350" sldId="574"/>
            <ac:picMk id="7" creationId="{7FD91A2B-DFE0-4E96-9437-68F8432B7DB9}"/>
          </ac:picMkLst>
        </pc:picChg>
        <pc:picChg chg="add mod">
          <ac:chgData name="Alpha Barry" userId="d0904203-d8be-4f12-9ac9-3ddc804e3625" providerId="ADAL" clId="{BB7D0A8F-D4E7-4ABF-BABF-91FB3CDB4F25}" dt="2020-09-29T18:42:39.011" v="785" actId="1076"/>
          <ac:picMkLst>
            <pc:docMk/>
            <pc:sldMk cId="3296451350" sldId="574"/>
            <ac:picMk id="10" creationId="{4D8D4E71-FC53-4D61-A1C0-B391547D70EC}"/>
          </ac:picMkLst>
        </pc:picChg>
        <pc:cxnChg chg="add mod">
          <ac:chgData name="Alpha Barry" userId="d0904203-d8be-4f12-9ac9-3ddc804e3625" providerId="ADAL" clId="{BB7D0A8F-D4E7-4ABF-BABF-91FB3CDB4F25}" dt="2020-09-29T18:47:03.774" v="800" actId="1036"/>
          <ac:cxnSpMkLst>
            <pc:docMk/>
            <pc:sldMk cId="3296451350" sldId="574"/>
            <ac:cxnSpMk id="12" creationId="{CC818085-A784-41D4-B159-5208FA647813}"/>
          </ac:cxnSpMkLst>
        </pc:cxnChg>
        <pc:cxnChg chg="add mod">
          <ac:chgData name="Alpha Barry" userId="d0904203-d8be-4f12-9ac9-3ddc804e3625" providerId="ADAL" clId="{BB7D0A8F-D4E7-4ABF-BABF-91FB3CDB4F25}" dt="2020-09-29T18:47:37.518" v="804" actId="1582"/>
          <ac:cxnSpMkLst>
            <pc:docMk/>
            <pc:sldMk cId="3296451350" sldId="574"/>
            <ac:cxnSpMk id="16" creationId="{F314F3CC-11C3-4289-963E-A827B5667D3F}"/>
          </ac:cxnSpMkLst>
        </pc:cxnChg>
        <pc:cxnChg chg="add mod">
          <ac:chgData name="Alpha Barry" userId="d0904203-d8be-4f12-9ac9-3ddc804e3625" providerId="ADAL" clId="{BB7D0A8F-D4E7-4ABF-BABF-91FB3CDB4F25}" dt="2020-09-29T18:50:07.065" v="831" actId="1582"/>
          <ac:cxnSpMkLst>
            <pc:docMk/>
            <pc:sldMk cId="3296451350" sldId="574"/>
            <ac:cxnSpMk id="21" creationId="{F1713293-E0F8-4F9C-A5AB-3F0A26232914}"/>
          </ac:cxnSpMkLst>
        </pc:cxnChg>
        <pc:cxnChg chg="add mod">
          <ac:chgData name="Alpha Barry" userId="d0904203-d8be-4f12-9ac9-3ddc804e3625" providerId="ADAL" clId="{BB7D0A8F-D4E7-4ABF-BABF-91FB3CDB4F25}" dt="2020-09-29T18:52:01.654" v="851" actId="14100"/>
          <ac:cxnSpMkLst>
            <pc:docMk/>
            <pc:sldMk cId="3296451350" sldId="574"/>
            <ac:cxnSpMk id="24" creationId="{C5D9EF58-2CB1-42E5-AF4B-6CC7A515F2BA}"/>
          </ac:cxnSpMkLst>
        </pc:cxnChg>
        <pc:cxnChg chg="add mod">
          <ac:chgData name="Alpha Barry" userId="d0904203-d8be-4f12-9ac9-3ddc804e3625" providerId="ADAL" clId="{BB7D0A8F-D4E7-4ABF-BABF-91FB3CDB4F25}" dt="2020-09-29T18:53:26.659" v="856" actId="1076"/>
          <ac:cxnSpMkLst>
            <pc:docMk/>
            <pc:sldMk cId="3296451350" sldId="574"/>
            <ac:cxnSpMk id="29" creationId="{882940F5-1818-4B9D-A690-66D0EF96402E}"/>
          </ac:cxnSpMkLst>
        </pc:cxnChg>
        <pc:cxnChg chg="add mod">
          <ac:chgData name="Alpha Barry" userId="d0904203-d8be-4f12-9ac9-3ddc804e3625" providerId="ADAL" clId="{BB7D0A8F-D4E7-4ABF-BABF-91FB3CDB4F25}" dt="2020-09-29T18:55:14.779" v="872" actId="14100"/>
          <ac:cxnSpMkLst>
            <pc:docMk/>
            <pc:sldMk cId="3296451350" sldId="574"/>
            <ac:cxnSpMk id="31" creationId="{5B9067FF-0865-4938-933E-F9375236B04B}"/>
          </ac:cxnSpMkLst>
        </pc:cxnChg>
        <pc:cxnChg chg="add mod">
          <ac:chgData name="Alpha Barry" userId="d0904203-d8be-4f12-9ac9-3ddc804e3625" providerId="ADAL" clId="{BB7D0A8F-D4E7-4ABF-BABF-91FB3CDB4F25}" dt="2020-09-29T18:57:19.676" v="882" actId="14100"/>
          <ac:cxnSpMkLst>
            <pc:docMk/>
            <pc:sldMk cId="3296451350" sldId="574"/>
            <ac:cxnSpMk id="36" creationId="{59B979B9-5CD6-4681-AC37-749601E7E5BB}"/>
          </ac:cxnSpMkLst>
        </pc:cxnChg>
        <pc:cxnChg chg="add mod">
          <ac:chgData name="Alpha Barry" userId="d0904203-d8be-4f12-9ac9-3ddc804e3625" providerId="ADAL" clId="{BB7D0A8F-D4E7-4ABF-BABF-91FB3CDB4F25}" dt="2020-09-29T18:57:47.430" v="887" actId="14100"/>
          <ac:cxnSpMkLst>
            <pc:docMk/>
            <pc:sldMk cId="3296451350" sldId="574"/>
            <ac:cxnSpMk id="41" creationId="{88DF95B0-0DED-474D-AA25-E56F9C4F0EDE}"/>
          </ac:cxnSpMkLst>
        </pc:cxnChg>
        <pc:cxnChg chg="add del mod">
          <ac:chgData name="Alpha Barry" userId="d0904203-d8be-4f12-9ac9-3ddc804e3625" providerId="ADAL" clId="{BB7D0A8F-D4E7-4ABF-BABF-91FB3CDB4F25}" dt="2020-09-29T18:58:44.363" v="893" actId="478"/>
          <ac:cxnSpMkLst>
            <pc:docMk/>
            <pc:sldMk cId="3296451350" sldId="574"/>
            <ac:cxnSpMk id="44" creationId="{8D331CCD-0A10-4232-946C-23DF40811ED0}"/>
          </ac:cxnSpMkLst>
        </pc:cxnChg>
        <pc:cxnChg chg="add mod">
          <ac:chgData name="Alpha Barry" userId="d0904203-d8be-4f12-9ac9-3ddc804e3625" providerId="ADAL" clId="{BB7D0A8F-D4E7-4ABF-BABF-91FB3CDB4F25}" dt="2020-09-29T18:59:00.528" v="895" actId="1076"/>
          <ac:cxnSpMkLst>
            <pc:docMk/>
            <pc:sldMk cId="3296451350" sldId="574"/>
            <ac:cxnSpMk id="46" creationId="{D8F645B0-85C1-499B-87F4-31BC5499D92D}"/>
          </ac:cxnSpMkLst>
        </pc:cxnChg>
        <pc:cxnChg chg="add del mod">
          <ac:chgData name="Alpha Barry" userId="d0904203-d8be-4f12-9ac9-3ddc804e3625" providerId="ADAL" clId="{BB7D0A8F-D4E7-4ABF-BABF-91FB3CDB4F25}" dt="2020-09-29T19:02:55.804" v="907"/>
          <ac:cxnSpMkLst>
            <pc:docMk/>
            <pc:sldMk cId="3296451350" sldId="574"/>
            <ac:cxnSpMk id="48" creationId="{75124F48-414D-4A87-ADC2-E33BBB05A946}"/>
          </ac:cxnSpMkLst>
        </pc:cxnChg>
      </pc:sldChg>
      <pc:sldChg chg="addSp delSp modSp new mod">
        <pc:chgData name="Alpha Barry" userId="d0904203-d8be-4f12-9ac9-3ddc804e3625" providerId="ADAL" clId="{BB7D0A8F-D4E7-4ABF-BABF-91FB3CDB4F25}" dt="2020-09-29T19:17:55.419" v="1057" actId="20577"/>
        <pc:sldMkLst>
          <pc:docMk/>
          <pc:sldMk cId="3740828287" sldId="575"/>
        </pc:sldMkLst>
        <pc:spChg chg="mod">
          <ac:chgData name="Alpha Barry" userId="d0904203-d8be-4f12-9ac9-3ddc804e3625" providerId="ADAL" clId="{BB7D0A8F-D4E7-4ABF-BABF-91FB3CDB4F25}" dt="2020-09-29T16:59:12.119" v="766"/>
          <ac:spMkLst>
            <pc:docMk/>
            <pc:sldMk cId="3740828287" sldId="575"/>
            <ac:spMk id="2" creationId="{C62898D0-4E51-423C-8294-1DE81C7EA4C0}"/>
          </ac:spMkLst>
        </pc:spChg>
        <pc:spChg chg="del">
          <ac:chgData name="Alpha Barry" userId="d0904203-d8be-4f12-9ac9-3ddc804e3625" providerId="ADAL" clId="{BB7D0A8F-D4E7-4ABF-BABF-91FB3CDB4F25}" dt="2020-09-29T16:59:16.043" v="767" actId="478"/>
          <ac:spMkLst>
            <pc:docMk/>
            <pc:sldMk cId="3740828287" sldId="575"/>
            <ac:spMk id="3" creationId="{70F60D86-2EAE-46AB-BCA0-04BB7A5C4F63}"/>
          </ac:spMkLst>
        </pc:spChg>
        <pc:spChg chg="add mod">
          <ac:chgData name="Alpha Barry" userId="d0904203-d8be-4f12-9ac9-3ddc804e3625" providerId="ADAL" clId="{BB7D0A8F-D4E7-4ABF-BABF-91FB3CDB4F25}" dt="2020-09-29T19:07:40.795" v="955" actId="1038"/>
          <ac:spMkLst>
            <pc:docMk/>
            <pc:sldMk cId="3740828287" sldId="575"/>
            <ac:spMk id="7" creationId="{12D4E8AA-FB6B-4941-A04D-BB2582E29AA3}"/>
          </ac:spMkLst>
        </pc:spChg>
        <pc:spChg chg="add mod">
          <ac:chgData name="Alpha Barry" userId="d0904203-d8be-4f12-9ac9-3ddc804e3625" providerId="ADAL" clId="{BB7D0A8F-D4E7-4ABF-BABF-91FB3CDB4F25}" dt="2020-09-29T19:12:33.643" v="1025" actId="20577"/>
          <ac:spMkLst>
            <pc:docMk/>
            <pc:sldMk cId="3740828287" sldId="575"/>
            <ac:spMk id="13" creationId="{1C9F0459-49C8-4AF7-9E8B-51A326485515}"/>
          </ac:spMkLst>
        </pc:spChg>
        <pc:spChg chg="add mod">
          <ac:chgData name="Alpha Barry" userId="d0904203-d8be-4f12-9ac9-3ddc804e3625" providerId="ADAL" clId="{BB7D0A8F-D4E7-4ABF-BABF-91FB3CDB4F25}" dt="2020-09-29T19:10:39.047" v="1005" actId="14100"/>
          <ac:spMkLst>
            <pc:docMk/>
            <pc:sldMk cId="3740828287" sldId="575"/>
            <ac:spMk id="15" creationId="{49860FD5-61CA-4EF0-A475-659E459A8ED8}"/>
          </ac:spMkLst>
        </pc:spChg>
        <pc:spChg chg="add mod">
          <ac:chgData name="Alpha Barry" userId="d0904203-d8be-4f12-9ac9-3ddc804e3625" providerId="ADAL" clId="{BB7D0A8F-D4E7-4ABF-BABF-91FB3CDB4F25}" dt="2020-09-29T19:17:55.419" v="1057" actId="20577"/>
          <ac:spMkLst>
            <pc:docMk/>
            <pc:sldMk cId="3740828287" sldId="575"/>
            <ac:spMk id="19" creationId="{FB9AFDDE-0C2B-4D38-B19D-A19FAF31C04A}"/>
          </ac:spMkLst>
        </pc:spChg>
        <pc:picChg chg="add del">
          <ac:chgData name="Alpha Barry" userId="d0904203-d8be-4f12-9ac9-3ddc804e3625" providerId="ADAL" clId="{BB7D0A8F-D4E7-4ABF-BABF-91FB3CDB4F25}" dt="2020-09-29T19:04:11.331" v="910" actId="478"/>
          <ac:picMkLst>
            <pc:docMk/>
            <pc:sldMk cId="3740828287" sldId="575"/>
            <ac:picMk id="5" creationId="{3BFBB0B6-5106-4622-92D0-EB83107E5780}"/>
          </ac:picMkLst>
        </pc:picChg>
        <pc:picChg chg="add del">
          <ac:chgData name="Alpha Barry" userId="d0904203-d8be-4f12-9ac9-3ddc804e3625" providerId="ADAL" clId="{BB7D0A8F-D4E7-4ABF-BABF-91FB3CDB4F25}" dt="2020-09-29T19:04:50.207" v="912" actId="478"/>
          <ac:picMkLst>
            <pc:docMk/>
            <pc:sldMk cId="3740828287" sldId="575"/>
            <ac:picMk id="9" creationId="{743C6B85-A2F1-46DA-A861-C795E354508D}"/>
          </ac:picMkLst>
        </pc:picChg>
        <pc:picChg chg="add">
          <ac:chgData name="Alpha Barry" userId="d0904203-d8be-4f12-9ac9-3ddc804e3625" providerId="ADAL" clId="{BB7D0A8F-D4E7-4ABF-BABF-91FB3CDB4F25}" dt="2020-09-29T19:04:50.510" v="913" actId="22"/>
          <ac:picMkLst>
            <pc:docMk/>
            <pc:sldMk cId="3740828287" sldId="575"/>
            <ac:picMk id="11" creationId="{9D8FD22F-72D9-45E9-8EE9-B6C5FBF3283E}"/>
          </ac:picMkLst>
        </pc:picChg>
        <pc:cxnChg chg="add mod">
          <ac:chgData name="Alpha Barry" userId="d0904203-d8be-4f12-9ac9-3ddc804e3625" providerId="ADAL" clId="{BB7D0A8F-D4E7-4ABF-BABF-91FB3CDB4F25}" dt="2020-09-29T19:03:07.306" v="909" actId="1076"/>
          <ac:cxnSpMkLst>
            <pc:docMk/>
            <pc:sldMk cId="3740828287" sldId="575"/>
            <ac:cxnSpMk id="6" creationId="{7DAE1C38-0432-4035-8ACB-68931E37FA91}"/>
          </ac:cxnSpMkLst>
        </pc:cxnChg>
        <pc:cxnChg chg="add mod">
          <ac:chgData name="Alpha Barry" userId="d0904203-d8be-4f12-9ac9-3ddc804e3625" providerId="ADAL" clId="{BB7D0A8F-D4E7-4ABF-BABF-91FB3CDB4F25}" dt="2020-09-29T19:07:57.569" v="957" actId="1076"/>
          <ac:cxnSpMkLst>
            <pc:docMk/>
            <pc:sldMk cId="3740828287" sldId="575"/>
            <ac:cxnSpMk id="12" creationId="{78B2B8B6-8733-44FF-8BEA-22B7C511F563}"/>
          </ac:cxnSpMkLst>
        </pc:cxnChg>
        <pc:cxnChg chg="add del mod">
          <ac:chgData name="Alpha Barry" userId="d0904203-d8be-4f12-9ac9-3ddc804e3625" providerId="ADAL" clId="{BB7D0A8F-D4E7-4ABF-BABF-91FB3CDB4F25}" dt="2020-09-29T19:10:44.990" v="1006" actId="478"/>
          <ac:cxnSpMkLst>
            <pc:docMk/>
            <pc:sldMk cId="3740828287" sldId="575"/>
            <ac:cxnSpMk id="14" creationId="{8FC642E4-7FCC-4DDE-96FA-AAD2690FDD43}"/>
          </ac:cxnSpMkLst>
        </pc:cxnChg>
        <pc:cxnChg chg="add mod">
          <ac:chgData name="Alpha Barry" userId="d0904203-d8be-4f12-9ac9-3ddc804e3625" providerId="ADAL" clId="{BB7D0A8F-D4E7-4ABF-BABF-91FB3CDB4F25}" dt="2020-09-29T19:10:51.526" v="1007" actId="14100"/>
          <ac:cxnSpMkLst>
            <pc:docMk/>
            <pc:sldMk cId="3740828287" sldId="575"/>
            <ac:cxnSpMk id="16" creationId="{D824818F-A28D-4258-8A12-4371E870E5B5}"/>
          </ac:cxnSpMkLst>
        </pc:cxnChg>
        <pc:cxnChg chg="add mod">
          <ac:chgData name="Alpha Barry" userId="d0904203-d8be-4f12-9ac9-3ddc804e3625" providerId="ADAL" clId="{BB7D0A8F-D4E7-4ABF-BABF-91FB3CDB4F25}" dt="2020-09-29T19:11:29.455" v="1009" actId="1076"/>
          <ac:cxnSpMkLst>
            <pc:docMk/>
            <pc:sldMk cId="3740828287" sldId="575"/>
            <ac:cxnSpMk id="18" creationId="{450FDC23-6679-460D-9ED7-5625DF24EAC9}"/>
          </ac:cxnSpMkLst>
        </pc:cxnChg>
      </pc:sldChg>
      <pc:sldChg chg="addSp delSp modSp new mod">
        <pc:chgData name="Alpha Barry" userId="d0904203-d8be-4f12-9ac9-3ddc804e3625" providerId="ADAL" clId="{BB7D0A8F-D4E7-4ABF-BABF-91FB3CDB4F25}" dt="2020-09-29T22:52:31.530" v="1409" actId="1076"/>
        <pc:sldMkLst>
          <pc:docMk/>
          <pc:sldMk cId="846558678" sldId="576"/>
        </pc:sldMkLst>
        <pc:spChg chg="mod">
          <ac:chgData name="Alpha Barry" userId="d0904203-d8be-4f12-9ac9-3ddc804e3625" providerId="ADAL" clId="{BB7D0A8F-D4E7-4ABF-BABF-91FB3CDB4F25}" dt="2020-09-29T22:42:46.755" v="1404" actId="1076"/>
          <ac:spMkLst>
            <pc:docMk/>
            <pc:sldMk cId="846558678" sldId="576"/>
            <ac:spMk id="2" creationId="{7A960B79-3897-438B-8CA9-816E98B9EF54}"/>
          </ac:spMkLst>
        </pc:spChg>
        <pc:spChg chg="del">
          <ac:chgData name="Alpha Barry" userId="d0904203-d8be-4f12-9ac9-3ddc804e3625" providerId="ADAL" clId="{BB7D0A8F-D4E7-4ABF-BABF-91FB3CDB4F25}" dt="2020-09-29T16:59:50.937" v="770" actId="478"/>
          <ac:spMkLst>
            <pc:docMk/>
            <pc:sldMk cId="846558678" sldId="576"/>
            <ac:spMk id="3" creationId="{49163AF8-3D95-494C-B9F3-9614D8092ED7}"/>
          </ac:spMkLst>
        </pc:spChg>
        <pc:spChg chg="add mod">
          <ac:chgData name="Alpha Barry" userId="d0904203-d8be-4f12-9ac9-3ddc804e3625" providerId="ADAL" clId="{BB7D0A8F-D4E7-4ABF-BABF-91FB3CDB4F25}" dt="2020-09-29T19:39:03.714" v="1106" actId="6549"/>
          <ac:spMkLst>
            <pc:docMk/>
            <pc:sldMk cId="846558678" sldId="576"/>
            <ac:spMk id="9" creationId="{A6B73D30-E397-4B3D-BBE6-14889C30B01F}"/>
          </ac:spMkLst>
        </pc:spChg>
        <pc:spChg chg="add mod">
          <ac:chgData name="Alpha Barry" userId="d0904203-d8be-4f12-9ac9-3ddc804e3625" providerId="ADAL" clId="{BB7D0A8F-D4E7-4ABF-BABF-91FB3CDB4F25}" dt="2020-09-29T19:42:08.325" v="1155" actId="1076"/>
          <ac:spMkLst>
            <pc:docMk/>
            <pc:sldMk cId="846558678" sldId="576"/>
            <ac:spMk id="17" creationId="{F2ACE86C-82C2-4734-9AF1-4962E1CAF24A}"/>
          </ac:spMkLst>
        </pc:spChg>
        <pc:spChg chg="add del mod">
          <ac:chgData name="Alpha Barry" userId="d0904203-d8be-4f12-9ac9-3ddc804e3625" providerId="ADAL" clId="{BB7D0A8F-D4E7-4ABF-BABF-91FB3CDB4F25}" dt="2020-09-29T19:46:54.570" v="1160" actId="478"/>
          <ac:spMkLst>
            <pc:docMk/>
            <pc:sldMk cId="846558678" sldId="576"/>
            <ac:spMk id="20" creationId="{FC49C3FB-7959-4365-9D58-77E18C632978}"/>
          </ac:spMkLst>
        </pc:spChg>
        <pc:spChg chg="add mod">
          <ac:chgData name="Alpha Barry" userId="d0904203-d8be-4f12-9ac9-3ddc804e3625" providerId="ADAL" clId="{BB7D0A8F-D4E7-4ABF-BABF-91FB3CDB4F25}" dt="2020-09-29T22:18:44.689" v="1335" actId="1037"/>
          <ac:spMkLst>
            <pc:docMk/>
            <pc:sldMk cId="846558678" sldId="576"/>
            <ac:spMk id="22" creationId="{BE7D33FB-D2C0-48CB-A30C-AC22BE4159C1}"/>
          </ac:spMkLst>
        </pc:spChg>
        <pc:spChg chg="add mod">
          <ac:chgData name="Alpha Barry" userId="d0904203-d8be-4f12-9ac9-3ddc804e3625" providerId="ADAL" clId="{BB7D0A8F-D4E7-4ABF-BABF-91FB3CDB4F25}" dt="2020-09-29T19:50:02.583" v="1178" actId="1076"/>
          <ac:spMkLst>
            <pc:docMk/>
            <pc:sldMk cId="846558678" sldId="576"/>
            <ac:spMk id="26" creationId="{6545F2D9-FE0A-46E2-96A7-F9A0809360A6}"/>
          </ac:spMkLst>
        </pc:spChg>
        <pc:spChg chg="add mod">
          <ac:chgData name="Alpha Barry" userId="d0904203-d8be-4f12-9ac9-3ddc804e3625" providerId="ADAL" clId="{BB7D0A8F-D4E7-4ABF-BABF-91FB3CDB4F25}" dt="2020-09-29T22:18:24.886" v="1326" actId="1076"/>
          <ac:spMkLst>
            <pc:docMk/>
            <pc:sldMk cId="846558678" sldId="576"/>
            <ac:spMk id="32" creationId="{4445F421-9F93-4648-890B-935494D8B642}"/>
          </ac:spMkLst>
        </pc:spChg>
        <pc:spChg chg="add mod">
          <ac:chgData name="Alpha Barry" userId="d0904203-d8be-4f12-9ac9-3ddc804e3625" providerId="ADAL" clId="{BB7D0A8F-D4E7-4ABF-BABF-91FB3CDB4F25}" dt="2020-09-29T22:17:29.048" v="1313" actId="1076"/>
          <ac:spMkLst>
            <pc:docMk/>
            <pc:sldMk cId="846558678" sldId="576"/>
            <ac:spMk id="39" creationId="{E5BB391B-0788-4DBC-8CA0-49B3AC6B5C4C}"/>
          </ac:spMkLst>
        </pc:spChg>
        <pc:spChg chg="add mod">
          <ac:chgData name="Alpha Barry" userId="d0904203-d8be-4f12-9ac9-3ddc804e3625" providerId="ADAL" clId="{BB7D0A8F-D4E7-4ABF-BABF-91FB3CDB4F25}" dt="2020-09-29T22:18:03.302" v="1320" actId="1076"/>
          <ac:spMkLst>
            <pc:docMk/>
            <pc:sldMk cId="846558678" sldId="576"/>
            <ac:spMk id="41" creationId="{E9C29FD3-9A7B-4CB4-A555-B863C1960BD0}"/>
          </ac:spMkLst>
        </pc:spChg>
        <pc:spChg chg="add mod">
          <ac:chgData name="Alpha Barry" userId="d0904203-d8be-4f12-9ac9-3ddc804e3625" providerId="ADAL" clId="{BB7D0A8F-D4E7-4ABF-BABF-91FB3CDB4F25}" dt="2020-09-29T22:17:38.754" v="1314" actId="1076"/>
          <ac:spMkLst>
            <pc:docMk/>
            <pc:sldMk cId="846558678" sldId="576"/>
            <ac:spMk id="44" creationId="{143E8235-B9BD-4085-80C4-8C6BFA15ED91}"/>
          </ac:spMkLst>
        </pc:spChg>
        <pc:spChg chg="add mod">
          <ac:chgData name="Alpha Barry" userId="d0904203-d8be-4f12-9ac9-3ddc804e3625" providerId="ADAL" clId="{BB7D0A8F-D4E7-4ABF-BABF-91FB3CDB4F25}" dt="2020-09-29T22:20:44.967" v="1370" actId="14100"/>
          <ac:spMkLst>
            <pc:docMk/>
            <pc:sldMk cId="846558678" sldId="576"/>
            <ac:spMk id="53" creationId="{30C68C60-AD5B-4316-969E-4E5103B4001F}"/>
          </ac:spMkLst>
        </pc:spChg>
        <pc:spChg chg="add mod">
          <ac:chgData name="Alpha Barry" userId="d0904203-d8be-4f12-9ac9-3ddc804e3625" providerId="ADAL" clId="{BB7D0A8F-D4E7-4ABF-BABF-91FB3CDB4F25}" dt="2020-09-29T22:23:07.763" v="1384" actId="1035"/>
          <ac:spMkLst>
            <pc:docMk/>
            <pc:sldMk cId="846558678" sldId="576"/>
            <ac:spMk id="59" creationId="{709D68D1-FAED-4CFF-A2D1-08778EA48E60}"/>
          </ac:spMkLst>
        </pc:spChg>
        <pc:spChg chg="add mod">
          <ac:chgData name="Alpha Barry" userId="d0904203-d8be-4f12-9ac9-3ddc804e3625" providerId="ADAL" clId="{BB7D0A8F-D4E7-4ABF-BABF-91FB3CDB4F25}" dt="2020-09-29T22:25:38.104" v="1398" actId="1076"/>
          <ac:spMkLst>
            <pc:docMk/>
            <pc:sldMk cId="846558678" sldId="576"/>
            <ac:spMk id="63" creationId="{B304C0A1-607C-4A18-9CA5-BD704BDC741B}"/>
          </ac:spMkLst>
        </pc:spChg>
        <pc:spChg chg="add mod">
          <ac:chgData name="Alpha Barry" userId="d0904203-d8be-4f12-9ac9-3ddc804e3625" providerId="ADAL" clId="{BB7D0A8F-D4E7-4ABF-BABF-91FB3CDB4F25}" dt="2020-09-29T22:52:19.600" v="1407" actId="14100"/>
          <ac:spMkLst>
            <pc:docMk/>
            <pc:sldMk cId="846558678" sldId="576"/>
            <ac:spMk id="68" creationId="{A9C73CE2-A517-4058-958D-75F8D93674B5}"/>
          </ac:spMkLst>
        </pc:spChg>
        <pc:picChg chg="add del">
          <ac:chgData name="Alpha Barry" userId="d0904203-d8be-4f12-9ac9-3ddc804e3625" providerId="ADAL" clId="{BB7D0A8F-D4E7-4ABF-BABF-91FB3CDB4F25}" dt="2020-09-29T17:29:47.444" v="778" actId="478"/>
          <ac:picMkLst>
            <pc:docMk/>
            <pc:sldMk cId="846558678" sldId="576"/>
            <ac:picMk id="5" creationId="{755F8061-0784-4431-9FFD-A854421445C2}"/>
          </ac:picMkLst>
        </pc:picChg>
        <pc:picChg chg="add">
          <ac:chgData name="Alpha Barry" userId="d0904203-d8be-4f12-9ac9-3ddc804e3625" providerId="ADAL" clId="{BB7D0A8F-D4E7-4ABF-BABF-91FB3CDB4F25}" dt="2020-09-29T17:29:47.692" v="779" actId="22"/>
          <ac:picMkLst>
            <pc:docMk/>
            <pc:sldMk cId="846558678" sldId="576"/>
            <ac:picMk id="7" creationId="{C15C2AAB-FF3A-4378-BC5D-604614942EF4}"/>
          </ac:picMkLst>
        </pc:picChg>
        <pc:cxnChg chg="add mod">
          <ac:chgData name="Alpha Barry" userId="d0904203-d8be-4f12-9ac9-3ddc804e3625" providerId="ADAL" clId="{BB7D0A8F-D4E7-4ABF-BABF-91FB3CDB4F25}" dt="2020-09-29T19:39:32.574" v="1108" actId="14100"/>
          <ac:cxnSpMkLst>
            <pc:docMk/>
            <pc:sldMk cId="846558678" sldId="576"/>
            <ac:cxnSpMk id="8" creationId="{BC480165-FED0-4457-883D-F89D673FF99A}"/>
          </ac:cxnSpMkLst>
        </pc:cxnChg>
        <pc:cxnChg chg="add mod">
          <ac:chgData name="Alpha Barry" userId="d0904203-d8be-4f12-9ac9-3ddc804e3625" providerId="ADAL" clId="{BB7D0A8F-D4E7-4ABF-BABF-91FB3CDB4F25}" dt="2020-09-29T19:47:23.755" v="1164" actId="14100"/>
          <ac:cxnSpMkLst>
            <pc:docMk/>
            <pc:sldMk cId="846558678" sldId="576"/>
            <ac:cxnSpMk id="12" creationId="{14202603-3D37-4397-A134-49D024E010E8}"/>
          </ac:cxnSpMkLst>
        </pc:cxnChg>
        <pc:cxnChg chg="add del mod">
          <ac:chgData name="Alpha Barry" userId="d0904203-d8be-4f12-9ac9-3ddc804e3625" providerId="ADAL" clId="{BB7D0A8F-D4E7-4ABF-BABF-91FB3CDB4F25}" dt="2020-09-29T19:50:29.382" v="1183" actId="478"/>
          <ac:cxnSpMkLst>
            <pc:docMk/>
            <pc:sldMk cId="846558678" sldId="576"/>
            <ac:cxnSpMk id="19" creationId="{27E5C5F5-5445-4E1D-BAA1-B5EA6B323E58}"/>
          </ac:cxnSpMkLst>
        </pc:cxnChg>
        <pc:cxnChg chg="add del mod">
          <ac:chgData name="Alpha Barry" userId="d0904203-d8be-4f12-9ac9-3ddc804e3625" providerId="ADAL" clId="{BB7D0A8F-D4E7-4ABF-BABF-91FB3CDB4F25}" dt="2020-09-29T19:49:43.832" v="1174" actId="478"/>
          <ac:cxnSpMkLst>
            <pc:docMk/>
            <pc:sldMk cId="846558678" sldId="576"/>
            <ac:cxnSpMk id="28" creationId="{E2D12FE7-D8F3-4A57-94E8-E09D35EADAD8}"/>
          </ac:cxnSpMkLst>
        </pc:cxnChg>
        <pc:cxnChg chg="add mod">
          <ac:chgData name="Alpha Barry" userId="d0904203-d8be-4f12-9ac9-3ddc804e3625" providerId="ADAL" clId="{BB7D0A8F-D4E7-4ABF-BABF-91FB3CDB4F25}" dt="2020-09-29T19:50:02.583" v="1178" actId="1076"/>
          <ac:cxnSpMkLst>
            <pc:docMk/>
            <pc:sldMk cId="846558678" sldId="576"/>
            <ac:cxnSpMk id="29" creationId="{FD26CE1F-C434-48CE-83CF-875EFD769E3E}"/>
          </ac:cxnSpMkLst>
        </pc:cxnChg>
        <pc:cxnChg chg="add mod">
          <ac:chgData name="Alpha Barry" userId="d0904203-d8be-4f12-9ac9-3ddc804e3625" providerId="ADAL" clId="{BB7D0A8F-D4E7-4ABF-BABF-91FB3CDB4F25}" dt="2020-09-29T22:18:22.049" v="1325" actId="14100"/>
          <ac:cxnSpMkLst>
            <pc:docMk/>
            <pc:sldMk cId="846558678" sldId="576"/>
            <ac:cxnSpMk id="31" creationId="{D647F90C-C888-47B9-9D59-45F6C4B456AD}"/>
          </ac:cxnSpMkLst>
        </pc:cxnChg>
        <pc:cxnChg chg="add mod">
          <ac:chgData name="Alpha Barry" userId="d0904203-d8be-4f12-9ac9-3ddc804e3625" providerId="ADAL" clId="{BB7D0A8F-D4E7-4ABF-BABF-91FB3CDB4F25}" dt="2020-09-29T19:51:00.865" v="1187" actId="14100"/>
          <ac:cxnSpMkLst>
            <pc:docMk/>
            <pc:sldMk cId="846558678" sldId="576"/>
            <ac:cxnSpMk id="33" creationId="{4D753CE2-6419-498B-8AA8-E310B5030E57}"/>
          </ac:cxnSpMkLst>
        </pc:cxnChg>
        <pc:cxnChg chg="add mod">
          <ac:chgData name="Alpha Barry" userId="d0904203-d8be-4f12-9ac9-3ddc804e3625" providerId="ADAL" clId="{BB7D0A8F-D4E7-4ABF-BABF-91FB3CDB4F25}" dt="2020-09-29T22:17:25.882" v="1312" actId="14100"/>
          <ac:cxnSpMkLst>
            <pc:docMk/>
            <pc:sldMk cId="846558678" sldId="576"/>
            <ac:cxnSpMk id="37" creationId="{83B55170-BF4B-40F2-A910-44A440AA1466}"/>
          </ac:cxnSpMkLst>
        </pc:cxnChg>
        <pc:cxnChg chg="add del mod">
          <ac:chgData name="Alpha Barry" userId="d0904203-d8be-4f12-9ac9-3ddc804e3625" providerId="ADAL" clId="{BB7D0A8F-D4E7-4ABF-BABF-91FB3CDB4F25}" dt="2020-09-29T22:18:05.075" v="1321" actId="478"/>
          <ac:cxnSpMkLst>
            <pc:docMk/>
            <pc:sldMk cId="846558678" sldId="576"/>
            <ac:cxnSpMk id="40" creationId="{3FA587DC-CB32-4D06-B005-F8EA79A64CB7}"/>
          </ac:cxnSpMkLst>
        </pc:cxnChg>
        <pc:cxnChg chg="add del mod">
          <ac:chgData name="Alpha Barry" userId="d0904203-d8be-4f12-9ac9-3ddc804e3625" providerId="ADAL" clId="{BB7D0A8F-D4E7-4ABF-BABF-91FB3CDB4F25}" dt="2020-09-29T22:17:43.434" v="1316" actId="478"/>
          <ac:cxnSpMkLst>
            <pc:docMk/>
            <pc:sldMk cId="846558678" sldId="576"/>
            <ac:cxnSpMk id="43" creationId="{5E913CAA-240D-46C1-89F7-687E8693F678}"/>
          </ac:cxnSpMkLst>
        </pc:cxnChg>
        <pc:cxnChg chg="add mod">
          <ac:chgData name="Alpha Barry" userId="d0904203-d8be-4f12-9ac9-3ddc804e3625" providerId="ADAL" clId="{BB7D0A8F-D4E7-4ABF-BABF-91FB3CDB4F25}" dt="2020-09-29T22:17:53.572" v="1319" actId="14100"/>
          <ac:cxnSpMkLst>
            <pc:docMk/>
            <pc:sldMk cId="846558678" sldId="576"/>
            <ac:cxnSpMk id="47" creationId="{0D47AA43-144E-415B-B3D3-D6FC36FEAF5C}"/>
          </ac:cxnSpMkLst>
        </pc:cxnChg>
        <pc:cxnChg chg="add mod">
          <ac:chgData name="Alpha Barry" userId="d0904203-d8be-4f12-9ac9-3ddc804e3625" providerId="ADAL" clId="{BB7D0A8F-D4E7-4ABF-BABF-91FB3CDB4F25}" dt="2020-09-29T22:18:14.769" v="1324" actId="14100"/>
          <ac:cxnSpMkLst>
            <pc:docMk/>
            <pc:sldMk cId="846558678" sldId="576"/>
            <ac:cxnSpMk id="49" creationId="{13F3BECE-FEAA-4F39-9087-50BBD9890B55}"/>
          </ac:cxnSpMkLst>
        </pc:cxnChg>
        <pc:cxnChg chg="add del mod">
          <ac:chgData name="Alpha Barry" userId="d0904203-d8be-4f12-9ac9-3ddc804e3625" providerId="ADAL" clId="{BB7D0A8F-D4E7-4ABF-BABF-91FB3CDB4F25}" dt="2020-09-29T22:19:18.908" v="1340" actId="478"/>
          <ac:cxnSpMkLst>
            <pc:docMk/>
            <pc:sldMk cId="846558678" sldId="576"/>
            <ac:cxnSpMk id="54" creationId="{1219FAF3-6BEE-4664-9653-6689F7D2E85F}"/>
          </ac:cxnSpMkLst>
        </pc:cxnChg>
        <pc:cxnChg chg="add mod">
          <ac:chgData name="Alpha Barry" userId="d0904203-d8be-4f12-9ac9-3ddc804e3625" providerId="ADAL" clId="{BB7D0A8F-D4E7-4ABF-BABF-91FB3CDB4F25}" dt="2020-09-29T22:19:33.746" v="1343" actId="14100"/>
          <ac:cxnSpMkLst>
            <pc:docMk/>
            <pc:sldMk cId="846558678" sldId="576"/>
            <ac:cxnSpMk id="56" creationId="{87C9B33E-4265-4A3D-AB8E-91AE9D6C66E1}"/>
          </ac:cxnSpMkLst>
        </pc:cxnChg>
        <pc:cxnChg chg="add mod">
          <ac:chgData name="Alpha Barry" userId="d0904203-d8be-4f12-9ac9-3ddc804e3625" providerId="ADAL" clId="{BB7D0A8F-D4E7-4ABF-BABF-91FB3CDB4F25}" dt="2020-09-29T22:22:28.973" v="1375" actId="1582"/>
          <ac:cxnSpMkLst>
            <pc:docMk/>
            <pc:sldMk cId="846558678" sldId="576"/>
            <ac:cxnSpMk id="61" creationId="{BC8DCC5D-DFAA-4D00-972E-9004013CD6C9}"/>
          </ac:cxnSpMkLst>
        </pc:cxnChg>
        <pc:cxnChg chg="add del mod">
          <ac:chgData name="Alpha Barry" userId="d0904203-d8be-4f12-9ac9-3ddc804e3625" providerId="ADAL" clId="{BB7D0A8F-D4E7-4ABF-BABF-91FB3CDB4F25}" dt="2020-09-29T22:24:23.755" v="1387" actId="478"/>
          <ac:cxnSpMkLst>
            <pc:docMk/>
            <pc:sldMk cId="846558678" sldId="576"/>
            <ac:cxnSpMk id="62" creationId="{A7C35D90-C9EA-462C-AA31-86BD641CB586}"/>
          </ac:cxnSpMkLst>
        </pc:cxnChg>
        <pc:cxnChg chg="add del mod">
          <ac:chgData name="Alpha Barry" userId="d0904203-d8be-4f12-9ac9-3ddc804e3625" providerId="ADAL" clId="{BB7D0A8F-D4E7-4ABF-BABF-91FB3CDB4F25}" dt="2020-09-29T22:24:39.690" v="1390" actId="478"/>
          <ac:cxnSpMkLst>
            <pc:docMk/>
            <pc:sldMk cId="846558678" sldId="576"/>
            <ac:cxnSpMk id="64" creationId="{F99DF3FF-C1A6-4AB1-B401-A3609B7C04E8}"/>
          </ac:cxnSpMkLst>
        </pc:cxnChg>
        <pc:cxnChg chg="add mod">
          <ac:chgData name="Alpha Barry" userId="d0904203-d8be-4f12-9ac9-3ddc804e3625" providerId="ADAL" clId="{BB7D0A8F-D4E7-4ABF-BABF-91FB3CDB4F25}" dt="2020-09-29T22:25:35.553" v="1397" actId="14100"/>
          <ac:cxnSpMkLst>
            <pc:docMk/>
            <pc:sldMk cId="846558678" sldId="576"/>
            <ac:cxnSpMk id="65" creationId="{ADE0245F-0411-4F7B-822E-D1019280330C}"/>
          </ac:cxnSpMkLst>
        </pc:cxnChg>
        <pc:cxnChg chg="add del mod">
          <ac:chgData name="Alpha Barry" userId="d0904203-d8be-4f12-9ac9-3ddc804e3625" providerId="ADAL" clId="{BB7D0A8F-D4E7-4ABF-BABF-91FB3CDB4F25}" dt="2020-09-29T22:26:04.208" v="1402" actId="478"/>
          <ac:cxnSpMkLst>
            <pc:docMk/>
            <pc:sldMk cId="846558678" sldId="576"/>
            <ac:cxnSpMk id="69" creationId="{F54B0B3C-797B-494F-B8F0-3670AEE7230F}"/>
          </ac:cxnSpMkLst>
        </pc:cxnChg>
        <pc:cxnChg chg="add mod">
          <ac:chgData name="Alpha Barry" userId="d0904203-d8be-4f12-9ac9-3ddc804e3625" providerId="ADAL" clId="{BB7D0A8F-D4E7-4ABF-BABF-91FB3CDB4F25}" dt="2020-09-29T22:52:31.530" v="1409" actId="1076"/>
          <ac:cxnSpMkLst>
            <pc:docMk/>
            <pc:sldMk cId="846558678" sldId="576"/>
            <ac:cxnSpMk id="70" creationId="{F5058E27-AE15-49AD-9D0F-9599E003AEF4}"/>
          </ac:cxnSpMkLst>
        </pc:cxnChg>
      </pc:sldChg>
      <pc:sldChg chg="addSp delSp modSp new mod">
        <pc:chgData name="Alpha Barry" userId="d0904203-d8be-4f12-9ac9-3ddc804e3625" providerId="ADAL" clId="{BB7D0A8F-D4E7-4ABF-BABF-91FB3CDB4F25}" dt="2020-09-29T17:24:00.661" v="775" actId="22"/>
        <pc:sldMkLst>
          <pc:docMk/>
          <pc:sldMk cId="139356752" sldId="577"/>
        </pc:sldMkLst>
        <pc:spChg chg="mod">
          <ac:chgData name="Alpha Barry" userId="d0904203-d8be-4f12-9ac9-3ddc804e3625" providerId="ADAL" clId="{BB7D0A8F-D4E7-4ABF-BABF-91FB3CDB4F25}" dt="2020-09-29T17:00:06.671" v="772"/>
          <ac:spMkLst>
            <pc:docMk/>
            <pc:sldMk cId="139356752" sldId="577"/>
            <ac:spMk id="2" creationId="{A4C66261-2CF4-4736-AF59-FABC42930AF1}"/>
          </ac:spMkLst>
        </pc:spChg>
        <pc:spChg chg="del">
          <ac:chgData name="Alpha Barry" userId="d0904203-d8be-4f12-9ac9-3ddc804e3625" providerId="ADAL" clId="{BB7D0A8F-D4E7-4ABF-BABF-91FB3CDB4F25}" dt="2020-09-29T17:00:59.404" v="773" actId="478"/>
          <ac:spMkLst>
            <pc:docMk/>
            <pc:sldMk cId="139356752" sldId="577"/>
            <ac:spMk id="3" creationId="{7E41F326-47CA-414F-950D-807EED4A5BA1}"/>
          </ac:spMkLst>
        </pc:spChg>
        <pc:picChg chg="add">
          <ac:chgData name="Alpha Barry" userId="d0904203-d8be-4f12-9ac9-3ddc804e3625" providerId="ADAL" clId="{BB7D0A8F-D4E7-4ABF-BABF-91FB3CDB4F25}" dt="2020-09-29T17:24:00.661" v="775" actId="22"/>
          <ac:picMkLst>
            <pc:docMk/>
            <pc:sldMk cId="139356752" sldId="577"/>
            <ac:picMk id="5" creationId="{EA979CC7-FF84-45ED-8C86-8D657FAA89D5}"/>
          </ac:picMkLst>
        </pc:picChg>
      </pc:sldChg>
      <pc:sldChg chg="addSp delSp modSp add mod">
        <pc:chgData name="Alpha Barry" userId="d0904203-d8be-4f12-9ac9-3ddc804e3625" providerId="ADAL" clId="{BB7D0A8F-D4E7-4ABF-BABF-91FB3CDB4F25}" dt="2020-09-29T19:26:08.741" v="1063" actId="14100"/>
        <pc:sldMkLst>
          <pc:docMk/>
          <pc:sldMk cId="1377520477" sldId="578"/>
        </pc:sldMkLst>
        <pc:picChg chg="add del">
          <ac:chgData name="Alpha Barry" userId="d0904203-d8be-4f12-9ac9-3ddc804e3625" providerId="ADAL" clId="{BB7D0A8F-D4E7-4ABF-BABF-91FB3CDB4F25}" dt="2020-09-29T19:21:47.958" v="1059" actId="478"/>
          <ac:picMkLst>
            <pc:docMk/>
            <pc:sldMk cId="1377520477" sldId="578"/>
            <ac:picMk id="4" creationId="{6A4D315B-447E-4329-9D24-FB4669CCC68F}"/>
          </ac:picMkLst>
        </pc:picChg>
        <pc:picChg chg="add mod">
          <ac:chgData name="Alpha Barry" userId="d0904203-d8be-4f12-9ac9-3ddc804e3625" providerId="ADAL" clId="{BB7D0A8F-D4E7-4ABF-BABF-91FB3CDB4F25}" dt="2020-09-29T19:26:08.741" v="1063" actId="14100"/>
          <ac:picMkLst>
            <pc:docMk/>
            <pc:sldMk cId="1377520477" sldId="578"/>
            <ac:picMk id="6" creationId="{2D429EA1-5136-4A55-8123-0EDE9D36CF0D}"/>
          </ac:picMkLst>
        </pc:picChg>
      </pc:sldChg>
      <pc:sldChg chg="addSp delSp modSp new del mod">
        <pc:chgData name="Alpha Barry" userId="d0904203-d8be-4f12-9ac9-3ddc804e3625" providerId="ADAL" clId="{BB7D0A8F-D4E7-4ABF-BABF-91FB3CDB4F25}" dt="2020-09-30T14:53:37.009" v="1682" actId="47"/>
        <pc:sldMkLst>
          <pc:docMk/>
          <pc:sldMk cId="92300382" sldId="579"/>
        </pc:sldMkLst>
        <pc:spChg chg="mod">
          <ac:chgData name="Alpha Barry" userId="d0904203-d8be-4f12-9ac9-3ddc804e3625" providerId="ADAL" clId="{BB7D0A8F-D4E7-4ABF-BABF-91FB3CDB4F25}" dt="2020-09-30T14:07:19.601" v="1436"/>
          <ac:spMkLst>
            <pc:docMk/>
            <pc:sldMk cId="92300382" sldId="579"/>
            <ac:spMk id="2" creationId="{F5CB3A78-5C74-4ADD-8071-F4E54271850D}"/>
          </ac:spMkLst>
        </pc:spChg>
        <pc:spChg chg="del">
          <ac:chgData name="Alpha Barry" userId="d0904203-d8be-4f12-9ac9-3ddc804e3625" providerId="ADAL" clId="{BB7D0A8F-D4E7-4ABF-BABF-91FB3CDB4F25}" dt="2020-09-30T13:38:43.592" v="1411" actId="478"/>
          <ac:spMkLst>
            <pc:docMk/>
            <pc:sldMk cId="92300382" sldId="579"/>
            <ac:spMk id="3" creationId="{042F94D7-789A-4D1B-902A-E9FC7A24966A}"/>
          </ac:spMkLst>
        </pc:spChg>
        <pc:spChg chg="add mod">
          <ac:chgData name="Alpha Barry" userId="d0904203-d8be-4f12-9ac9-3ddc804e3625" providerId="ADAL" clId="{BB7D0A8F-D4E7-4ABF-BABF-91FB3CDB4F25}" dt="2020-09-30T14:10:11.931" v="1490" actId="20577"/>
          <ac:spMkLst>
            <pc:docMk/>
            <pc:sldMk cId="92300382" sldId="579"/>
            <ac:spMk id="6" creationId="{87C8C4AD-2D0A-4C43-B519-44B5A801F832}"/>
          </ac:spMkLst>
        </pc:spChg>
        <pc:picChg chg="add mod">
          <ac:chgData name="Alpha Barry" userId="d0904203-d8be-4f12-9ac9-3ddc804e3625" providerId="ADAL" clId="{BB7D0A8F-D4E7-4ABF-BABF-91FB3CDB4F25}" dt="2020-09-30T14:05:53.014" v="1425" actId="14100"/>
          <ac:picMkLst>
            <pc:docMk/>
            <pc:sldMk cId="92300382" sldId="579"/>
            <ac:picMk id="5" creationId="{57A8714F-2747-4412-AB6B-214EEE0A04FD}"/>
          </ac:picMkLst>
        </pc:picChg>
      </pc:sldChg>
      <pc:sldChg chg="addSp delSp modSp new del mod">
        <pc:chgData name="Alpha Barry" userId="d0904203-d8be-4f12-9ac9-3ddc804e3625" providerId="ADAL" clId="{BB7D0A8F-D4E7-4ABF-BABF-91FB3CDB4F25}" dt="2020-09-30T15:43:39.536" v="2697" actId="47"/>
        <pc:sldMkLst>
          <pc:docMk/>
          <pc:sldMk cId="2133080598" sldId="580"/>
        </pc:sldMkLst>
        <pc:spChg chg="mod">
          <ac:chgData name="Alpha Barry" userId="d0904203-d8be-4f12-9ac9-3ddc804e3625" providerId="ADAL" clId="{BB7D0A8F-D4E7-4ABF-BABF-91FB3CDB4F25}" dt="2020-09-30T14:07:24.260" v="1437"/>
          <ac:spMkLst>
            <pc:docMk/>
            <pc:sldMk cId="2133080598" sldId="580"/>
            <ac:spMk id="2" creationId="{3496308B-6A2A-4978-BA44-C9789E3E7A2F}"/>
          </ac:spMkLst>
        </pc:spChg>
        <pc:spChg chg="del">
          <ac:chgData name="Alpha Barry" userId="d0904203-d8be-4f12-9ac9-3ddc804e3625" providerId="ADAL" clId="{BB7D0A8F-D4E7-4ABF-BABF-91FB3CDB4F25}" dt="2020-09-30T14:03:56.837" v="1414" actId="478"/>
          <ac:spMkLst>
            <pc:docMk/>
            <pc:sldMk cId="2133080598" sldId="580"/>
            <ac:spMk id="3" creationId="{D1BD8662-6808-4E83-83E0-28EB7EE3FFF6}"/>
          </ac:spMkLst>
        </pc:spChg>
        <pc:spChg chg="add mod">
          <ac:chgData name="Alpha Barry" userId="d0904203-d8be-4f12-9ac9-3ddc804e3625" providerId="ADAL" clId="{BB7D0A8F-D4E7-4ABF-BABF-91FB3CDB4F25}" dt="2020-09-30T14:11:16.346" v="1501" actId="14100"/>
          <ac:spMkLst>
            <pc:docMk/>
            <pc:sldMk cId="2133080598" sldId="580"/>
            <ac:spMk id="8" creationId="{4E42CC4D-44EB-4A2A-A816-760C45A660C5}"/>
          </ac:spMkLst>
        </pc:spChg>
        <pc:spChg chg="add mod">
          <ac:chgData name="Alpha Barry" userId="d0904203-d8be-4f12-9ac9-3ddc804e3625" providerId="ADAL" clId="{BB7D0A8F-D4E7-4ABF-BABF-91FB3CDB4F25}" dt="2020-09-30T14:13:42.852" v="1641" actId="1076"/>
          <ac:spMkLst>
            <pc:docMk/>
            <pc:sldMk cId="2133080598" sldId="580"/>
            <ac:spMk id="9" creationId="{A4E788E1-DA6C-4996-A825-1EC08CA0D68E}"/>
          </ac:spMkLst>
        </pc:spChg>
        <pc:spChg chg="add mod">
          <ac:chgData name="Alpha Barry" userId="d0904203-d8be-4f12-9ac9-3ddc804e3625" providerId="ADAL" clId="{BB7D0A8F-D4E7-4ABF-BABF-91FB3CDB4F25}" dt="2020-09-30T14:11:22.062" v="1504" actId="1076"/>
          <ac:spMkLst>
            <pc:docMk/>
            <pc:sldMk cId="2133080598" sldId="580"/>
            <ac:spMk id="11" creationId="{F0858CA9-BEBA-44AD-995A-14B41A1064A4}"/>
          </ac:spMkLst>
        </pc:spChg>
        <pc:spChg chg="add mod">
          <ac:chgData name="Alpha Barry" userId="d0904203-d8be-4f12-9ac9-3ddc804e3625" providerId="ADAL" clId="{BB7D0A8F-D4E7-4ABF-BABF-91FB3CDB4F25}" dt="2020-09-30T14:12:35.598" v="1555" actId="120"/>
          <ac:spMkLst>
            <pc:docMk/>
            <pc:sldMk cId="2133080598" sldId="580"/>
            <ac:spMk id="14" creationId="{5F9B7A40-03B9-41DF-B9A8-CF551705A551}"/>
          </ac:spMkLst>
        </pc:spChg>
        <pc:spChg chg="add mod">
          <ac:chgData name="Alpha Barry" userId="d0904203-d8be-4f12-9ac9-3ddc804e3625" providerId="ADAL" clId="{BB7D0A8F-D4E7-4ABF-BABF-91FB3CDB4F25}" dt="2020-09-30T14:14:06.799" v="1663" actId="1076"/>
          <ac:spMkLst>
            <pc:docMk/>
            <pc:sldMk cId="2133080598" sldId="580"/>
            <ac:spMk id="16" creationId="{591D6417-03CF-4FE1-A72F-9B4A06930EED}"/>
          </ac:spMkLst>
        </pc:spChg>
        <pc:picChg chg="add del mod">
          <ac:chgData name="Alpha Barry" userId="d0904203-d8be-4f12-9ac9-3ddc804e3625" providerId="ADAL" clId="{BB7D0A8F-D4E7-4ABF-BABF-91FB3CDB4F25}" dt="2020-09-30T14:16:31.335" v="1664" actId="478"/>
          <ac:picMkLst>
            <pc:docMk/>
            <pc:sldMk cId="2133080598" sldId="580"/>
            <ac:picMk id="5" creationId="{FFEE9601-8237-466A-9AE0-BCE7D6D0437A}"/>
          </ac:picMkLst>
        </pc:picChg>
        <pc:picChg chg="add mod">
          <ac:chgData name="Alpha Barry" userId="d0904203-d8be-4f12-9ac9-3ddc804e3625" providerId="ADAL" clId="{BB7D0A8F-D4E7-4ABF-BABF-91FB3CDB4F25}" dt="2020-09-30T14:11:17.643" v="1502" actId="1076"/>
          <ac:picMkLst>
            <pc:docMk/>
            <pc:sldMk cId="2133080598" sldId="580"/>
            <ac:picMk id="7" creationId="{4B1872A3-3020-4369-8353-BA5E19F6AFBB}"/>
          </ac:picMkLst>
        </pc:picChg>
        <pc:picChg chg="add mod">
          <ac:chgData name="Alpha Barry" userId="d0904203-d8be-4f12-9ac9-3ddc804e3625" providerId="ADAL" clId="{BB7D0A8F-D4E7-4ABF-BABF-91FB3CDB4F25}" dt="2020-09-30T14:11:43.736" v="1507" actId="14100"/>
          <ac:picMkLst>
            <pc:docMk/>
            <pc:sldMk cId="2133080598" sldId="580"/>
            <ac:picMk id="13" creationId="{10B9F29D-C848-42D0-BF3D-96FE9CE33CC2}"/>
          </ac:picMkLst>
        </pc:picChg>
        <pc:picChg chg="add mod">
          <ac:chgData name="Alpha Barry" userId="d0904203-d8be-4f12-9ac9-3ddc804e3625" providerId="ADAL" clId="{BB7D0A8F-D4E7-4ABF-BABF-91FB3CDB4F25}" dt="2020-09-30T14:16:37.701" v="1667" actId="14100"/>
          <ac:picMkLst>
            <pc:docMk/>
            <pc:sldMk cId="2133080598" sldId="580"/>
            <ac:picMk id="18" creationId="{C17D7C75-4096-4165-9EAC-B573EF5CDCEB}"/>
          </ac:picMkLst>
        </pc:picChg>
      </pc:sldChg>
      <pc:sldChg chg="addSp delSp modSp mod">
        <pc:chgData name="Alpha Barry" userId="d0904203-d8be-4f12-9ac9-3ddc804e3625" providerId="ADAL" clId="{BB7D0A8F-D4E7-4ABF-BABF-91FB3CDB4F25}" dt="2020-09-30T16:39:10.534" v="3332" actId="20577"/>
        <pc:sldMkLst>
          <pc:docMk/>
          <pc:sldMk cId="2635071667" sldId="581"/>
        </pc:sldMkLst>
        <pc:spChg chg="mod">
          <ac:chgData name="Alpha Barry" userId="d0904203-d8be-4f12-9ac9-3ddc804e3625" providerId="ADAL" clId="{BB7D0A8F-D4E7-4ABF-BABF-91FB3CDB4F25}" dt="2020-09-30T16:39:10.534" v="3332" actId="20577"/>
          <ac:spMkLst>
            <pc:docMk/>
            <pc:sldMk cId="2635071667" sldId="581"/>
            <ac:spMk id="2" creationId="{D3421CF7-1E84-48E9-BD8F-AA334880F6F8}"/>
          </ac:spMkLst>
        </pc:spChg>
        <pc:picChg chg="add del mod modCrop">
          <ac:chgData name="Alpha Barry" userId="d0904203-d8be-4f12-9ac9-3ddc804e3625" providerId="ADAL" clId="{BB7D0A8F-D4E7-4ABF-BABF-91FB3CDB4F25}" dt="2020-09-30T14:45:52.565" v="1672" actId="478"/>
          <ac:picMkLst>
            <pc:docMk/>
            <pc:sldMk cId="2635071667" sldId="581"/>
            <ac:picMk id="6" creationId="{B9C0F99B-D0A4-42D5-8648-C97C3BD947B9}"/>
          </ac:picMkLst>
        </pc:picChg>
        <pc:picChg chg="add mod">
          <ac:chgData name="Alpha Barry" userId="d0904203-d8be-4f12-9ac9-3ddc804e3625" providerId="ADAL" clId="{BB7D0A8F-D4E7-4ABF-BABF-91FB3CDB4F25}" dt="2020-09-30T14:47:02.528" v="1674" actId="1076"/>
          <ac:picMkLst>
            <pc:docMk/>
            <pc:sldMk cId="2635071667" sldId="581"/>
            <ac:picMk id="8" creationId="{A29D39B1-18C4-4249-AF87-EA804015929D}"/>
          </ac:picMkLst>
        </pc:picChg>
      </pc:sldChg>
      <pc:sldChg chg="addSp delSp modSp mod">
        <pc:chgData name="Alpha Barry" userId="d0904203-d8be-4f12-9ac9-3ddc804e3625" providerId="ADAL" clId="{BB7D0A8F-D4E7-4ABF-BABF-91FB3CDB4F25}" dt="2020-09-30T16:39:14.702" v="3333" actId="20577"/>
        <pc:sldMkLst>
          <pc:docMk/>
          <pc:sldMk cId="1442305677" sldId="582"/>
        </pc:sldMkLst>
        <pc:spChg chg="mod">
          <ac:chgData name="Alpha Barry" userId="d0904203-d8be-4f12-9ac9-3ddc804e3625" providerId="ADAL" clId="{BB7D0A8F-D4E7-4ABF-BABF-91FB3CDB4F25}" dt="2020-09-30T16:39:14.702" v="3333" actId="20577"/>
          <ac:spMkLst>
            <pc:docMk/>
            <pc:sldMk cId="1442305677" sldId="582"/>
            <ac:spMk id="2" creationId="{AFC2A433-5074-4FDF-8EBC-E8E168B9A115}"/>
          </ac:spMkLst>
        </pc:spChg>
        <pc:picChg chg="add del mod">
          <ac:chgData name="Alpha Barry" userId="d0904203-d8be-4f12-9ac9-3ddc804e3625" providerId="ADAL" clId="{BB7D0A8F-D4E7-4ABF-BABF-91FB3CDB4F25}" dt="2020-09-30T14:51:25.309" v="1679" actId="478"/>
          <ac:picMkLst>
            <pc:docMk/>
            <pc:sldMk cId="1442305677" sldId="582"/>
            <ac:picMk id="6" creationId="{64161A2D-A0D7-4EA3-BB53-9E9593C3DD02}"/>
          </ac:picMkLst>
        </pc:picChg>
        <pc:picChg chg="add del mod">
          <ac:chgData name="Alpha Barry" userId="d0904203-d8be-4f12-9ac9-3ddc804e3625" providerId="ADAL" clId="{BB7D0A8F-D4E7-4ABF-BABF-91FB3CDB4F25}" dt="2020-09-30T14:54:28.302" v="1683" actId="478"/>
          <ac:picMkLst>
            <pc:docMk/>
            <pc:sldMk cId="1442305677" sldId="582"/>
            <ac:picMk id="8" creationId="{4F9AE75A-00BF-4123-9B19-DB40EB0E4641}"/>
          </ac:picMkLst>
        </pc:picChg>
        <pc:picChg chg="add mod">
          <ac:chgData name="Alpha Barry" userId="d0904203-d8be-4f12-9ac9-3ddc804e3625" providerId="ADAL" clId="{BB7D0A8F-D4E7-4ABF-BABF-91FB3CDB4F25}" dt="2020-09-30T14:54:31.390" v="1685" actId="1076"/>
          <ac:picMkLst>
            <pc:docMk/>
            <pc:sldMk cId="1442305677" sldId="582"/>
            <ac:picMk id="10" creationId="{2A603E84-FC64-4A47-B828-9FAC73286B37}"/>
          </ac:picMkLst>
        </pc:picChg>
      </pc:sldChg>
      <pc:sldChg chg="addSp delSp modSp new mod">
        <pc:chgData name="Alpha Barry" userId="d0904203-d8be-4f12-9ac9-3ddc804e3625" providerId="ADAL" clId="{BB7D0A8F-D4E7-4ABF-BABF-91FB3CDB4F25}" dt="2020-09-30T16:39:26.802" v="3336" actId="1076"/>
        <pc:sldMkLst>
          <pc:docMk/>
          <pc:sldMk cId="2159380722" sldId="583"/>
        </pc:sldMkLst>
        <pc:spChg chg="mod">
          <ac:chgData name="Alpha Barry" userId="d0904203-d8be-4f12-9ac9-3ddc804e3625" providerId="ADAL" clId="{BB7D0A8F-D4E7-4ABF-BABF-91FB3CDB4F25}" dt="2020-09-30T16:39:17.318" v="3334" actId="20577"/>
          <ac:spMkLst>
            <pc:docMk/>
            <pc:sldMk cId="2159380722" sldId="583"/>
            <ac:spMk id="2" creationId="{46D69CB6-929D-4496-9BB0-2D868F6853D0}"/>
          </ac:spMkLst>
        </pc:spChg>
        <pc:spChg chg="del">
          <ac:chgData name="Alpha Barry" userId="d0904203-d8be-4f12-9ac9-3ddc804e3625" providerId="ADAL" clId="{BB7D0A8F-D4E7-4ABF-BABF-91FB3CDB4F25}" dt="2020-09-30T15:02:21.460" v="1687" actId="478"/>
          <ac:spMkLst>
            <pc:docMk/>
            <pc:sldMk cId="2159380722" sldId="583"/>
            <ac:spMk id="3" creationId="{051C7DB4-B1D4-4128-92EF-6BA2F8B8724B}"/>
          </ac:spMkLst>
        </pc:spChg>
        <pc:spChg chg="add mod">
          <ac:chgData name="Alpha Barry" userId="d0904203-d8be-4f12-9ac9-3ddc804e3625" providerId="ADAL" clId="{BB7D0A8F-D4E7-4ABF-BABF-91FB3CDB4F25}" dt="2020-09-30T16:39:26.802" v="3336" actId="1076"/>
          <ac:spMkLst>
            <pc:docMk/>
            <pc:sldMk cId="2159380722" sldId="583"/>
            <ac:spMk id="6" creationId="{A16E7328-5449-48C9-97E1-8FEC1530AB23}"/>
          </ac:spMkLst>
        </pc:spChg>
        <pc:spChg chg="add mod">
          <ac:chgData name="Alpha Barry" userId="d0904203-d8be-4f12-9ac9-3ddc804e3625" providerId="ADAL" clId="{BB7D0A8F-D4E7-4ABF-BABF-91FB3CDB4F25}" dt="2020-09-30T15:40:46.432" v="2666" actId="20577"/>
          <ac:spMkLst>
            <pc:docMk/>
            <pc:sldMk cId="2159380722" sldId="583"/>
            <ac:spMk id="7" creationId="{98A1EAD1-7A50-4201-B6B9-465097644913}"/>
          </ac:spMkLst>
        </pc:spChg>
        <pc:spChg chg="add mod">
          <ac:chgData name="Alpha Barry" userId="d0904203-d8be-4f12-9ac9-3ddc804e3625" providerId="ADAL" clId="{BB7D0A8F-D4E7-4ABF-BABF-91FB3CDB4F25}" dt="2020-09-30T15:40:43.001" v="2665" actId="20577"/>
          <ac:spMkLst>
            <pc:docMk/>
            <pc:sldMk cId="2159380722" sldId="583"/>
            <ac:spMk id="9" creationId="{6494DB00-4C78-4F56-BC48-DD87196F4E74}"/>
          </ac:spMkLst>
        </pc:spChg>
        <pc:picChg chg="add mod">
          <ac:chgData name="Alpha Barry" userId="d0904203-d8be-4f12-9ac9-3ddc804e3625" providerId="ADAL" clId="{BB7D0A8F-D4E7-4ABF-BABF-91FB3CDB4F25}" dt="2020-09-30T15:36:13.472" v="2331" actId="14100"/>
          <ac:picMkLst>
            <pc:docMk/>
            <pc:sldMk cId="2159380722" sldId="583"/>
            <ac:picMk id="5" creationId="{478CAC80-0F78-4B91-ADE2-DAB76FB55E7F}"/>
          </ac:picMkLst>
        </pc:picChg>
      </pc:sldChg>
      <pc:sldChg chg="addSp delSp modSp add mod">
        <pc:chgData name="Alpha Barry" userId="d0904203-d8be-4f12-9ac9-3ddc804e3625" providerId="ADAL" clId="{BB7D0A8F-D4E7-4ABF-BABF-91FB3CDB4F25}" dt="2020-09-30T16:39:29.762" v="3337" actId="20577"/>
        <pc:sldMkLst>
          <pc:docMk/>
          <pc:sldMk cId="856956726" sldId="584"/>
        </pc:sldMkLst>
        <pc:spChg chg="mod">
          <ac:chgData name="Alpha Barry" userId="d0904203-d8be-4f12-9ac9-3ddc804e3625" providerId="ADAL" clId="{BB7D0A8F-D4E7-4ABF-BABF-91FB3CDB4F25}" dt="2020-09-30T16:39:29.762" v="3337" actId="20577"/>
          <ac:spMkLst>
            <pc:docMk/>
            <pc:sldMk cId="856956726" sldId="584"/>
            <ac:spMk id="2" creationId="{46D69CB6-929D-4496-9BB0-2D868F6853D0}"/>
          </ac:spMkLst>
        </pc:spChg>
        <pc:spChg chg="del mod">
          <ac:chgData name="Alpha Barry" userId="d0904203-d8be-4f12-9ac9-3ddc804e3625" providerId="ADAL" clId="{BB7D0A8F-D4E7-4ABF-BABF-91FB3CDB4F25}" dt="2020-09-30T15:08:56.818" v="1793" actId="3680"/>
          <ac:spMkLst>
            <pc:docMk/>
            <pc:sldMk cId="856956726" sldId="584"/>
            <ac:spMk id="6" creationId="{A16E7328-5449-48C9-97E1-8FEC1530AB23}"/>
          </ac:spMkLst>
        </pc:spChg>
        <pc:spChg chg="add mod">
          <ac:chgData name="Alpha Barry" userId="d0904203-d8be-4f12-9ac9-3ddc804e3625" providerId="ADAL" clId="{BB7D0A8F-D4E7-4ABF-BABF-91FB3CDB4F25}" dt="2020-09-30T15:43:13.017" v="2692" actId="207"/>
          <ac:spMkLst>
            <pc:docMk/>
            <pc:sldMk cId="856956726" sldId="584"/>
            <ac:spMk id="7" creationId="{1A35C339-BC62-4ED2-AA9F-8065462D8AB3}"/>
          </ac:spMkLst>
        </pc:spChg>
        <pc:graphicFrameChg chg="add mod ord modGraphic">
          <ac:chgData name="Alpha Barry" userId="d0904203-d8be-4f12-9ac9-3ddc804e3625" providerId="ADAL" clId="{BB7D0A8F-D4E7-4ABF-BABF-91FB3CDB4F25}" dt="2020-09-30T15:33:36.326" v="2256" actId="207"/>
          <ac:graphicFrameMkLst>
            <pc:docMk/>
            <pc:sldMk cId="856956726" sldId="584"/>
            <ac:graphicFrameMk id="3" creationId="{492634B8-5771-4317-948A-CBBDC7D69FC8}"/>
          </ac:graphicFrameMkLst>
        </pc:graphicFrameChg>
        <pc:picChg chg="del">
          <ac:chgData name="Alpha Barry" userId="d0904203-d8be-4f12-9ac9-3ddc804e3625" providerId="ADAL" clId="{BB7D0A8F-D4E7-4ABF-BABF-91FB3CDB4F25}" dt="2020-09-30T15:08:31.984" v="1791" actId="478"/>
          <ac:picMkLst>
            <pc:docMk/>
            <pc:sldMk cId="856956726" sldId="584"/>
            <ac:picMk id="5" creationId="{478CAC80-0F78-4B91-ADE2-DAB76FB55E7F}"/>
          </ac:picMkLst>
        </pc:picChg>
      </pc:sldChg>
      <pc:sldChg chg="addSp delSp modSp add mod">
        <pc:chgData name="Alpha Barry" userId="d0904203-d8be-4f12-9ac9-3ddc804e3625" providerId="ADAL" clId="{BB7D0A8F-D4E7-4ABF-BABF-91FB3CDB4F25}" dt="2020-09-30T16:39:32.896" v="3338" actId="20577"/>
        <pc:sldMkLst>
          <pc:docMk/>
          <pc:sldMk cId="725275301" sldId="585"/>
        </pc:sldMkLst>
        <pc:spChg chg="mod">
          <ac:chgData name="Alpha Barry" userId="d0904203-d8be-4f12-9ac9-3ddc804e3625" providerId="ADAL" clId="{BB7D0A8F-D4E7-4ABF-BABF-91FB3CDB4F25}" dt="2020-09-30T16:39:32.896" v="3338" actId="20577"/>
          <ac:spMkLst>
            <pc:docMk/>
            <pc:sldMk cId="725275301" sldId="585"/>
            <ac:spMk id="2" creationId="{46D69CB6-929D-4496-9BB0-2D868F6853D0}"/>
          </ac:spMkLst>
        </pc:spChg>
        <pc:spChg chg="add">
          <ac:chgData name="Alpha Barry" userId="d0904203-d8be-4f12-9ac9-3ddc804e3625" providerId="ADAL" clId="{BB7D0A8F-D4E7-4ABF-BABF-91FB3CDB4F25}" dt="2020-09-30T15:43:24.889" v="2694" actId="22"/>
          <ac:spMkLst>
            <pc:docMk/>
            <pc:sldMk cId="725275301" sldId="585"/>
            <ac:spMk id="4" creationId="{15796FA3-A7A6-4BB7-BD5E-4A4BA8F8F2FC}"/>
          </ac:spMkLst>
        </pc:spChg>
        <pc:spChg chg="del mod">
          <ac:chgData name="Alpha Barry" userId="d0904203-d8be-4f12-9ac9-3ddc804e3625" providerId="ADAL" clId="{BB7D0A8F-D4E7-4ABF-BABF-91FB3CDB4F25}" dt="2020-09-30T15:43:24.355" v="2693" actId="478"/>
          <ac:spMkLst>
            <pc:docMk/>
            <pc:sldMk cId="725275301" sldId="585"/>
            <ac:spMk id="7" creationId="{1A35C339-BC62-4ED2-AA9F-8065462D8AB3}"/>
          </ac:spMkLst>
        </pc:spChg>
        <pc:graphicFrameChg chg="mod modGraphic">
          <ac:chgData name="Alpha Barry" userId="d0904203-d8be-4f12-9ac9-3ddc804e3625" providerId="ADAL" clId="{BB7D0A8F-D4E7-4ABF-BABF-91FB3CDB4F25}" dt="2020-09-30T15:39:22.485" v="2632" actId="20577"/>
          <ac:graphicFrameMkLst>
            <pc:docMk/>
            <pc:sldMk cId="725275301" sldId="585"/>
            <ac:graphicFrameMk id="3" creationId="{492634B8-5771-4317-948A-CBBDC7D69FC8}"/>
          </ac:graphicFrameMkLst>
        </pc:graphicFrameChg>
      </pc:sldChg>
      <pc:sldChg chg="addSp delSp modSp new mod">
        <pc:chgData name="Alpha Barry" userId="d0904203-d8be-4f12-9ac9-3ddc804e3625" providerId="ADAL" clId="{BB7D0A8F-D4E7-4ABF-BABF-91FB3CDB4F25}" dt="2020-09-30T16:39:37.477" v="3339" actId="20577"/>
        <pc:sldMkLst>
          <pc:docMk/>
          <pc:sldMk cId="454189620" sldId="586"/>
        </pc:sldMkLst>
        <pc:spChg chg="mod">
          <ac:chgData name="Alpha Barry" userId="d0904203-d8be-4f12-9ac9-3ddc804e3625" providerId="ADAL" clId="{BB7D0A8F-D4E7-4ABF-BABF-91FB3CDB4F25}" dt="2020-09-30T16:39:37.477" v="3339" actId="20577"/>
          <ac:spMkLst>
            <pc:docMk/>
            <pc:sldMk cId="454189620" sldId="586"/>
            <ac:spMk id="2" creationId="{759208AB-B353-45BD-BE6E-B6BB3AE49F05}"/>
          </ac:spMkLst>
        </pc:spChg>
        <pc:spChg chg="del">
          <ac:chgData name="Alpha Barry" userId="d0904203-d8be-4f12-9ac9-3ddc804e3625" providerId="ADAL" clId="{BB7D0A8F-D4E7-4ABF-BABF-91FB3CDB4F25}" dt="2020-09-30T15:29:38.190" v="2170" actId="478"/>
          <ac:spMkLst>
            <pc:docMk/>
            <pc:sldMk cId="454189620" sldId="586"/>
            <ac:spMk id="3" creationId="{F630A548-10E9-471C-9BE6-087C364E7BF8}"/>
          </ac:spMkLst>
        </pc:spChg>
        <pc:spChg chg="add mod">
          <ac:chgData name="Alpha Barry" userId="d0904203-d8be-4f12-9ac9-3ddc804e3625" providerId="ADAL" clId="{BB7D0A8F-D4E7-4ABF-BABF-91FB3CDB4F25}" dt="2020-09-30T15:43:32.004" v="2696" actId="1076"/>
          <ac:spMkLst>
            <pc:docMk/>
            <pc:sldMk cId="454189620" sldId="586"/>
            <ac:spMk id="7" creationId="{F85C257E-F2A7-43AB-A996-81E0A0BEC5D4}"/>
          </ac:spMkLst>
        </pc:spChg>
        <pc:graphicFrameChg chg="add del">
          <ac:chgData name="Alpha Barry" userId="d0904203-d8be-4f12-9ac9-3ddc804e3625" providerId="ADAL" clId="{BB7D0A8F-D4E7-4ABF-BABF-91FB3CDB4F25}" dt="2020-09-30T15:29:44.681" v="2172"/>
          <ac:graphicFrameMkLst>
            <pc:docMk/>
            <pc:sldMk cId="454189620" sldId="586"/>
            <ac:graphicFrameMk id="4" creationId="{D59FC402-CEF3-4D01-B041-8078479ED139}"/>
          </ac:graphicFrameMkLst>
        </pc:graphicFrameChg>
        <pc:graphicFrameChg chg="add mod modGraphic">
          <ac:chgData name="Alpha Barry" userId="d0904203-d8be-4f12-9ac9-3ddc804e3625" providerId="ADAL" clId="{BB7D0A8F-D4E7-4ABF-BABF-91FB3CDB4F25}" dt="2020-09-30T15:33:42.677" v="2257" actId="207"/>
          <ac:graphicFrameMkLst>
            <pc:docMk/>
            <pc:sldMk cId="454189620" sldId="586"/>
            <ac:graphicFrameMk id="5" creationId="{2B0DC924-4C6A-44C7-A33E-EB174AD2F39A}"/>
          </ac:graphicFrameMkLst>
        </pc:graphicFrameChg>
      </pc:sldChg>
      <pc:sldChg chg="addSp delSp modSp new mod">
        <pc:chgData name="Alpha Barry" userId="d0904203-d8be-4f12-9ac9-3ddc804e3625" providerId="ADAL" clId="{BB7D0A8F-D4E7-4ABF-BABF-91FB3CDB4F25}" dt="2020-09-30T15:51:25.505" v="2818" actId="403"/>
        <pc:sldMkLst>
          <pc:docMk/>
          <pc:sldMk cId="532093817" sldId="587"/>
        </pc:sldMkLst>
        <pc:spChg chg="mod">
          <ac:chgData name="Alpha Barry" userId="d0904203-d8be-4f12-9ac9-3ddc804e3625" providerId="ADAL" clId="{BB7D0A8F-D4E7-4ABF-BABF-91FB3CDB4F25}" dt="2020-09-30T15:45:02.709" v="2701"/>
          <ac:spMkLst>
            <pc:docMk/>
            <pc:sldMk cId="532093817" sldId="587"/>
            <ac:spMk id="2" creationId="{712947D8-B9D7-4B7F-9B16-36B88B04EFFC}"/>
          </ac:spMkLst>
        </pc:spChg>
        <pc:spChg chg="add del mod">
          <ac:chgData name="Alpha Barry" userId="d0904203-d8be-4f12-9ac9-3ddc804e3625" providerId="ADAL" clId="{BB7D0A8F-D4E7-4ABF-BABF-91FB3CDB4F25}" dt="2020-09-30T15:51:25.505" v="2818" actId="403"/>
          <ac:spMkLst>
            <pc:docMk/>
            <pc:sldMk cId="532093817" sldId="587"/>
            <ac:spMk id="3" creationId="{E4D532A2-5801-4E2C-9694-29BC5F9FB2E8}"/>
          </ac:spMkLst>
        </pc:spChg>
        <pc:picChg chg="add del mod ord">
          <ac:chgData name="Alpha Barry" userId="d0904203-d8be-4f12-9ac9-3ddc804e3625" providerId="ADAL" clId="{BB7D0A8F-D4E7-4ABF-BABF-91FB3CDB4F25}" dt="2020-09-30T15:48:32.067" v="2711" actId="22"/>
          <ac:picMkLst>
            <pc:docMk/>
            <pc:sldMk cId="532093817" sldId="587"/>
            <ac:picMk id="5" creationId="{479AD951-CD9D-4CFE-A0F3-BB30091DDE78}"/>
          </ac:picMkLst>
        </pc:picChg>
        <pc:picChg chg="add mod">
          <ac:chgData name="Alpha Barry" userId="d0904203-d8be-4f12-9ac9-3ddc804e3625" providerId="ADAL" clId="{BB7D0A8F-D4E7-4ABF-BABF-91FB3CDB4F25}" dt="2020-09-30T15:49:33.433" v="2714" actId="1076"/>
          <ac:picMkLst>
            <pc:docMk/>
            <pc:sldMk cId="532093817" sldId="587"/>
            <ac:picMk id="7" creationId="{5293CB0D-09BE-48ED-AB06-320DE10F7F77}"/>
          </ac:picMkLst>
        </pc:picChg>
      </pc:sldChg>
      <pc:sldChg chg="addSp delSp modSp add mod">
        <pc:chgData name="Alpha Barry" userId="d0904203-d8be-4f12-9ac9-3ddc804e3625" providerId="ADAL" clId="{BB7D0A8F-D4E7-4ABF-BABF-91FB3CDB4F25}" dt="2020-09-30T15:54:44.350" v="2858" actId="20577"/>
        <pc:sldMkLst>
          <pc:docMk/>
          <pc:sldMk cId="1568140210" sldId="588"/>
        </pc:sldMkLst>
        <pc:spChg chg="del mod">
          <ac:chgData name="Alpha Barry" userId="d0904203-d8be-4f12-9ac9-3ddc804e3625" providerId="ADAL" clId="{BB7D0A8F-D4E7-4ABF-BABF-91FB3CDB4F25}" dt="2020-09-30T15:52:12.865" v="2822" actId="478"/>
          <ac:spMkLst>
            <pc:docMk/>
            <pc:sldMk cId="1568140210" sldId="588"/>
            <ac:spMk id="3" creationId="{E4D532A2-5801-4E2C-9694-29BC5F9FB2E8}"/>
          </ac:spMkLst>
        </pc:spChg>
        <pc:spChg chg="add del mod">
          <ac:chgData name="Alpha Barry" userId="d0904203-d8be-4f12-9ac9-3ddc804e3625" providerId="ADAL" clId="{BB7D0A8F-D4E7-4ABF-BABF-91FB3CDB4F25}" dt="2020-09-30T15:52:38.069" v="2823" actId="478"/>
          <ac:spMkLst>
            <pc:docMk/>
            <pc:sldMk cId="1568140210" sldId="588"/>
            <ac:spMk id="5" creationId="{262EA964-8F05-4EB2-BBC9-9B019BD85464}"/>
          </ac:spMkLst>
        </pc:spChg>
        <pc:spChg chg="add mod">
          <ac:chgData name="Alpha Barry" userId="d0904203-d8be-4f12-9ac9-3ddc804e3625" providerId="ADAL" clId="{BB7D0A8F-D4E7-4ABF-BABF-91FB3CDB4F25}" dt="2020-09-30T15:54:44.350" v="2858" actId="20577"/>
          <ac:spMkLst>
            <pc:docMk/>
            <pc:sldMk cId="1568140210" sldId="588"/>
            <ac:spMk id="8" creationId="{790CC0DD-86B1-4BD6-94C7-8EDC2B6529FF}"/>
          </ac:spMkLst>
        </pc:spChg>
        <pc:picChg chg="del">
          <ac:chgData name="Alpha Barry" userId="d0904203-d8be-4f12-9ac9-3ddc804e3625" providerId="ADAL" clId="{BB7D0A8F-D4E7-4ABF-BABF-91FB3CDB4F25}" dt="2020-09-30T15:51:54.772" v="2820" actId="478"/>
          <ac:picMkLst>
            <pc:docMk/>
            <pc:sldMk cId="1568140210" sldId="588"/>
            <ac:picMk id="7" creationId="{5293CB0D-09BE-48ED-AB06-320DE10F7F77}"/>
          </ac:picMkLst>
        </pc:picChg>
        <pc:picChg chg="add mod">
          <ac:chgData name="Alpha Barry" userId="d0904203-d8be-4f12-9ac9-3ddc804e3625" providerId="ADAL" clId="{BB7D0A8F-D4E7-4ABF-BABF-91FB3CDB4F25}" dt="2020-09-30T15:54:15.611" v="2826" actId="1076"/>
          <ac:picMkLst>
            <pc:docMk/>
            <pc:sldMk cId="1568140210" sldId="588"/>
            <ac:picMk id="9" creationId="{E79F3396-9508-49FC-94D3-B9ED2A4B5C86}"/>
          </ac:picMkLst>
        </pc:picChg>
      </pc:sldChg>
      <pc:sldChg chg="addSp delSp modSp add mod">
        <pc:chgData name="Alpha Barry" userId="d0904203-d8be-4f12-9ac9-3ddc804e3625" providerId="ADAL" clId="{BB7D0A8F-D4E7-4ABF-BABF-91FB3CDB4F25}" dt="2020-09-30T16:01:12.467" v="2894" actId="1076"/>
        <pc:sldMkLst>
          <pc:docMk/>
          <pc:sldMk cId="1108761358" sldId="589"/>
        </pc:sldMkLst>
        <pc:spChg chg="add del mod">
          <ac:chgData name="Alpha Barry" userId="d0904203-d8be-4f12-9ac9-3ddc804e3625" providerId="ADAL" clId="{BB7D0A8F-D4E7-4ABF-BABF-91FB3CDB4F25}" dt="2020-09-30T15:57:16.969" v="2862" actId="478"/>
          <ac:spMkLst>
            <pc:docMk/>
            <pc:sldMk cId="1108761358" sldId="589"/>
            <ac:spMk id="4" creationId="{027F64C3-2805-46AA-A3E0-D457EE2261B2}"/>
          </ac:spMkLst>
        </pc:spChg>
        <pc:spChg chg="add mod">
          <ac:chgData name="Alpha Barry" userId="d0904203-d8be-4f12-9ac9-3ddc804e3625" providerId="ADAL" clId="{BB7D0A8F-D4E7-4ABF-BABF-91FB3CDB4F25}" dt="2020-09-30T15:57:29.193" v="2892" actId="20577"/>
          <ac:spMkLst>
            <pc:docMk/>
            <pc:sldMk cId="1108761358" sldId="589"/>
            <ac:spMk id="7" creationId="{A035DDC7-1C3F-4E7F-BB0F-4DDE1E9E791B}"/>
          </ac:spMkLst>
        </pc:spChg>
        <pc:spChg chg="del">
          <ac:chgData name="Alpha Barry" userId="d0904203-d8be-4f12-9ac9-3ddc804e3625" providerId="ADAL" clId="{BB7D0A8F-D4E7-4ABF-BABF-91FB3CDB4F25}" dt="2020-09-30T15:55:41.763" v="2860" actId="478"/>
          <ac:spMkLst>
            <pc:docMk/>
            <pc:sldMk cId="1108761358" sldId="589"/>
            <ac:spMk id="8" creationId="{790CC0DD-86B1-4BD6-94C7-8EDC2B6529FF}"/>
          </ac:spMkLst>
        </pc:spChg>
        <pc:picChg chg="add mod">
          <ac:chgData name="Alpha Barry" userId="d0904203-d8be-4f12-9ac9-3ddc804e3625" providerId="ADAL" clId="{BB7D0A8F-D4E7-4ABF-BABF-91FB3CDB4F25}" dt="2020-09-30T16:01:12.467" v="2894" actId="1076"/>
          <ac:picMkLst>
            <pc:docMk/>
            <pc:sldMk cId="1108761358" sldId="589"/>
            <ac:picMk id="6" creationId="{7DF215E8-6E31-4415-9710-801A18CCD34D}"/>
          </ac:picMkLst>
        </pc:picChg>
        <pc:picChg chg="del">
          <ac:chgData name="Alpha Barry" userId="d0904203-d8be-4f12-9ac9-3ddc804e3625" providerId="ADAL" clId="{BB7D0A8F-D4E7-4ABF-BABF-91FB3CDB4F25}" dt="2020-09-30T15:55:44.935" v="2861" actId="478"/>
          <ac:picMkLst>
            <pc:docMk/>
            <pc:sldMk cId="1108761358" sldId="589"/>
            <ac:picMk id="9" creationId="{E79F3396-9508-49FC-94D3-B9ED2A4B5C86}"/>
          </ac:picMkLst>
        </pc:picChg>
      </pc:sldChg>
      <pc:sldChg chg="addSp delSp modSp mod">
        <pc:chgData name="Alpha Barry" userId="d0904203-d8be-4f12-9ac9-3ddc804e3625" providerId="ADAL" clId="{BB7D0A8F-D4E7-4ABF-BABF-91FB3CDB4F25}" dt="2020-09-30T16:13:12.684" v="3052" actId="20577"/>
        <pc:sldMkLst>
          <pc:docMk/>
          <pc:sldMk cId="1471923945" sldId="590"/>
        </pc:sldMkLst>
        <pc:spChg chg="mod">
          <ac:chgData name="Alpha Barry" userId="d0904203-d8be-4f12-9ac9-3ddc804e3625" providerId="ADAL" clId="{BB7D0A8F-D4E7-4ABF-BABF-91FB3CDB4F25}" dt="2020-09-30T16:01:26.219" v="2895"/>
          <ac:spMkLst>
            <pc:docMk/>
            <pc:sldMk cId="1471923945" sldId="590"/>
            <ac:spMk id="2" creationId="{8AAFD13F-296B-46FB-B1AA-209237768343}"/>
          </ac:spMkLst>
        </pc:spChg>
        <pc:spChg chg="mod">
          <ac:chgData name="Alpha Barry" userId="d0904203-d8be-4f12-9ac9-3ddc804e3625" providerId="ADAL" clId="{BB7D0A8F-D4E7-4ABF-BABF-91FB3CDB4F25}" dt="2020-09-30T16:13:12.684" v="3052" actId="20577"/>
          <ac:spMkLst>
            <pc:docMk/>
            <pc:sldMk cId="1471923945" sldId="590"/>
            <ac:spMk id="4" creationId="{28A3C585-B40B-45BC-A4D4-5A11C01DC710}"/>
          </ac:spMkLst>
        </pc:spChg>
        <pc:picChg chg="add mod">
          <ac:chgData name="Alpha Barry" userId="d0904203-d8be-4f12-9ac9-3ddc804e3625" providerId="ADAL" clId="{BB7D0A8F-D4E7-4ABF-BABF-91FB3CDB4F25}" dt="2020-09-30T16:08:52.611" v="2982" actId="1076"/>
          <ac:picMkLst>
            <pc:docMk/>
            <pc:sldMk cId="1471923945" sldId="590"/>
            <ac:picMk id="5" creationId="{49F9C862-F40D-423B-8FDE-3840E8D3886A}"/>
          </ac:picMkLst>
        </pc:picChg>
        <pc:picChg chg="del">
          <ac:chgData name="Alpha Barry" userId="d0904203-d8be-4f12-9ac9-3ddc804e3625" providerId="ADAL" clId="{BB7D0A8F-D4E7-4ABF-BABF-91FB3CDB4F25}" dt="2020-09-30T16:07:35.798" v="2980" actId="478"/>
          <ac:picMkLst>
            <pc:docMk/>
            <pc:sldMk cId="1471923945" sldId="590"/>
            <ac:picMk id="6" creationId="{4C82C45B-B642-444B-9BDE-9C73ECB16804}"/>
          </ac:picMkLst>
        </pc:picChg>
      </pc:sldChg>
      <pc:sldChg chg="modSp mod">
        <pc:chgData name="Alpha Barry" userId="d0904203-d8be-4f12-9ac9-3ddc804e3625" providerId="ADAL" clId="{BB7D0A8F-D4E7-4ABF-BABF-91FB3CDB4F25}" dt="2020-09-30T16:14:26.020" v="3055"/>
        <pc:sldMkLst>
          <pc:docMk/>
          <pc:sldMk cId="3477805253" sldId="591"/>
        </pc:sldMkLst>
        <pc:spChg chg="mod">
          <ac:chgData name="Alpha Barry" userId="d0904203-d8be-4f12-9ac9-3ddc804e3625" providerId="ADAL" clId="{BB7D0A8F-D4E7-4ABF-BABF-91FB3CDB4F25}" dt="2020-09-30T16:11:29.511" v="3036"/>
          <ac:spMkLst>
            <pc:docMk/>
            <pc:sldMk cId="3477805253" sldId="591"/>
            <ac:spMk id="2" creationId="{7BC76990-3683-4C0A-8BA4-8279A1AB62D6}"/>
          </ac:spMkLst>
        </pc:spChg>
        <pc:graphicFrameChg chg="mod modGraphic">
          <ac:chgData name="Alpha Barry" userId="d0904203-d8be-4f12-9ac9-3ddc804e3625" providerId="ADAL" clId="{BB7D0A8F-D4E7-4ABF-BABF-91FB3CDB4F25}" dt="2020-09-30T16:14:26.020" v="3055"/>
          <ac:graphicFrameMkLst>
            <pc:docMk/>
            <pc:sldMk cId="3477805253" sldId="591"/>
            <ac:graphicFrameMk id="6" creationId="{6DBB1463-43D4-4560-B78D-625C43D2E3D1}"/>
          </ac:graphicFrameMkLst>
        </pc:graphicFrameChg>
      </pc:sldChg>
      <pc:sldChg chg="addSp delSp modSp mod">
        <pc:chgData name="Alpha Barry" userId="d0904203-d8be-4f12-9ac9-3ddc804e3625" providerId="ADAL" clId="{BB7D0A8F-D4E7-4ABF-BABF-91FB3CDB4F25}" dt="2020-09-30T16:19:49.969" v="3086" actId="1076"/>
        <pc:sldMkLst>
          <pc:docMk/>
          <pc:sldMk cId="2384263462" sldId="592"/>
        </pc:sldMkLst>
        <pc:spChg chg="mod">
          <ac:chgData name="Alpha Barry" userId="d0904203-d8be-4f12-9ac9-3ddc804e3625" providerId="ADAL" clId="{BB7D0A8F-D4E7-4ABF-BABF-91FB3CDB4F25}" dt="2020-09-30T16:15:36.580" v="3056"/>
          <ac:spMkLst>
            <pc:docMk/>
            <pc:sldMk cId="2384263462" sldId="592"/>
            <ac:spMk id="2" creationId="{8AAFD13F-296B-46FB-B1AA-209237768343}"/>
          </ac:spMkLst>
        </pc:spChg>
        <pc:spChg chg="mod">
          <ac:chgData name="Alpha Barry" userId="d0904203-d8be-4f12-9ac9-3ddc804e3625" providerId="ADAL" clId="{BB7D0A8F-D4E7-4ABF-BABF-91FB3CDB4F25}" dt="2020-09-30T16:17:39.348" v="3082" actId="20577"/>
          <ac:spMkLst>
            <pc:docMk/>
            <pc:sldMk cId="2384263462" sldId="592"/>
            <ac:spMk id="4" creationId="{28A3C585-B40B-45BC-A4D4-5A11C01DC710}"/>
          </ac:spMkLst>
        </pc:spChg>
        <pc:picChg chg="add mod">
          <ac:chgData name="Alpha Barry" userId="d0904203-d8be-4f12-9ac9-3ddc804e3625" providerId="ADAL" clId="{BB7D0A8F-D4E7-4ABF-BABF-91FB3CDB4F25}" dt="2020-09-30T16:19:49.969" v="3086" actId="1076"/>
          <ac:picMkLst>
            <pc:docMk/>
            <pc:sldMk cId="2384263462" sldId="592"/>
            <ac:picMk id="5" creationId="{AF1E232B-9167-490C-981F-1996BC0C1C99}"/>
          </ac:picMkLst>
        </pc:picChg>
        <pc:picChg chg="del">
          <ac:chgData name="Alpha Barry" userId="d0904203-d8be-4f12-9ac9-3ddc804e3625" providerId="ADAL" clId="{BB7D0A8F-D4E7-4ABF-BABF-91FB3CDB4F25}" dt="2020-09-30T16:17:48.821" v="3083" actId="478"/>
          <ac:picMkLst>
            <pc:docMk/>
            <pc:sldMk cId="2384263462" sldId="592"/>
            <ac:picMk id="8" creationId="{BC7FD912-5492-4ED0-B54E-3E85971438D9}"/>
          </ac:picMkLst>
        </pc:picChg>
      </pc:sldChg>
      <pc:sldChg chg="addSp delSp modSp mod">
        <pc:chgData name="Alpha Barry" userId="d0904203-d8be-4f12-9ac9-3ddc804e3625" providerId="ADAL" clId="{BB7D0A8F-D4E7-4ABF-BABF-91FB3CDB4F25}" dt="2020-09-30T16:46:23.946" v="3378" actId="1076"/>
        <pc:sldMkLst>
          <pc:docMk/>
          <pc:sldMk cId="1933712840" sldId="593"/>
        </pc:sldMkLst>
        <pc:spChg chg="mod">
          <ac:chgData name="Alpha Barry" userId="d0904203-d8be-4f12-9ac9-3ddc804e3625" providerId="ADAL" clId="{BB7D0A8F-D4E7-4ABF-BABF-91FB3CDB4F25}" dt="2020-09-30T16:43:53.263" v="3340"/>
          <ac:spMkLst>
            <pc:docMk/>
            <pc:sldMk cId="1933712840" sldId="593"/>
            <ac:spMk id="2" creationId="{72382C30-0564-4270-A4D1-0CEF13448F2E}"/>
          </ac:spMkLst>
        </pc:spChg>
        <pc:spChg chg="mod">
          <ac:chgData name="Alpha Barry" userId="d0904203-d8be-4f12-9ac9-3ddc804e3625" providerId="ADAL" clId="{BB7D0A8F-D4E7-4ABF-BABF-91FB3CDB4F25}" dt="2020-09-30T16:44:32.799" v="3372" actId="20577"/>
          <ac:spMkLst>
            <pc:docMk/>
            <pc:sldMk cId="1933712840" sldId="593"/>
            <ac:spMk id="3" creationId="{45EB9E66-99EA-4FDB-93B0-E4A835B5D931}"/>
          </ac:spMkLst>
        </pc:spChg>
        <pc:picChg chg="add mod">
          <ac:chgData name="Alpha Barry" userId="d0904203-d8be-4f12-9ac9-3ddc804e3625" providerId="ADAL" clId="{BB7D0A8F-D4E7-4ABF-BABF-91FB3CDB4F25}" dt="2020-09-30T16:46:23.946" v="3378" actId="1076"/>
          <ac:picMkLst>
            <pc:docMk/>
            <pc:sldMk cId="1933712840" sldId="593"/>
            <ac:picMk id="5" creationId="{C34EF2E0-C8E4-45D6-8936-C5C759CB0B90}"/>
          </ac:picMkLst>
        </pc:picChg>
        <pc:picChg chg="del">
          <ac:chgData name="Alpha Barry" userId="d0904203-d8be-4f12-9ac9-3ddc804e3625" providerId="ADAL" clId="{BB7D0A8F-D4E7-4ABF-BABF-91FB3CDB4F25}" dt="2020-09-30T16:46:14.090" v="3373" actId="478"/>
          <ac:picMkLst>
            <pc:docMk/>
            <pc:sldMk cId="1933712840" sldId="593"/>
            <ac:picMk id="6" creationId="{E35D36CB-4735-4517-88CE-6F117E1B58E6}"/>
          </ac:picMkLst>
        </pc:picChg>
      </pc:sldChg>
      <pc:sldChg chg="addSp delSp modSp del mod">
        <pc:chgData name="Alpha Barry" userId="d0904203-d8be-4f12-9ac9-3ddc804e3625" providerId="ADAL" clId="{BB7D0A8F-D4E7-4ABF-BABF-91FB3CDB4F25}" dt="2020-09-30T16:30:44.175" v="3162" actId="47"/>
        <pc:sldMkLst>
          <pc:docMk/>
          <pc:sldMk cId="2752319853" sldId="593"/>
        </pc:sldMkLst>
        <pc:spChg chg="mod">
          <ac:chgData name="Alpha Barry" userId="d0904203-d8be-4f12-9ac9-3ddc804e3625" providerId="ADAL" clId="{BB7D0A8F-D4E7-4ABF-BABF-91FB3CDB4F25}" dt="2020-09-30T16:24:07.734" v="3099"/>
          <ac:spMkLst>
            <pc:docMk/>
            <pc:sldMk cId="2752319853" sldId="593"/>
            <ac:spMk id="2" creationId="{C7E11BA5-4443-49D9-88B0-08FCFF9B05B6}"/>
          </ac:spMkLst>
        </pc:spChg>
        <pc:spChg chg="mod">
          <ac:chgData name="Alpha Barry" userId="d0904203-d8be-4f12-9ac9-3ddc804e3625" providerId="ADAL" clId="{BB7D0A8F-D4E7-4ABF-BABF-91FB3CDB4F25}" dt="2020-09-30T16:24:37.068" v="3123" actId="20577"/>
          <ac:spMkLst>
            <pc:docMk/>
            <pc:sldMk cId="2752319853" sldId="593"/>
            <ac:spMk id="4" creationId="{519D5511-1587-476D-9B34-640C0A9D0FE1}"/>
          </ac:spMkLst>
        </pc:spChg>
        <pc:picChg chg="add mod">
          <ac:chgData name="Alpha Barry" userId="d0904203-d8be-4f12-9ac9-3ddc804e3625" providerId="ADAL" clId="{BB7D0A8F-D4E7-4ABF-BABF-91FB3CDB4F25}" dt="2020-09-30T16:23:55.722" v="3098" actId="1038"/>
          <ac:picMkLst>
            <pc:docMk/>
            <pc:sldMk cId="2752319853" sldId="593"/>
            <ac:picMk id="5" creationId="{22B2429D-22D7-4A6F-95B0-5F2277514784}"/>
          </ac:picMkLst>
        </pc:picChg>
        <pc:picChg chg="del">
          <ac:chgData name="Alpha Barry" userId="d0904203-d8be-4f12-9ac9-3ddc804e3625" providerId="ADAL" clId="{BB7D0A8F-D4E7-4ABF-BABF-91FB3CDB4F25}" dt="2020-09-30T16:23:39.716" v="3087" actId="478"/>
          <ac:picMkLst>
            <pc:docMk/>
            <pc:sldMk cId="2752319853" sldId="593"/>
            <ac:picMk id="6" creationId="{44ED9EFF-1577-4876-92F1-7FE2CF33110E}"/>
          </ac:picMkLst>
        </pc:picChg>
      </pc:sldChg>
      <pc:sldChg chg="addSp delSp modSp del mod">
        <pc:chgData name="Alpha Barry" userId="d0904203-d8be-4f12-9ac9-3ddc804e3625" providerId="ADAL" clId="{BB7D0A8F-D4E7-4ABF-BABF-91FB3CDB4F25}" dt="2020-09-30T16:30:32.454" v="3160" actId="47"/>
        <pc:sldMkLst>
          <pc:docMk/>
          <pc:sldMk cId="1780669089" sldId="594"/>
        </pc:sldMkLst>
        <pc:spChg chg="mod">
          <ac:chgData name="Alpha Barry" userId="d0904203-d8be-4f12-9ac9-3ddc804e3625" providerId="ADAL" clId="{BB7D0A8F-D4E7-4ABF-BABF-91FB3CDB4F25}" dt="2020-09-30T16:27:57.416" v="3127"/>
          <ac:spMkLst>
            <pc:docMk/>
            <pc:sldMk cId="1780669089" sldId="594"/>
            <ac:spMk id="2" creationId="{7FB2B2C7-C871-43A0-981A-A620420A3846}"/>
          </ac:spMkLst>
        </pc:spChg>
        <pc:picChg chg="add mod">
          <ac:chgData name="Alpha Barry" userId="d0904203-d8be-4f12-9ac9-3ddc804e3625" providerId="ADAL" clId="{BB7D0A8F-D4E7-4ABF-BABF-91FB3CDB4F25}" dt="2020-09-30T16:27:38.396" v="3126" actId="1076"/>
          <ac:picMkLst>
            <pc:docMk/>
            <pc:sldMk cId="1780669089" sldId="594"/>
            <ac:picMk id="5" creationId="{7030F64D-3142-46B2-8CBD-26BB7F52D7DF}"/>
          </ac:picMkLst>
        </pc:picChg>
        <pc:picChg chg="del">
          <ac:chgData name="Alpha Barry" userId="d0904203-d8be-4f12-9ac9-3ddc804e3625" providerId="ADAL" clId="{BB7D0A8F-D4E7-4ABF-BABF-91FB3CDB4F25}" dt="2020-09-30T16:27:33.619" v="3124" actId="478"/>
          <ac:picMkLst>
            <pc:docMk/>
            <pc:sldMk cId="1780669089" sldId="594"/>
            <ac:picMk id="6" creationId="{E7030BE4-FB16-4FD4-A98C-4AD959B1FB98}"/>
          </ac:picMkLst>
        </pc:picChg>
      </pc:sldChg>
      <pc:sldChg chg="addSp delSp modSp mod">
        <pc:chgData name="Alpha Barry" userId="d0904203-d8be-4f12-9ac9-3ddc804e3625" providerId="ADAL" clId="{BB7D0A8F-D4E7-4ABF-BABF-91FB3CDB4F25}" dt="2020-09-30T16:47:54.801" v="3402" actId="1076"/>
        <pc:sldMkLst>
          <pc:docMk/>
          <pc:sldMk cId="2439530578" sldId="594"/>
        </pc:sldMkLst>
        <pc:spChg chg="mod">
          <ac:chgData name="Alpha Barry" userId="d0904203-d8be-4f12-9ac9-3ddc804e3625" providerId="ADAL" clId="{BB7D0A8F-D4E7-4ABF-BABF-91FB3CDB4F25}" dt="2020-09-30T16:44:02.823" v="3341"/>
          <ac:spMkLst>
            <pc:docMk/>
            <pc:sldMk cId="2439530578" sldId="594"/>
            <ac:spMk id="2" creationId="{4E3E08FD-755E-4C67-B8B9-F6019322B323}"/>
          </ac:spMkLst>
        </pc:spChg>
        <pc:spChg chg="mod">
          <ac:chgData name="Alpha Barry" userId="d0904203-d8be-4f12-9ac9-3ddc804e3625" providerId="ADAL" clId="{BB7D0A8F-D4E7-4ABF-BABF-91FB3CDB4F25}" dt="2020-09-30T16:46:51.044" v="3397" actId="20577"/>
          <ac:spMkLst>
            <pc:docMk/>
            <pc:sldMk cId="2439530578" sldId="594"/>
            <ac:spMk id="3" creationId="{D4A45BD8-B89A-41D5-B9A5-3E035D43DB17}"/>
          </ac:spMkLst>
        </pc:spChg>
        <pc:grpChg chg="del">
          <ac:chgData name="Alpha Barry" userId="d0904203-d8be-4f12-9ac9-3ddc804e3625" providerId="ADAL" clId="{BB7D0A8F-D4E7-4ABF-BABF-91FB3CDB4F25}" dt="2020-09-30T16:47:47.702" v="3398" actId="478"/>
          <ac:grpSpMkLst>
            <pc:docMk/>
            <pc:sldMk cId="2439530578" sldId="594"/>
            <ac:grpSpMk id="7" creationId="{90280F5B-610C-4E16-AD2C-25B246311DF5}"/>
          </ac:grpSpMkLst>
        </pc:grpChg>
        <pc:picChg chg="add mod">
          <ac:chgData name="Alpha Barry" userId="d0904203-d8be-4f12-9ac9-3ddc804e3625" providerId="ADAL" clId="{BB7D0A8F-D4E7-4ABF-BABF-91FB3CDB4F25}" dt="2020-09-30T16:47:54.801" v="3402" actId="1076"/>
          <ac:picMkLst>
            <pc:docMk/>
            <pc:sldMk cId="2439530578" sldId="594"/>
            <ac:picMk id="8" creationId="{90DCC7B8-21B7-487C-BBFE-C06C620A8E03}"/>
          </ac:picMkLst>
        </pc:picChg>
      </pc:sldChg>
      <pc:sldChg chg="modSp mod">
        <pc:chgData name="Alpha Barry" userId="d0904203-d8be-4f12-9ac9-3ddc804e3625" providerId="ADAL" clId="{BB7D0A8F-D4E7-4ABF-BABF-91FB3CDB4F25}" dt="2020-09-30T16:50:17.640" v="3409" actId="20577"/>
        <pc:sldMkLst>
          <pc:docMk/>
          <pc:sldMk cId="1223735505" sldId="595"/>
        </pc:sldMkLst>
        <pc:spChg chg="mod">
          <ac:chgData name="Alpha Barry" userId="d0904203-d8be-4f12-9ac9-3ddc804e3625" providerId="ADAL" clId="{BB7D0A8F-D4E7-4ABF-BABF-91FB3CDB4F25}" dt="2020-09-30T16:44:05.640" v="3342"/>
          <ac:spMkLst>
            <pc:docMk/>
            <pc:sldMk cId="1223735505" sldId="595"/>
            <ac:spMk id="2" creationId="{D6FB113A-6CB6-42EA-A8E1-35ABAF444CA5}"/>
          </ac:spMkLst>
        </pc:spChg>
        <pc:spChg chg="mod">
          <ac:chgData name="Alpha Barry" userId="d0904203-d8be-4f12-9ac9-3ddc804e3625" providerId="ADAL" clId="{BB7D0A8F-D4E7-4ABF-BABF-91FB3CDB4F25}" dt="2020-09-30T16:50:17.640" v="3409" actId="20577"/>
          <ac:spMkLst>
            <pc:docMk/>
            <pc:sldMk cId="1223735505" sldId="595"/>
            <ac:spMk id="3" creationId="{C88FFBBE-DFC4-49D5-9EB7-018331A9CD6E}"/>
          </ac:spMkLst>
        </pc:spChg>
      </pc:sldChg>
      <pc:sldChg chg="modSp del mod">
        <pc:chgData name="Alpha Barry" userId="d0904203-d8be-4f12-9ac9-3ddc804e3625" providerId="ADAL" clId="{BB7D0A8F-D4E7-4ABF-BABF-91FB3CDB4F25}" dt="2020-09-30T16:28:35.588" v="3129" actId="47"/>
        <pc:sldMkLst>
          <pc:docMk/>
          <pc:sldMk cId="1427206855" sldId="595"/>
        </pc:sldMkLst>
        <pc:spChg chg="mod">
          <ac:chgData name="Alpha Barry" userId="d0904203-d8be-4f12-9ac9-3ddc804e3625" providerId="ADAL" clId="{BB7D0A8F-D4E7-4ABF-BABF-91FB3CDB4F25}" dt="2020-09-30T16:28:00.985" v="3128"/>
          <ac:spMkLst>
            <pc:docMk/>
            <pc:sldMk cId="1427206855" sldId="595"/>
            <ac:spMk id="2" creationId="{7FB2B2C7-C871-43A0-981A-A620420A3846}"/>
          </ac:spMkLst>
        </pc:spChg>
      </pc:sldChg>
      <pc:sldChg chg="modSp del mod">
        <pc:chgData name="Alpha Barry" userId="d0904203-d8be-4f12-9ac9-3ddc804e3625" providerId="ADAL" clId="{BB7D0A8F-D4E7-4ABF-BABF-91FB3CDB4F25}" dt="2020-09-30T16:30:36.385" v="3161" actId="47"/>
        <pc:sldMkLst>
          <pc:docMk/>
          <pc:sldMk cId="227010810" sldId="596"/>
        </pc:sldMkLst>
        <pc:spChg chg="mod">
          <ac:chgData name="Alpha Barry" userId="d0904203-d8be-4f12-9ac9-3ddc804e3625" providerId="ADAL" clId="{BB7D0A8F-D4E7-4ABF-BABF-91FB3CDB4F25}" dt="2020-09-30T16:28:48.743" v="3130"/>
          <ac:spMkLst>
            <pc:docMk/>
            <pc:sldMk cId="227010810" sldId="596"/>
            <ac:spMk id="2" creationId="{7FB2B2C7-C871-43A0-981A-A620420A3846}"/>
          </ac:spMkLst>
        </pc:spChg>
        <pc:spChg chg="mod">
          <ac:chgData name="Alpha Barry" userId="d0904203-d8be-4f12-9ac9-3ddc804e3625" providerId="ADAL" clId="{BB7D0A8F-D4E7-4ABF-BABF-91FB3CDB4F25}" dt="2020-09-30T16:29:01.598" v="3159" actId="20577"/>
          <ac:spMkLst>
            <pc:docMk/>
            <pc:sldMk cId="227010810" sldId="596"/>
            <ac:spMk id="3" creationId="{7A18097C-E3F0-4E6C-AEE3-8778833D9389}"/>
          </ac:spMkLst>
        </pc:spChg>
      </pc:sldChg>
      <pc:sldChg chg="modSp mod">
        <pc:chgData name="Alpha Barry" userId="d0904203-d8be-4f12-9ac9-3ddc804e3625" providerId="ADAL" clId="{BB7D0A8F-D4E7-4ABF-BABF-91FB3CDB4F25}" dt="2020-09-30T16:44:09.150" v="3343"/>
        <pc:sldMkLst>
          <pc:docMk/>
          <pc:sldMk cId="3027013477" sldId="596"/>
        </pc:sldMkLst>
        <pc:spChg chg="mod">
          <ac:chgData name="Alpha Barry" userId="d0904203-d8be-4f12-9ac9-3ddc804e3625" providerId="ADAL" clId="{BB7D0A8F-D4E7-4ABF-BABF-91FB3CDB4F25}" dt="2020-09-30T16:44:09.150" v="3343"/>
          <ac:spMkLst>
            <pc:docMk/>
            <pc:sldMk cId="3027013477" sldId="596"/>
            <ac:spMk id="2" creationId="{8AAFD13F-296B-46FB-B1AA-209237768343}"/>
          </ac:spMkLst>
        </pc:spChg>
      </pc:sldChg>
      <pc:sldChg chg="addSp delSp modSp mod">
        <pc:chgData name="Alpha Barry" userId="d0904203-d8be-4f12-9ac9-3ddc804e3625" providerId="ADAL" clId="{BB7D0A8F-D4E7-4ABF-BABF-91FB3CDB4F25}" dt="2020-09-30T17:30:06.390" v="4131" actId="20577"/>
        <pc:sldMkLst>
          <pc:docMk/>
          <pc:sldMk cId="1540598492" sldId="597"/>
        </pc:sldMkLst>
        <pc:spChg chg="mod">
          <ac:chgData name="Alpha Barry" userId="d0904203-d8be-4f12-9ac9-3ddc804e3625" providerId="ADAL" clId="{BB7D0A8F-D4E7-4ABF-BABF-91FB3CDB4F25}" dt="2020-09-30T16:51:37.672" v="3417" actId="20577"/>
          <ac:spMkLst>
            <pc:docMk/>
            <pc:sldMk cId="1540598492" sldId="597"/>
            <ac:spMk id="2" creationId="{46D69CB6-929D-4496-9BB0-2D868F6853D0}"/>
          </ac:spMkLst>
        </pc:spChg>
        <pc:spChg chg="del">
          <ac:chgData name="Alpha Barry" userId="d0904203-d8be-4f12-9ac9-3ddc804e3625" providerId="ADAL" clId="{BB7D0A8F-D4E7-4ABF-BABF-91FB3CDB4F25}" dt="2020-09-30T16:55:44.592" v="3532" actId="478"/>
          <ac:spMkLst>
            <pc:docMk/>
            <pc:sldMk cId="1540598492" sldId="597"/>
            <ac:spMk id="7" creationId="{98A1EAD1-7A50-4201-B6B9-465097644913}"/>
          </ac:spMkLst>
        </pc:spChg>
        <pc:spChg chg="add mod">
          <ac:chgData name="Alpha Barry" userId="d0904203-d8be-4f12-9ac9-3ddc804e3625" providerId="ADAL" clId="{BB7D0A8F-D4E7-4ABF-BABF-91FB3CDB4F25}" dt="2020-09-30T17:01:01.151" v="3951" actId="1037"/>
          <ac:spMkLst>
            <pc:docMk/>
            <pc:sldMk cId="1540598492" sldId="597"/>
            <ac:spMk id="8" creationId="{56001545-6EA0-46AD-BD1B-5AB2AE1A0495}"/>
          </ac:spMkLst>
        </pc:spChg>
        <pc:spChg chg="mod">
          <ac:chgData name="Alpha Barry" userId="d0904203-d8be-4f12-9ac9-3ddc804e3625" providerId="ADAL" clId="{BB7D0A8F-D4E7-4ABF-BABF-91FB3CDB4F25}" dt="2020-09-30T17:01:01.151" v="3951" actId="1037"/>
          <ac:spMkLst>
            <pc:docMk/>
            <pc:sldMk cId="1540598492" sldId="597"/>
            <ac:spMk id="9" creationId="{6494DB00-4C78-4F56-BC48-DD87196F4E74}"/>
          </ac:spMkLst>
        </pc:spChg>
        <pc:spChg chg="add mod">
          <ac:chgData name="Alpha Barry" userId="d0904203-d8be-4f12-9ac9-3ddc804e3625" providerId="ADAL" clId="{BB7D0A8F-D4E7-4ABF-BABF-91FB3CDB4F25}" dt="2020-09-30T17:30:06.390" v="4131" actId="20577"/>
          <ac:spMkLst>
            <pc:docMk/>
            <pc:sldMk cId="1540598492" sldId="597"/>
            <ac:spMk id="12" creationId="{C5B3BD6C-3860-42BA-973C-FD0A1144844B}"/>
          </ac:spMkLst>
        </pc:spChg>
        <pc:picChg chg="add mod">
          <ac:chgData name="Alpha Barry" userId="d0904203-d8be-4f12-9ac9-3ddc804e3625" providerId="ADAL" clId="{BB7D0A8F-D4E7-4ABF-BABF-91FB3CDB4F25}" dt="2020-09-30T16:58:29.088" v="3714" actId="1036"/>
          <ac:picMkLst>
            <pc:docMk/>
            <pc:sldMk cId="1540598492" sldId="597"/>
            <ac:picMk id="4" creationId="{CEC94DC7-F2EB-4A59-AF1E-F3C4EE77782D}"/>
          </ac:picMkLst>
        </pc:picChg>
        <pc:picChg chg="del">
          <ac:chgData name="Alpha Barry" userId="d0904203-d8be-4f12-9ac9-3ddc804e3625" providerId="ADAL" clId="{BB7D0A8F-D4E7-4ABF-BABF-91FB3CDB4F25}" dt="2020-09-30T16:51:52.276" v="3418" actId="478"/>
          <ac:picMkLst>
            <pc:docMk/>
            <pc:sldMk cId="1540598492" sldId="597"/>
            <ac:picMk id="5" creationId="{478CAC80-0F78-4B91-ADE2-DAB76FB55E7F}"/>
          </ac:picMkLst>
        </pc:picChg>
      </pc:sldChg>
      <pc:sldChg chg="delSp add mod">
        <pc:chgData name="Alpha Barry" userId="d0904203-d8be-4f12-9ac9-3ddc804e3625" providerId="ADAL" clId="{BB7D0A8F-D4E7-4ABF-BABF-91FB3CDB4F25}" dt="2020-09-30T17:05:17.597" v="3954" actId="478"/>
        <pc:sldMkLst>
          <pc:docMk/>
          <pc:sldMk cId="147554883" sldId="598"/>
        </pc:sldMkLst>
        <pc:spChg chg="del">
          <ac:chgData name="Alpha Barry" userId="d0904203-d8be-4f12-9ac9-3ddc804e3625" providerId="ADAL" clId="{BB7D0A8F-D4E7-4ABF-BABF-91FB3CDB4F25}" dt="2020-09-30T17:05:17.597" v="3954" actId="478"/>
          <ac:spMkLst>
            <pc:docMk/>
            <pc:sldMk cId="147554883" sldId="598"/>
            <ac:spMk id="8" creationId="{56001545-6EA0-46AD-BD1B-5AB2AE1A0495}"/>
          </ac:spMkLst>
        </pc:spChg>
        <pc:spChg chg="del">
          <ac:chgData name="Alpha Barry" userId="d0904203-d8be-4f12-9ac9-3ddc804e3625" providerId="ADAL" clId="{BB7D0A8F-D4E7-4ABF-BABF-91FB3CDB4F25}" dt="2020-09-30T17:05:17.597" v="3954" actId="478"/>
          <ac:spMkLst>
            <pc:docMk/>
            <pc:sldMk cId="147554883" sldId="598"/>
            <ac:spMk id="9" creationId="{6494DB00-4C78-4F56-BC48-DD87196F4E74}"/>
          </ac:spMkLst>
        </pc:spChg>
        <pc:spChg chg="del">
          <ac:chgData name="Alpha Barry" userId="d0904203-d8be-4f12-9ac9-3ddc804e3625" providerId="ADAL" clId="{BB7D0A8F-D4E7-4ABF-BABF-91FB3CDB4F25}" dt="2020-09-30T17:05:17.597" v="3954" actId="478"/>
          <ac:spMkLst>
            <pc:docMk/>
            <pc:sldMk cId="147554883" sldId="598"/>
            <ac:spMk id="12" creationId="{C5B3BD6C-3860-42BA-973C-FD0A1144844B}"/>
          </ac:spMkLst>
        </pc:spChg>
        <pc:picChg chg="del">
          <ac:chgData name="Alpha Barry" userId="d0904203-d8be-4f12-9ac9-3ddc804e3625" providerId="ADAL" clId="{BB7D0A8F-D4E7-4ABF-BABF-91FB3CDB4F25}" dt="2020-09-30T17:05:09.288" v="3953" actId="478"/>
          <ac:picMkLst>
            <pc:docMk/>
            <pc:sldMk cId="147554883" sldId="598"/>
            <ac:picMk id="4" creationId="{CEC94DC7-F2EB-4A59-AF1E-F3C4EE77782D}"/>
          </ac:picMkLst>
        </pc:picChg>
      </pc:sldChg>
      <pc:sldChg chg="modSp mod">
        <pc:chgData name="Alpha Barry" userId="d0904203-d8be-4f12-9ac9-3ddc804e3625" providerId="ADAL" clId="{BB7D0A8F-D4E7-4ABF-BABF-91FB3CDB4F25}" dt="2020-09-30T17:20:14.854" v="4054" actId="6549"/>
        <pc:sldMkLst>
          <pc:docMk/>
          <pc:sldMk cId="3143556444" sldId="599"/>
        </pc:sldMkLst>
        <pc:spChg chg="mod">
          <ac:chgData name="Alpha Barry" userId="d0904203-d8be-4f12-9ac9-3ddc804e3625" providerId="ADAL" clId="{BB7D0A8F-D4E7-4ABF-BABF-91FB3CDB4F25}" dt="2020-09-30T17:08:04.976" v="3955"/>
          <ac:spMkLst>
            <pc:docMk/>
            <pc:sldMk cId="3143556444" sldId="599"/>
            <ac:spMk id="2" creationId="{46D69CB6-929D-4496-9BB0-2D868F6853D0}"/>
          </ac:spMkLst>
        </pc:spChg>
        <pc:graphicFrameChg chg="mod modGraphic">
          <ac:chgData name="Alpha Barry" userId="d0904203-d8be-4f12-9ac9-3ddc804e3625" providerId="ADAL" clId="{BB7D0A8F-D4E7-4ABF-BABF-91FB3CDB4F25}" dt="2020-09-30T17:20:14.854" v="4054" actId="6549"/>
          <ac:graphicFrameMkLst>
            <pc:docMk/>
            <pc:sldMk cId="3143556444" sldId="599"/>
            <ac:graphicFrameMk id="3" creationId="{492634B8-5771-4317-948A-CBBDC7D69FC8}"/>
          </ac:graphicFrameMkLst>
        </pc:graphicFrameChg>
      </pc:sldChg>
      <pc:sldChg chg="addSp delSp modSp mod">
        <pc:chgData name="Alpha Barry" userId="d0904203-d8be-4f12-9ac9-3ddc804e3625" providerId="ADAL" clId="{BB7D0A8F-D4E7-4ABF-BABF-91FB3CDB4F25}" dt="2020-09-30T17:30:00.336" v="4130" actId="20577"/>
        <pc:sldMkLst>
          <pc:docMk/>
          <pc:sldMk cId="2297267680" sldId="600"/>
        </pc:sldMkLst>
        <pc:spChg chg="mod">
          <ac:chgData name="Alpha Barry" userId="d0904203-d8be-4f12-9ac9-3ddc804e3625" providerId="ADAL" clId="{BB7D0A8F-D4E7-4ABF-BABF-91FB3CDB4F25}" dt="2020-09-30T17:08:10.084" v="3956"/>
          <ac:spMkLst>
            <pc:docMk/>
            <pc:sldMk cId="2297267680" sldId="600"/>
            <ac:spMk id="2" creationId="{46D69CB6-929D-4496-9BB0-2D868F6853D0}"/>
          </ac:spMkLst>
        </pc:spChg>
        <pc:spChg chg="mod">
          <ac:chgData name="Alpha Barry" userId="d0904203-d8be-4f12-9ac9-3ddc804e3625" providerId="ADAL" clId="{BB7D0A8F-D4E7-4ABF-BABF-91FB3CDB4F25}" dt="2020-09-30T17:24:53.673" v="4116" actId="1035"/>
          <ac:spMkLst>
            <pc:docMk/>
            <pc:sldMk cId="2297267680" sldId="600"/>
            <ac:spMk id="4" creationId="{15796FA3-A7A6-4BB7-BD5E-4A4BA8F8F2FC}"/>
          </ac:spMkLst>
        </pc:spChg>
        <pc:graphicFrameChg chg="mod modGraphic">
          <ac:chgData name="Alpha Barry" userId="d0904203-d8be-4f12-9ac9-3ddc804e3625" providerId="ADAL" clId="{BB7D0A8F-D4E7-4ABF-BABF-91FB3CDB4F25}" dt="2020-09-30T17:30:00.336" v="4130" actId="20577"/>
          <ac:graphicFrameMkLst>
            <pc:docMk/>
            <pc:sldMk cId="2297267680" sldId="600"/>
            <ac:graphicFrameMk id="3" creationId="{492634B8-5771-4317-948A-CBBDC7D69FC8}"/>
          </ac:graphicFrameMkLst>
        </pc:graphicFrameChg>
        <pc:picChg chg="add del">
          <ac:chgData name="Alpha Barry" userId="d0904203-d8be-4f12-9ac9-3ddc804e3625" providerId="ADAL" clId="{BB7D0A8F-D4E7-4ABF-BABF-91FB3CDB4F25}" dt="2020-09-30T17:24:39.906" v="4098" actId="22"/>
          <ac:picMkLst>
            <pc:docMk/>
            <pc:sldMk cId="2297267680" sldId="600"/>
            <ac:picMk id="6" creationId="{ACEE86BF-C079-41BD-94AE-1E2321AFE0FE}"/>
          </ac:picMkLst>
        </pc:picChg>
      </pc:sldChg>
      <pc:sldChg chg="modSp mod">
        <pc:chgData name="Alpha Barry" userId="d0904203-d8be-4f12-9ac9-3ddc804e3625" providerId="ADAL" clId="{BB7D0A8F-D4E7-4ABF-BABF-91FB3CDB4F25}" dt="2020-09-30T17:29:32.974" v="4127" actId="20577"/>
        <pc:sldMkLst>
          <pc:docMk/>
          <pc:sldMk cId="2232216546" sldId="601"/>
        </pc:sldMkLst>
        <pc:spChg chg="mod">
          <ac:chgData name="Alpha Barry" userId="d0904203-d8be-4f12-9ac9-3ddc804e3625" providerId="ADAL" clId="{BB7D0A8F-D4E7-4ABF-BABF-91FB3CDB4F25}" dt="2020-09-30T17:08:14.228" v="3957"/>
          <ac:spMkLst>
            <pc:docMk/>
            <pc:sldMk cId="2232216546" sldId="601"/>
            <ac:spMk id="2" creationId="{759208AB-B353-45BD-BE6E-B6BB3AE49F05}"/>
          </ac:spMkLst>
        </pc:spChg>
        <pc:graphicFrameChg chg="mod modGraphic">
          <ac:chgData name="Alpha Barry" userId="d0904203-d8be-4f12-9ac9-3ddc804e3625" providerId="ADAL" clId="{BB7D0A8F-D4E7-4ABF-BABF-91FB3CDB4F25}" dt="2020-09-30T17:29:32.974" v="4127" actId="20577"/>
          <ac:graphicFrameMkLst>
            <pc:docMk/>
            <pc:sldMk cId="2232216546" sldId="601"/>
            <ac:graphicFrameMk id="5" creationId="{2B0DC924-4C6A-44C7-A33E-EB174AD2F39A}"/>
          </ac:graphicFrameMkLst>
        </pc:graphicFrameChg>
      </pc:sldChg>
    </pc:docChg>
  </pc:docChgLst>
  <pc:docChgLst>
    <pc:chgData name="Ella Vetter" userId="c6918cf5-f6c0-43cc-8499-a1f635017de9" providerId="ADAL" clId="{C4158FC2-E398-4582-BFE2-507371A330BC}"/>
    <pc:docChg chg="undo redo custSel addSld delSld modSld sldOrd delSection modSection">
      <pc:chgData name="Ella Vetter" userId="c6918cf5-f6c0-43cc-8499-a1f635017de9" providerId="ADAL" clId="{C4158FC2-E398-4582-BFE2-507371A330BC}" dt="2020-10-14T15:58:16.248" v="4489" actId="1038"/>
      <pc:docMkLst>
        <pc:docMk/>
      </pc:docMkLst>
      <pc:sldChg chg="modSp mod">
        <pc:chgData name="Ella Vetter" userId="c6918cf5-f6c0-43cc-8499-a1f635017de9" providerId="ADAL" clId="{C4158FC2-E398-4582-BFE2-507371A330BC}" dt="2020-10-13T21:41:29.374" v="16" actId="20577"/>
        <pc:sldMkLst>
          <pc:docMk/>
          <pc:sldMk cId="4108423597" sldId="256"/>
        </pc:sldMkLst>
        <pc:spChg chg="mod">
          <ac:chgData name="Ella Vetter" userId="c6918cf5-f6c0-43cc-8499-a1f635017de9" providerId="ADAL" clId="{C4158FC2-E398-4582-BFE2-507371A330BC}" dt="2020-10-13T21:41:29.374" v="16" actId="20577"/>
          <ac:spMkLst>
            <pc:docMk/>
            <pc:sldMk cId="4108423597" sldId="256"/>
            <ac:spMk id="2" creationId="{00000000-0000-0000-0000-000000000000}"/>
          </ac:spMkLst>
        </pc:spChg>
      </pc:sldChg>
      <pc:sldChg chg="modSp del mod">
        <pc:chgData name="Ella Vetter" userId="c6918cf5-f6c0-43cc-8499-a1f635017de9" providerId="ADAL" clId="{C4158FC2-E398-4582-BFE2-507371A330BC}" dt="2020-10-13T21:54:30.377" v="569" actId="47"/>
        <pc:sldMkLst>
          <pc:docMk/>
          <pc:sldMk cId="1993397138" sldId="286"/>
        </pc:sldMkLst>
        <pc:spChg chg="mod">
          <ac:chgData name="Ella Vetter" userId="c6918cf5-f6c0-43cc-8499-a1f635017de9" providerId="ADAL" clId="{C4158FC2-E398-4582-BFE2-507371A330BC}" dt="2020-10-13T21:53:54.453" v="555" actId="20577"/>
          <ac:spMkLst>
            <pc:docMk/>
            <pc:sldMk cId="1993397138" sldId="286"/>
            <ac:spMk id="3" creationId="{37B56F8A-6BEF-459C-AFA4-6D790D24F1CB}"/>
          </ac:spMkLst>
        </pc:spChg>
      </pc:sldChg>
      <pc:sldChg chg="del">
        <pc:chgData name="Ella Vetter" userId="c6918cf5-f6c0-43cc-8499-a1f635017de9" providerId="ADAL" clId="{C4158FC2-E398-4582-BFE2-507371A330BC}" dt="2020-10-13T21:41:06.417" v="1" actId="47"/>
        <pc:sldMkLst>
          <pc:docMk/>
          <pc:sldMk cId="3907000274" sldId="317"/>
        </pc:sldMkLst>
      </pc:sldChg>
      <pc:sldChg chg="del">
        <pc:chgData name="Ella Vetter" userId="c6918cf5-f6c0-43cc-8499-a1f635017de9" providerId="ADAL" clId="{C4158FC2-E398-4582-BFE2-507371A330BC}" dt="2020-10-13T21:41:06.417" v="1" actId="47"/>
        <pc:sldMkLst>
          <pc:docMk/>
          <pc:sldMk cId="1043915023" sldId="322"/>
        </pc:sldMkLst>
      </pc:sldChg>
      <pc:sldChg chg="modSp mod">
        <pc:chgData name="Ella Vetter" userId="c6918cf5-f6c0-43cc-8499-a1f635017de9" providerId="ADAL" clId="{C4158FC2-E398-4582-BFE2-507371A330BC}" dt="2020-10-13T21:54:37.798" v="584" actId="20577"/>
        <pc:sldMkLst>
          <pc:docMk/>
          <pc:sldMk cId="3075710326" sldId="323"/>
        </pc:sldMkLst>
        <pc:spChg chg="mod">
          <ac:chgData name="Ella Vetter" userId="c6918cf5-f6c0-43cc-8499-a1f635017de9" providerId="ADAL" clId="{C4158FC2-E398-4582-BFE2-507371A330BC}" dt="2020-10-13T21:54:37.798" v="584" actId="20577"/>
          <ac:spMkLst>
            <pc:docMk/>
            <pc:sldMk cId="3075710326" sldId="323"/>
            <ac:spMk id="2" creationId="{BD0A18F3-9F12-464B-BC50-F741E79EDDDA}"/>
          </ac:spMkLst>
        </pc:spChg>
      </pc:sldChg>
      <pc:sldChg chg="del">
        <pc:chgData name="Ella Vetter" userId="c6918cf5-f6c0-43cc-8499-a1f635017de9" providerId="ADAL" clId="{C4158FC2-E398-4582-BFE2-507371A330BC}" dt="2020-10-13T21:41:06.417" v="1" actId="47"/>
        <pc:sldMkLst>
          <pc:docMk/>
          <pc:sldMk cId="2144359169" sldId="324"/>
        </pc:sldMkLst>
      </pc:sldChg>
      <pc:sldChg chg="modSp add mod">
        <pc:chgData name="Ella Vetter" userId="c6918cf5-f6c0-43cc-8499-a1f635017de9" providerId="ADAL" clId="{C4158FC2-E398-4582-BFE2-507371A330BC}" dt="2020-10-14T14:29:16.288" v="4401" actId="20577"/>
        <pc:sldMkLst>
          <pc:docMk/>
          <pc:sldMk cId="2478952601" sldId="324"/>
        </pc:sldMkLst>
        <pc:spChg chg="mod">
          <ac:chgData name="Ella Vetter" userId="c6918cf5-f6c0-43cc-8499-a1f635017de9" providerId="ADAL" clId="{C4158FC2-E398-4582-BFE2-507371A330BC}" dt="2020-10-14T00:22:21.560" v="3464" actId="13926"/>
          <ac:spMkLst>
            <pc:docMk/>
            <pc:sldMk cId="2478952601" sldId="324"/>
            <ac:spMk id="2" creationId="{12D641C7-2ECD-475C-8E11-88F1001E6E55}"/>
          </ac:spMkLst>
        </pc:spChg>
        <pc:spChg chg="mod">
          <ac:chgData name="Ella Vetter" userId="c6918cf5-f6c0-43cc-8499-a1f635017de9" providerId="ADAL" clId="{C4158FC2-E398-4582-BFE2-507371A330BC}" dt="2020-10-14T14:29:16.288" v="4401" actId="20577"/>
          <ac:spMkLst>
            <pc:docMk/>
            <pc:sldMk cId="2478952601" sldId="324"/>
            <ac:spMk id="3" creationId="{37B56F8A-6BEF-459C-AFA4-6D790D24F1CB}"/>
          </ac:spMkLst>
        </pc:spChg>
      </pc:sldChg>
      <pc:sldChg chg="del">
        <pc:chgData name="Ella Vetter" userId="c6918cf5-f6c0-43cc-8499-a1f635017de9" providerId="ADAL" clId="{C4158FC2-E398-4582-BFE2-507371A330BC}" dt="2020-10-13T21:41:06.417" v="1" actId="47"/>
        <pc:sldMkLst>
          <pc:docMk/>
          <pc:sldMk cId="614422504" sldId="325"/>
        </pc:sldMkLst>
      </pc:sldChg>
      <pc:sldChg chg="modSp add mod">
        <pc:chgData name="Ella Vetter" userId="c6918cf5-f6c0-43cc-8499-a1f635017de9" providerId="ADAL" clId="{C4158FC2-E398-4582-BFE2-507371A330BC}" dt="2020-10-14T00:10:27.658" v="3091" actId="20577"/>
        <pc:sldMkLst>
          <pc:docMk/>
          <pc:sldMk cId="1011086466" sldId="325"/>
        </pc:sldMkLst>
        <pc:spChg chg="mod">
          <ac:chgData name="Ella Vetter" userId="c6918cf5-f6c0-43cc-8499-a1f635017de9" providerId="ADAL" clId="{C4158FC2-E398-4582-BFE2-507371A330BC}" dt="2020-10-14T00:10:27.658" v="3091" actId="20577"/>
          <ac:spMkLst>
            <pc:docMk/>
            <pc:sldMk cId="1011086466" sldId="325"/>
            <ac:spMk id="2" creationId="{BD0A18F3-9F12-464B-BC50-F741E79EDDDA}"/>
          </ac:spMkLst>
        </pc:spChg>
      </pc:sldChg>
      <pc:sldChg chg="modSp add mod">
        <pc:chgData name="Ella Vetter" userId="c6918cf5-f6c0-43cc-8499-a1f635017de9" providerId="ADAL" clId="{C4158FC2-E398-4582-BFE2-507371A330BC}" dt="2020-10-14T00:10:38.192" v="3092"/>
        <pc:sldMkLst>
          <pc:docMk/>
          <pc:sldMk cId="1088720306" sldId="326"/>
        </pc:sldMkLst>
        <pc:spChg chg="mod">
          <ac:chgData name="Ella Vetter" userId="c6918cf5-f6c0-43cc-8499-a1f635017de9" providerId="ADAL" clId="{C4158FC2-E398-4582-BFE2-507371A330BC}" dt="2020-10-14T00:10:38.192" v="3092"/>
          <ac:spMkLst>
            <pc:docMk/>
            <pc:sldMk cId="1088720306" sldId="326"/>
            <ac:spMk id="2" creationId="{BD0A18F3-9F12-464B-BC50-F741E79EDDDA}"/>
          </ac:spMkLst>
        </pc:spChg>
      </pc:sldChg>
      <pc:sldChg chg="modSp add mod">
        <pc:chgData name="Ella Vetter" userId="c6918cf5-f6c0-43cc-8499-a1f635017de9" providerId="ADAL" clId="{C4158FC2-E398-4582-BFE2-507371A330BC}" dt="2020-10-14T00:10:43.196" v="3093"/>
        <pc:sldMkLst>
          <pc:docMk/>
          <pc:sldMk cId="819676128" sldId="327"/>
        </pc:sldMkLst>
        <pc:spChg chg="mod">
          <ac:chgData name="Ella Vetter" userId="c6918cf5-f6c0-43cc-8499-a1f635017de9" providerId="ADAL" clId="{C4158FC2-E398-4582-BFE2-507371A330BC}" dt="2020-10-14T00:10:43.196" v="3093"/>
          <ac:spMkLst>
            <pc:docMk/>
            <pc:sldMk cId="819676128" sldId="327"/>
            <ac:spMk id="2" creationId="{BD0A18F3-9F12-464B-BC50-F741E79EDDDA}"/>
          </ac:spMkLst>
        </pc:spChg>
      </pc:sldChg>
      <pc:sldChg chg="del">
        <pc:chgData name="Ella Vetter" userId="c6918cf5-f6c0-43cc-8499-a1f635017de9" providerId="ADAL" clId="{C4158FC2-E398-4582-BFE2-507371A330BC}" dt="2020-10-13T21:41:06.417" v="1" actId="47"/>
        <pc:sldMkLst>
          <pc:docMk/>
          <pc:sldMk cId="3424886211" sldId="327"/>
        </pc:sldMkLst>
      </pc:sldChg>
      <pc:sldChg chg="modSp add mod">
        <pc:chgData name="Ella Vetter" userId="c6918cf5-f6c0-43cc-8499-a1f635017de9" providerId="ADAL" clId="{C4158FC2-E398-4582-BFE2-507371A330BC}" dt="2020-10-14T00:10:49.223" v="3094"/>
        <pc:sldMkLst>
          <pc:docMk/>
          <pc:sldMk cId="725758676" sldId="328"/>
        </pc:sldMkLst>
        <pc:spChg chg="mod">
          <ac:chgData name="Ella Vetter" userId="c6918cf5-f6c0-43cc-8499-a1f635017de9" providerId="ADAL" clId="{C4158FC2-E398-4582-BFE2-507371A330BC}" dt="2020-10-14T00:10:49.223" v="3094"/>
          <ac:spMkLst>
            <pc:docMk/>
            <pc:sldMk cId="725758676" sldId="328"/>
            <ac:spMk id="2" creationId="{BD0A18F3-9F12-464B-BC50-F741E79EDDDA}"/>
          </ac:spMkLst>
        </pc:spChg>
      </pc:sldChg>
      <pc:sldChg chg="del">
        <pc:chgData name="Ella Vetter" userId="c6918cf5-f6c0-43cc-8499-a1f635017de9" providerId="ADAL" clId="{C4158FC2-E398-4582-BFE2-507371A330BC}" dt="2020-10-13T21:41:06.417" v="1" actId="47"/>
        <pc:sldMkLst>
          <pc:docMk/>
          <pc:sldMk cId="3387184851" sldId="328"/>
        </pc:sldMkLst>
      </pc:sldChg>
      <pc:sldChg chg="modSp add mod">
        <pc:chgData name="Ella Vetter" userId="c6918cf5-f6c0-43cc-8499-a1f635017de9" providerId="ADAL" clId="{C4158FC2-E398-4582-BFE2-507371A330BC}" dt="2020-10-14T00:10:53.771" v="3095"/>
        <pc:sldMkLst>
          <pc:docMk/>
          <pc:sldMk cId="1798917787" sldId="329"/>
        </pc:sldMkLst>
        <pc:spChg chg="mod">
          <ac:chgData name="Ella Vetter" userId="c6918cf5-f6c0-43cc-8499-a1f635017de9" providerId="ADAL" clId="{C4158FC2-E398-4582-BFE2-507371A330BC}" dt="2020-10-14T00:10:53.771" v="3095"/>
          <ac:spMkLst>
            <pc:docMk/>
            <pc:sldMk cId="1798917787" sldId="329"/>
            <ac:spMk id="2" creationId="{BD0A18F3-9F12-464B-BC50-F741E79EDDDA}"/>
          </ac:spMkLst>
        </pc:spChg>
      </pc:sldChg>
      <pc:sldChg chg="del">
        <pc:chgData name="Ella Vetter" userId="c6918cf5-f6c0-43cc-8499-a1f635017de9" providerId="ADAL" clId="{C4158FC2-E398-4582-BFE2-507371A330BC}" dt="2020-10-13T21:41:06.417" v="1" actId="47"/>
        <pc:sldMkLst>
          <pc:docMk/>
          <pc:sldMk cId="3181804548" sldId="329"/>
        </pc:sldMkLst>
      </pc:sldChg>
      <pc:sldChg chg="modSp add mod ord">
        <pc:chgData name="Ella Vetter" userId="c6918cf5-f6c0-43cc-8499-a1f635017de9" providerId="ADAL" clId="{C4158FC2-E398-4582-BFE2-507371A330BC}" dt="2020-10-14T00:03:15.556" v="2942"/>
        <pc:sldMkLst>
          <pc:docMk/>
          <pc:sldMk cId="3206498922" sldId="330"/>
        </pc:sldMkLst>
        <pc:spChg chg="mod">
          <ac:chgData name="Ella Vetter" userId="c6918cf5-f6c0-43cc-8499-a1f635017de9" providerId="ADAL" clId="{C4158FC2-E398-4582-BFE2-507371A330BC}" dt="2020-10-14T00:02:27.769" v="2940" actId="20577"/>
          <ac:spMkLst>
            <pc:docMk/>
            <pc:sldMk cId="3206498922" sldId="330"/>
            <ac:spMk id="2" creationId="{BD0A18F3-9F12-464B-BC50-F741E79EDDDA}"/>
          </ac:spMkLst>
        </pc:spChg>
      </pc:sldChg>
      <pc:sldChg chg="del">
        <pc:chgData name="Ella Vetter" userId="c6918cf5-f6c0-43cc-8499-a1f635017de9" providerId="ADAL" clId="{C4158FC2-E398-4582-BFE2-507371A330BC}" dt="2020-10-13T21:41:06.417" v="1" actId="47"/>
        <pc:sldMkLst>
          <pc:docMk/>
          <pc:sldMk cId="3361638120" sldId="330"/>
        </pc:sldMkLst>
      </pc:sldChg>
      <pc:sldChg chg="del">
        <pc:chgData name="Ella Vetter" userId="c6918cf5-f6c0-43cc-8499-a1f635017de9" providerId="ADAL" clId="{C4158FC2-E398-4582-BFE2-507371A330BC}" dt="2020-10-13T21:41:06.417" v="1" actId="47"/>
        <pc:sldMkLst>
          <pc:docMk/>
          <pc:sldMk cId="1104225524" sldId="331"/>
        </pc:sldMkLst>
      </pc:sldChg>
      <pc:sldChg chg="modSp add mod">
        <pc:chgData name="Ella Vetter" userId="c6918cf5-f6c0-43cc-8499-a1f635017de9" providerId="ADAL" clId="{C4158FC2-E398-4582-BFE2-507371A330BC}" dt="2020-10-14T00:07:53.283" v="3056" actId="20577"/>
        <pc:sldMkLst>
          <pc:docMk/>
          <pc:sldMk cId="3574472376" sldId="331"/>
        </pc:sldMkLst>
        <pc:spChg chg="mod">
          <ac:chgData name="Ella Vetter" userId="c6918cf5-f6c0-43cc-8499-a1f635017de9" providerId="ADAL" clId="{C4158FC2-E398-4582-BFE2-507371A330BC}" dt="2020-10-14T00:07:53.283" v="3056" actId="20577"/>
          <ac:spMkLst>
            <pc:docMk/>
            <pc:sldMk cId="3574472376" sldId="331"/>
            <ac:spMk id="2" creationId="{BD0A18F3-9F12-464B-BC50-F741E79EDDDA}"/>
          </ac:spMkLst>
        </pc:spChg>
      </pc:sldChg>
      <pc:sldChg chg="del">
        <pc:chgData name="Ella Vetter" userId="c6918cf5-f6c0-43cc-8499-a1f635017de9" providerId="ADAL" clId="{C4158FC2-E398-4582-BFE2-507371A330BC}" dt="2020-10-13T21:41:06.417" v="1" actId="47"/>
        <pc:sldMkLst>
          <pc:docMk/>
          <pc:sldMk cId="160421503" sldId="332"/>
        </pc:sldMkLst>
      </pc:sldChg>
      <pc:sldChg chg="modSp add mod">
        <pc:chgData name="Ella Vetter" userId="c6918cf5-f6c0-43cc-8499-a1f635017de9" providerId="ADAL" clId="{C4158FC2-E398-4582-BFE2-507371A330BC}" dt="2020-10-13T21:57:59.147" v="710" actId="20577"/>
        <pc:sldMkLst>
          <pc:docMk/>
          <pc:sldMk cId="971033122" sldId="332"/>
        </pc:sldMkLst>
        <pc:spChg chg="mod">
          <ac:chgData name="Ella Vetter" userId="c6918cf5-f6c0-43cc-8499-a1f635017de9" providerId="ADAL" clId="{C4158FC2-E398-4582-BFE2-507371A330BC}" dt="2020-10-13T21:57:59.147" v="710" actId="20577"/>
          <ac:spMkLst>
            <pc:docMk/>
            <pc:sldMk cId="971033122" sldId="332"/>
            <ac:spMk id="2" creationId="{BD0A18F3-9F12-464B-BC50-F741E79EDDDA}"/>
          </ac:spMkLst>
        </pc:spChg>
      </pc:sldChg>
      <pc:sldChg chg="del">
        <pc:chgData name="Ella Vetter" userId="c6918cf5-f6c0-43cc-8499-a1f635017de9" providerId="ADAL" clId="{C4158FC2-E398-4582-BFE2-507371A330BC}" dt="2020-10-13T21:41:06.417" v="1" actId="47"/>
        <pc:sldMkLst>
          <pc:docMk/>
          <pc:sldMk cId="1112397528" sldId="333"/>
        </pc:sldMkLst>
      </pc:sldChg>
      <pc:sldChg chg="modSp add mod">
        <pc:chgData name="Ella Vetter" userId="c6918cf5-f6c0-43cc-8499-a1f635017de9" providerId="ADAL" clId="{C4158FC2-E398-4582-BFE2-507371A330BC}" dt="2020-10-13T21:58:15.109" v="731" actId="20577"/>
        <pc:sldMkLst>
          <pc:docMk/>
          <pc:sldMk cId="1918112933" sldId="333"/>
        </pc:sldMkLst>
        <pc:spChg chg="mod">
          <ac:chgData name="Ella Vetter" userId="c6918cf5-f6c0-43cc-8499-a1f635017de9" providerId="ADAL" clId="{C4158FC2-E398-4582-BFE2-507371A330BC}" dt="2020-10-13T21:58:15.109" v="731" actId="20577"/>
          <ac:spMkLst>
            <pc:docMk/>
            <pc:sldMk cId="1918112933" sldId="333"/>
            <ac:spMk id="2" creationId="{BD0A18F3-9F12-464B-BC50-F741E79EDDDA}"/>
          </ac:spMkLst>
        </pc:spChg>
      </pc:sldChg>
      <pc:sldChg chg="modSp add mod">
        <pc:chgData name="Ella Vetter" userId="c6918cf5-f6c0-43cc-8499-a1f635017de9" providerId="ADAL" clId="{C4158FC2-E398-4582-BFE2-507371A330BC}" dt="2020-10-13T21:58:32.587" v="739" actId="20577"/>
        <pc:sldMkLst>
          <pc:docMk/>
          <pc:sldMk cId="58538098" sldId="334"/>
        </pc:sldMkLst>
        <pc:spChg chg="mod">
          <ac:chgData name="Ella Vetter" userId="c6918cf5-f6c0-43cc-8499-a1f635017de9" providerId="ADAL" clId="{C4158FC2-E398-4582-BFE2-507371A330BC}" dt="2020-10-13T21:58:32.587" v="739" actId="20577"/>
          <ac:spMkLst>
            <pc:docMk/>
            <pc:sldMk cId="58538098" sldId="334"/>
            <ac:spMk id="2" creationId="{BD0A18F3-9F12-464B-BC50-F741E79EDDDA}"/>
          </ac:spMkLst>
        </pc:spChg>
      </pc:sldChg>
      <pc:sldChg chg="del">
        <pc:chgData name="Ella Vetter" userId="c6918cf5-f6c0-43cc-8499-a1f635017de9" providerId="ADAL" clId="{C4158FC2-E398-4582-BFE2-507371A330BC}" dt="2020-10-13T21:41:06.417" v="1" actId="47"/>
        <pc:sldMkLst>
          <pc:docMk/>
          <pc:sldMk cId="72820486" sldId="334"/>
        </pc:sldMkLst>
      </pc:sldChg>
      <pc:sldChg chg="modSp add mod">
        <pc:chgData name="Ella Vetter" userId="c6918cf5-f6c0-43cc-8499-a1f635017de9" providerId="ADAL" clId="{C4158FC2-E398-4582-BFE2-507371A330BC}" dt="2020-10-13T22:49:43.038" v="2275" actId="20577"/>
        <pc:sldMkLst>
          <pc:docMk/>
          <pc:sldMk cId="1816304097" sldId="335"/>
        </pc:sldMkLst>
        <pc:spChg chg="mod">
          <ac:chgData name="Ella Vetter" userId="c6918cf5-f6c0-43cc-8499-a1f635017de9" providerId="ADAL" clId="{C4158FC2-E398-4582-BFE2-507371A330BC}" dt="2020-10-13T22:49:43.038" v="2275" actId="20577"/>
          <ac:spMkLst>
            <pc:docMk/>
            <pc:sldMk cId="1816304097" sldId="335"/>
            <ac:spMk id="2" creationId="{BD0A18F3-9F12-464B-BC50-F741E79EDDDA}"/>
          </ac:spMkLst>
        </pc:spChg>
      </pc:sldChg>
      <pc:sldChg chg="modSp add mod">
        <pc:chgData name="Ella Vetter" userId="c6918cf5-f6c0-43cc-8499-a1f635017de9" providerId="ADAL" clId="{C4158FC2-E398-4582-BFE2-507371A330BC}" dt="2020-10-13T21:59:03.243" v="757" actId="20577"/>
        <pc:sldMkLst>
          <pc:docMk/>
          <pc:sldMk cId="2455909123" sldId="336"/>
        </pc:sldMkLst>
        <pc:spChg chg="mod">
          <ac:chgData name="Ella Vetter" userId="c6918cf5-f6c0-43cc-8499-a1f635017de9" providerId="ADAL" clId="{C4158FC2-E398-4582-BFE2-507371A330BC}" dt="2020-10-13T21:59:03.243" v="757" actId="20577"/>
          <ac:spMkLst>
            <pc:docMk/>
            <pc:sldMk cId="2455909123" sldId="336"/>
            <ac:spMk id="2" creationId="{BD0A18F3-9F12-464B-BC50-F741E79EDDDA}"/>
          </ac:spMkLst>
        </pc:spChg>
      </pc:sldChg>
      <pc:sldChg chg="modSp add del mod modNotesTx">
        <pc:chgData name="Ella Vetter" userId="c6918cf5-f6c0-43cc-8499-a1f635017de9" providerId="ADAL" clId="{C4158FC2-E398-4582-BFE2-507371A330BC}" dt="2020-10-14T11:57:04.030" v="3728" actId="47"/>
        <pc:sldMkLst>
          <pc:docMk/>
          <pc:sldMk cId="2864235742" sldId="337"/>
        </pc:sldMkLst>
        <pc:spChg chg="mod">
          <ac:chgData name="Ella Vetter" userId="c6918cf5-f6c0-43cc-8499-a1f635017de9" providerId="ADAL" clId="{C4158FC2-E398-4582-BFE2-507371A330BC}" dt="2020-10-13T21:59:34.366" v="806" actId="20577"/>
          <ac:spMkLst>
            <pc:docMk/>
            <pc:sldMk cId="2864235742" sldId="337"/>
            <ac:spMk id="2" creationId="{BD0A18F3-9F12-464B-BC50-F741E79EDDDA}"/>
          </ac:spMkLst>
        </pc:spChg>
      </pc:sldChg>
      <pc:sldChg chg="del">
        <pc:chgData name="Ella Vetter" userId="c6918cf5-f6c0-43cc-8499-a1f635017de9" providerId="ADAL" clId="{C4158FC2-E398-4582-BFE2-507371A330BC}" dt="2020-10-13T21:41:06.417" v="1" actId="47"/>
        <pc:sldMkLst>
          <pc:docMk/>
          <pc:sldMk cId="3950816245" sldId="337"/>
        </pc:sldMkLst>
      </pc:sldChg>
      <pc:sldChg chg="del">
        <pc:chgData name="Ella Vetter" userId="c6918cf5-f6c0-43cc-8499-a1f635017de9" providerId="ADAL" clId="{C4158FC2-E398-4582-BFE2-507371A330BC}" dt="2020-10-13T21:41:06.417" v="1" actId="47"/>
        <pc:sldMkLst>
          <pc:docMk/>
          <pc:sldMk cId="254962218" sldId="338"/>
        </pc:sldMkLst>
      </pc:sldChg>
      <pc:sldChg chg="modSp new mod">
        <pc:chgData name="Ella Vetter" userId="c6918cf5-f6c0-43cc-8499-a1f635017de9" providerId="ADAL" clId="{C4158FC2-E398-4582-BFE2-507371A330BC}" dt="2020-10-14T13:39:37.887" v="3737" actId="14100"/>
        <pc:sldMkLst>
          <pc:docMk/>
          <pc:sldMk cId="674931229" sldId="338"/>
        </pc:sldMkLst>
        <pc:spChg chg="mod">
          <ac:chgData name="Ella Vetter" userId="c6918cf5-f6c0-43cc-8499-a1f635017de9" providerId="ADAL" clId="{C4158FC2-E398-4582-BFE2-507371A330BC}" dt="2020-10-13T21:59:47.887" v="822" actId="20577"/>
          <ac:spMkLst>
            <pc:docMk/>
            <pc:sldMk cId="674931229" sldId="338"/>
            <ac:spMk id="2" creationId="{198718CC-B593-4A65-83D9-92FAF655492C}"/>
          </ac:spMkLst>
        </pc:spChg>
        <pc:spChg chg="mod">
          <ac:chgData name="Ella Vetter" userId="c6918cf5-f6c0-43cc-8499-a1f635017de9" providerId="ADAL" clId="{C4158FC2-E398-4582-BFE2-507371A330BC}" dt="2020-10-14T13:39:37.887" v="3737" actId="14100"/>
          <ac:spMkLst>
            <pc:docMk/>
            <pc:sldMk cId="674931229" sldId="338"/>
            <ac:spMk id="3" creationId="{FB9DF1FC-8640-4E24-A148-6E8E2087DD7B}"/>
          </ac:spMkLst>
        </pc:spChg>
      </pc:sldChg>
      <pc:sldChg chg="del">
        <pc:chgData name="Ella Vetter" userId="c6918cf5-f6c0-43cc-8499-a1f635017de9" providerId="ADAL" clId="{C4158FC2-E398-4582-BFE2-507371A330BC}" dt="2020-10-13T21:41:06.417" v="1" actId="47"/>
        <pc:sldMkLst>
          <pc:docMk/>
          <pc:sldMk cId="3007900125" sldId="339"/>
        </pc:sldMkLst>
      </pc:sldChg>
      <pc:sldChg chg="modSp add mod">
        <pc:chgData name="Ella Vetter" userId="c6918cf5-f6c0-43cc-8499-a1f635017de9" providerId="ADAL" clId="{C4158FC2-E398-4582-BFE2-507371A330BC}" dt="2020-10-14T13:39:31.922" v="3736" actId="123"/>
        <pc:sldMkLst>
          <pc:docMk/>
          <pc:sldMk cId="3104404828" sldId="339"/>
        </pc:sldMkLst>
        <pc:spChg chg="mod">
          <ac:chgData name="Ella Vetter" userId="c6918cf5-f6c0-43cc-8499-a1f635017de9" providerId="ADAL" clId="{C4158FC2-E398-4582-BFE2-507371A330BC}" dt="2020-10-14T13:39:31.922" v="3736" actId="123"/>
          <ac:spMkLst>
            <pc:docMk/>
            <pc:sldMk cId="3104404828" sldId="339"/>
            <ac:spMk id="3" creationId="{FB9DF1FC-8640-4E24-A148-6E8E2087DD7B}"/>
          </ac:spMkLst>
        </pc:spChg>
      </pc:sldChg>
      <pc:sldChg chg="del">
        <pc:chgData name="Ella Vetter" userId="c6918cf5-f6c0-43cc-8499-a1f635017de9" providerId="ADAL" clId="{C4158FC2-E398-4582-BFE2-507371A330BC}" dt="2020-10-13T21:41:06.417" v="1" actId="47"/>
        <pc:sldMkLst>
          <pc:docMk/>
          <pc:sldMk cId="2349022401" sldId="340"/>
        </pc:sldMkLst>
      </pc:sldChg>
      <pc:sldChg chg="addSp delSp modSp new mod">
        <pc:chgData name="Ella Vetter" userId="c6918cf5-f6c0-43cc-8499-a1f635017de9" providerId="ADAL" clId="{C4158FC2-E398-4582-BFE2-507371A330BC}" dt="2020-10-14T15:58:16.248" v="4489" actId="1038"/>
        <pc:sldMkLst>
          <pc:docMk/>
          <pc:sldMk cId="3524816448" sldId="340"/>
        </pc:sldMkLst>
        <pc:spChg chg="mod">
          <ac:chgData name="Ella Vetter" userId="c6918cf5-f6c0-43cc-8499-a1f635017de9" providerId="ADAL" clId="{C4158FC2-E398-4582-BFE2-507371A330BC}" dt="2020-10-13T22:02:22.554" v="928" actId="5793"/>
          <ac:spMkLst>
            <pc:docMk/>
            <pc:sldMk cId="3524816448" sldId="340"/>
            <ac:spMk id="2" creationId="{9646703F-2C7C-4BC7-8749-64E5EDC6555A}"/>
          </ac:spMkLst>
        </pc:spChg>
        <pc:spChg chg="del">
          <ac:chgData name="Ella Vetter" userId="c6918cf5-f6c0-43cc-8499-a1f635017de9" providerId="ADAL" clId="{C4158FC2-E398-4582-BFE2-507371A330BC}" dt="2020-10-13T22:02:49.055" v="929" actId="478"/>
          <ac:spMkLst>
            <pc:docMk/>
            <pc:sldMk cId="3524816448" sldId="340"/>
            <ac:spMk id="3" creationId="{95487A91-BBEC-42DC-8914-9E156B4B9FEE}"/>
          </ac:spMkLst>
        </pc:spChg>
        <pc:spChg chg="mod">
          <ac:chgData name="Ella Vetter" userId="c6918cf5-f6c0-43cc-8499-a1f635017de9" providerId="ADAL" clId="{C4158FC2-E398-4582-BFE2-507371A330BC}" dt="2020-10-13T22:02:49.371" v="930"/>
          <ac:spMkLst>
            <pc:docMk/>
            <pc:sldMk cId="3524816448" sldId="340"/>
            <ac:spMk id="7" creationId="{E135750C-FEAA-49AD-85DB-BEECB60FD92C}"/>
          </ac:spMkLst>
        </pc:spChg>
        <pc:spChg chg="add del mod">
          <ac:chgData name="Ella Vetter" userId="c6918cf5-f6c0-43cc-8499-a1f635017de9" providerId="ADAL" clId="{C4158FC2-E398-4582-BFE2-507371A330BC}" dt="2020-10-13T22:02:51.452" v="931"/>
          <ac:spMkLst>
            <pc:docMk/>
            <pc:sldMk cId="3524816448" sldId="340"/>
            <ac:spMk id="8" creationId="{9A65029D-FBE0-4193-8511-A1C817B7C6E8}"/>
          </ac:spMkLst>
        </pc:spChg>
        <pc:spChg chg="mod">
          <ac:chgData name="Ella Vetter" userId="c6918cf5-f6c0-43cc-8499-a1f635017de9" providerId="ADAL" clId="{C4158FC2-E398-4582-BFE2-507371A330BC}" dt="2020-10-13T22:02:49.371" v="930"/>
          <ac:spMkLst>
            <pc:docMk/>
            <pc:sldMk cId="3524816448" sldId="340"/>
            <ac:spMk id="11" creationId="{D1A7FBEA-2DA4-445E-857A-4F4051C70B78}"/>
          </ac:spMkLst>
        </pc:spChg>
        <pc:spChg chg="add del mod">
          <ac:chgData name="Ella Vetter" userId="c6918cf5-f6c0-43cc-8499-a1f635017de9" providerId="ADAL" clId="{C4158FC2-E398-4582-BFE2-507371A330BC}" dt="2020-10-13T22:02:51.452" v="931"/>
          <ac:spMkLst>
            <pc:docMk/>
            <pc:sldMk cId="3524816448" sldId="340"/>
            <ac:spMk id="12" creationId="{03FA7FA0-7F51-498B-A849-6186D94E6B36}"/>
          </ac:spMkLst>
        </pc:spChg>
        <pc:spChg chg="mod">
          <ac:chgData name="Ella Vetter" userId="c6918cf5-f6c0-43cc-8499-a1f635017de9" providerId="ADAL" clId="{C4158FC2-E398-4582-BFE2-507371A330BC}" dt="2020-10-13T22:02:49.371" v="930"/>
          <ac:spMkLst>
            <pc:docMk/>
            <pc:sldMk cId="3524816448" sldId="340"/>
            <ac:spMk id="15" creationId="{035FE881-6D85-4711-BBDE-9FC930BC2F13}"/>
          </ac:spMkLst>
        </pc:spChg>
        <pc:spChg chg="add del mod">
          <ac:chgData name="Ella Vetter" userId="c6918cf5-f6c0-43cc-8499-a1f635017de9" providerId="ADAL" clId="{C4158FC2-E398-4582-BFE2-507371A330BC}" dt="2020-10-13T22:02:51.452" v="931"/>
          <ac:spMkLst>
            <pc:docMk/>
            <pc:sldMk cId="3524816448" sldId="340"/>
            <ac:spMk id="16" creationId="{9ABF7FD9-9D56-4E34-9703-4425A183072C}"/>
          </ac:spMkLst>
        </pc:spChg>
        <pc:spChg chg="mod">
          <ac:chgData name="Ella Vetter" userId="c6918cf5-f6c0-43cc-8499-a1f635017de9" providerId="ADAL" clId="{C4158FC2-E398-4582-BFE2-507371A330BC}" dt="2020-10-13T22:02:55.412" v="932"/>
          <ac:spMkLst>
            <pc:docMk/>
            <pc:sldMk cId="3524816448" sldId="340"/>
            <ac:spMk id="21" creationId="{641BC7D2-1A3C-4654-A024-7697BBF739C9}"/>
          </ac:spMkLst>
        </pc:spChg>
        <pc:spChg chg="add mod">
          <ac:chgData name="Ella Vetter" userId="c6918cf5-f6c0-43cc-8499-a1f635017de9" providerId="ADAL" clId="{C4158FC2-E398-4582-BFE2-507371A330BC}" dt="2020-10-13T22:03:05.489" v="940" actId="1035"/>
          <ac:spMkLst>
            <pc:docMk/>
            <pc:sldMk cId="3524816448" sldId="340"/>
            <ac:spMk id="22" creationId="{EE74DFA6-D726-4723-8588-CBB0B9BCB71E}"/>
          </ac:spMkLst>
        </pc:spChg>
        <pc:spChg chg="mod">
          <ac:chgData name="Ella Vetter" userId="c6918cf5-f6c0-43cc-8499-a1f635017de9" providerId="ADAL" clId="{C4158FC2-E398-4582-BFE2-507371A330BC}" dt="2020-10-13T22:02:55.412" v="932"/>
          <ac:spMkLst>
            <pc:docMk/>
            <pc:sldMk cId="3524816448" sldId="340"/>
            <ac:spMk id="25" creationId="{9A926EFB-F22D-4FD1-9459-65F37E1C0553}"/>
          </ac:spMkLst>
        </pc:spChg>
        <pc:spChg chg="add mod">
          <ac:chgData name="Ella Vetter" userId="c6918cf5-f6c0-43cc-8499-a1f635017de9" providerId="ADAL" clId="{C4158FC2-E398-4582-BFE2-507371A330BC}" dt="2020-10-14T15:58:11.687" v="4483" actId="1035"/>
          <ac:spMkLst>
            <pc:docMk/>
            <pc:sldMk cId="3524816448" sldId="340"/>
            <ac:spMk id="26" creationId="{A244E56A-51AB-4117-A02D-E3DB513B4B7E}"/>
          </ac:spMkLst>
        </pc:spChg>
        <pc:spChg chg="mod">
          <ac:chgData name="Ella Vetter" userId="c6918cf5-f6c0-43cc-8499-a1f635017de9" providerId="ADAL" clId="{C4158FC2-E398-4582-BFE2-507371A330BC}" dt="2020-10-13T22:02:55.412" v="932"/>
          <ac:spMkLst>
            <pc:docMk/>
            <pc:sldMk cId="3524816448" sldId="340"/>
            <ac:spMk id="29" creationId="{2C845A48-AB94-4000-A096-8D99955D29AE}"/>
          </ac:spMkLst>
        </pc:spChg>
        <pc:spChg chg="add mod">
          <ac:chgData name="Ella Vetter" userId="c6918cf5-f6c0-43cc-8499-a1f635017de9" providerId="ADAL" clId="{C4158FC2-E398-4582-BFE2-507371A330BC}" dt="2020-10-14T15:58:16.248" v="4489" actId="1038"/>
          <ac:spMkLst>
            <pc:docMk/>
            <pc:sldMk cId="3524816448" sldId="340"/>
            <ac:spMk id="30" creationId="{6ACC8223-6F5A-43FF-824F-9E279CB5DC75}"/>
          </ac:spMkLst>
        </pc:spChg>
        <pc:grpChg chg="add del mod">
          <ac:chgData name="Ella Vetter" userId="c6918cf5-f6c0-43cc-8499-a1f635017de9" providerId="ADAL" clId="{C4158FC2-E398-4582-BFE2-507371A330BC}" dt="2020-10-13T22:02:51.452" v="931"/>
          <ac:grpSpMkLst>
            <pc:docMk/>
            <pc:sldMk cId="3524816448" sldId="340"/>
            <ac:grpSpMk id="5" creationId="{0DAE21ED-608D-40B2-8295-9A05D61C5883}"/>
          </ac:grpSpMkLst>
        </pc:grpChg>
        <pc:grpChg chg="add del mod">
          <ac:chgData name="Ella Vetter" userId="c6918cf5-f6c0-43cc-8499-a1f635017de9" providerId="ADAL" clId="{C4158FC2-E398-4582-BFE2-507371A330BC}" dt="2020-10-13T22:02:51.452" v="931"/>
          <ac:grpSpMkLst>
            <pc:docMk/>
            <pc:sldMk cId="3524816448" sldId="340"/>
            <ac:grpSpMk id="9" creationId="{5B3D240F-5652-498E-AE76-F81AB736C475}"/>
          </ac:grpSpMkLst>
        </pc:grpChg>
        <pc:grpChg chg="add del mod">
          <ac:chgData name="Ella Vetter" userId="c6918cf5-f6c0-43cc-8499-a1f635017de9" providerId="ADAL" clId="{C4158FC2-E398-4582-BFE2-507371A330BC}" dt="2020-10-13T22:02:51.452" v="931"/>
          <ac:grpSpMkLst>
            <pc:docMk/>
            <pc:sldMk cId="3524816448" sldId="340"/>
            <ac:grpSpMk id="13" creationId="{803B871B-32FB-4792-A0AF-32ACFA379FD1}"/>
          </ac:grpSpMkLst>
        </pc:grpChg>
        <pc:grpChg chg="add mod ord">
          <ac:chgData name="Ella Vetter" userId="c6918cf5-f6c0-43cc-8499-a1f635017de9" providerId="ADAL" clId="{C4158FC2-E398-4582-BFE2-507371A330BC}" dt="2020-10-14T15:57:44.895" v="4432" actId="1036"/>
          <ac:grpSpMkLst>
            <pc:docMk/>
            <pc:sldMk cId="3524816448" sldId="340"/>
            <ac:grpSpMk id="19" creationId="{3F874321-BCCE-47B9-B35D-0E7907AE48ED}"/>
          </ac:grpSpMkLst>
        </pc:grpChg>
        <pc:grpChg chg="add mod ord">
          <ac:chgData name="Ella Vetter" userId="c6918cf5-f6c0-43cc-8499-a1f635017de9" providerId="ADAL" clId="{C4158FC2-E398-4582-BFE2-507371A330BC}" dt="2020-10-14T15:57:49.546" v="4438" actId="1035"/>
          <ac:grpSpMkLst>
            <pc:docMk/>
            <pc:sldMk cId="3524816448" sldId="340"/>
            <ac:grpSpMk id="23" creationId="{4347C0EC-F99B-4114-A131-5942DAF88B2D}"/>
          </ac:grpSpMkLst>
        </pc:grpChg>
        <pc:grpChg chg="add mod ord">
          <ac:chgData name="Ella Vetter" userId="c6918cf5-f6c0-43cc-8499-a1f635017de9" providerId="ADAL" clId="{C4158FC2-E398-4582-BFE2-507371A330BC}" dt="2020-10-14T15:58:08.707" v="4480" actId="1035"/>
          <ac:grpSpMkLst>
            <pc:docMk/>
            <pc:sldMk cId="3524816448" sldId="340"/>
            <ac:grpSpMk id="27" creationId="{44845D91-69BB-4F03-912E-EB0E4838F972}"/>
          </ac:grpSpMkLst>
        </pc:grpChg>
        <pc:picChg chg="add del mod">
          <ac:chgData name="Ella Vetter" userId="c6918cf5-f6c0-43cc-8499-a1f635017de9" providerId="ADAL" clId="{C4158FC2-E398-4582-BFE2-507371A330BC}" dt="2020-10-13T22:02:51.452" v="931"/>
          <ac:picMkLst>
            <pc:docMk/>
            <pc:sldMk cId="3524816448" sldId="340"/>
            <ac:picMk id="4" creationId="{9E1ED855-1688-492C-9D3F-1C891CBE6F0B}"/>
          </ac:picMkLst>
        </pc:picChg>
        <pc:picChg chg="add mod ord">
          <ac:chgData name="Ella Vetter" userId="c6918cf5-f6c0-43cc-8499-a1f635017de9" providerId="ADAL" clId="{C4158FC2-E398-4582-BFE2-507371A330BC}" dt="2020-10-14T15:57:41.645" v="4427" actId="14100"/>
          <ac:picMkLst>
            <pc:docMk/>
            <pc:sldMk cId="3524816448" sldId="340"/>
            <ac:picMk id="4" creationId="{DAF7AEC3-3265-4262-9143-7B42EB1B9490}"/>
          </ac:picMkLst>
        </pc:picChg>
        <pc:picChg chg="add mod">
          <ac:chgData name="Ella Vetter" userId="c6918cf5-f6c0-43cc-8499-a1f635017de9" providerId="ADAL" clId="{C4158FC2-E398-4582-BFE2-507371A330BC}" dt="2020-10-13T22:03:05.489" v="940" actId="1035"/>
          <ac:picMkLst>
            <pc:docMk/>
            <pc:sldMk cId="3524816448" sldId="340"/>
            <ac:picMk id="17" creationId="{0A08BFBA-95C1-4D4B-AB82-1C86FEF3412D}"/>
          </ac:picMkLst>
        </pc:picChg>
        <pc:picChg chg="add del mod">
          <ac:chgData name="Ella Vetter" userId="c6918cf5-f6c0-43cc-8499-a1f635017de9" providerId="ADAL" clId="{C4158FC2-E398-4582-BFE2-507371A330BC}" dt="2020-10-14T15:57:06.404" v="4415" actId="478"/>
          <ac:picMkLst>
            <pc:docMk/>
            <pc:sldMk cId="3524816448" sldId="340"/>
            <ac:picMk id="18" creationId="{E323EA4B-C554-4A37-B11A-E4DD54167EB5}"/>
          </ac:picMkLst>
        </pc:picChg>
        <pc:cxnChg chg="mod">
          <ac:chgData name="Ella Vetter" userId="c6918cf5-f6c0-43cc-8499-a1f635017de9" providerId="ADAL" clId="{C4158FC2-E398-4582-BFE2-507371A330BC}" dt="2020-10-13T22:02:49.371" v="930"/>
          <ac:cxnSpMkLst>
            <pc:docMk/>
            <pc:sldMk cId="3524816448" sldId="340"/>
            <ac:cxnSpMk id="6" creationId="{E28FA364-52F0-4EC8-BBA6-A85F7B1D5C2D}"/>
          </ac:cxnSpMkLst>
        </pc:cxnChg>
        <pc:cxnChg chg="mod">
          <ac:chgData name="Ella Vetter" userId="c6918cf5-f6c0-43cc-8499-a1f635017de9" providerId="ADAL" clId="{C4158FC2-E398-4582-BFE2-507371A330BC}" dt="2020-10-13T22:02:49.371" v="930"/>
          <ac:cxnSpMkLst>
            <pc:docMk/>
            <pc:sldMk cId="3524816448" sldId="340"/>
            <ac:cxnSpMk id="10" creationId="{0D8221CD-57BC-42B2-80A1-107630B02FAE}"/>
          </ac:cxnSpMkLst>
        </pc:cxnChg>
        <pc:cxnChg chg="mod">
          <ac:chgData name="Ella Vetter" userId="c6918cf5-f6c0-43cc-8499-a1f635017de9" providerId="ADAL" clId="{C4158FC2-E398-4582-BFE2-507371A330BC}" dt="2020-10-13T22:02:49.371" v="930"/>
          <ac:cxnSpMkLst>
            <pc:docMk/>
            <pc:sldMk cId="3524816448" sldId="340"/>
            <ac:cxnSpMk id="14" creationId="{5C9EA86E-F62D-4589-9E41-8940E815F7D4}"/>
          </ac:cxnSpMkLst>
        </pc:cxnChg>
        <pc:cxnChg chg="mod">
          <ac:chgData name="Ella Vetter" userId="c6918cf5-f6c0-43cc-8499-a1f635017de9" providerId="ADAL" clId="{C4158FC2-E398-4582-BFE2-507371A330BC}" dt="2020-10-13T22:02:55.412" v="932"/>
          <ac:cxnSpMkLst>
            <pc:docMk/>
            <pc:sldMk cId="3524816448" sldId="340"/>
            <ac:cxnSpMk id="20" creationId="{F3051EA1-6C56-4C18-817A-17BB43E19FD6}"/>
          </ac:cxnSpMkLst>
        </pc:cxnChg>
        <pc:cxnChg chg="mod">
          <ac:chgData name="Ella Vetter" userId="c6918cf5-f6c0-43cc-8499-a1f635017de9" providerId="ADAL" clId="{C4158FC2-E398-4582-BFE2-507371A330BC}" dt="2020-10-13T22:02:55.412" v="932"/>
          <ac:cxnSpMkLst>
            <pc:docMk/>
            <pc:sldMk cId="3524816448" sldId="340"/>
            <ac:cxnSpMk id="24" creationId="{9A4AE2FF-086A-4D4F-A744-FD1E21305179}"/>
          </ac:cxnSpMkLst>
        </pc:cxnChg>
        <pc:cxnChg chg="mod">
          <ac:chgData name="Ella Vetter" userId="c6918cf5-f6c0-43cc-8499-a1f635017de9" providerId="ADAL" clId="{C4158FC2-E398-4582-BFE2-507371A330BC}" dt="2020-10-13T22:02:55.412" v="932"/>
          <ac:cxnSpMkLst>
            <pc:docMk/>
            <pc:sldMk cId="3524816448" sldId="340"/>
            <ac:cxnSpMk id="28" creationId="{BD3271E3-C33E-417D-BCB9-55D9617D470A}"/>
          </ac:cxnSpMkLst>
        </pc:cxnChg>
      </pc:sldChg>
      <pc:sldChg chg="addSp delSp modSp new mod">
        <pc:chgData name="Ella Vetter" userId="c6918cf5-f6c0-43cc-8499-a1f635017de9" providerId="ADAL" clId="{C4158FC2-E398-4582-BFE2-507371A330BC}" dt="2020-10-14T14:30:08.939" v="4402" actId="20577"/>
        <pc:sldMkLst>
          <pc:docMk/>
          <pc:sldMk cId="1732888868" sldId="341"/>
        </pc:sldMkLst>
        <pc:spChg chg="mod">
          <ac:chgData name="Ella Vetter" userId="c6918cf5-f6c0-43cc-8499-a1f635017de9" providerId="ADAL" clId="{C4158FC2-E398-4582-BFE2-507371A330BC}" dt="2020-10-13T22:03:23.089" v="960" actId="20577"/>
          <ac:spMkLst>
            <pc:docMk/>
            <pc:sldMk cId="1732888868" sldId="341"/>
            <ac:spMk id="2" creationId="{7270F8AC-384E-49A5-B96A-A9B6A9D087C2}"/>
          </ac:spMkLst>
        </pc:spChg>
        <pc:spChg chg="mod">
          <ac:chgData name="Ella Vetter" userId="c6918cf5-f6c0-43cc-8499-a1f635017de9" providerId="ADAL" clId="{C4158FC2-E398-4582-BFE2-507371A330BC}" dt="2020-10-13T22:06:09.577" v="1100" actId="948"/>
          <ac:spMkLst>
            <pc:docMk/>
            <pc:sldMk cId="1732888868" sldId="341"/>
            <ac:spMk id="3" creationId="{462CB390-5D68-4D22-B62B-770A71C94AF7}"/>
          </ac:spMkLst>
        </pc:spChg>
        <pc:spChg chg="add mod">
          <ac:chgData name="Ella Vetter" userId="c6918cf5-f6c0-43cc-8499-a1f635017de9" providerId="ADAL" clId="{C4158FC2-E398-4582-BFE2-507371A330BC}" dt="2020-10-14T13:41:40.467" v="3760" actId="14100"/>
          <ac:spMkLst>
            <pc:docMk/>
            <pc:sldMk cId="1732888868" sldId="341"/>
            <ac:spMk id="9" creationId="{FB0D7E23-D825-4E73-97EF-4E3472930F48}"/>
          </ac:spMkLst>
        </pc:spChg>
        <pc:spChg chg="add mod">
          <ac:chgData name="Ella Vetter" userId="c6918cf5-f6c0-43cc-8499-a1f635017de9" providerId="ADAL" clId="{C4158FC2-E398-4582-BFE2-507371A330BC}" dt="2020-10-14T14:30:08.939" v="4402" actId="20577"/>
          <ac:spMkLst>
            <pc:docMk/>
            <pc:sldMk cId="1732888868" sldId="341"/>
            <ac:spMk id="10" creationId="{684E1EB2-3B3D-494D-AF05-408C9A20231A}"/>
          </ac:spMkLst>
        </pc:spChg>
        <pc:spChg chg="mod">
          <ac:chgData name="Ella Vetter" userId="c6918cf5-f6c0-43cc-8499-a1f635017de9" providerId="ADAL" clId="{C4158FC2-E398-4582-BFE2-507371A330BC}" dt="2020-10-14T13:40:47.072" v="3742" actId="208"/>
          <ac:spMkLst>
            <pc:docMk/>
            <pc:sldMk cId="1732888868" sldId="341"/>
            <ac:spMk id="13" creationId="{CA7C6342-40E4-4415-B23A-F58B3AA4B1CB}"/>
          </ac:spMkLst>
        </pc:spChg>
        <pc:spChg chg="mod">
          <ac:chgData name="Ella Vetter" userId="c6918cf5-f6c0-43cc-8499-a1f635017de9" providerId="ADAL" clId="{C4158FC2-E398-4582-BFE2-507371A330BC}" dt="2020-10-14T13:40:47.072" v="3742" actId="208"/>
          <ac:spMkLst>
            <pc:docMk/>
            <pc:sldMk cId="1732888868" sldId="341"/>
            <ac:spMk id="16" creationId="{6EC96FCE-9D81-4CCD-99DE-C861DBDFBC2E}"/>
          </ac:spMkLst>
        </pc:spChg>
        <pc:spChg chg="mod">
          <ac:chgData name="Ella Vetter" userId="c6918cf5-f6c0-43cc-8499-a1f635017de9" providerId="ADAL" clId="{C4158FC2-E398-4582-BFE2-507371A330BC}" dt="2020-10-14T13:40:36.908" v="3740" actId="207"/>
          <ac:spMkLst>
            <pc:docMk/>
            <pc:sldMk cId="1732888868" sldId="341"/>
            <ac:spMk id="19" creationId="{9D02B841-0616-41AC-9E51-F0F060C26B2E}"/>
          </ac:spMkLst>
        </pc:spChg>
        <pc:spChg chg="add mod">
          <ac:chgData name="Ella Vetter" userId="c6918cf5-f6c0-43cc-8499-a1f635017de9" providerId="ADAL" clId="{C4158FC2-E398-4582-BFE2-507371A330BC}" dt="2020-10-14T13:41:42.444" v="3761" actId="14100"/>
          <ac:spMkLst>
            <pc:docMk/>
            <pc:sldMk cId="1732888868" sldId="341"/>
            <ac:spMk id="21" creationId="{78FAAA07-F01D-4B70-9189-D87D5CC449D7}"/>
          </ac:spMkLst>
        </pc:spChg>
        <pc:grpChg chg="add mod">
          <ac:chgData name="Ella Vetter" userId="c6918cf5-f6c0-43cc-8499-a1f635017de9" providerId="ADAL" clId="{C4158FC2-E398-4582-BFE2-507371A330BC}" dt="2020-10-14T13:41:37.106" v="3759" actId="1035"/>
          <ac:grpSpMkLst>
            <pc:docMk/>
            <pc:sldMk cId="1732888868" sldId="341"/>
            <ac:grpSpMk id="8" creationId="{056108FC-77A1-474A-AFB1-AFBB0ED7C377}"/>
          </ac:grpSpMkLst>
        </pc:grpChg>
        <pc:grpChg chg="add mod">
          <ac:chgData name="Ella Vetter" userId="c6918cf5-f6c0-43cc-8499-a1f635017de9" providerId="ADAL" clId="{C4158FC2-E398-4582-BFE2-507371A330BC}" dt="2020-10-14T13:41:37.106" v="3759" actId="1035"/>
          <ac:grpSpMkLst>
            <pc:docMk/>
            <pc:sldMk cId="1732888868" sldId="341"/>
            <ac:grpSpMk id="12" creationId="{3D27EDB0-4349-4DA0-AC66-6286F776CEB9}"/>
          </ac:grpSpMkLst>
        </pc:grpChg>
        <pc:grpChg chg="add mod">
          <ac:chgData name="Ella Vetter" userId="c6918cf5-f6c0-43cc-8499-a1f635017de9" providerId="ADAL" clId="{C4158FC2-E398-4582-BFE2-507371A330BC}" dt="2020-10-14T13:41:37.106" v="3759" actId="1035"/>
          <ac:grpSpMkLst>
            <pc:docMk/>
            <pc:sldMk cId="1732888868" sldId="341"/>
            <ac:grpSpMk id="15" creationId="{BD23EAEC-213A-4DB3-BABB-8F7D7AC6EEC9}"/>
          </ac:grpSpMkLst>
        </pc:grpChg>
        <pc:grpChg chg="add mod">
          <ac:chgData name="Ella Vetter" userId="c6918cf5-f6c0-43cc-8499-a1f635017de9" providerId="ADAL" clId="{C4158FC2-E398-4582-BFE2-507371A330BC}" dt="2020-10-14T13:41:37.106" v="3759" actId="1035"/>
          <ac:grpSpMkLst>
            <pc:docMk/>
            <pc:sldMk cId="1732888868" sldId="341"/>
            <ac:grpSpMk id="18" creationId="{F656ADE2-62FE-4C1F-9569-0A42F7747F5E}"/>
          </ac:grpSpMkLst>
        </pc:grpChg>
        <pc:picChg chg="add mod">
          <ac:chgData name="Ella Vetter" userId="c6918cf5-f6c0-43cc-8499-a1f635017de9" providerId="ADAL" clId="{C4158FC2-E398-4582-BFE2-507371A330BC}" dt="2020-10-13T22:04:40.655" v="971" actId="164"/>
          <ac:picMkLst>
            <pc:docMk/>
            <pc:sldMk cId="1732888868" sldId="341"/>
            <ac:picMk id="5" creationId="{81B154F1-BDAD-46D2-B9CB-27B1F61A9911}"/>
          </ac:picMkLst>
        </pc:picChg>
        <pc:picChg chg="add mod">
          <ac:chgData name="Ella Vetter" userId="c6918cf5-f6c0-43cc-8499-a1f635017de9" providerId="ADAL" clId="{C4158FC2-E398-4582-BFE2-507371A330BC}" dt="2020-10-13T22:04:40.655" v="971" actId="164"/>
          <ac:picMkLst>
            <pc:docMk/>
            <pc:sldMk cId="1732888868" sldId="341"/>
            <ac:picMk id="7" creationId="{503ED920-4D29-41CD-A24F-7FEF3121CC43}"/>
          </ac:picMkLst>
        </pc:picChg>
        <pc:picChg chg="add del mod">
          <ac:chgData name="Ella Vetter" userId="c6918cf5-f6c0-43cc-8499-a1f635017de9" providerId="ADAL" clId="{C4158FC2-E398-4582-BFE2-507371A330BC}" dt="2020-10-13T22:05:01.214" v="976" actId="478"/>
          <ac:picMkLst>
            <pc:docMk/>
            <pc:sldMk cId="1732888868" sldId="341"/>
            <ac:picMk id="11" creationId="{5E633E10-984A-4961-AC6C-54406AE9C6BB}"/>
          </ac:picMkLst>
        </pc:picChg>
        <pc:cxnChg chg="mod">
          <ac:chgData name="Ella Vetter" userId="c6918cf5-f6c0-43cc-8499-a1f635017de9" providerId="ADAL" clId="{C4158FC2-E398-4582-BFE2-507371A330BC}" dt="2020-10-14T13:40:47.072" v="3742" actId="208"/>
          <ac:cxnSpMkLst>
            <pc:docMk/>
            <pc:sldMk cId="1732888868" sldId="341"/>
            <ac:cxnSpMk id="14" creationId="{CDC378CC-59B8-420B-93F7-21A87100631D}"/>
          </ac:cxnSpMkLst>
        </pc:cxnChg>
        <pc:cxnChg chg="mod">
          <ac:chgData name="Ella Vetter" userId="c6918cf5-f6c0-43cc-8499-a1f635017de9" providerId="ADAL" clId="{C4158FC2-E398-4582-BFE2-507371A330BC}" dt="2020-10-14T13:40:47.072" v="3742" actId="208"/>
          <ac:cxnSpMkLst>
            <pc:docMk/>
            <pc:sldMk cId="1732888868" sldId="341"/>
            <ac:cxnSpMk id="17" creationId="{0E38035C-7EA6-4AFF-90CD-7E02D2BE5F9C}"/>
          </ac:cxnSpMkLst>
        </pc:cxnChg>
        <pc:cxnChg chg="mod">
          <ac:chgData name="Ella Vetter" userId="c6918cf5-f6c0-43cc-8499-a1f635017de9" providerId="ADAL" clId="{C4158FC2-E398-4582-BFE2-507371A330BC}" dt="2020-10-14T13:40:36.908" v="3740" actId="207"/>
          <ac:cxnSpMkLst>
            <pc:docMk/>
            <pc:sldMk cId="1732888868" sldId="341"/>
            <ac:cxnSpMk id="20" creationId="{4C4B362A-207A-4F8E-87E9-4A7F97A81161}"/>
          </ac:cxnSpMkLst>
        </pc:cxnChg>
      </pc:sldChg>
      <pc:sldChg chg="addSp modSp new mod">
        <pc:chgData name="Ella Vetter" userId="c6918cf5-f6c0-43cc-8499-a1f635017de9" providerId="ADAL" clId="{C4158FC2-E398-4582-BFE2-507371A330BC}" dt="2020-10-14T13:43:28.265" v="3774" actId="20577"/>
        <pc:sldMkLst>
          <pc:docMk/>
          <pc:sldMk cId="4161274595" sldId="342"/>
        </pc:sldMkLst>
        <pc:spChg chg="mod">
          <ac:chgData name="Ella Vetter" userId="c6918cf5-f6c0-43cc-8499-a1f635017de9" providerId="ADAL" clId="{C4158FC2-E398-4582-BFE2-507371A330BC}" dt="2020-10-13T22:06:56.711" v="1182" actId="20577"/>
          <ac:spMkLst>
            <pc:docMk/>
            <pc:sldMk cId="4161274595" sldId="342"/>
            <ac:spMk id="2" creationId="{345772B3-BB0C-4244-8A62-93674C0A9433}"/>
          </ac:spMkLst>
        </pc:spChg>
        <pc:spChg chg="mod">
          <ac:chgData name="Ella Vetter" userId="c6918cf5-f6c0-43cc-8499-a1f635017de9" providerId="ADAL" clId="{C4158FC2-E398-4582-BFE2-507371A330BC}" dt="2020-10-14T13:43:28.265" v="3774" actId="20577"/>
          <ac:spMkLst>
            <pc:docMk/>
            <pc:sldMk cId="4161274595" sldId="342"/>
            <ac:spMk id="3" creationId="{8FC76102-795D-4087-811E-63A26668FDDD}"/>
          </ac:spMkLst>
        </pc:spChg>
        <pc:picChg chg="add mod">
          <ac:chgData name="Ella Vetter" userId="c6918cf5-f6c0-43cc-8499-a1f635017de9" providerId="ADAL" clId="{C4158FC2-E398-4582-BFE2-507371A330BC}" dt="2020-10-13T22:08:06.861" v="1193" actId="1035"/>
          <ac:picMkLst>
            <pc:docMk/>
            <pc:sldMk cId="4161274595" sldId="342"/>
            <ac:picMk id="5" creationId="{4091741A-6C21-4C20-BE24-4992B861BF7E}"/>
          </ac:picMkLst>
        </pc:picChg>
      </pc:sldChg>
      <pc:sldChg chg="addSp delSp modSp new mod">
        <pc:chgData name="Ella Vetter" userId="c6918cf5-f6c0-43cc-8499-a1f635017de9" providerId="ADAL" clId="{C4158FC2-E398-4582-BFE2-507371A330BC}" dt="2020-10-14T13:44:51.202" v="3797" actId="1036"/>
        <pc:sldMkLst>
          <pc:docMk/>
          <pc:sldMk cId="3751234510" sldId="343"/>
        </pc:sldMkLst>
        <pc:spChg chg="mod">
          <ac:chgData name="Ella Vetter" userId="c6918cf5-f6c0-43cc-8499-a1f635017de9" providerId="ADAL" clId="{C4158FC2-E398-4582-BFE2-507371A330BC}" dt="2020-10-13T22:11:09.713" v="1335" actId="14100"/>
          <ac:spMkLst>
            <pc:docMk/>
            <pc:sldMk cId="3751234510" sldId="343"/>
            <ac:spMk id="2" creationId="{2A7244AD-3A4C-446B-B848-48942EC7B851}"/>
          </ac:spMkLst>
        </pc:spChg>
        <pc:spChg chg="del">
          <ac:chgData name="Ella Vetter" userId="c6918cf5-f6c0-43cc-8499-a1f635017de9" providerId="ADAL" clId="{C4158FC2-E398-4582-BFE2-507371A330BC}" dt="2020-10-13T22:09:13.940" v="1212" actId="478"/>
          <ac:spMkLst>
            <pc:docMk/>
            <pc:sldMk cId="3751234510" sldId="343"/>
            <ac:spMk id="3" creationId="{AF467935-44F4-45C4-A247-9AFA54A04307}"/>
          </ac:spMkLst>
        </pc:spChg>
        <pc:spChg chg="add del mod">
          <ac:chgData name="Ella Vetter" userId="c6918cf5-f6c0-43cc-8499-a1f635017de9" providerId="ADAL" clId="{C4158FC2-E398-4582-BFE2-507371A330BC}" dt="2020-10-13T22:09:17.632" v="1214"/>
          <ac:spMkLst>
            <pc:docMk/>
            <pc:sldMk cId="3751234510" sldId="343"/>
            <ac:spMk id="8" creationId="{9B09EC7C-A04B-4EF5-8B47-7C466D5F559E}"/>
          </ac:spMkLst>
        </pc:spChg>
        <pc:spChg chg="add del mod">
          <ac:chgData name="Ella Vetter" userId="c6918cf5-f6c0-43cc-8499-a1f635017de9" providerId="ADAL" clId="{C4158FC2-E398-4582-BFE2-507371A330BC}" dt="2020-10-13T22:09:17.632" v="1214"/>
          <ac:spMkLst>
            <pc:docMk/>
            <pc:sldMk cId="3751234510" sldId="343"/>
            <ac:spMk id="9" creationId="{21F52CA9-ADBA-4BA5-B551-B0EE7E00021E}"/>
          </ac:spMkLst>
        </pc:spChg>
        <pc:spChg chg="add del mod">
          <ac:chgData name="Ella Vetter" userId="c6918cf5-f6c0-43cc-8499-a1f635017de9" providerId="ADAL" clId="{C4158FC2-E398-4582-BFE2-507371A330BC}" dt="2020-10-13T22:09:17.632" v="1214"/>
          <ac:spMkLst>
            <pc:docMk/>
            <pc:sldMk cId="3751234510" sldId="343"/>
            <ac:spMk id="10" creationId="{C03FD023-98EF-4334-8F79-A903CCD7F72F}"/>
          </ac:spMkLst>
        </pc:spChg>
        <pc:spChg chg="add del mod">
          <ac:chgData name="Ella Vetter" userId="c6918cf5-f6c0-43cc-8499-a1f635017de9" providerId="ADAL" clId="{C4158FC2-E398-4582-BFE2-507371A330BC}" dt="2020-10-13T22:09:17.632" v="1214"/>
          <ac:spMkLst>
            <pc:docMk/>
            <pc:sldMk cId="3751234510" sldId="343"/>
            <ac:spMk id="11" creationId="{B58D8C50-4224-47AA-885A-04E46A28206A}"/>
          </ac:spMkLst>
        </pc:spChg>
        <pc:spChg chg="add del mod">
          <ac:chgData name="Ella Vetter" userId="c6918cf5-f6c0-43cc-8499-a1f635017de9" providerId="ADAL" clId="{C4158FC2-E398-4582-BFE2-507371A330BC}" dt="2020-10-13T22:09:17.632" v="1214"/>
          <ac:spMkLst>
            <pc:docMk/>
            <pc:sldMk cId="3751234510" sldId="343"/>
            <ac:spMk id="12" creationId="{6F8A5C95-4405-4899-AB9F-17AE9D57BBBE}"/>
          </ac:spMkLst>
        </pc:spChg>
        <pc:spChg chg="add del mod">
          <ac:chgData name="Ella Vetter" userId="c6918cf5-f6c0-43cc-8499-a1f635017de9" providerId="ADAL" clId="{C4158FC2-E398-4582-BFE2-507371A330BC}" dt="2020-10-13T22:09:17.632" v="1214"/>
          <ac:spMkLst>
            <pc:docMk/>
            <pc:sldMk cId="3751234510" sldId="343"/>
            <ac:spMk id="13" creationId="{71D77EB3-66E2-4C2F-A7F3-EB37AAA6492B}"/>
          </ac:spMkLst>
        </pc:spChg>
        <pc:spChg chg="add mod">
          <ac:chgData name="Ella Vetter" userId="c6918cf5-f6c0-43cc-8499-a1f635017de9" providerId="ADAL" clId="{C4158FC2-E398-4582-BFE2-507371A330BC}" dt="2020-10-14T13:44:51.202" v="3797" actId="1036"/>
          <ac:spMkLst>
            <pc:docMk/>
            <pc:sldMk cId="3751234510" sldId="343"/>
            <ac:spMk id="18" creationId="{1CBE3E9C-005B-4BEC-A74E-1E68EFCB1438}"/>
          </ac:spMkLst>
        </pc:spChg>
        <pc:spChg chg="add mod">
          <ac:chgData name="Ella Vetter" userId="c6918cf5-f6c0-43cc-8499-a1f635017de9" providerId="ADAL" clId="{C4158FC2-E398-4582-BFE2-507371A330BC}" dt="2020-10-14T13:44:51.202" v="3797" actId="1036"/>
          <ac:spMkLst>
            <pc:docMk/>
            <pc:sldMk cId="3751234510" sldId="343"/>
            <ac:spMk id="19" creationId="{1E43BD3B-231B-4622-B6C9-68AD1DDE063C}"/>
          </ac:spMkLst>
        </pc:spChg>
        <pc:spChg chg="add mod">
          <ac:chgData name="Ella Vetter" userId="c6918cf5-f6c0-43cc-8499-a1f635017de9" providerId="ADAL" clId="{C4158FC2-E398-4582-BFE2-507371A330BC}" dt="2020-10-14T13:44:51.202" v="3797" actId="1036"/>
          <ac:spMkLst>
            <pc:docMk/>
            <pc:sldMk cId="3751234510" sldId="343"/>
            <ac:spMk id="20" creationId="{3E981582-9579-4842-9D13-AAA253580FEF}"/>
          </ac:spMkLst>
        </pc:spChg>
        <pc:spChg chg="add mod">
          <ac:chgData name="Ella Vetter" userId="c6918cf5-f6c0-43cc-8499-a1f635017de9" providerId="ADAL" clId="{C4158FC2-E398-4582-BFE2-507371A330BC}" dt="2020-10-14T13:44:51.202" v="3797" actId="1036"/>
          <ac:spMkLst>
            <pc:docMk/>
            <pc:sldMk cId="3751234510" sldId="343"/>
            <ac:spMk id="21" creationId="{53413FDA-422F-4AF5-A18B-A950B3BCA4DE}"/>
          </ac:spMkLst>
        </pc:spChg>
        <pc:spChg chg="add mod">
          <ac:chgData name="Ella Vetter" userId="c6918cf5-f6c0-43cc-8499-a1f635017de9" providerId="ADAL" clId="{C4158FC2-E398-4582-BFE2-507371A330BC}" dt="2020-10-14T13:44:51.202" v="3797" actId="1036"/>
          <ac:spMkLst>
            <pc:docMk/>
            <pc:sldMk cId="3751234510" sldId="343"/>
            <ac:spMk id="22" creationId="{15D84062-0562-4870-BB35-7F4CBAF34B92}"/>
          </ac:spMkLst>
        </pc:spChg>
        <pc:spChg chg="add mod">
          <ac:chgData name="Ella Vetter" userId="c6918cf5-f6c0-43cc-8499-a1f635017de9" providerId="ADAL" clId="{C4158FC2-E398-4582-BFE2-507371A330BC}" dt="2020-10-14T13:44:51.202" v="3797" actId="1036"/>
          <ac:spMkLst>
            <pc:docMk/>
            <pc:sldMk cId="3751234510" sldId="343"/>
            <ac:spMk id="23" creationId="{75CD9600-A405-49BA-BE9E-5924CEF79609}"/>
          </ac:spMkLst>
        </pc:spChg>
        <pc:picChg chg="add del mod">
          <ac:chgData name="Ella Vetter" userId="c6918cf5-f6c0-43cc-8499-a1f635017de9" providerId="ADAL" clId="{C4158FC2-E398-4582-BFE2-507371A330BC}" dt="2020-10-13T22:09:17.632" v="1214"/>
          <ac:picMkLst>
            <pc:docMk/>
            <pc:sldMk cId="3751234510" sldId="343"/>
            <ac:picMk id="4" creationId="{99CB2E9C-8982-48D7-AE0B-07B2AF65F83B}"/>
          </ac:picMkLst>
        </pc:picChg>
        <pc:picChg chg="add del mod">
          <ac:chgData name="Ella Vetter" userId="c6918cf5-f6c0-43cc-8499-a1f635017de9" providerId="ADAL" clId="{C4158FC2-E398-4582-BFE2-507371A330BC}" dt="2020-10-13T22:09:53.993" v="1235" actId="478"/>
          <ac:picMkLst>
            <pc:docMk/>
            <pc:sldMk cId="3751234510" sldId="343"/>
            <ac:picMk id="14" creationId="{FD3096B0-16C1-42B8-AF79-3F389D30FEED}"/>
          </ac:picMkLst>
        </pc:picChg>
        <pc:picChg chg="add del mod">
          <ac:chgData name="Ella Vetter" userId="c6918cf5-f6c0-43cc-8499-a1f635017de9" providerId="ADAL" clId="{C4158FC2-E398-4582-BFE2-507371A330BC}" dt="2020-10-13T22:09:39.941" v="1231" actId="478"/>
          <ac:picMkLst>
            <pc:docMk/>
            <pc:sldMk cId="3751234510" sldId="343"/>
            <ac:picMk id="25" creationId="{5A54B74D-757A-46C0-9ACC-AC8036EE4827}"/>
          </ac:picMkLst>
        </pc:picChg>
        <pc:picChg chg="add mod">
          <ac:chgData name="Ella Vetter" userId="c6918cf5-f6c0-43cc-8499-a1f635017de9" providerId="ADAL" clId="{C4158FC2-E398-4582-BFE2-507371A330BC}" dt="2020-10-14T13:44:51.202" v="3797" actId="1036"/>
          <ac:picMkLst>
            <pc:docMk/>
            <pc:sldMk cId="3751234510" sldId="343"/>
            <ac:picMk id="27" creationId="{30EF21C2-C994-4B6F-8320-3AAEA22211D5}"/>
          </ac:picMkLst>
        </pc:picChg>
        <pc:cxnChg chg="add del mod">
          <ac:chgData name="Ella Vetter" userId="c6918cf5-f6c0-43cc-8499-a1f635017de9" providerId="ADAL" clId="{C4158FC2-E398-4582-BFE2-507371A330BC}" dt="2020-10-13T22:09:17.632" v="1214"/>
          <ac:cxnSpMkLst>
            <pc:docMk/>
            <pc:sldMk cId="3751234510" sldId="343"/>
            <ac:cxnSpMk id="5" creationId="{E8FABC57-031A-4FB1-88CD-DA1B2589984D}"/>
          </ac:cxnSpMkLst>
        </pc:cxnChg>
        <pc:cxnChg chg="add del mod">
          <ac:chgData name="Ella Vetter" userId="c6918cf5-f6c0-43cc-8499-a1f635017de9" providerId="ADAL" clId="{C4158FC2-E398-4582-BFE2-507371A330BC}" dt="2020-10-13T22:09:17.632" v="1214"/>
          <ac:cxnSpMkLst>
            <pc:docMk/>
            <pc:sldMk cId="3751234510" sldId="343"/>
            <ac:cxnSpMk id="6" creationId="{84496723-182C-4186-AD3F-70A62AD00266}"/>
          </ac:cxnSpMkLst>
        </pc:cxnChg>
        <pc:cxnChg chg="add del mod">
          <ac:chgData name="Ella Vetter" userId="c6918cf5-f6c0-43cc-8499-a1f635017de9" providerId="ADAL" clId="{C4158FC2-E398-4582-BFE2-507371A330BC}" dt="2020-10-13T22:09:17.632" v="1214"/>
          <ac:cxnSpMkLst>
            <pc:docMk/>
            <pc:sldMk cId="3751234510" sldId="343"/>
            <ac:cxnSpMk id="7" creationId="{2C7FEE2B-C81A-466C-814B-5B6AE3B9657E}"/>
          </ac:cxnSpMkLst>
        </pc:cxnChg>
        <pc:cxnChg chg="add mod ord">
          <ac:chgData name="Ella Vetter" userId="c6918cf5-f6c0-43cc-8499-a1f635017de9" providerId="ADAL" clId="{C4158FC2-E398-4582-BFE2-507371A330BC}" dt="2020-10-14T13:44:51.202" v="3797" actId="1036"/>
          <ac:cxnSpMkLst>
            <pc:docMk/>
            <pc:sldMk cId="3751234510" sldId="343"/>
            <ac:cxnSpMk id="15" creationId="{BAC435AC-C07C-44C5-9A3A-87E6EE18E9A3}"/>
          </ac:cxnSpMkLst>
        </pc:cxnChg>
        <pc:cxnChg chg="add mod">
          <ac:chgData name="Ella Vetter" userId="c6918cf5-f6c0-43cc-8499-a1f635017de9" providerId="ADAL" clId="{C4158FC2-E398-4582-BFE2-507371A330BC}" dt="2020-10-14T13:44:51.202" v="3797" actId="1036"/>
          <ac:cxnSpMkLst>
            <pc:docMk/>
            <pc:sldMk cId="3751234510" sldId="343"/>
            <ac:cxnSpMk id="16" creationId="{9227C683-47E3-4399-BE6B-255991F7B2C4}"/>
          </ac:cxnSpMkLst>
        </pc:cxnChg>
        <pc:cxnChg chg="add mod ord">
          <ac:chgData name="Ella Vetter" userId="c6918cf5-f6c0-43cc-8499-a1f635017de9" providerId="ADAL" clId="{C4158FC2-E398-4582-BFE2-507371A330BC}" dt="2020-10-14T13:44:51.202" v="3797" actId="1036"/>
          <ac:cxnSpMkLst>
            <pc:docMk/>
            <pc:sldMk cId="3751234510" sldId="343"/>
            <ac:cxnSpMk id="17" creationId="{D276CAF8-8D29-4645-93F9-025A490BE058}"/>
          </ac:cxnSpMkLst>
        </pc:cxnChg>
      </pc:sldChg>
      <pc:sldChg chg="addSp modSp new mod">
        <pc:chgData name="Ella Vetter" userId="c6918cf5-f6c0-43cc-8499-a1f635017de9" providerId="ADAL" clId="{C4158FC2-E398-4582-BFE2-507371A330BC}" dt="2020-10-14T13:46:05.905" v="3828" actId="1036"/>
        <pc:sldMkLst>
          <pc:docMk/>
          <pc:sldMk cId="624113299" sldId="344"/>
        </pc:sldMkLst>
        <pc:spChg chg="mod">
          <ac:chgData name="Ella Vetter" userId="c6918cf5-f6c0-43cc-8499-a1f635017de9" providerId="ADAL" clId="{C4158FC2-E398-4582-BFE2-507371A330BC}" dt="2020-10-13T22:11:18.789" v="1337"/>
          <ac:spMkLst>
            <pc:docMk/>
            <pc:sldMk cId="624113299" sldId="344"/>
            <ac:spMk id="2" creationId="{133B75D9-6E72-4504-99EE-3D769B799A5C}"/>
          </ac:spMkLst>
        </pc:spChg>
        <pc:spChg chg="mod">
          <ac:chgData name="Ella Vetter" userId="c6918cf5-f6c0-43cc-8499-a1f635017de9" providerId="ADAL" clId="{C4158FC2-E398-4582-BFE2-507371A330BC}" dt="2020-10-14T13:45:57.029" v="3824" actId="20577"/>
          <ac:spMkLst>
            <pc:docMk/>
            <pc:sldMk cId="624113299" sldId="344"/>
            <ac:spMk id="3" creationId="{B1E279C8-1539-4416-839B-A34FD9E0DFF7}"/>
          </ac:spMkLst>
        </pc:spChg>
        <pc:picChg chg="add mod">
          <ac:chgData name="Ella Vetter" userId="c6918cf5-f6c0-43cc-8499-a1f635017de9" providerId="ADAL" clId="{C4158FC2-E398-4582-BFE2-507371A330BC}" dt="2020-10-14T13:46:05.905" v="3828" actId="1036"/>
          <ac:picMkLst>
            <pc:docMk/>
            <pc:sldMk cId="624113299" sldId="344"/>
            <ac:picMk id="5" creationId="{FE79A110-D5A0-4660-B6B9-088F641AEA63}"/>
          </ac:picMkLst>
        </pc:picChg>
      </pc:sldChg>
      <pc:sldChg chg="addSp delSp modSp add mod">
        <pc:chgData name="Ella Vetter" userId="c6918cf5-f6c0-43cc-8499-a1f635017de9" providerId="ADAL" clId="{C4158FC2-E398-4582-BFE2-507371A330BC}" dt="2020-10-14T13:46:17.219" v="3834" actId="1035"/>
        <pc:sldMkLst>
          <pc:docMk/>
          <pc:sldMk cId="727957243" sldId="345"/>
        </pc:sldMkLst>
        <pc:spChg chg="mod">
          <ac:chgData name="Ella Vetter" userId="c6918cf5-f6c0-43cc-8499-a1f635017de9" providerId="ADAL" clId="{C4158FC2-E398-4582-BFE2-507371A330BC}" dt="2020-10-14T00:42:19.853" v="3510" actId="13926"/>
          <ac:spMkLst>
            <pc:docMk/>
            <pc:sldMk cId="727957243" sldId="345"/>
            <ac:spMk id="2" creationId="{133B75D9-6E72-4504-99EE-3D769B799A5C}"/>
          </ac:spMkLst>
        </pc:spChg>
        <pc:spChg chg="del">
          <ac:chgData name="Ella Vetter" userId="c6918cf5-f6c0-43cc-8499-a1f635017de9" providerId="ADAL" clId="{C4158FC2-E398-4582-BFE2-507371A330BC}" dt="2020-10-13T22:13:42.907" v="1350" actId="478"/>
          <ac:spMkLst>
            <pc:docMk/>
            <pc:sldMk cId="727957243" sldId="345"/>
            <ac:spMk id="3" creationId="{B1E279C8-1539-4416-839B-A34FD9E0DFF7}"/>
          </ac:spMkLst>
        </pc:spChg>
        <pc:spChg chg="add del">
          <ac:chgData name="Ella Vetter" userId="c6918cf5-f6c0-43cc-8499-a1f635017de9" providerId="ADAL" clId="{C4158FC2-E398-4582-BFE2-507371A330BC}" dt="2020-10-13T22:14:53.143" v="1364" actId="22"/>
          <ac:spMkLst>
            <pc:docMk/>
            <pc:sldMk cId="727957243" sldId="345"/>
            <ac:spMk id="7" creationId="{8B7ACA09-B921-4E2F-985A-78E80D544773}"/>
          </ac:spMkLst>
        </pc:spChg>
        <pc:spChg chg="add mod">
          <ac:chgData name="Ella Vetter" userId="c6918cf5-f6c0-43cc-8499-a1f635017de9" providerId="ADAL" clId="{C4158FC2-E398-4582-BFE2-507371A330BC}" dt="2020-10-14T13:46:17.219" v="3834" actId="1035"/>
          <ac:spMkLst>
            <pc:docMk/>
            <pc:sldMk cId="727957243" sldId="345"/>
            <ac:spMk id="8" creationId="{6A4519CB-8B11-413E-A16A-1656DDD1CEE3}"/>
          </ac:spMkLst>
        </pc:spChg>
        <pc:picChg chg="add del mod">
          <ac:chgData name="Ella Vetter" userId="c6918cf5-f6c0-43cc-8499-a1f635017de9" providerId="ADAL" clId="{C4158FC2-E398-4582-BFE2-507371A330BC}" dt="2020-10-14T00:42:00.866" v="3505" actId="478"/>
          <ac:picMkLst>
            <pc:docMk/>
            <pc:sldMk cId="727957243" sldId="345"/>
            <ac:picMk id="5" creationId="{D1FD6786-E60F-4D21-930D-323F15A02DA6}"/>
          </ac:picMkLst>
        </pc:picChg>
        <pc:picChg chg="add mod">
          <ac:chgData name="Ella Vetter" userId="c6918cf5-f6c0-43cc-8499-a1f635017de9" providerId="ADAL" clId="{C4158FC2-E398-4582-BFE2-507371A330BC}" dt="2020-10-14T00:42:05.634" v="3509" actId="1076"/>
          <ac:picMkLst>
            <pc:docMk/>
            <pc:sldMk cId="727957243" sldId="345"/>
            <ac:picMk id="10" creationId="{F41D173A-4A94-4473-B577-1DBEA26E261D}"/>
          </ac:picMkLst>
        </pc:picChg>
      </pc:sldChg>
      <pc:sldChg chg="addSp delSp modSp add mod">
        <pc:chgData name="Ella Vetter" userId="c6918cf5-f6c0-43cc-8499-a1f635017de9" providerId="ADAL" clId="{C4158FC2-E398-4582-BFE2-507371A330BC}" dt="2020-10-14T14:00:35.790" v="3872" actId="20577"/>
        <pc:sldMkLst>
          <pc:docMk/>
          <pc:sldMk cId="3099576030" sldId="346"/>
        </pc:sldMkLst>
        <pc:spChg chg="mod">
          <ac:chgData name="Ella Vetter" userId="c6918cf5-f6c0-43cc-8499-a1f635017de9" providerId="ADAL" clId="{C4158FC2-E398-4582-BFE2-507371A330BC}" dt="2020-10-14T00:47:42.582" v="3726" actId="13926"/>
          <ac:spMkLst>
            <pc:docMk/>
            <pc:sldMk cId="3099576030" sldId="346"/>
            <ac:spMk id="2" creationId="{133B75D9-6E72-4504-99EE-3D769B799A5C}"/>
          </ac:spMkLst>
        </pc:spChg>
        <pc:spChg chg="del">
          <ac:chgData name="Ella Vetter" userId="c6918cf5-f6c0-43cc-8499-a1f635017de9" providerId="ADAL" clId="{C4158FC2-E398-4582-BFE2-507371A330BC}" dt="2020-10-13T22:15:56.881" v="1421" actId="478"/>
          <ac:spMkLst>
            <pc:docMk/>
            <pc:sldMk cId="3099576030" sldId="346"/>
            <ac:spMk id="3" creationId="{B1E279C8-1539-4416-839B-A34FD9E0DFF7}"/>
          </ac:spMkLst>
        </pc:spChg>
        <pc:spChg chg="add del mod">
          <ac:chgData name="Ella Vetter" userId="c6918cf5-f6c0-43cc-8499-a1f635017de9" providerId="ADAL" clId="{C4158FC2-E398-4582-BFE2-507371A330BC}" dt="2020-10-13T22:15:55.512" v="1420"/>
          <ac:spMkLst>
            <pc:docMk/>
            <pc:sldMk cId="3099576030" sldId="346"/>
            <ac:spMk id="6" creationId="{6AD84958-58B9-4072-9E10-393F87FBAAB4}"/>
          </ac:spMkLst>
        </pc:spChg>
        <pc:spChg chg="add mod">
          <ac:chgData name="Ella Vetter" userId="c6918cf5-f6c0-43cc-8499-a1f635017de9" providerId="ADAL" clId="{C4158FC2-E398-4582-BFE2-507371A330BC}" dt="2020-10-14T14:00:35.790" v="3872" actId="20577"/>
          <ac:spMkLst>
            <pc:docMk/>
            <pc:sldMk cId="3099576030" sldId="346"/>
            <ac:spMk id="7" creationId="{1BD3D2DE-F341-4C53-90C1-57D2937E90BD}"/>
          </ac:spMkLst>
        </pc:spChg>
        <pc:picChg chg="add del mod">
          <ac:chgData name="Ella Vetter" userId="c6918cf5-f6c0-43cc-8499-a1f635017de9" providerId="ADAL" clId="{C4158FC2-E398-4582-BFE2-507371A330BC}" dt="2020-10-14T00:42:50.969" v="3517" actId="478"/>
          <ac:picMkLst>
            <pc:docMk/>
            <pc:sldMk cId="3099576030" sldId="346"/>
            <ac:picMk id="5" creationId="{03F8E3F2-217A-425E-9EAC-CDF460D06FE6}"/>
          </ac:picMkLst>
        </pc:picChg>
        <pc:picChg chg="add mod">
          <ac:chgData name="Ella Vetter" userId="c6918cf5-f6c0-43cc-8499-a1f635017de9" providerId="ADAL" clId="{C4158FC2-E398-4582-BFE2-507371A330BC}" dt="2020-10-14T00:42:58.355" v="3526" actId="1036"/>
          <ac:picMkLst>
            <pc:docMk/>
            <pc:sldMk cId="3099576030" sldId="346"/>
            <ac:picMk id="9" creationId="{63FB7AFA-DEAB-4079-8313-EB8CACB53AC3}"/>
          </ac:picMkLst>
        </pc:picChg>
      </pc:sldChg>
      <pc:sldChg chg="addSp delSp modSp add mod">
        <pc:chgData name="Ella Vetter" userId="c6918cf5-f6c0-43cc-8499-a1f635017de9" providerId="ADAL" clId="{C4158FC2-E398-4582-BFE2-507371A330BC}" dt="2020-10-14T14:02:24.705" v="3904" actId="20577"/>
        <pc:sldMkLst>
          <pc:docMk/>
          <pc:sldMk cId="2392437624" sldId="347"/>
        </pc:sldMkLst>
        <pc:spChg chg="del">
          <ac:chgData name="Ella Vetter" userId="c6918cf5-f6c0-43cc-8499-a1f635017de9" providerId="ADAL" clId="{C4158FC2-E398-4582-BFE2-507371A330BC}" dt="2020-10-13T22:16:26.299" v="1447" actId="478"/>
          <ac:spMkLst>
            <pc:docMk/>
            <pc:sldMk cId="2392437624" sldId="347"/>
            <ac:spMk id="3" creationId="{B1E279C8-1539-4416-839B-A34FD9E0DFF7}"/>
          </ac:spMkLst>
        </pc:spChg>
        <pc:spChg chg="add mod">
          <ac:chgData name="Ella Vetter" userId="c6918cf5-f6c0-43cc-8499-a1f635017de9" providerId="ADAL" clId="{C4158FC2-E398-4582-BFE2-507371A330BC}" dt="2020-10-14T14:02:24.705" v="3904" actId="20577"/>
          <ac:spMkLst>
            <pc:docMk/>
            <pc:sldMk cId="2392437624" sldId="347"/>
            <ac:spMk id="6" creationId="{9AA16F7F-533C-47FD-8D4D-76DD50484114}"/>
          </ac:spMkLst>
        </pc:spChg>
        <pc:picChg chg="add mod">
          <ac:chgData name="Ella Vetter" userId="c6918cf5-f6c0-43cc-8499-a1f635017de9" providerId="ADAL" clId="{C4158FC2-E398-4582-BFE2-507371A330BC}" dt="2020-10-13T22:16:48.877" v="1452" actId="1076"/>
          <ac:picMkLst>
            <pc:docMk/>
            <pc:sldMk cId="2392437624" sldId="347"/>
            <ac:picMk id="5" creationId="{5DD2C711-9F08-448E-B416-2D065737F898}"/>
          </ac:picMkLst>
        </pc:picChg>
      </pc:sldChg>
      <pc:sldChg chg="add del">
        <pc:chgData name="Ella Vetter" userId="c6918cf5-f6c0-43cc-8499-a1f635017de9" providerId="ADAL" clId="{C4158FC2-E398-4582-BFE2-507371A330BC}" dt="2020-10-13T22:17:04.768" v="1456" actId="47"/>
        <pc:sldMkLst>
          <pc:docMk/>
          <pc:sldMk cId="179263555" sldId="348"/>
        </pc:sldMkLst>
      </pc:sldChg>
      <pc:sldChg chg="addSp modSp new mod">
        <pc:chgData name="Ella Vetter" userId="c6918cf5-f6c0-43cc-8499-a1f635017de9" providerId="ADAL" clId="{C4158FC2-E398-4582-BFE2-507371A330BC}" dt="2020-10-13T22:20:47.151" v="1531" actId="1036"/>
        <pc:sldMkLst>
          <pc:docMk/>
          <pc:sldMk cId="2556121193" sldId="348"/>
        </pc:sldMkLst>
        <pc:spChg chg="mod">
          <ac:chgData name="Ella Vetter" userId="c6918cf5-f6c0-43cc-8499-a1f635017de9" providerId="ADAL" clId="{C4158FC2-E398-4582-BFE2-507371A330BC}" dt="2020-10-13T22:17:18.607" v="1477"/>
          <ac:spMkLst>
            <pc:docMk/>
            <pc:sldMk cId="2556121193" sldId="348"/>
            <ac:spMk id="2" creationId="{B37AF7B9-F31E-416D-BEF2-C0E9DA0743D9}"/>
          </ac:spMkLst>
        </pc:spChg>
        <pc:spChg chg="mod">
          <ac:chgData name="Ella Vetter" userId="c6918cf5-f6c0-43cc-8499-a1f635017de9" providerId="ADAL" clId="{C4158FC2-E398-4582-BFE2-507371A330BC}" dt="2020-10-13T22:19:09.661" v="1506" actId="14100"/>
          <ac:spMkLst>
            <pc:docMk/>
            <pc:sldMk cId="2556121193" sldId="348"/>
            <ac:spMk id="3" creationId="{F4678CEF-6BBC-47FE-8F31-4DB54EB738C4}"/>
          </ac:spMkLst>
        </pc:spChg>
        <pc:grpChg chg="add mod">
          <ac:chgData name="Ella Vetter" userId="c6918cf5-f6c0-43cc-8499-a1f635017de9" providerId="ADAL" clId="{C4158FC2-E398-4582-BFE2-507371A330BC}" dt="2020-10-13T22:20:31.479" v="1522" actId="1038"/>
          <ac:grpSpMkLst>
            <pc:docMk/>
            <pc:sldMk cId="2556121193" sldId="348"/>
            <ac:grpSpMk id="8" creationId="{DB36F46D-F35A-46BD-AB72-A435A483995C}"/>
          </ac:grpSpMkLst>
        </pc:grpChg>
        <pc:grpChg chg="add mod">
          <ac:chgData name="Ella Vetter" userId="c6918cf5-f6c0-43cc-8499-a1f635017de9" providerId="ADAL" clId="{C4158FC2-E398-4582-BFE2-507371A330BC}" dt="2020-10-13T22:20:31.479" v="1522" actId="1038"/>
          <ac:grpSpMkLst>
            <pc:docMk/>
            <pc:sldMk cId="2556121193" sldId="348"/>
            <ac:grpSpMk id="11" creationId="{0FCA2DBB-EE3A-429D-9C42-1104C0CD540D}"/>
          </ac:grpSpMkLst>
        </pc:grpChg>
        <pc:grpChg chg="add mod">
          <ac:chgData name="Ella Vetter" userId="c6918cf5-f6c0-43cc-8499-a1f635017de9" providerId="ADAL" clId="{C4158FC2-E398-4582-BFE2-507371A330BC}" dt="2020-10-13T22:20:31.479" v="1522" actId="1038"/>
          <ac:grpSpMkLst>
            <pc:docMk/>
            <pc:sldMk cId="2556121193" sldId="348"/>
            <ac:grpSpMk id="14" creationId="{732B3194-5157-4AF8-A198-5A6107835916}"/>
          </ac:grpSpMkLst>
        </pc:grpChg>
        <pc:grpChg chg="add mod">
          <ac:chgData name="Ella Vetter" userId="c6918cf5-f6c0-43cc-8499-a1f635017de9" providerId="ADAL" clId="{C4158FC2-E398-4582-BFE2-507371A330BC}" dt="2020-10-13T22:20:46.714" v="1530" actId="1036"/>
          <ac:grpSpMkLst>
            <pc:docMk/>
            <pc:sldMk cId="2556121193" sldId="348"/>
            <ac:grpSpMk id="17" creationId="{E8DFFE10-8B70-4C9F-9A0F-FEEB499B165E}"/>
          </ac:grpSpMkLst>
        </pc:grpChg>
        <pc:grpChg chg="add mod">
          <ac:chgData name="Ella Vetter" userId="c6918cf5-f6c0-43cc-8499-a1f635017de9" providerId="ADAL" clId="{C4158FC2-E398-4582-BFE2-507371A330BC}" dt="2020-10-13T22:20:47.151" v="1531" actId="1036"/>
          <ac:grpSpMkLst>
            <pc:docMk/>
            <pc:sldMk cId="2556121193" sldId="348"/>
            <ac:grpSpMk id="20" creationId="{04E7CCD1-C0A3-4E33-BE2B-131E4EE4B181}"/>
          </ac:grpSpMkLst>
        </pc:grpChg>
        <pc:picChg chg="add mod">
          <ac:chgData name="Ella Vetter" userId="c6918cf5-f6c0-43cc-8499-a1f635017de9" providerId="ADAL" clId="{C4158FC2-E398-4582-BFE2-507371A330BC}" dt="2020-10-13T22:19:18.920" v="1511" actId="1076"/>
          <ac:picMkLst>
            <pc:docMk/>
            <pc:sldMk cId="2556121193" sldId="348"/>
            <ac:picMk id="5" creationId="{5D3DB71B-924A-4E1F-AC72-F6C6569765CD}"/>
          </ac:picMkLst>
        </pc:picChg>
        <pc:picChg chg="add mod">
          <ac:chgData name="Ella Vetter" userId="c6918cf5-f6c0-43cc-8499-a1f635017de9" providerId="ADAL" clId="{C4158FC2-E398-4582-BFE2-507371A330BC}" dt="2020-10-13T22:20:36.821" v="1523" actId="1076"/>
          <ac:picMkLst>
            <pc:docMk/>
            <pc:sldMk cId="2556121193" sldId="348"/>
            <ac:picMk id="7" creationId="{0E66EEF1-29FD-4BFE-8D89-83490026928C}"/>
          </ac:picMkLst>
        </pc:picChg>
        <pc:cxnChg chg="mod">
          <ac:chgData name="Ella Vetter" userId="c6918cf5-f6c0-43cc-8499-a1f635017de9" providerId="ADAL" clId="{C4158FC2-E398-4582-BFE2-507371A330BC}" dt="2020-10-13T22:20:26.980" v="1516"/>
          <ac:cxnSpMkLst>
            <pc:docMk/>
            <pc:sldMk cId="2556121193" sldId="348"/>
            <ac:cxnSpMk id="9" creationId="{93629075-04DE-4A23-873D-7BA9AC54B6B3}"/>
          </ac:cxnSpMkLst>
        </pc:cxnChg>
        <pc:cxnChg chg="mod">
          <ac:chgData name="Ella Vetter" userId="c6918cf5-f6c0-43cc-8499-a1f635017de9" providerId="ADAL" clId="{C4158FC2-E398-4582-BFE2-507371A330BC}" dt="2020-10-13T22:20:26.980" v="1516"/>
          <ac:cxnSpMkLst>
            <pc:docMk/>
            <pc:sldMk cId="2556121193" sldId="348"/>
            <ac:cxnSpMk id="10" creationId="{9537BB99-71CD-487C-BDDB-5F2A732C3E80}"/>
          </ac:cxnSpMkLst>
        </pc:cxnChg>
        <pc:cxnChg chg="mod">
          <ac:chgData name="Ella Vetter" userId="c6918cf5-f6c0-43cc-8499-a1f635017de9" providerId="ADAL" clId="{C4158FC2-E398-4582-BFE2-507371A330BC}" dt="2020-10-13T22:20:26.980" v="1516"/>
          <ac:cxnSpMkLst>
            <pc:docMk/>
            <pc:sldMk cId="2556121193" sldId="348"/>
            <ac:cxnSpMk id="12" creationId="{692201B0-E686-445C-8AAA-2393BA90D1E5}"/>
          </ac:cxnSpMkLst>
        </pc:cxnChg>
        <pc:cxnChg chg="mod">
          <ac:chgData name="Ella Vetter" userId="c6918cf5-f6c0-43cc-8499-a1f635017de9" providerId="ADAL" clId="{C4158FC2-E398-4582-BFE2-507371A330BC}" dt="2020-10-13T22:20:26.980" v="1516"/>
          <ac:cxnSpMkLst>
            <pc:docMk/>
            <pc:sldMk cId="2556121193" sldId="348"/>
            <ac:cxnSpMk id="13" creationId="{5382E31D-2172-4D92-BF38-414D7F3E8C25}"/>
          </ac:cxnSpMkLst>
        </pc:cxnChg>
        <pc:cxnChg chg="mod">
          <ac:chgData name="Ella Vetter" userId="c6918cf5-f6c0-43cc-8499-a1f635017de9" providerId="ADAL" clId="{C4158FC2-E398-4582-BFE2-507371A330BC}" dt="2020-10-13T22:20:26.980" v="1516"/>
          <ac:cxnSpMkLst>
            <pc:docMk/>
            <pc:sldMk cId="2556121193" sldId="348"/>
            <ac:cxnSpMk id="15" creationId="{6030DE3B-43E3-40E1-BFB7-196CD13EE68A}"/>
          </ac:cxnSpMkLst>
        </pc:cxnChg>
        <pc:cxnChg chg="mod">
          <ac:chgData name="Ella Vetter" userId="c6918cf5-f6c0-43cc-8499-a1f635017de9" providerId="ADAL" clId="{C4158FC2-E398-4582-BFE2-507371A330BC}" dt="2020-10-13T22:20:26.980" v="1516"/>
          <ac:cxnSpMkLst>
            <pc:docMk/>
            <pc:sldMk cId="2556121193" sldId="348"/>
            <ac:cxnSpMk id="16" creationId="{8E2E1562-6C8D-47B9-9D7C-51AEF2E33AA1}"/>
          </ac:cxnSpMkLst>
        </pc:cxnChg>
        <pc:cxnChg chg="mod">
          <ac:chgData name="Ella Vetter" userId="c6918cf5-f6c0-43cc-8499-a1f635017de9" providerId="ADAL" clId="{C4158FC2-E398-4582-BFE2-507371A330BC}" dt="2020-10-13T22:20:26.980" v="1516"/>
          <ac:cxnSpMkLst>
            <pc:docMk/>
            <pc:sldMk cId="2556121193" sldId="348"/>
            <ac:cxnSpMk id="18" creationId="{EAF5359C-723C-4848-92F0-A8CEB91C13BC}"/>
          </ac:cxnSpMkLst>
        </pc:cxnChg>
        <pc:cxnChg chg="mod">
          <ac:chgData name="Ella Vetter" userId="c6918cf5-f6c0-43cc-8499-a1f635017de9" providerId="ADAL" clId="{C4158FC2-E398-4582-BFE2-507371A330BC}" dt="2020-10-13T22:20:26.980" v="1516"/>
          <ac:cxnSpMkLst>
            <pc:docMk/>
            <pc:sldMk cId="2556121193" sldId="348"/>
            <ac:cxnSpMk id="19" creationId="{297B1591-FC82-4047-A731-840D9E950574}"/>
          </ac:cxnSpMkLst>
        </pc:cxnChg>
        <pc:cxnChg chg="mod">
          <ac:chgData name="Ella Vetter" userId="c6918cf5-f6c0-43cc-8499-a1f635017de9" providerId="ADAL" clId="{C4158FC2-E398-4582-BFE2-507371A330BC}" dt="2020-10-13T22:20:26.980" v="1516"/>
          <ac:cxnSpMkLst>
            <pc:docMk/>
            <pc:sldMk cId="2556121193" sldId="348"/>
            <ac:cxnSpMk id="21" creationId="{58B5E97E-823C-4888-8C97-0A4F195D56B8}"/>
          </ac:cxnSpMkLst>
        </pc:cxnChg>
        <pc:cxnChg chg="mod">
          <ac:chgData name="Ella Vetter" userId="c6918cf5-f6c0-43cc-8499-a1f635017de9" providerId="ADAL" clId="{C4158FC2-E398-4582-BFE2-507371A330BC}" dt="2020-10-13T22:20:26.980" v="1516"/>
          <ac:cxnSpMkLst>
            <pc:docMk/>
            <pc:sldMk cId="2556121193" sldId="348"/>
            <ac:cxnSpMk id="22" creationId="{0048E833-FB67-451A-875D-D6445F262495}"/>
          </ac:cxnSpMkLst>
        </pc:cxnChg>
      </pc:sldChg>
      <pc:sldChg chg="addSp modSp add mod">
        <pc:chgData name="Ella Vetter" userId="c6918cf5-f6c0-43cc-8499-a1f635017de9" providerId="ADAL" clId="{C4158FC2-E398-4582-BFE2-507371A330BC}" dt="2020-10-13T22:23:07.889" v="1585" actId="1035"/>
        <pc:sldMkLst>
          <pc:docMk/>
          <pc:sldMk cId="240501053" sldId="349"/>
        </pc:sldMkLst>
        <pc:spChg chg="mod">
          <ac:chgData name="Ella Vetter" userId="c6918cf5-f6c0-43cc-8499-a1f635017de9" providerId="ADAL" clId="{C4158FC2-E398-4582-BFE2-507371A330BC}" dt="2020-10-13T22:21:04.066" v="1534" actId="255"/>
          <ac:spMkLst>
            <pc:docMk/>
            <pc:sldMk cId="240501053" sldId="349"/>
            <ac:spMk id="3" creationId="{F4678CEF-6BBC-47FE-8F31-4DB54EB738C4}"/>
          </ac:spMkLst>
        </pc:spChg>
        <pc:grpChg chg="add mod">
          <ac:chgData name="Ella Vetter" userId="c6918cf5-f6c0-43cc-8499-a1f635017de9" providerId="ADAL" clId="{C4158FC2-E398-4582-BFE2-507371A330BC}" dt="2020-10-13T22:23:04.843" v="1579" actId="14100"/>
          <ac:grpSpMkLst>
            <pc:docMk/>
            <pc:sldMk cId="240501053" sldId="349"/>
            <ac:grpSpMk id="8" creationId="{A5E570B6-AD77-429D-9C73-8102A28E32F5}"/>
          </ac:grpSpMkLst>
        </pc:grpChg>
        <pc:picChg chg="add mod">
          <ac:chgData name="Ella Vetter" userId="c6918cf5-f6c0-43cc-8499-a1f635017de9" providerId="ADAL" clId="{C4158FC2-E398-4582-BFE2-507371A330BC}" dt="2020-10-13T22:22:45.704" v="1554" actId="1035"/>
          <ac:picMkLst>
            <pc:docMk/>
            <pc:sldMk cId="240501053" sldId="349"/>
            <ac:picMk id="5" creationId="{CB6774E5-859E-4B9C-8425-58A82B0D3CAA}"/>
          </ac:picMkLst>
        </pc:picChg>
        <pc:picChg chg="add mod">
          <ac:chgData name="Ella Vetter" userId="c6918cf5-f6c0-43cc-8499-a1f635017de9" providerId="ADAL" clId="{C4158FC2-E398-4582-BFE2-507371A330BC}" dt="2020-10-13T22:23:07.889" v="1585" actId="1035"/>
          <ac:picMkLst>
            <pc:docMk/>
            <pc:sldMk cId="240501053" sldId="349"/>
            <ac:picMk id="7" creationId="{BF5AF4B8-B8EF-4044-8389-55E6E2FB384B}"/>
          </ac:picMkLst>
        </pc:picChg>
        <pc:cxnChg chg="mod">
          <ac:chgData name="Ella Vetter" userId="c6918cf5-f6c0-43cc-8499-a1f635017de9" providerId="ADAL" clId="{C4158FC2-E398-4582-BFE2-507371A330BC}" dt="2020-10-13T22:22:49.032" v="1555"/>
          <ac:cxnSpMkLst>
            <pc:docMk/>
            <pc:sldMk cId="240501053" sldId="349"/>
            <ac:cxnSpMk id="9" creationId="{AA7B01B5-B180-464F-9328-CD0F6BF025EF}"/>
          </ac:cxnSpMkLst>
        </pc:cxnChg>
        <pc:cxnChg chg="mod">
          <ac:chgData name="Ella Vetter" userId="c6918cf5-f6c0-43cc-8499-a1f635017de9" providerId="ADAL" clId="{C4158FC2-E398-4582-BFE2-507371A330BC}" dt="2020-10-13T22:22:49.032" v="1555"/>
          <ac:cxnSpMkLst>
            <pc:docMk/>
            <pc:sldMk cId="240501053" sldId="349"/>
            <ac:cxnSpMk id="10" creationId="{320D4E6E-0D90-4A4A-B8A9-34C105AA0400}"/>
          </ac:cxnSpMkLst>
        </pc:cxnChg>
      </pc:sldChg>
      <pc:sldChg chg="addSp modSp new mod">
        <pc:chgData name="Ella Vetter" userId="c6918cf5-f6c0-43cc-8499-a1f635017de9" providerId="ADAL" clId="{C4158FC2-E398-4582-BFE2-507371A330BC}" dt="2020-10-14T14:03:28.633" v="3918" actId="1035"/>
        <pc:sldMkLst>
          <pc:docMk/>
          <pc:sldMk cId="2632247942" sldId="350"/>
        </pc:sldMkLst>
        <pc:spChg chg="mod">
          <ac:chgData name="Ella Vetter" userId="c6918cf5-f6c0-43cc-8499-a1f635017de9" providerId="ADAL" clId="{C4158FC2-E398-4582-BFE2-507371A330BC}" dt="2020-10-13T22:25:26.659" v="1659" actId="20577"/>
          <ac:spMkLst>
            <pc:docMk/>
            <pc:sldMk cId="2632247942" sldId="350"/>
            <ac:spMk id="2" creationId="{B7887CE0-9D65-43C3-A23B-A89E9A89E88A}"/>
          </ac:spMkLst>
        </pc:spChg>
        <pc:spChg chg="mod">
          <ac:chgData name="Ella Vetter" userId="c6918cf5-f6c0-43cc-8499-a1f635017de9" providerId="ADAL" clId="{C4158FC2-E398-4582-BFE2-507371A330BC}" dt="2020-10-14T14:03:15.004" v="3905" actId="14100"/>
          <ac:spMkLst>
            <pc:docMk/>
            <pc:sldMk cId="2632247942" sldId="350"/>
            <ac:spMk id="3" creationId="{6EC74C6D-4C42-49F6-BA7A-0850BD8465D9}"/>
          </ac:spMkLst>
        </pc:spChg>
        <pc:graphicFrameChg chg="add mod">
          <ac:chgData name="Ella Vetter" userId="c6918cf5-f6c0-43cc-8499-a1f635017de9" providerId="ADAL" clId="{C4158FC2-E398-4582-BFE2-507371A330BC}" dt="2020-10-14T14:03:28.633" v="3918" actId="1035"/>
          <ac:graphicFrameMkLst>
            <pc:docMk/>
            <pc:sldMk cId="2632247942" sldId="350"/>
            <ac:graphicFrameMk id="6" creationId="{90A2249C-EADF-41EA-9E31-89BE9A3B78D7}"/>
          </ac:graphicFrameMkLst>
        </pc:graphicFrameChg>
        <pc:graphicFrameChg chg="add mod">
          <ac:chgData name="Ella Vetter" userId="c6918cf5-f6c0-43cc-8499-a1f635017de9" providerId="ADAL" clId="{C4158FC2-E398-4582-BFE2-507371A330BC}" dt="2020-10-14T14:03:28.633" v="3918" actId="1035"/>
          <ac:graphicFrameMkLst>
            <pc:docMk/>
            <pc:sldMk cId="2632247942" sldId="350"/>
            <ac:graphicFrameMk id="7" creationId="{C77CC333-79BB-4239-8608-4E693EF0F932}"/>
          </ac:graphicFrameMkLst>
        </pc:graphicFrameChg>
        <pc:picChg chg="add mod">
          <ac:chgData name="Ella Vetter" userId="c6918cf5-f6c0-43cc-8499-a1f635017de9" providerId="ADAL" clId="{C4158FC2-E398-4582-BFE2-507371A330BC}" dt="2020-10-14T14:03:19.219" v="3906" actId="1076"/>
          <ac:picMkLst>
            <pc:docMk/>
            <pc:sldMk cId="2632247942" sldId="350"/>
            <ac:picMk id="5" creationId="{EA35A239-2215-4F11-A6FE-A818FA9BA4F7}"/>
          </ac:picMkLst>
        </pc:picChg>
      </pc:sldChg>
      <pc:sldChg chg="addSp modSp new mod">
        <pc:chgData name="Ella Vetter" userId="c6918cf5-f6c0-43cc-8499-a1f635017de9" providerId="ADAL" clId="{C4158FC2-E398-4582-BFE2-507371A330BC}" dt="2020-10-14T14:03:51.160" v="3919" actId="1076"/>
        <pc:sldMkLst>
          <pc:docMk/>
          <pc:sldMk cId="2720927505" sldId="351"/>
        </pc:sldMkLst>
        <pc:spChg chg="mod">
          <ac:chgData name="Ella Vetter" userId="c6918cf5-f6c0-43cc-8499-a1f635017de9" providerId="ADAL" clId="{C4158FC2-E398-4582-BFE2-507371A330BC}" dt="2020-10-13T22:25:28.966" v="1660"/>
          <ac:spMkLst>
            <pc:docMk/>
            <pc:sldMk cId="2720927505" sldId="351"/>
            <ac:spMk id="2" creationId="{5EF56473-3CF3-4D1B-B160-6EDB0AF1E9A2}"/>
          </ac:spMkLst>
        </pc:spChg>
        <pc:spChg chg="mod">
          <ac:chgData name="Ella Vetter" userId="c6918cf5-f6c0-43cc-8499-a1f635017de9" providerId="ADAL" clId="{C4158FC2-E398-4582-BFE2-507371A330BC}" dt="2020-10-13T22:25:02.951" v="1633" actId="14100"/>
          <ac:spMkLst>
            <pc:docMk/>
            <pc:sldMk cId="2720927505" sldId="351"/>
            <ac:spMk id="3" creationId="{C226F174-AEE6-4AE6-826F-0642F52EEB62}"/>
          </ac:spMkLst>
        </pc:spChg>
        <pc:graphicFrameChg chg="add mod">
          <ac:chgData name="Ella Vetter" userId="c6918cf5-f6c0-43cc-8499-a1f635017de9" providerId="ADAL" clId="{C4158FC2-E398-4582-BFE2-507371A330BC}" dt="2020-10-14T14:03:51.160" v="3919" actId="1076"/>
          <ac:graphicFrameMkLst>
            <pc:docMk/>
            <pc:sldMk cId="2720927505" sldId="351"/>
            <ac:graphicFrameMk id="5" creationId="{5C6BBF59-15A7-4455-B28F-C742D5189F31}"/>
          </ac:graphicFrameMkLst>
        </pc:graphicFrameChg>
      </pc:sldChg>
      <pc:sldChg chg="addSp delSp modSp new mod">
        <pc:chgData name="Ella Vetter" userId="c6918cf5-f6c0-43cc-8499-a1f635017de9" providerId="ADAL" clId="{C4158FC2-E398-4582-BFE2-507371A330BC}" dt="2020-10-14T14:04:20.643" v="3936" actId="14100"/>
        <pc:sldMkLst>
          <pc:docMk/>
          <pc:sldMk cId="1823349445" sldId="352"/>
        </pc:sldMkLst>
        <pc:spChg chg="mod">
          <ac:chgData name="Ella Vetter" userId="c6918cf5-f6c0-43cc-8499-a1f635017de9" providerId="ADAL" clId="{C4158FC2-E398-4582-BFE2-507371A330BC}" dt="2020-10-13T22:25:39.753" v="1673" actId="20577"/>
          <ac:spMkLst>
            <pc:docMk/>
            <pc:sldMk cId="1823349445" sldId="352"/>
            <ac:spMk id="2" creationId="{5587F0F9-6B68-4D87-8E77-8EBDD699332A}"/>
          </ac:spMkLst>
        </pc:spChg>
        <pc:spChg chg="mod">
          <ac:chgData name="Ella Vetter" userId="c6918cf5-f6c0-43cc-8499-a1f635017de9" providerId="ADAL" clId="{C4158FC2-E398-4582-BFE2-507371A330BC}" dt="2020-10-13T22:34:27.306" v="1776" actId="14100"/>
          <ac:spMkLst>
            <pc:docMk/>
            <pc:sldMk cId="1823349445" sldId="352"/>
            <ac:spMk id="3" creationId="{4FDD39C9-BCED-4CAB-8B09-0D4D44FE891F}"/>
          </ac:spMkLst>
        </pc:spChg>
        <pc:spChg chg="add mod">
          <ac:chgData name="Ella Vetter" userId="c6918cf5-f6c0-43cc-8499-a1f635017de9" providerId="ADAL" clId="{C4158FC2-E398-4582-BFE2-507371A330BC}" dt="2020-10-14T14:04:04.592" v="3922" actId="1076"/>
          <ac:spMkLst>
            <pc:docMk/>
            <pc:sldMk cId="1823349445" sldId="352"/>
            <ac:spMk id="17" creationId="{F44CE67C-47BC-4D40-853A-2D50FDCA5878}"/>
          </ac:spMkLst>
        </pc:spChg>
        <pc:spChg chg="add mod">
          <ac:chgData name="Ella Vetter" userId="c6918cf5-f6c0-43cc-8499-a1f635017de9" providerId="ADAL" clId="{C4158FC2-E398-4582-BFE2-507371A330BC}" dt="2020-10-14T14:04:20.643" v="3936" actId="14100"/>
          <ac:spMkLst>
            <pc:docMk/>
            <pc:sldMk cId="1823349445" sldId="352"/>
            <ac:spMk id="19" creationId="{E58C3764-118D-4DD2-85DE-D06CE913AED7}"/>
          </ac:spMkLst>
        </pc:spChg>
        <pc:picChg chg="add del mod">
          <ac:chgData name="Ella Vetter" userId="c6918cf5-f6c0-43cc-8499-a1f635017de9" providerId="ADAL" clId="{C4158FC2-E398-4582-BFE2-507371A330BC}" dt="2020-10-13T22:32:47.688" v="1714" actId="478"/>
          <ac:picMkLst>
            <pc:docMk/>
            <pc:sldMk cId="1823349445" sldId="352"/>
            <ac:picMk id="5" creationId="{1B11E22C-A026-4F11-B76D-B05F18C5E62E}"/>
          </ac:picMkLst>
        </pc:picChg>
        <pc:picChg chg="add mod">
          <ac:chgData name="Ella Vetter" userId="c6918cf5-f6c0-43cc-8499-a1f635017de9" providerId="ADAL" clId="{C4158FC2-E398-4582-BFE2-507371A330BC}" dt="2020-10-14T14:04:15.874" v="3935" actId="1036"/>
          <ac:picMkLst>
            <pc:docMk/>
            <pc:sldMk cId="1823349445" sldId="352"/>
            <ac:picMk id="7" creationId="{24AB23E5-1F6A-4FBB-8206-7DAFD3267A23}"/>
          </ac:picMkLst>
        </pc:picChg>
        <pc:picChg chg="add del mod">
          <ac:chgData name="Ella Vetter" userId="c6918cf5-f6c0-43cc-8499-a1f635017de9" providerId="ADAL" clId="{C4158FC2-E398-4582-BFE2-507371A330BC}" dt="2020-10-13T22:32:47.688" v="1714" actId="478"/>
          <ac:picMkLst>
            <pc:docMk/>
            <pc:sldMk cId="1823349445" sldId="352"/>
            <ac:picMk id="9" creationId="{060196CE-831F-4D7C-ADCA-7EC35A67C2B4}"/>
          </ac:picMkLst>
        </pc:picChg>
        <pc:picChg chg="add mod">
          <ac:chgData name="Ella Vetter" userId="c6918cf5-f6c0-43cc-8499-a1f635017de9" providerId="ADAL" clId="{C4158FC2-E398-4582-BFE2-507371A330BC}" dt="2020-10-13T22:34:23.566" v="1775" actId="1036"/>
          <ac:picMkLst>
            <pc:docMk/>
            <pc:sldMk cId="1823349445" sldId="352"/>
            <ac:picMk id="10" creationId="{166B2F46-CC5C-4EDA-85B4-1AC84507BCFF}"/>
          </ac:picMkLst>
        </pc:picChg>
        <pc:picChg chg="add mod">
          <ac:chgData name="Ella Vetter" userId="c6918cf5-f6c0-43cc-8499-a1f635017de9" providerId="ADAL" clId="{C4158FC2-E398-4582-BFE2-507371A330BC}" dt="2020-10-13T22:34:23.566" v="1775" actId="1036"/>
          <ac:picMkLst>
            <pc:docMk/>
            <pc:sldMk cId="1823349445" sldId="352"/>
            <ac:picMk id="11" creationId="{43ABEA1E-07B2-44CA-8D06-06731ACCC0BD}"/>
          </ac:picMkLst>
        </pc:picChg>
        <pc:picChg chg="add mod">
          <ac:chgData name="Ella Vetter" userId="c6918cf5-f6c0-43cc-8499-a1f635017de9" providerId="ADAL" clId="{C4158FC2-E398-4582-BFE2-507371A330BC}" dt="2020-10-14T14:04:15.874" v="3935" actId="1036"/>
          <ac:picMkLst>
            <pc:docMk/>
            <pc:sldMk cId="1823349445" sldId="352"/>
            <ac:picMk id="13" creationId="{3CB426E8-0884-48A4-AF11-7519BF413D3B}"/>
          </ac:picMkLst>
        </pc:picChg>
        <pc:cxnChg chg="add mod">
          <ac:chgData name="Ella Vetter" userId="c6918cf5-f6c0-43cc-8499-a1f635017de9" providerId="ADAL" clId="{C4158FC2-E398-4582-BFE2-507371A330BC}" dt="2020-10-13T22:34:23.566" v="1775" actId="1036"/>
          <ac:cxnSpMkLst>
            <pc:docMk/>
            <pc:sldMk cId="1823349445" sldId="352"/>
            <ac:cxnSpMk id="14" creationId="{2EA851A2-4EA7-4561-94CE-5BCCD32EFA2F}"/>
          </ac:cxnSpMkLst>
        </pc:cxnChg>
        <pc:cxnChg chg="add mod">
          <ac:chgData name="Ella Vetter" userId="c6918cf5-f6c0-43cc-8499-a1f635017de9" providerId="ADAL" clId="{C4158FC2-E398-4582-BFE2-507371A330BC}" dt="2020-10-14T14:04:15.874" v="3935" actId="1036"/>
          <ac:cxnSpMkLst>
            <pc:docMk/>
            <pc:sldMk cId="1823349445" sldId="352"/>
            <ac:cxnSpMk id="15" creationId="{087819DE-E954-4AD0-8F5A-3E940FEBEA73}"/>
          </ac:cxnSpMkLst>
        </pc:cxnChg>
      </pc:sldChg>
      <pc:sldChg chg="addSp delSp modSp new mod">
        <pc:chgData name="Ella Vetter" userId="c6918cf5-f6c0-43cc-8499-a1f635017de9" providerId="ADAL" clId="{C4158FC2-E398-4582-BFE2-507371A330BC}" dt="2020-10-14T14:06:11.454" v="3999" actId="478"/>
        <pc:sldMkLst>
          <pc:docMk/>
          <pc:sldMk cId="890182661" sldId="353"/>
        </pc:sldMkLst>
        <pc:spChg chg="mod">
          <ac:chgData name="Ella Vetter" userId="c6918cf5-f6c0-43cc-8499-a1f635017de9" providerId="ADAL" clId="{C4158FC2-E398-4582-BFE2-507371A330BC}" dt="2020-10-13T22:34:58.568" v="1800" actId="20577"/>
          <ac:spMkLst>
            <pc:docMk/>
            <pc:sldMk cId="890182661" sldId="353"/>
            <ac:spMk id="2" creationId="{27413B85-01DE-4E2B-99CD-B32D79582D41}"/>
          </ac:spMkLst>
        </pc:spChg>
        <pc:spChg chg="mod">
          <ac:chgData name="Ella Vetter" userId="c6918cf5-f6c0-43cc-8499-a1f635017de9" providerId="ADAL" clId="{C4158FC2-E398-4582-BFE2-507371A330BC}" dt="2020-10-14T14:05:45.237" v="3961" actId="20577"/>
          <ac:spMkLst>
            <pc:docMk/>
            <pc:sldMk cId="890182661" sldId="353"/>
            <ac:spMk id="3" creationId="{A4464F39-52AE-4121-8A6A-730BB335EC2A}"/>
          </ac:spMkLst>
        </pc:spChg>
        <pc:spChg chg="add del mod">
          <ac:chgData name="Ella Vetter" userId="c6918cf5-f6c0-43cc-8499-a1f635017de9" providerId="ADAL" clId="{C4158FC2-E398-4582-BFE2-507371A330BC}" dt="2020-10-14T14:06:11.454" v="3999" actId="478"/>
          <ac:spMkLst>
            <pc:docMk/>
            <pc:sldMk cId="890182661" sldId="353"/>
            <ac:spMk id="4" creationId="{60A796C0-31FB-48EC-B1DE-5F6F5A85E08A}"/>
          </ac:spMkLst>
        </pc:spChg>
        <pc:spChg chg="add mod">
          <ac:chgData name="Ella Vetter" userId="c6918cf5-f6c0-43cc-8499-a1f635017de9" providerId="ADAL" clId="{C4158FC2-E398-4582-BFE2-507371A330BC}" dt="2020-10-14T14:05:50.171" v="3967" actId="1035"/>
          <ac:spMkLst>
            <pc:docMk/>
            <pc:sldMk cId="890182661" sldId="353"/>
            <ac:spMk id="5" creationId="{95594C50-67F4-4F74-B414-604F031660D8}"/>
          </ac:spMkLst>
        </pc:spChg>
        <pc:spChg chg="add mod">
          <ac:chgData name="Ella Vetter" userId="c6918cf5-f6c0-43cc-8499-a1f635017de9" providerId="ADAL" clId="{C4158FC2-E398-4582-BFE2-507371A330BC}" dt="2020-10-14T14:05:54.881" v="3975" actId="1035"/>
          <ac:spMkLst>
            <pc:docMk/>
            <pc:sldMk cId="890182661" sldId="353"/>
            <ac:spMk id="9" creationId="{42F53D65-E87F-4460-AF0E-83348D05D262}"/>
          </ac:spMkLst>
        </pc:spChg>
        <pc:picChg chg="add mod">
          <ac:chgData name="Ella Vetter" userId="c6918cf5-f6c0-43cc-8499-a1f635017de9" providerId="ADAL" clId="{C4158FC2-E398-4582-BFE2-507371A330BC}" dt="2020-10-14T14:05:54.881" v="3975" actId="1035"/>
          <ac:picMkLst>
            <pc:docMk/>
            <pc:sldMk cId="890182661" sldId="353"/>
            <ac:picMk id="7" creationId="{46043B67-11BD-4076-B30B-D8043DFFF770}"/>
          </ac:picMkLst>
        </pc:picChg>
        <pc:picChg chg="add mod">
          <ac:chgData name="Ella Vetter" userId="c6918cf5-f6c0-43cc-8499-a1f635017de9" providerId="ADAL" clId="{C4158FC2-E398-4582-BFE2-507371A330BC}" dt="2020-10-14T14:05:54.881" v="3975" actId="1035"/>
          <ac:picMkLst>
            <pc:docMk/>
            <pc:sldMk cId="890182661" sldId="353"/>
            <ac:picMk id="11" creationId="{FADBDDF9-3CE5-4770-9E4F-381BFFE49466}"/>
          </ac:picMkLst>
        </pc:picChg>
      </pc:sldChg>
      <pc:sldChg chg="addSp delSp modSp new mod">
        <pc:chgData name="Ella Vetter" userId="c6918cf5-f6c0-43cc-8499-a1f635017de9" providerId="ADAL" clId="{C4158FC2-E398-4582-BFE2-507371A330BC}" dt="2020-10-14T14:35:01.552" v="4412" actId="1038"/>
        <pc:sldMkLst>
          <pc:docMk/>
          <pc:sldMk cId="2692619788" sldId="354"/>
        </pc:sldMkLst>
        <pc:spChg chg="mod">
          <ac:chgData name="Ella Vetter" userId="c6918cf5-f6c0-43cc-8499-a1f635017de9" providerId="ADAL" clId="{C4158FC2-E398-4582-BFE2-507371A330BC}" dt="2020-10-13T22:38:04.054" v="1885" actId="20577"/>
          <ac:spMkLst>
            <pc:docMk/>
            <pc:sldMk cId="2692619788" sldId="354"/>
            <ac:spMk id="2" creationId="{2DD44D86-0440-40D3-A420-B4104BD5B5A8}"/>
          </ac:spMkLst>
        </pc:spChg>
        <pc:spChg chg="del">
          <ac:chgData name="Ella Vetter" userId="c6918cf5-f6c0-43cc-8499-a1f635017de9" providerId="ADAL" clId="{C4158FC2-E398-4582-BFE2-507371A330BC}" dt="2020-10-13T22:37:52.770" v="1859" actId="478"/>
          <ac:spMkLst>
            <pc:docMk/>
            <pc:sldMk cId="2692619788" sldId="354"/>
            <ac:spMk id="3" creationId="{8EC4D7BF-DCAA-4010-AC99-78D099A542DB}"/>
          </ac:spMkLst>
        </pc:spChg>
        <pc:spChg chg="add mod">
          <ac:chgData name="Ella Vetter" userId="c6918cf5-f6c0-43cc-8499-a1f635017de9" providerId="ADAL" clId="{C4158FC2-E398-4582-BFE2-507371A330BC}" dt="2020-10-14T14:35:01.552" v="4412" actId="1038"/>
          <ac:spMkLst>
            <pc:docMk/>
            <pc:sldMk cId="2692619788" sldId="354"/>
            <ac:spMk id="7" creationId="{9FB676BD-95A3-4FF4-9698-9EEB3DEA3482}"/>
          </ac:spMkLst>
        </pc:spChg>
        <pc:spChg chg="add mod">
          <ac:chgData name="Ella Vetter" userId="c6918cf5-f6c0-43cc-8499-a1f635017de9" providerId="ADAL" clId="{C4158FC2-E398-4582-BFE2-507371A330BC}" dt="2020-10-14T14:35:01.552" v="4412" actId="1038"/>
          <ac:spMkLst>
            <pc:docMk/>
            <pc:sldMk cId="2692619788" sldId="354"/>
            <ac:spMk id="8" creationId="{1B947424-D1C2-42C1-AF14-B5CAC9408EB9}"/>
          </ac:spMkLst>
        </pc:spChg>
        <pc:spChg chg="mod">
          <ac:chgData name="Ella Vetter" userId="c6918cf5-f6c0-43cc-8499-a1f635017de9" providerId="ADAL" clId="{C4158FC2-E398-4582-BFE2-507371A330BC}" dt="2020-10-13T22:37:53.293" v="1860"/>
          <ac:spMkLst>
            <pc:docMk/>
            <pc:sldMk cId="2692619788" sldId="354"/>
            <ac:spMk id="11" creationId="{511D076C-9C74-4E19-BBC2-1FEDAA7B0232}"/>
          </ac:spMkLst>
        </pc:spChg>
        <pc:spChg chg="add mod">
          <ac:chgData name="Ella Vetter" userId="c6918cf5-f6c0-43cc-8499-a1f635017de9" providerId="ADAL" clId="{C4158FC2-E398-4582-BFE2-507371A330BC}" dt="2020-10-14T14:35:01.552" v="4412" actId="1038"/>
          <ac:spMkLst>
            <pc:docMk/>
            <pc:sldMk cId="2692619788" sldId="354"/>
            <ac:spMk id="13" creationId="{727AFB00-0B75-4CF6-90CC-BE139951AF1F}"/>
          </ac:spMkLst>
        </pc:spChg>
        <pc:spChg chg="add mod">
          <ac:chgData name="Ella Vetter" userId="c6918cf5-f6c0-43cc-8499-a1f635017de9" providerId="ADAL" clId="{C4158FC2-E398-4582-BFE2-507371A330BC}" dt="2020-10-14T14:35:01.552" v="4412" actId="1038"/>
          <ac:spMkLst>
            <pc:docMk/>
            <pc:sldMk cId="2692619788" sldId="354"/>
            <ac:spMk id="16" creationId="{E60B449D-B52D-42A4-B1FC-47D3F43344F9}"/>
          </ac:spMkLst>
        </pc:spChg>
        <pc:spChg chg="add mod">
          <ac:chgData name="Ella Vetter" userId="c6918cf5-f6c0-43cc-8499-a1f635017de9" providerId="ADAL" clId="{C4158FC2-E398-4582-BFE2-507371A330BC}" dt="2020-10-14T14:35:01.552" v="4412" actId="1038"/>
          <ac:spMkLst>
            <pc:docMk/>
            <pc:sldMk cId="2692619788" sldId="354"/>
            <ac:spMk id="17" creationId="{6256904B-BE01-406E-A6B2-1A4CBA676D2D}"/>
          </ac:spMkLst>
        </pc:spChg>
        <pc:spChg chg="del mod topLvl">
          <ac:chgData name="Ella Vetter" userId="c6918cf5-f6c0-43cc-8499-a1f635017de9" providerId="ADAL" clId="{C4158FC2-E398-4582-BFE2-507371A330BC}" dt="2020-10-13T22:40:44.525" v="1928" actId="478"/>
          <ac:spMkLst>
            <pc:docMk/>
            <pc:sldMk cId="2692619788" sldId="354"/>
            <ac:spMk id="19" creationId="{C302E50C-224D-4028-9B88-0BA69346DDB2}"/>
          </ac:spMkLst>
        </pc:spChg>
        <pc:spChg chg="add mod">
          <ac:chgData name="Ella Vetter" userId="c6918cf5-f6c0-43cc-8499-a1f635017de9" providerId="ADAL" clId="{C4158FC2-E398-4582-BFE2-507371A330BC}" dt="2020-10-14T14:35:01.552" v="4412" actId="1038"/>
          <ac:spMkLst>
            <pc:docMk/>
            <pc:sldMk cId="2692619788" sldId="354"/>
            <ac:spMk id="21" creationId="{B2BBF8E0-3007-4872-B000-55C07726F3B7}"/>
          </ac:spMkLst>
        </pc:spChg>
        <pc:spChg chg="add mod">
          <ac:chgData name="Ella Vetter" userId="c6918cf5-f6c0-43cc-8499-a1f635017de9" providerId="ADAL" clId="{C4158FC2-E398-4582-BFE2-507371A330BC}" dt="2020-10-14T14:35:01.552" v="4412" actId="1038"/>
          <ac:spMkLst>
            <pc:docMk/>
            <pc:sldMk cId="2692619788" sldId="354"/>
            <ac:spMk id="22" creationId="{7DF625B6-DBCF-4692-A0BC-6CADEAEF544B}"/>
          </ac:spMkLst>
        </pc:spChg>
        <pc:spChg chg="add mod">
          <ac:chgData name="Ella Vetter" userId="c6918cf5-f6c0-43cc-8499-a1f635017de9" providerId="ADAL" clId="{C4158FC2-E398-4582-BFE2-507371A330BC}" dt="2020-10-14T14:35:01.552" v="4412" actId="1038"/>
          <ac:spMkLst>
            <pc:docMk/>
            <pc:sldMk cId="2692619788" sldId="354"/>
            <ac:spMk id="23" creationId="{2FE6B478-31F3-4E62-88B6-F29F25BF6C1B}"/>
          </ac:spMkLst>
        </pc:spChg>
        <pc:spChg chg="mod">
          <ac:chgData name="Ella Vetter" userId="c6918cf5-f6c0-43cc-8499-a1f635017de9" providerId="ADAL" clId="{C4158FC2-E398-4582-BFE2-507371A330BC}" dt="2020-10-13T22:37:53.293" v="1860"/>
          <ac:spMkLst>
            <pc:docMk/>
            <pc:sldMk cId="2692619788" sldId="354"/>
            <ac:spMk id="25" creationId="{6E82AC18-5802-4FAA-B289-513F18891B19}"/>
          </ac:spMkLst>
        </pc:spChg>
        <pc:spChg chg="add mod">
          <ac:chgData name="Ella Vetter" userId="c6918cf5-f6c0-43cc-8499-a1f635017de9" providerId="ADAL" clId="{C4158FC2-E398-4582-BFE2-507371A330BC}" dt="2020-10-14T14:35:01.552" v="4412" actId="1038"/>
          <ac:spMkLst>
            <pc:docMk/>
            <pc:sldMk cId="2692619788" sldId="354"/>
            <ac:spMk id="28" creationId="{2C36A3B5-06D5-4412-83FC-E453DCD4F511}"/>
          </ac:spMkLst>
        </pc:spChg>
        <pc:spChg chg="add mod">
          <ac:chgData name="Ella Vetter" userId="c6918cf5-f6c0-43cc-8499-a1f635017de9" providerId="ADAL" clId="{C4158FC2-E398-4582-BFE2-507371A330BC}" dt="2020-10-14T14:35:01.552" v="4412" actId="1038"/>
          <ac:spMkLst>
            <pc:docMk/>
            <pc:sldMk cId="2692619788" sldId="354"/>
            <ac:spMk id="29" creationId="{E8214BC1-AC98-4ED4-931F-C65A5946C8BF}"/>
          </ac:spMkLst>
        </pc:spChg>
        <pc:spChg chg="add mod">
          <ac:chgData name="Ella Vetter" userId="c6918cf5-f6c0-43cc-8499-a1f635017de9" providerId="ADAL" clId="{C4158FC2-E398-4582-BFE2-507371A330BC}" dt="2020-10-14T14:35:01.552" v="4412" actId="1038"/>
          <ac:spMkLst>
            <pc:docMk/>
            <pc:sldMk cId="2692619788" sldId="354"/>
            <ac:spMk id="30" creationId="{272B70A7-BED1-4C0D-B89A-140762C61134}"/>
          </ac:spMkLst>
        </pc:spChg>
        <pc:spChg chg="add mod">
          <ac:chgData name="Ella Vetter" userId="c6918cf5-f6c0-43cc-8499-a1f635017de9" providerId="ADAL" clId="{C4158FC2-E398-4582-BFE2-507371A330BC}" dt="2020-10-14T14:35:01.552" v="4412" actId="1038"/>
          <ac:spMkLst>
            <pc:docMk/>
            <pc:sldMk cId="2692619788" sldId="354"/>
            <ac:spMk id="35" creationId="{1291EF21-75DA-49B8-99EF-C0F7BC1790CD}"/>
          </ac:spMkLst>
        </pc:spChg>
        <pc:grpChg chg="add del mod">
          <ac:chgData name="Ella Vetter" userId="c6918cf5-f6c0-43cc-8499-a1f635017de9" providerId="ADAL" clId="{C4158FC2-E398-4582-BFE2-507371A330BC}" dt="2020-10-13T22:39:28.449" v="1893" actId="478"/>
          <ac:grpSpMkLst>
            <pc:docMk/>
            <pc:sldMk cId="2692619788" sldId="354"/>
            <ac:grpSpMk id="4" creationId="{FFE59177-2CC3-4F9C-9F2A-EEA51E563294}"/>
          </ac:grpSpMkLst>
        </pc:grpChg>
        <pc:grpChg chg="add mod">
          <ac:chgData name="Ella Vetter" userId="c6918cf5-f6c0-43cc-8499-a1f635017de9" providerId="ADAL" clId="{C4158FC2-E398-4582-BFE2-507371A330BC}" dt="2020-10-14T14:35:01.552" v="4412" actId="1038"/>
          <ac:grpSpMkLst>
            <pc:docMk/>
            <pc:sldMk cId="2692619788" sldId="354"/>
            <ac:grpSpMk id="10" creationId="{86A2C488-CA43-468C-BAAF-98EB54F686A1}"/>
          </ac:grpSpMkLst>
        </pc:grpChg>
        <pc:grpChg chg="add del mod">
          <ac:chgData name="Ella Vetter" userId="c6918cf5-f6c0-43cc-8499-a1f635017de9" providerId="ADAL" clId="{C4158FC2-E398-4582-BFE2-507371A330BC}" dt="2020-10-13T22:40:40.572" v="1926" actId="165"/>
          <ac:grpSpMkLst>
            <pc:docMk/>
            <pc:sldMk cId="2692619788" sldId="354"/>
            <ac:grpSpMk id="18" creationId="{F15FA62B-865D-43C0-9505-637708A88D6D}"/>
          </ac:grpSpMkLst>
        </pc:grpChg>
        <pc:grpChg chg="add mod">
          <ac:chgData name="Ella Vetter" userId="c6918cf5-f6c0-43cc-8499-a1f635017de9" providerId="ADAL" clId="{C4158FC2-E398-4582-BFE2-507371A330BC}" dt="2020-10-14T14:35:01.552" v="4412" actId="1038"/>
          <ac:grpSpMkLst>
            <pc:docMk/>
            <pc:sldMk cId="2692619788" sldId="354"/>
            <ac:grpSpMk id="24" creationId="{973FF78E-A27A-4539-B8F7-8F9035DC2DD5}"/>
          </ac:grpSpMkLst>
        </pc:grpChg>
        <pc:picChg chg="mod">
          <ac:chgData name="Ella Vetter" userId="c6918cf5-f6c0-43cc-8499-a1f635017de9" providerId="ADAL" clId="{C4158FC2-E398-4582-BFE2-507371A330BC}" dt="2020-10-13T22:37:53.293" v="1860"/>
          <ac:picMkLst>
            <pc:docMk/>
            <pc:sldMk cId="2692619788" sldId="354"/>
            <ac:picMk id="5" creationId="{CFA44DA6-5201-48B5-94A7-840558EBA61B}"/>
          </ac:picMkLst>
        </pc:picChg>
        <pc:picChg chg="mod">
          <ac:chgData name="Ella Vetter" userId="c6918cf5-f6c0-43cc-8499-a1f635017de9" providerId="ADAL" clId="{C4158FC2-E398-4582-BFE2-507371A330BC}" dt="2020-10-13T22:37:53.293" v="1860"/>
          <ac:picMkLst>
            <pc:docMk/>
            <pc:sldMk cId="2692619788" sldId="354"/>
            <ac:picMk id="6" creationId="{8820700F-A6BB-44BE-AAEA-7F4F6CABF382}"/>
          </ac:picMkLst>
        </pc:picChg>
        <pc:picChg chg="add mod ord">
          <ac:chgData name="Ella Vetter" userId="c6918cf5-f6c0-43cc-8499-a1f635017de9" providerId="ADAL" clId="{C4158FC2-E398-4582-BFE2-507371A330BC}" dt="2020-10-14T14:35:01.552" v="4412" actId="1038"/>
          <ac:picMkLst>
            <pc:docMk/>
            <pc:sldMk cId="2692619788" sldId="354"/>
            <ac:picMk id="32" creationId="{83C2DB7D-B3B9-449F-BBA9-2E36B92B1C99}"/>
          </ac:picMkLst>
        </pc:picChg>
        <pc:cxnChg chg="add mod">
          <ac:chgData name="Ella Vetter" userId="c6918cf5-f6c0-43cc-8499-a1f635017de9" providerId="ADAL" clId="{C4158FC2-E398-4582-BFE2-507371A330BC}" dt="2020-10-14T14:35:01.552" v="4412" actId="1038"/>
          <ac:cxnSpMkLst>
            <pc:docMk/>
            <pc:sldMk cId="2692619788" sldId="354"/>
            <ac:cxnSpMk id="9" creationId="{C6E16B11-0C7A-4D44-B612-032FDEBBC5D9}"/>
          </ac:cxnSpMkLst>
        </pc:cxnChg>
        <pc:cxnChg chg="mod">
          <ac:chgData name="Ella Vetter" userId="c6918cf5-f6c0-43cc-8499-a1f635017de9" providerId="ADAL" clId="{C4158FC2-E398-4582-BFE2-507371A330BC}" dt="2020-10-13T22:37:53.293" v="1860"/>
          <ac:cxnSpMkLst>
            <pc:docMk/>
            <pc:sldMk cId="2692619788" sldId="354"/>
            <ac:cxnSpMk id="12" creationId="{09952B67-FDA7-40A2-A0D4-0E339F454C60}"/>
          </ac:cxnSpMkLst>
        </pc:cxnChg>
        <pc:cxnChg chg="add mod">
          <ac:chgData name="Ella Vetter" userId="c6918cf5-f6c0-43cc-8499-a1f635017de9" providerId="ADAL" clId="{C4158FC2-E398-4582-BFE2-507371A330BC}" dt="2020-10-14T14:35:01.552" v="4412" actId="1038"/>
          <ac:cxnSpMkLst>
            <pc:docMk/>
            <pc:sldMk cId="2692619788" sldId="354"/>
            <ac:cxnSpMk id="14" creationId="{083C257E-78E0-474E-B742-B2B9DD8C9FF1}"/>
          </ac:cxnSpMkLst>
        </pc:cxnChg>
        <pc:cxnChg chg="add mod">
          <ac:chgData name="Ella Vetter" userId="c6918cf5-f6c0-43cc-8499-a1f635017de9" providerId="ADAL" clId="{C4158FC2-E398-4582-BFE2-507371A330BC}" dt="2020-10-14T14:35:01.552" v="4412" actId="1038"/>
          <ac:cxnSpMkLst>
            <pc:docMk/>
            <pc:sldMk cId="2692619788" sldId="354"/>
            <ac:cxnSpMk id="15" creationId="{75CD9BBD-29E4-4697-92AC-326747171D59}"/>
          </ac:cxnSpMkLst>
        </pc:cxnChg>
        <pc:cxnChg chg="mod topLvl">
          <ac:chgData name="Ella Vetter" userId="c6918cf5-f6c0-43cc-8499-a1f635017de9" providerId="ADAL" clId="{C4158FC2-E398-4582-BFE2-507371A330BC}" dt="2020-10-14T14:35:01.552" v="4412" actId="1038"/>
          <ac:cxnSpMkLst>
            <pc:docMk/>
            <pc:sldMk cId="2692619788" sldId="354"/>
            <ac:cxnSpMk id="20" creationId="{9C3F7A9F-C6ED-42F0-A090-B825EA270823}"/>
          </ac:cxnSpMkLst>
        </pc:cxnChg>
        <pc:cxnChg chg="mod">
          <ac:chgData name="Ella Vetter" userId="c6918cf5-f6c0-43cc-8499-a1f635017de9" providerId="ADAL" clId="{C4158FC2-E398-4582-BFE2-507371A330BC}" dt="2020-10-13T22:37:53.293" v="1860"/>
          <ac:cxnSpMkLst>
            <pc:docMk/>
            <pc:sldMk cId="2692619788" sldId="354"/>
            <ac:cxnSpMk id="26" creationId="{120A972F-3E14-45C9-BC3C-1E2AC615F9B1}"/>
          </ac:cxnSpMkLst>
        </pc:cxnChg>
        <pc:cxnChg chg="add mod">
          <ac:chgData name="Ella Vetter" userId="c6918cf5-f6c0-43cc-8499-a1f635017de9" providerId="ADAL" clId="{C4158FC2-E398-4582-BFE2-507371A330BC}" dt="2020-10-14T14:35:01.552" v="4412" actId="1038"/>
          <ac:cxnSpMkLst>
            <pc:docMk/>
            <pc:sldMk cId="2692619788" sldId="354"/>
            <ac:cxnSpMk id="27" creationId="{77FCC66C-3D12-4E94-B53E-652C85F89751}"/>
          </ac:cxnSpMkLst>
        </pc:cxnChg>
      </pc:sldChg>
      <pc:sldChg chg="addSp delSp modSp new mod">
        <pc:chgData name="Ella Vetter" userId="c6918cf5-f6c0-43cc-8499-a1f635017de9" providerId="ADAL" clId="{C4158FC2-E398-4582-BFE2-507371A330BC}" dt="2020-10-14T14:09:21.251" v="4116" actId="1035"/>
        <pc:sldMkLst>
          <pc:docMk/>
          <pc:sldMk cId="1606905279" sldId="355"/>
        </pc:sldMkLst>
        <pc:spChg chg="mod">
          <ac:chgData name="Ella Vetter" userId="c6918cf5-f6c0-43cc-8499-a1f635017de9" providerId="ADAL" clId="{C4158FC2-E398-4582-BFE2-507371A330BC}" dt="2020-10-13T22:41:49.646" v="1960"/>
          <ac:spMkLst>
            <pc:docMk/>
            <pc:sldMk cId="1606905279" sldId="355"/>
            <ac:spMk id="2" creationId="{341BFF90-5AFB-4888-B806-D6D53885310B}"/>
          </ac:spMkLst>
        </pc:spChg>
        <pc:spChg chg="mod">
          <ac:chgData name="Ella Vetter" userId="c6918cf5-f6c0-43cc-8499-a1f635017de9" providerId="ADAL" clId="{C4158FC2-E398-4582-BFE2-507371A330BC}" dt="2020-10-14T14:07:27.474" v="4037" actId="1035"/>
          <ac:spMkLst>
            <pc:docMk/>
            <pc:sldMk cId="1606905279" sldId="355"/>
            <ac:spMk id="3" creationId="{AA2F80AC-8BA8-4C91-BA28-7F8F190A2397}"/>
          </ac:spMkLst>
        </pc:spChg>
        <pc:spChg chg="add mod">
          <ac:chgData name="Ella Vetter" userId="c6918cf5-f6c0-43cc-8499-a1f635017de9" providerId="ADAL" clId="{C4158FC2-E398-4582-BFE2-507371A330BC}" dt="2020-10-14T14:09:07.457" v="4106" actId="1035"/>
          <ac:spMkLst>
            <pc:docMk/>
            <pc:sldMk cId="1606905279" sldId="355"/>
            <ac:spMk id="8" creationId="{FE686350-E67C-47DC-A573-4D0C4D436CEB}"/>
          </ac:spMkLst>
        </pc:spChg>
        <pc:spChg chg="add mod">
          <ac:chgData name="Ella Vetter" userId="c6918cf5-f6c0-43cc-8499-a1f635017de9" providerId="ADAL" clId="{C4158FC2-E398-4582-BFE2-507371A330BC}" dt="2020-10-14T14:07:44.267" v="4043" actId="1076"/>
          <ac:spMkLst>
            <pc:docMk/>
            <pc:sldMk cId="1606905279" sldId="355"/>
            <ac:spMk id="9" creationId="{2989FEC1-E2A9-4878-B84F-B7488382BC9A}"/>
          </ac:spMkLst>
        </pc:spChg>
        <pc:spChg chg="add mod">
          <ac:chgData name="Ella Vetter" userId="c6918cf5-f6c0-43cc-8499-a1f635017de9" providerId="ADAL" clId="{C4158FC2-E398-4582-BFE2-507371A330BC}" dt="2020-10-14T14:09:21.251" v="4116" actId="1035"/>
          <ac:spMkLst>
            <pc:docMk/>
            <pc:sldMk cId="1606905279" sldId="355"/>
            <ac:spMk id="11" creationId="{C3CCFBE1-EC46-4C9A-871B-CB3CFE4E3FB3}"/>
          </ac:spMkLst>
        </pc:spChg>
        <pc:spChg chg="add del mod">
          <ac:chgData name="Ella Vetter" userId="c6918cf5-f6c0-43cc-8499-a1f635017de9" providerId="ADAL" clId="{C4158FC2-E398-4582-BFE2-507371A330BC}" dt="2020-10-14T14:09:04.126" v="4102" actId="478"/>
          <ac:spMkLst>
            <pc:docMk/>
            <pc:sldMk cId="1606905279" sldId="355"/>
            <ac:spMk id="12" creationId="{724821B3-7953-450C-BE6A-46B471422226}"/>
          </ac:spMkLst>
        </pc:spChg>
        <pc:spChg chg="add del mod">
          <ac:chgData name="Ella Vetter" userId="c6918cf5-f6c0-43cc-8499-a1f635017de9" providerId="ADAL" clId="{C4158FC2-E398-4582-BFE2-507371A330BC}" dt="2020-10-13T22:43:42.866" v="2025" actId="478"/>
          <ac:spMkLst>
            <pc:docMk/>
            <pc:sldMk cId="1606905279" sldId="355"/>
            <ac:spMk id="13" creationId="{5CDE1211-3509-428B-9289-2287A197BBBB}"/>
          </ac:spMkLst>
        </pc:spChg>
        <pc:spChg chg="add mod">
          <ac:chgData name="Ella Vetter" userId="c6918cf5-f6c0-43cc-8499-a1f635017de9" providerId="ADAL" clId="{C4158FC2-E398-4582-BFE2-507371A330BC}" dt="2020-10-14T14:07:27.474" v="4037" actId="1035"/>
          <ac:spMkLst>
            <pc:docMk/>
            <pc:sldMk cId="1606905279" sldId="355"/>
            <ac:spMk id="15" creationId="{4140A065-7CF0-416C-8F01-6E37640B45D2}"/>
          </ac:spMkLst>
        </pc:spChg>
        <pc:spChg chg="add mod">
          <ac:chgData name="Ella Vetter" userId="c6918cf5-f6c0-43cc-8499-a1f635017de9" providerId="ADAL" clId="{C4158FC2-E398-4582-BFE2-507371A330BC}" dt="2020-10-14T14:09:13.645" v="4109" actId="1076"/>
          <ac:spMkLst>
            <pc:docMk/>
            <pc:sldMk cId="1606905279" sldId="355"/>
            <ac:spMk id="16" creationId="{42199685-C1D8-499B-9BC2-095591D2EC86}"/>
          </ac:spMkLst>
        </pc:spChg>
        <pc:spChg chg="add mod">
          <ac:chgData name="Ella Vetter" userId="c6918cf5-f6c0-43cc-8499-a1f635017de9" providerId="ADAL" clId="{C4158FC2-E398-4582-BFE2-507371A330BC}" dt="2020-10-14T14:09:10.876" v="4108" actId="1076"/>
          <ac:spMkLst>
            <pc:docMk/>
            <pc:sldMk cId="1606905279" sldId="355"/>
            <ac:spMk id="18" creationId="{DAB9C601-C4C2-452C-807A-16FE356ED04F}"/>
          </ac:spMkLst>
        </pc:spChg>
        <pc:picChg chg="add mod modCrop">
          <ac:chgData name="Ella Vetter" userId="c6918cf5-f6c0-43cc-8499-a1f635017de9" providerId="ADAL" clId="{C4158FC2-E398-4582-BFE2-507371A330BC}" dt="2020-10-14T14:07:27.474" v="4037" actId="1035"/>
          <ac:picMkLst>
            <pc:docMk/>
            <pc:sldMk cId="1606905279" sldId="355"/>
            <ac:picMk id="5" creationId="{A4A6F083-72E7-4F7C-80C8-887167A42B0D}"/>
          </ac:picMkLst>
        </pc:picChg>
        <pc:picChg chg="add del mod">
          <ac:chgData name="Ella Vetter" userId="c6918cf5-f6c0-43cc-8499-a1f635017de9" providerId="ADAL" clId="{C4158FC2-E398-4582-BFE2-507371A330BC}" dt="2020-10-13T22:42:49.664" v="1970" actId="478"/>
          <ac:picMkLst>
            <pc:docMk/>
            <pc:sldMk cId="1606905279" sldId="355"/>
            <ac:picMk id="6" creationId="{447AF8EE-8677-420B-B384-1ABE72E3CFE6}"/>
          </ac:picMkLst>
        </pc:picChg>
        <pc:cxnChg chg="add mod">
          <ac:chgData name="Ella Vetter" userId="c6918cf5-f6c0-43cc-8499-a1f635017de9" providerId="ADAL" clId="{C4158FC2-E398-4582-BFE2-507371A330BC}" dt="2020-10-14T14:07:58.135" v="4061" actId="1035"/>
          <ac:cxnSpMkLst>
            <pc:docMk/>
            <pc:sldMk cId="1606905279" sldId="355"/>
            <ac:cxnSpMk id="7" creationId="{F5CB650B-F519-49CF-B7E2-27F88340D3B1}"/>
          </ac:cxnSpMkLst>
        </pc:cxnChg>
        <pc:cxnChg chg="add mod">
          <ac:chgData name="Ella Vetter" userId="c6918cf5-f6c0-43cc-8499-a1f635017de9" providerId="ADAL" clId="{C4158FC2-E398-4582-BFE2-507371A330BC}" dt="2020-10-14T14:09:04.126" v="4102" actId="478"/>
          <ac:cxnSpMkLst>
            <pc:docMk/>
            <pc:sldMk cId="1606905279" sldId="355"/>
            <ac:cxnSpMk id="10" creationId="{827F28B9-F511-44AD-8C08-81E769DBF7D4}"/>
          </ac:cxnSpMkLst>
        </pc:cxnChg>
        <pc:cxnChg chg="add mod">
          <ac:chgData name="Ella Vetter" userId="c6918cf5-f6c0-43cc-8499-a1f635017de9" providerId="ADAL" clId="{C4158FC2-E398-4582-BFE2-507371A330BC}" dt="2020-10-14T14:07:27.474" v="4037" actId="1035"/>
          <ac:cxnSpMkLst>
            <pc:docMk/>
            <pc:sldMk cId="1606905279" sldId="355"/>
            <ac:cxnSpMk id="14" creationId="{B2B4C619-365E-4F87-8D88-99BAA6FE2C42}"/>
          </ac:cxnSpMkLst>
        </pc:cxnChg>
      </pc:sldChg>
      <pc:sldChg chg="addSp delSp modSp new mod">
        <pc:chgData name="Ella Vetter" userId="c6918cf5-f6c0-43cc-8499-a1f635017de9" providerId="ADAL" clId="{C4158FC2-E398-4582-BFE2-507371A330BC}" dt="2020-10-14T14:15:14.949" v="4164" actId="1035"/>
        <pc:sldMkLst>
          <pc:docMk/>
          <pc:sldMk cId="600998610" sldId="356"/>
        </pc:sldMkLst>
        <pc:spChg chg="mod">
          <ac:chgData name="Ella Vetter" userId="c6918cf5-f6c0-43cc-8499-a1f635017de9" providerId="ADAL" clId="{C4158FC2-E398-4582-BFE2-507371A330BC}" dt="2020-10-13T22:44:48.853" v="2085" actId="20577"/>
          <ac:spMkLst>
            <pc:docMk/>
            <pc:sldMk cId="600998610" sldId="356"/>
            <ac:spMk id="2" creationId="{A14E362C-7FA9-43D3-94C5-1E985FAAC42C}"/>
          </ac:spMkLst>
        </pc:spChg>
        <pc:spChg chg="mod">
          <ac:chgData name="Ella Vetter" userId="c6918cf5-f6c0-43cc-8499-a1f635017de9" providerId="ADAL" clId="{C4158FC2-E398-4582-BFE2-507371A330BC}" dt="2020-10-14T14:15:11.615" v="4155" actId="14100"/>
          <ac:spMkLst>
            <pc:docMk/>
            <pc:sldMk cId="600998610" sldId="356"/>
            <ac:spMk id="3" creationId="{4062F21A-345E-4DA7-A4EC-F75365F5F36E}"/>
          </ac:spMkLst>
        </pc:spChg>
        <pc:graphicFrameChg chg="add mod modGraphic">
          <ac:chgData name="Ella Vetter" userId="c6918cf5-f6c0-43cc-8499-a1f635017de9" providerId="ADAL" clId="{C4158FC2-E398-4582-BFE2-507371A330BC}" dt="2020-10-14T14:15:14.949" v="4164" actId="1035"/>
          <ac:graphicFrameMkLst>
            <pc:docMk/>
            <pc:sldMk cId="600998610" sldId="356"/>
            <ac:graphicFrameMk id="5" creationId="{81DE3BF0-C46B-411A-9343-2B68EA66DACD}"/>
          </ac:graphicFrameMkLst>
        </pc:graphicFrameChg>
        <pc:picChg chg="add mod">
          <ac:chgData name="Ella Vetter" userId="c6918cf5-f6c0-43cc-8499-a1f635017de9" providerId="ADAL" clId="{C4158FC2-E398-4582-BFE2-507371A330BC}" dt="2020-10-14T14:15:14.949" v="4164" actId="1035"/>
          <ac:picMkLst>
            <pc:docMk/>
            <pc:sldMk cId="600998610" sldId="356"/>
            <ac:picMk id="7" creationId="{85EA21CF-E363-413A-96DA-7340043800F0}"/>
          </ac:picMkLst>
        </pc:picChg>
        <pc:picChg chg="add mod">
          <ac:chgData name="Ella Vetter" userId="c6918cf5-f6c0-43cc-8499-a1f635017de9" providerId="ADAL" clId="{C4158FC2-E398-4582-BFE2-507371A330BC}" dt="2020-10-14T14:15:14.949" v="4164" actId="1035"/>
          <ac:picMkLst>
            <pc:docMk/>
            <pc:sldMk cId="600998610" sldId="356"/>
            <ac:picMk id="9" creationId="{4B78067D-4F81-4FE3-9D12-1A035AB13C12}"/>
          </ac:picMkLst>
        </pc:picChg>
        <pc:picChg chg="add mod">
          <ac:chgData name="Ella Vetter" userId="c6918cf5-f6c0-43cc-8499-a1f635017de9" providerId="ADAL" clId="{C4158FC2-E398-4582-BFE2-507371A330BC}" dt="2020-10-14T14:15:14.949" v="4164" actId="1035"/>
          <ac:picMkLst>
            <pc:docMk/>
            <pc:sldMk cId="600998610" sldId="356"/>
            <ac:picMk id="11" creationId="{6E27740E-6026-43EF-A837-DD07C1D6345C}"/>
          </ac:picMkLst>
        </pc:picChg>
        <pc:picChg chg="add mod">
          <ac:chgData name="Ella Vetter" userId="c6918cf5-f6c0-43cc-8499-a1f635017de9" providerId="ADAL" clId="{C4158FC2-E398-4582-BFE2-507371A330BC}" dt="2020-10-14T14:15:14.949" v="4164" actId="1035"/>
          <ac:picMkLst>
            <pc:docMk/>
            <pc:sldMk cId="600998610" sldId="356"/>
            <ac:picMk id="13" creationId="{03244DAE-1202-4A2F-9237-67172FC7E1DE}"/>
          </ac:picMkLst>
        </pc:picChg>
        <pc:picChg chg="add mod">
          <ac:chgData name="Ella Vetter" userId="c6918cf5-f6c0-43cc-8499-a1f635017de9" providerId="ADAL" clId="{C4158FC2-E398-4582-BFE2-507371A330BC}" dt="2020-10-14T14:15:14.949" v="4164" actId="1035"/>
          <ac:picMkLst>
            <pc:docMk/>
            <pc:sldMk cId="600998610" sldId="356"/>
            <ac:picMk id="15" creationId="{EA8CDFD0-FC3A-4AE4-8397-81297B88B26F}"/>
          </ac:picMkLst>
        </pc:picChg>
        <pc:picChg chg="add mod">
          <ac:chgData name="Ella Vetter" userId="c6918cf5-f6c0-43cc-8499-a1f635017de9" providerId="ADAL" clId="{C4158FC2-E398-4582-BFE2-507371A330BC}" dt="2020-10-14T14:15:14.949" v="4164" actId="1035"/>
          <ac:picMkLst>
            <pc:docMk/>
            <pc:sldMk cId="600998610" sldId="356"/>
            <ac:picMk id="17" creationId="{3841A3E9-C2C3-4CA5-867E-2E045536A323}"/>
          </ac:picMkLst>
        </pc:picChg>
        <pc:picChg chg="add del">
          <ac:chgData name="Ella Vetter" userId="c6918cf5-f6c0-43cc-8499-a1f635017de9" providerId="ADAL" clId="{C4158FC2-E398-4582-BFE2-507371A330BC}" dt="2020-10-13T22:46:18.362" v="2134" actId="22"/>
          <ac:picMkLst>
            <pc:docMk/>
            <pc:sldMk cId="600998610" sldId="356"/>
            <ac:picMk id="19" creationId="{674FDDFB-0541-473D-B65C-26342946116D}"/>
          </ac:picMkLst>
        </pc:picChg>
      </pc:sldChg>
      <pc:sldChg chg="addSp modSp new mod">
        <pc:chgData name="Ella Vetter" userId="c6918cf5-f6c0-43cc-8499-a1f635017de9" providerId="ADAL" clId="{C4158FC2-E398-4582-BFE2-507371A330BC}" dt="2020-10-14T14:14:06.663" v="4148" actId="14100"/>
        <pc:sldMkLst>
          <pc:docMk/>
          <pc:sldMk cId="1444758807" sldId="357"/>
        </pc:sldMkLst>
        <pc:spChg chg="mod">
          <ac:chgData name="Ella Vetter" userId="c6918cf5-f6c0-43cc-8499-a1f635017de9" providerId="ADAL" clId="{C4158FC2-E398-4582-BFE2-507371A330BC}" dt="2020-10-14T14:13:51.864" v="4135" actId="13926"/>
          <ac:spMkLst>
            <pc:docMk/>
            <pc:sldMk cId="1444758807" sldId="357"/>
            <ac:spMk id="2" creationId="{9A3AEA23-36D2-4D77-B953-92C42EFEB08A}"/>
          </ac:spMkLst>
        </pc:spChg>
        <pc:spChg chg="mod">
          <ac:chgData name="Ella Vetter" userId="c6918cf5-f6c0-43cc-8499-a1f635017de9" providerId="ADAL" clId="{C4158FC2-E398-4582-BFE2-507371A330BC}" dt="2020-10-14T14:14:06.663" v="4148" actId="14100"/>
          <ac:spMkLst>
            <pc:docMk/>
            <pc:sldMk cId="1444758807" sldId="357"/>
            <ac:spMk id="3" creationId="{E114A0F4-E487-4572-903F-9DF0E2702DD6}"/>
          </ac:spMkLst>
        </pc:spChg>
        <pc:graphicFrameChg chg="add mod modGraphic">
          <ac:chgData name="Ella Vetter" userId="c6918cf5-f6c0-43cc-8499-a1f635017de9" providerId="ADAL" clId="{C4158FC2-E398-4582-BFE2-507371A330BC}" dt="2020-10-14T14:14:03.910" v="4147" actId="1035"/>
          <ac:graphicFrameMkLst>
            <pc:docMk/>
            <pc:sldMk cId="1444758807" sldId="357"/>
            <ac:graphicFrameMk id="5" creationId="{0F3F3821-D380-4BE6-9BB4-43A8A52581E0}"/>
          </ac:graphicFrameMkLst>
        </pc:graphicFrameChg>
        <pc:picChg chg="add mod">
          <ac:chgData name="Ella Vetter" userId="c6918cf5-f6c0-43cc-8499-a1f635017de9" providerId="ADAL" clId="{C4158FC2-E398-4582-BFE2-507371A330BC}" dt="2020-10-14T14:14:03.910" v="4147" actId="1035"/>
          <ac:picMkLst>
            <pc:docMk/>
            <pc:sldMk cId="1444758807" sldId="357"/>
            <ac:picMk id="7" creationId="{D7686D0C-F844-4635-BF16-4D84D88F5DA3}"/>
          </ac:picMkLst>
        </pc:picChg>
        <pc:picChg chg="add mod">
          <ac:chgData name="Ella Vetter" userId="c6918cf5-f6c0-43cc-8499-a1f635017de9" providerId="ADAL" clId="{C4158FC2-E398-4582-BFE2-507371A330BC}" dt="2020-10-14T14:14:03.910" v="4147" actId="1035"/>
          <ac:picMkLst>
            <pc:docMk/>
            <pc:sldMk cId="1444758807" sldId="357"/>
            <ac:picMk id="9" creationId="{F5A2FBAE-C858-4F0D-A525-7C51C75E3C75}"/>
          </ac:picMkLst>
        </pc:picChg>
        <pc:picChg chg="add mod">
          <ac:chgData name="Ella Vetter" userId="c6918cf5-f6c0-43cc-8499-a1f635017de9" providerId="ADAL" clId="{C4158FC2-E398-4582-BFE2-507371A330BC}" dt="2020-10-14T14:14:03.910" v="4147" actId="1035"/>
          <ac:picMkLst>
            <pc:docMk/>
            <pc:sldMk cId="1444758807" sldId="357"/>
            <ac:picMk id="11" creationId="{6E47FB18-B8B0-419C-9543-2B6261F1E614}"/>
          </ac:picMkLst>
        </pc:picChg>
        <pc:picChg chg="add mod">
          <ac:chgData name="Ella Vetter" userId="c6918cf5-f6c0-43cc-8499-a1f635017de9" providerId="ADAL" clId="{C4158FC2-E398-4582-BFE2-507371A330BC}" dt="2020-10-14T14:14:03.910" v="4147" actId="1035"/>
          <ac:picMkLst>
            <pc:docMk/>
            <pc:sldMk cId="1444758807" sldId="357"/>
            <ac:picMk id="13" creationId="{A2E5C363-8BC2-4FD3-9557-B74B9643139F}"/>
          </ac:picMkLst>
        </pc:picChg>
      </pc:sldChg>
      <pc:sldChg chg="addSp modSp new mod">
        <pc:chgData name="Ella Vetter" userId="c6918cf5-f6c0-43cc-8499-a1f635017de9" providerId="ADAL" clId="{C4158FC2-E398-4582-BFE2-507371A330BC}" dt="2020-10-13T22:48:00.343" v="2188" actId="113"/>
        <pc:sldMkLst>
          <pc:docMk/>
          <pc:sldMk cId="1922293938" sldId="358"/>
        </pc:sldMkLst>
        <pc:spChg chg="mod">
          <ac:chgData name="Ella Vetter" userId="c6918cf5-f6c0-43cc-8499-a1f635017de9" providerId="ADAL" clId="{C4158FC2-E398-4582-BFE2-507371A330BC}" dt="2020-10-13T22:46:59.575" v="2147"/>
          <ac:spMkLst>
            <pc:docMk/>
            <pc:sldMk cId="1922293938" sldId="358"/>
            <ac:spMk id="2" creationId="{B755FA0C-A752-433E-838C-D111AF6906A0}"/>
          </ac:spMkLst>
        </pc:spChg>
        <pc:spChg chg="mod">
          <ac:chgData name="Ella Vetter" userId="c6918cf5-f6c0-43cc-8499-a1f635017de9" providerId="ADAL" clId="{C4158FC2-E398-4582-BFE2-507371A330BC}" dt="2020-10-13T22:48:00.343" v="2188" actId="113"/>
          <ac:spMkLst>
            <pc:docMk/>
            <pc:sldMk cId="1922293938" sldId="358"/>
            <ac:spMk id="3" creationId="{0A194DC8-B1B1-4562-B4E9-1C84DA207ACB}"/>
          </ac:spMkLst>
        </pc:spChg>
        <pc:graphicFrameChg chg="add mod">
          <ac:chgData name="Ella Vetter" userId="c6918cf5-f6c0-43cc-8499-a1f635017de9" providerId="ADAL" clId="{C4158FC2-E398-4582-BFE2-507371A330BC}" dt="2020-10-13T22:47:23.522" v="2153" actId="1076"/>
          <ac:graphicFrameMkLst>
            <pc:docMk/>
            <pc:sldMk cId="1922293938" sldId="358"/>
            <ac:graphicFrameMk id="5" creationId="{F5204E58-D802-4EBD-AE07-805928E396CF}"/>
          </ac:graphicFrameMkLst>
        </pc:graphicFrameChg>
        <pc:picChg chg="add mod">
          <ac:chgData name="Ella Vetter" userId="c6918cf5-f6c0-43cc-8499-a1f635017de9" providerId="ADAL" clId="{C4158FC2-E398-4582-BFE2-507371A330BC}" dt="2020-10-13T22:47:31.506" v="2156" actId="1076"/>
          <ac:picMkLst>
            <pc:docMk/>
            <pc:sldMk cId="1922293938" sldId="358"/>
            <ac:picMk id="7" creationId="{A7EF877D-3140-4A0C-BFFC-79F6C67E5CEB}"/>
          </ac:picMkLst>
        </pc:picChg>
        <pc:picChg chg="add mod">
          <ac:chgData name="Ella Vetter" userId="c6918cf5-f6c0-43cc-8499-a1f635017de9" providerId="ADAL" clId="{C4158FC2-E398-4582-BFE2-507371A330BC}" dt="2020-10-13T22:47:27.767" v="2155" actId="1076"/>
          <ac:picMkLst>
            <pc:docMk/>
            <pc:sldMk cId="1922293938" sldId="358"/>
            <ac:picMk id="9" creationId="{CEADA143-BCAC-4356-9373-29BC5715279F}"/>
          </ac:picMkLst>
        </pc:picChg>
        <pc:picChg chg="add mod">
          <ac:chgData name="Ella Vetter" userId="c6918cf5-f6c0-43cc-8499-a1f635017de9" providerId="ADAL" clId="{C4158FC2-E398-4582-BFE2-507371A330BC}" dt="2020-10-13T22:47:26.079" v="2154" actId="1076"/>
          <ac:picMkLst>
            <pc:docMk/>
            <pc:sldMk cId="1922293938" sldId="358"/>
            <ac:picMk id="11" creationId="{74C51675-89F2-487D-8887-04107F27CC62}"/>
          </ac:picMkLst>
        </pc:picChg>
      </pc:sldChg>
      <pc:sldChg chg="addSp modSp new mod">
        <pc:chgData name="Ella Vetter" userId="c6918cf5-f6c0-43cc-8499-a1f635017de9" providerId="ADAL" clId="{C4158FC2-E398-4582-BFE2-507371A330BC}" dt="2020-10-13T22:48:22.919" v="2197" actId="14100"/>
        <pc:sldMkLst>
          <pc:docMk/>
          <pc:sldMk cId="3885684603" sldId="359"/>
        </pc:sldMkLst>
        <pc:spChg chg="mod">
          <ac:chgData name="Ella Vetter" userId="c6918cf5-f6c0-43cc-8499-a1f635017de9" providerId="ADAL" clId="{C4158FC2-E398-4582-BFE2-507371A330BC}" dt="2020-10-13T22:47:41.838" v="2180" actId="20577"/>
          <ac:spMkLst>
            <pc:docMk/>
            <pc:sldMk cId="3885684603" sldId="359"/>
            <ac:spMk id="2" creationId="{7431B2DB-B1B9-4864-90C1-2B64E7513C2D}"/>
          </ac:spMkLst>
        </pc:spChg>
        <pc:spChg chg="mod">
          <ac:chgData name="Ella Vetter" userId="c6918cf5-f6c0-43cc-8499-a1f635017de9" providerId="ADAL" clId="{C4158FC2-E398-4582-BFE2-507371A330BC}" dt="2020-10-13T22:48:22.919" v="2197" actId="14100"/>
          <ac:spMkLst>
            <pc:docMk/>
            <pc:sldMk cId="3885684603" sldId="359"/>
            <ac:spMk id="3" creationId="{A664E77B-FDFD-47AF-8B71-CBA721B07F50}"/>
          </ac:spMkLst>
        </pc:spChg>
        <pc:graphicFrameChg chg="add mod">
          <ac:chgData name="Ella Vetter" userId="c6918cf5-f6c0-43cc-8499-a1f635017de9" providerId="ADAL" clId="{C4158FC2-E398-4582-BFE2-507371A330BC}" dt="2020-10-13T22:48:21.028" v="2196" actId="1076"/>
          <ac:graphicFrameMkLst>
            <pc:docMk/>
            <pc:sldMk cId="3885684603" sldId="359"/>
            <ac:graphicFrameMk id="5" creationId="{95D62624-62A7-4FF7-889D-FF51DB8C214B}"/>
          </ac:graphicFrameMkLst>
        </pc:graphicFrameChg>
      </pc:sldChg>
      <pc:sldChg chg="addSp delSp modSp new mod">
        <pc:chgData name="Ella Vetter" userId="c6918cf5-f6c0-43cc-8499-a1f635017de9" providerId="ADAL" clId="{C4158FC2-E398-4582-BFE2-507371A330BC}" dt="2020-10-14T14:21:40.537" v="4319" actId="20577"/>
        <pc:sldMkLst>
          <pc:docMk/>
          <pc:sldMk cId="1054350485" sldId="360"/>
        </pc:sldMkLst>
        <pc:spChg chg="mod">
          <ac:chgData name="Ella Vetter" userId="c6918cf5-f6c0-43cc-8499-a1f635017de9" providerId="ADAL" clId="{C4158FC2-E398-4582-BFE2-507371A330BC}" dt="2020-10-13T22:49:20.027" v="2205" actId="20577"/>
          <ac:spMkLst>
            <pc:docMk/>
            <pc:sldMk cId="1054350485" sldId="360"/>
            <ac:spMk id="2" creationId="{61A7C911-DD72-46D1-AB03-04FF1C6A977D}"/>
          </ac:spMkLst>
        </pc:spChg>
        <pc:spChg chg="mod">
          <ac:chgData name="Ella Vetter" userId="c6918cf5-f6c0-43cc-8499-a1f635017de9" providerId="ADAL" clId="{C4158FC2-E398-4582-BFE2-507371A330BC}" dt="2020-10-14T14:21:40.537" v="4319" actId="20577"/>
          <ac:spMkLst>
            <pc:docMk/>
            <pc:sldMk cId="1054350485" sldId="360"/>
            <ac:spMk id="3" creationId="{3E4419D3-C7DD-4C72-9CC4-CE21E23DB099}"/>
          </ac:spMkLst>
        </pc:spChg>
        <pc:picChg chg="add mod">
          <ac:chgData name="Ella Vetter" userId="c6918cf5-f6c0-43cc-8499-a1f635017de9" providerId="ADAL" clId="{C4158FC2-E398-4582-BFE2-507371A330BC}" dt="2020-10-13T23:38:15.387" v="2404" actId="1076"/>
          <ac:picMkLst>
            <pc:docMk/>
            <pc:sldMk cId="1054350485" sldId="360"/>
            <ac:picMk id="5" creationId="{0B7C4677-1B63-45E6-A0C5-5242F471E711}"/>
          </ac:picMkLst>
        </pc:picChg>
        <pc:picChg chg="add mod">
          <ac:chgData name="Ella Vetter" userId="c6918cf5-f6c0-43cc-8499-a1f635017de9" providerId="ADAL" clId="{C4158FC2-E398-4582-BFE2-507371A330BC}" dt="2020-10-13T23:39:39.865" v="2419" actId="1035"/>
          <ac:picMkLst>
            <pc:docMk/>
            <pc:sldMk cId="1054350485" sldId="360"/>
            <ac:picMk id="7" creationId="{7D689610-2566-47A8-A3CD-FAA7A5D4CB5A}"/>
          </ac:picMkLst>
        </pc:picChg>
        <pc:cxnChg chg="add mod">
          <ac:chgData name="Ella Vetter" userId="c6918cf5-f6c0-43cc-8499-a1f635017de9" providerId="ADAL" clId="{C4158FC2-E398-4582-BFE2-507371A330BC}" dt="2020-10-13T23:39:41.923" v="2420" actId="1076"/>
          <ac:cxnSpMkLst>
            <pc:docMk/>
            <pc:sldMk cId="1054350485" sldId="360"/>
            <ac:cxnSpMk id="8" creationId="{DC308055-3824-4F6A-8A6A-5EFBAD9AD401}"/>
          </ac:cxnSpMkLst>
        </pc:cxnChg>
        <pc:cxnChg chg="add del mod">
          <ac:chgData name="Ella Vetter" userId="c6918cf5-f6c0-43cc-8499-a1f635017de9" providerId="ADAL" clId="{C4158FC2-E398-4582-BFE2-507371A330BC}" dt="2020-10-13T23:39:50.094" v="2422"/>
          <ac:cxnSpMkLst>
            <pc:docMk/>
            <pc:sldMk cId="1054350485" sldId="360"/>
            <ac:cxnSpMk id="9" creationId="{93AB7997-DD17-4CE0-BF31-C59F07EC1AA8}"/>
          </ac:cxnSpMkLst>
        </pc:cxnChg>
      </pc:sldChg>
      <pc:sldChg chg="addSp modSp add mod">
        <pc:chgData name="Ella Vetter" userId="c6918cf5-f6c0-43cc-8499-a1f635017de9" providerId="ADAL" clId="{C4158FC2-E398-4582-BFE2-507371A330BC}" dt="2020-10-14T14:23:20.265" v="4370" actId="255"/>
        <pc:sldMkLst>
          <pc:docMk/>
          <pc:sldMk cId="542526093" sldId="361"/>
        </pc:sldMkLst>
        <pc:spChg chg="mod">
          <ac:chgData name="Ella Vetter" userId="c6918cf5-f6c0-43cc-8499-a1f635017de9" providerId="ADAL" clId="{C4158FC2-E398-4582-BFE2-507371A330BC}" dt="2020-10-13T22:49:29.614" v="2233" actId="20577"/>
          <ac:spMkLst>
            <pc:docMk/>
            <pc:sldMk cId="542526093" sldId="361"/>
            <ac:spMk id="2" creationId="{61A7C911-DD72-46D1-AB03-04FF1C6A977D}"/>
          </ac:spMkLst>
        </pc:spChg>
        <pc:spChg chg="mod">
          <ac:chgData name="Ella Vetter" userId="c6918cf5-f6c0-43cc-8499-a1f635017de9" providerId="ADAL" clId="{C4158FC2-E398-4582-BFE2-507371A330BC}" dt="2020-10-14T14:22:54.899" v="4353" actId="20577"/>
          <ac:spMkLst>
            <pc:docMk/>
            <pc:sldMk cId="542526093" sldId="361"/>
            <ac:spMk id="3" creationId="{3E4419D3-C7DD-4C72-9CC4-CE21E23DB099}"/>
          </ac:spMkLst>
        </pc:spChg>
        <pc:spChg chg="add mod">
          <ac:chgData name="Ella Vetter" userId="c6918cf5-f6c0-43cc-8499-a1f635017de9" providerId="ADAL" clId="{C4158FC2-E398-4582-BFE2-507371A330BC}" dt="2020-10-14T14:23:20.265" v="4370" actId="255"/>
          <ac:spMkLst>
            <pc:docMk/>
            <pc:sldMk cId="542526093" sldId="361"/>
            <ac:spMk id="6" creationId="{6167BF32-628D-4CF1-BBB8-C358100E67E7}"/>
          </ac:spMkLst>
        </pc:spChg>
        <pc:spChg chg="add mod">
          <ac:chgData name="Ella Vetter" userId="c6918cf5-f6c0-43cc-8499-a1f635017de9" providerId="ADAL" clId="{C4158FC2-E398-4582-BFE2-507371A330BC}" dt="2020-10-13T23:52:17.926" v="2722" actId="1035"/>
          <ac:spMkLst>
            <pc:docMk/>
            <pc:sldMk cId="542526093" sldId="361"/>
            <ac:spMk id="9" creationId="{A1EFAF7F-CF44-4638-BAFE-9154E2FD9626}"/>
          </ac:spMkLst>
        </pc:spChg>
        <pc:spChg chg="add mod">
          <ac:chgData name="Ella Vetter" userId="c6918cf5-f6c0-43cc-8499-a1f635017de9" providerId="ADAL" clId="{C4158FC2-E398-4582-BFE2-507371A330BC}" dt="2020-10-14T14:23:09.843" v="4355" actId="255"/>
          <ac:spMkLst>
            <pc:docMk/>
            <pc:sldMk cId="542526093" sldId="361"/>
            <ac:spMk id="12" creationId="{D94E4BCD-4C9B-425C-9B0F-2A53CA32D8CB}"/>
          </ac:spMkLst>
        </pc:spChg>
        <pc:spChg chg="add mod">
          <ac:chgData name="Ella Vetter" userId="c6918cf5-f6c0-43cc-8499-a1f635017de9" providerId="ADAL" clId="{C4158FC2-E398-4582-BFE2-507371A330BC}" dt="2020-10-14T14:23:17.220" v="4369" actId="1035"/>
          <ac:spMkLst>
            <pc:docMk/>
            <pc:sldMk cId="542526093" sldId="361"/>
            <ac:spMk id="13" creationId="{E51E17D6-4F68-4E00-BAFC-E6A71965B209}"/>
          </ac:spMkLst>
        </pc:spChg>
        <pc:spChg chg="add mod">
          <ac:chgData name="Ella Vetter" userId="c6918cf5-f6c0-43cc-8499-a1f635017de9" providerId="ADAL" clId="{C4158FC2-E398-4582-BFE2-507371A330BC}" dt="2020-10-13T23:52:17.926" v="2722" actId="1035"/>
          <ac:spMkLst>
            <pc:docMk/>
            <pc:sldMk cId="542526093" sldId="361"/>
            <ac:spMk id="15" creationId="{459CD43B-F6A2-418E-8455-540B2E6D9BCE}"/>
          </ac:spMkLst>
        </pc:spChg>
        <pc:spChg chg="add mod">
          <ac:chgData name="Ella Vetter" userId="c6918cf5-f6c0-43cc-8499-a1f635017de9" providerId="ADAL" clId="{C4158FC2-E398-4582-BFE2-507371A330BC}" dt="2020-10-13T23:52:17.926" v="2722" actId="1035"/>
          <ac:spMkLst>
            <pc:docMk/>
            <pc:sldMk cId="542526093" sldId="361"/>
            <ac:spMk id="17" creationId="{469C7AAD-DD72-4B81-A54F-A214D24A0566}"/>
          </ac:spMkLst>
        </pc:spChg>
        <pc:picChg chg="add mod">
          <ac:chgData name="Ella Vetter" userId="c6918cf5-f6c0-43cc-8499-a1f635017de9" providerId="ADAL" clId="{C4158FC2-E398-4582-BFE2-507371A330BC}" dt="2020-10-13T23:52:17.926" v="2722" actId="1035"/>
          <ac:picMkLst>
            <pc:docMk/>
            <pc:sldMk cId="542526093" sldId="361"/>
            <ac:picMk id="5" creationId="{7DA965AA-94FE-402E-8D82-E282C26BE2F1}"/>
          </ac:picMkLst>
        </pc:picChg>
        <pc:cxnChg chg="add mod">
          <ac:chgData name="Ella Vetter" userId="c6918cf5-f6c0-43cc-8499-a1f635017de9" providerId="ADAL" clId="{C4158FC2-E398-4582-BFE2-507371A330BC}" dt="2020-10-13T23:52:17.926" v="2722" actId="1035"/>
          <ac:cxnSpMkLst>
            <pc:docMk/>
            <pc:sldMk cId="542526093" sldId="361"/>
            <ac:cxnSpMk id="7" creationId="{FD3974F4-2822-4F87-8F48-23B10B08BCD9}"/>
          </ac:cxnSpMkLst>
        </pc:cxnChg>
        <pc:cxnChg chg="add mod">
          <ac:chgData name="Ella Vetter" userId="c6918cf5-f6c0-43cc-8499-a1f635017de9" providerId="ADAL" clId="{C4158FC2-E398-4582-BFE2-507371A330BC}" dt="2020-10-13T23:52:17.926" v="2722" actId="1035"/>
          <ac:cxnSpMkLst>
            <pc:docMk/>
            <pc:sldMk cId="542526093" sldId="361"/>
            <ac:cxnSpMk id="14" creationId="{08782227-932D-454F-9BD3-A1F8F6B9BA25}"/>
          </ac:cxnSpMkLst>
        </pc:cxnChg>
        <pc:cxnChg chg="add mod">
          <ac:chgData name="Ella Vetter" userId="c6918cf5-f6c0-43cc-8499-a1f635017de9" providerId="ADAL" clId="{C4158FC2-E398-4582-BFE2-507371A330BC}" dt="2020-10-13T23:52:17.926" v="2722" actId="1035"/>
          <ac:cxnSpMkLst>
            <pc:docMk/>
            <pc:sldMk cId="542526093" sldId="361"/>
            <ac:cxnSpMk id="16" creationId="{03C131D1-EDF6-4211-978C-19935A56A4A4}"/>
          </ac:cxnSpMkLst>
        </pc:cxnChg>
      </pc:sldChg>
      <pc:sldChg chg="modSp add mod ord">
        <pc:chgData name="Ella Vetter" userId="c6918cf5-f6c0-43cc-8499-a1f635017de9" providerId="ADAL" clId="{C4158FC2-E398-4582-BFE2-507371A330BC}" dt="2020-10-13T22:50:41.178" v="2285" actId="20577"/>
        <pc:sldMkLst>
          <pc:docMk/>
          <pc:sldMk cId="2906270012" sldId="362"/>
        </pc:sldMkLst>
        <pc:spChg chg="mod">
          <ac:chgData name="Ella Vetter" userId="c6918cf5-f6c0-43cc-8499-a1f635017de9" providerId="ADAL" clId="{C4158FC2-E398-4582-BFE2-507371A330BC}" dt="2020-10-13T22:50:41.178" v="2285" actId="20577"/>
          <ac:spMkLst>
            <pc:docMk/>
            <pc:sldMk cId="2906270012" sldId="362"/>
            <ac:spMk id="2" creationId="{BD0A18F3-9F12-464B-BC50-F741E79EDDDA}"/>
          </ac:spMkLst>
        </pc:spChg>
      </pc:sldChg>
      <pc:sldChg chg="addSp modSp new mod">
        <pc:chgData name="Ella Vetter" userId="c6918cf5-f6c0-43cc-8499-a1f635017de9" providerId="ADAL" clId="{C4158FC2-E398-4582-BFE2-507371A330BC}" dt="2020-10-14T14:24:51.881" v="4372" actId="20577"/>
        <pc:sldMkLst>
          <pc:docMk/>
          <pc:sldMk cId="2640644115" sldId="363"/>
        </pc:sldMkLst>
        <pc:spChg chg="mod">
          <ac:chgData name="Ella Vetter" userId="c6918cf5-f6c0-43cc-8499-a1f635017de9" providerId="ADAL" clId="{C4158FC2-E398-4582-BFE2-507371A330BC}" dt="2020-10-13T22:52:28.570" v="2363"/>
          <ac:spMkLst>
            <pc:docMk/>
            <pc:sldMk cId="2640644115" sldId="363"/>
            <ac:spMk id="2" creationId="{C5D62931-53A7-4D93-8F6F-3150EBA4BCF6}"/>
          </ac:spMkLst>
        </pc:spChg>
        <pc:spChg chg="mod">
          <ac:chgData name="Ella Vetter" userId="c6918cf5-f6c0-43cc-8499-a1f635017de9" providerId="ADAL" clId="{C4158FC2-E398-4582-BFE2-507371A330BC}" dt="2020-10-14T14:24:51.881" v="4372" actId="20577"/>
          <ac:spMkLst>
            <pc:docMk/>
            <pc:sldMk cId="2640644115" sldId="363"/>
            <ac:spMk id="3" creationId="{5DFE4396-7FF6-4852-A8FD-3334BA4C52D3}"/>
          </ac:spMkLst>
        </pc:spChg>
        <pc:picChg chg="add mod">
          <ac:chgData name="Ella Vetter" userId="c6918cf5-f6c0-43cc-8499-a1f635017de9" providerId="ADAL" clId="{C4158FC2-E398-4582-BFE2-507371A330BC}" dt="2020-10-13T23:53:19.525" v="2738" actId="1076"/>
          <ac:picMkLst>
            <pc:docMk/>
            <pc:sldMk cId="2640644115" sldId="363"/>
            <ac:picMk id="5" creationId="{22B9EC27-84D8-42E9-AEA9-1B681EBFE4FA}"/>
          </ac:picMkLst>
        </pc:picChg>
      </pc:sldChg>
      <pc:sldChg chg="addSp modSp add mod">
        <pc:chgData name="Ella Vetter" userId="c6918cf5-f6c0-43cc-8499-a1f635017de9" providerId="ADAL" clId="{C4158FC2-E398-4582-BFE2-507371A330BC}" dt="2020-10-13T23:54:22.923" v="2754" actId="1076"/>
        <pc:sldMkLst>
          <pc:docMk/>
          <pc:sldMk cId="1332572561" sldId="364"/>
        </pc:sldMkLst>
        <pc:spChg chg="mod">
          <ac:chgData name="Ella Vetter" userId="c6918cf5-f6c0-43cc-8499-a1f635017de9" providerId="ADAL" clId="{C4158FC2-E398-4582-BFE2-507371A330BC}" dt="2020-10-13T22:52:36.568" v="2387" actId="20577"/>
          <ac:spMkLst>
            <pc:docMk/>
            <pc:sldMk cId="1332572561" sldId="364"/>
            <ac:spMk id="2" creationId="{C5D62931-53A7-4D93-8F6F-3150EBA4BCF6}"/>
          </ac:spMkLst>
        </pc:spChg>
        <pc:spChg chg="mod">
          <ac:chgData name="Ella Vetter" userId="c6918cf5-f6c0-43cc-8499-a1f635017de9" providerId="ADAL" clId="{C4158FC2-E398-4582-BFE2-507371A330BC}" dt="2020-10-13T23:54:19.806" v="2753" actId="14100"/>
          <ac:spMkLst>
            <pc:docMk/>
            <pc:sldMk cId="1332572561" sldId="364"/>
            <ac:spMk id="3" creationId="{5DFE4396-7FF6-4852-A8FD-3334BA4C52D3}"/>
          </ac:spMkLst>
        </pc:spChg>
        <pc:picChg chg="add mod">
          <ac:chgData name="Ella Vetter" userId="c6918cf5-f6c0-43cc-8499-a1f635017de9" providerId="ADAL" clId="{C4158FC2-E398-4582-BFE2-507371A330BC}" dt="2020-10-13T23:54:22.923" v="2754" actId="1076"/>
          <ac:picMkLst>
            <pc:docMk/>
            <pc:sldMk cId="1332572561" sldId="364"/>
            <ac:picMk id="5" creationId="{8AF8BE83-DD78-40CF-BDA4-82EBC741C986}"/>
          </ac:picMkLst>
        </pc:picChg>
      </pc:sldChg>
      <pc:sldChg chg="addSp delSp modSp add mod">
        <pc:chgData name="Ella Vetter" userId="c6918cf5-f6c0-43cc-8499-a1f635017de9" providerId="ADAL" clId="{C4158FC2-E398-4582-BFE2-507371A330BC}" dt="2020-10-14T14:22:16.062" v="4329" actId="20577"/>
        <pc:sldMkLst>
          <pc:docMk/>
          <pc:sldMk cId="3469806236" sldId="365"/>
        </pc:sldMkLst>
        <pc:spChg chg="mod">
          <ac:chgData name="Ella Vetter" userId="c6918cf5-f6c0-43cc-8499-a1f635017de9" providerId="ADAL" clId="{C4158FC2-E398-4582-BFE2-507371A330BC}" dt="2020-10-13T23:40:04.673" v="2427" actId="14100"/>
          <ac:spMkLst>
            <pc:docMk/>
            <pc:sldMk cId="3469806236" sldId="365"/>
            <ac:spMk id="3" creationId="{3E4419D3-C7DD-4C72-9CC4-CE21E23DB099}"/>
          </ac:spMkLst>
        </pc:spChg>
        <pc:spChg chg="add mod">
          <ac:chgData name="Ella Vetter" userId="c6918cf5-f6c0-43cc-8499-a1f635017de9" providerId="ADAL" clId="{C4158FC2-E398-4582-BFE2-507371A330BC}" dt="2020-10-14T14:22:16.062" v="4329" actId="20577"/>
          <ac:spMkLst>
            <pc:docMk/>
            <pc:sldMk cId="3469806236" sldId="365"/>
            <ac:spMk id="4" creationId="{31A1B055-92F8-4F63-93A8-F32499EA2085}"/>
          </ac:spMkLst>
        </pc:spChg>
        <pc:spChg chg="add mod">
          <ac:chgData name="Ella Vetter" userId="c6918cf5-f6c0-43cc-8499-a1f635017de9" providerId="ADAL" clId="{C4158FC2-E398-4582-BFE2-507371A330BC}" dt="2020-10-14T14:22:12.430" v="4328" actId="1036"/>
          <ac:spMkLst>
            <pc:docMk/>
            <pc:sldMk cId="3469806236" sldId="365"/>
            <ac:spMk id="6" creationId="{487E9CEC-9D5D-4A8F-9CCB-022747A022EA}"/>
          </ac:spMkLst>
        </pc:spChg>
        <pc:spChg chg="add mod">
          <ac:chgData name="Ella Vetter" userId="c6918cf5-f6c0-43cc-8499-a1f635017de9" providerId="ADAL" clId="{C4158FC2-E398-4582-BFE2-507371A330BC}" dt="2020-10-14T14:22:12.430" v="4328" actId="1036"/>
          <ac:spMkLst>
            <pc:docMk/>
            <pc:sldMk cId="3469806236" sldId="365"/>
            <ac:spMk id="12" creationId="{BD1398E0-CA2E-46A0-B3AD-5ADB029D0D99}"/>
          </ac:spMkLst>
        </pc:spChg>
        <pc:spChg chg="add mod">
          <ac:chgData name="Ella Vetter" userId="c6918cf5-f6c0-43cc-8499-a1f635017de9" providerId="ADAL" clId="{C4158FC2-E398-4582-BFE2-507371A330BC}" dt="2020-10-14T14:22:12.430" v="4328" actId="1036"/>
          <ac:spMkLst>
            <pc:docMk/>
            <pc:sldMk cId="3469806236" sldId="365"/>
            <ac:spMk id="14" creationId="{3695AC18-A703-41C5-BD2D-F78023866D51}"/>
          </ac:spMkLst>
        </pc:spChg>
        <pc:spChg chg="add mod">
          <ac:chgData name="Ella Vetter" userId="c6918cf5-f6c0-43cc-8499-a1f635017de9" providerId="ADAL" clId="{C4158FC2-E398-4582-BFE2-507371A330BC}" dt="2020-10-14T14:22:12.430" v="4328" actId="1036"/>
          <ac:spMkLst>
            <pc:docMk/>
            <pc:sldMk cId="3469806236" sldId="365"/>
            <ac:spMk id="16" creationId="{99162D7E-4321-4129-975F-C17FC9D57814}"/>
          </ac:spMkLst>
        </pc:spChg>
        <pc:picChg chg="del">
          <ac:chgData name="Ella Vetter" userId="c6918cf5-f6c0-43cc-8499-a1f635017de9" providerId="ADAL" clId="{C4158FC2-E398-4582-BFE2-507371A330BC}" dt="2020-10-13T23:39:53.382" v="2424" actId="478"/>
          <ac:picMkLst>
            <pc:docMk/>
            <pc:sldMk cId="3469806236" sldId="365"/>
            <ac:picMk id="5" creationId="{0B7C4677-1B63-45E6-A0C5-5242F471E711}"/>
          </ac:picMkLst>
        </pc:picChg>
        <pc:picChg chg="del">
          <ac:chgData name="Ella Vetter" userId="c6918cf5-f6c0-43cc-8499-a1f635017de9" providerId="ADAL" clId="{C4158FC2-E398-4582-BFE2-507371A330BC}" dt="2020-10-13T23:39:53.382" v="2424" actId="478"/>
          <ac:picMkLst>
            <pc:docMk/>
            <pc:sldMk cId="3469806236" sldId="365"/>
            <ac:picMk id="7" creationId="{7D689610-2566-47A8-A3CD-FAA7A5D4CB5A}"/>
          </ac:picMkLst>
        </pc:picChg>
        <pc:picChg chg="add mod">
          <ac:chgData name="Ella Vetter" userId="c6918cf5-f6c0-43cc-8499-a1f635017de9" providerId="ADAL" clId="{C4158FC2-E398-4582-BFE2-507371A330BC}" dt="2020-10-13T23:42:09.239" v="2432" actId="1076"/>
          <ac:picMkLst>
            <pc:docMk/>
            <pc:sldMk cId="3469806236" sldId="365"/>
            <ac:picMk id="18" creationId="{CF02A6E9-2B8F-4F52-A213-45E46097E3B3}"/>
          </ac:picMkLst>
        </pc:picChg>
        <pc:cxnChg chg="del">
          <ac:chgData name="Ella Vetter" userId="c6918cf5-f6c0-43cc-8499-a1f635017de9" providerId="ADAL" clId="{C4158FC2-E398-4582-BFE2-507371A330BC}" dt="2020-10-13T23:39:55.260" v="2425" actId="478"/>
          <ac:cxnSpMkLst>
            <pc:docMk/>
            <pc:sldMk cId="3469806236" sldId="365"/>
            <ac:cxnSpMk id="8" creationId="{DC308055-3824-4F6A-8A6A-5EFBAD9AD401}"/>
          </ac:cxnSpMkLst>
        </pc:cxnChg>
      </pc:sldChg>
      <pc:sldChg chg="addSp delSp modSp add mod">
        <pc:chgData name="Ella Vetter" userId="c6918cf5-f6c0-43cc-8499-a1f635017de9" providerId="ADAL" clId="{C4158FC2-E398-4582-BFE2-507371A330BC}" dt="2020-10-14T14:22:43.618" v="4348" actId="20577"/>
        <pc:sldMkLst>
          <pc:docMk/>
          <pc:sldMk cId="2626811826" sldId="366"/>
        </pc:sldMkLst>
        <pc:spChg chg="mod">
          <ac:chgData name="Ella Vetter" userId="c6918cf5-f6c0-43cc-8499-a1f635017de9" providerId="ADAL" clId="{C4158FC2-E398-4582-BFE2-507371A330BC}" dt="2020-10-14T14:22:43.618" v="4348" actId="20577"/>
          <ac:spMkLst>
            <pc:docMk/>
            <pc:sldMk cId="2626811826" sldId="366"/>
            <ac:spMk id="3" creationId="{3E4419D3-C7DD-4C72-9CC4-CE21E23DB099}"/>
          </ac:spMkLst>
        </pc:spChg>
        <pc:spChg chg="del">
          <ac:chgData name="Ella Vetter" userId="c6918cf5-f6c0-43cc-8499-a1f635017de9" providerId="ADAL" clId="{C4158FC2-E398-4582-BFE2-507371A330BC}" dt="2020-10-13T23:42:21.896" v="2434" actId="478"/>
          <ac:spMkLst>
            <pc:docMk/>
            <pc:sldMk cId="2626811826" sldId="366"/>
            <ac:spMk id="4" creationId="{31A1B055-92F8-4F63-93A8-F32499EA2085}"/>
          </ac:spMkLst>
        </pc:spChg>
        <pc:spChg chg="del">
          <ac:chgData name="Ella Vetter" userId="c6918cf5-f6c0-43cc-8499-a1f635017de9" providerId="ADAL" clId="{C4158FC2-E398-4582-BFE2-507371A330BC}" dt="2020-10-13T23:42:21.896" v="2434" actId="478"/>
          <ac:spMkLst>
            <pc:docMk/>
            <pc:sldMk cId="2626811826" sldId="366"/>
            <ac:spMk id="6" creationId="{487E9CEC-9D5D-4A8F-9CCB-022747A022EA}"/>
          </ac:spMkLst>
        </pc:spChg>
        <pc:spChg chg="del">
          <ac:chgData name="Ella Vetter" userId="c6918cf5-f6c0-43cc-8499-a1f635017de9" providerId="ADAL" clId="{C4158FC2-E398-4582-BFE2-507371A330BC}" dt="2020-10-13T23:42:21.896" v="2434" actId="478"/>
          <ac:spMkLst>
            <pc:docMk/>
            <pc:sldMk cId="2626811826" sldId="366"/>
            <ac:spMk id="12" creationId="{BD1398E0-CA2E-46A0-B3AD-5ADB029D0D99}"/>
          </ac:spMkLst>
        </pc:spChg>
        <pc:spChg chg="del">
          <ac:chgData name="Ella Vetter" userId="c6918cf5-f6c0-43cc-8499-a1f635017de9" providerId="ADAL" clId="{C4158FC2-E398-4582-BFE2-507371A330BC}" dt="2020-10-13T23:42:21.896" v="2434" actId="478"/>
          <ac:spMkLst>
            <pc:docMk/>
            <pc:sldMk cId="2626811826" sldId="366"/>
            <ac:spMk id="14" creationId="{3695AC18-A703-41C5-BD2D-F78023866D51}"/>
          </ac:spMkLst>
        </pc:spChg>
        <pc:spChg chg="del">
          <ac:chgData name="Ella Vetter" userId="c6918cf5-f6c0-43cc-8499-a1f635017de9" providerId="ADAL" clId="{C4158FC2-E398-4582-BFE2-507371A330BC}" dt="2020-10-13T23:42:21.896" v="2434" actId="478"/>
          <ac:spMkLst>
            <pc:docMk/>
            <pc:sldMk cId="2626811826" sldId="366"/>
            <ac:spMk id="16" creationId="{99162D7E-4321-4129-975F-C17FC9D57814}"/>
          </ac:spMkLst>
        </pc:spChg>
        <pc:picChg chg="add mod">
          <ac:chgData name="Ella Vetter" userId="c6918cf5-f6c0-43cc-8499-a1f635017de9" providerId="ADAL" clId="{C4158FC2-E398-4582-BFE2-507371A330BC}" dt="2020-10-13T23:43:36.815" v="2449" actId="1076"/>
          <ac:picMkLst>
            <pc:docMk/>
            <pc:sldMk cId="2626811826" sldId="366"/>
            <ac:picMk id="7" creationId="{04B49A14-D5AC-42D3-9E7B-D3F4F8A8C3F7}"/>
          </ac:picMkLst>
        </pc:picChg>
        <pc:picChg chg="del">
          <ac:chgData name="Ella Vetter" userId="c6918cf5-f6c0-43cc-8499-a1f635017de9" providerId="ADAL" clId="{C4158FC2-E398-4582-BFE2-507371A330BC}" dt="2020-10-13T23:42:21.896" v="2434" actId="478"/>
          <ac:picMkLst>
            <pc:docMk/>
            <pc:sldMk cId="2626811826" sldId="366"/>
            <ac:picMk id="18" creationId="{CF02A6E9-2B8F-4F52-A213-45E46097E3B3}"/>
          </ac:picMkLst>
        </pc:picChg>
      </pc:sldChg>
      <pc:sldChg chg="addSp delSp modSp new mod">
        <pc:chgData name="Ella Vetter" userId="c6918cf5-f6c0-43cc-8499-a1f635017de9" providerId="ADAL" clId="{C4158FC2-E398-4582-BFE2-507371A330BC}" dt="2020-10-14T14:20:38.262" v="4299" actId="403"/>
        <pc:sldMkLst>
          <pc:docMk/>
          <pc:sldMk cId="3668672176" sldId="367"/>
        </pc:sldMkLst>
        <pc:spChg chg="mod">
          <ac:chgData name="Ella Vetter" userId="c6918cf5-f6c0-43cc-8499-a1f635017de9" providerId="ADAL" clId="{C4158FC2-E398-4582-BFE2-507371A330BC}" dt="2020-10-13T23:43:56.685" v="2469" actId="20577"/>
          <ac:spMkLst>
            <pc:docMk/>
            <pc:sldMk cId="3668672176" sldId="367"/>
            <ac:spMk id="2" creationId="{E8C3C8CB-8B95-485A-A88E-2D68B648C3E2}"/>
          </ac:spMkLst>
        </pc:spChg>
        <pc:spChg chg="mod">
          <ac:chgData name="Ella Vetter" userId="c6918cf5-f6c0-43cc-8499-a1f635017de9" providerId="ADAL" clId="{C4158FC2-E398-4582-BFE2-507371A330BC}" dt="2020-10-13T23:49:27.043" v="2658" actId="14100"/>
          <ac:spMkLst>
            <pc:docMk/>
            <pc:sldMk cId="3668672176" sldId="367"/>
            <ac:spMk id="3" creationId="{0F5E13C3-6D59-4F31-894F-EC75DDF9DEA3}"/>
          </ac:spMkLst>
        </pc:spChg>
        <pc:spChg chg="add mod">
          <ac:chgData name="Ella Vetter" userId="c6918cf5-f6c0-43cc-8499-a1f635017de9" providerId="ADAL" clId="{C4158FC2-E398-4582-BFE2-507371A330BC}" dt="2020-10-13T23:49:15.065" v="2646" actId="1036"/>
          <ac:spMkLst>
            <pc:docMk/>
            <pc:sldMk cId="3668672176" sldId="367"/>
            <ac:spMk id="17" creationId="{E3C610E0-C031-4049-BACB-08083E90B17B}"/>
          </ac:spMkLst>
        </pc:spChg>
        <pc:spChg chg="add mod">
          <ac:chgData name="Ella Vetter" userId="c6918cf5-f6c0-43cc-8499-a1f635017de9" providerId="ADAL" clId="{C4158FC2-E398-4582-BFE2-507371A330BC}" dt="2020-10-13T23:49:11.318" v="2645" actId="1036"/>
          <ac:spMkLst>
            <pc:docMk/>
            <pc:sldMk cId="3668672176" sldId="367"/>
            <ac:spMk id="19" creationId="{4E08EDA6-4AC4-4084-85B5-E687F7C548C1}"/>
          </ac:spMkLst>
        </pc:spChg>
        <pc:spChg chg="add mod">
          <ac:chgData name="Ella Vetter" userId="c6918cf5-f6c0-43cc-8499-a1f635017de9" providerId="ADAL" clId="{C4158FC2-E398-4582-BFE2-507371A330BC}" dt="2020-10-13T23:48:55.052" v="2631" actId="1035"/>
          <ac:spMkLst>
            <pc:docMk/>
            <pc:sldMk cId="3668672176" sldId="367"/>
            <ac:spMk id="21" creationId="{51D49E88-3E05-4E23-B18F-9D65E0F1EB87}"/>
          </ac:spMkLst>
        </pc:spChg>
        <pc:spChg chg="add mod">
          <ac:chgData name="Ella Vetter" userId="c6918cf5-f6c0-43cc-8499-a1f635017de9" providerId="ADAL" clId="{C4158FC2-E398-4582-BFE2-507371A330BC}" dt="2020-10-14T14:20:28.676" v="4296" actId="403"/>
          <ac:spMkLst>
            <pc:docMk/>
            <pc:sldMk cId="3668672176" sldId="367"/>
            <ac:spMk id="23" creationId="{AF020982-E933-45C0-AC77-D7F30BB8D7DF}"/>
          </ac:spMkLst>
        </pc:spChg>
        <pc:spChg chg="add mod">
          <ac:chgData name="Ella Vetter" userId="c6918cf5-f6c0-43cc-8499-a1f635017de9" providerId="ADAL" clId="{C4158FC2-E398-4582-BFE2-507371A330BC}" dt="2020-10-14T14:20:36.371" v="4298" actId="1076"/>
          <ac:spMkLst>
            <pc:docMk/>
            <pc:sldMk cId="3668672176" sldId="367"/>
            <ac:spMk id="24" creationId="{63808CA9-7AD2-4659-A325-D420A3344550}"/>
          </ac:spMkLst>
        </pc:spChg>
        <pc:spChg chg="add mod">
          <ac:chgData name="Ella Vetter" userId="c6918cf5-f6c0-43cc-8499-a1f635017de9" providerId="ADAL" clId="{C4158FC2-E398-4582-BFE2-507371A330BC}" dt="2020-10-14T14:20:38.262" v="4299" actId="403"/>
          <ac:spMkLst>
            <pc:docMk/>
            <pc:sldMk cId="3668672176" sldId="367"/>
            <ac:spMk id="25" creationId="{6E1BBC35-E62E-4AE5-8DE4-257E7A29551C}"/>
          </ac:spMkLst>
        </pc:spChg>
        <pc:picChg chg="add del mod">
          <ac:chgData name="Ella Vetter" userId="c6918cf5-f6c0-43cc-8499-a1f635017de9" providerId="ADAL" clId="{C4158FC2-E398-4582-BFE2-507371A330BC}" dt="2020-10-13T23:45:47.487" v="2476" actId="478"/>
          <ac:picMkLst>
            <pc:docMk/>
            <pc:sldMk cId="3668672176" sldId="367"/>
            <ac:picMk id="5" creationId="{B9B2794B-17CF-4A41-B70D-2CFF85E03A27}"/>
          </ac:picMkLst>
        </pc:picChg>
        <pc:picChg chg="add mod">
          <ac:chgData name="Ella Vetter" userId="c6918cf5-f6c0-43cc-8499-a1f635017de9" providerId="ADAL" clId="{C4158FC2-E398-4582-BFE2-507371A330BC}" dt="2020-10-13T23:47:04.122" v="2518" actId="1035"/>
          <ac:picMkLst>
            <pc:docMk/>
            <pc:sldMk cId="3668672176" sldId="367"/>
            <ac:picMk id="7" creationId="{7C9BCBB0-752E-4CBC-9964-8C14B17697B0}"/>
          </ac:picMkLst>
        </pc:picChg>
        <pc:picChg chg="add del mod modCrop">
          <ac:chgData name="Ella Vetter" userId="c6918cf5-f6c0-43cc-8499-a1f635017de9" providerId="ADAL" clId="{C4158FC2-E398-4582-BFE2-507371A330BC}" dt="2020-10-13T23:47:45.414" v="2522" actId="478"/>
          <ac:picMkLst>
            <pc:docMk/>
            <pc:sldMk cId="3668672176" sldId="367"/>
            <ac:picMk id="13" creationId="{7822A2C2-F4A7-42B4-85BC-1213905A5E0E}"/>
          </ac:picMkLst>
        </pc:picChg>
        <pc:picChg chg="add mod modCrop">
          <ac:chgData name="Ella Vetter" userId="c6918cf5-f6c0-43cc-8499-a1f635017de9" providerId="ADAL" clId="{C4158FC2-E398-4582-BFE2-507371A330BC}" dt="2020-10-13T23:47:59.985" v="2528" actId="108"/>
          <ac:picMkLst>
            <pc:docMk/>
            <pc:sldMk cId="3668672176" sldId="367"/>
            <ac:picMk id="15" creationId="{0F89DCA4-0764-42F2-BFA7-76A150A9CDEC}"/>
          </ac:picMkLst>
        </pc:picChg>
        <pc:cxnChg chg="add mod">
          <ac:chgData name="Ella Vetter" userId="c6918cf5-f6c0-43cc-8499-a1f635017de9" providerId="ADAL" clId="{C4158FC2-E398-4582-BFE2-507371A330BC}" dt="2020-10-13T23:47:04.122" v="2518" actId="1035"/>
          <ac:cxnSpMkLst>
            <pc:docMk/>
            <pc:sldMk cId="3668672176" sldId="367"/>
            <ac:cxnSpMk id="8" creationId="{8DC1250F-B7D8-41EC-A5E3-4AE4B6776CB2}"/>
          </ac:cxnSpMkLst>
        </pc:cxnChg>
        <pc:cxnChg chg="add mod">
          <ac:chgData name="Ella Vetter" userId="c6918cf5-f6c0-43cc-8499-a1f635017de9" providerId="ADAL" clId="{C4158FC2-E398-4582-BFE2-507371A330BC}" dt="2020-10-13T23:47:04.122" v="2518" actId="1035"/>
          <ac:cxnSpMkLst>
            <pc:docMk/>
            <pc:sldMk cId="3668672176" sldId="367"/>
            <ac:cxnSpMk id="9" creationId="{5AC7247E-6AAF-413D-A71D-7E4BDD35815F}"/>
          </ac:cxnSpMkLst>
        </pc:cxnChg>
        <pc:cxnChg chg="add mod">
          <ac:chgData name="Ella Vetter" userId="c6918cf5-f6c0-43cc-8499-a1f635017de9" providerId="ADAL" clId="{C4158FC2-E398-4582-BFE2-507371A330BC}" dt="2020-10-13T23:48:38.867" v="2599" actId="1035"/>
          <ac:cxnSpMkLst>
            <pc:docMk/>
            <pc:sldMk cId="3668672176" sldId="367"/>
            <ac:cxnSpMk id="16" creationId="{E4B46A00-C909-4969-AF43-CF4E94BD5801}"/>
          </ac:cxnSpMkLst>
        </pc:cxnChg>
        <pc:cxnChg chg="add mod">
          <ac:chgData name="Ella Vetter" userId="c6918cf5-f6c0-43cc-8499-a1f635017de9" providerId="ADAL" clId="{C4158FC2-E398-4582-BFE2-507371A330BC}" dt="2020-10-13T23:49:11.318" v="2645" actId="1036"/>
          <ac:cxnSpMkLst>
            <pc:docMk/>
            <pc:sldMk cId="3668672176" sldId="367"/>
            <ac:cxnSpMk id="18" creationId="{C8FFFA5B-B4EB-4F98-89FA-FC23845C91CB}"/>
          </ac:cxnSpMkLst>
        </pc:cxnChg>
        <pc:cxnChg chg="add mod">
          <ac:chgData name="Ella Vetter" userId="c6918cf5-f6c0-43cc-8499-a1f635017de9" providerId="ADAL" clId="{C4158FC2-E398-4582-BFE2-507371A330BC}" dt="2020-10-13T23:49:02.745" v="2633" actId="14100"/>
          <ac:cxnSpMkLst>
            <pc:docMk/>
            <pc:sldMk cId="3668672176" sldId="367"/>
            <ac:cxnSpMk id="20" creationId="{78EE2CD9-396D-4932-951A-D076E46D803B}"/>
          </ac:cxnSpMkLst>
        </pc:cxnChg>
        <pc:cxnChg chg="add mod">
          <ac:chgData name="Ella Vetter" userId="c6918cf5-f6c0-43cc-8499-a1f635017de9" providerId="ADAL" clId="{C4158FC2-E398-4582-BFE2-507371A330BC}" dt="2020-10-13T23:48:31.277" v="2597" actId="1038"/>
          <ac:cxnSpMkLst>
            <pc:docMk/>
            <pc:sldMk cId="3668672176" sldId="367"/>
            <ac:cxnSpMk id="22" creationId="{A9109A75-3E3A-4475-9A17-F304D23EEDCC}"/>
          </ac:cxnSpMkLst>
        </pc:cxnChg>
      </pc:sldChg>
      <pc:sldChg chg="delSp modSp add mod">
        <pc:chgData name="Ella Vetter" userId="c6918cf5-f6c0-43cc-8499-a1f635017de9" providerId="ADAL" clId="{C4158FC2-E398-4582-BFE2-507371A330BC}" dt="2020-10-13T23:55:22.031" v="2773" actId="14100"/>
        <pc:sldMkLst>
          <pc:docMk/>
          <pc:sldMk cId="1933572578" sldId="368"/>
        </pc:sldMkLst>
        <pc:spChg chg="mod">
          <ac:chgData name="Ella Vetter" userId="c6918cf5-f6c0-43cc-8499-a1f635017de9" providerId="ADAL" clId="{C4158FC2-E398-4582-BFE2-507371A330BC}" dt="2020-10-13T23:55:22.031" v="2773" actId="14100"/>
          <ac:spMkLst>
            <pc:docMk/>
            <pc:sldMk cId="1933572578" sldId="368"/>
            <ac:spMk id="3" creationId="{5DFE4396-7FF6-4852-A8FD-3334BA4C52D3}"/>
          </ac:spMkLst>
        </pc:spChg>
        <pc:picChg chg="del">
          <ac:chgData name="Ella Vetter" userId="c6918cf5-f6c0-43cc-8499-a1f635017de9" providerId="ADAL" clId="{C4158FC2-E398-4582-BFE2-507371A330BC}" dt="2020-10-13T23:54:27.001" v="2756" actId="478"/>
          <ac:picMkLst>
            <pc:docMk/>
            <pc:sldMk cId="1933572578" sldId="368"/>
            <ac:picMk id="5" creationId="{8AF8BE83-DD78-40CF-BDA4-82EBC741C986}"/>
          </ac:picMkLst>
        </pc:picChg>
      </pc:sldChg>
      <pc:sldChg chg="modSp add mod">
        <pc:chgData name="Ella Vetter" userId="c6918cf5-f6c0-43cc-8499-a1f635017de9" providerId="ADAL" clId="{C4158FC2-E398-4582-BFE2-507371A330BC}" dt="2020-10-14T14:25:57.929" v="4378" actId="1036"/>
        <pc:sldMkLst>
          <pc:docMk/>
          <pc:sldMk cId="4125536004" sldId="369"/>
        </pc:sldMkLst>
        <pc:spChg chg="mod">
          <ac:chgData name="Ella Vetter" userId="c6918cf5-f6c0-43cc-8499-a1f635017de9" providerId="ADAL" clId="{C4158FC2-E398-4582-BFE2-507371A330BC}" dt="2020-10-14T14:25:57.929" v="4378" actId="1036"/>
          <ac:spMkLst>
            <pc:docMk/>
            <pc:sldMk cId="4125536004" sldId="369"/>
            <ac:spMk id="3" creationId="{5DFE4396-7FF6-4852-A8FD-3334BA4C52D3}"/>
          </ac:spMkLst>
        </pc:spChg>
      </pc:sldChg>
      <pc:sldChg chg="modSp add mod">
        <pc:chgData name="Ella Vetter" userId="c6918cf5-f6c0-43cc-8499-a1f635017de9" providerId="ADAL" clId="{C4158FC2-E398-4582-BFE2-507371A330BC}" dt="2020-10-13T23:57:33.658" v="2843" actId="20577"/>
        <pc:sldMkLst>
          <pc:docMk/>
          <pc:sldMk cId="3120308059" sldId="370"/>
        </pc:sldMkLst>
        <pc:spChg chg="mod">
          <ac:chgData name="Ella Vetter" userId="c6918cf5-f6c0-43cc-8499-a1f635017de9" providerId="ADAL" clId="{C4158FC2-E398-4582-BFE2-507371A330BC}" dt="2020-10-13T23:57:33.658" v="2843" actId="20577"/>
          <ac:spMkLst>
            <pc:docMk/>
            <pc:sldMk cId="3120308059" sldId="370"/>
            <ac:spMk id="3" creationId="{5DFE4396-7FF6-4852-A8FD-3334BA4C52D3}"/>
          </ac:spMkLst>
        </pc:spChg>
      </pc:sldChg>
      <pc:sldChg chg="addSp modSp new mod">
        <pc:chgData name="Ella Vetter" userId="c6918cf5-f6c0-43cc-8499-a1f635017de9" providerId="ADAL" clId="{C4158FC2-E398-4582-BFE2-507371A330BC}" dt="2020-10-14T14:28:21.520" v="4391" actId="20577"/>
        <pc:sldMkLst>
          <pc:docMk/>
          <pc:sldMk cId="1155984974" sldId="371"/>
        </pc:sldMkLst>
        <pc:spChg chg="mod">
          <ac:chgData name="Ella Vetter" userId="c6918cf5-f6c0-43cc-8499-a1f635017de9" providerId="ADAL" clId="{C4158FC2-E398-4582-BFE2-507371A330BC}" dt="2020-10-13T23:57:48.099" v="2860" actId="20577"/>
          <ac:spMkLst>
            <pc:docMk/>
            <pc:sldMk cId="1155984974" sldId="371"/>
            <ac:spMk id="2" creationId="{42A2BF9E-D5E2-4DC8-A8A8-5DDA808D052F}"/>
          </ac:spMkLst>
        </pc:spChg>
        <pc:spChg chg="mod">
          <ac:chgData name="Ella Vetter" userId="c6918cf5-f6c0-43cc-8499-a1f635017de9" providerId="ADAL" clId="{C4158FC2-E398-4582-BFE2-507371A330BC}" dt="2020-10-14T14:27:26.574" v="4383" actId="20577"/>
          <ac:spMkLst>
            <pc:docMk/>
            <pc:sldMk cId="1155984974" sldId="371"/>
            <ac:spMk id="3" creationId="{6C554C7C-E15E-48CC-BE55-4B51407B8774}"/>
          </ac:spMkLst>
        </pc:spChg>
        <pc:spChg chg="add mod">
          <ac:chgData name="Ella Vetter" userId="c6918cf5-f6c0-43cc-8499-a1f635017de9" providerId="ADAL" clId="{C4158FC2-E398-4582-BFE2-507371A330BC}" dt="2020-10-14T00:00:53.145" v="2899" actId="1076"/>
          <ac:spMkLst>
            <pc:docMk/>
            <pc:sldMk cId="1155984974" sldId="371"/>
            <ac:spMk id="9" creationId="{659A0393-D12D-4933-B619-056C4E73D56F}"/>
          </ac:spMkLst>
        </pc:spChg>
        <pc:spChg chg="add mod">
          <ac:chgData name="Ella Vetter" userId="c6918cf5-f6c0-43cc-8499-a1f635017de9" providerId="ADAL" clId="{C4158FC2-E398-4582-BFE2-507371A330BC}" dt="2020-10-14T00:01:02.219" v="2911" actId="1035"/>
          <ac:spMkLst>
            <pc:docMk/>
            <pc:sldMk cId="1155984974" sldId="371"/>
            <ac:spMk id="11" creationId="{4542F3AD-73A7-44C9-9DBC-B204B094F3C6}"/>
          </ac:spMkLst>
        </pc:spChg>
        <pc:spChg chg="add mod">
          <ac:chgData name="Ella Vetter" userId="c6918cf5-f6c0-43cc-8499-a1f635017de9" providerId="ADAL" clId="{C4158FC2-E398-4582-BFE2-507371A330BC}" dt="2020-10-14T00:01:08.359" v="2919" actId="1035"/>
          <ac:spMkLst>
            <pc:docMk/>
            <pc:sldMk cId="1155984974" sldId="371"/>
            <ac:spMk id="13" creationId="{087F14B5-7727-45A1-A09D-961CFD619B42}"/>
          </ac:spMkLst>
        </pc:spChg>
        <pc:spChg chg="add mod">
          <ac:chgData name="Ella Vetter" userId="c6918cf5-f6c0-43cc-8499-a1f635017de9" providerId="ADAL" clId="{C4158FC2-E398-4582-BFE2-507371A330BC}" dt="2020-10-14T14:28:12.491" v="4389" actId="20577"/>
          <ac:spMkLst>
            <pc:docMk/>
            <pc:sldMk cId="1155984974" sldId="371"/>
            <ac:spMk id="14" creationId="{E7738D39-56F6-4C51-BB08-F748DE59C034}"/>
          </ac:spMkLst>
        </pc:spChg>
        <pc:spChg chg="add mod">
          <ac:chgData name="Ella Vetter" userId="c6918cf5-f6c0-43cc-8499-a1f635017de9" providerId="ADAL" clId="{C4158FC2-E398-4582-BFE2-507371A330BC}" dt="2020-10-14T14:28:18.089" v="4390" actId="20577"/>
          <ac:spMkLst>
            <pc:docMk/>
            <pc:sldMk cId="1155984974" sldId="371"/>
            <ac:spMk id="15" creationId="{757F1A61-48D0-45D6-B27B-EC379BB27B9F}"/>
          </ac:spMkLst>
        </pc:spChg>
        <pc:spChg chg="add mod">
          <ac:chgData name="Ella Vetter" userId="c6918cf5-f6c0-43cc-8499-a1f635017de9" providerId="ADAL" clId="{C4158FC2-E398-4582-BFE2-507371A330BC}" dt="2020-10-14T14:28:21.520" v="4391" actId="20577"/>
          <ac:spMkLst>
            <pc:docMk/>
            <pc:sldMk cId="1155984974" sldId="371"/>
            <ac:spMk id="16" creationId="{56C15A24-68B2-4F73-8E4D-8F4B84A68A4B}"/>
          </ac:spMkLst>
        </pc:spChg>
        <pc:picChg chg="add mod">
          <ac:chgData name="Ella Vetter" userId="c6918cf5-f6c0-43cc-8499-a1f635017de9" providerId="ADAL" clId="{C4158FC2-E398-4582-BFE2-507371A330BC}" dt="2020-10-14T00:00:36.586" v="2892" actId="1076"/>
          <ac:picMkLst>
            <pc:docMk/>
            <pc:sldMk cId="1155984974" sldId="371"/>
            <ac:picMk id="5" creationId="{5C071F71-438F-4639-9E83-A58DBE5F00C0}"/>
          </ac:picMkLst>
        </pc:picChg>
        <pc:picChg chg="add mod">
          <ac:chgData name="Ella Vetter" userId="c6918cf5-f6c0-43cc-8499-a1f635017de9" providerId="ADAL" clId="{C4158FC2-E398-4582-BFE2-507371A330BC}" dt="2020-10-14T00:00:43.348" v="2897" actId="14100"/>
          <ac:picMkLst>
            <pc:docMk/>
            <pc:sldMk cId="1155984974" sldId="371"/>
            <ac:picMk id="7" creationId="{0E9C72D8-465F-40ED-BFFD-6B9138187F58}"/>
          </ac:picMkLst>
        </pc:picChg>
        <pc:cxnChg chg="add mod">
          <ac:chgData name="Ella Vetter" userId="c6918cf5-f6c0-43cc-8499-a1f635017de9" providerId="ADAL" clId="{C4158FC2-E398-4582-BFE2-507371A330BC}" dt="2020-10-14T00:00:53.145" v="2899" actId="1076"/>
          <ac:cxnSpMkLst>
            <pc:docMk/>
            <pc:sldMk cId="1155984974" sldId="371"/>
            <ac:cxnSpMk id="8" creationId="{00F8FDED-13F0-407A-96D2-3706A3624AF7}"/>
          </ac:cxnSpMkLst>
        </pc:cxnChg>
        <pc:cxnChg chg="add mod">
          <ac:chgData name="Ella Vetter" userId="c6918cf5-f6c0-43cc-8499-a1f635017de9" providerId="ADAL" clId="{C4158FC2-E398-4582-BFE2-507371A330BC}" dt="2020-10-14T00:00:56.331" v="2905" actId="1035"/>
          <ac:cxnSpMkLst>
            <pc:docMk/>
            <pc:sldMk cId="1155984974" sldId="371"/>
            <ac:cxnSpMk id="10" creationId="{31AA5F5A-8B99-4158-8945-CE3B335FC853}"/>
          </ac:cxnSpMkLst>
        </pc:cxnChg>
        <pc:cxnChg chg="add mod">
          <ac:chgData name="Ella Vetter" userId="c6918cf5-f6c0-43cc-8499-a1f635017de9" providerId="ADAL" clId="{C4158FC2-E398-4582-BFE2-507371A330BC}" dt="2020-10-14T00:01:08.359" v="2919" actId="1035"/>
          <ac:cxnSpMkLst>
            <pc:docMk/>
            <pc:sldMk cId="1155984974" sldId="371"/>
            <ac:cxnSpMk id="12" creationId="{13600001-F848-4283-BF7A-6F4F92BE06EC}"/>
          </ac:cxnSpMkLst>
        </pc:cxnChg>
      </pc:sldChg>
      <pc:sldChg chg="addSp delSp modSp new mod ord">
        <pc:chgData name="Ella Vetter" userId="c6918cf5-f6c0-43cc-8499-a1f635017de9" providerId="ADAL" clId="{C4158FC2-E398-4582-BFE2-507371A330BC}" dt="2020-10-14T14:20:53.561" v="4300" actId="1076"/>
        <pc:sldMkLst>
          <pc:docMk/>
          <pc:sldMk cId="883284963" sldId="372"/>
        </pc:sldMkLst>
        <pc:spChg chg="mod">
          <ac:chgData name="Ella Vetter" userId="c6918cf5-f6c0-43cc-8499-a1f635017de9" providerId="ADAL" clId="{C4158FC2-E398-4582-BFE2-507371A330BC}" dt="2020-10-14T00:01:54.216" v="2928" actId="14100"/>
          <ac:spMkLst>
            <pc:docMk/>
            <pc:sldMk cId="883284963" sldId="372"/>
            <ac:spMk id="2" creationId="{E58937FC-296F-4C7F-8B8B-F7F973681C37}"/>
          </ac:spMkLst>
        </pc:spChg>
        <pc:spChg chg="del">
          <ac:chgData name="Ella Vetter" userId="c6918cf5-f6c0-43cc-8499-a1f635017de9" providerId="ADAL" clId="{C4158FC2-E398-4582-BFE2-507371A330BC}" dt="2020-10-14T00:01:44.004" v="2924" actId="478"/>
          <ac:spMkLst>
            <pc:docMk/>
            <pc:sldMk cId="883284963" sldId="372"/>
            <ac:spMk id="3" creationId="{F809EEA7-13AE-48CB-9F74-6BF9347DE92C}"/>
          </ac:spMkLst>
        </pc:spChg>
        <pc:graphicFrameChg chg="add mod">
          <ac:chgData name="Ella Vetter" userId="c6918cf5-f6c0-43cc-8499-a1f635017de9" providerId="ADAL" clId="{C4158FC2-E398-4582-BFE2-507371A330BC}" dt="2020-10-14T14:20:53.561" v="4300" actId="1076"/>
          <ac:graphicFrameMkLst>
            <pc:docMk/>
            <pc:sldMk cId="883284963" sldId="372"/>
            <ac:graphicFrameMk id="5" creationId="{6458E8B9-E4D5-4865-A764-8DE317A61E7D}"/>
          </ac:graphicFrameMkLst>
        </pc:graphicFrameChg>
        <pc:picChg chg="add mod">
          <ac:chgData name="Ella Vetter" userId="c6918cf5-f6c0-43cc-8499-a1f635017de9" providerId="ADAL" clId="{C4158FC2-E398-4582-BFE2-507371A330BC}" dt="2020-10-14T14:20:53.561" v="4300" actId="1076"/>
          <ac:picMkLst>
            <pc:docMk/>
            <pc:sldMk cId="883284963" sldId="372"/>
            <ac:picMk id="7" creationId="{6B13F6CD-D974-4036-B423-D4B4F8631FEE}"/>
          </ac:picMkLst>
        </pc:picChg>
        <pc:picChg chg="add mod">
          <ac:chgData name="Ella Vetter" userId="c6918cf5-f6c0-43cc-8499-a1f635017de9" providerId="ADAL" clId="{C4158FC2-E398-4582-BFE2-507371A330BC}" dt="2020-10-14T14:20:53.561" v="4300" actId="1076"/>
          <ac:picMkLst>
            <pc:docMk/>
            <pc:sldMk cId="883284963" sldId="372"/>
            <ac:picMk id="9" creationId="{98255C01-0979-4457-9FFB-03D68AF70032}"/>
          </ac:picMkLst>
        </pc:picChg>
        <pc:picChg chg="add mod">
          <ac:chgData name="Ella Vetter" userId="c6918cf5-f6c0-43cc-8499-a1f635017de9" providerId="ADAL" clId="{C4158FC2-E398-4582-BFE2-507371A330BC}" dt="2020-10-14T14:20:53.561" v="4300" actId="1076"/>
          <ac:picMkLst>
            <pc:docMk/>
            <pc:sldMk cId="883284963" sldId="372"/>
            <ac:picMk id="11" creationId="{02D22885-3550-4222-91F8-18580B7F3BF7}"/>
          </ac:picMkLst>
        </pc:picChg>
        <pc:picChg chg="add mod">
          <ac:chgData name="Ella Vetter" userId="c6918cf5-f6c0-43cc-8499-a1f635017de9" providerId="ADAL" clId="{C4158FC2-E398-4582-BFE2-507371A330BC}" dt="2020-10-14T14:20:53.561" v="4300" actId="1076"/>
          <ac:picMkLst>
            <pc:docMk/>
            <pc:sldMk cId="883284963" sldId="372"/>
            <ac:picMk id="13" creationId="{709C85FA-A7E2-4C1B-BF68-01560458668F}"/>
          </ac:picMkLst>
        </pc:picChg>
        <pc:picChg chg="add mod">
          <ac:chgData name="Ella Vetter" userId="c6918cf5-f6c0-43cc-8499-a1f635017de9" providerId="ADAL" clId="{C4158FC2-E398-4582-BFE2-507371A330BC}" dt="2020-10-14T14:20:53.561" v="4300" actId="1076"/>
          <ac:picMkLst>
            <pc:docMk/>
            <pc:sldMk cId="883284963" sldId="372"/>
            <ac:picMk id="15" creationId="{6266DAC0-C08A-4FAC-A255-E84FF4F1FC9C}"/>
          </ac:picMkLst>
        </pc:picChg>
        <pc:picChg chg="add mod">
          <ac:chgData name="Ella Vetter" userId="c6918cf5-f6c0-43cc-8499-a1f635017de9" providerId="ADAL" clId="{C4158FC2-E398-4582-BFE2-507371A330BC}" dt="2020-10-14T14:20:53.561" v="4300" actId="1076"/>
          <ac:picMkLst>
            <pc:docMk/>
            <pc:sldMk cId="883284963" sldId="372"/>
            <ac:picMk id="17" creationId="{A19FBDE5-4098-4678-87AE-6C2E7A7FD238}"/>
          </ac:picMkLst>
        </pc:picChg>
        <pc:picChg chg="add mod">
          <ac:chgData name="Ella Vetter" userId="c6918cf5-f6c0-43cc-8499-a1f635017de9" providerId="ADAL" clId="{C4158FC2-E398-4582-BFE2-507371A330BC}" dt="2020-10-14T14:20:53.561" v="4300" actId="1076"/>
          <ac:picMkLst>
            <pc:docMk/>
            <pc:sldMk cId="883284963" sldId="372"/>
            <ac:picMk id="19" creationId="{FE8C70F7-FC1C-43CD-A862-4B28F396FF43}"/>
          </ac:picMkLst>
        </pc:picChg>
        <pc:picChg chg="add mod">
          <ac:chgData name="Ella Vetter" userId="c6918cf5-f6c0-43cc-8499-a1f635017de9" providerId="ADAL" clId="{C4158FC2-E398-4582-BFE2-507371A330BC}" dt="2020-10-14T14:20:53.561" v="4300" actId="1076"/>
          <ac:picMkLst>
            <pc:docMk/>
            <pc:sldMk cId="883284963" sldId="372"/>
            <ac:picMk id="21" creationId="{BA90DABE-5019-47FD-88C2-F8CCE804F424}"/>
          </ac:picMkLst>
        </pc:picChg>
      </pc:sldChg>
      <pc:sldChg chg="addSp delSp modSp new mod">
        <pc:chgData name="Ella Vetter" userId="c6918cf5-f6c0-43cc-8499-a1f635017de9" providerId="ADAL" clId="{C4158FC2-E398-4582-BFE2-507371A330BC}" dt="2020-10-14T14:20:06.155" v="4295" actId="1076"/>
        <pc:sldMkLst>
          <pc:docMk/>
          <pc:sldMk cId="2000806913" sldId="373"/>
        </pc:sldMkLst>
        <pc:spChg chg="mod">
          <ac:chgData name="Ella Vetter" userId="c6918cf5-f6c0-43cc-8499-a1f635017de9" providerId="ADAL" clId="{C4158FC2-E398-4582-BFE2-507371A330BC}" dt="2020-10-14T14:15:02.437" v="4151"/>
          <ac:spMkLst>
            <pc:docMk/>
            <pc:sldMk cId="2000806913" sldId="373"/>
            <ac:spMk id="2" creationId="{FCE4CB37-3029-43B1-A558-F28BEDD243A6}"/>
          </ac:spMkLst>
        </pc:spChg>
        <pc:spChg chg="mod">
          <ac:chgData name="Ella Vetter" userId="c6918cf5-f6c0-43cc-8499-a1f635017de9" providerId="ADAL" clId="{C4158FC2-E398-4582-BFE2-507371A330BC}" dt="2020-10-14T14:16:46.912" v="4171" actId="14100"/>
          <ac:spMkLst>
            <pc:docMk/>
            <pc:sldMk cId="2000806913" sldId="373"/>
            <ac:spMk id="3" creationId="{E5414EFF-8D08-4D54-A328-C25E1F5084FB}"/>
          </ac:spMkLst>
        </pc:spChg>
        <pc:spChg chg="add del mod">
          <ac:chgData name="Ella Vetter" userId="c6918cf5-f6c0-43cc-8499-a1f635017de9" providerId="ADAL" clId="{C4158FC2-E398-4582-BFE2-507371A330BC}" dt="2020-10-14T14:15:26.589" v="4167" actId="478"/>
          <ac:spMkLst>
            <pc:docMk/>
            <pc:sldMk cId="2000806913" sldId="373"/>
            <ac:spMk id="6" creationId="{75974F78-310A-41A4-BFAF-4172F45E44D7}"/>
          </ac:spMkLst>
        </pc:spChg>
        <pc:spChg chg="add del mod">
          <ac:chgData name="Ella Vetter" userId="c6918cf5-f6c0-43cc-8499-a1f635017de9" providerId="ADAL" clId="{C4158FC2-E398-4582-BFE2-507371A330BC}" dt="2020-10-14T14:15:26.589" v="4167" actId="478"/>
          <ac:spMkLst>
            <pc:docMk/>
            <pc:sldMk cId="2000806913" sldId="373"/>
            <ac:spMk id="7" creationId="{D844979C-EBEC-4272-8612-0C08F890C7EF}"/>
          </ac:spMkLst>
        </pc:spChg>
        <pc:spChg chg="add del mod">
          <ac:chgData name="Ella Vetter" userId="c6918cf5-f6c0-43cc-8499-a1f635017de9" providerId="ADAL" clId="{C4158FC2-E398-4582-BFE2-507371A330BC}" dt="2020-10-14T14:15:26.589" v="4167" actId="478"/>
          <ac:spMkLst>
            <pc:docMk/>
            <pc:sldMk cId="2000806913" sldId="373"/>
            <ac:spMk id="9" creationId="{A269B85D-2B85-494C-8C11-DCCDCFEBBFA6}"/>
          </ac:spMkLst>
        </pc:spChg>
        <pc:spChg chg="add del mod">
          <ac:chgData name="Ella Vetter" userId="c6918cf5-f6c0-43cc-8499-a1f635017de9" providerId="ADAL" clId="{C4158FC2-E398-4582-BFE2-507371A330BC}" dt="2020-10-14T14:15:26.589" v="4167" actId="478"/>
          <ac:spMkLst>
            <pc:docMk/>
            <pc:sldMk cId="2000806913" sldId="373"/>
            <ac:spMk id="11" creationId="{A24A8AD9-FD73-46F5-A296-548C32CFB6DB}"/>
          </ac:spMkLst>
        </pc:spChg>
        <pc:spChg chg="add del mod">
          <ac:chgData name="Ella Vetter" userId="c6918cf5-f6c0-43cc-8499-a1f635017de9" providerId="ADAL" clId="{C4158FC2-E398-4582-BFE2-507371A330BC}" dt="2020-10-14T14:15:26.589" v="4167" actId="478"/>
          <ac:spMkLst>
            <pc:docMk/>
            <pc:sldMk cId="2000806913" sldId="373"/>
            <ac:spMk id="12" creationId="{8E6D2E59-C8CE-4024-87AF-773F781B201A}"/>
          </ac:spMkLst>
        </pc:spChg>
        <pc:spChg chg="add del mod">
          <ac:chgData name="Ella Vetter" userId="c6918cf5-f6c0-43cc-8499-a1f635017de9" providerId="ADAL" clId="{C4158FC2-E398-4582-BFE2-507371A330BC}" dt="2020-10-14T14:15:26.589" v="4167" actId="478"/>
          <ac:spMkLst>
            <pc:docMk/>
            <pc:sldMk cId="2000806913" sldId="373"/>
            <ac:spMk id="13" creationId="{CF720FC5-98AC-4980-8163-5F0ED652262D}"/>
          </ac:spMkLst>
        </pc:spChg>
        <pc:spChg chg="add mod">
          <ac:chgData name="Ella Vetter" userId="c6918cf5-f6c0-43cc-8499-a1f635017de9" providerId="ADAL" clId="{C4158FC2-E398-4582-BFE2-507371A330BC}" dt="2020-10-14T14:19:55.262" v="4278" actId="1076"/>
          <ac:spMkLst>
            <pc:docMk/>
            <pc:sldMk cId="2000806913" sldId="373"/>
            <ac:spMk id="17" creationId="{275EE0F4-AA64-44A2-B57D-9435AC22A2FC}"/>
          </ac:spMkLst>
        </pc:spChg>
        <pc:spChg chg="add mod">
          <ac:chgData name="Ella Vetter" userId="c6918cf5-f6c0-43cc-8499-a1f635017de9" providerId="ADAL" clId="{C4158FC2-E398-4582-BFE2-507371A330BC}" dt="2020-10-14T14:20:06.155" v="4295" actId="1076"/>
          <ac:spMkLst>
            <pc:docMk/>
            <pc:sldMk cId="2000806913" sldId="373"/>
            <ac:spMk id="21" creationId="{B511FA0A-FC65-451C-B55B-4674F9783BF8}"/>
          </ac:spMkLst>
        </pc:spChg>
        <pc:picChg chg="add del mod">
          <ac:chgData name="Ella Vetter" userId="c6918cf5-f6c0-43cc-8499-a1f635017de9" providerId="ADAL" clId="{C4158FC2-E398-4582-BFE2-507371A330BC}" dt="2020-10-14T14:15:26.589" v="4167" actId="478"/>
          <ac:picMkLst>
            <pc:docMk/>
            <pc:sldMk cId="2000806913" sldId="373"/>
            <ac:picMk id="4" creationId="{0CF867F9-503F-4C44-9A01-06B059C82A4E}"/>
          </ac:picMkLst>
        </pc:picChg>
        <pc:picChg chg="add mod">
          <ac:chgData name="Ella Vetter" userId="c6918cf5-f6c0-43cc-8499-a1f635017de9" providerId="ADAL" clId="{C4158FC2-E398-4582-BFE2-507371A330BC}" dt="2020-10-14T14:17:36.455" v="4229" actId="1038"/>
          <ac:picMkLst>
            <pc:docMk/>
            <pc:sldMk cId="2000806913" sldId="373"/>
            <ac:picMk id="15" creationId="{9794368F-E171-4967-89C7-D697EE6D6CDA}"/>
          </ac:picMkLst>
        </pc:picChg>
        <pc:picChg chg="add mod">
          <ac:chgData name="Ella Vetter" userId="c6918cf5-f6c0-43cc-8499-a1f635017de9" providerId="ADAL" clId="{C4158FC2-E398-4582-BFE2-507371A330BC}" dt="2020-10-14T14:18:37.233" v="4231" actId="1076"/>
          <ac:picMkLst>
            <pc:docMk/>
            <pc:sldMk cId="2000806913" sldId="373"/>
            <ac:picMk id="19" creationId="{63F873B5-BC2A-479A-8FFA-71DBABB598BF}"/>
          </ac:picMkLst>
        </pc:picChg>
        <pc:cxnChg chg="add del mod">
          <ac:chgData name="Ella Vetter" userId="c6918cf5-f6c0-43cc-8499-a1f635017de9" providerId="ADAL" clId="{C4158FC2-E398-4582-BFE2-507371A330BC}" dt="2020-10-14T14:15:26.589" v="4167" actId="478"/>
          <ac:cxnSpMkLst>
            <pc:docMk/>
            <pc:sldMk cId="2000806913" sldId="373"/>
            <ac:cxnSpMk id="5" creationId="{08E9F9A0-CF20-49A2-833A-458F7529269D}"/>
          </ac:cxnSpMkLst>
        </pc:cxnChg>
        <pc:cxnChg chg="add del mod">
          <ac:chgData name="Ella Vetter" userId="c6918cf5-f6c0-43cc-8499-a1f635017de9" providerId="ADAL" clId="{C4158FC2-E398-4582-BFE2-507371A330BC}" dt="2020-10-14T14:15:26.589" v="4167" actId="478"/>
          <ac:cxnSpMkLst>
            <pc:docMk/>
            <pc:sldMk cId="2000806913" sldId="373"/>
            <ac:cxnSpMk id="8" creationId="{D87FD113-2843-405C-BA48-892D2FD5F3D9}"/>
          </ac:cxnSpMkLst>
        </pc:cxnChg>
        <pc:cxnChg chg="add del mod">
          <ac:chgData name="Ella Vetter" userId="c6918cf5-f6c0-43cc-8499-a1f635017de9" providerId="ADAL" clId="{C4158FC2-E398-4582-BFE2-507371A330BC}" dt="2020-10-14T14:15:26.589" v="4167" actId="478"/>
          <ac:cxnSpMkLst>
            <pc:docMk/>
            <pc:sldMk cId="2000806913" sldId="373"/>
            <ac:cxnSpMk id="10" creationId="{DEB0383B-B245-4B82-83E6-52970F62E7A2}"/>
          </ac:cxnSpMkLst>
        </pc:cxnChg>
      </pc:sldChg>
      <pc:sldChg chg="modSp new del mod">
        <pc:chgData name="Ella Vetter" userId="c6918cf5-f6c0-43cc-8499-a1f635017de9" providerId="ADAL" clId="{C4158FC2-E398-4582-BFE2-507371A330BC}" dt="2020-10-14T11:57:04.030" v="3728" actId="47"/>
        <pc:sldMkLst>
          <pc:docMk/>
          <pc:sldMk cId="2866201686" sldId="373"/>
        </pc:sldMkLst>
        <pc:spChg chg="mod">
          <ac:chgData name="Ella Vetter" userId="c6918cf5-f6c0-43cc-8499-a1f635017de9" providerId="ADAL" clId="{C4158FC2-E398-4582-BFE2-507371A330BC}" dt="2020-10-14T00:25:29.216" v="3498" actId="13926"/>
          <ac:spMkLst>
            <pc:docMk/>
            <pc:sldMk cId="2866201686" sldId="373"/>
            <ac:spMk id="2" creationId="{A5324477-BE1A-4769-BACC-6DC7A6E09E92}"/>
          </ac:spMkLst>
        </pc:spChg>
      </pc:sldChg>
      <pc:sldChg chg="del">
        <pc:chgData name="Ella Vetter" userId="c6918cf5-f6c0-43cc-8499-a1f635017de9" providerId="ADAL" clId="{C4158FC2-E398-4582-BFE2-507371A330BC}" dt="2020-10-13T21:41:06.417" v="1" actId="47"/>
        <pc:sldMkLst>
          <pc:docMk/>
          <pc:sldMk cId="3207609551" sldId="377"/>
        </pc:sldMkLst>
      </pc:sldChg>
      <pc:sldChg chg="del">
        <pc:chgData name="Ella Vetter" userId="c6918cf5-f6c0-43cc-8499-a1f635017de9" providerId="ADAL" clId="{C4158FC2-E398-4582-BFE2-507371A330BC}" dt="2020-10-13T21:41:06.417" v="1" actId="47"/>
        <pc:sldMkLst>
          <pc:docMk/>
          <pc:sldMk cId="3219418499" sldId="378"/>
        </pc:sldMkLst>
      </pc:sldChg>
      <pc:sldChg chg="del">
        <pc:chgData name="Ella Vetter" userId="c6918cf5-f6c0-43cc-8499-a1f635017de9" providerId="ADAL" clId="{C4158FC2-E398-4582-BFE2-507371A330BC}" dt="2020-10-13T21:41:06.417" v="1" actId="47"/>
        <pc:sldMkLst>
          <pc:docMk/>
          <pc:sldMk cId="2476202261" sldId="379"/>
        </pc:sldMkLst>
      </pc:sldChg>
      <pc:sldChg chg="del">
        <pc:chgData name="Ella Vetter" userId="c6918cf5-f6c0-43cc-8499-a1f635017de9" providerId="ADAL" clId="{C4158FC2-E398-4582-BFE2-507371A330BC}" dt="2020-10-13T21:41:06.417" v="1" actId="47"/>
        <pc:sldMkLst>
          <pc:docMk/>
          <pc:sldMk cId="4235527687" sldId="380"/>
        </pc:sldMkLst>
      </pc:sldChg>
      <pc:sldChg chg="del">
        <pc:chgData name="Ella Vetter" userId="c6918cf5-f6c0-43cc-8499-a1f635017de9" providerId="ADAL" clId="{C4158FC2-E398-4582-BFE2-507371A330BC}" dt="2020-10-13T21:41:06.417" v="1" actId="47"/>
        <pc:sldMkLst>
          <pc:docMk/>
          <pc:sldMk cId="3422155014" sldId="381"/>
        </pc:sldMkLst>
      </pc:sldChg>
      <pc:sldChg chg="del">
        <pc:chgData name="Ella Vetter" userId="c6918cf5-f6c0-43cc-8499-a1f635017de9" providerId="ADAL" clId="{C4158FC2-E398-4582-BFE2-507371A330BC}" dt="2020-10-13T21:41:06.417" v="1" actId="47"/>
        <pc:sldMkLst>
          <pc:docMk/>
          <pc:sldMk cId="2274782921" sldId="382"/>
        </pc:sldMkLst>
      </pc:sldChg>
      <pc:sldChg chg="del">
        <pc:chgData name="Ella Vetter" userId="c6918cf5-f6c0-43cc-8499-a1f635017de9" providerId="ADAL" clId="{C4158FC2-E398-4582-BFE2-507371A330BC}" dt="2020-10-13T21:41:06.417" v="1" actId="47"/>
        <pc:sldMkLst>
          <pc:docMk/>
          <pc:sldMk cId="3634872261" sldId="383"/>
        </pc:sldMkLst>
      </pc:sldChg>
      <pc:sldChg chg="del">
        <pc:chgData name="Ella Vetter" userId="c6918cf5-f6c0-43cc-8499-a1f635017de9" providerId="ADAL" clId="{C4158FC2-E398-4582-BFE2-507371A330BC}" dt="2020-10-13T21:41:06.417" v="1" actId="47"/>
        <pc:sldMkLst>
          <pc:docMk/>
          <pc:sldMk cId="2691991664" sldId="384"/>
        </pc:sldMkLst>
      </pc:sldChg>
      <pc:sldChg chg="del">
        <pc:chgData name="Ella Vetter" userId="c6918cf5-f6c0-43cc-8499-a1f635017de9" providerId="ADAL" clId="{C4158FC2-E398-4582-BFE2-507371A330BC}" dt="2020-10-13T21:41:06.417" v="1" actId="47"/>
        <pc:sldMkLst>
          <pc:docMk/>
          <pc:sldMk cId="171292709" sldId="385"/>
        </pc:sldMkLst>
      </pc:sldChg>
      <pc:sldChg chg="del">
        <pc:chgData name="Ella Vetter" userId="c6918cf5-f6c0-43cc-8499-a1f635017de9" providerId="ADAL" clId="{C4158FC2-E398-4582-BFE2-507371A330BC}" dt="2020-10-13T21:41:06.417" v="1" actId="47"/>
        <pc:sldMkLst>
          <pc:docMk/>
          <pc:sldMk cId="970484850" sldId="386"/>
        </pc:sldMkLst>
      </pc:sldChg>
      <pc:sldChg chg="del">
        <pc:chgData name="Ella Vetter" userId="c6918cf5-f6c0-43cc-8499-a1f635017de9" providerId="ADAL" clId="{C4158FC2-E398-4582-BFE2-507371A330BC}" dt="2020-10-13T21:41:06.417" v="1" actId="47"/>
        <pc:sldMkLst>
          <pc:docMk/>
          <pc:sldMk cId="3179460072" sldId="387"/>
        </pc:sldMkLst>
      </pc:sldChg>
      <pc:sldChg chg="del">
        <pc:chgData name="Ella Vetter" userId="c6918cf5-f6c0-43cc-8499-a1f635017de9" providerId="ADAL" clId="{C4158FC2-E398-4582-BFE2-507371A330BC}" dt="2020-10-13T21:41:06.417" v="1" actId="47"/>
        <pc:sldMkLst>
          <pc:docMk/>
          <pc:sldMk cId="2035653261" sldId="388"/>
        </pc:sldMkLst>
      </pc:sldChg>
      <pc:sldChg chg="del">
        <pc:chgData name="Ella Vetter" userId="c6918cf5-f6c0-43cc-8499-a1f635017de9" providerId="ADAL" clId="{C4158FC2-E398-4582-BFE2-507371A330BC}" dt="2020-10-13T21:41:06.417" v="1" actId="47"/>
        <pc:sldMkLst>
          <pc:docMk/>
          <pc:sldMk cId="329161032" sldId="389"/>
        </pc:sldMkLst>
      </pc:sldChg>
      <pc:sldChg chg="del">
        <pc:chgData name="Ella Vetter" userId="c6918cf5-f6c0-43cc-8499-a1f635017de9" providerId="ADAL" clId="{C4158FC2-E398-4582-BFE2-507371A330BC}" dt="2020-10-13T21:41:06.417" v="1" actId="47"/>
        <pc:sldMkLst>
          <pc:docMk/>
          <pc:sldMk cId="2776408252" sldId="390"/>
        </pc:sldMkLst>
      </pc:sldChg>
      <pc:sldChg chg="del">
        <pc:chgData name="Ella Vetter" userId="c6918cf5-f6c0-43cc-8499-a1f635017de9" providerId="ADAL" clId="{C4158FC2-E398-4582-BFE2-507371A330BC}" dt="2020-10-13T21:41:06.417" v="1" actId="47"/>
        <pc:sldMkLst>
          <pc:docMk/>
          <pc:sldMk cId="2179575247" sldId="391"/>
        </pc:sldMkLst>
      </pc:sldChg>
      <pc:sldChg chg="del">
        <pc:chgData name="Ella Vetter" userId="c6918cf5-f6c0-43cc-8499-a1f635017de9" providerId="ADAL" clId="{C4158FC2-E398-4582-BFE2-507371A330BC}" dt="2020-10-13T21:41:06.417" v="1" actId="47"/>
        <pc:sldMkLst>
          <pc:docMk/>
          <pc:sldMk cId="1912031961" sldId="392"/>
        </pc:sldMkLst>
      </pc:sldChg>
      <pc:sldChg chg="del">
        <pc:chgData name="Ella Vetter" userId="c6918cf5-f6c0-43cc-8499-a1f635017de9" providerId="ADAL" clId="{C4158FC2-E398-4582-BFE2-507371A330BC}" dt="2020-10-13T21:41:06.417" v="1" actId="47"/>
        <pc:sldMkLst>
          <pc:docMk/>
          <pc:sldMk cId="3078277818" sldId="393"/>
        </pc:sldMkLst>
      </pc:sldChg>
      <pc:sldChg chg="del">
        <pc:chgData name="Ella Vetter" userId="c6918cf5-f6c0-43cc-8499-a1f635017de9" providerId="ADAL" clId="{C4158FC2-E398-4582-BFE2-507371A330BC}" dt="2020-10-13T21:41:06.417" v="1" actId="47"/>
        <pc:sldMkLst>
          <pc:docMk/>
          <pc:sldMk cId="3716198520" sldId="396"/>
        </pc:sldMkLst>
      </pc:sldChg>
      <pc:sldChg chg="del">
        <pc:chgData name="Ella Vetter" userId="c6918cf5-f6c0-43cc-8499-a1f635017de9" providerId="ADAL" clId="{C4158FC2-E398-4582-BFE2-507371A330BC}" dt="2020-10-13T21:41:06.417" v="1" actId="47"/>
        <pc:sldMkLst>
          <pc:docMk/>
          <pc:sldMk cId="744864356" sldId="397"/>
        </pc:sldMkLst>
      </pc:sldChg>
      <pc:sldChg chg="del">
        <pc:chgData name="Ella Vetter" userId="c6918cf5-f6c0-43cc-8499-a1f635017de9" providerId="ADAL" clId="{C4158FC2-E398-4582-BFE2-507371A330BC}" dt="2020-10-13T21:41:06.417" v="1" actId="47"/>
        <pc:sldMkLst>
          <pc:docMk/>
          <pc:sldMk cId="1440722483" sldId="398"/>
        </pc:sldMkLst>
      </pc:sldChg>
      <pc:sldChg chg="del">
        <pc:chgData name="Ella Vetter" userId="c6918cf5-f6c0-43cc-8499-a1f635017de9" providerId="ADAL" clId="{C4158FC2-E398-4582-BFE2-507371A330BC}" dt="2020-10-13T21:41:06.417" v="1" actId="47"/>
        <pc:sldMkLst>
          <pc:docMk/>
          <pc:sldMk cId="2510473963" sldId="400"/>
        </pc:sldMkLst>
      </pc:sldChg>
      <pc:sldChg chg="del">
        <pc:chgData name="Ella Vetter" userId="c6918cf5-f6c0-43cc-8499-a1f635017de9" providerId="ADAL" clId="{C4158FC2-E398-4582-BFE2-507371A330BC}" dt="2020-10-13T21:41:06.417" v="1" actId="47"/>
        <pc:sldMkLst>
          <pc:docMk/>
          <pc:sldMk cId="797512869" sldId="401"/>
        </pc:sldMkLst>
      </pc:sldChg>
      <pc:sldChg chg="del">
        <pc:chgData name="Ella Vetter" userId="c6918cf5-f6c0-43cc-8499-a1f635017de9" providerId="ADAL" clId="{C4158FC2-E398-4582-BFE2-507371A330BC}" dt="2020-10-13T21:41:06.417" v="1" actId="47"/>
        <pc:sldMkLst>
          <pc:docMk/>
          <pc:sldMk cId="886440099" sldId="402"/>
        </pc:sldMkLst>
      </pc:sldChg>
      <pc:sldChg chg="del">
        <pc:chgData name="Ella Vetter" userId="c6918cf5-f6c0-43cc-8499-a1f635017de9" providerId="ADAL" clId="{C4158FC2-E398-4582-BFE2-507371A330BC}" dt="2020-10-13T21:41:06.417" v="1" actId="47"/>
        <pc:sldMkLst>
          <pc:docMk/>
          <pc:sldMk cId="3425266264" sldId="403"/>
        </pc:sldMkLst>
      </pc:sldChg>
      <pc:sldChg chg="del">
        <pc:chgData name="Ella Vetter" userId="c6918cf5-f6c0-43cc-8499-a1f635017de9" providerId="ADAL" clId="{C4158FC2-E398-4582-BFE2-507371A330BC}" dt="2020-10-13T21:41:06.417" v="1" actId="47"/>
        <pc:sldMkLst>
          <pc:docMk/>
          <pc:sldMk cId="1762188029" sldId="405"/>
        </pc:sldMkLst>
      </pc:sldChg>
      <pc:sldChg chg="del">
        <pc:chgData name="Ella Vetter" userId="c6918cf5-f6c0-43cc-8499-a1f635017de9" providerId="ADAL" clId="{C4158FC2-E398-4582-BFE2-507371A330BC}" dt="2020-10-13T21:41:06.417" v="1" actId="47"/>
        <pc:sldMkLst>
          <pc:docMk/>
          <pc:sldMk cId="46211887" sldId="406"/>
        </pc:sldMkLst>
      </pc:sldChg>
      <pc:sldChg chg="del">
        <pc:chgData name="Ella Vetter" userId="c6918cf5-f6c0-43cc-8499-a1f635017de9" providerId="ADAL" clId="{C4158FC2-E398-4582-BFE2-507371A330BC}" dt="2020-10-13T21:41:06.417" v="1" actId="47"/>
        <pc:sldMkLst>
          <pc:docMk/>
          <pc:sldMk cId="4092129673" sldId="407"/>
        </pc:sldMkLst>
      </pc:sldChg>
      <pc:sldChg chg="del">
        <pc:chgData name="Ella Vetter" userId="c6918cf5-f6c0-43cc-8499-a1f635017de9" providerId="ADAL" clId="{C4158FC2-E398-4582-BFE2-507371A330BC}" dt="2020-10-13T21:41:06.417" v="1" actId="47"/>
        <pc:sldMkLst>
          <pc:docMk/>
          <pc:sldMk cId="2415151326" sldId="409"/>
        </pc:sldMkLst>
      </pc:sldChg>
      <pc:sldChg chg="del">
        <pc:chgData name="Ella Vetter" userId="c6918cf5-f6c0-43cc-8499-a1f635017de9" providerId="ADAL" clId="{C4158FC2-E398-4582-BFE2-507371A330BC}" dt="2020-10-13T21:41:06.417" v="1" actId="47"/>
        <pc:sldMkLst>
          <pc:docMk/>
          <pc:sldMk cId="2930510527" sldId="410"/>
        </pc:sldMkLst>
      </pc:sldChg>
      <pc:sldChg chg="del">
        <pc:chgData name="Ella Vetter" userId="c6918cf5-f6c0-43cc-8499-a1f635017de9" providerId="ADAL" clId="{C4158FC2-E398-4582-BFE2-507371A330BC}" dt="2020-10-13T21:41:06.417" v="1" actId="47"/>
        <pc:sldMkLst>
          <pc:docMk/>
          <pc:sldMk cId="1369040753" sldId="411"/>
        </pc:sldMkLst>
      </pc:sldChg>
      <pc:sldChg chg="del">
        <pc:chgData name="Ella Vetter" userId="c6918cf5-f6c0-43cc-8499-a1f635017de9" providerId="ADAL" clId="{C4158FC2-E398-4582-BFE2-507371A330BC}" dt="2020-10-13T21:41:06.417" v="1" actId="47"/>
        <pc:sldMkLst>
          <pc:docMk/>
          <pc:sldMk cId="2652669108" sldId="412"/>
        </pc:sldMkLst>
      </pc:sldChg>
      <pc:sldChg chg="del">
        <pc:chgData name="Ella Vetter" userId="c6918cf5-f6c0-43cc-8499-a1f635017de9" providerId="ADAL" clId="{C4158FC2-E398-4582-BFE2-507371A330BC}" dt="2020-10-13T21:41:06.417" v="1" actId="47"/>
        <pc:sldMkLst>
          <pc:docMk/>
          <pc:sldMk cId="1760319636" sldId="413"/>
        </pc:sldMkLst>
      </pc:sldChg>
      <pc:sldChg chg="del">
        <pc:chgData name="Ella Vetter" userId="c6918cf5-f6c0-43cc-8499-a1f635017de9" providerId="ADAL" clId="{C4158FC2-E398-4582-BFE2-507371A330BC}" dt="2020-10-13T21:41:06.417" v="1" actId="47"/>
        <pc:sldMkLst>
          <pc:docMk/>
          <pc:sldMk cId="3358023739" sldId="415"/>
        </pc:sldMkLst>
      </pc:sldChg>
      <pc:sldChg chg="del">
        <pc:chgData name="Ella Vetter" userId="c6918cf5-f6c0-43cc-8499-a1f635017de9" providerId="ADAL" clId="{C4158FC2-E398-4582-BFE2-507371A330BC}" dt="2020-10-13T21:41:06.417" v="1" actId="47"/>
        <pc:sldMkLst>
          <pc:docMk/>
          <pc:sldMk cId="513993973" sldId="426"/>
        </pc:sldMkLst>
      </pc:sldChg>
      <pc:sldChg chg="del">
        <pc:chgData name="Ella Vetter" userId="c6918cf5-f6c0-43cc-8499-a1f635017de9" providerId="ADAL" clId="{C4158FC2-E398-4582-BFE2-507371A330BC}" dt="2020-10-13T21:41:06.417" v="1" actId="47"/>
        <pc:sldMkLst>
          <pc:docMk/>
          <pc:sldMk cId="977010652" sldId="427"/>
        </pc:sldMkLst>
      </pc:sldChg>
      <pc:sldChg chg="del">
        <pc:chgData name="Ella Vetter" userId="c6918cf5-f6c0-43cc-8499-a1f635017de9" providerId="ADAL" clId="{C4158FC2-E398-4582-BFE2-507371A330BC}" dt="2020-10-13T21:41:06.417" v="1" actId="47"/>
        <pc:sldMkLst>
          <pc:docMk/>
          <pc:sldMk cId="2333481971" sldId="428"/>
        </pc:sldMkLst>
      </pc:sldChg>
      <pc:sldChg chg="del">
        <pc:chgData name="Ella Vetter" userId="c6918cf5-f6c0-43cc-8499-a1f635017de9" providerId="ADAL" clId="{C4158FC2-E398-4582-BFE2-507371A330BC}" dt="2020-10-13T21:41:06.417" v="1" actId="47"/>
        <pc:sldMkLst>
          <pc:docMk/>
          <pc:sldMk cId="37384660" sldId="429"/>
        </pc:sldMkLst>
      </pc:sldChg>
      <pc:sldChg chg="del">
        <pc:chgData name="Ella Vetter" userId="c6918cf5-f6c0-43cc-8499-a1f635017de9" providerId="ADAL" clId="{C4158FC2-E398-4582-BFE2-507371A330BC}" dt="2020-10-13T21:41:06.417" v="1" actId="47"/>
        <pc:sldMkLst>
          <pc:docMk/>
          <pc:sldMk cId="3834924644" sldId="430"/>
        </pc:sldMkLst>
      </pc:sldChg>
      <pc:sldChg chg="del">
        <pc:chgData name="Ella Vetter" userId="c6918cf5-f6c0-43cc-8499-a1f635017de9" providerId="ADAL" clId="{C4158FC2-E398-4582-BFE2-507371A330BC}" dt="2020-10-13T21:41:06.417" v="1" actId="47"/>
        <pc:sldMkLst>
          <pc:docMk/>
          <pc:sldMk cId="2432719803" sldId="431"/>
        </pc:sldMkLst>
      </pc:sldChg>
      <pc:sldChg chg="del">
        <pc:chgData name="Ella Vetter" userId="c6918cf5-f6c0-43cc-8499-a1f635017de9" providerId="ADAL" clId="{C4158FC2-E398-4582-BFE2-507371A330BC}" dt="2020-10-13T21:41:06.417" v="1" actId="47"/>
        <pc:sldMkLst>
          <pc:docMk/>
          <pc:sldMk cId="4230022692" sldId="432"/>
        </pc:sldMkLst>
      </pc:sldChg>
      <pc:sldChg chg="del">
        <pc:chgData name="Ella Vetter" userId="c6918cf5-f6c0-43cc-8499-a1f635017de9" providerId="ADAL" clId="{C4158FC2-E398-4582-BFE2-507371A330BC}" dt="2020-10-13T21:41:06.417" v="1" actId="47"/>
        <pc:sldMkLst>
          <pc:docMk/>
          <pc:sldMk cId="3773054989" sldId="433"/>
        </pc:sldMkLst>
      </pc:sldChg>
      <pc:sldChg chg="del">
        <pc:chgData name="Ella Vetter" userId="c6918cf5-f6c0-43cc-8499-a1f635017de9" providerId="ADAL" clId="{C4158FC2-E398-4582-BFE2-507371A330BC}" dt="2020-10-13T21:41:06.417" v="1" actId="47"/>
        <pc:sldMkLst>
          <pc:docMk/>
          <pc:sldMk cId="3221491416" sldId="434"/>
        </pc:sldMkLst>
      </pc:sldChg>
      <pc:sldChg chg="del">
        <pc:chgData name="Ella Vetter" userId="c6918cf5-f6c0-43cc-8499-a1f635017de9" providerId="ADAL" clId="{C4158FC2-E398-4582-BFE2-507371A330BC}" dt="2020-10-13T21:41:06.417" v="1" actId="47"/>
        <pc:sldMkLst>
          <pc:docMk/>
          <pc:sldMk cId="3011319898" sldId="435"/>
        </pc:sldMkLst>
      </pc:sldChg>
      <pc:sldChg chg="del">
        <pc:chgData name="Ella Vetter" userId="c6918cf5-f6c0-43cc-8499-a1f635017de9" providerId="ADAL" clId="{C4158FC2-E398-4582-BFE2-507371A330BC}" dt="2020-10-13T21:41:06.417" v="1" actId="47"/>
        <pc:sldMkLst>
          <pc:docMk/>
          <pc:sldMk cId="2069944910" sldId="436"/>
        </pc:sldMkLst>
      </pc:sldChg>
      <pc:sldChg chg="del">
        <pc:chgData name="Ella Vetter" userId="c6918cf5-f6c0-43cc-8499-a1f635017de9" providerId="ADAL" clId="{C4158FC2-E398-4582-BFE2-507371A330BC}" dt="2020-10-13T21:41:06.417" v="1" actId="47"/>
        <pc:sldMkLst>
          <pc:docMk/>
          <pc:sldMk cId="2200354968" sldId="437"/>
        </pc:sldMkLst>
      </pc:sldChg>
      <pc:sldChg chg="del">
        <pc:chgData name="Ella Vetter" userId="c6918cf5-f6c0-43cc-8499-a1f635017de9" providerId="ADAL" clId="{C4158FC2-E398-4582-BFE2-507371A330BC}" dt="2020-10-13T21:41:06.417" v="1" actId="47"/>
        <pc:sldMkLst>
          <pc:docMk/>
          <pc:sldMk cId="347083658" sldId="438"/>
        </pc:sldMkLst>
      </pc:sldChg>
      <pc:sldChg chg="del">
        <pc:chgData name="Ella Vetter" userId="c6918cf5-f6c0-43cc-8499-a1f635017de9" providerId="ADAL" clId="{C4158FC2-E398-4582-BFE2-507371A330BC}" dt="2020-10-13T21:41:06.417" v="1" actId="47"/>
        <pc:sldMkLst>
          <pc:docMk/>
          <pc:sldMk cId="3394516808" sldId="439"/>
        </pc:sldMkLst>
      </pc:sldChg>
      <pc:sldChg chg="del">
        <pc:chgData name="Ella Vetter" userId="c6918cf5-f6c0-43cc-8499-a1f635017de9" providerId="ADAL" clId="{C4158FC2-E398-4582-BFE2-507371A330BC}" dt="2020-10-13T21:41:06.417" v="1" actId="47"/>
        <pc:sldMkLst>
          <pc:docMk/>
          <pc:sldMk cId="4026728010" sldId="444"/>
        </pc:sldMkLst>
      </pc:sldChg>
      <pc:sldChg chg="del">
        <pc:chgData name="Ella Vetter" userId="c6918cf5-f6c0-43cc-8499-a1f635017de9" providerId="ADAL" clId="{C4158FC2-E398-4582-BFE2-507371A330BC}" dt="2020-10-13T21:41:06.417" v="1" actId="47"/>
        <pc:sldMkLst>
          <pc:docMk/>
          <pc:sldMk cId="46205935" sldId="445"/>
        </pc:sldMkLst>
      </pc:sldChg>
      <pc:sldChg chg="del">
        <pc:chgData name="Ella Vetter" userId="c6918cf5-f6c0-43cc-8499-a1f635017de9" providerId="ADAL" clId="{C4158FC2-E398-4582-BFE2-507371A330BC}" dt="2020-10-13T21:41:06.417" v="1" actId="47"/>
        <pc:sldMkLst>
          <pc:docMk/>
          <pc:sldMk cId="2154076167" sldId="446"/>
        </pc:sldMkLst>
      </pc:sldChg>
      <pc:sldChg chg="del">
        <pc:chgData name="Ella Vetter" userId="c6918cf5-f6c0-43cc-8499-a1f635017de9" providerId="ADAL" clId="{C4158FC2-E398-4582-BFE2-507371A330BC}" dt="2020-10-13T21:41:06.417" v="1" actId="47"/>
        <pc:sldMkLst>
          <pc:docMk/>
          <pc:sldMk cId="760017174" sldId="447"/>
        </pc:sldMkLst>
      </pc:sldChg>
      <pc:sldChg chg="del">
        <pc:chgData name="Ella Vetter" userId="c6918cf5-f6c0-43cc-8499-a1f635017de9" providerId="ADAL" clId="{C4158FC2-E398-4582-BFE2-507371A330BC}" dt="2020-10-13T21:41:06.417" v="1" actId="47"/>
        <pc:sldMkLst>
          <pc:docMk/>
          <pc:sldMk cId="3151339856" sldId="448"/>
        </pc:sldMkLst>
      </pc:sldChg>
      <pc:sldChg chg="del">
        <pc:chgData name="Ella Vetter" userId="c6918cf5-f6c0-43cc-8499-a1f635017de9" providerId="ADAL" clId="{C4158FC2-E398-4582-BFE2-507371A330BC}" dt="2020-10-13T21:41:06.417" v="1" actId="47"/>
        <pc:sldMkLst>
          <pc:docMk/>
          <pc:sldMk cId="324305442" sldId="449"/>
        </pc:sldMkLst>
      </pc:sldChg>
      <pc:sldChg chg="del">
        <pc:chgData name="Ella Vetter" userId="c6918cf5-f6c0-43cc-8499-a1f635017de9" providerId="ADAL" clId="{C4158FC2-E398-4582-BFE2-507371A330BC}" dt="2020-10-13T21:41:06.417" v="1" actId="47"/>
        <pc:sldMkLst>
          <pc:docMk/>
          <pc:sldMk cId="2124695494" sldId="450"/>
        </pc:sldMkLst>
      </pc:sldChg>
      <pc:sldChg chg="del">
        <pc:chgData name="Ella Vetter" userId="c6918cf5-f6c0-43cc-8499-a1f635017de9" providerId="ADAL" clId="{C4158FC2-E398-4582-BFE2-507371A330BC}" dt="2020-10-13T21:41:06.417" v="1" actId="47"/>
        <pc:sldMkLst>
          <pc:docMk/>
          <pc:sldMk cId="2491592536" sldId="451"/>
        </pc:sldMkLst>
      </pc:sldChg>
      <pc:sldChg chg="del">
        <pc:chgData name="Ella Vetter" userId="c6918cf5-f6c0-43cc-8499-a1f635017de9" providerId="ADAL" clId="{C4158FC2-E398-4582-BFE2-507371A330BC}" dt="2020-10-13T21:41:06.417" v="1" actId="47"/>
        <pc:sldMkLst>
          <pc:docMk/>
          <pc:sldMk cId="2753308535" sldId="452"/>
        </pc:sldMkLst>
      </pc:sldChg>
      <pc:sldChg chg="del">
        <pc:chgData name="Ella Vetter" userId="c6918cf5-f6c0-43cc-8499-a1f635017de9" providerId="ADAL" clId="{C4158FC2-E398-4582-BFE2-507371A330BC}" dt="2020-10-13T21:41:06.417" v="1" actId="47"/>
        <pc:sldMkLst>
          <pc:docMk/>
          <pc:sldMk cId="296207903" sldId="454"/>
        </pc:sldMkLst>
      </pc:sldChg>
      <pc:sldChg chg="del">
        <pc:chgData name="Ella Vetter" userId="c6918cf5-f6c0-43cc-8499-a1f635017de9" providerId="ADAL" clId="{C4158FC2-E398-4582-BFE2-507371A330BC}" dt="2020-10-13T21:41:06.417" v="1" actId="47"/>
        <pc:sldMkLst>
          <pc:docMk/>
          <pc:sldMk cId="1397029415" sldId="457"/>
        </pc:sldMkLst>
      </pc:sldChg>
      <pc:sldChg chg="del">
        <pc:chgData name="Ella Vetter" userId="c6918cf5-f6c0-43cc-8499-a1f635017de9" providerId="ADAL" clId="{C4158FC2-E398-4582-BFE2-507371A330BC}" dt="2020-10-13T21:41:06.417" v="1" actId="47"/>
        <pc:sldMkLst>
          <pc:docMk/>
          <pc:sldMk cId="2093828539" sldId="458"/>
        </pc:sldMkLst>
      </pc:sldChg>
      <pc:sldChg chg="del">
        <pc:chgData name="Ella Vetter" userId="c6918cf5-f6c0-43cc-8499-a1f635017de9" providerId="ADAL" clId="{C4158FC2-E398-4582-BFE2-507371A330BC}" dt="2020-10-13T21:41:06.417" v="1" actId="47"/>
        <pc:sldMkLst>
          <pc:docMk/>
          <pc:sldMk cId="4253722951" sldId="459"/>
        </pc:sldMkLst>
      </pc:sldChg>
      <pc:sldChg chg="del">
        <pc:chgData name="Ella Vetter" userId="c6918cf5-f6c0-43cc-8499-a1f635017de9" providerId="ADAL" clId="{C4158FC2-E398-4582-BFE2-507371A330BC}" dt="2020-10-13T21:41:06.417" v="1" actId="47"/>
        <pc:sldMkLst>
          <pc:docMk/>
          <pc:sldMk cId="4270662341" sldId="460"/>
        </pc:sldMkLst>
      </pc:sldChg>
      <pc:sldChg chg="del">
        <pc:chgData name="Ella Vetter" userId="c6918cf5-f6c0-43cc-8499-a1f635017de9" providerId="ADAL" clId="{C4158FC2-E398-4582-BFE2-507371A330BC}" dt="2020-10-13T21:41:06.417" v="1" actId="47"/>
        <pc:sldMkLst>
          <pc:docMk/>
          <pc:sldMk cId="1289235375" sldId="461"/>
        </pc:sldMkLst>
      </pc:sldChg>
      <pc:sldChg chg="del">
        <pc:chgData name="Ella Vetter" userId="c6918cf5-f6c0-43cc-8499-a1f635017de9" providerId="ADAL" clId="{C4158FC2-E398-4582-BFE2-507371A330BC}" dt="2020-10-13T21:41:06.417" v="1" actId="47"/>
        <pc:sldMkLst>
          <pc:docMk/>
          <pc:sldMk cId="3676821247" sldId="462"/>
        </pc:sldMkLst>
      </pc:sldChg>
      <pc:sldChg chg="del">
        <pc:chgData name="Ella Vetter" userId="c6918cf5-f6c0-43cc-8499-a1f635017de9" providerId="ADAL" clId="{C4158FC2-E398-4582-BFE2-507371A330BC}" dt="2020-10-13T21:41:06.417" v="1" actId="47"/>
        <pc:sldMkLst>
          <pc:docMk/>
          <pc:sldMk cId="1494962013" sldId="464"/>
        </pc:sldMkLst>
      </pc:sldChg>
      <pc:sldChg chg="del">
        <pc:chgData name="Ella Vetter" userId="c6918cf5-f6c0-43cc-8499-a1f635017de9" providerId="ADAL" clId="{C4158FC2-E398-4582-BFE2-507371A330BC}" dt="2020-10-13T21:41:06.417" v="1" actId="47"/>
        <pc:sldMkLst>
          <pc:docMk/>
          <pc:sldMk cId="3550902955" sldId="465"/>
        </pc:sldMkLst>
      </pc:sldChg>
      <pc:sldChg chg="del">
        <pc:chgData name="Ella Vetter" userId="c6918cf5-f6c0-43cc-8499-a1f635017de9" providerId="ADAL" clId="{C4158FC2-E398-4582-BFE2-507371A330BC}" dt="2020-10-13T21:41:06.417" v="1" actId="47"/>
        <pc:sldMkLst>
          <pc:docMk/>
          <pc:sldMk cId="3221139066" sldId="466"/>
        </pc:sldMkLst>
      </pc:sldChg>
      <pc:sldChg chg="del">
        <pc:chgData name="Ella Vetter" userId="c6918cf5-f6c0-43cc-8499-a1f635017de9" providerId="ADAL" clId="{C4158FC2-E398-4582-BFE2-507371A330BC}" dt="2020-10-13T21:41:06.417" v="1" actId="47"/>
        <pc:sldMkLst>
          <pc:docMk/>
          <pc:sldMk cId="1074797187" sldId="467"/>
        </pc:sldMkLst>
      </pc:sldChg>
      <pc:sldChg chg="del">
        <pc:chgData name="Ella Vetter" userId="c6918cf5-f6c0-43cc-8499-a1f635017de9" providerId="ADAL" clId="{C4158FC2-E398-4582-BFE2-507371A330BC}" dt="2020-10-13T21:41:06.417" v="1" actId="47"/>
        <pc:sldMkLst>
          <pc:docMk/>
          <pc:sldMk cId="1849500793" sldId="468"/>
        </pc:sldMkLst>
      </pc:sldChg>
      <pc:sldChg chg="del">
        <pc:chgData name="Ella Vetter" userId="c6918cf5-f6c0-43cc-8499-a1f635017de9" providerId="ADAL" clId="{C4158FC2-E398-4582-BFE2-507371A330BC}" dt="2020-10-13T21:41:06.417" v="1" actId="47"/>
        <pc:sldMkLst>
          <pc:docMk/>
          <pc:sldMk cId="1225192176" sldId="469"/>
        </pc:sldMkLst>
      </pc:sldChg>
      <pc:sldChg chg="del">
        <pc:chgData name="Ella Vetter" userId="c6918cf5-f6c0-43cc-8499-a1f635017de9" providerId="ADAL" clId="{C4158FC2-E398-4582-BFE2-507371A330BC}" dt="2020-10-13T21:41:06.417" v="1" actId="47"/>
        <pc:sldMkLst>
          <pc:docMk/>
          <pc:sldMk cId="2436527016" sldId="470"/>
        </pc:sldMkLst>
      </pc:sldChg>
      <pc:sldChg chg="del">
        <pc:chgData name="Ella Vetter" userId="c6918cf5-f6c0-43cc-8499-a1f635017de9" providerId="ADAL" clId="{C4158FC2-E398-4582-BFE2-507371A330BC}" dt="2020-10-13T21:41:06.417" v="1" actId="47"/>
        <pc:sldMkLst>
          <pc:docMk/>
          <pc:sldMk cId="3522466609" sldId="471"/>
        </pc:sldMkLst>
      </pc:sldChg>
      <pc:sldChg chg="del">
        <pc:chgData name="Ella Vetter" userId="c6918cf5-f6c0-43cc-8499-a1f635017de9" providerId="ADAL" clId="{C4158FC2-E398-4582-BFE2-507371A330BC}" dt="2020-10-13T21:41:06.417" v="1" actId="47"/>
        <pc:sldMkLst>
          <pc:docMk/>
          <pc:sldMk cId="2064328092" sldId="472"/>
        </pc:sldMkLst>
      </pc:sldChg>
      <pc:sldChg chg="del">
        <pc:chgData name="Ella Vetter" userId="c6918cf5-f6c0-43cc-8499-a1f635017de9" providerId="ADAL" clId="{C4158FC2-E398-4582-BFE2-507371A330BC}" dt="2020-10-13T21:41:06.417" v="1" actId="47"/>
        <pc:sldMkLst>
          <pc:docMk/>
          <pc:sldMk cId="1842739115" sldId="473"/>
        </pc:sldMkLst>
      </pc:sldChg>
      <pc:sldChg chg="del">
        <pc:chgData name="Ella Vetter" userId="c6918cf5-f6c0-43cc-8499-a1f635017de9" providerId="ADAL" clId="{C4158FC2-E398-4582-BFE2-507371A330BC}" dt="2020-10-13T21:41:06.417" v="1" actId="47"/>
        <pc:sldMkLst>
          <pc:docMk/>
          <pc:sldMk cId="1486486545" sldId="474"/>
        </pc:sldMkLst>
      </pc:sldChg>
      <pc:sldChg chg="del">
        <pc:chgData name="Ella Vetter" userId="c6918cf5-f6c0-43cc-8499-a1f635017de9" providerId="ADAL" clId="{C4158FC2-E398-4582-BFE2-507371A330BC}" dt="2020-10-13T21:41:06.417" v="1" actId="47"/>
        <pc:sldMkLst>
          <pc:docMk/>
          <pc:sldMk cId="3333531993" sldId="475"/>
        </pc:sldMkLst>
      </pc:sldChg>
      <pc:sldChg chg="del">
        <pc:chgData name="Ella Vetter" userId="c6918cf5-f6c0-43cc-8499-a1f635017de9" providerId="ADAL" clId="{C4158FC2-E398-4582-BFE2-507371A330BC}" dt="2020-10-13T21:41:00.790" v="0" actId="47"/>
        <pc:sldMkLst>
          <pc:docMk/>
          <pc:sldMk cId="3204110114" sldId="476"/>
        </pc:sldMkLst>
      </pc:sldChg>
      <pc:sldChg chg="del">
        <pc:chgData name="Ella Vetter" userId="c6918cf5-f6c0-43cc-8499-a1f635017de9" providerId="ADAL" clId="{C4158FC2-E398-4582-BFE2-507371A330BC}" dt="2020-10-13T21:41:06.417" v="1" actId="47"/>
        <pc:sldMkLst>
          <pc:docMk/>
          <pc:sldMk cId="1198941845" sldId="477"/>
        </pc:sldMkLst>
      </pc:sldChg>
      <pc:sldChg chg="del">
        <pc:chgData name="Ella Vetter" userId="c6918cf5-f6c0-43cc-8499-a1f635017de9" providerId="ADAL" clId="{C4158FC2-E398-4582-BFE2-507371A330BC}" dt="2020-10-13T21:41:00.790" v="0" actId="47"/>
        <pc:sldMkLst>
          <pc:docMk/>
          <pc:sldMk cId="2955944527" sldId="478"/>
        </pc:sldMkLst>
      </pc:sldChg>
      <pc:sldChg chg="del">
        <pc:chgData name="Ella Vetter" userId="c6918cf5-f6c0-43cc-8499-a1f635017de9" providerId="ADAL" clId="{C4158FC2-E398-4582-BFE2-507371A330BC}" dt="2020-10-13T21:41:06.417" v="1" actId="47"/>
        <pc:sldMkLst>
          <pc:docMk/>
          <pc:sldMk cId="3031442874" sldId="479"/>
        </pc:sldMkLst>
      </pc:sldChg>
      <pc:sldChg chg="del">
        <pc:chgData name="Ella Vetter" userId="c6918cf5-f6c0-43cc-8499-a1f635017de9" providerId="ADAL" clId="{C4158FC2-E398-4582-BFE2-507371A330BC}" dt="2020-10-13T21:41:06.417" v="1" actId="47"/>
        <pc:sldMkLst>
          <pc:docMk/>
          <pc:sldMk cId="2128871792" sldId="480"/>
        </pc:sldMkLst>
      </pc:sldChg>
      <pc:sldChg chg="del">
        <pc:chgData name="Ella Vetter" userId="c6918cf5-f6c0-43cc-8499-a1f635017de9" providerId="ADAL" clId="{C4158FC2-E398-4582-BFE2-507371A330BC}" dt="2020-10-13T21:41:06.417" v="1" actId="47"/>
        <pc:sldMkLst>
          <pc:docMk/>
          <pc:sldMk cId="2142268085" sldId="481"/>
        </pc:sldMkLst>
      </pc:sldChg>
      <pc:sldChg chg="del">
        <pc:chgData name="Ella Vetter" userId="c6918cf5-f6c0-43cc-8499-a1f635017de9" providerId="ADAL" clId="{C4158FC2-E398-4582-BFE2-507371A330BC}" dt="2020-10-13T21:41:06.417" v="1" actId="47"/>
        <pc:sldMkLst>
          <pc:docMk/>
          <pc:sldMk cId="374156083" sldId="482"/>
        </pc:sldMkLst>
      </pc:sldChg>
      <pc:sldChg chg="del">
        <pc:chgData name="Ella Vetter" userId="c6918cf5-f6c0-43cc-8499-a1f635017de9" providerId="ADAL" clId="{C4158FC2-E398-4582-BFE2-507371A330BC}" dt="2020-10-13T21:41:06.417" v="1" actId="47"/>
        <pc:sldMkLst>
          <pc:docMk/>
          <pc:sldMk cId="437168345" sldId="483"/>
        </pc:sldMkLst>
      </pc:sldChg>
      <pc:sldChg chg="del">
        <pc:chgData name="Ella Vetter" userId="c6918cf5-f6c0-43cc-8499-a1f635017de9" providerId="ADAL" clId="{C4158FC2-E398-4582-BFE2-507371A330BC}" dt="2020-10-13T21:41:06.417" v="1" actId="47"/>
        <pc:sldMkLst>
          <pc:docMk/>
          <pc:sldMk cId="3909059820" sldId="484"/>
        </pc:sldMkLst>
      </pc:sldChg>
      <pc:sldChg chg="del">
        <pc:chgData name="Ella Vetter" userId="c6918cf5-f6c0-43cc-8499-a1f635017de9" providerId="ADAL" clId="{C4158FC2-E398-4582-BFE2-507371A330BC}" dt="2020-10-13T21:41:06.417" v="1" actId="47"/>
        <pc:sldMkLst>
          <pc:docMk/>
          <pc:sldMk cId="378235431" sldId="485"/>
        </pc:sldMkLst>
      </pc:sldChg>
      <pc:sldChg chg="del">
        <pc:chgData name="Ella Vetter" userId="c6918cf5-f6c0-43cc-8499-a1f635017de9" providerId="ADAL" clId="{C4158FC2-E398-4582-BFE2-507371A330BC}" dt="2020-10-13T21:41:06.417" v="1" actId="47"/>
        <pc:sldMkLst>
          <pc:docMk/>
          <pc:sldMk cId="1930943602" sldId="494"/>
        </pc:sldMkLst>
      </pc:sldChg>
      <pc:sldChg chg="del">
        <pc:chgData name="Ella Vetter" userId="c6918cf5-f6c0-43cc-8499-a1f635017de9" providerId="ADAL" clId="{C4158FC2-E398-4582-BFE2-507371A330BC}" dt="2020-10-13T21:41:06.417" v="1" actId="47"/>
        <pc:sldMkLst>
          <pc:docMk/>
          <pc:sldMk cId="1741142692" sldId="495"/>
        </pc:sldMkLst>
      </pc:sldChg>
      <pc:sldChg chg="del">
        <pc:chgData name="Ella Vetter" userId="c6918cf5-f6c0-43cc-8499-a1f635017de9" providerId="ADAL" clId="{C4158FC2-E398-4582-BFE2-507371A330BC}" dt="2020-10-13T21:41:06.417" v="1" actId="47"/>
        <pc:sldMkLst>
          <pc:docMk/>
          <pc:sldMk cId="783410187" sldId="496"/>
        </pc:sldMkLst>
      </pc:sldChg>
      <pc:sldChg chg="del">
        <pc:chgData name="Ella Vetter" userId="c6918cf5-f6c0-43cc-8499-a1f635017de9" providerId="ADAL" clId="{C4158FC2-E398-4582-BFE2-507371A330BC}" dt="2020-10-13T21:41:06.417" v="1" actId="47"/>
        <pc:sldMkLst>
          <pc:docMk/>
          <pc:sldMk cId="1375826453" sldId="497"/>
        </pc:sldMkLst>
      </pc:sldChg>
      <pc:sldChg chg="del">
        <pc:chgData name="Ella Vetter" userId="c6918cf5-f6c0-43cc-8499-a1f635017de9" providerId="ADAL" clId="{C4158FC2-E398-4582-BFE2-507371A330BC}" dt="2020-10-13T21:41:06.417" v="1" actId="47"/>
        <pc:sldMkLst>
          <pc:docMk/>
          <pc:sldMk cId="500220632" sldId="498"/>
        </pc:sldMkLst>
      </pc:sldChg>
      <pc:sldChg chg="del">
        <pc:chgData name="Ella Vetter" userId="c6918cf5-f6c0-43cc-8499-a1f635017de9" providerId="ADAL" clId="{C4158FC2-E398-4582-BFE2-507371A330BC}" dt="2020-10-13T21:41:06.417" v="1" actId="47"/>
        <pc:sldMkLst>
          <pc:docMk/>
          <pc:sldMk cId="2912237422" sldId="499"/>
        </pc:sldMkLst>
      </pc:sldChg>
      <pc:sldChg chg="del">
        <pc:chgData name="Ella Vetter" userId="c6918cf5-f6c0-43cc-8499-a1f635017de9" providerId="ADAL" clId="{C4158FC2-E398-4582-BFE2-507371A330BC}" dt="2020-10-13T21:41:06.417" v="1" actId="47"/>
        <pc:sldMkLst>
          <pc:docMk/>
          <pc:sldMk cId="819576546" sldId="500"/>
        </pc:sldMkLst>
      </pc:sldChg>
      <pc:sldChg chg="del">
        <pc:chgData name="Ella Vetter" userId="c6918cf5-f6c0-43cc-8499-a1f635017de9" providerId="ADAL" clId="{C4158FC2-E398-4582-BFE2-507371A330BC}" dt="2020-10-13T21:41:06.417" v="1" actId="47"/>
        <pc:sldMkLst>
          <pc:docMk/>
          <pc:sldMk cId="3761099329" sldId="501"/>
        </pc:sldMkLst>
      </pc:sldChg>
      <pc:sldChg chg="del">
        <pc:chgData name="Ella Vetter" userId="c6918cf5-f6c0-43cc-8499-a1f635017de9" providerId="ADAL" clId="{C4158FC2-E398-4582-BFE2-507371A330BC}" dt="2020-10-13T21:41:06.417" v="1" actId="47"/>
        <pc:sldMkLst>
          <pc:docMk/>
          <pc:sldMk cId="349378353" sldId="502"/>
        </pc:sldMkLst>
      </pc:sldChg>
      <pc:sldChg chg="del">
        <pc:chgData name="Ella Vetter" userId="c6918cf5-f6c0-43cc-8499-a1f635017de9" providerId="ADAL" clId="{C4158FC2-E398-4582-BFE2-507371A330BC}" dt="2020-10-13T21:41:06.417" v="1" actId="47"/>
        <pc:sldMkLst>
          <pc:docMk/>
          <pc:sldMk cId="417613622" sldId="503"/>
        </pc:sldMkLst>
      </pc:sldChg>
      <pc:sldChg chg="del">
        <pc:chgData name="Ella Vetter" userId="c6918cf5-f6c0-43cc-8499-a1f635017de9" providerId="ADAL" clId="{C4158FC2-E398-4582-BFE2-507371A330BC}" dt="2020-10-13T21:41:06.417" v="1" actId="47"/>
        <pc:sldMkLst>
          <pc:docMk/>
          <pc:sldMk cId="4263705820" sldId="504"/>
        </pc:sldMkLst>
      </pc:sldChg>
      <pc:sldChg chg="del">
        <pc:chgData name="Ella Vetter" userId="c6918cf5-f6c0-43cc-8499-a1f635017de9" providerId="ADAL" clId="{C4158FC2-E398-4582-BFE2-507371A330BC}" dt="2020-10-13T21:41:06.417" v="1" actId="47"/>
        <pc:sldMkLst>
          <pc:docMk/>
          <pc:sldMk cId="67480477" sldId="516"/>
        </pc:sldMkLst>
      </pc:sldChg>
      <pc:sldChg chg="del">
        <pc:chgData name="Ella Vetter" userId="c6918cf5-f6c0-43cc-8499-a1f635017de9" providerId="ADAL" clId="{C4158FC2-E398-4582-BFE2-507371A330BC}" dt="2020-10-13T21:41:06.417" v="1" actId="47"/>
        <pc:sldMkLst>
          <pc:docMk/>
          <pc:sldMk cId="535974365" sldId="517"/>
        </pc:sldMkLst>
      </pc:sldChg>
      <pc:sldChg chg="del">
        <pc:chgData name="Ella Vetter" userId="c6918cf5-f6c0-43cc-8499-a1f635017de9" providerId="ADAL" clId="{C4158FC2-E398-4582-BFE2-507371A330BC}" dt="2020-10-13T21:41:06.417" v="1" actId="47"/>
        <pc:sldMkLst>
          <pc:docMk/>
          <pc:sldMk cId="1049707517" sldId="518"/>
        </pc:sldMkLst>
      </pc:sldChg>
      <pc:sldChg chg="del">
        <pc:chgData name="Ella Vetter" userId="c6918cf5-f6c0-43cc-8499-a1f635017de9" providerId="ADAL" clId="{C4158FC2-E398-4582-BFE2-507371A330BC}" dt="2020-10-13T21:41:06.417" v="1" actId="47"/>
        <pc:sldMkLst>
          <pc:docMk/>
          <pc:sldMk cId="4151303996" sldId="519"/>
        </pc:sldMkLst>
      </pc:sldChg>
      <pc:sldChg chg="del">
        <pc:chgData name="Ella Vetter" userId="c6918cf5-f6c0-43cc-8499-a1f635017de9" providerId="ADAL" clId="{C4158FC2-E398-4582-BFE2-507371A330BC}" dt="2020-10-13T21:41:06.417" v="1" actId="47"/>
        <pc:sldMkLst>
          <pc:docMk/>
          <pc:sldMk cId="726291179" sldId="520"/>
        </pc:sldMkLst>
      </pc:sldChg>
      <pc:sldChg chg="del">
        <pc:chgData name="Ella Vetter" userId="c6918cf5-f6c0-43cc-8499-a1f635017de9" providerId="ADAL" clId="{C4158FC2-E398-4582-BFE2-507371A330BC}" dt="2020-10-13T21:41:06.417" v="1" actId="47"/>
        <pc:sldMkLst>
          <pc:docMk/>
          <pc:sldMk cId="1296941216" sldId="521"/>
        </pc:sldMkLst>
      </pc:sldChg>
      <pc:sldChg chg="del">
        <pc:chgData name="Ella Vetter" userId="c6918cf5-f6c0-43cc-8499-a1f635017de9" providerId="ADAL" clId="{C4158FC2-E398-4582-BFE2-507371A330BC}" dt="2020-10-13T21:41:06.417" v="1" actId="47"/>
        <pc:sldMkLst>
          <pc:docMk/>
          <pc:sldMk cId="1741378795" sldId="522"/>
        </pc:sldMkLst>
      </pc:sldChg>
      <pc:sldChg chg="del">
        <pc:chgData name="Ella Vetter" userId="c6918cf5-f6c0-43cc-8499-a1f635017de9" providerId="ADAL" clId="{C4158FC2-E398-4582-BFE2-507371A330BC}" dt="2020-10-13T21:41:06.417" v="1" actId="47"/>
        <pc:sldMkLst>
          <pc:docMk/>
          <pc:sldMk cId="547889428" sldId="523"/>
        </pc:sldMkLst>
      </pc:sldChg>
      <pc:sldChg chg="del">
        <pc:chgData name="Ella Vetter" userId="c6918cf5-f6c0-43cc-8499-a1f635017de9" providerId="ADAL" clId="{C4158FC2-E398-4582-BFE2-507371A330BC}" dt="2020-10-13T21:41:06.417" v="1" actId="47"/>
        <pc:sldMkLst>
          <pc:docMk/>
          <pc:sldMk cId="2052477197" sldId="524"/>
        </pc:sldMkLst>
      </pc:sldChg>
      <pc:sldChg chg="del">
        <pc:chgData name="Ella Vetter" userId="c6918cf5-f6c0-43cc-8499-a1f635017de9" providerId="ADAL" clId="{C4158FC2-E398-4582-BFE2-507371A330BC}" dt="2020-10-13T21:41:06.417" v="1" actId="47"/>
        <pc:sldMkLst>
          <pc:docMk/>
          <pc:sldMk cId="3475833263" sldId="525"/>
        </pc:sldMkLst>
      </pc:sldChg>
      <pc:sldChg chg="del">
        <pc:chgData name="Ella Vetter" userId="c6918cf5-f6c0-43cc-8499-a1f635017de9" providerId="ADAL" clId="{C4158FC2-E398-4582-BFE2-507371A330BC}" dt="2020-10-13T21:41:06.417" v="1" actId="47"/>
        <pc:sldMkLst>
          <pc:docMk/>
          <pc:sldMk cId="3999870800" sldId="526"/>
        </pc:sldMkLst>
      </pc:sldChg>
      <pc:sldChg chg="del">
        <pc:chgData name="Ella Vetter" userId="c6918cf5-f6c0-43cc-8499-a1f635017de9" providerId="ADAL" clId="{C4158FC2-E398-4582-BFE2-507371A330BC}" dt="2020-10-13T21:41:06.417" v="1" actId="47"/>
        <pc:sldMkLst>
          <pc:docMk/>
          <pc:sldMk cId="778725632" sldId="527"/>
        </pc:sldMkLst>
      </pc:sldChg>
      <pc:sldChg chg="del">
        <pc:chgData name="Ella Vetter" userId="c6918cf5-f6c0-43cc-8499-a1f635017de9" providerId="ADAL" clId="{C4158FC2-E398-4582-BFE2-507371A330BC}" dt="2020-10-13T21:41:06.417" v="1" actId="47"/>
        <pc:sldMkLst>
          <pc:docMk/>
          <pc:sldMk cId="3739750334" sldId="528"/>
        </pc:sldMkLst>
      </pc:sldChg>
      <pc:sldChg chg="del">
        <pc:chgData name="Ella Vetter" userId="c6918cf5-f6c0-43cc-8499-a1f635017de9" providerId="ADAL" clId="{C4158FC2-E398-4582-BFE2-507371A330BC}" dt="2020-10-13T21:41:06.417" v="1" actId="47"/>
        <pc:sldMkLst>
          <pc:docMk/>
          <pc:sldMk cId="2465083848" sldId="529"/>
        </pc:sldMkLst>
      </pc:sldChg>
      <pc:sldChg chg="del">
        <pc:chgData name="Ella Vetter" userId="c6918cf5-f6c0-43cc-8499-a1f635017de9" providerId="ADAL" clId="{C4158FC2-E398-4582-BFE2-507371A330BC}" dt="2020-10-13T21:41:06.417" v="1" actId="47"/>
        <pc:sldMkLst>
          <pc:docMk/>
          <pc:sldMk cId="1778681071" sldId="530"/>
        </pc:sldMkLst>
      </pc:sldChg>
      <pc:sldChg chg="del">
        <pc:chgData name="Ella Vetter" userId="c6918cf5-f6c0-43cc-8499-a1f635017de9" providerId="ADAL" clId="{C4158FC2-E398-4582-BFE2-507371A330BC}" dt="2020-10-13T21:41:06.417" v="1" actId="47"/>
        <pc:sldMkLst>
          <pc:docMk/>
          <pc:sldMk cId="3579670038" sldId="531"/>
        </pc:sldMkLst>
      </pc:sldChg>
      <pc:sldChg chg="del">
        <pc:chgData name="Ella Vetter" userId="c6918cf5-f6c0-43cc-8499-a1f635017de9" providerId="ADAL" clId="{C4158FC2-E398-4582-BFE2-507371A330BC}" dt="2020-10-13T21:41:06.417" v="1" actId="47"/>
        <pc:sldMkLst>
          <pc:docMk/>
          <pc:sldMk cId="2165084241" sldId="532"/>
        </pc:sldMkLst>
      </pc:sldChg>
      <pc:sldChg chg="del">
        <pc:chgData name="Ella Vetter" userId="c6918cf5-f6c0-43cc-8499-a1f635017de9" providerId="ADAL" clId="{C4158FC2-E398-4582-BFE2-507371A330BC}" dt="2020-10-13T21:41:06.417" v="1" actId="47"/>
        <pc:sldMkLst>
          <pc:docMk/>
          <pc:sldMk cId="1640527075" sldId="533"/>
        </pc:sldMkLst>
      </pc:sldChg>
      <pc:sldChg chg="del">
        <pc:chgData name="Ella Vetter" userId="c6918cf5-f6c0-43cc-8499-a1f635017de9" providerId="ADAL" clId="{C4158FC2-E398-4582-BFE2-507371A330BC}" dt="2020-10-13T21:41:06.417" v="1" actId="47"/>
        <pc:sldMkLst>
          <pc:docMk/>
          <pc:sldMk cId="2993239516" sldId="534"/>
        </pc:sldMkLst>
      </pc:sldChg>
      <pc:sldChg chg="del">
        <pc:chgData name="Ella Vetter" userId="c6918cf5-f6c0-43cc-8499-a1f635017de9" providerId="ADAL" clId="{C4158FC2-E398-4582-BFE2-507371A330BC}" dt="2020-10-13T21:41:06.417" v="1" actId="47"/>
        <pc:sldMkLst>
          <pc:docMk/>
          <pc:sldMk cId="2617579182" sldId="535"/>
        </pc:sldMkLst>
      </pc:sldChg>
      <pc:sldChg chg="del">
        <pc:chgData name="Ella Vetter" userId="c6918cf5-f6c0-43cc-8499-a1f635017de9" providerId="ADAL" clId="{C4158FC2-E398-4582-BFE2-507371A330BC}" dt="2020-10-13T21:41:06.417" v="1" actId="47"/>
        <pc:sldMkLst>
          <pc:docMk/>
          <pc:sldMk cId="2725029332" sldId="536"/>
        </pc:sldMkLst>
      </pc:sldChg>
      <pc:sldChg chg="del">
        <pc:chgData name="Ella Vetter" userId="c6918cf5-f6c0-43cc-8499-a1f635017de9" providerId="ADAL" clId="{C4158FC2-E398-4582-BFE2-507371A330BC}" dt="2020-10-13T21:41:06.417" v="1" actId="47"/>
        <pc:sldMkLst>
          <pc:docMk/>
          <pc:sldMk cId="3596963511" sldId="537"/>
        </pc:sldMkLst>
      </pc:sldChg>
      <pc:sldChg chg="del">
        <pc:chgData name="Ella Vetter" userId="c6918cf5-f6c0-43cc-8499-a1f635017de9" providerId="ADAL" clId="{C4158FC2-E398-4582-BFE2-507371A330BC}" dt="2020-10-13T21:41:06.417" v="1" actId="47"/>
        <pc:sldMkLst>
          <pc:docMk/>
          <pc:sldMk cId="2863515830" sldId="538"/>
        </pc:sldMkLst>
      </pc:sldChg>
      <pc:sldChg chg="del">
        <pc:chgData name="Ella Vetter" userId="c6918cf5-f6c0-43cc-8499-a1f635017de9" providerId="ADAL" clId="{C4158FC2-E398-4582-BFE2-507371A330BC}" dt="2020-10-13T21:41:06.417" v="1" actId="47"/>
        <pc:sldMkLst>
          <pc:docMk/>
          <pc:sldMk cId="2396696650" sldId="539"/>
        </pc:sldMkLst>
      </pc:sldChg>
      <pc:sldChg chg="del">
        <pc:chgData name="Ella Vetter" userId="c6918cf5-f6c0-43cc-8499-a1f635017de9" providerId="ADAL" clId="{C4158FC2-E398-4582-BFE2-507371A330BC}" dt="2020-10-13T21:41:06.417" v="1" actId="47"/>
        <pc:sldMkLst>
          <pc:docMk/>
          <pc:sldMk cId="1866711479" sldId="540"/>
        </pc:sldMkLst>
      </pc:sldChg>
      <pc:sldChg chg="del">
        <pc:chgData name="Ella Vetter" userId="c6918cf5-f6c0-43cc-8499-a1f635017de9" providerId="ADAL" clId="{C4158FC2-E398-4582-BFE2-507371A330BC}" dt="2020-10-13T21:41:06.417" v="1" actId="47"/>
        <pc:sldMkLst>
          <pc:docMk/>
          <pc:sldMk cId="2923023507" sldId="541"/>
        </pc:sldMkLst>
      </pc:sldChg>
      <pc:sldChg chg="del">
        <pc:chgData name="Ella Vetter" userId="c6918cf5-f6c0-43cc-8499-a1f635017de9" providerId="ADAL" clId="{C4158FC2-E398-4582-BFE2-507371A330BC}" dt="2020-10-13T21:41:06.417" v="1" actId="47"/>
        <pc:sldMkLst>
          <pc:docMk/>
          <pc:sldMk cId="3254326173" sldId="542"/>
        </pc:sldMkLst>
      </pc:sldChg>
      <pc:sldChg chg="del">
        <pc:chgData name="Ella Vetter" userId="c6918cf5-f6c0-43cc-8499-a1f635017de9" providerId="ADAL" clId="{C4158FC2-E398-4582-BFE2-507371A330BC}" dt="2020-10-13T21:41:06.417" v="1" actId="47"/>
        <pc:sldMkLst>
          <pc:docMk/>
          <pc:sldMk cId="3551315343" sldId="543"/>
        </pc:sldMkLst>
      </pc:sldChg>
      <pc:sldChg chg="del">
        <pc:chgData name="Ella Vetter" userId="c6918cf5-f6c0-43cc-8499-a1f635017de9" providerId="ADAL" clId="{C4158FC2-E398-4582-BFE2-507371A330BC}" dt="2020-10-13T21:41:06.417" v="1" actId="47"/>
        <pc:sldMkLst>
          <pc:docMk/>
          <pc:sldMk cId="601729793" sldId="544"/>
        </pc:sldMkLst>
      </pc:sldChg>
      <pc:sldChg chg="del">
        <pc:chgData name="Ella Vetter" userId="c6918cf5-f6c0-43cc-8499-a1f635017de9" providerId="ADAL" clId="{C4158FC2-E398-4582-BFE2-507371A330BC}" dt="2020-10-13T21:41:06.417" v="1" actId="47"/>
        <pc:sldMkLst>
          <pc:docMk/>
          <pc:sldMk cId="3476840202" sldId="545"/>
        </pc:sldMkLst>
      </pc:sldChg>
      <pc:sldChg chg="del">
        <pc:chgData name="Ella Vetter" userId="c6918cf5-f6c0-43cc-8499-a1f635017de9" providerId="ADAL" clId="{C4158FC2-E398-4582-BFE2-507371A330BC}" dt="2020-10-13T21:41:06.417" v="1" actId="47"/>
        <pc:sldMkLst>
          <pc:docMk/>
          <pc:sldMk cId="1354474015" sldId="546"/>
        </pc:sldMkLst>
      </pc:sldChg>
      <pc:sldChg chg="del">
        <pc:chgData name="Ella Vetter" userId="c6918cf5-f6c0-43cc-8499-a1f635017de9" providerId="ADAL" clId="{C4158FC2-E398-4582-BFE2-507371A330BC}" dt="2020-10-13T21:41:06.417" v="1" actId="47"/>
        <pc:sldMkLst>
          <pc:docMk/>
          <pc:sldMk cId="1180223606" sldId="547"/>
        </pc:sldMkLst>
      </pc:sldChg>
      <pc:sldChg chg="del">
        <pc:chgData name="Ella Vetter" userId="c6918cf5-f6c0-43cc-8499-a1f635017de9" providerId="ADAL" clId="{C4158FC2-E398-4582-BFE2-507371A330BC}" dt="2020-10-13T21:41:06.417" v="1" actId="47"/>
        <pc:sldMkLst>
          <pc:docMk/>
          <pc:sldMk cId="1297820590" sldId="548"/>
        </pc:sldMkLst>
      </pc:sldChg>
      <pc:sldChg chg="del">
        <pc:chgData name="Ella Vetter" userId="c6918cf5-f6c0-43cc-8499-a1f635017de9" providerId="ADAL" clId="{C4158FC2-E398-4582-BFE2-507371A330BC}" dt="2020-10-13T21:41:06.417" v="1" actId="47"/>
        <pc:sldMkLst>
          <pc:docMk/>
          <pc:sldMk cId="3607844783" sldId="549"/>
        </pc:sldMkLst>
      </pc:sldChg>
      <pc:sldChg chg="del">
        <pc:chgData name="Ella Vetter" userId="c6918cf5-f6c0-43cc-8499-a1f635017de9" providerId="ADAL" clId="{C4158FC2-E398-4582-BFE2-507371A330BC}" dt="2020-10-13T21:41:06.417" v="1" actId="47"/>
        <pc:sldMkLst>
          <pc:docMk/>
          <pc:sldMk cId="996872805" sldId="550"/>
        </pc:sldMkLst>
      </pc:sldChg>
      <pc:sldChg chg="del">
        <pc:chgData name="Ella Vetter" userId="c6918cf5-f6c0-43cc-8499-a1f635017de9" providerId="ADAL" clId="{C4158FC2-E398-4582-BFE2-507371A330BC}" dt="2020-10-13T21:41:06.417" v="1" actId="47"/>
        <pc:sldMkLst>
          <pc:docMk/>
          <pc:sldMk cId="984237178" sldId="551"/>
        </pc:sldMkLst>
      </pc:sldChg>
      <pc:sldChg chg="del">
        <pc:chgData name="Ella Vetter" userId="c6918cf5-f6c0-43cc-8499-a1f635017de9" providerId="ADAL" clId="{C4158FC2-E398-4582-BFE2-507371A330BC}" dt="2020-10-13T21:41:06.417" v="1" actId="47"/>
        <pc:sldMkLst>
          <pc:docMk/>
          <pc:sldMk cId="2187190979" sldId="552"/>
        </pc:sldMkLst>
      </pc:sldChg>
      <pc:sldChg chg="del">
        <pc:chgData name="Ella Vetter" userId="c6918cf5-f6c0-43cc-8499-a1f635017de9" providerId="ADAL" clId="{C4158FC2-E398-4582-BFE2-507371A330BC}" dt="2020-10-13T21:41:06.417" v="1" actId="47"/>
        <pc:sldMkLst>
          <pc:docMk/>
          <pc:sldMk cId="1696869649" sldId="553"/>
        </pc:sldMkLst>
      </pc:sldChg>
      <pc:sldChg chg="del">
        <pc:chgData name="Ella Vetter" userId="c6918cf5-f6c0-43cc-8499-a1f635017de9" providerId="ADAL" clId="{C4158FC2-E398-4582-BFE2-507371A330BC}" dt="2020-10-13T21:41:06.417" v="1" actId="47"/>
        <pc:sldMkLst>
          <pc:docMk/>
          <pc:sldMk cId="97517510" sldId="554"/>
        </pc:sldMkLst>
      </pc:sldChg>
      <pc:sldChg chg="del">
        <pc:chgData name="Ella Vetter" userId="c6918cf5-f6c0-43cc-8499-a1f635017de9" providerId="ADAL" clId="{C4158FC2-E398-4582-BFE2-507371A330BC}" dt="2020-10-13T21:41:06.417" v="1" actId="47"/>
        <pc:sldMkLst>
          <pc:docMk/>
          <pc:sldMk cId="1032579398" sldId="555"/>
        </pc:sldMkLst>
      </pc:sldChg>
      <pc:sldChg chg="del">
        <pc:chgData name="Ella Vetter" userId="c6918cf5-f6c0-43cc-8499-a1f635017de9" providerId="ADAL" clId="{C4158FC2-E398-4582-BFE2-507371A330BC}" dt="2020-10-13T21:41:06.417" v="1" actId="47"/>
        <pc:sldMkLst>
          <pc:docMk/>
          <pc:sldMk cId="289448556" sldId="556"/>
        </pc:sldMkLst>
      </pc:sldChg>
      <pc:sldChg chg="del">
        <pc:chgData name="Ella Vetter" userId="c6918cf5-f6c0-43cc-8499-a1f635017de9" providerId="ADAL" clId="{C4158FC2-E398-4582-BFE2-507371A330BC}" dt="2020-10-13T21:41:06.417" v="1" actId="47"/>
        <pc:sldMkLst>
          <pc:docMk/>
          <pc:sldMk cId="3909475700" sldId="557"/>
        </pc:sldMkLst>
      </pc:sldChg>
      <pc:sldChg chg="del">
        <pc:chgData name="Ella Vetter" userId="c6918cf5-f6c0-43cc-8499-a1f635017de9" providerId="ADAL" clId="{C4158FC2-E398-4582-BFE2-507371A330BC}" dt="2020-10-13T21:41:06.417" v="1" actId="47"/>
        <pc:sldMkLst>
          <pc:docMk/>
          <pc:sldMk cId="1423406004" sldId="558"/>
        </pc:sldMkLst>
      </pc:sldChg>
      <pc:sldChg chg="del">
        <pc:chgData name="Ella Vetter" userId="c6918cf5-f6c0-43cc-8499-a1f635017de9" providerId="ADAL" clId="{C4158FC2-E398-4582-BFE2-507371A330BC}" dt="2020-10-13T21:41:06.417" v="1" actId="47"/>
        <pc:sldMkLst>
          <pc:docMk/>
          <pc:sldMk cId="733105894" sldId="559"/>
        </pc:sldMkLst>
      </pc:sldChg>
      <pc:sldChg chg="del">
        <pc:chgData name="Ella Vetter" userId="c6918cf5-f6c0-43cc-8499-a1f635017de9" providerId="ADAL" clId="{C4158FC2-E398-4582-BFE2-507371A330BC}" dt="2020-10-13T21:41:06.417" v="1" actId="47"/>
        <pc:sldMkLst>
          <pc:docMk/>
          <pc:sldMk cId="3422477307" sldId="560"/>
        </pc:sldMkLst>
      </pc:sldChg>
      <pc:sldChg chg="del">
        <pc:chgData name="Ella Vetter" userId="c6918cf5-f6c0-43cc-8499-a1f635017de9" providerId="ADAL" clId="{C4158FC2-E398-4582-BFE2-507371A330BC}" dt="2020-10-13T21:41:06.417" v="1" actId="47"/>
        <pc:sldMkLst>
          <pc:docMk/>
          <pc:sldMk cId="263213698" sldId="561"/>
        </pc:sldMkLst>
      </pc:sldChg>
      <pc:sldChg chg="del">
        <pc:chgData name="Ella Vetter" userId="c6918cf5-f6c0-43cc-8499-a1f635017de9" providerId="ADAL" clId="{C4158FC2-E398-4582-BFE2-507371A330BC}" dt="2020-10-13T21:41:06.417" v="1" actId="47"/>
        <pc:sldMkLst>
          <pc:docMk/>
          <pc:sldMk cId="3281482699" sldId="563"/>
        </pc:sldMkLst>
      </pc:sldChg>
      <pc:sldChg chg="del">
        <pc:chgData name="Ella Vetter" userId="c6918cf5-f6c0-43cc-8499-a1f635017de9" providerId="ADAL" clId="{C4158FC2-E398-4582-BFE2-507371A330BC}" dt="2020-10-13T21:41:06.417" v="1" actId="47"/>
        <pc:sldMkLst>
          <pc:docMk/>
          <pc:sldMk cId="1778333422" sldId="564"/>
        </pc:sldMkLst>
      </pc:sldChg>
      <pc:sldChg chg="del">
        <pc:chgData name="Ella Vetter" userId="c6918cf5-f6c0-43cc-8499-a1f635017de9" providerId="ADAL" clId="{C4158FC2-E398-4582-BFE2-507371A330BC}" dt="2020-10-13T21:41:06.417" v="1" actId="47"/>
        <pc:sldMkLst>
          <pc:docMk/>
          <pc:sldMk cId="4049458046" sldId="565"/>
        </pc:sldMkLst>
      </pc:sldChg>
      <pc:sldChg chg="del">
        <pc:chgData name="Ella Vetter" userId="c6918cf5-f6c0-43cc-8499-a1f635017de9" providerId="ADAL" clId="{C4158FC2-E398-4582-BFE2-507371A330BC}" dt="2020-10-13T21:41:06.417" v="1" actId="47"/>
        <pc:sldMkLst>
          <pc:docMk/>
          <pc:sldMk cId="3032255115" sldId="566"/>
        </pc:sldMkLst>
      </pc:sldChg>
      <pc:sldChg chg="del">
        <pc:chgData name="Ella Vetter" userId="c6918cf5-f6c0-43cc-8499-a1f635017de9" providerId="ADAL" clId="{C4158FC2-E398-4582-BFE2-507371A330BC}" dt="2020-10-13T21:41:06.417" v="1" actId="47"/>
        <pc:sldMkLst>
          <pc:docMk/>
          <pc:sldMk cId="3634661200" sldId="567"/>
        </pc:sldMkLst>
      </pc:sldChg>
      <pc:sldChg chg="del">
        <pc:chgData name="Ella Vetter" userId="c6918cf5-f6c0-43cc-8499-a1f635017de9" providerId="ADAL" clId="{C4158FC2-E398-4582-BFE2-507371A330BC}" dt="2020-10-13T21:41:06.417" v="1" actId="47"/>
        <pc:sldMkLst>
          <pc:docMk/>
          <pc:sldMk cId="3996039514" sldId="568"/>
        </pc:sldMkLst>
      </pc:sldChg>
      <pc:sldChg chg="del">
        <pc:chgData name="Ella Vetter" userId="c6918cf5-f6c0-43cc-8499-a1f635017de9" providerId="ADAL" clId="{C4158FC2-E398-4582-BFE2-507371A330BC}" dt="2020-10-13T21:41:06.417" v="1" actId="47"/>
        <pc:sldMkLst>
          <pc:docMk/>
          <pc:sldMk cId="2635071667" sldId="581"/>
        </pc:sldMkLst>
      </pc:sldChg>
      <pc:sldChg chg="del">
        <pc:chgData name="Ella Vetter" userId="c6918cf5-f6c0-43cc-8499-a1f635017de9" providerId="ADAL" clId="{C4158FC2-E398-4582-BFE2-507371A330BC}" dt="2020-10-13T21:41:06.417" v="1" actId="47"/>
        <pc:sldMkLst>
          <pc:docMk/>
          <pc:sldMk cId="1442305677" sldId="582"/>
        </pc:sldMkLst>
      </pc:sldChg>
      <pc:sldChg chg="del">
        <pc:chgData name="Ella Vetter" userId="c6918cf5-f6c0-43cc-8499-a1f635017de9" providerId="ADAL" clId="{C4158FC2-E398-4582-BFE2-507371A330BC}" dt="2020-10-13T21:41:06.417" v="1" actId="47"/>
        <pc:sldMkLst>
          <pc:docMk/>
          <pc:sldMk cId="2159380722" sldId="583"/>
        </pc:sldMkLst>
      </pc:sldChg>
      <pc:sldChg chg="del">
        <pc:chgData name="Ella Vetter" userId="c6918cf5-f6c0-43cc-8499-a1f635017de9" providerId="ADAL" clId="{C4158FC2-E398-4582-BFE2-507371A330BC}" dt="2020-10-13T21:41:06.417" v="1" actId="47"/>
        <pc:sldMkLst>
          <pc:docMk/>
          <pc:sldMk cId="856956726" sldId="584"/>
        </pc:sldMkLst>
      </pc:sldChg>
      <pc:sldChg chg="del">
        <pc:chgData name="Ella Vetter" userId="c6918cf5-f6c0-43cc-8499-a1f635017de9" providerId="ADAL" clId="{C4158FC2-E398-4582-BFE2-507371A330BC}" dt="2020-10-13T21:41:06.417" v="1" actId="47"/>
        <pc:sldMkLst>
          <pc:docMk/>
          <pc:sldMk cId="532093817" sldId="587"/>
        </pc:sldMkLst>
      </pc:sldChg>
      <pc:sldChg chg="del">
        <pc:chgData name="Ella Vetter" userId="c6918cf5-f6c0-43cc-8499-a1f635017de9" providerId="ADAL" clId="{C4158FC2-E398-4582-BFE2-507371A330BC}" dt="2020-10-13T21:41:06.417" v="1" actId="47"/>
        <pc:sldMkLst>
          <pc:docMk/>
          <pc:sldMk cId="1568140210" sldId="588"/>
        </pc:sldMkLst>
      </pc:sldChg>
      <pc:sldChg chg="del">
        <pc:chgData name="Ella Vetter" userId="c6918cf5-f6c0-43cc-8499-a1f635017de9" providerId="ADAL" clId="{C4158FC2-E398-4582-BFE2-507371A330BC}" dt="2020-10-13T21:41:06.417" v="1" actId="47"/>
        <pc:sldMkLst>
          <pc:docMk/>
          <pc:sldMk cId="1108761358" sldId="589"/>
        </pc:sldMkLst>
      </pc:sldChg>
      <pc:sldChg chg="del">
        <pc:chgData name="Ella Vetter" userId="c6918cf5-f6c0-43cc-8499-a1f635017de9" providerId="ADAL" clId="{C4158FC2-E398-4582-BFE2-507371A330BC}" dt="2020-10-13T21:41:06.417" v="1" actId="47"/>
        <pc:sldMkLst>
          <pc:docMk/>
          <pc:sldMk cId="1471923945" sldId="590"/>
        </pc:sldMkLst>
      </pc:sldChg>
      <pc:sldChg chg="del">
        <pc:chgData name="Ella Vetter" userId="c6918cf5-f6c0-43cc-8499-a1f635017de9" providerId="ADAL" clId="{C4158FC2-E398-4582-BFE2-507371A330BC}" dt="2020-10-13T21:41:06.417" v="1" actId="47"/>
        <pc:sldMkLst>
          <pc:docMk/>
          <pc:sldMk cId="3477805253" sldId="591"/>
        </pc:sldMkLst>
      </pc:sldChg>
      <pc:sldChg chg="del">
        <pc:chgData name="Ella Vetter" userId="c6918cf5-f6c0-43cc-8499-a1f635017de9" providerId="ADAL" clId="{C4158FC2-E398-4582-BFE2-507371A330BC}" dt="2020-10-13T21:41:06.417" v="1" actId="47"/>
        <pc:sldMkLst>
          <pc:docMk/>
          <pc:sldMk cId="2384263462" sldId="592"/>
        </pc:sldMkLst>
      </pc:sldChg>
      <pc:sldChg chg="del">
        <pc:chgData name="Ella Vetter" userId="c6918cf5-f6c0-43cc-8499-a1f635017de9" providerId="ADAL" clId="{C4158FC2-E398-4582-BFE2-507371A330BC}" dt="2020-10-13T21:41:06.417" v="1" actId="47"/>
        <pc:sldMkLst>
          <pc:docMk/>
          <pc:sldMk cId="1933712840" sldId="593"/>
        </pc:sldMkLst>
      </pc:sldChg>
      <pc:sldChg chg="del">
        <pc:chgData name="Ella Vetter" userId="c6918cf5-f6c0-43cc-8499-a1f635017de9" providerId="ADAL" clId="{C4158FC2-E398-4582-BFE2-507371A330BC}" dt="2020-10-13T21:41:06.417" v="1" actId="47"/>
        <pc:sldMkLst>
          <pc:docMk/>
          <pc:sldMk cId="2439530578" sldId="594"/>
        </pc:sldMkLst>
      </pc:sldChg>
      <pc:sldChg chg="del">
        <pc:chgData name="Ella Vetter" userId="c6918cf5-f6c0-43cc-8499-a1f635017de9" providerId="ADAL" clId="{C4158FC2-E398-4582-BFE2-507371A330BC}" dt="2020-10-13T21:41:06.417" v="1" actId="47"/>
        <pc:sldMkLst>
          <pc:docMk/>
          <pc:sldMk cId="422541947" sldId="603"/>
        </pc:sldMkLst>
      </pc:sldChg>
      <pc:sldChg chg="del">
        <pc:chgData name="Ella Vetter" userId="c6918cf5-f6c0-43cc-8499-a1f635017de9" providerId="ADAL" clId="{C4158FC2-E398-4582-BFE2-507371A330BC}" dt="2020-10-13T21:41:06.417" v="1" actId="47"/>
        <pc:sldMkLst>
          <pc:docMk/>
          <pc:sldMk cId="3736354719" sldId="604"/>
        </pc:sldMkLst>
      </pc:sldChg>
      <pc:sldChg chg="del">
        <pc:chgData name="Ella Vetter" userId="c6918cf5-f6c0-43cc-8499-a1f635017de9" providerId="ADAL" clId="{C4158FC2-E398-4582-BFE2-507371A330BC}" dt="2020-10-13T21:41:06.417" v="1" actId="47"/>
        <pc:sldMkLst>
          <pc:docMk/>
          <pc:sldMk cId="695741038" sldId="605"/>
        </pc:sldMkLst>
      </pc:sldChg>
      <pc:sldChg chg="del">
        <pc:chgData name="Ella Vetter" userId="c6918cf5-f6c0-43cc-8499-a1f635017de9" providerId="ADAL" clId="{C4158FC2-E398-4582-BFE2-507371A330BC}" dt="2020-10-13T21:41:06.417" v="1" actId="47"/>
        <pc:sldMkLst>
          <pc:docMk/>
          <pc:sldMk cId="226226910" sldId="606"/>
        </pc:sldMkLst>
      </pc:sldChg>
      <pc:sldChg chg="del">
        <pc:chgData name="Ella Vetter" userId="c6918cf5-f6c0-43cc-8499-a1f635017de9" providerId="ADAL" clId="{C4158FC2-E398-4582-BFE2-507371A330BC}" dt="2020-10-13T21:41:06.417" v="1" actId="47"/>
        <pc:sldMkLst>
          <pc:docMk/>
          <pc:sldMk cId="3837616395" sldId="607"/>
        </pc:sldMkLst>
      </pc:sldChg>
      <pc:sldChg chg="del">
        <pc:chgData name="Ella Vetter" userId="c6918cf5-f6c0-43cc-8499-a1f635017de9" providerId="ADAL" clId="{C4158FC2-E398-4582-BFE2-507371A330BC}" dt="2020-10-13T21:41:06.417" v="1" actId="47"/>
        <pc:sldMkLst>
          <pc:docMk/>
          <pc:sldMk cId="2839514280" sldId="608"/>
        </pc:sldMkLst>
      </pc:sldChg>
      <pc:sldChg chg="del">
        <pc:chgData name="Ella Vetter" userId="c6918cf5-f6c0-43cc-8499-a1f635017de9" providerId="ADAL" clId="{C4158FC2-E398-4582-BFE2-507371A330BC}" dt="2020-10-13T21:41:06.417" v="1" actId="47"/>
        <pc:sldMkLst>
          <pc:docMk/>
          <pc:sldMk cId="1695019804" sldId="609"/>
        </pc:sldMkLst>
      </pc:sldChg>
      <pc:sldChg chg="del">
        <pc:chgData name="Ella Vetter" userId="c6918cf5-f6c0-43cc-8499-a1f635017de9" providerId="ADAL" clId="{C4158FC2-E398-4582-BFE2-507371A330BC}" dt="2020-10-13T21:41:06.417" v="1" actId="47"/>
        <pc:sldMkLst>
          <pc:docMk/>
          <pc:sldMk cId="3170744581" sldId="610"/>
        </pc:sldMkLst>
      </pc:sldChg>
      <pc:sldChg chg="del">
        <pc:chgData name="Ella Vetter" userId="c6918cf5-f6c0-43cc-8499-a1f635017de9" providerId="ADAL" clId="{C4158FC2-E398-4582-BFE2-507371A330BC}" dt="2020-10-13T21:41:06.417" v="1" actId="47"/>
        <pc:sldMkLst>
          <pc:docMk/>
          <pc:sldMk cId="3531139011" sldId="611"/>
        </pc:sldMkLst>
      </pc:sldChg>
      <pc:sldChg chg="del">
        <pc:chgData name="Ella Vetter" userId="c6918cf5-f6c0-43cc-8499-a1f635017de9" providerId="ADAL" clId="{C4158FC2-E398-4582-BFE2-507371A330BC}" dt="2020-10-13T21:41:06.417" v="1" actId="47"/>
        <pc:sldMkLst>
          <pc:docMk/>
          <pc:sldMk cId="3253915372" sldId="612"/>
        </pc:sldMkLst>
      </pc:sldChg>
      <pc:sldChg chg="del">
        <pc:chgData name="Ella Vetter" userId="c6918cf5-f6c0-43cc-8499-a1f635017de9" providerId="ADAL" clId="{C4158FC2-E398-4582-BFE2-507371A330BC}" dt="2020-10-13T21:41:06.417" v="1" actId="47"/>
        <pc:sldMkLst>
          <pc:docMk/>
          <pc:sldMk cId="2955077786" sldId="613"/>
        </pc:sldMkLst>
      </pc:sldChg>
      <pc:sldChg chg="del">
        <pc:chgData name="Ella Vetter" userId="c6918cf5-f6c0-43cc-8499-a1f635017de9" providerId="ADAL" clId="{C4158FC2-E398-4582-BFE2-507371A330BC}" dt="2020-10-13T21:41:06.417" v="1" actId="47"/>
        <pc:sldMkLst>
          <pc:docMk/>
          <pc:sldMk cId="2731635279" sldId="614"/>
        </pc:sldMkLst>
      </pc:sldChg>
      <pc:sldChg chg="del">
        <pc:chgData name="Ella Vetter" userId="c6918cf5-f6c0-43cc-8499-a1f635017de9" providerId="ADAL" clId="{C4158FC2-E398-4582-BFE2-507371A330BC}" dt="2020-10-13T21:41:06.417" v="1" actId="47"/>
        <pc:sldMkLst>
          <pc:docMk/>
          <pc:sldMk cId="327884948" sldId="615"/>
        </pc:sldMkLst>
      </pc:sldChg>
      <pc:sldChg chg="del">
        <pc:chgData name="Ella Vetter" userId="c6918cf5-f6c0-43cc-8499-a1f635017de9" providerId="ADAL" clId="{C4158FC2-E398-4582-BFE2-507371A330BC}" dt="2020-10-13T21:41:06.417" v="1" actId="47"/>
        <pc:sldMkLst>
          <pc:docMk/>
          <pc:sldMk cId="3339174289" sldId="616"/>
        </pc:sldMkLst>
      </pc:sldChg>
      <pc:sldChg chg="del">
        <pc:chgData name="Ella Vetter" userId="c6918cf5-f6c0-43cc-8499-a1f635017de9" providerId="ADAL" clId="{C4158FC2-E398-4582-BFE2-507371A330BC}" dt="2020-10-13T21:41:06.417" v="1" actId="47"/>
        <pc:sldMkLst>
          <pc:docMk/>
          <pc:sldMk cId="2410438305" sldId="617"/>
        </pc:sldMkLst>
      </pc:sldChg>
      <pc:sldChg chg="del">
        <pc:chgData name="Ella Vetter" userId="c6918cf5-f6c0-43cc-8499-a1f635017de9" providerId="ADAL" clId="{C4158FC2-E398-4582-BFE2-507371A330BC}" dt="2020-10-13T21:41:06.417" v="1" actId="47"/>
        <pc:sldMkLst>
          <pc:docMk/>
          <pc:sldMk cId="3791599194" sldId="618"/>
        </pc:sldMkLst>
      </pc:sldChg>
      <pc:sldChg chg="del">
        <pc:chgData name="Ella Vetter" userId="c6918cf5-f6c0-43cc-8499-a1f635017de9" providerId="ADAL" clId="{C4158FC2-E398-4582-BFE2-507371A330BC}" dt="2020-10-13T21:41:06.417" v="1" actId="47"/>
        <pc:sldMkLst>
          <pc:docMk/>
          <pc:sldMk cId="1894053417" sldId="619"/>
        </pc:sldMkLst>
      </pc:sldChg>
      <pc:sldChg chg="del">
        <pc:chgData name="Ella Vetter" userId="c6918cf5-f6c0-43cc-8499-a1f635017de9" providerId="ADAL" clId="{C4158FC2-E398-4582-BFE2-507371A330BC}" dt="2020-10-13T21:41:06.417" v="1" actId="47"/>
        <pc:sldMkLst>
          <pc:docMk/>
          <pc:sldMk cId="4204638607" sldId="620"/>
        </pc:sldMkLst>
      </pc:sldChg>
      <pc:sldChg chg="del">
        <pc:chgData name="Ella Vetter" userId="c6918cf5-f6c0-43cc-8499-a1f635017de9" providerId="ADAL" clId="{C4158FC2-E398-4582-BFE2-507371A330BC}" dt="2020-10-13T21:41:06.417" v="1" actId="47"/>
        <pc:sldMkLst>
          <pc:docMk/>
          <pc:sldMk cId="587218560" sldId="621"/>
        </pc:sldMkLst>
      </pc:sldChg>
      <pc:sldChg chg="del">
        <pc:chgData name="Ella Vetter" userId="c6918cf5-f6c0-43cc-8499-a1f635017de9" providerId="ADAL" clId="{C4158FC2-E398-4582-BFE2-507371A330BC}" dt="2020-10-13T21:41:06.417" v="1" actId="47"/>
        <pc:sldMkLst>
          <pc:docMk/>
          <pc:sldMk cId="4184689039" sldId="622"/>
        </pc:sldMkLst>
      </pc:sldChg>
      <pc:sldChg chg="del">
        <pc:chgData name="Ella Vetter" userId="c6918cf5-f6c0-43cc-8499-a1f635017de9" providerId="ADAL" clId="{C4158FC2-E398-4582-BFE2-507371A330BC}" dt="2020-10-13T21:41:06.417" v="1" actId="47"/>
        <pc:sldMkLst>
          <pc:docMk/>
          <pc:sldMk cId="4053867285" sldId="623"/>
        </pc:sldMkLst>
      </pc:sldChg>
      <pc:sldChg chg="del">
        <pc:chgData name="Ella Vetter" userId="c6918cf5-f6c0-43cc-8499-a1f635017de9" providerId="ADAL" clId="{C4158FC2-E398-4582-BFE2-507371A330BC}" dt="2020-10-13T21:41:06.417" v="1" actId="47"/>
        <pc:sldMkLst>
          <pc:docMk/>
          <pc:sldMk cId="253568043" sldId="624"/>
        </pc:sldMkLst>
      </pc:sldChg>
      <pc:sldChg chg="del">
        <pc:chgData name="Ella Vetter" userId="c6918cf5-f6c0-43cc-8499-a1f635017de9" providerId="ADAL" clId="{C4158FC2-E398-4582-BFE2-507371A330BC}" dt="2020-10-13T21:41:06.417" v="1" actId="47"/>
        <pc:sldMkLst>
          <pc:docMk/>
          <pc:sldMk cId="406785428" sldId="625"/>
        </pc:sldMkLst>
      </pc:sldChg>
      <pc:sldChg chg="del">
        <pc:chgData name="Ella Vetter" userId="c6918cf5-f6c0-43cc-8499-a1f635017de9" providerId="ADAL" clId="{C4158FC2-E398-4582-BFE2-507371A330BC}" dt="2020-10-13T21:41:06.417" v="1" actId="47"/>
        <pc:sldMkLst>
          <pc:docMk/>
          <pc:sldMk cId="2422407884" sldId="626"/>
        </pc:sldMkLst>
      </pc:sldChg>
      <pc:sldChg chg="del">
        <pc:chgData name="Ella Vetter" userId="c6918cf5-f6c0-43cc-8499-a1f635017de9" providerId="ADAL" clId="{C4158FC2-E398-4582-BFE2-507371A330BC}" dt="2020-10-13T21:41:06.417" v="1" actId="47"/>
        <pc:sldMkLst>
          <pc:docMk/>
          <pc:sldMk cId="1264844988" sldId="627"/>
        </pc:sldMkLst>
      </pc:sldChg>
      <pc:sldChg chg="del">
        <pc:chgData name="Ella Vetter" userId="c6918cf5-f6c0-43cc-8499-a1f635017de9" providerId="ADAL" clId="{C4158FC2-E398-4582-BFE2-507371A330BC}" dt="2020-10-13T21:41:06.417" v="1" actId="47"/>
        <pc:sldMkLst>
          <pc:docMk/>
          <pc:sldMk cId="445379763" sldId="628"/>
        </pc:sldMkLst>
      </pc:sldChg>
      <pc:sldChg chg="del">
        <pc:chgData name="Ella Vetter" userId="c6918cf5-f6c0-43cc-8499-a1f635017de9" providerId="ADAL" clId="{C4158FC2-E398-4582-BFE2-507371A330BC}" dt="2020-10-13T21:41:06.417" v="1" actId="47"/>
        <pc:sldMkLst>
          <pc:docMk/>
          <pc:sldMk cId="2750704984" sldId="629"/>
        </pc:sldMkLst>
      </pc:sldChg>
      <pc:sldChg chg="del">
        <pc:chgData name="Ella Vetter" userId="c6918cf5-f6c0-43cc-8499-a1f635017de9" providerId="ADAL" clId="{C4158FC2-E398-4582-BFE2-507371A330BC}" dt="2020-10-13T21:41:06.417" v="1" actId="47"/>
        <pc:sldMkLst>
          <pc:docMk/>
          <pc:sldMk cId="1153876582" sldId="630"/>
        </pc:sldMkLst>
      </pc:sldChg>
      <pc:sldChg chg="del">
        <pc:chgData name="Ella Vetter" userId="c6918cf5-f6c0-43cc-8499-a1f635017de9" providerId="ADAL" clId="{C4158FC2-E398-4582-BFE2-507371A330BC}" dt="2020-10-13T21:41:06.417" v="1" actId="47"/>
        <pc:sldMkLst>
          <pc:docMk/>
          <pc:sldMk cId="1878517488" sldId="631"/>
        </pc:sldMkLst>
      </pc:sldChg>
      <pc:sldChg chg="del">
        <pc:chgData name="Ella Vetter" userId="c6918cf5-f6c0-43cc-8499-a1f635017de9" providerId="ADAL" clId="{C4158FC2-E398-4582-BFE2-507371A330BC}" dt="2020-10-13T21:41:06.417" v="1" actId="47"/>
        <pc:sldMkLst>
          <pc:docMk/>
          <pc:sldMk cId="1182359388" sldId="632"/>
        </pc:sldMkLst>
      </pc:sldChg>
      <pc:sldChg chg="del">
        <pc:chgData name="Ella Vetter" userId="c6918cf5-f6c0-43cc-8499-a1f635017de9" providerId="ADAL" clId="{C4158FC2-E398-4582-BFE2-507371A330BC}" dt="2020-10-13T21:41:06.417" v="1" actId="47"/>
        <pc:sldMkLst>
          <pc:docMk/>
          <pc:sldMk cId="3425871908" sldId="633"/>
        </pc:sldMkLst>
      </pc:sldChg>
      <pc:sldChg chg="del">
        <pc:chgData name="Ella Vetter" userId="c6918cf5-f6c0-43cc-8499-a1f635017de9" providerId="ADAL" clId="{C4158FC2-E398-4582-BFE2-507371A330BC}" dt="2020-10-13T21:41:06.417" v="1" actId="47"/>
        <pc:sldMkLst>
          <pc:docMk/>
          <pc:sldMk cId="3891200231" sldId="634"/>
        </pc:sldMkLst>
      </pc:sldChg>
      <pc:sldChg chg="del">
        <pc:chgData name="Ella Vetter" userId="c6918cf5-f6c0-43cc-8499-a1f635017de9" providerId="ADAL" clId="{C4158FC2-E398-4582-BFE2-507371A330BC}" dt="2020-10-13T21:41:06.417" v="1" actId="47"/>
        <pc:sldMkLst>
          <pc:docMk/>
          <pc:sldMk cId="2520120397" sldId="637"/>
        </pc:sldMkLst>
      </pc:sldChg>
      <pc:sldChg chg="del">
        <pc:chgData name="Ella Vetter" userId="c6918cf5-f6c0-43cc-8499-a1f635017de9" providerId="ADAL" clId="{C4158FC2-E398-4582-BFE2-507371A330BC}" dt="2020-10-13T21:41:06.417" v="1" actId="47"/>
        <pc:sldMkLst>
          <pc:docMk/>
          <pc:sldMk cId="2213345655" sldId="638"/>
        </pc:sldMkLst>
      </pc:sldChg>
      <pc:sldChg chg="del">
        <pc:chgData name="Ella Vetter" userId="c6918cf5-f6c0-43cc-8499-a1f635017de9" providerId="ADAL" clId="{C4158FC2-E398-4582-BFE2-507371A330BC}" dt="2020-10-13T21:41:06.417" v="1" actId="47"/>
        <pc:sldMkLst>
          <pc:docMk/>
          <pc:sldMk cId="1329098116" sldId="639"/>
        </pc:sldMkLst>
      </pc:sldChg>
      <pc:sldChg chg="del">
        <pc:chgData name="Ella Vetter" userId="c6918cf5-f6c0-43cc-8499-a1f635017de9" providerId="ADAL" clId="{C4158FC2-E398-4582-BFE2-507371A330BC}" dt="2020-10-13T21:41:06.417" v="1" actId="47"/>
        <pc:sldMkLst>
          <pc:docMk/>
          <pc:sldMk cId="3300589795" sldId="641"/>
        </pc:sldMkLst>
      </pc:sldChg>
      <pc:sldChg chg="del">
        <pc:chgData name="Ella Vetter" userId="c6918cf5-f6c0-43cc-8499-a1f635017de9" providerId="ADAL" clId="{C4158FC2-E398-4582-BFE2-507371A330BC}" dt="2020-10-13T21:41:06.417" v="1" actId="47"/>
        <pc:sldMkLst>
          <pc:docMk/>
          <pc:sldMk cId="4192266952" sldId="643"/>
        </pc:sldMkLst>
      </pc:sldChg>
      <pc:sldChg chg="del">
        <pc:chgData name="Ella Vetter" userId="c6918cf5-f6c0-43cc-8499-a1f635017de9" providerId="ADAL" clId="{C4158FC2-E398-4582-BFE2-507371A330BC}" dt="2020-10-13T21:41:06.417" v="1" actId="47"/>
        <pc:sldMkLst>
          <pc:docMk/>
          <pc:sldMk cId="3537292077" sldId="644"/>
        </pc:sldMkLst>
      </pc:sldChg>
      <pc:sldChg chg="del">
        <pc:chgData name="Ella Vetter" userId="c6918cf5-f6c0-43cc-8499-a1f635017de9" providerId="ADAL" clId="{C4158FC2-E398-4582-BFE2-507371A330BC}" dt="2020-10-13T21:41:06.417" v="1" actId="47"/>
        <pc:sldMkLst>
          <pc:docMk/>
          <pc:sldMk cId="1304847919" sldId="645"/>
        </pc:sldMkLst>
      </pc:sldChg>
      <pc:sldChg chg="del">
        <pc:chgData name="Ella Vetter" userId="c6918cf5-f6c0-43cc-8499-a1f635017de9" providerId="ADAL" clId="{C4158FC2-E398-4582-BFE2-507371A330BC}" dt="2020-10-13T21:41:06.417" v="1" actId="47"/>
        <pc:sldMkLst>
          <pc:docMk/>
          <pc:sldMk cId="2106658338" sldId="646"/>
        </pc:sldMkLst>
      </pc:sldChg>
      <pc:sldChg chg="del">
        <pc:chgData name="Ella Vetter" userId="c6918cf5-f6c0-43cc-8499-a1f635017de9" providerId="ADAL" clId="{C4158FC2-E398-4582-BFE2-507371A330BC}" dt="2020-10-13T21:41:06.417" v="1" actId="47"/>
        <pc:sldMkLst>
          <pc:docMk/>
          <pc:sldMk cId="2347852597" sldId="647"/>
        </pc:sldMkLst>
      </pc:sldChg>
      <pc:sldChg chg="del">
        <pc:chgData name="Ella Vetter" userId="c6918cf5-f6c0-43cc-8499-a1f635017de9" providerId="ADAL" clId="{C4158FC2-E398-4582-BFE2-507371A330BC}" dt="2020-10-13T21:41:06.417" v="1" actId="47"/>
        <pc:sldMkLst>
          <pc:docMk/>
          <pc:sldMk cId="3533395182" sldId="648"/>
        </pc:sldMkLst>
      </pc:sldChg>
      <pc:sldChg chg="del">
        <pc:chgData name="Ella Vetter" userId="c6918cf5-f6c0-43cc-8499-a1f635017de9" providerId="ADAL" clId="{C4158FC2-E398-4582-BFE2-507371A330BC}" dt="2020-10-13T21:41:06.417" v="1" actId="47"/>
        <pc:sldMkLst>
          <pc:docMk/>
          <pc:sldMk cId="414864672" sldId="649"/>
        </pc:sldMkLst>
      </pc:sldChg>
      <pc:sldChg chg="del">
        <pc:chgData name="Ella Vetter" userId="c6918cf5-f6c0-43cc-8499-a1f635017de9" providerId="ADAL" clId="{C4158FC2-E398-4582-BFE2-507371A330BC}" dt="2020-10-13T21:41:06.417" v="1" actId="47"/>
        <pc:sldMkLst>
          <pc:docMk/>
          <pc:sldMk cId="3741537255" sldId="650"/>
        </pc:sldMkLst>
      </pc:sldChg>
      <pc:sldChg chg="del">
        <pc:chgData name="Ella Vetter" userId="c6918cf5-f6c0-43cc-8499-a1f635017de9" providerId="ADAL" clId="{C4158FC2-E398-4582-BFE2-507371A330BC}" dt="2020-10-13T21:41:06.417" v="1" actId="47"/>
        <pc:sldMkLst>
          <pc:docMk/>
          <pc:sldMk cId="1837527240" sldId="651"/>
        </pc:sldMkLst>
      </pc:sldChg>
      <pc:sldChg chg="del">
        <pc:chgData name="Ella Vetter" userId="c6918cf5-f6c0-43cc-8499-a1f635017de9" providerId="ADAL" clId="{C4158FC2-E398-4582-BFE2-507371A330BC}" dt="2020-10-13T21:41:06.417" v="1" actId="47"/>
        <pc:sldMkLst>
          <pc:docMk/>
          <pc:sldMk cId="1354907076" sldId="652"/>
        </pc:sldMkLst>
      </pc:sldChg>
      <pc:sldChg chg="del">
        <pc:chgData name="Ella Vetter" userId="c6918cf5-f6c0-43cc-8499-a1f635017de9" providerId="ADAL" clId="{C4158FC2-E398-4582-BFE2-507371A330BC}" dt="2020-10-13T21:41:06.417" v="1" actId="47"/>
        <pc:sldMkLst>
          <pc:docMk/>
          <pc:sldMk cId="2863226500" sldId="653"/>
        </pc:sldMkLst>
      </pc:sldChg>
      <pc:sldChg chg="del">
        <pc:chgData name="Ella Vetter" userId="c6918cf5-f6c0-43cc-8499-a1f635017de9" providerId="ADAL" clId="{C4158FC2-E398-4582-BFE2-507371A330BC}" dt="2020-10-13T21:41:06.417" v="1" actId="47"/>
        <pc:sldMkLst>
          <pc:docMk/>
          <pc:sldMk cId="867445686" sldId="654"/>
        </pc:sldMkLst>
      </pc:sldChg>
      <pc:sldChg chg="del">
        <pc:chgData name="Ella Vetter" userId="c6918cf5-f6c0-43cc-8499-a1f635017de9" providerId="ADAL" clId="{C4158FC2-E398-4582-BFE2-507371A330BC}" dt="2020-10-13T21:41:06.417" v="1" actId="47"/>
        <pc:sldMkLst>
          <pc:docMk/>
          <pc:sldMk cId="1274952460" sldId="655"/>
        </pc:sldMkLst>
      </pc:sldChg>
      <pc:sldChg chg="del">
        <pc:chgData name="Ella Vetter" userId="c6918cf5-f6c0-43cc-8499-a1f635017de9" providerId="ADAL" clId="{C4158FC2-E398-4582-BFE2-507371A330BC}" dt="2020-10-13T21:41:06.417" v="1" actId="47"/>
        <pc:sldMkLst>
          <pc:docMk/>
          <pc:sldMk cId="2886965719" sldId="656"/>
        </pc:sldMkLst>
      </pc:sldChg>
      <pc:sldChg chg="del">
        <pc:chgData name="Ella Vetter" userId="c6918cf5-f6c0-43cc-8499-a1f635017de9" providerId="ADAL" clId="{C4158FC2-E398-4582-BFE2-507371A330BC}" dt="2020-10-13T21:41:06.417" v="1" actId="47"/>
        <pc:sldMkLst>
          <pc:docMk/>
          <pc:sldMk cId="1046410964" sldId="657"/>
        </pc:sldMkLst>
      </pc:sldChg>
      <pc:sldChg chg="del">
        <pc:chgData name="Ella Vetter" userId="c6918cf5-f6c0-43cc-8499-a1f635017de9" providerId="ADAL" clId="{C4158FC2-E398-4582-BFE2-507371A330BC}" dt="2020-10-13T21:41:06.417" v="1" actId="47"/>
        <pc:sldMkLst>
          <pc:docMk/>
          <pc:sldMk cId="2298692659" sldId="658"/>
        </pc:sldMkLst>
      </pc:sldChg>
      <pc:sldChg chg="del">
        <pc:chgData name="Ella Vetter" userId="c6918cf5-f6c0-43cc-8499-a1f635017de9" providerId="ADAL" clId="{C4158FC2-E398-4582-BFE2-507371A330BC}" dt="2020-10-13T21:41:06.417" v="1" actId="47"/>
        <pc:sldMkLst>
          <pc:docMk/>
          <pc:sldMk cId="1129937867" sldId="659"/>
        </pc:sldMkLst>
      </pc:sldChg>
      <pc:sldChg chg="del">
        <pc:chgData name="Ella Vetter" userId="c6918cf5-f6c0-43cc-8499-a1f635017de9" providerId="ADAL" clId="{C4158FC2-E398-4582-BFE2-507371A330BC}" dt="2020-10-13T21:41:06.417" v="1" actId="47"/>
        <pc:sldMkLst>
          <pc:docMk/>
          <pc:sldMk cId="2216589390" sldId="660"/>
        </pc:sldMkLst>
      </pc:sldChg>
      <pc:sldChg chg="del">
        <pc:chgData name="Ella Vetter" userId="c6918cf5-f6c0-43cc-8499-a1f635017de9" providerId="ADAL" clId="{C4158FC2-E398-4582-BFE2-507371A330BC}" dt="2020-10-13T21:41:06.417" v="1" actId="47"/>
        <pc:sldMkLst>
          <pc:docMk/>
          <pc:sldMk cId="3214584039" sldId="661"/>
        </pc:sldMkLst>
      </pc:sldChg>
      <pc:sldChg chg="del">
        <pc:chgData name="Ella Vetter" userId="c6918cf5-f6c0-43cc-8499-a1f635017de9" providerId="ADAL" clId="{C4158FC2-E398-4582-BFE2-507371A330BC}" dt="2020-10-13T21:41:06.417" v="1" actId="47"/>
        <pc:sldMkLst>
          <pc:docMk/>
          <pc:sldMk cId="670387252" sldId="662"/>
        </pc:sldMkLst>
      </pc:sldChg>
      <pc:sldChg chg="del">
        <pc:chgData name="Ella Vetter" userId="c6918cf5-f6c0-43cc-8499-a1f635017de9" providerId="ADAL" clId="{C4158FC2-E398-4582-BFE2-507371A330BC}" dt="2020-10-13T21:41:06.417" v="1" actId="47"/>
        <pc:sldMkLst>
          <pc:docMk/>
          <pc:sldMk cId="3297645620" sldId="663"/>
        </pc:sldMkLst>
      </pc:sldChg>
      <pc:sldChg chg="del">
        <pc:chgData name="Ella Vetter" userId="c6918cf5-f6c0-43cc-8499-a1f635017de9" providerId="ADAL" clId="{C4158FC2-E398-4582-BFE2-507371A330BC}" dt="2020-10-13T21:41:06.417" v="1" actId="47"/>
        <pc:sldMkLst>
          <pc:docMk/>
          <pc:sldMk cId="1209519494" sldId="664"/>
        </pc:sldMkLst>
      </pc:sldChg>
      <pc:sldChg chg="del">
        <pc:chgData name="Ella Vetter" userId="c6918cf5-f6c0-43cc-8499-a1f635017de9" providerId="ADAL" clId="{C4158FC2-E398-4582-BFE2-507371A330BC}" dt="2020-10-13T21:41:06.417" v="1" actId="47"/>
        <pc:sldMkLst>
          <pc:docMk/>
          <pc:sldMk cId="3108954955" sldId="665"/>
        </pc:sldMkLst>
      </pc:sldChg>
      <pc:sldChg chg="del">
        <pc:chgData name="Ella Vetter" userId="c6918cf5-f6c0-43cc-8499-a1f635017de9" providerId="ADAL" clId="{C4158FC2-E398-4582-BFE2-507371A330BC}" dt="2020-10-13T21:41:06.417" v="1" actId="47"/>
        <pc:sldMkLst>
          <pc:docMk/>
          <pc:sldMk cId="1197960399" sldId="666"/>
        </pc:sldMkLst>
      </pc:sldChg>
      <pc:sldChg chg="del">
        <pc:chgData name="Ella Vetter" userId="c6918cf5-f6c0-43cc-8499-a1f635017de9" providerId="ADAL" clId="{C4158FC2-E398-4582-BFE2-507371A330BC}" dt="2020-10-13T21:41:06.417" v="1" actId="47"/>
        <pc:sldMkLst>
          <pc:docMk/>
          <pc:sldMk cId="2050370171" sldId="667"/>
        </pc:sldMkLst>
      </pc:sldChg>
      <pc:sldChg chg="del">
        <pc:chgData name="Ella Vetter" userId="c6918cf5-f6c0-43cc-8499-a1f635017de9" providerId="ADAL" clId="{C4158FC2-E398-4582-BFE2-507371A330BC}" dt="2020-10-13T21:41:06.417" v="1" actId="47"/>
        <pc:sldMkLst>
          <pc:docMk/>
          <pc:sldMk cId="868469885" sldId="668"/>
        </pc:sldMkLst>
      </pc:sldChg>
      <pc:sldChg chg="del">
        <pc:chgData name="Ella Vetter" userId="c6918cf5-f6c0-43cc-8499-a1f635017de9" providerId="ADAL" clId="{C4158FC2-E398-4582-BFE2-507371A330BC}" dt="2020-10-13T21:41:06.417" v="1" actId="47"/>
        <pc:sldMkLst>
          <pc:docMk/>
          <pc:sldMk cId="3818418218" sldId="669"/>
        </pc:sldMkLst>
      </pc:sldChg>
      <pc:sldChg chg="del">
        <pc:chgData name="Ella Vetter" userId="c6918cf5-f6c0-43cc-8499-a1f635017de9" providerId="ADAL" clId="{C4158FC2-E398-4582-BFE2-507371A330BC}" dt="2020-10-13T21:41:06.417" v="1" actId="47"/>
        <pc:sldMkLst>
          <pc:docMk/>
          <pc:sldMk cId="1010059049" sldId="670"/>
        </pc:sldMkLst>
      </pc:sldChg>
      <pc:sldChg chg="del">
        <pc:chgData name="Ella Vetter" userId="c6918cf5-f6c0-43cc-8499-a1f635017de9" providerId="ADAL" clId="{C4158FC2-E398-4582-BFE2-507371A330BC}" dt="2020-10-13T21:41:06.417" v="1" actId="47"/>
        <pc:sldMkLst>
          <pc:docMk/>
          <pc:sldMk cId="2556561671" sldId="671"/>
        </pc:sldMkLst>
      </pc:sldChg>
      <pc:sldChg chg="del">
        <pc:chgData name="Ella Vetter" userId="c6918cf5-f6c0-43cc-8499-a1f635017de9" providerId="ADAL" clId="{C4158FC2-E398-4582-BFE2-507371A330BC}" dt="2020-10-13T21:41:06.417" v="1" actId="47"/>
        <pc:sldMkLst>
          <pc:docMk/>
          <pc:sldMk cId="115977190" sldId="672"/>
        </pc:sldMkLst>
      </pc:sldChg>
      <pc:sldChg chg="del">
        <pc:chgData name="Ella Vetter" userId="c6918cf5-f6c0-43cc-8499-a1f635017de9" providerId="ADAL" clId="{C4158FC2-E398-4582-BFE2-507371A330BC}" dt="2020-10-13T21:41:06.417" v="1" actId="47"/>
        <pc:sldMkLst>
          <pc:docMk/>
          <pc:sldMk cId="3200398457" sldId="674"/>
        </pc:sldMkLst>
      </pc:sldChg>
      <pc:sldChg chg="del">
        <pc:chgData name="Ella Vetter" userId="c6918cf5-f6c0-43cc-8499-a1f635017de9" providerId="ADAL" clId="{C4158FC2-E398-4582-BFE2-507371A330BC}" dt="2020-10-13T21:41:06.417" v="1" actId="47"/>
        <pc:sldMkLst>
          <pc:docMk/>
          <pc:sldMk cId="84377541" sldId="675"/>
        </pc:sldMkLst>
      </pc:sldChg>
      <pc:sldChg chg="del">
        <pc:chgData name="Ella Vetter" userId="c6918cf5-f6c0-43cc-8499-a1f635017de9" providerId="ADAL" clId="{C4158FC2-E398-4582-BFE2-507371A330BC}" dt="2020-10-13T21:41:06.417" v="1" actId="47"/>
        <pc:sldMkLst>
          <pc:docMk/>
          <pc:sldMk cId="2415606382" sldId="676"/>
        </pc:sldMkLst>
      </pc:sldChg>
      <pc:sldChg chg="del">
        <pc:chgData name="Ella Vetter" userId="c6918cf5-f6c0-43cc-8499-a1f635017de9" providerId="ADAL" clId="{C4158FC2-E398-4582-BFE2-507371A330BC}" dt="2020-10-13T21:41:06.417" v="1" actId="47"/>
        <pc:sldMkLst>
          <pc:docMk/>
          <pc:sldMk cId="2184615307" sldId="677"/>
        </pc:sldMkLst>
      </pc:sldChg>
      <pc:sldChg chg="del">
        <pc:chgData name="Ella Vetter" userId="c6918cf5-f6c0-43cc-8499-a1f635017de9" providerId="ADAL" clId="{C4158FC2-E398-4582-BFE2-507371A330BC}" dt="2020-10-13T21:41:06.417" v="1" actId="47"/>
        <pc:sldMkLst>
          <pc:docMk/>
          <pc:sldMk cId="3301124283" sldId="678"/>
        </pc:sldMkLst>
      </pc:sldChg>
      <pc:sldChg chg="del">
        <pc:chgData name="Ella Vetter" userId="c6918cf5-f6c0-43cc-8499-a1f635017de9" providerId="ADAL" clId="{C4158FC2-E398-4582-BFE2-507371A330BC}" dt="2020-10-13T21:41:06.417" v="1" actId="47"/>
        <pc:sldMkLst>
          <pc:docMk/>
          <pc:sldMk cId="750298527" sldId="679"/>
        </pc:sldMkLst>
      </pc:sldChg>
      <pc:sldChg chg="del">
        <pc:chgData name="Ella Vetter" userId="c6918cf5-f6c0-43cc-8499-a1f635017de9" providerId="ADAL" clId="{C4158FC2-E398-4582-BFE2-507371A330BC}" dt="2020-10-13T21:41:06.417" v="1" actId="47"/>
        <pc:sldMkLst>
          <pc:docMk/>
          <pc:sldMk cId="3128258362" sldId="680"/>
        </pc:sldMkLst>
      </pc:sldChg>
      <pc:sldChg chg="del">
        <pc:chgData name="Ella Vetter" userId="c6918cf5-f6c0-43cc-8499-a1f635017de9" providerId="ADAL" clId="{C4158FC2-E398-4582-BFE2-507371A330BC}" dt="2020-10-13T21:41:06.417" v="1" actId="47"/>
        <pc:sldMkLst>
          <pc:docMk/>
          <pc:sldMk cId="3318050276" sldId="681"/>
        </pc:sldMkLst>
      </pc:sldChg>
      <pc:sldChg chg="del">
        <pc:chgData name="Ella Vetter" userId="c6918cf5-f6c0-43cc-8499-a1f635017de9" providerId="ADAL" clId="{C4158FC2-E398-4582-BFE2-507371A330BC}" dt="2020-10-13T21:41:06.417" v="1" actId="47"/>
        <pc:sldMkLst>
          <pc:docMk/>
          <pc:sldMk cId="2276580479" sldId="682"/>
        </pc:sldMkLst>
      </pc:sldChg>
      <pc:sldChg chg="del">
        <pc:chgData name="Ella Vetter" userId="c6918cf5-f6c0-43cc-8499-a1f635017de9" providerId="ADAL" clId="{C4158FC2-E398-4582-BFE2-507371A330BC}" dt="2020-10-13T21:41:06.417" v="1" actId="47"/>
        <pc:sldMkLst>
          <pc:docMk/>
          <pc:sldMk cId="1053739223" sldId="683"/>
        </pc:sldMkLst>
      </pc:sldChg>
      <pc:sldChg chg="del">
        <pc:chgData name="Ella Vetter" userId="c6918cf5-f6c0-43cc-8499-a1f635017de9" providerId="ADAL" clId="{C4158FC2-E398-4582-BFE2-507371A330BC}" dt="2020-10-13T21:41:06.417" v="1" actId="47"/>
        <pc:sldMkLst>
          <pc:docMk/>
          <pc:sldMk cId="194519563" sldId="685"/>
        </pc:sldMkLst>
      </pc:sldChg>
      <pc:sldChg chg="del">
        <pc:chgData name="Ella Vetter" userId="c6918cf5-f6c0-43cc-8499-a1f635017de9" providerId="ADAL" clId="{C4158FC2-E398-4582-BFE2-507371A330BC}" dt="2020-10-13T21:41:06.417" v="1" actId="47"/>
        <pc:sldMkLst>
          <pc:docMk/>
          <pc:sldMk cId="2165931981" sldId="687"/>
        </pc:sldMkLst>
      </pc:sldChg>
      <pc:sldChg chg="del">
        <pc:chgData name="Ella Vetter" userId="c6918cf5-f6c0-43cc-8499-a1f635017de9" providerId="ADAL" clId="{C4158FC2-E398-4582-BFE2-507371A330BC}" dt="2020-10-13T21:41:06.417" v="1" actId="47"/>
        <pc:sldMkLst>
          <pc:docMk/>
          <pc:sldMk cId="1286067108" sldId="689"/>
        </pc:sldMkLst>
      </pc:sldChg>
      <pc:sldChg chg="del">
        <pc:chgData name="Ella Vetter" userId="c6918cf5-f6c0-43cc-8499-a1f635017de9" providerId="ADAL" clId="{C4158FC2-E398-4582-BFE2-507371A330BC}" dt="2020-10-13T21:41:06.417" v="1" actId="47"/>
        <pc:sldMkLst>
          <pc:docMk/>
          <pc:sldMk cId="4156131829" sldId="691"/>
        </pc:sldMkLst>
      </pc:sldChg>
      <pc:sldChg chg="del">
        <pc:chgData name="Ella Vetter" userId="c6918cf5-f6c0-43cc-8499-a1f635017de9" providerId="ADAL" clId="{C4158FC2-E398-4582-BFE2-507371A330BC}" dt="2020-10-13T21:41:06.417" v="1" actId="47"/>
        <pc:sldMkLst>
          <pc:docMk/>
          <pc:sldMk cId="4140445463" sldId="692"/>
        </pc:sldMkLst>
      </pc:sldChg>
      <pc:sldChg chg="del">
        <pc:chgData name="Ella Vetter" userId="c6918cf5-f6c0-43cc-8499-a1f635017de9" providerId="ADAL" clId="{C4158FC2-E398-4582-BFE2-507371A330BC}" dt="2020-10-13T21:41:06.417" v="1" actId="47"/>
        <pc:sldMkLst>
          <pc:docMk/>
          <pc:sldMk cId="3984538471" sldId="693"/>
        </pc:sldMkLst>
      </pc:sldChg>
      <pc:sldChg chg="del">
        <pc:chgData name="Ella Vetter" userId="c6918cf5-f6c0-43cc-8499-a1f635017de9" providerId="ADAL" clId="{C4158FC2-E398-4582-BFE2-507371A330BC}" dt="2020-10-13T21:41:06.417" v="1" actId="47"/>
        <pc:sldMkLst>
          <pc:docMk/>
          <pc:sldMk cId="746550462" sldId="694"/>
        </pc:sldMkLst>
      </pc:sldChg>
      <pc:sldChg chg="del">
        <pc:chgData name="Ella Vetter" userId="c6918cf5-f6c0-43cc-8499-a1f635017de9" providerId="ADAL" clId="{C4158FC2-E398-4582-BFE2-507371A330BC}" dt="2020-10-13T21:41:06.417" v="1" actId="47"/>
        <pc:sldMkLst>
          <pc:docMk/>
          <pc:sldMk cId="1434783007" sldId="695"/>
        </pc:sldMkLst>
      </pc:sldChg>
      <pc:sldChg chg="del">
        <pc:chgData name="Ella Vetter" userId="c6918cf5-f6c0-43cc-8499-a1f635017de9" providerId="ADAL" clId="{C4158FC2-E398-4582-BFE2-507371A330BC}" dt="2020-10-13T21:41:06.417" v="1" actId="47"/>
        <pc:sldMkLst>
          <pc:docMk/>
          <pc:sldMk cId="3579242581" sldId="696"/>
        </pc:sldMkLst>
      </pc:sldChg>
      <pc:sldChg chg="del">
        <pc:chgData name="Ella Vetter" userId="c6918cf5-f6c0-43cc-8499-a1f635017de9" providerId="ADAL" clId="{C4158FC2-E398-4582-BFE2-507371A330BC}" dt="2020-10-13T21:41:06.417" v="1" actId="47"/>
        <pc:sldMkLst>
          <pc:docMk/>
          <pc:sldMk cId="2717441762" sldId="697"/>
        </pc:sldMkLst>
      </pc:sldChg>
      <pc:sldChg chg="del">
        <pc:chgData name="Ella Vetter" userId="c6918cf5-f6c0-43cc-8499-a1f635017de9" providerId="ADAL" clId="{C4158FC2-E398-4582-BFE2-507371A330BC}" dt="2020-10-13T21:41:06.417" v="1" actId="47"/>
        <pc:sldMkLst>
          <pc:docMk/>
          <pc:sldMk cId="712436321" sldId="698"/>
        </pc:sldMkLst>
      </pc:sldChg>
      <pc:sldChg chg="del">
        <pc:chgData name="Ella Vetter" userId="c6918cf5-f6c0-43cc-8499-a1f635017de9" providerId="ADAL" clId="{C4158FC2-E398-4582-BFE2-507371A330BC}" dt="2020-10-13T21:41:06.417" v="1" actId="47"/>
        <pc:sldMkLst>
          <pc:docMk/>
          <pc:sldMk cId="3107461464" sldId="699"/>
        </pc:sldMkLst>
      </pc:sldChg>
      <pc:sldChg chg="del">
        <pc:chgData name="Ella Vetter" userId="c6918cf5-f6c0-43cc-8499-a1f635017de9" providerId="ADAL" clId="{C4158FC2-E398-4582-BFE2-507371A330BC}" dt="2020-10-13T21:41:06.417" v="1" actId="47"/>
        <pc:sldMkLst>
          <pc:docMk/>
          <pc:sldMk cId="4085018750" sldId="700"/>
        </pc:sldMkLst>
      </pc:sldChg>
      <pc:sldChg chg="del">
        <pc:chgData name="Ella Vetter" userId="c6918cf5-f6c0-43cc-8499-a1f635017de9" providerId="ADAL" clId="{C4158FC2-E398-4582-BFE2-507371A330BC}" dt="2020-10-13T21:41:06.417" v="1" actId="47"/>
        <pc:sldMkLst>
          <pc:docMk/>
          <pc:sldMk cId="986316404" sldId="701"/>
        </pc:sldMkLst>
      </pc:sldChg>
      <pc:sldChg chg="del">
        <pc:chgData name="Ella Vetter" userId="c6918cf5-f6c0-43cc-8499-a1f635017de9" providerId="ADAL" clId="{C4158FC2-E398-4582-BFE2-507371A330BC}" dt="2020-10-13T21:41:06.417" v="1" actId="47"/>
        <pc:sldMkLst>
          <pc:docMk/>
          <pc:sldMk cId="3592383487" sldId="702"/>
        </pc:sldMkLst>
      </pc:sldChg>
      <pc:sldChg chg="del">
        <pc:chgData name="Ella Vetter" userId="c6918cf5-f6c0-43cc-8499-a1f635017de9" providerId="ADAL" clId="{C4158FC2-E398-4582-BFE2-507371A330BC}" dt="2020-10-13T21:41:06.417" v="1" actId="47"/>
        <pc:sldMkLst>
          <pc:docMk/>
          <pc:sldMk cId="2121008574" sldId="703"/>
        </pc:sldMkLst>
      </pc:sldChg>
      <pc:sldChg chg="del">
        <pc:chgData name="Ella Vetter" userId="c6918cf5-f6c0-43cc-8499-a1f635017de9" providerId="ADAL" clId="{C4158FC2-E398-4582-BFE2-507371A330BC}" dt="2020-10-13T21:41:06.417" v="1" actId="47"/>
        <pc:sldMkLst>
          <pc:docMk/>
          <pc:sldMk cId="405660455" sldId="705"/>
        </pc:sldMkLst>
      </pc:sldChg>
      <pc:sldChg chg="del">
        <pc:chgData name="Ella Vetter" userId="c6918cf5-f6c0-43cc-8499-a1f635017de9" providerId="ADAL" clId="{C4158FC2-E398-4582-BFE2-507371A330BC}" dt="2020-10-13T21:41:06.417" v="1" actId="47"/>
        <pc:sldMkLst>
          <pc:docMk/>
          <pc:sldMk cId="819312547" sldId="706"/>
        </pc:sldMkLst>
      </pc:sldChg>
      <pc:sldChg chg="del">
        <pc:chgData name="Ella Vetter" userId="c6918cf5-f6c0-43cc-8499-a1f635017de9" providerId="ADAL" clId="{C4158FC2-E398-4582-BFE2-507371A330BC}" dt="2020-10-13T21:41:06.417" v="1" actId="47"/>
        <pc:sldMkLst>
          <pc:docMk/>
          <pc:sldMk cId="2417306708" sldId="707"/>
        </pc:sldMkLst>
      </pc:sldChg>
      <pc:sldChg chg="del">
        <pc:chgData name="Ella Vetter" userId="c6918cf5-f6c0-43cc-8499-a1f635017de9" providerId="ADAL" clId="{C4158FC2-E398-4582-BFE2-507371A330BC}" dt="2020-10-13T21:41:06.417" v="1" actId="47"/>
        <pc:sldMkLst>
          <pc:docMk/>
          <pc:sldMk cId="961354769" sldId="708"/>
        </pc:sldMkLst>
      </pc:sldChg>
      <pc:sldChg chg="del">
        <pc:chgData name="Ella Vetter" userId="c6918cf5-f6c0-43cc-8499-a1f635017de9" providerId="ADAL" clId="{C4158FC2-E398-4582-BFE2-507371A330BC}" dt="2020-10-13T21:41:06.417" v="1" actId="47"/>
        <pc:sldMkLst>
          <pc:docMk/>
          <pc:sldMk cId="567308752" sldId="709"/>
        </pc:sldMkLst>
      </pc:sldChg>
      <pc:sldChg chg="del">
        <pc:chgData name="Ella Vetter" userId="c6918cf5-f6c0-43cc-8499-a1f635017de9" providerId="ADAL" clId="{C4158FC2-E398-4582-BFE2-507371A330BC}" dt="2020-10-13T21:41:06.417" v="1" actId="47"/>
        <pc:sldMkLst>
          <pc:docMk/>
          <pc:sldMk cId="2553614733" sldId="710"/>
        </pc:sldMkLst>
      </pc:sldChg>
      <pc:sldChg chg="del">
        <pc:chgData name="Ella Vetter" userId="c6918cf5-f6c0-43cc-8499-a1f635017de9" providerId="ADAL" clId="{C4158FC2-E398-4582-BFE2-507371A330BC}" dt="2020-10-13T21:41:06.417" v="1" actId="47"/>
        <pc:sldMkLst>
          <pc:docMk/>
          <pc:sldMk cId="396187296" sldId="711"/>
        </pc:sldMkLst>
      </pc:sldChg>
      <pc:sldChg chg="del">
        <pc:chgData name="Ella Vetter" userId="c6918cf5-f6c0-43cc-8499-a1f635017de9" providerId="ADAL" clId="{C4158FC2-E398-4582-BFE2-507371A330BC}" dt="2020-10-13T21:41:06.417" v="1" actId="47"/>
        <pc:sldMkLst>
          <pc:docMk/>
          <pc:sldMk cId="1210637454" sldId="712"/>
        </pc:sldMkLst>
      </pc:sldChg>
      <pc:sldChg chg="del">
        <pc:chgData name="Ella Vetter" userId="c6918cf5-f6c0-43cc-8499-a1f635017de9" providerId="ADAL" clId="{C4158FC2-E398-4582-BFE2-507371A330BC}" dt="2020-10-13T21:41:06.417" v="1" actId="47"/>
        <pc:sldMkLst>
          <pc:docMk/>
          <pc:sldMk cId="1105226074" sldId="714"/>
        </pc:sldMkLst>
      </pc:sldChg>
      <pc:sldChg chg="del">
        <pc:chgData name="Ella Vetter" userId="c6918cf5-f6c0-43cc-8499-a1f635017de9" providerId="ADAL" clId="{C4158FC2-E398-4582-BFE2-507371A330BC}" dt="2020-10-13T21:41:06.417" v="1" actId="47"/>
        <pc:sldMkLst>
          <pc:docMk/>
          <pc:sldMk cId="2288797906" sldId="715"/>
        </pc:sldMkLst>
      </pc:sldChg>
      <pc:sldChg chg="del">
        <pc:chgData name="Ella Vetter" userId="c6918cf5-f6c0-43cc-8499-a1f635017de9" providerId="ADAL" clId="{C4158FC2-E398-4582-BFE2-507371A330BC}" dt="2020-10-13T21:41:06.417" v="1" actId="47"/>
        <pc:sldMkLst>
          <pc:docMk/>
          <pc:sldMk cId="3916323045" sldId="716"/>
        </pc:sldMkLst>
      </pc:sldChg>
      <pc:sldChg chg="del">
        <pc:chgData name="Ella Vetter" userId="c6918cf5-f6c0-43cc-8499-a1f635017de9" providerId="ADAL" clId="{C4158FC2-E398-4582-BFE2-507371A330BC}" dt="2020-10-13T21:41:06.417" v="1" actId="47"/>
        <pc:sldMkLst>
          <pc:docMk/>
          <pc:sldMk cId="4183656867" sldId="717"/>
        </pc:sldMkLst>
      </pc:sldChg>
      <pc:sldChg chg="del">
        <pc:chgData name="Ella Vetter" userId="c6918cf5-f6c0-43cc-8499-a1f635017de9" providerId="ADAL" clId="{C4158FC2-E398-4582-BFE2-507371A330BC}" dt="2020-10-13T21:41:06.417" v="1" actId="47"/>
        <pc:sldMkLst>
          <pc:docMk/>
          <pc:sldMk cId="4214616178" sldId="718"/>
        </pc:sldMkLst>
      </pc:sldChg>
      <pc:sldChg chg="del">
        <pc:chgData name="Ella Vetter" userId="c6918cf5-f6c0-43cc-8499-a1f635017de9" providerId="ADAL" clId="{C4158FC2-E398-4582-BFE2-507371A330BC}" dt="2020-10-13T21:41:06.417" v="1" actId="47"/>
        <pc:sldMkLst>
          <pc:docMk/>
          <pc:sldMk cId="3185007874" sldId="719"/>
        </pc:sldMkLst>
      </pc:sldChg>
      <pc:sldChg chg="del">
        <pc:chgData name="Ella Vetter" userId="c6918cf5-f6c0-43cc-8499-a1f635017de9" providerId="ADAL" clId="{C4158FC2-E398-4582-BFE2-507371A330BC}" dt="2020-10-13T21:41:06.417" v="1" actId="47"/>
        <pc:sldMkLst>
          <pc:docMk/>
          <pc:sldMk cId="2662571405" sldId="720"/>
        </pc:sldMkLst>
      </pc:sldChg>
      <pc:sldChg chg="del">
        <pc:chgData name="Ella Vetter" userId="c6918cf5-f6c0-43cc-8499-a1f635017de9" providerId="ADAL" clId="{C4158FC2-E398-4582-BFE2-507371A330BC}" dt="2020-10-13T21:41:06.417" v="1" actId="47"/>
        <pc:sldMkLst>
          <pc:docMk/>
          <pc:sldMk cId="1467909936" sldId="722"/>
        </pc:sldMkLst>
      </pc:sldChg>
      <pc:sldChg chg="del">
        <pc:chgData name="Ella Vetter" userId="c6918cf5-f6c0-43cc-8499-a1f635017de9" providerId="ADAL" clId="{C4158FC2-E398-4582-BFE2-507371A330BC}" dt="2020-10-13T21:41:06.417" v="1" actId="47"/>
        <pc:sldMkLst>
          <pc:docMk/>
          <pc:sldMk cId="2302919708" sldId="723"/>
        </pc:sldMkLst>
      </pc:sldChg>
      <pc:sldChg chg="del">
        <pc:chgData name="Ella Vetter" userId="c6918cf5-f6c0-43cc-8499-a1f635017de9" providerId="ADAL" clId="{C4158FC2-E398-4582-BFE2-507371A330BC}" dt="2020-10-13T21:41:06.417" v="1" actId="47"/>
        <pc:sldMkLst>
          <pc:docMk/>
          <pc:sldMk cId="3144528753" sldId="724"/>
        </pc:sldMkLst>
      </pc:sldChg>
      <pc:sldChg chg="del">
        <pc:chgData name="Ella Vetter" userId="c6918cf5-f6c0-43cc-8499-a1f635017de9" providerId="ADAL" clId="{C4158FC2-E398-4582-BFE2-507371A330BC}" dt="2020-10-13T21:41:06.417" v="1" actId="47"/>
        <pc:sldMkLst>
          <pc:docMk/>
          <pc:sldMk cId="4075615848" sldId="725"/>
        </pc:sldMkLst>
      </pc:sldChg>
      <pc:sldChg chg="del">
        <pc:chgData name="Ella Vetter" userId="c6918cf5-f6c0-43cc-8499-a1f635017de9" providerId="ADAL" clId="{C4158FC2-E398-4582-BFE2-507371A330BC}" dt="2020-10-13T21:41:06.417" v="1" actId="47"/>
        <pc:sldMkLst>
          <pc:docMk/>
          <pc:sldMk cId="3406009600" sldId="726"/>
        </pc:sldMkLst>
      </pc:sldChg>
      <pc:sldChg chg="del">
        <pc:chgData name="Ella Vetter" userId="c6918cf5-f6c0-43cc-8499-a1f635017de9" providerId="ADAL" clId="{C4158FC2-E398-4582-BFE2-507371A330BC}" dt="2020-10-13T21:41:06.417" v="1" actId="47"/>
        <pc:sldMkLst>
          <pc:docMk/>
          <pc:sldMk cId="101652940" sldId="727"/>
        </pc:sldMkLst>
      </pc:sldChg>
      <pc:sldChg chg="del">
        <pc:chgData name="Ella Vetter" userId="c6918cf5-f6c0-43cc-8499-a1f635017de9" providerId="ADAL" clId="{C4158FC2-E398-4582-BFE2-507371A330BC}" dt="2020-10-13T21:41:06.417" v="1" actId="47"/>
        <pc:sldMkLst>
          <pc:docMk/>
          <pc:sldMk cId="1965214390" sldId="729"/>
        </pc:sldMkLst>
      </pc:sldChg>
      <pc:sldChg chg="del">
        <pc:chgData name="Ella Vetter" userId="c6918cf5-f6c0-43cc-8499-a1f635017de9" providerId="ADAL" clId="{C4158FC2-E398-4582-BFE2-507371A330BC}" dt="2020-10-13T21:41:06.417" v="1" actId="47"/>
        <pc:sldMkLst>
          <pc:docMk/>
          <pc:sldMk cId="1091980031" sldId="730"/>
        </pc:sldMkLst>
      </pc:sldChg>
      <pc:sldChg chg="del">
        <pc:chgData name="Ella Vetter" userId="c6918cf5-f6c0-43cc-8499-a1f635017de9" providerId="ADAL" clId="{C4158FC2-E398-4582-BFE2-507371A330BC}" dt="2020-10-13T21:41:06.417" v="1" actId="47"/>
        <pc:sldMkLst>
          <pc:docMk/>
          <pc:sldMk cId="1835436124" sldId="731"/>
        </pc:sldMkLst>
      </pc:sldChg>
      <pc:sldChg chg="del">
        <pc:chgData name="Ella Vetter" userId="c6918cf5-f6c0-43cc-8499-a1f635017de9" providerId="ADAL" clId="{C4158FC2-E398-4582-BFE2-507371A330BC}" dt="2020-10-13T21:41:06.417" v="1" actId="47"/>
        <pc:sldMkLst>
          <pc:docMk/>
          <pc:sldMk cId="2670008215" sldId="732"/>
        </pc:sldMkLst>
      </pc:sldChg>
      <pc:sldChg chg="del">
        <pc:chgData name="Ella Vetter" userId="c6918cf5-f6c0-43cc-8499-a1f635017de9" providerId="ADAL" clId="{C4158FC2-E398-4582-BFE2-507371A330BC}" dt="2020-10-13T21:41:06.417" v="1" actId="47"/>
        <pc:sldMkLst>
          <pc:docMk/>
          <pc:sldMk cId="1028532385" sldId="733"/>
        </pc:sldMkLst>
      </pc:sldChg>
      <pc:sldChg chg="del">
        <pc:chgData name="Ella Vetter" userId="c6918cf5-f6c0-43cc-8499-a1f635017de9" providerId="ADAL" clId="{C4158FC2-E398-4582-BFE2-507371A330BC}" dt="2020-10-13T21:41:06.417" v="1" actId="47"/>
        <pc:sldMkLst>
          <pc:docMk/>
          <pc:sldMk cId="3160768528" sldId="734"/>
        </pc:sldMkLst>
      </pc:sldChg>
      <pc:sldChg chg="del">
        <pc:chgData name="Ella Vetter" userId="c6918cf5-f6c0-43cc-8499-a1f635017de9" providerId="ADAL" clId="{C4158FC2-E398-4582-BFE2-507371A330BC}" dt="2020-10-13T21:41:06.417" v="1" actId="47"/>
        <pc:sldMkLst>
          <pc:docMk/>
          <pc:sldMk cId="2087949625" sldId="735"/>
        </pc:sldMkLst>
      </pc:sldChg>
      <pc:sldChg chg="del">
        <pc:chgData name="Ella Vetter" userId="c6918cf5-f6c0-43cc-8499-a1f635017de9" providerId="ADAL" clId="{C4158FC2-E398-4582-BFE2-507371A330BC}" dt="2020-10-13T21:41:06.417" v="1" actId="47"/>
        <pc:sldMkLst>
          <pc:docMk/>
          <pc:sldMk cId="124510407" sldId="736"/>
        </pc:sldMkLst>
      </pc:sldChg>
      <pc:sldChg chg="del">
        <pc:chgData name="Ella Vetter" userId="c6918cf5-f6c0-43cc-8499-a1f635017de9" providerId="ADAL" clId="{C4158FC2-E398-4582-BFE2-507371A330BC}" dt="2020-10-13T21:41:06.417" v="1" actId="47"/>
        <pc:sldMkLst>
          <pc:docMk/>
          <pc:sldMk cId="3190126903" sldId="737"/>
        </pc:sldMkLst>
      </pc:sldChg>
      <pc:sldChg chg="del">
        <pc:chgData name="Ella Vetter" userId="c6918cf5-f6c0-43cc-8499-a1f635017de9" providerId="ADAL" clId="{C4158FC2-E398-4582-BFE2-507371A330BC}" dt="2020-10-13T21:41:06.417" v="1" actId="47"/>
        <pc:sldMkLst>
          <pc:docMk/>
          <pc:sldMk cId="2215473676" sldId="738"/>
        </pc:sldMkLst>
      </pc:sldChg>
      <pc:sldChg chg="del">
        <pc:chgData name="Ella Vetter" userId="c6918cf5-f6c0-43cc-8499-a1f635017de9" providerId="ADAL" clId="{C4158FC2-E398-4582-BFE2-507371A330BC}" dt="2020-10-13T21:41:06.417" v="1" actId="47"/>
        <pc:sldMkLst>
          <pc:docMk/>
          <pc:sldMk cId="670463828" sldId="739"/>
        </pc:sldMkLst>
      </pc:sldChg>
      <pc:sldChg chg="del">
        <pc:chgData name="Ella Vetter" userId="c6918cf5-f6c0-43cc-8499-a1f635017de9" providerId="ADAL" clId="{C4158FC2-E398-4582-BFE2-507371A330BC}" dt="2020-10-13T21:41:06.417" v="1" actId="47"/>
        <pc:sldMkLst>
          <pc:docMk/>
          <pc:sldMk cId="3733068336" sldId="740"/>
        </pc:sldMkLst>
      </pc:sldChg>
      <pc:sldChg chg="del">
        <pc:chgData name="Ella Vetter" userId="c6918cf5-f6c0-43cc-8499-a1f635017de9" providerId="ADAL" clId="{C4158FC2-E398-4582-BFE2-507371A330BC}" dt="2020-10-13T21:41:06.417" v="1" actId="47"/>
        <pc:sldMkLst>
          <pc:docMk/>
          <pc:sldMk cId="1211998039" sldId="744"/>
        </pc:sldMkLst>
      </pc:sldChg>
      <pc:sldChg chg="del">
        <pc:chgData name="Ella Vetter" userId="c6918cf5-f6c0-43cc-8499-a1f635017de9" providerId="ADAL" clId="{C4158FC2-E398-4582-BFE2-507371A330BC}" dt="2020-10-13T21:41:06.417" v="1" actId="47"/>
        <pc:sldMkLst>
          <pc:docMk/>
          <pc:sldMk cId="732324799" sldId="745"/>
        </pc:sldMkLst>
      </pc:sldChg>
      <pc:sldChg chg="del">
        <pc:chgData name="Ella Vetter" userId="c6918cf5-f6c0-43cc-8499-a1f635017de9" providerId="ADAL" clId="{C4158FC2-E398-4582-BFE2-507371A330BC}" dt="2020-10-13T21:41:06.417" v="1" actId="47"/>
        <pc:sldMkLst>
          <pc:docMk/>
          <pc:sldMk cId="346529998" sldId="746"/>
        </pc:sldMkLst>
      </pc:sldChg>
      <pc:sldChg chg="del">
        <pc:chgData name="Ella Vetter" userId="c6918cf5-f6c0-43cc-8499-a1f635017de9" providerId="ADAL" clId="{C4158FC2-E398-4582-BFE2-507371A330BC}" dt="2020-10-13T21:41:06.417" v="1" actId="47"/>
        <pc:sldMkLst>
          <pc:docMk/>
          <pc:sldMk cId="1289215195" sldId="747"/>
        </pc:sldMkLst>
      </pc:sldChg>
      <pc:sldChg chg="del">
        <pc:chgData name="Ella Vetter" userId="c6918cf5-f6c0-43cc-8499-a1f635017de9" providerId="ADAL" clId="{C4158FC2-E398-4582-BFE2-507371A330BC}" dt="2020-10-13T21:41:06.417" v="1" actId="47"/>
        <pc:sldMkLst>
          <pc:docMk/>
          <pc:sldMk cId="3516077587" sldId="749"/>
        </pc:sldMkLst>
      </pc:sldChg>
      <pc:sldChg chg="del">
        <pc:chgData name="Ella Vetter" userId="c6918cf5-f6c0-43cc-8499-a1f635017de9" providerId="ADAL" clId="{C4158FC2-E398-4582-BFE2-507371A330BC}" dt="2020-10-13T21:41:06.417" v="1" actId="47"/>
        <pc:sldMkLst>
          <pc:docMk/>
          <pc:sldMk cId="1100875547" sldId="750"/>
        </pc:sldMkLst>
      </pc:sldChg>
      <pc:sldChg chg="del">
        <pc:chgData name="Ella Vetter" userId="c6918cf5-f6c0-43cc-8499-a1f635017de9" providerId="ADAL" clId="{C4158FC2-E398-4582-BFE2-507371A330BC}" dt="2020-10-13T21:41:06.417" v="1" actId="47"/>
        <pc:sldMkLst>
          <pc:docMk/>
          <pc:sldMk cId="2916806102" sldId="751"/>
        </pc:sldMkLst>
      </pc:sldChg>
      <pc:sldChg chg="del">
        <pc:chgData name="Ella Vetter" userId="c6918cf5-f6c0-43cc-8499-a1f635017de9" providerId="ADAL" clId="{C4158FC2-E398-4582-BFE2-507371A330BC}" dt="2020-10-13T21:41:06.417" v="1" actId="47"/>
        <pc:sldMkLst>
          <pc:docMk/>
          <pc:sldMk cId="779946302" sldId="752"/>
        </pc:sldMkLst>
      </pc:sldChg>
      <pc:sldChg chg="del">
        <pc:chgData name="Ella Vetter" userId="c6918cf5-f6c0-43cc-8499-a1f635017de9" providerId="ADAL" clId="{C4158FC2-E398-4582-BFE2-507371A330BC}" dt="2020-10-13T21:41:06.417" v="1" actId="47"/>
        <pc:sldMkLst>
          <pc:docMk/>
          <pc:sldMk cId="3307852694" sldId="753"/>
        </pc:sldMkLst>
      </pc:sldChg>
      <pc:sldChg chg="del">
        <pc:chgData name="Ella Vetter" userId="c6918cf5-f6c0-43cc-8499-a1f635017de9" providerId="ADAL" clId="{C4158FC2-E398-4582-BFE2-507371A330BC}" dt="2020-10-13T21:41:06.417" v="1" actId="47"/>
        <pc:sldMkLst>
          <pc:docMk/>
          <pc:sldMk cId="3060554546" sldId="754"/>
        </pc:sldMkLst>
      </pc:sldChg>
      <pc:sldChg chg="del">
        <pc:chgData name="Ella Vetter" userId="c6918cf5-f6c0-43cc-8499-a1f635017de9" providerId="ADAL" clId="{C4158FC2-E398-4582-BFE2-507371A330BC}" dt="2020-10-13T21:41:06.417" v="1" actId="47"/>
        <pc:sldMkLst>
          <pc:docMk/>
          <pc:sldMk cId="788491853" sldId="755"/>
        </pc:sldMkLst>
      </pc:sldChg>
      <pc:sldChg chg="del">
        <pc:chgData name="Ella Vetter" userId="c6918cf5-f6c0-43cc-8499-a1f635017de9" providerId="ADAL" clId="{C4158FC2-E398-4582-BFE2-507371A330BC}" dt="2020-10-13T21:41:06.417" v="1" actId="47"/>
        <pc:sldMkLst>
          <pc:docMk/>
          <pc:sldMk cId="2436139271" sldId="756"/>
        </pc:sldMkLst>
      </pc:sldChg>
      <pc:sldChg chg="del">
        <pc:chgData name="Ella Vetter" userId="c6918cf5-f6c0-43cc-8499-a1f635017de9" providerId="ADAL" clId="{C4158FC2-E398-4582-BFE2-507371A330BC}" dt="2020-10-13T21:41:06.417" v="1" actId="47"/>
        <pc:sldMkLst>
          <pc:docMk/>
          <pc:sldMk cId="3253612822" sldId="757"/>
        </pc:sldMkLst>
      </pc:sldChg>
      <pc:sldChg chg="del">
        <pc:chgData name="Ella Vetter" userId="c6918cf5-f6c0-43cc-8499-a1f635017de9" providerId="ADAL" clId="{C4158FC2-E398-4582-BFE2-507371A330BC}" dt="2020-10-13T21:41:06.417" v="1" actId="47"/>
        <pc:sldMkLst>
          <pc:docMk/>
          <pc:sldMk cId="1670718229" sldId="759"/>
        </pc:sldMkLst>
      </pc:sldChg>
      <pc:sldChg chg="del">
        <pc:chgData name="Ella Vetter" userId="c6918cf5-f6c0-43cc-8499-a1f635017de9" providerId="ADAL" clId="{C4158FC2-E398-4582-BFE2-507371A330BC}" dt="2020-10-13T21:41:06.417" v="1" actId="47"/>
        <pc:sldMkLst>
          <pc:docMk/>
          <pc:sldMk cId="3871104383" sldId="760"/>
        </pc:sldMkLst>
      </pc:sldChg>
      <pc:sldChg chg="del">
        <pc:chgData name="Ella Vetter" userId="c6918cf5-f6c0-43cc-8499-a1f635017de9" providerId="ADAL" clId="{C4158FC2-E398-4582-BFE2-507371A330BC}" dt="2020-10-13T21:41:06.417" v="1" actId="47"/>
        <pc:sldMkLst>
          <pc:docMk/>
          <pc:sldMk cId="1237144645" sldId="761"/>
        </pc:sldMkLst>
      </pc:sldChg>
      <pc:sldChg chg="del">
        <pc:chgData name="Ella Vetter" userId="c6918cf5-f6c0-43cc-8499-a1f635017de9" providerId="ADAL" clId="{C4158FC2-E398-4582-BFE2-507371A330BC}" dt="2020-10-13T21:41:06.417" v="1" actId="47"/>
        <pc:sldMkLst>
          <pc:docMk/>
          <pc:sldMk cId="2620124364" sldId="762"/>
        </pc:sldMkLst>
      </pc:sldChg>
      <pc:sldChg chg="del">
        <pc:chgData name="Ella Vetter" userId="c6918cf5-f6c0-43cc-8499-a1f635017de9" providerId="ADAL" clId="{C4158FC2-E398-4582-BFE2-507371A330BC}" dt="2020-10-13T21:41:06.417" v="1" actId="47"/>
        <pc:sldMkLst>
          <pc:docMk/>
          <pc:sldMk cId="1308643664" sldId="763"/>
        </pc:sldMkLst>
      </pc:sldChg>
      <pc:sldChg chg="del">
        <pc:chgData name="Ella Vetter" userId="c6918cf5-f6c0-43cc-8499-a1f635017de9" providerId="ADAL" clId="{C4158FC2-E398-4582-BFE2-507371A330BC}" dt="2020-10-13T21:41:06.417" v="1" actId="47"/>
        <pc:sldMkLst>
          <pc:docMk/>
          <pc:sldMk cId="3846912395" sldId="764"/>
        </pc:sldMkLst>
      </pc:sldChg>
      <pc:sldChg chg="del">
        <pc:chgData name="Ella Vetter" userId="c6918cf5-f6c0-43cc-8499-a1f635017de9" providerId="ADAL" clId="{C4158FC2-E398-4582-BFE2-507371A330BC}" dt="2020-10-13T21:41:06.417" v="1" actId="47"/>
        <pc:sldMkLst>
          <pc:docMk/>
          <pc:sldMk cId="3572176800" sldId="765"/>
        </pc:sldMkLst>
      </pc:sldChg>
      <pc:sldChg chg="del">
        <pc:chgData name="Ella Vetter" userId="c6918cf5-f6c0-43cc-8499-a1f635017de9" providerId="ADAL" clId="{C4158FC2-E398-4582-BFE2-507371A330BC}" dt="2020-10-13T21:41:06.417" v="1" actId="47"/>
        <pc:sldMkLst>
          <pc:docMk/>
          <pc:sldMk cId="2385888708" sldId="766"/>
        </pc:sldMkLst>
      </pc:sldChg>
      <pc:sldChg chg="del">
        <pc:chgData name="Ella Vetter" userId="c6918cf5-f6c0-43cc-8499-a1f635017de9" providerId="ADAL" clId="{C4158FC2-E398-4582-BFE2-507371A330BC}" dt="2020-10-13T21:41:06.417" v="1" actId="47"/>
        <pc:sldMkLst>
          <pc:docMk/>
          <pc:sldMk cId="1112559693" sldId="767"/>
        </pc:sldMkLst>
      </pc:sldChg>
      <pc:sldChg chg="del">
        <pc:chgData name="Ella Vetter" userId="c6918cf5-f6c0-43cc-8499-a1f635017de9" providerId="ADAL" clId="{C4158FC2-E398-4582-BFE2-507371A330BC}" dt="2020-10-13T21:41:06.417" v="1" actId="47"/>
        <pc:sldMkLst>
          <pc:docMk/>
          <pc:sldMk cId="3678281176" sldId="768"/>
        </pc:sldMkLst>
      </pc:sldChg>
      <pc:sldChg chg="del">
        <pc:chgData name="Ella Vetter" userId="c6918cf5-f6c0-43cc-8499-a1f635017de9" providerId="ADAL" clId="{C4158FC2-E398-4582-BFE2-507371A330BC}" dt="2020-10-13T21:41:06.417" v="1" actId="47"/>
        <pc:sldMkLst>
          <pc:docMk/>
          <pc:sldMk cId="2219643322" sldId="769"/>
        </pc:sldMkLst>
      </pc:sldChg>
      <pc:sldChg chg="del">
        <pc:chgData name="Ella Vetter" userId="c6918cf5-f6c0-43cc-8499-a1f635017de9" providerId="ADAL" clId="{C4158FC2-E398-4582-BFE2-507371A330BC}" dt="2020-10-13T21:41:06.417" v="1" actId="47"/>
        <pc:sldMkLst>
          <pc:docMk/>
          <pc:sldMk cId="1940613998" sldId="770"/>
        </pc:sldMkLst>
      </pc:sldChg>
      <pc:sldChg chg="del">
        <pc:chgData name="Ella Vetter" userId="c6918cf5-f6c0-43cc-8499-a1f635017de9" providerId="ADAL" clId="{C4158FC2-E398-4582-BFE2-507371A330BC}" dt="2020-10-13T21:41:06.417" v="1" actId="47"/>
        <pc:sldMkLst>
          <pc:docMk/>
          <pc:sldMk cId="3364816582" sldId="771"/>
        </pc:sldMkLst>
      </pc:sldChg>
      <pc:sldChg chg="del">
        <pc:chgData name="Ella Vetter" userId="c6918cf5-f6c0-43cc-8499-a1f635017de9" providerId="ADAL" clId="{C4158FC2-E398-4582-BFE2-507371A330BC}" dt="2020-10-13T21:41:06.417" v="1" actId="47"/>
        <pc:sldMkLst>
          <pc:docMk/>
          <pc:sldMk cId="3681665512" sldId="774"/>
        </pc:sldMkLst>
      </pc:sldChg>
      <pc:sldChg chg="del">
        <pc:chgData name="Ella Vetter" userId="c6918cf5-f6c0-43cc-8499-a1f635017de9" providerId="ADAL" clId="{C4158FC2-E398-4582-BFE2-507371A330BC}" dt="2020-10-13T21:41:06.417" v="1" actId="47"/>
        <pc:sldMkLst>
          <pc:docMk/>
          <pc:sldMk cId="1211670714" sldId="775"/>
        </pc:sldMkLst>
      </pc:sldChg>
      <pc:sldChg chg="del">
        <pc:chgData name="Ella Vetter" userId="c6918cf5-f6c0-43cc-8499-a1f635017de9" providerId="ADAL" clId="{C4158FC2-E398-4582-BFE2-507371A330BC}" dt="2020-10-13T21:41:06.417" v="1" actId="47"/>
        <pc:sldMkLst>
          <pc:docMk/>
          <pc:sldMk cId="834343463" sldId="776"/>
        </pc:sldMkLst>
      </pc:sldChg>
      <pc:sldChg chg="del">
        <pc:chgData name="Ella Vetter" userId="c6918cf5-f6c0-43cc-8499-a1f635017de9" providerId="ADAL" clId="{C4158FC2-E398-4582-BFE2-507371A330BC}" dt="2020-10-13T21:41:06.417" v="1" actId="47"/>
        <pc:sldMkLst>
          <pc:docMk/>
          <pc:sldMk cId="4212682746" sldId="777"/>
        </pc:sldMkLst>
      </pc:sldChg>
      <pc:sldChg chg="del">
        <pc:chgData name="Ella Vetter" userId="c6918cf5-f6c0-43cc-8499-a1f635017de9" providerId="ADAL" clId="{C4158FC2-E398-4582-BFE2-507371A330BC}" dt="2020-10-13T21:41:06.417" v="1" actId="47"/>
        <pc:sldMkLst>
          <pc:docMk/>
          <pc:sldMk cId="1166181766" sldId="778"/>
        </pc:sldMkLst>
      </pc:sldChg>
      <pc:sldChg chg="del">
        <pc:chgData name="Ella Vetter" userId="c6918cf5-f6c0-43cc-8499-a1f635017de9" providerId="ADAL" clId="{C4158FC2-E398-4582-BFE2-507371A330BC}" dt="2020-10-13T21:41:06.417" v="1" actId="47"/>
        <pc:sldMkLst>
          <pc:docMk/>
          <pc:sldMk cId="3467124974" sldId="779"/>
        </pc:sldMkLst>
      </pc:sldChg>
      <pc:sldChg chg="del">
        <pc:chgData name="Ella Vetter" userId="c6918cf5-f6c0-43cc-8499-a1f635017de9" providerId="ADAL" clId="{C4158FC2-E398-4582-BFE2-507371A330BC}" dt="2020-10-13T21:41:06.417" v="1" actId="47"/>
        <pc:sldMkLst>
          <pc:docMk/>
          <pc:sldMk cId="1924782758" sldId="780"/>
        </pc:sldMkLst>
      </pc:sldChg>
      <pc:sldChg chg="del">
        <pc:chgData name="Ella Vetter" userId="c6918cf5-f6c0-43cc-8499-a1f635017de9" providerId="ADAL" clId="{C4158FC2-E398-4582-BFE2-507371A330BC}" dt="2020-10-13T21:41:06.417" v="1" actId="47"/>
        <pc:sldMkLst>
          <pc:docMk/>
          <pc:sldMk cId="3549019232" sldId="781"/>
        </pc:sldMkLst>
      </pc:sldChg>
      <pc:sldChg chg="del">
        <pc:chgData name="Ella Vetter" userId="c6918cf5-f6c0-43cc-8499-a1f635017de9" providerId="ADAL" clId="{C4158FC2-E398-4582-BFE2-507371A330BC}" dt="2020-10-13T21:41:06.417" v="1" actId="47"/>
        <pc:sldMkLst>
          <pc:docMk/>
          <pc:sldMk cId="3887692261" sldId="782"/>
        </pc:sldMkLst>
      </pc:sldChg>
      <pc:sldChg chg="del">
        <pc:chgData name="Ella Vetter" userId="c6918cf5-f6c0-43cc-8499-a1f635017de9" providerId="ADAL" clId="{C4158FC2-E398-4582-BFE2-507371A330BC}" dt="2020-10-13T21:41:06.417" v="1" actId="47"/>
        <pc:sldMkLst>
          <pc:docMk/>
          <pc:sldMk cId="2358966557" sldId="783"/>
        </pc:sldMkLst>
      </pc:sldChg>
      <pc:sldChg chg="del">
        <pc:chgData name="Ella Vetter" userId="c6918cf5-f6c0-43cc-8499-a1f635017de9" providerId="ADAL" clId="{C4158FC2-E398-4582-BFE2-507371A330BC}" dt="2020-10-13T21:41:06.417" v="1" actId="47"/>
        <pc:sldMkLst>
          <pc:docMk/>
          <pc:sldMk cId="1643156885" sldId="784"/>
        </pc:sldMkLst>
      </pc:sldChg>
      <pc:sldChg chg="del">
        <pc:chgData name="Ella Vetter" userId="c6918cf5-f6c0-43cc-8499-a1f635017de9" providerId="ADAL" clId="{C4158FC2-E398-4582-BFE2-507371A330BC}" dt="2020-10-13T21:41:06.417" v="1" actId="47"/>
        <pc:sldMkLst>
          <pc:docMk/>
          <pc:sldMk cId="3394319866" sldId="785"/>
        </pc:sldMkLst>
      </pc:sldChg>
      <pc:sldChg chg="del">
        <pc:chgData name="Ella Vetter" userId="c6918cf5-f6c0-43cc-8499-a1f635017de9" providerId="ADAL" clId="{C4158FC2-E398-4582-BFE2-507371A330BC}" dt="2020-10-13T21:41:06.417" v="1" actId="47"/>
        <pc:sldMkLst>
          <pc:docMk/>
          <pc:sldMk cId="2590046780" sldId="786"/>
        </pc:sldMkLst>
      </pc:sldChg>
      <pc:sldChg chg="del">
        <pc:chgData name="Ella Vetter" userId="c6918cf5-f6c0-43cc-8499-a1f635017de9" providerId="ADAL" clId="{C4158FC2-E398-4582-BFE2-507371A330BC}" dt="2020-10-13T21:41:06.417" v="1" actId="47"/>
        <pc:sldMkLst>
          <pc:docMk/>
          <pc:sldMk cId="933855017" sldId="787"/>
        </pc:sldMkLst>
      </pc:sldChg>
      <pc:sldChg chg="del">
        <pc:chgData name="Ella Vetter" userId="c6918cf5-f6c0-43cc-8499-a1f635017de9" providerId="ADAL" clId="{C4158FC2-E398-4582-BFE2-507371A330BC}" dt="2020-10-13T21:41:06.417" v="1" actId="47"/>
        <pc:sldMkLst>
          <pc:docMk/>
          <pc:sldMk cId="1203691893" sldId="788"/>
        </pc:sldMkLst>
      </pc:sldChg>
      <pc:sldChg chg="del">
        <pc:chgData name="Ella Vetter" userId="c6918cf5-f6c0-43cc-8499-a1f635017de9" providerId="ADAL" clId="{C4158FC2-E398-4582-BFE2-507371A330BC}" dt="2020-10-13T21:41:06.417" v="1" actId="47"/>
        <pc:sldMkLst>
          <pc:docMk/>
          <pc:sldMk cId="1764074861" sldId="789"/>
        </pc:sldMkLst>
      </pc:sldChg>
      <pc:sldChg chg="del">
        <pc:chgData name="Ella Vetter" userId="c6918cf5-f6c0-43cc-8499-a1f635017de9" providerId="ADAL" clId="{C4158FC2-E398-4582-BFE2-507371A330BC}" dt="2020-10-13T21:41:06.417" v="1" actId="47"/>
        <pc:sldMkLst>
          <pc:docMk/>
          <pc:sldMk cId="568947901" sldId="790"/>
        </pc:sldMkLst>
      </pc:sldChg>
      <pc:sldChg chg="del">
        <pc:chgData name="Ella Vetter" userId="c6918cf5-f6c0-43cc-8499-a1f635017de9" providerId="ADAL" clId="{C4158FC2-E398-4582-BFE2-507371A330BC}" dt="2020-10-13T21:41:06.417" v="1" actId="47"/>
        <pc:sldMkLst>
          <pc:docMk/>
          <pc:sldMk cId="356658819" sldId="791"/>
        </pc:sldMkLst>
      </pc:sldChg>
      <pc:sldChg chg="del">
        <pc:chgData name="Ella Vetter" userId="c6918cf5-f6c0-43cc-8499-a1f635017de9" providerId="ADAL" clId="{C4158FC2-E398-4582-BFE2-507371A330BC}" dt="2020-10-13T21:41:06.417" v="1" actId="47"/>
        <pc:sldMkLst>
          <pc:docMk/>
          <pc:sldMk cId="3967672385" sldId="793"/>
        </pc:sldMkLst>
      </pc:sldChg>
    </pc:docChg>
  </pc:docChgLst>
  <pc:docChgLst>
    <pc:chgData name="Ella Vetter" userId="c6918cf5-f6c0-43cc-8499-a1f635017de9" providerId="ADAL" clId="{1E532CF4-1B2C-4F24-A498-BBB09BB13F7D}"/>
    <pc:docChg chg="undo custSel addSld delSld modSld sldOrd">
      <pc:chgData name="Ella Vetter" userId="c6918cf5-f6c0-43cc-8499-a1f635017de9" providerId="ADAL" clId="{1E532CF4-1B2C-4F24-A498-BBB09BB13F7D}" dt="2020-10-01T12:08:44.034" v="6257" actId="20577"/>
      <pc:docMkLst>
        <pc:docMk/>
      </pc:docMkLst>
      <pc:sldChg chg="modSp mod modNotesTx">
        <pc:chgData name="Ella Vetter" userId="c6918cf5-f6c0-43cc-8499-a1f635017de9" providerId="ADAL" clId="{1E532CF4-1B2C-4F24-A498-BBB09BB13F7D}" dt="2020-10-01T00:30:19.605" v="6012" actId="20577"/>
        <pc:sldMkLst>
          <pc:docMk/>
          <pc:sldMk cId="1993397138" sldId="286"/>
        </pc:sldMkLst>
        <pc:spChg chg="mod">
          <ac:chgData name="Ella Vetter" userId="c6918cf5-f6c0-43cc-8499-a1f635017de9" providerId="ADAL" clId="{1E532CF4-1B2C-4F24-A498-BBB09BB13F7D}" dt="2020-10-01T00:30:19.605" v="6012" actId="20577"/>
          <ac:spMkLst>
            <pc:docMk/>
            <pc:sldMk cId="1993397138" sldId="286"/>
            <ac:spMk id="3" creationId="{37B56F8A-6BEF-459C-AFA4-6D790D24F1CB}"/>
          </ac:spMkLst>
        </pc:spChg>
      </pc:sldChg>
      <pc:sldChg chg="modSp mod">
        <pc:chgData name="Ella Vetter" userId="c6918cf5-f6c0-43cc-8499-a1f635017de9" providerId="ADAL" clId="{1E532CF4-1B2C-4F24-A498-BBB09BB13F7D}" dt="2020-10-01T00:22:38.177" v="5880" actId="20577"/>
        <pc:sldMkLst>
          <pc:docMk/>
          <pc:sldMk cId="3219418499" sldId="378"/>
        </pc:sldMkLst>
        <pc:spChg chg="mod">
          <ac:chgData name="Ella Vetter" userId="c6918cf5-f6c0-43cc-8499-a1f635017de9" providerId="ADAL" clId="{1E532CF4-1B2C-4F24-A498-BBB09BB13F7D}" dt="2020-10-01T00:22:38.177" v="5880" actId="20577"/>
          <ac:spMkLst>
            <pc:docMk/>
            <pc:sldMk cId="3219418499" sldId="378"/>
            <ac:spMk id="4" creationId="{E67F6EB8-7EFF-4FFA-B2F7-88264B3094B6}"/>
          </ac:spMkLst>
        </pc:spChg>
      </pc:sldChg>
      <pc:sldChg chg="modSp mod">
        <pc:chgData name="Ella Vetter" userId="c6918cf5-f6c0-43cc-8499-a1f635017de9" providerId="ADAL" clId="{1E532CF4-1B2C-4F24-A498-BBB09BB13F7D}" dt="2020-10-01T00:23:01.906" v="5881" actId="20577"/>
        <pc:sldMkLst>
          <pc:docMk/>
          <pc:sldMk cId="3422155014" sldId="381"/>
        </pc:sldMkLst>
        <pc:spChg chg="mod">
          <ac:chgData name="Ella Vetter" userId="c6918cf5-f6c0-43cc-8499-a1f635017de9" providerId="ADAL" clId="{1E532CF4-1B2C-4F24-A498-BBB09BB13F7D}" dt="2020-10-01T00:23:01.906" v="5881" actId="20577"/>
          <ac:spMkLst>
            <pc:docMk/>
            <pc:sldMk cId="3422155014" sldId="381"/>
            <ac:spMk id="4" creationId="{E67F6EB8-7EFF-4FFA-B2F7-88264B3094B6}"/>
          </ac:spMkLst>
        </pc:spChg>
      </pc:sldChg>
      <pc:sldChg chg="modSp mod">
        <pc:chgData name="Ella Vetter" userId="c6918cf5-f6c0-43cc-8499-a1f635017de9" providerId="ADAL" clId="{1E532CF4-1B2C-4F24-A498-BBB09BB13F7D}" dt="2020-10-01T00:23:05.970" v="5882" actId="20577"/>
        <pc:sldMkLst>
          <pc:docMk/>
          <pc:sldMk cId="2274782921" sldId="382"/>
        </pc:sldMkLst>
        <pc:spChg chg="mod">
          <ac:chgData name="Ella Vetter" userId="c6918cf5-f6c0-43cc-8499-a1f635017de9" providerId="ADAL" clId="{1E532CF4-1B2C-4F24-A498-BBB09BB13F7D}" dt="2020-10-01T00:23:05.970" v="5882" actId="20577"/>
          <ac:spMkLst>
            <pc:docMk/>
            <pc:sldMk cId="2274782921" sldId="382"/>
            <ac:spMk id="4" creationId="{E67F6EB8-7EFF-4FFA-B2F7-88264B3094B6}"/>
          </ac:spMkLst>
        </pc:spChg>
      </pc:sldChg>
      <pc:sldChg chg="modSp mod">
        <pc:chgData name="Ella Vetter" userId="c6918cf5-f6c0-43cc-8499-a1f635017de9" providerId="ADAL" clId="{1E532CF4-1B2C-4F24-A498-BBB09BB13F7D}" dt="2020-10-01T00:23:11.388" v="5883" actId="20577"/>
        <pc:sldMkLst>
          <pc:docMk/>
          <pc:sldMk cId="3634872261" sldId="383"/>
        </pc:sldMkLst>
        <pc:spChg chg="mod">
          <ac:chgData name="Ella Vetter" userId="c6918cf5-f6c0-43cc-8499-a1f635017de9" providerId="ADAL" clId="{1E532CF4-1B2C-4F24-A498-BBB09BB13F7D}" dt="2020-10-01T00:23:11.388" v="5883" actId="20577"/>
          <ac:spMkLst>
            <pc:docMk/>
            <pc:sldMk cId="3634872261" sldId="383"/>
            <ac:spMk id="4" creationId="{E67F6EB8-7EFF-4FFA-B2F7-88264B3094B6}"/>
          </ac:spMkLst>
        </pc:spChg>
      </pc:sldChg>
      <pc:sldChg chg="modSp mod">
        <pc:chgData name="Ella Vetter" userId="c6918cf5-f6c0-43cc-8499-a1f635017de9" providerId="ADAL" clId="{1E532CF4-1B2C-4F24-A498-BBB09BB13F7D}" dt="2020-10-01T11:48:15.592" v="6193" actId="1036"/>
        <pc:sldMkLst>
          <pc:docMk/>
          <pc:sldMk cId="2691991664" sldId="384"/>
        </pc:sldMkLst>
        <pc:graphicFrameChg chg="mod modGraphic">
          <ac:chgData name="Ella Vetter" userId="c6918cf5-f6c0-43cc-8499-a1f635017de9" providerId="ADAL" clId="{1E532CF4-1B2C-4F24-A498-BBB09BB13F7D}" dt="2020-10-01T11:48:15.592" v="6193" actId="1036"/>
          <ac:graphicFrameMkLst>
            <pc:docMk/>
            <pc:sldMk cId="2691991664" sldId="384"/>
            <ac:graphicFrameMk id="3" creationId="{433597B1-B998-4911-B48D-B0EB3CA09156}"/>
          </ac:graphicFrameMkLst>
        </pc:graphicFrameChg>
      </pc:sldChg>
      <pc:sldChg chg="modSp mod">
        <pc:chgData name="Ella Vetter" userId="c6918cf5-f6c0-43cc-8499-a1f635017de9" providerId="ADAL" clId="{1E532CF4-1B2C-4F24-A498-BBB09BB13F7D}" dt="2020-10-01T00:45:41.489" v="6170" actId="20577"/>
        <pc:sldMkLst>
          <pc:docMk/>
          <pc:sldMk cId="2200354968" sldId="437"/>
        </pc:sldMkLst>
        <pc:spChg chg="mod">
          <ac:chgData name="Ella Vetter" userId="c6918cf5-f6c0-43cc-8499-a1f635017de9" providerId="ADAL" clId="{1E532CF4-1B2C-4F24-A498-BBB09BB13F7D}" dt="2020-10-01T00:45:41.489" v="6170" actId="20577"/>
          <ac:spMkLst>
            <pc:docMk/>
            <pc:sldMk cId="2200354968" sldId="437"/>
            <ac:spMk id="3" creationId="{45EB9E66-99EA-4FDB-93B0-E4A835B5D931}"/>
          </ac:spMkLst>
        </pc:spChg>
      </pc:sldChg>
      <pc:sldChg chg="modSp mod">
        <pc:chgData name="Ella Vetter" userId="c6918cf5-f6c0-43cc-8499-a1f635017de9" providerId="ADAL" clId="{1E532CF4-1B2C-4F24-A498-BBB09BB13F7D}" dt="2020-10-01T00:21:24.552" v="5878" actId="20577"/>
        <pc:sldMkLst>
          <pc:docMk/>
          <pc:sldMk cId="347083658" sldId="438"/>
        </pc:sldMkLst>
        <pc:spChg chg="mod">
          <ac:chgData name="Ella Vetter" userId="c6918cf5-f6c0-43cc-8499-a1f635017de9" providerId="ADAL" clId="{1E532CF4-1B2C-4F24-A498-BBB09BB13F7D}" dt="2020-10-01T00:21:24.552" v="5878" actId="20577"/>
          <ac:spMkLst>
            <pc:docMk/>
            <pc:sldMk cId="347083658" sldId="438"/>
            <ac:spMk id="4" creationId="{7D807305-263C-4A55-8B46-5201A09ACA94}"/>
          </ac:spMkLst>
        </pc:spChg>
      </pc:sldChg>
      <pc:sldChg chg="modSp mod">
        <pc:chgData name="Ella Vetter" userId="c6918cf5-f6c0-43cc-8499-a1f635017de9" providerId="ADAL" clId="{1E532CF4-1B2C-4F24-A498-BBB09BB13F7D}" dt="2020-10-01T00:18:51.764" v="5849" actId="13926"/>
        <pc:sldMkLst>
          <pc:docMk/>
          <pc:sldMk cId="3204110114" sldId="476"/>
        </pc:sldMkLst>
        <pc:spChg chg="mod">
          <ac:chgData name="Ella Vetter" userId="c6918cf5-f6c0-43cc-8499-a1f635017de9" providerId="ADAL" clId="{1E532CF4-1B2C-4F24-A498-BBB09BB13F7D}" dt="2020-10-01T00:18:51.764" v="5849" actId="13926"/>
          <ac:spMkLst>
            <pc:docMk/>
            <pc:sldMk cId="3204110114" sldId="476"/>
            <ac:spMk id="2" creationId="{B61F98A6-6DBB-4D97-83D6-AEA1A16DE904}"/>
          </ac:spMkLst>
        </pc:spChg>
        <pc:spChg chg="mod">
          <ac:chgData name="Ella Vetter" userId="c6918cf5-f6c0-43cc-8499-a1f635017de9" providerId="ADAL" clId="{1E532CF4-1B2C-4F24-A498-BBB09BB13F7D}" dt="2020-10-01T00:17:52.974" v="5848" actId="20577"/>
          <ac:spMkLst>
            <pc:docMk/>
            <pc:sldMk cId="3204110114" sldId="476"/>
            <ac:spMk id="4" creationId="{90D3AE87-4C80-4821-9B89-ACC8B7425349}"/>
          </ac:spMkLst>
        </pc:spChg>
      </pc:sldChg>
      <pc:sldChg chg="modSp mod">
        <pc:chgData name="Ella Vetter" userId="c6918cf5-f6c0-43cc-8499-a1f635017de9" providerId="ADAL" clId="{1E532CF4-1B2C-4F24-A498-BBB09BB13F7D}" dt="2020-10-01T00:20:27" v="5876" actId="13926"/>
        <pc:sldMkLst>
          <pc:docMk/>
          <pc:sldMk cId="2955944527" sldId="478"/>
        </pc:sldMkLst>
        <pc:spChg chg="mod">
          <ac:chgData name="Ella Vetter" userId="c6918cf5-f6c0-43cc-8499-a1f635017de9" providerId="ADAL" clId="{1E532CF4-1B2C-4F24-A498-BBB09BB13F7D}" dt="2020-10-01T00:20:27" v="5876" actId="13926"/>
          <ac:spMkLst>
            <pc:docMk/>
            <pc:sldMk cId="2955944527" sldId="478"/>
            <ac:spMk id="2" creationId="{BDBD1DF1-BB00-486B-9C75-C803CDFE9DF7}"/>
          </ac:spMkLst>
        </pc:spChg>
        <pc:spChg chg="mod">
          <ac:chgData name="Ella Vetter" userId="c6918cf5-f6c0-43cc-8499-a1f635017de9" providerId="ADAL" clId="{1E532CF4-1B2C-4F24-A498-BBB09BB13F7D}" dt="2020-10-01T00:20:08.024" v="5875" actId="20577"/>
          <ac:spMkLst>
            <pc:docMk/>
            <pc:sldMk cId="2955944527" sldId="478"/>
            <ac:spMk id="4" creationId="{60DBDEAB-20DE-41B3-B482-991E5C01ED23}"/>
          </ac:spMkLst>
        </pc:spChg>
      </pc:sldChg>
      <pc:sldChg chg="modSp mod">
        <pc:chgData name="Ella Vetter" userId="c6918cf5-f6c0-43cc-8499-a1f635017de9" providerId="ADAL" clId="{1E532CF4-1B2C-4F24-A498-BBB09BB13F7D}" dt="2020-10-01T00:32:35.548" v="6042" actId="255"/>
        <pc:sldMkLst>
          <pc:docMk/>
          <pc:sldMk cId="819576546" sldId="500"/>
        </pc:sldMkLst>
        <pc:spChg chg="mod">
          <ac:chgData name="Ella Vetter" userId="c6918cf5-f6c0-43cc-8499-a1f635017de9" providerId="ADAL" clId="{1E532CF4-1B2C-4F24-A498-BBB09BB13F7D}" dt="2020-10-01T00:32:35.548" v="6042" actId="255"/>
          <ac:spMkLst>
            <pc:docMk/>
            <pc:sldMk cId="819576546" sldId="500"/>
            <ac:spMk id="6" creationId="{2BCC5B3E-053A-445C-A0BC-52916A7EEDFB}"/>
          </ac:spMkLst>
        </pc:spChg>
      </pc:sldChg>
      <pc:sldChg chg="modSp mod">
        <pc:chgData name="Ella Vetter" userId="c6918cf5-f6c0-43cc-8499-a1f635017de9" providerId="ADAL" clId="{1E532CF4-1B2C-4F24-A498-BBB09BB13F7D}" dt="2020-09-30T23:27:19.508" v="5098" actId="948"/>
        <pc:sldMkLst>
          <pc:docMk/>
          <pc:sldMk cId="4263705820" sldId="504"/>
        </pc:sldMkLst>
        <pc:spChg chg="mod">
          <ac:chgData name="Ella Vetter" userId="c6918cf5-f6c0-43cc-8499-a1f635017de9" providerId="ADAL" clId="{1E532CF4-1B2C-4F24-A498-BBB09BB13F7D}" dt="2020-09-30T23:27:19.508" v="5098" actId="948"/>
          <ac:spMkLst>
            <pc:docMk/>
            <pc:sldMk cId="4263705820" sldId="504"/>
            <ac:spMk id="4" creationId="{55E202D0-2E86-4B8C-A069-32F2D3B47B2D}"/>
          </ac:spMkLst>
        </pc:spChg>
      </pc:sldChg>
      <pc:sldChg chg="modSp mod">
        <pc:chgData name="Ella Vetter" userId="c6918cf5-f6c0-43cc-8499-a1f635017de9" providerId="ADAL" clId="{1E532CF4-1B2C-4F24-A498-BBB09BB13F7D}" dt="2020-10-01T00:36:08.488" v="6106" actId="255"/>
        <pc:sldMkLst>
          <pc:docMk/>
          <pc:sldMk cId="535974365" sldId="517"/>
        </pc:sldMkLst>
        <pc:spChg chg="mod">
          <ac:chgData name="Ella Vetter" userId="c6918cf5-f6c0-43cc-8499-a1f635017de9" providerId="ADAL" clId="{1E532CF4-1B2C-4F24-A498-BBB09BB13F7D}" dt="2020-10-01T00:36:08.488" v="6106" actId="255"/>
          <ac:spMkLst>
            <pc:docMk/>
            <pc:sldMk cId="535974365" sldId="517"/>
            <ac:spMk id="3" creationId="{B7CAE11E-CA4E-49FF-9150-90D47366A4F1}"/>
          </ac:spMkLst>
        </pc:spChg>
      </pc:sldChg>
      <pc:sldChg chg="modSp mod">
        <pc:chgData name="Ella Vetter" userId="c6918cf5-f6c0-43cc-8499-a1f635017de9" providerId="ADAL" clId="{1E532CF4-1B2C-4F24-A498-BBB09BB13F7D}" dt="2020-10-01T00:50:46.404" v="6187" actId="20577"/>
        <pc:sldMkLst>
          <pc:docMk/>
          <pc:sldMk cId="1296941216" sldId="521"/>
        </pc:sldMkLst>
        <pc:spChg chg="mod">
          <ac:chgData name="Ella Vetter" userId="c6918cf5-f6c0-43cc-8499-a1f635017de9" providerId="ADAL" clId="{1E532CF4-1B2C-4F24-A498-BBB09BB13F7D}" dt="2020-10-01T00:50:46.404" v="6187" actId="20577"/>
          <ac:spMkLst>
            <pc:docMk/>
            <pc:sldMk cId="1296941216" sldId="521"/>
            <ac:spMk id="4" creationId="{55E202D0-2E86-4B8C-A069-32F2D3B47B2D}"/>
          </ac:spMkLst>
        </pc:spChg>
      </pc:sldChg>
      <pc:sldChg chg="modSp mod">
        <pc:chgData name="Ella Vetter" userId="c6918cf5-f6c0-43cc-8499-a1f635017de9" providerId="ADAL" clId="{1E532CF4-1B2C-4F24-A498-BBB09BB13F7D}" dt="2020-10-01T11:47:49.708" v="6188" actId="20577"/>
        <pc:sldMkLst>
          <pc:docMk/>
          <pc:sldMk cId="1741378795" sldId="522"/>
        </pc:sldMkLst>
        <pc:spChg chg="mod">
          <ac:chgData name="Ella Vetter" userId="c6918cf5-f6c0-43cc-8499-a1f635017de9" providerId="ADAL" clId="{1E532CF4-1B2C-4F24-A498-BBB09BB13F7D}" dt="2020-10-01T11:47:49.708" v="6188" actId="20577"/>
          <ac:spMkLst>
            <pc:docMk/>
            <pc:sldMk cId="1741378795" sldId="522"/>
            <ac:spMk id="4" creationId="{D0A8FC7C-ED75-44F7-980E-E8EBBE2EB1A2}"/>
          </ac:spMkLst>
        </pc:spChg>
      </pc:sldChg>
      <pc:sldChg chg="addSp modSp mod">
        <pc:chgData name="Ella Vetter" userId="c6918cf5-f6c0-43cc-8499-a1f635017de9" providerId="ADAL" clId="{1E532CF4-1B2C-4F24-A498-BBB09BB13F7D}" dt="2020-10-01T00:29:09.629" v="5900" actId="13926"/>
        <pc:sldMkLst>
          <pc:docMk/>
          <pc:sldMk cId="3739750334" sldId="528"/>
        </pc:sldMkLst>
        <pc:spChg chg="mod">
          <ac:chgData name="Ella Vetter" userId="c6918cf5-f6c0-43cc-8499-a1f635017de9" providerId="ADAL" clId="{1E532CF4-1B2C-4F24-A498-BBB09BB13F7D}" dt="2020-10-01T00:29:09.629" v="5900" actId="13926"/>
          <ac:spMkLst>
            <pc:docMk/>
            <pc:sldMk cId="3739750334" sldId="528"/>
            <ac:spMk id="2" creationId="{E7BE4C21-E3E4-4780-BB84-A235055DA6EA}"/>
          </ac:spMkLst>
        </pc:spChg>
        <pc:spChg chg="add mod">
          <ac:chgData name="Ella Vetter" userId="c6918cf5-f6c0-43cc-8499-a1f635017de9" providerId="ADAL" clId="{1E532CF4-1B2C-4F24-A498-BBB09BB13F7D}" dt="2020-10-01T00:29:07.477" v="5899" actId="14100"/>
          <ac:spMkLst>
            <pc:docMk/>
            <pc:sldMk cId="3739750334" sldId="528"/>
            <ac:spMk id="4" creationId="{D92E837A-D2D3-472C-9D2E-0F338BDC1269}"/>
          </ac:spMkLst>
        </pc:spChg>
      </pc:sldChg>
      <pc:sldChg chg="modSp mod ord">
        <pc:chgData name="Ella Vetter" userId="c6918cf5-f6c0-43cc-8499-a1f635017de9" providerId="ADAL" clId="{1E532CF4-1B2C-4F24-A498-BBB09BB13F7D}" dt="2020-10-01T11:49:26.885" v="6205" actId="14100"/>
        <pc:sldMkLst>
          <pc:docMk/>
          <pc:sldMk cId="2465083848" sldId="529"/>
        </pc:sldMkLst>
        <pc:spChg chg="mod">
          <ac:chgData name="Ella Vetter" userId="c6918cf5-f6c0-43cc-8499-a1f635017de9" providerId="ADAL" clId="{1E532CF4-1B2C-4F24-A498-BBB09BB13F7D}" dt="2020-10-01T00:29:21.961" v="5905" actId="1038"/>
          <ac:spMkLst>
            <pc:docMk/>
            <pc:sldMk cId="2465083848" sldId="529"/>
            <ac:spMk id="4" creationId="{5A8CD139-BF53-4E19-8438-33DC5374D489}"/>
          </ac:spMkLst>
        </pc:spChg>
        <pc:picChg chg="mod">
          <ac:chgData name="Ella Vetter" userId="c6918cf5-f6c0-43cc-8499-a1f635017de9" providerId="ADAL" clId="{1E532CF4-1B2C-4F24-A498-BBB09BB13F7D}" dt="2020-10-01T11:49:21.944" v="6199" actId="14100"/>
          <ac:picMkLst>
            <pc:docMk/>
            <pc:sldMk cId="2465083848" sldId="529"/>
            <ac:picMk id="13" creationId="{23AD5C95-5D71-433A-B6CB-275673C300D9}"/>
          </ac:picMkLst>
        </pc:picChg>
        <pc:picChg chg="mod">
          <ac:chgData name="Ella Vetter" userId="c6918cf5-f6c0-43cc-8499-a1f635017de9" providerId="ADAL" clId="{1E532CF4-1B2C-4F24-A498-BBB09BB13F7D}" dt="2020-10-01T11:49:26.885" v="6205" actId="14100"/>
          <ac:picMkLst>
            <pc:docMk/>
            <pc:sldMk cId="2465083848" sldId="529"/>
            <ac:picMk id="15" creationId="{151B967E-8C7D-4B23-B95D-64710923ECB0}"/>
          </ac:picMkLst>
        </pc:picChg>
      </pc:sldChg>
      <pc:sldChg chg="modSp mod">
        <pc:chgData name="Ella Vetter" userId="c6918cf5-f6c0-43cc-8499-a1f635017de9" providerId="ADAL" clId="{1E532CF4-1B2C-4F24-A498-BBB09BB13F7D}" dt="2020-09-30T17:44:13.132" v="110" actId="14100"/>
        <pc:sldMkLst>
          <pc:docMk/>
          <pc:sldMk cId="3579670038" sldId="531"/>
        </pc:sldMkLst>
        <pc:spChg chg="mod">
          <ac:chgData name="Ella Vetter" userId="c6918cf5-f6c0-43cc-8499-a1f635017de9" providerId="ADAL" clId="{1E532CF4-1B2C-4F24-A498-BBB09BB13F7D}" dt="2020-09-30T17:44:13.132" v="110" actId="14100"/>
          <ac:spMkLst>
            <pc:docMk/>
            <pc:sldMk cId="3579670038" sldId="531"/>
            <ac:spMk id="3" creationId="{9ADAC16D-DA49-4C55-835F-3AB4A53EC184}"/>
          </ac:spMkLst>
        </pc:spChg>
      </pc:sldChg>
      <pc:sldChg chg="modSp mod">
        <pc:chgData name="Ella Vetter" userId="c6918cf5-f6c0-43cc-8499-a1f635017de9" providerId="ADAL" clId="{1E532CF4-1B2C-4F24-A498-BBB09BB13F7D}" dt="2020-10-01T00:46:54.469" v="6174" actId="20577"/>
        <pc:sldMkLst>
          <pc:docMk/>
          <pc:sldMk cId="2165084241" sldId="532"/>
        </pc:sldMkLst>
        <pc:spChg chg="mod">
          <ac:chgData name="Ella Vetter" userId="c6918cf5-f6c0-43cc-8499-a1f635017de9" providerId="ADAL" clId="{1E532CF4-1B2C-4F24-A498-BBB09BB13F7D}" dt="2020-10-01T00:46:54.469" v="6174" actId="20577"/>
          <ac:spMkLst>
            <pc:docMk/>
            <pc:sldMk cId="2165084241" sldId="532"/>
            <ac:spMk id="3" creationId="{9ADAC16D-DA49-4C55-835F-3AB4A53EC184}"/>
          </ac:spMkLst>
        </pc:spChg>
      </pc:sldChg>
      <pc:sldChg chg="modSp mod">
        <pc:chgData name="Ella Vetter" userId="c6918cf5-f6c0-43cc-8499-a1f635017de9" providerId="ADAL" clId="{1E532CF4-1B2C-4F24-A498-BBB09BB13F7D}" dt="2020-10-01T00:48:13.231" v="6177" actId="20577"/>
        <pc:sldMkLst>
          <pc:docMk/>
          <pc:sldMk cId="3596963511" sldId="537"/>
        </pc:sldMkLst>
        <pc:spChg chg="mod">
          <ac:chgData name="Ella Vetter" userId="c6918cf5-f6c0-43cc-8499-a1f635017de9" providerId="ADAL" clId="{1E532CF4-1B2C-4F24-A498-BBB09BB13F7D}" dt="2020-10-01T00:48:13.231" v="6177" actId="20577"/>
          <ac:spMkLst>
            <pc:docMk/>
            <pc:sldMk cId="3596963511" sldId="537"/>
            <ac:spMk id="3" creationId="{C118C100-FF98-46A5-B72D-B32FA46863BD}"/>
          </ac:spMkLst>
        </pc:spChg>
      </pc:sldChg>
      <pc:sldChg chg="modSp mod">
        <pc:chgData name="Ella Vetter" userId="c6918cf5-f6c0-43cc-8499-a1f635017de9" providerId="ADAL" clId="{1E532CF4-1B2C-4F24-A498-BBB09BB13F7D}" dt="2020-09-30T23:30:05.663" v="5213" actId="20577"/>
        <pc:sldMkLst>
          <pc:docMk/>
          <pc:sldMk cId="2863515830" sldId="538"/>
        </pc:sldMkLst>
        <pc:spChg chg="mod">
          <ac:chgData name="Ella Vetter" userId="c6918cf5-f6c0-43cc-8499-a1f635017de9" providerId="ADAL" clId="{1E532CF4-1B2C-4F24-A498-BBB09BB13F7D}" dt="2020-09-30T23:30:05.663" v="5213" actId="20577"/>
          <ac:spMkLst>
            <pc:docMk/>
            <pc:sldMk cId="2863515830" sldId="538"/>
            <ac:spMk id="3" creationId="{714EB69B-2668-4F13-A8C9-11FB69C620C3}"/>
          </ac:spMkLst>
        </pc:spChg>
      </pc:sldChg>
      <pc:sldChg chg="modSp mod">
        <pc:chgData name="Ella Vetter" userId="c6918cf5-f6c0-43cc-8499-a1f635017de9" providerId="ADAL" clId="{1E532CF4-1B2C-4F24-A498-BBB09BB13F7D}" dt="2020-10-01T12:07:09.368" v="6246" actId="14100"/>
        <pc:sldMkLst>
          <pc:docMk/>
          <pc:sldMk cId="1866711479" sldId="540"/>
        </pc:sldMkLst>
        <pc:spChg chg="mod">
          <ac:chgData name="Ella Vetter" userId="c6918cf5-f6c0-43cc-8499-a1f635017de9" providerId="ADAL" clId="{1E532CF4-1B2C-4F24-A498-BBB09BB13F7D}" dt="2020-10-01T12:07:09.368" v="6246" actId="14100"/>
          <ac:spMkLst>
            <pc:docMk/>
            <pc:sldMk cId="1866711479" sldId="540"/>
            <ac:spMk id="3" creationId="{D96A7695-6520-46CF-AF37-EAACE3CAD77F}"/>
          </ac:spMkLst>
        </pc:spChg>
      </pc:sldChg>
      <pc:sldChg chg="modSp mod">
        <pc:chgData name="Ella Vetter" userId="c6918cf5-f6c0-43cc-8499-a1f635017de9" providerId="ADAL" clId="{1E532CF4-1B2C-4F24-A498-BBB09BB13F7D}" dt="2020-10-01T00:50:20.800" v="6186" actId="20577"/>
        <pc:sldMkLst>
          <pc:docMk/>
          <pc:sldMk cId="2923023507" sldId="541"/>
        </pc:sldMkLst>
        <pc:spChg chg="mod">
          <ac:chgData name="Ella Vetter" userId="c6918cf5-f6c0-43cc-8499-a1f635017de9" providerId="ADAL" clId="{1E532CF4-1B2C-4F24-A498-BBB09BB13F7D}" dt="2020-10-01T00:50:20.800" v="6186" actId="20577"/>
          <ac:spMkLst>
            <pc:docMk/>
            <pc:sldMk cId="2923023507" sldId="541"/>
            <ac:spMk id="3" creationId="{EFD1642A-F066-4B1F-99EE-21FA7E05A841}"/>
          </ac:spMkLst>
        </pc:spChg>
      </pc:sldChg>
      <pc:sldChg chg="modSp mod">
        <pc:chgData name="Ella Vetter" userId="c6918cf5-f6c0-43cc-8499-a1f635017de9" providerId="ADAL" clId="{1E532CF4-1B2C-4F24-A498-BBB09BB13F7D}" dt="2020-10-01T12:04:49.541" v="6233" actId="20577"/>
        <pc:sldMkLst>
          <pc:docMk/>
          <pc:sldMk cId="601729793" sldId="544"/>
        </pc:sldMkLst>
        <pc:spChg chg="mod">
          <ac:chgData name="Ella Vetter" userId="c6918cf5-f6c0-43cc-8499-a1f635017de9" providerId="ADAL" clId="{1E532CF4-1B2C-4F24-A498-BBB09BB13F7D}" dt="2020-10-01T12:04:49.541" v="6233" actId="20577"/>
          <ac:spMkLst>
            <pc:docMk/>
            <pc:sldMk cId="601729793" sldId="544"/>
            <ac:spMk id="4" creationId="{AA544FF5-C4E6-4ABB-9432-9C8321384F04}"/>
          </ac:spMkLst>
        </pc:spChg>
      </pc:sldChg>
      <pc:sldChg chg="modSp mod">
        <pc:chgData name="Ella Vetter" userId="c6918cf5-f6c0-43cc-8499-a1f635017de9" providerId="ADAL" clId="{1E532CF4-1B2C-4F24-A498-BBB09BB13F7D}" dt="2020-10-01T00:49:44" v="6181" actId="20577"/>
        <pc:sldMkLst>
          <pc:docMk/>
          <pc:sldMk cId="1180223606" sldId="547"/>
        </pc:sldMkLst>
        <pc:spChg chg="mod">
          <ac:chgData name="Ella Vetter" userId="c6918cf5-f6c0-43cc-8499-a1f635017de9" providerId="ADAL" clId="{1E532CF4-1B2C-4F24-A498-BBB09BB13F7D}" dt="2020-10-01T00:49:44" v="6181" actId="20577"/>
          <ac:spMkLst>
            <pc:docMk/>
            <pc:sldMk cId="1180223606" sldId="547"/>
            <ac:spMk id="4" creationId="{BD473C97-804B-445B-B815-BF5507F7EDFF}"/>
          </ac:spMkLst>
        </pc:spChg>
      </pc:sldChg>
      <pc:sldChg chg="modSp mod">
        <pc:chgData name="Ella Vetter" userId="c6918cf5-f6c0-43cc-8499-a1f635017de9" providerId="ADAL" clId="{1E532CF4-1B2C-4F24-A498-BBB09BB13F7D}" dt="2020-10-01T00:25:19.247" v="5895" actId="13926"/>
        <pc:sldMkLst>
          <pc:docMk/>
          <pc:sldMk cId="3607844783" sldId="549"/>
        </pc:sldMkLst>
        <pc:spChg chg="mod">
          <ac:chgData name="Ella Vetter" userId="c6918cf5-f6c0-43cc-8499-a1f635017de9" providerId="ADAL" clId="{1E532CF4-1B2C-4F24-A498-BBB09BB13F7D}" dt="2020-10-01T00:25:19.247" v="5895" actId="13926"/>
          <ac:spMkLst>
            <pc:docMk/>
            <pc:sldMk cId="3607844783" sldId="549"/>
            <ac:spMk id="2" creationId="{7A11ED56-0FB3-481B-8224-129537D56972}"/>
          </ac:spMkLst>
        </pc:spChg>
        <pc:spChg chg="mod">
          <ac:chgData name="Ella Vetter" userId="c6918cf5-f6c0-43cc-8499-a1f635017de9" providerId="ADAL" clId="{1E532CF4-1B2C-4F24-A498-BBB09BB13F7D}" dt="2020-10-01T00:25:03.916" v="5894" actId="20577"/>
          <ac:spMkLst>
            <pc:docMk/>
            <pc:sldMk cId="3607844783" sldId="549"/>
            <ac:spMk id="4" creationId="{B91D268C-468F-4C85-AF9F-F6E27BE63C71}"/>
          </ac:spMkLst>
        </pc:spChg>
      </pc:sldChg>
      <pc:sldChg chg="modSp mod">
        <pc:chgData name="Ella Vetter" userId="c6918cf5-f6c0-43cc-8499-a1f635017de9" providerId="ADAL" clId="{1E532CF4-1B2C-4F24-A498-BBB09BB13F7D}" dt="2020-10-01T12:06:22.406" v="6235" actId="255"/>
        <pc:sldMkLst>
          <pc:docMk/>
          <pc:sldMk cId="996872805" sldId="550"/>
        </pc:sldMkLst>
        <pc:spChg chg="mod">
          <ac:chgData name="Ella Vetter" userId="c6918cf5-f6c0-43cc-8499-a1f635017de9" providerId="ADAL" clId="{1E532CF4-1B2C-4F24-A498-BBB09BB13F7D}" dt="2020-10-01T12:06:22.406" v="6235" actId="255"/>
          <ac:spMkLst>
            <pc:docMk/>
            <pc:sldMk cId="996872805" sldId="550"/>
            <ac:spMk id="4" creationId="{94FC043F-2871-4D5E-8540-2C408929A441}"/>
          </ac:spMkLst>
        </pc:spChg>
      </pc:sldChg>
      <pc:sldChg chg="modSp mod">
        <pc:chgData name="Ella Vetter" userId="c6918cf5-f6c0-43cc-8499-a1f635017de9" providerId="ADAL" clId="{1E532CF4-1B2C-4F24-A498-BBB09BB13F7D}" dt="2020-10-01T12:06:39.564" v="6238" actId="2710"/>
        <pc:sldMkLst>
          <pc:docMk/>
          <pc:sldMk cId="984237178" sldId="551"/>
        </pc:sldMkLst>
        <pc:spChg chg="mod">
          <ac:chgData name="Ella Vetter" userId="c6918cf5-f6c0-43cc-8499-a1f635017de9" providerId="ADAL" clId="{1E532CF4-1B2C-4F24-A498-BBB09BB13F7D}" dt="2020-10-01T12:06:39.564" v="6238" actId="2710"/>
          <ac:spMkLst>
            <pc:docMk/>
            <pc:sldMk cId="984237178" sldId="551"/>
            <ac:spMk id="4" creationId="{F44A783D-0F97-45CA-B01F-3AF65E58B53C}"/>
          </ac:spMkLst>
        </pc:spChg>
      </pc:sldChg>
      <pc:sldChg chg="modSp mod">
        <pc:chgData name="Ella Vetter" userId="c6918cf5-f6c0-43cc-8499-a1f635017de9" providerId="ADAL" clId="{1E532CF4-1B2C-4F24-A498-BBB09BB13F7D}" dt="2020-10-01T12:06:48.407" v="6244" actId="1036"/>
        <pc:sldMkLst>
          <pc:docMk/>
          <pc:sldMk cId="2187190979" sldId="552"/>
        </pc:sldMkLst>
        <pc:spChg chg="mod">
          <ac:chgData name="Ella Vetter" userId="c6918cf5-f6c0-43cc-8499-a1f635017de9" providerId="ADAL" clId="{1E532CF4-1B2C-4F24-A498-BBB09BB13F7D}" dt="2020-10-01T12:06:45.462" v="6239" actId="255"/>
          <ac:spMkLst>
            <pc:docMk/>
            <pc:sldMk cId="2187190979" sldId="552"/>
            <ac:spMk id="4" creationId="{406286F6-510E-42DD-B3DE-FE5622D030B2}"/>
          </ac:spMkLst>
        </pc:spChg>
        <pc:picChg chg="mod">
          <ac:chgData name="Ella Vetter" userId="c6918cf5-f6c0-43cc-8499-a1f635017de9" providerId="ADAL" clId="{1E532CF4-1B2C-4F24-A498-BBB09BB13F7D}" dt="2020-10-01T12:06:48.407" v="6244" actId="1036"/>
          <ac:picMkLst>
            <pc:docMk/>
            <pc:sldMk cId="2187190979" sldId="552"/>
            <ac:picMk id="6" creationId="{566CAC6E-93E9-4A49-9D98-FDBC797B8DAE}"/>
          </ac:picMkLst>
        </pc:picChg>
      </pc:sldChg>
      <pc:sldChg chg="modSp mod">
        <pc:chgData name="Ella Vetter" userId="c6918cf5-f6c0-43cc-8499-a1f635017de9" providerId="ADAL" clId="{1E532CF4-1B2C-4F24-A498-BBB09BB13F7D}" dt="2020-10-01T00:37:00.330" v="6109" actId="255"/>
        <pc:sldMkLst>
          <pc:docMk/>
          <pc:sldMk cId="1696869649" sldId="553"/>
        </pc:sldMkLst>
        <pc:spChg chg="mod">
          <ac:chgData name="Ella Vetter" userId="c6918cf5-f6c0-43cc-8499-a1f635017de9" providerId="ADAL" clId="{1E532CF4-1B2C-4F24-A498-BBB09BB13F7D}" dt="2020-10-01T00:37:00.330" v="6109" actId="255"/>
          <ac:spMkLst>
            <pc:docMk/>
            <pc:sldMk cId="1696869649" sldId="553"/>
            <ac:spMk id="4" creationId="{3CC80722-C3D3-4860-A56B-140E71EF052A}"/>
          </ac:spMkLst>
        </pc:spChg>
      </pc:sldChg>
      <pc:sldChg chg="modSp mod">
        <pc:chgData name="Ella Vetter" userId="c6918cf5-f6c0-43cc-8499-a1f635017de9" providerId="ADAL" clId="{1E532CF4-1B2C-4F24-A498-BBB09BB13F7D}" dt="2020-10-01T12:06:31.508" v="6236" actId="255"/>
        <pc:sldMkLst>
          <pc:docMk/>
          <pc:sldMk cId="97517510" sldId="554"/>
        </pc:sldMkLst>
        <pc:spChg chg="mod">
          <ac:chgData name="Ella Vetter" userId="c6918cf5-f6c0-43cc-8499-a1f635017de9" providerId="ADAL" clId="{1E532CF4-1B2C-4F24-A498-BBB09BB13F7D}" dt="2020-10-01T12:06:31.508" v="6236" actId="255"/>
          <ac:spMkLst>
            <pc:docMk/>
            <pc:sldMk cId="97517510" sldId="554"/>
            <ac:spMk id="4" creationId="{A27FE0AD-5415-4D02-820E-36064C400A66}"/>
          </ac:spMkLst>
        </pc:spChg>
      </pc:sldChg>
      <pc:sldChg chg="modSp mod">
        <pc:chgData name="Ella Vetter" userId="c6918cf5-f6c0-43cc-8499-a1f635017de9" providerId="ADAL" clId="{1E532CF4-1B2C-4F24-A498-BBB09BB13F7D}" dt="2020-10-01T00:37:40.481" v="6117" actId="1035"/>
        <pc:sldMkLst>
          <pc:docMk/>
          <pc:sldMk cId="3909475700" sldId="557"/>
        </pc:sldMkLst>
        <pc:spChg chg="mod">
          <ac:chgData name="Ella Vetter" userId="c6918cf5-f6c0-43cc-8499-a1f635017de9" providerId="ADAL" clId="{1E532CF4-1B2C-4F24-A498-BBB09BB13F7D}" dt="2020-10-01T00:37:40.481" v="6117" actId="1035"/>
          <ac:spMkLst>
            <pc:docMk/>
            <pc:sldMk cId="3909475700" sldId="557"/>
            <ac:spMk id="11" creationId="{18ABF541-93D4-439E-8A6D-61906440A891}"/>
          </ac:spMkLst>
        </pc:spChg>
      </pc:sldChg>
      <pc:sldChg chg="modSp mod">
        <pc:chgData name="Ella Vetter" userId="c6918cf5-f6c0-43cc-8499-a1f635017de9" providerId="ADAL" clId="{1E532CF4-1B2C-4F24-A498-BBB09BB13F7D}" dt="2020-10-01T00:37:16.162" v="6110" actId="403"/>
        <pc:sldMkLst>
          <pc:docMk/>
          <pc:sldMk cId="1423406004" sldId="558"/>
        </pc:sldMkLst>
        <pc:spChg chg="mod">
          <ac:chgData name="Ella Vetter" userId="c6918cf5-f6c0-43cc-8499-a1f635017de9" providerId="ADAL" clId="{1E532CF4-1B2C-4F24-A498-BBB09BB13F7D}" dt="2020-10-01T00:37:16.162" v="6110" actId="403"/>
          <ac:spMkLst>
            <pc:docMk/>
            <pc:sldMk cId="1423406004" sldId="558"/>
            <ac:spMk id="6" creationId="{FDE3396A-6707-4A92-BF48-8C76E0A5B6B3}"/>
          </ac:spMkLst>
        </pc:spChg>
      </pc:sldChg>
      <pc:sldChg chg="modSp mod">
        <pc:chgData name="Ella Vetter" userId="c6918cf5-f6c0-43cc-8499-a1f635017de9" providerId="ADAL" clId="{1E532CF4-1B2C-4F24-A498-BBB09BB13F7D}" dt="2020-10-01T00:38:09.692" v="6119" actId="948"/>
        <pc:sldMkLst>
          <pc:docMk/>
          <pc:sldMk cId="733105894" sldId="559"/>
        </pc:sldMkLst>
        <pc:spChg chg="mod">
          <ac:chgData name="Ella Vetter" userId="c6918cf5-f6c0-43cc-8499-a1f635017de9" providerId="ADAL" clId="{1E532CF4-1B2C-4F24-A498-BBB09BB13F7D}" dt="2020-10-01T00:38:09.692" v="6119" actId="948"/>
          <ac:spMkLst>
            <pc:docMk/>
            <pc:sldMk cId="733105894" sldId="559"/>
            <ac:spMk id="4" creationId="{32E7A8FA-1526-4ADA-97C0-D95038C1F3DE}"/>
          </ac:spMkLst>
        </pc:spChg>
      </pc:sldChg>
      <pc:sldChg chg="modSp mod">
        <pc:chgData name="Ella Vetter" userId="c6918cf5-f6c0-43cc-8499-a1f635017de9" providerId="ADAL" clId="{1E532CF4-1B2C-4F24-A498-BBB09BB13F7D}" dt="2020-10-01T00:38:26.634" v="6123" actId="1035"/>
        <pc:sldMkLst>
          <pc:docMk/>
          <pc:sldMk cId="3422477307" sldId="560"/>
        </pc:sldMkLst>
        <pc:spChg chg="mod">
          <ac:chgData name="Ella Vetter" userId="c6918cf5-f6c0-43cc-8499-a1f635017de9" providerId="ADAL" clId="{1E532CF4-1B2C-4F24-A498-BBB09BB13F7D}" dt="2020-10-01T00:38:26.634" v="6123" actId="1035"/>
          <ac:spMkLst>
            <pc:docMk/>
            <pc:sldMk cId="3422477307" sldId="560"/>
            <ac:spMk id="4" creationId="{D8C48A13-4D2A-4692-A1E9-D9EFD5003418}"/>
          </ac:spMkLst>
        </pc:spChg>
      </pc:sldChg>
      <pc:sldChg chg="modSp mod">
        <pc:chgData name="Ella Vetter" userId="c6918cf5-f6c0-43cc-8499-a1f635017de9" providerId="ADAL" clId="{1E532CF4-1B2C-4F24-A498-BBB09BB13F7D}" dt="2020-10-01T00:38:40.083" v="6128" actId="255"/>
        <pc:sldMkLst>
          <pc:docMk/>
          <pc:sldMk cId="263213698" sldId="561"/>
        </pc:sldMkLst>
        <pc:spChg chg="mod">
          <ac:chgData name="Ella Vetter" userId="c6918cf5-f6c0-43cc-8499-a1f635017de9" providerId="ADAL" clId="{1E532CF4-1B2C-4F24-A498-BBB09BB13F7D}" dt="2020-10-01T00:38:40.083" v="6128" actId="255"/>
          <ac:spMkLst>
            <pc:docMk/>
            <pc:sldMk cId="263213698" sldId="561"/>
            <ac:spMk id="4" creationId="{345576F9-C1F1-439E-A1D0-6290F4ED6894}"/>
          </ac:spMkLst>
        </pc:spChg>
      </pc:sldChg>
      <pc:sldChg chg="modSp mod">
        <pc:chgData name="Ella Vetter" userId="c6918cf5-f6c0-43cc-8499-a1f635017de9" providerId="ADAL" clId="{1E532CF4-1B2C-4F24-A498-BBB09BB13F7D}" dt="2020-10-01T12:08:44.034" v="6257" actId="20577"/>
        <pc:sldMkLst>
          <pc:docMk/>
          <pc:sldMk cId="3281482699" sldId="563"/>
        </pc:sldMkLst>
        <pc:spChg chg="mod">
          <ac:chgData name="Ella Vetter" userId="c6918cf5-f6c0-43cc-8499-a1f635017de9" providerId="ADAL" clId="{1E532CF4-1B2C-4F24-A498-BBB09BB13F7D}" dt="2020-10-01T12:08:34.088" v="6251" actId="1035"/>
          <ac:spMkLst>
            <pc:docMk/>
            <pc:sldMk cId="3281482699" sldId="563"/>
            <ac:spMk id="4" creationId="{32E7A8FA-1526-4ADA-97C0-D95038C1F3DE}"/>
          </ac:spMkLst>
        </pc:spChg>
        <pc:spChg chg="mod">
          <ac:chgData name="Ella Vetter" userId="c6918cf5-f6c0-43cc-8499-a1f635017de9" providerId="ADAL" clId="{1E532CF4-1B2C-4F24-A498-BBB09BB13F7D}" dt="2020-10-01T12:08:44.034" v="6257" actId="20577"/>
          <ac:spMkLst>
            <pc:docMk/>
            <pc:sldMk cId="3281482699" sldId="563"/>
            <ac:spMk id="6" creationId="{945682FA-4461-4DFF-8486-24F12DB9E684}"/>
          </ac:spMkLst>
        </pc:spChg>
      </pc:sldChg>
      <pc:sldChg chg="modSp mod">
        <pc:chgData name="Ella Vetter" userId="c6918cf5-f6c0-43cc-8499-a1f635017de9" providerId="ADAL" clId="{1E532CF4-1B2C-4F24-A498-BBB09BB13F7D}" dt="2020-10-01T00:38:29.527" v="6124" actId="403"/>
        <pc:sldMkLst>
          <pc:docMk/>
          <pc:sldMk cId="1778333422" sldId="564"/>
        </pc:sldMkLst>
        <pc:spChg chg="mod">
          <ac:chgData name="Ella Vetter" userId="c6918cf5-f6c0-43cc-8499-a1f635017de9" providerId="ADAL" clId="{1E532CF4-1B2C-4F24-A498-BBB09BB13F7D}" dt="2020-10-01T00:38:29.527" v="6124" actId="403"/>
          <ac:spMkLst>
            <pc:docMk/>
            <pc:sldMk cId="1778333422" sldId="564"/>
            <ac:spMk id="4" creationId="{D8C48A13-4D2A-4692-A1E9-D9EFD5003418}"/>
          </ac:spMkLst>
        </pc:spChg>
      </pc:sldChg>
      <pc:sldChg chg="modSp mod">
        <pc:chgData name="Ella Vetter" userId="c6918cf5-f6c0-43cc-8499-a1f635017de9" providerId="ADAL" clId="{1E532CF4-1B2C-4F24-A498-BBB09BB13F7D}" dt="2020-10-01T00:39:06.972" v="6133" actId="948"/>
        <pc:sldMkLst>
          <pc:docMk/>
          <pc:sldMk cId="4049458046" sldId="565"/>
        </pc:sldMkLst>
        <pc:spChg chg="mod">
          <ac:chgData name="Ella Vetter" userId="c6918cf5-f6c0-43cc-8499-a1f635017de9" providerId="ADAL" clId="{1E532CF4-1B2C-4F24-A498-BBB09BB13F7D}" dt="2020-10-01T00:39:06.972" v="6133" actId="948"/>
          <ac:spMkLst>
            <pc:docMk/>
            <pc:sldMk cId="4049458046" sldId="565"/>
            <ac:spMk id="3" creationId="{55F5B11A-5843-4F0D-838C-C44331D476F9}"/>
          </ac:spMkLst>
        </pc:spChg>
      </pc:sldChg>
      <pc:sldChg chg="modSp mod">
        <pc:chgData name="Ella Vetter" userId="c6918cf5-f6c0-43cc-8499-a1f635017de9" providerId="ADAL" clId="{1E532CF4-1B2C-4F24-A498-BBB09BB13F7D}" dt="2020-10-01T00:39:12.471" v="6134" actId="255"/>
        <pc:sldMkLst>
          <pc:docMk/>
          <pc:sldMk cId="3032255115" sldId="566"/>
        </pc:sldMkLst>
        <pc:spChg chg="mod">
          <ac:chgData name="Ella Vetter" userId="c6918cf5-f6c0-43cc-8499-a1f635017de9" providerId="ADAL" clId="{1E532CF4-1B2C-4F24-A498-BBB09BB13F7D}" dt="2020-10-01T00:39:12.471" v="6134" actId="255"/>
          <ac:spMkLst>
            <pc:docMk/>
            <pc:sldMk cId="3032255115" sldId="566"/>
            <ac:spMk id="13" creationId="{AA162E36-9A45-4ACF-B5F1-5B2C239B5632}"/>
          </ac:spMkLst>
        </pc:spChg>
      </pc:sldChg>
      <pc:sldChg chg="modSp mod">
        <pc:chgData name="Ella Vetter" userId="c6918cf5-f6c0-43cc-8499-a1f635017de9" providerId="ADAL" clId="{1E532CF4-1B2C-4F24-A498-BBB09BB13F7D}" dt="2020-10-01T00:39:25.831" v="6138" actId="255"/>
        <pc:sldMkLst>
          <pc:docMk/>
          <pc:sldMk cId="3634661200" sldId="567"/>
        </pc:sldMkLst>
        <pc:spChg chg="mod">
          <ac:chgData name="Ella Vetter" userId="c6918cf5-f6c0-43cc-8499-a1f635017de9" providerId="ADAL" clId="{1E532CF4-1B2C-4F24-A498-BBB09BB13F7D}" dt="2020-10-01T00:39:25.831" v="6138" actId="255"/>
          <ac:spMkLst>
            <pc:docMk/>
            <pc:sldMk cId="3634661200" sldId="567"/>
            <ac:spMk id="15" creationId="{4430B28D-E323-4B29-8B96-DE4849E0AF4C}"/>
          </ac:spMkLst>
        </pc:spChg>
      </pc:sldChg>
      <pc:sldChg chg="modSp mod">
        <pc:chgData name="Ella Vetter" userId="c6918cf5-f6c0-43cc-8499-a1f635017de9" providerId="ADAL" clId="{1E532CF4-1B2C-4F24-A498-BBB09BB13F7D}" dt="2020-10-01T00:39:48.892" v="6166" actId="1037"/>
        <pc:sldMkLst>
          <pc:docMk/>
          <pc:sldMk cId="3996039514" sldId="568"/>
        </pc:sldMkLst>
        <pc:spChg chg="mod">
          <ac:chgData name="Ella Vetter" userId="c6918cf5-f6c0-43cc-8499-a1f635017de9" providerId="ADAL" clId="{1E532CF4-1B2C-4F24-A498-BBB09BB13F7D}" dt="2020-10-01T00:39:44.832" v="6149" actId="1035"/>
          <ac:spMkLst>
            <pc:docMk/>
            <pc:sldMk cId="3996039514" sldId="568"/>
            <ac:spMk id="13" creationId="{84932422-5AEA-4B6D-A040-5B7905A8F4CE}"/>
          </ac:spMkLst>
        </pc:spChg>
        <pc:grpChg chg="mod">
          <ac:chgData name="Ella Vetter" userId="c6918cf5-f6c0-43cc-8499-a1f635017de9" providerId="ADAL" clId="{1E532CF4-1B2C-4F24-A498-BBB09BB13F7D}" dt="2020-10-01T00:39:48.892" v="6166" actId="1037"/>
          <ac:grpSpMkLst>
            <pc:docMk/>
            <pc:sldMk cId="3996039514" sldId="568"/>
            <ac:grpSpMk id="12" creationId="{AA34DFC1-0B58-423E-81B8-2FF34F387DCD}"/>
          </ac:grpSpMkLst>
        </pc:grpChg>
      </pc:sldChg>
      <pc:sldChg chg="addSp delSp modSp del mod">
        <pc:chgData name="Ella Vetter" userId="c6918cf5-f6c0-43cc-8499-a1f635017de9" providerId="ADAL" clId="{1E532CF4-1B2C-4F24-A498-BBB09BB13F7D}" dt="2020-09-30T19:14:57.545" v="1478" actId="47"/>
        <pc:sldMkLst>
          <pc:docMk/>
          <pc:sldMk cId="2943940947" sldId="573"/>
        </pc:sldMkLst>
        <pc:spChg chg="add del mod">
          <ac:chgData name="Ella Vetter" userId="c6918cf5-f6c0-43cc-8499-a1f635017de9" providerId="ADAL" clId="{1E532CF4-1B2C-4F24-A498-BBB09BB13F7D}" dt="2020-09-30T19:09:13.442" v="1333" actId="478"/>
          <ac:spMkLst>
            <pc:docMk/>
            <pc:sldMk cId="2943940947" sldId="573"/>
            <ac:spMk id="4" creationId="{BC83DD66-4991-4D6A-9A79-7BC458186773}"/>
          </ac:spMkLst>
        </pc:spChg>
        <pc:spChg chg="del mod">
          <ac:chgData name="Ella Vetter" userId="c6918cf5-f6c0-43cc-8499-a1f635017de9" providerId="ADAL" clId="{1E532CF4-1B2C-4F24-A498-BBB09BB13F7D}" dt="2020-09-30T19:13:31.150" v="1455" actId="21"/>
          <ac:spMkLst>
            <pc:docMk/>
            <pc:sldMk cId="2943940947" sldId="573"/>
            <ac:spMk id="11" creationId="{CBAE4FCD-8571-4AE1-8C06-5E10D1C40574}"/>
          </ac:spMkLst>
        </pc:spChg>
        <pc:spChg chg="del">
          <ac:chgData name="Ella Vetter" userId="c6918cf5-f6c0-43cc-8499-a1f635017de9" providerId="ADAL" clId="{1E532CF4-1B2C-4F24-A498-BBB09BB13F7D}" dt="2020-09-30T19:09:11.790" v="1332" actId="478"/>
          <ac:spMkLst>
            <pc:docMk/>
            <pc:sldMk cId="2943940947" sldId="573"/>
            <ac:spMk id="18" creationId="{A669795E-286F-4D77-A87B-86C045C37E2C}"/>
          </ac:spMkLst>
        </pc:spChg>
      </pc:sldChg>
      <pc:sldChg chg="add del mod modShow">
        <pc:chgData name="Ella Vetter" userId="c6918cf5-f6c0-43cc-8499-a1f635017de9" providerId="ADAL" clId="{1E532CF4-1B2C-4F24-A498-BBB09BB13F7D}" dt="2020-09-30T21:04:14.752" v="3417" actId="47"/>
        <pc:sldMkLst>
          <pc:docMk/>
          <pc:sldMk cId="3296451350" sldId="574"/>
        </pc:sldMkLst>
      </pc:sldChg>
      <pc:sldChg chg="del">
        <pc:chgData name="Ella Vetter" userId="c6918cf5-f6c0-43cc-8499-a1f635017de9" providerId="ADAL" clId="{1E532CF4-1B2C-4F24-A498-BBB09BB13F7D}" dt="2020-09-30T20:48:12.978" v="3410" actId="2696"/>
        <pc:sldMkLst>
          <pc:docMk/>
          <pc:sldMk cId="3740828287" sldId="575"/>
        </pc:sldMkLst>
      </pc:sldChg>
      <pc:sldChg chg="del">
        <pc:chgData name="Ella Vetter" userId="c6918cf5-f6c0-43cc-8499-a1f635017de9" providerId="ADAL" clId="{1E532CF4-1B2C-4F24-A498-BBB09BB13F7D}" dt="2020-09-30T21:45:10.523" v="3859" actId="47"/>
        <pc:sldMkLst>
          <pc:docMk/>
          <pc:sldMk cId="846558678" sldId="576"/>
        </pc:sldMkLst>
      </pc:sldChg>
      <pc:sldChg chg="del">
        <pc:chgData name="Ella Vetter" userId="c6918cf5-f6c0-43cc-8499-a1f635017de9" providerId="ADAL" clId="{1E532CF4-1B2C-4F24-A498-BBB09BB13F7D}" dt="2020-09-30T23:25:27.088" v="5049" actId="47"/>
        <pc:sldMkLst>
          <pc:docMk/>
          <pc:sldMk cId="139356752" sldId="577"/>
        </pc:sldMkLst>
      </pc:sldChg>
      <pc:sldChg chg="del">
        <pc:chgData name="Ella Vetter" userId="c6918cf5-f6c0-43cc-8499-a1f635017de9" providerId="ADAL" clId="{1E532CF4-1B2C-4F24-A498-BBB09BB13F7D}" dt="2020-09-30T21:45:10.523" v="3859" actId="47"/>
        <pc:sldMkLst>
          <pc:docMk/>
          <pc:sldMk cId="1377520477" sldId="578"/>
        </pc:sldMkLst>
      </pc:sldChg>
      <pc:sldChg chg="addSp delSp modSp new mod">
        <pc:chgData name="Ella Vetter" userId="c6918cf5-f6c0-43cc-8499-a1f635017de9" providerId="ADAL" clId="{1E532CF4-1B2C-4F24-A498-BBB09BB13F7D}" dt="2020-09-30T17:44:09.354" v="109" actId="123"/>
        <pc:sldMkLst>
          <pc:docMk/>
          <pc:sldMk cId="2635071667" sldId="581"/>
        </pc:sldMkLst>
        <pc:spChg chg="mod">
          <ac:chgData name="Ella Vetter" userId="c6918cf5-f6c0-43cc-8499-a1f635017de9" providerId="ADAL" clId="{1E532CF4-1B2C-4F24-A498-BBB09BB13F7D}" dt="2020-09-30T14:20:18.384" v="14" actId="20577"/>
          <ac:spMkLst>
            <pc:docMk/>
            <pc:sldMk cId="2635071667" sldId="581"/>
            <ac:spMk id="2" creationId="{D3421CF7-1E84-48E9-BD8F-AA334880F6F8}"/>
          </ac:spMkLst>
        </pc:spChg>
        <pc:spChg chg="del">
          <ac:chgData name="Ella Vetter" userId="c6918cf5-f6c0-43cc-8499-a1f635017de9" providerId="ADAL" clId="{1E532CF4-1B2C-4F24-A498-BBB09BB13F7D}" dt="2020-09-30T14:20:20.930" v="15" actId="478"/>
          <ac:spMkLst>
            <pc:docMk/>
            <pc:sldMk cId="2635071667" sldId="581"/>
            <ac:spMk id="3" creationId="{A10610F9-E9B2-4077-9873-E878BB66EC26}"/>
          </ac:spMkLst>
        </pc:spChg>
        <pc:spChg chg="add mod">
          <ac:chgData name="Ella Vetter" userId="c6918cf5-f6c0-43cc-8499-a1f635017de9" providerId="ADAL" clId="{1E532CF4-1B2C-4F24-A498-BBB09BB13F7D}" dt="2020-09-30T17:44:09.354" v="109" actId="123"/>
          <ac:spMkLst>
            <pc:docMk/>
            <pc:sldMk cId="2635071667" sldId="581"/>
            <ac:spMk id="4" creationId="{71B5FFAE-5E04-4D23-83EF-93E0D3619395}"/>
          </ac:spMkLst>
        </pc:spChg>
        <pc:picChg chg="add mod">
          <ac:chgData name="Ella Vetter" userId="c6918cf5-f6c0-43cc-8499-a1f635017de9" providerId="ADAL" clId="{1E532CF4-1B2C-4F24-A498-BBB09BB13F7D}" dt="2020-09-30T17:44:07.133" v="108" actId="14100"/>
          <ac:picMkLst>
            <pc:docMk/>
            <pc:sldMk cId="2635071667" sldId="581"/>
            <ac:picMk id="5" creationId="{15E57A74-11AA-43A3-BCA1-3A0C437F2E93}"/>
          </ac:picMkLst>
        </pc:picChg>
        <pc:picChg chg="del mod">
          <ac:chgData name="Ella Vetter" userId="c6918cf5-f6c0-43cc-8499-a1f635017de9" providerId="ADAL" clId="{1E532CF4-1B2C-4F24-A498-BBB09BB13F7D}" dt="2020-09-30T17:43:38.343" v="105" actId="478"/>
          <ac:picMkLst>
            <pc:docMk/>
            <pc:sldMk cId="2635071667" sldId="581"/>
            <ac:picMk id="8" creationId="{A29D39B1-18C4-4249-AF87-EA804015929D}"/>
          </ac:picMkLst>
        </pc:picChg>
      </pc:sldChg>
      <pc:sldChg chg="addSp delSp modSp new mod">
        <pc:chgData name="Ella Vetter" userId="c6918cf5-f6c0-43cc-8499-a1f635017de9" providerId="ADAL" clId="{1E532CF4-1B2C-4F24-A498-BBB09BB13F7D}" dt="2020-09-30T17:45:19.342" v="121" actId="14100"/>
        <pc:sldMkLst>
          <pc:docMk/>
          <pc:sldMk cId="1442305677" sldId="582"/>
        </pc:sldMkLst>
        <pc:spChg chg="mod">
          <ac:chgData name="Ella Vetter" userId="c6918cf5-f6c0-43cc-8499-a1f635017de9" providerId="ADAL" clId="{1E532CF4-1B2C-4F24-A498-BBB09BB13F7D}" dt="2020-09-30T14:21:35.601" v="73" actId="20577"/>
          <ac:spMkLst>
            <pc:docMk/>
            <pc:sldMk cId="1442305677" sldId="582"/>
            <ac:spMk id="2" creationId="{AFC2A433-5074-4FDF-8EBC-E8E168B9A115}"/>
          </ac:spMkLst>
        </pc:spChg>
        <pc:spChg chg="del">
          <ac:chgData name="Ella Vetter" userId="c6918cf5-f6c0-43cc-8499-a1f635017de9" providerId="ADAL" clId="{1E532CF4-1B2C-4F24-A498-BBB09BB13F7D}" dt="2020-09-30T14:22:30.157" v="74" actId="478"/>
          <ac:spMkLst>
            <pc:docMk/>
            <pc:sldMk cId="1442305677" sldId="582"/>
            <ac:spMk id="3" creationId="{2C5FB8F9-5BCD-4F18-90C7-6075060CC153}"/>
          </ac:spMkLst>
        </pc:spChg>
        <pc:spChg chg="add mod">
          <ac:chgData name="Ella Vetter" userId="c6918cf5-f6c0-43cc-8499-a1f635017de9" providerId="ADAL" clId="{1E532CF4-1B2C-4F24-A498-BBB09BB13F7D}" dt="2020-09-30T17:45:19.342" v="121" actId="14100"/>
          <ac:spMkLst>
            <pc:docMk/>
            <pc:sldMk cId="1442305677" sldId="582"/>
            <ac:spMk id="4" creationId="{3EDE7F38-FE92-4989-BD66-3E86E792744B}"/>
          </ac:spMkLst>
        </pc:spChg>
        <pc:grpChg chg="add mod">
          <ac:chgData name="Ella Vetter" userId="c6918cf5-f6c0-43cc-8499-a1f635017de9" providerId="ADAL" clId="{1E532CF4-1B2C-4F24-A498-BBB09BB13F7D}" dt="2020-09-30T17:45:10.376" v="120" actId="14100"/>
          <ac:grpSpMkLst>
            <pc:docMk/>
            <pc:sldMk cId="1442305677" sldId="582"/>
            <ac:grpSpMk id="8" creationId="{461D65D5-4445-4364-8D6B-6B95466DE4A2}"/>
          </ac:grpSpMkLst>
        </pc:grpChg>
        <pc:picChg chg="add mod modCrop">
          <ac:chgData name="Ella Vetter" userId="c6918cf5-f6c0-43cc-8499-a1f635017de9" providerId="ADAL" clId="{1E532CF4-1B2C-4F24-A498-BBB09BB13F7D}" dt="2020-09-30T17:45:06.639" v="118" actId="164"/>
          <ac:picMkLst>
            <pc:docMk/>
            <pc:sldMk cId="1442305677" sldId="582"/>
            <ac:picMk id="5" creationId="{9105E238-28CA-4DE7-BDE1-A5270D6DC2DF}"/>
          </ac:picMkLst>
        </pc:picChg>
        <pc:picChg chg="add mod modCrop">
          <ac:chgData name="Ella Vetter" userId="c6918cf5-f6c0-43cc-8499-a1f635017de9" providerId="ADAL" clId="{1E532CF4-1B2C-4F24-A498-BBB09BB13F7D}" dt="2020-09-30T17:45:06.639" v="118" actId="164"/>
          <ac:picMkLst>
            <pc:docMk/>
            <pc:sldMk cId="1442305677" sldId="582"/>
            <ac:picMk id="6" creationId="{29C7880C-BE7D-4FD3-8AAD-8315499ACBD7}"/>
          </ac:picMkLst>
        </pc:picChg>
        <pc:picChg chg="del">
          <ac:chgData name="Ella Vetter" userId="c6918cf5-f6c0-43cc-8499-a1f635017de9" providerId="ADAL" clId="{1E532CF4-1B2C-4F24-A498-BBB09BB13F7D}" dt="2020-09-30T17:44:56.104" v="111" actId="478"/>
          <ac:picMkLst>
            <pc:docMk/>
            <pc:sldMk cId="1442305677" sldId="582"/>
            <ac:picMk id="10" creationId="{2A603E84-FC64-4A47-B828-9FAC73286B37}"/>
          </ac:picMkLst>
        </pc:picChg>
      </pc:sldChg>
      <pc:sldChg chg="addSp delSp modSp mod">
        <pc:chgData name="Ella Vetter" userId="c6918cf5-f6c0-43cc-8499-a1f635017de9" providerId="ADAL" clId="{1E532CF4-1B2C-4F24-A498-BBB09BB13F7D}" dt="2020-09-30T17:48:39.373" v="189" actId="1076"/>
        <pc:sldMkLst>
          <pc:docMk/>
          <pc:sldMk cId="2159380722" sldId="583"/>
        </pc:sldMkLst>
        <pc:spChg chg="mod">
          <ac:chgData name="Ella Vetter" userId="c6918cf5-f6c0-43cc-8499-a1f635017de9" providerId="ADAL" clId="{1E532CF4-1B2C-4F24-A498-BBB09BB13F7D}" dt="2020-09-30T17:48:24.263" v="179" actId="21"/>
          <ac:spMkLst>
            <pc:docMk/>
            <pc:sldMk cId="2159380722" sldId="583"/>
            <ac:spMk id="6" creationId="{A16E7328-5449-48C9-97E1-8FEC1530AB23}"/>
          </ac:spMkLst>
        </pc:spChg>
        <pc:spChg chg="del">
          <ac:chgData name="Ella Vetter" userId="c6918cf5-f6c0-43cc-8499-a1f635017de9" providerId="ADAL" clId="{1E532CF4-1B2C-4F24-A498-BBB09BB13F7D}" dt="2020-09-30T17:46:07.097" v="122" actId="478"/>
          <ac:spMkLst>
            <pc:docMk/>
            <pc:sldMk cId="2159380722" sldId="583"/>
            <ac:spMk id="7" creationId="{98A1EAD1-7A50-4201-B6B9-465097644913}"/>
          </ac:spMkLst>
        </pc:spChg>
        <pc:spChg chg="del">
          <ac:chgData name="Ella Vetter" userId="c6918cf5-f6c0-43cc-8499-a1f635017de9" providerId="ADAL" clId="{1E532CF4-1B2C-4F24-A498-BBB09BB13F7D}" dt="2020-09-30T17:46:07.097" v="122" actId="478"/>
          <ac:spMkLst>
            <pc:docMk/>
            <pc:sldMk cId="2159380722" sldId="583"/>
            <ac:spMk id="9" creationId="{6494DB00-4C78-4F56-BC48-DD87196F4E74}"/>
          </ac:spMkLst>
        </pc:spChg>
        <pc:spChg chg="add mod">
          <ac:chgData name="Ella Vetter" userId="c6918cf5-f6c0-43cc-8499-a1f635017de9" providerId="ADAL" clId="{1E532CF4-1B2C-4F24-A498-BBB09BB13F7D}" dt="2020-09-30T17:48:37.411" v="188" actId="1035"/>
          <ac:spMkLst>
            <pc:docMk/>
            <pc:sldMk cId="2159380722" sldId="583"/>
            <ac:spMk id="10" creationId="{FBA5DDE6-2A3D-481D-A2E1-8540694426F7}"/>
          </ac:spMkLst>
        </pc:spChg>
        <pc:picChg chg="add mod">
          <ac:chgData name="Ella Vetter" userId="c6918cf5-f6c0-43cc-8499-a1f635017de9" providerId="ADAL" clId="{1E532CF4-1B2C-4F24-A498-BBB09BB13F7D}" dt="2020-09-30T17:48:39.373" v="189" actId="1076"/>
          <ac:picMkLst>
            <pc:docMk/>
            <pc:sldMk cId="2159380722" sldId="583"/>
            <ac:picMk id="4" creationId="{589F6E7B-33C6-49AF-BD70-522AD0CA0DDD}"/>
          </ac:picMkLst>
        </pc:picChg>
        <pc:picChg chg="del">
          <ac:chgData name="Ella Vetter" userId="c6918cf5-f6c0-43cc-8499-a1f635017de9" providerId="ADAL" clId="{1E532CF4-1B2C-4F24-A498-BBB09BB13F7D}" dt="2020-09-30T17:46:09.260" v="123" actId="478"/>
          <ac:picMkLst>
            <pc:docMk/>
            <pc:sldMk cId="2159380722" sldId="583"/>
            <ac:picMk id="5" creationId="{478CAC80-0F78-4B91-ADE2-DAB76FB55E7F}"/>
          </ac:picMkLst>
        </pc:picChg>
      </pc:sldChg>
      <pc:sldChg chg="modSp mod">
        <pc:chgData name="Ella Vetter" userId="c6918cf5-f6c0-43cc-8499-a1f635017de9" providerId="ADAL" clId="{1E532CF4-1B2C-4F24-A498-BBB09BB13F7D}" dt="2020-09-30T18:04:32.378" v="522" actId="13926"/>
        <pc:sldMkLst>
          <pc:docMk/>
          <pc:sldMk cId="856956726" sldId="584"/>
        </pc:sldMkLst>
        <pc:spChg chg="mod">
          <ac:chgData name="Ella Vetter" userId="c6918cf5-f6c0-43cc-8499-a1f635017de9" providerId="ADAL" clId="{1E532CF4-1B2C-4F24-A498-BBB09BB13F7D}" dt="2020-09-30T18:04:32.378" v="522" actId="13926"/>
          <ac:spMkLst>
            <pc:docMk/>
            <pc:sldMk cId="856956726" sldId="584"/>
            <ac:spMk id="2" creationId="{46D69CB6-929D-4496-9BB0-2D868F6853D0}"/>
          </ac:spMkLst>
        </pc:spChg>
        <pc:spChg chg="mod">
          <ac:chgData name="Ella Vetter" userId="c6918cf5-f6c0-43cc-8499-a1f635017de9" providerId="ADAL" clId="{1E532CF4-1B2C-4F24-A498-BBB09BB13F7D}" dt="2020-09-30T18:04:16.350" v="517" actId="1037"/>
          <ac:spMkLst>
            <pc:docMk/>
            <pc:sldMk cId="856956726" sldId="584"/>
            <ac:spMk id="7" creationId="{1A35C339-BC62-4ED2-AA9F-8065462D8AB3}"/>
          </ac:spMkLst>
        </pc:spChg>
        <pc:graphicFrameChg chg="mod modGraphic">
          <ac:chgData name="Ella Vetter" userId="c6918cf5-f6c0-43cc-8499-a1f635017de9" providerId="ADAL" clId="{1E532CF4-1B2C-4F24-A498-BBB09BB13F7D}" dt="2020-09-30T18:04:27.160" v="521" actId="14734"/>
          <ac:graphicFrameMkLst>
            <pc:docMk/>
            <pc:sldMk cId="856956726" sldId="584"/>
            <ac:graphicFrameMk id="3" creationId="{492634B8-5771-4317-948A-CBBDC7D69FC8}"/>
          </ac:graphicFrameMkLst>
        </pc:graphicFrameChg>
      </pc:sldChg>
      <pc:sldChg chg="modSp del mod">
        <pc:chgData name="Ella Vetter" userId="c6918cf5-f6c0-43cc-8499-a1f635017de9" providerId="ADAL" clId="{1E532CF4-1B2C-4F24-A498-BBB09BB13F7D}" dt="2020-09-30T18:24:44.701" v="702" actId="47"/>
        <pc:sldMkLst>
          <pc:docMk/>
          <pc:sldMk cId="725275301" sldId="585"/>
        </pc:sldMkLst>
        <pc:spChg chg="mod">
          <ac:chgData name="Ella Vetter" userId="c6918cf5-f6c0-43cc-8499-a1f635017de9" providerId="ADAL" clId="{1E532CF4-1B2C-4F24-A498-BBB09BB13F7D}" dt="2020-09-30T18:01:02.635" v="488" actId="13926"/>
          <ac:spMkLst>
            <pc:docMk/>
            <pc:sldMk cId="725275301" sldId="585"/>
            <ac:spMk id="2" creationId="{46D69CB6-929D-4496-9BB0-2D868F6853D0}"/>
          </ac:spMkLst>
        </pc:spChg>
        <pc:spChg chg="mod">
          <ac:chgData name="Ella Vetter" userId="c6918cf5-f6c0-43cc-8499-a1f635017de9" providerId="ADAL" clId="{1E532CF4-1B2C-4F24-A498-BBB09BB13F7D}" dt="2020-09-30T17:34:01.443" v="100"/>
          <ac:spMkLst>
            <pc:docMk/>
            <pc:sldMk cId="725275301" sldId="585"/>
            <ac:spMk id="4" creationId="{15796FA3-A7A6-4BB7-BD5E-4A4BA8F8F2FC}"/>
          </ac:spMkLst>
        </pc:spChg>
        <pc:graphicFrameChg chg="mod modGraphic">
          <ac:chgData name="Ella Vetter" userId="c6918cf5-f6c0-43cc-8499-a1f635017de9" providerId="ADAL" clId="{1E532CF4-1B2C-4F24-A498-BBB09BB13F7D}" dt="2020-09-30T18:16:39.054" v="649" actId="20577"/>
          <ac:graphicFrameMkLst>
            <pc:docMk/>
            <pc:sldMk cId="725275301" sldId="585"/>
            <ac:graphicFrameMk id="3" creationId="{492634B8-5771-4317-948A-CBBDC7D69FC8}"/>
          </ac:graphicFrameMkLst>
        </pc:graphicFrameChg>
      </pc:sldChg>
      <pc:sldChg chg="modSp del mod">
        <pc:chgData name="Ella Vetter" userId="c6918cf5-f6c0-43cc-8499-a1f635017de9" providerId="ADAL" clId="{1E532CF4-1B2C-4F24-A498-BBB09BB13F7D}" dt="2020-09-30T18:24:43.853" v="701" actId="47"/>
        <pc:sldMkLst>
          <pc:docMk/>
          <pc:sldMk cId="454189620" sldId="586"/>
        </pc:sldMkLst>
        <pc:spChg chg="mod">
          <ac:chgData name="Ella Vetter" userId="c6918cf5-f6c0-43cc-8499-a1f635017de9" providerId="ADAL" clId="{1E532CF4-1B2C-4F24-A498-BBB09BB13F7D}" dt="2020-09-30T17:49:03.373" v="198" actId="13926"/>
          <ac:spMkLst>
            <pc:docMk/>
            <pc:sldMk cId="454189620" sldId="586"/>
            <ac:spMk id="2" creationId="{759208AB-B353-45BD-BE6E-B6BB3AE49F05}"/>
          </ac:spMkLst>
        </pc:spChg>
        <pc:spChg chg="mod">
          <ac:chgData name="Ella Vetter" userId="c6918cf5-f6c0-43cc-8499-a1f635017de9" providerId="ADAL" clId="{1E532CF4-1B2C-4F24-A498-BBB09BB13F7D}" dt="2020-09-30T17:34:03.175" v="101"/>
          <ac:spMkLst>
            <pc:docMk/>
            <pc:sldMk cId="454189620" sldId="586"/>
            <ac:spMk id="7" creationId="{F85C257E-F2A7-43AB-A996-81E0A0BEC5D4}"/>
          </ac:spMkLst>
        </pc:spChg>
        <pc:graphicFrameChg chg="mod">
          <ac:chgData name="Ella Vetter" userId="c6918cf5-f6c0-43cc-8499-a1f635017de9" providerId="ADAL" clId="{1E532CF4-1B2C-4F24-A498-BBB09BB13F7D}" dt="2020-09-30T17:55:39.234" v="328" actId="21"/>
          <ac:graphicFrameMkLst>
            <pc:docMk/>
            <pc:sldMk cId="454189620" sldId="586"/>
            <ac:graphicFrameMk id="5" creationId="{2B0DC924-4C6A-44C7-A33E-EB174AD2F39A}"/>
          </ac:graphicFrameMkLst>
        </pc:graphicFrameChg>
      </pc:sldChg>
      <pc:sldChg chg="addSp delSp modSp mod">
        <pc:chgData name="Ella Vetter" userId="c6918cf5-f6c0-43cc-8499-a1f635017de9" providerId="ADAL" clId="{1E532CF4-1B2C-4F24-A498-BBB09BB13F7D}" dt="2020-09-30T18:37:34.815" v="888" actId="14100"/>
        <pc:sldMkLst>
          <pc:docMk/>
          <pc:sldMk cId="532093817" sldId="587"/>
        </pc:sldMkLst>
        <pc:spChg chg="del mod">
          <ac:chgData name="Ella Vetter" userId="c6918cf5-f6c0-43cc-8499-a1f635017de9" providerId="ADAL" clId="{1E532CF4-1B2C-4F24-A498-BBB09BB13F7D}" dt="2020-09-30T18:36:40.103" v="849" actId="478"/>
          <ac:spMkLst>
            <pc:docMk/>
            <pc:sldMk cId="532093817" sldId="587"/>
            <ac:spMk id="3" creationId="{E4D532A2-5801-4E2C-9694-29BC5F9FB2E8}"/>
          </ac:spMkLst>
        </pc:spChg>
        <pc:spChg chg="add del mod">
          <ac:chgData name="Ella Vetter" userId="c6918cf5-f6c0-43cc-8499-a1f635017de9" providerId="ADAL" clId="{1E532CF4-1B2C-4F24-A498-BBB09BB13F7D}" dt="2020-09-30T18:36:41.709" v="850" actId="478"/>
          <ac:spMkLst>
            <pc:docMk/>
            <pc:sldMk cId="532093817" sldId="587"/>
            <ac:spMk id="5" creationId="{DDCBD514-3FD7-4BB2-B1F8-C6514A356DC3}"/>
          </ac:spMkLst>
        </pc:spChg>
        <pc:spChg chg="add mod">
          <ac:chgData name="Ella Vetter" userId="c6918cf5-f6c0-43cc-8499-a1f635017de9" providerId="ADAL" clId="{1E532CF4-1B2C-4F24-A498-BBB09BB13F7D}" dt="2020-09-30T18:37:01.819" v="884" actId="20577"/>
          <ac:spMkLst>
            <pc:docMk/>
            <pc:sldMk cId="532093817" sldId="587"/>
            <ac:spMk id="8" creationId="{D233A8CF-9D92-4508-A0F5-E3D73CEAB709}"/>
          </ac:spMkLst>
        </pc:spChg>
        <pc:picChg chg="del">
          <ac:chgData name="Ella Vetter" userId="c6918cf5-f6c0-43cc-8499-a1f635017de9" providerId="ADAL" clId="{1E532CF4-1B2C-4F24-A498-BBB09BB13F7D}" dt="2020-09-30T18:37:05.496" v="885" actId="478"/>
          <ac:picMkLst>
            <pc:docMk/>
            <pc:sldMk cId="532093817" sldId="587"/>
            <ac:picMk id="7" creationId="{5293CB0D-09BE-48ED-AB06-320DE10F7F77}"/>
          </ac:picMkLst>
        </pc:picChg>
        <pc:picChg chg="add mod">
          <ac:chgData name="Ella Vetter" userId="c6918cf5-f6c0-43cc-8499-a1f635017de9" providerId="ADAL" clId="{1E532CF4-1B2C-4F24-A498-BBB09BB13F7D}" dt="2020-09-30T18:37:34.815" v="888" actId="14100"/>
          <ac:picMkLst>
            <pc:docMk/>
            <pc:sldMk cId="532093817" sldId="587"/>
            <ac:picMk id="9" creationId="{9BC817EE-E1E4-48C3-B79A-A7334367A079}"/>
          </ac:picMkLst>
        </pc:picChg>
      </pc:sldChg>
      <pc:sldChg chg="addSp delSp modSp mod">
        <pc:chgData name="Ella Vetter" userId="c6918cf5-f6c0-43cc-8499-a1f635017de9" providerId="ADAL" clId="{1E532CF4-1B2C-4F24-A498-BBB09BB13F7D}" dt="2020-10-01T11:55:50.431" v="6207" actId="2710"/>
        <pc:sldMkLst>
          <pc:docMk/>
          <pc:sldMk cId="1568140210" sldId="588"/>
        </pc:sldMkLst>
        <pc:spChg chg="mod">
          <ac:chgData name="Ella Vetter" userId="c6918cf5-f6c0-43cc-8499-a1f635017de9" providerId="ADAL" clId="{1E532CF4-1B2C-4F24-A498-BBB09BB13F7D}" dt="2020-09-30T18:39:41.073" v="906" actId="13926"/>
          <ac:spMkLst>
            <pc:docMk/>
            <pc:sldMk cId="1568140210" sldId="588"/>
            <ac:spMk id="2" creationId="{712947D8-B9D7-4B7F-9B16-36B88B04EFFC}"/>
          </ac:spMkLst>
        </pc:spChg>
        <pc:spChg chg="mod">
          <ac:chgData name="Ella Vetter" userId="c6918cf5-f6c0-43cc-8499-a1f635017de9" providerId="ADAL" clId="{1E532CF4-1B2C-4F24-A498-BBB09BB13F7D}" dt="2020-10-01T11:55:50.431" v="6207" actId="2710"/>
          <ac:spMkLst>
            <pc:docMk/>
            <pc:sldMk cId="1568140210" sldId="588"/>
            <ac:spMk id="8" creationId="{790CC0DD-86B1-4BD6-94C7-8EDC2B6529FF}"/>
          </ac:spMkLst>
        </pc:spChg>
        <pc:grpChg chg="add mod">
          <ac:chgData name="Ella Vetter" userId="c6918cf5-f6c0-43cc-8499-a1f635017de9" providerId="ADAL" clId="{1E532CF4-1B2C-4F24-A498-BBB09BB13F7D}" dt="2020-09-30T18:39:37.334" v="905" actId="1076"/>
          <ac:grpSpMkLst>
            <pc:docMk/>
            <pc:sldMk cId="1568140210" sldId="588"/>
            <ac:grpSpMk id="11" creationId="{74D6F485-227B-4597-916A-852802405FDA}"/>
          </ac:grpSpMkLst>
        </pc:grpChg>
        <pc:picChg chg="add del mod">
          <ac:chgData name="Ella Vetter" userId="c6918cf5-f6c0-43cc-8499-a1f635017de9" providerId="ADAL" clId="{1E532CF4-1B2C-4F24-A498-BBB09BB13F7D}" dt="2020-09-30T18:39:24.576" v="899" actId="478"/>
          <ac:picMkLst>
            <pc:docMk/>
            <pc:sldMk cId="1568140210" sldId="588"/>
            <ac:picMk id="4" creationId="{6749CC00-C4A9-4851-AC42-10B52AC00A37}"/>
          </ac:picMkLst>
        </pc:picChg>
        <pc:picChg chg="add mod modCrop">
          <ac:chgData name="Ella Vetter" userId="c6918cf5-f6c0-43cc-8499-a1f635017de9" providerId="ADAL" clId="{1E532CF4-1B2C-4F24-A498-BBB09BB13F7D}" dt="2020-09-30T18:39:34.075" v="904" actId="164"/>
          <ac:picMkLst>
            <pc:docMk/>
            <pc:sldMk cId="1568140210" sldId="588"/>
            <ac:picMk id="6" creationId="{069F436B-C677-454B-B670-4657EE64E79B}"/>
          </ac:picMkLst>
        </pc:picChg>
        <pc:picChg chg="add mod modCrop">
          <ac:chgData name="Ella Vetter" userId="c6918cf5-f6c0-43cc-8499-a1f635017de9" providerId="ADAL" clId="{1E532CF4-1B2C-4F24-A498-BBB09BB13F7D}" dt="2020-09-30T18:39:34.075" v="904" actId="164"/>
          <ac:picMkLst>
            <pc:docMk/>
            <pc:sldMk cId="1568140210" sldId="588"/>
            <ac:picMk id="7" creationId="{F88A4A69-D166-475D-B6D3-7BB65FC26F1B}"/>
          </ac:picMkLst>
        </pc:picChg>
        <pc:picChg chg="add del">
          <ac:chgData name="Ella Vetter" userId="c6918cf5-f6c0-43cc-8499-a1f635017de9" providerId="ADAL" clId="{1E532CF4-1B2C-4F24-A498-BBB09BB13F7D}" dt="2020-09-30T18:38:56.681" v="892" actId="478"/>
          <ac:picMkLst>
            <pc:docMk/>
            <pc:sldMk cId="1568140210" sldId="588"/>
            <ac:picMk id="9" creationId="{E79F3396-9508-49FC-94D3-B9ED2A4B5C86}"/>
          </ac:picMkLst>
        </pc:picChg>
      </pc:sldChg>
      <pc:sldChg chg="addSp delSp modSp mod">
        <pc:chgData name="Ella Vetter" userId="c6918cf5-f6c0-43cc-8499-a1f635017de9" providerId="ADAL" clId="{1E532CF4-1B2C-4F24-A498-BBB09BB13F7D}" dt="2020-09-30T18:49:37.552" v="974" actId="20577"/>
        <pc:sldMkLst>
          <pc:docMk/>
          <pc:sldMk cId="1108761358" sldId="589"/>
        </pc:sldMkLst>
        <pc:spChg chg="mod">
          <ac:chgData name="Ella Vetter" userId="c6918cf5-f6c0-43cc-8499-a1f635017de9" providerId="ADAL" clId="{1E532CF4-1B2C-4F24-A498-BBB09BB13F7D}" dt="2020-09-30T18:43:48.653" v="915" actId="13926"/>
          <ac:spMkLst>
            <pc:docMk/>
            <pc:sldMk cId="1108761358" sldId="589"/>
            <ac:spMk id="2" creationId="{712947D8-B9D7-4B7F-9B16-36B88B04EFFC}"/>
          </ac:spMkLst>
        </pc:spChg>
        <pc:spChg chg="mod">
          <ac:chgData name="Ella Vetter" userId="c6918cf5-f6c0-43cc-8499-a1f635017de9" providerId="ADAL" clId="{1E532CF4-1B2C-4F24-A498-BBB09BB13F7D}" dt="2020-09-30T18:49:37.552" v="974" actId="20577"/>
          <ac:spMkLst>
            <pc:docMk/>
            <pc:sldMk cId="1108761358" sldId="589"/>
            <ac:spMk id="7" creationId="{A035DDC7-1C3F-4E7F-BB0F-4DDE1E9E791B}"/>
          </ac:spMkLst>
        </pc:spChg>
        <pc:picChg chg="add mod">
          <ac:chgData name="Ella Vetter" userId="c6918cf5-f6c0-43cc-8499-a1f635017de9" providerId="ADAL" clId="{1E532CF4-1B2C-4F24-A498-BBB09BB13F7D}" dt="2020-09-30T18:43:46.350" v="914" actId="14100"/>
          <ac:picMkLst>
            <pc:docMk/>
            <pc:sldMk cId="1108761358" sldId="589"/>
            <ac:picMk id="4" creationId="{A1F0723C-3C95-4919-AA47-91BB1F537E3B}"/>
          </ac:picMkLst>
        </pc:picChg>
        <pc:picChg chg="del">
          <ac:chgData name="Ella Vetter" userId="c6918cf5-f6c0-43cc-8499-a1f635017de9" providerId="ADAL" clId="{1E532CF4-1B2C-4F24-A498-BBB09BB13F7D}" dt="2020-09-30T18:43:23.877" v="911" actId="478"/>
          <ac:picMkLst>
            <pc:docMk/>
            <pc:sldMk cId="1108761358" sldId="589"/>
            <ac:picMk id="6" creationId="{7DF215E8-6E31-4415-9710-801A18CCD34D}"/>
          </ac:picMkLst>
        </pc:picChg>
      </pc:sldChg>
      <pc:sldChg chg="addSp delSp modSp mod">
        <pc:chgData name="Ella Vetter" userId="c6918cf5-f6c0-43cc-8499-a1f635017de9" providerId="ADAL" clId="{1E532CF4-1B2C-4F24-A498-BBB09BB13F7D}" dt="2020-09-30T18:57:21.747" v="1057" actId="20577"/>
        <pc:sldMkLst>
          <pc:docMk/>
          <pc:sldMk cId="1471923945" sldId="590"/>
        </pc:sldMkLst>
        <pc:spChg chg="mod">
          <ac:chgData name="Ella Vetter" userId="c6918cf5-f6c0-43cc-8499-a1f635017de9" providerId="ADAL" clId="{1E532CF4-1B2C-4F24-A498-BBB09BB13F7D}" dt="2020-09-30T18:57:21.747" v="1057" actId="20577"/>
          <ac:spMkLst>
            <pc:docMk/>
            <pc:sldMk cId="1471923945" sldId="590"/>
            <ac:spMk id="4" creationId="{28A3C585-B40B-45BC-A4D4-5A11C01DC710}"/>
          </ac:spMkLst>
        </pc:spChg>
        <pc:picChg chg="del">
          <ac:chgData name="Ella Vetter" userId="c6918cf5-f6c0-43cc-8499-a1f635017de9" providerId="ADAL" clId="{1E532CF4-1B2C-4F24-A498-BBB09BB13F7D}" dt="2020-09-30T18:44:18.515" v="917" actId="478"/>
          <ac:picMkLst>
            <pc:docMk/>
            <pc:sldMk cId="1471923945" sldId="590"/>
            <ac:picMk id="5" creationId="{49F9C862-F40D-423B-8FDE-3840E8D3886A}"/>
          </ac:picMkLst>
        </pc:picChg>
        <pc:picChg chg="add mod">
          <ac:chgData name="Ella Vetter" userId="c6918cf5-f6c0-43cc-8499-a1f635017de9" providerId="ADAL" clId="{1E532CF4-1B2C-4F24-A498-BBB09BB13F7D}" dt="2020-09-30T18:47:39.776" v="932" actId="1076"/>
          <ac:picMkLst>
            <pc:docMk/>
            <pc:sldMk cId="1471923945" sldId="590"/>
            <ac:picMk id="7" creationId="{954F61EC-EEBF-4FAD-B1C0-A468AF99FDAB}"/>
          </ac:picMkLst>
        </pc:picChg>
      </pc:sldChg>
      <pc:sldChg chg="modSp mod">
        <pc:chgData name="Ella Vetter" userId="c6918cf5-f6c0-43cc-8499-a1f635017de9" providerId="ADAL" clId="{1E532CF4-1B2C-4F24-A498-BBB09BB13F7D}" dt="2020-09-30T18:50:44.095" v="994" actId="14100"/>
        <pc:sldMkLst>
          <pc:docMk/>
          <pc:sldMk cId="3477805253" sldId="591"/>
        </pc:sldMkLst>
        <pc:graphicFrameChg chg="mod modGraphic">
          <ac:chgData name="Ella Vetter" userId="c6918cf5-f6c0-43cc-8499-a1f635017de9" providerId="ADAL" clId="{1E532CF4-1B2C-4F24-A498-BBB09BB13F7D}" dt="2020-09-30T18:50:44.095" v="994" actId="14100"/>
          <ac:graphicFrameMkLst>
            <pc:docMk/>
            <pc:sldMk cId="3477805253" sldId="591"/>
            <ac:graphicFrameMk id="6" creationId="{6DBB1463-43D4-4560-B78D-625C43D2E3D1}"/>
          </ac:graphicFrameMkLst>
        </pc:graphicFrameChg>
      </pc:sldChg>
      <pc:sldChg chg="addSp delSp modSp mod">
        <pc:chgData name="Ella Vetter" userId="c6918cf5-f6c0-43cc-8499-a1f635017de9" providerId="ADAL" clId="{1E532CF4-1B2C-4F24-A498-BBB09BB13F7D}" dt="2020-09-30T18:52:06.027" v="1002" actId="14100"/>
        <pc:sldMkLst>
          <pc:docMk/>
          <pc:sldMk cId="2384263462" sldId="592"/>
        </pc:sldMkLst>
        <pc:picChg chg="del mod">
          <ac:chgData name="Ella Vetter" userId="c6918cf5-f6c0-43cc-8499-a1f635017de9" providerId="ADAL" clId="{1E532CF4-1B2C-4F24-A498-BBB09BB13F7D}" dt="2020-09-30T18:50:52.112" v="996" actId="478"/>
          <ac:picMkLst>
            <pc:docMk/>
            <pc:sldMk cId="2384263462" sldId="592"/>
            <ac:picMk id="5" creationId="{AF1E232B-9167-490C-981F-1996BC0C1C99}"/>
          </ac:picMkLst>
        </pc:picChg>
        <pc:picChg chg="add mod">
          <ac:chgData name="Ella Vetter" userId="c6918cf5-f6c0-43cc-8499-a1f635017de9" providerId="ADAL" clId="{1E532CF4-1B2C-4F24-A498-BBB09BB13F7D}" dt="2020-09-30T18:52:06.027" v="1002" actId="14100"/>
          <ac:picMkLst>
            <pc:docMk/>
            <pc:sldMk cId="2384263462" sldId="592"/>
            <ac:picMk id="6" creationId="{1613F3B6-88CF-4A6F-89EA-BB41E928B728}"/>
          </ac:picMkLst>
        </pc:picChg>
      </pc:sldChg>
      <pc:sldChg chg="addSp delSp modSp mod">
        <pc:chgData name="Ella Vetter" userId="c6918cf5-f6c0-43cc-8499-a1f635017de9" providerId="ADAL" clId="{1E532CF4-1B2C-4F24-A498-BBB09BB13F7D}" dt="2020-09-30T19:30:41.143" v="1575" actId="1076"/>
        <pc:sldMkLst>
          <pc:docMk/>
          <pc:sldMk cId="1933712840" sldId="593"/>
        </pc:sldMkLst>
        <pc:spChg chg="mod">
          <ac:chgData name="Ella Vetter" userId="c6918cf5-f6c0-43cc-8499-a1f635017de9" providerId="ADAL" clId="{1E532CF4-1B2C-4F24-A498-BBB09BB13F7D}" dt="2020-09-30T19:19:03.460" v="1564" actId="123"/>
          <ac:spMkLst>
            <pc:docMk/>
            <pc:sldMk cId="1933712840" sldId="593"/>
            <ac:spMk id="3" creationId="{45EB9E66-99EA-4FDB-93B0-E4A835B5D931}"/>
          </ac:spMkLst>
        </pc:spChg>
        <pc:picChg chg="del">
          <ac:chgData name="Ella Vetter" userId="c6918cf5-f6c0-43cc-8499-a1f635017de9" providerId="ADAL" clId="{1E532CF4-1B2C-4F24-A498-BBB09BB13F7D}" dt="2020-09-30T19:30:08.570" v="1567" actId="478"/>
          <ac:picMkLst>
            <pc:docMk/>
            <pc:sldMk cId="1933712840" sldId="593"/>
            <ac:picMk id="5" creationId="{C34EF2E0-C8E4-45D6-8936-C5C759CB0B90}"/>
          </ac:picMkLst>
        </pc:picChg>
        <pc:picChg chg="add del mod">
          <ac:chgData name="Ella Vetter" userId="c6918cf5-f6c0-43cc-8499-a1f635017de9" providerId="ADAL" clId="{1E532CF4-1B2C-4F24-A498-BBB09BB13F7D}" dt="2020-09-30T19:30:11.426" v="1570" actId="478"/>
          <ac:picMkLst>
            <pc:docMk/>
            <pc:sldMk cId="1933712840" sldId="593"/>
            <ac:picMk id="6" creationId="{805C3D98-5069-4479-9DA6-143C8941C300}"/>
          </ac:picMkLst>
        </pc:picChg>
        <pc:picChg chg="add mod">
          <ac:chgData name="Ella Vetter" userId="c6918cf5-f6c0-43cc-8499-a1f635017de9" providerId="ADAL" clId="{1E532CF4-1B2C-4F24-A498-BBB09BB13F7D}" dt="2020-09-30T19:30:41.143" v="1575" actId="1076"/>
          <ac:picMkLst>
            <pc:docMk/>
            <pc:sldMk cId="1933712840" sldId="593"/>
            <ac:picMk id="8" creationId="{41A27253-328B-4CA9-8B9A-89923883B115}"/>
          </ac:picMkLst>
        </pc:picChg>
      </pc:sldChg>
      <pc:sldChg chg="addSp delSp modSp mod">
        <pc:chgData name="Ella Vetter" userId="c6918cf5-f6c0-43cc-8499-a1f635017de9" providerId="ADAL" clId="{1E532CF4-1B2C-4F24-A498-BBB09BB13F7D}" dt="2020-09-30T19:37:17.525" v="1607" actId="14100"/>
        <pc:sldMkLst>
          <pc:docMk/>
          <pc:sldMk cId="2439530578" sldId="594"/>
        </pc:sldMkLst>
        <pc:grpChg chg="add del mod">
          <ac:chgData name="Ella Vetter" userId="c6918cf5-f6c0-43cc-8499-a1f635017de9" providerId="ADAL" clId="{1E532CF4-1B2C-4F24-A498-BBB09BB13F7D}" dt="2020-09-30T19:36:08.278" v="1588" actId="478"/>
          <ac:grpSpMkLst>
            <pc:docMk/>
            <pc:sldMk cId="2439530578" sldId="594"/>
            <ac:grpSpMk id="9" creationId="{E4EF9238-039D-40BB-89F6-02427D5D9F0B}"/>
          </ac:grpSpMkLst>
        </pc:grpChg>
        <pc:grpChg chg="add del mod">
          <ac:chgData name="Ella Vetter" userId="c6918cf5-f6c0-43cc-8499-a1f635017de9" providerId="ADAL" clId="{1E532CF4-1B2C-4F24-A498-BBB09BB13F7D}" dt="2020-09-30T19:36:46.149" v="1598" actId="478"/>
          <ac:grpSpMkLst>
            <pc:docMk/>
            <pc:sldMk cId="2439530578" sldId="594"/>
            <ac:grpSpMk id="14" creationId="{D81DD85C-A73A-4495-96F6-2562AE0D53E0}"/>
          </ac:grpSpMkLst>
        </pc:grpChg>
        <pc:grpChg chg="add mod">
          <ac:chgData name="Ella Vetter" userId="c6918cf5-f6c0-43cc-8499-a1f635017de9" providerId="ADAL" clId="{1E532CF4-1B2C-4F24-A498-BBB09BB13F7D}" dt="2020-09-30T19:37:17.525" v="1607" actId="14100"/>
          <ac:grpSpMkLst>
            <pc:docMk/>
            <pc:sldMk cId="2439530578" sldId="594"/>
            <ac:grpSpMk id="19" creationId="{C4001C50-185C-470C-B090-60EFE68511DB}"/>
          </ac:grpSpMkLst>
        </pc:grpChg>
        <pc:picChg chg="add mod modCrop">
          <ac:chgData name="Ella Vetter" userId="c6918cf5-f6c0-43cc-8499-a1f635017de9" providerId="ADAL" clId="{1E532CF4-1B2C-4F24-A498-BBB09BB13F7D}" dt="2020-09-30T19:33:21.132" v="1583" actId="164"/>
          <ac:picMkLst>
            <pc:docMk/>
            <pc:sldMk cId="2439530578" sldId="594"/>
            <ac:picMk id="5" creationId="{D0088EC8-D161-47EF-8B16-345D4A61C9E6}"/>
          </ac:picMkLst>
        </pc:picChg>
        <pc:picChg chg="add mod modCrop">
          <ac:chgData name="Ella Vetter" userId="c6918cf5-f6c0-43cc-8499-a1f635017de9" providerId="ADAL" clId="{1E532CF4-1B2C-4F24-A498-BBB09BB13F7D}" dt="2020-09-30T19:33:21.132" v="1583" actId="164"/>
          <ac:picMkLst>
            <pc:docMk/>
            <pc:sldMk cId="2439530578" sldId="594"/>
            <ac:picMk id="6" creationId="{5C83E7DF-4E2D-414F-A745-EF070F66DB92}"/>
          </ac:picMkLst>
        </pc:picChg>
        <pc:picChg chg="del">
          <ac:chgData name="Ella Vetter" userId="c6918cf5-f6c0-43cc-8499-a1f635017de9" providerId="ADAL" clId="{1E532CF4-1B2C-4F24-A498-BBB09BB13F7D}" dt="2020-09-30T19:33:09.277" v="1576" actId="478"/>
          <ac:picMkLst>
            <pc:docMk/>
            <pc:sldMk cId="2439530578" sldId="594"/>
            <ac:picMk id="8" creationId="{90DCC7B8-21B7-487C-BBFE-C06C620A8E03}"/>
          </ac:picMkLst>
        </pc:picChg>
        <pc:picChg chg="add mod modCrop">
          <ac:chgData name="Ella Vetter" userId="c6918cf5-f6c0-43cc-8499-a1f635017de9" providerId="ADAL" clId="{1E532CF4-1B2C-4F24-A498-BBB09BB13F7D}" dt="2020-09-30T19:36:18.959" v="1595" actId="164"/>
          <ac:picMkLst>
            <pc:docMk/>
            <pc:sldMk cId="2439530578" sldId="594"/>
            <ac:picMk id="11" creationId="{6B6C6184-3B86-4E7F-A499-3E6126CC6570}"/>
          </ac:picMkLst>
        </pc:picChg>
        <pc:picChg chg="add mod modCrop">
          <ac:chgData name="Ella Vetter" userId="c6918cf5-f6c0-43cc-8499-a1f635017de9" providerId="ADAL" clId="{1E532CF4-1B2C-4F24-A498-BBB09BB13F7D}" dt="2020-09-30T19:36:18.959" v="1595" actId="164"/>
          <ac:picMkLst>
            <pc:docMk/>
            <pc:sldMk cId="2439530578" sldId="594"/>
            <ac:picMk id="13" creationId="{5564340A-6329-40B0-8E9A-F9EFCE02A6F5}"/>
          </ac:picMkLst>
        </pc:picChg>
        <pc:picChg chg="add mod modCrop">
          <ac:chgData name="Ella Vetter" userId="c6918cf5-f6c0-43cc-8499-a1f635017de9" providerId="ADAL" clId="{1E532CF4-1B2C-4F24-A498-BBB09BB13F7D}" dt="2020-09-30T19:37:14.894" v="1605" actId="164"/>
          <ac:picMkLst>
            <pc:docMk/>
            <pc:sldMk cId="2439530578" sldId="594"/>
            <ac:picMk id="16" creationId="{847A4547-CBC2-4A14-A909-2AD14C52E94D}"/>
          </ac:picMkLst>
        </pc:picChg>
        <pc:picChg chg="add mod modCrop">
          <ac:chgData name="Ella Vetter" userId="c6918cf5-f6c0-43cc-8499-a1f635017de9" providerId="ADAL" clId="{1E532CF4-1B2C-4F24-A498-BBB09BB13F7D}" dt="2020-09-30T19:37:14.894" v="1605" actId="164"/>
          <ac:picMkLst>
            <pc:docMk/>
            <pc:sldMk cId="2439530578" sldId="594"/>
            <ac:picMk id="18" creationId="{C0FD6C6F-6E08-45D3-B6D2-5E50B66177E7}"/>
          </ac:picMkLst>
        </pc:picChg>
      </pc:sldChg>
      <pc:sldChg chg="del mod modShow">
        <pc:chgData name="Ella Vetter" userId="c6918cf5-f6c0-43cc-8499-a1f635017de9" providerId="ADAL" clId="{1E532CF4-1B2C-4F24-A498-BBB09BB13F7D}" dt="2020-09-30T20:06:13.921" v="2228" actId="2696"/>
        <pc:sldMkLst>
          <pc:docMk/>
          <pc:sldMk cId="1223735505" sldId="595"/>
        </pc:sldMkLst>
      </pc:sldChg>
      <pc:sldChg chg="del mod modShow">
        <pc:chgData name="Ella Vetter" userId="c6918cf5-f6c0-43cc-8499-a1f635017de9" providerId="ADAL" clId="{1E532CF4-1B2C-4F24-A498-BBB09BB13F7D}" dt="2020-09-30T20:06:13.921" v="2228" actId="2696"/>
        <pc:sldMkLst>
          <pc:docMk/>
          <pc:sldMk cId="3027013477" sldId="596"/>
        </pc:sldMkLst>
      </pc:sldChg>
      <pc:sldChg chg="del mod modShow">
        <pc:chgData name="Ella Vetter" userId="c6918cf5-f6c0-43cc-8499-a1f635017de9" providerId="ADAL" clId="{1E532CF4-1B2C-4F24-A498-BBB09BB13F7D}" dt="2020-09-30T20:06:13.921" v="2228" actId="2696"/>
        <pc:sldMkLst>
          <pc:docMk/>
          <pc:sldMk cId="1540598492" sldId="597"/>
        </pc:sldMkLst>
      </pc:sldChg>
      <pc:sldChg chg="del mod modShow">
        <pc:chgData name="Ella Vetter" userId="c6918cf5-f6c0-43cc-8499-a1f635017de9" providerId="ADAL" clId="{1E532CF4-1B2C-4F24-A498-BBB09BB13F7D}" dt="2020-09-30T20:06:13.921" v="2228" actId="2696"/>
        <pc:sldMkLst>
          <pc:docMk/>
          <pc:sldMk cId="147554883" sldId="598"/>
        </pc:sldMkLst>
      </pc:sldChg>
      <pc:sldChg chg="modSp del mod modShow">
        <pc:chgData name="Ella Vetter" userId="c6918cf5-f6c0-43cc-8499-a1f635017de9" providerId="ADAL" clId="{1E532CF4-1B2C-4F24-A498-BBB09BB13F7D}" dt="2020-09-30T20:06:13.921" v="2228" actId="2696"/>
        <pc:sldMkLst>
          <pc:docMk/>
          <pc:sldMk cId="3143556444" sldId="599"/>
        </pc:sldMkLst>
        <pc:graphicFrameChg chg="mod">
          <ac:chgData name="Ella Vetter" userId="c6918cf5-f6c0-43cc-8499-a1f635017de9" providerId="ADAL" clId="{1E532CF4-1B2C-4F24-A498-BBB09BB13F7D}" dt="2020-09-30T19:42:30.665" v="1766" actId="1076"/>
          <ac:graphicFrameMkLst>
            <pc:docMk/>
            <pc:sldMk cId="3143556444" sldId="599"/>
            <ac:graphicFrameMk id="3" creationId="{492634B8-5771-4317-948A-CBBDC7D69FC8}"/>
          </ac:graphicFrameMkLst>
        </pc:graphicFrameChg>
      </pc:sldChg>
      <pc:sldChg chg="del mod modShow">
        <pc:chgData name="Ella Vetter" userId="c6918cf5-f6c0-43cc-8499-a1f635017de9" providerId="ADAL" clId="{1E532CF4-1B2C-4F24-A498-BBB09BB13F7D}" dt="2020-09-30T20:06:13.921" v="2228" actId="2696"/>
        <pc:sldMkLst>
          <pc:docMk/>
          <pc:sldMk cId="2297267680" sldId="600"/>
        </pc:sldMkLst>
      </pc:sldChg>
      <pc:sldChg chg="modSp del mod modShow">
        <pc:chgData name="Ella Vetter" userId="c6918cf5-f6c0-43cc-8499-a1f635017de9" providerId="ADAL" clId="{1E532CF4-1B2C-4F24-A498-BBB09BB13F7D}" dt="2020-09-30T20:06:13.921" v="2228" actId="2696"/>
        <pc:sldMkLst>
          <pc:docMk/>
          <pc:sldMk cId="2232216546" sldId="601"/>
        </pc:sldMkLst>
        <pc:spChg chg="mod">
          <ac:chgData name="Ella Vetter" userId="c6918cf5-f6c0-43cc-8499-a1f635017de9" providerId="ADAL" clId="{1E532CF4-1B2C-4F24-A498-BBB09BB13F7D}" dt="2020-09-30T19:29:25.413" v="1566" actId="20577"/>
          <ac:spMkLst>
            <pc:docMk/>
            <pc:sldMk cId="2232216546" sldId="601"/>
            <ac:spMk id="7" creationId="{F85C257E-F2A7-43AB-A996-81E0A0BEC5D4}"/>
          </ac:spMkLst>
        </pc:spChg>
      </pc:sldChg>
      <pc:sldChg chg="new del">
        <pc:chgData name="Ella Vetter" userId="c6918cf5-f6c0-43cc-8499-a1f635017de9" providerId="ADAL" clId="{1E532CF4-1B2C-4F24-A498-BBB09BB13F7D}" dt="2020-09-30T17:38:19.852" v="103" actId="47"/>
        <pc:sldMkLst>
          <pc:docMk/>
          <pc:sldMk cId="638150519" sldId="602"/>
        </pc:sldMkLst>
      </pc:sldChg>
      <pc:sldChg chg="addSp delSp modSp new del mod">
        <pc:chgData name="Ella Vetter" userId="c6918cf5-f6c0-43cc-8499-a1f635017de9" providerId="ADAL" clId="{1E532CF4-1B2C-4F24-A498-BBB09BB13F7D}" dt="2020-09-30T17:51:04.112" v="204" actId="47"/>
        <pc:sldMkLst>
          <pc:docMk/>
          <pc:sldMk cId="1959417978" sldId="602"/>
        </pc:sldMkLst>
        <pc:spChg chg="del">
          <ac:chgData name="Ella Vetter" userId="c6918cf5-f6c0-43cc-8499-a1f635017de9" providerId="ADAL" clId="{1E532CF4-1B2C-4F24-A498-BBB09BB13F7D}" dt="2020-09-30T17:50:26.702" v="199" actId="478"/>
          <ac:spMkLst>
            <pc:docMk/>
            <pc:sldMk cId="1959417978" sldId="602"/>
            <ac:spMk id="2" creationId="{17FE443A-6D50-436C-A5CF-542CA34B45DD}"/>
          </ac:spMkLst>
        </pc:spChg>
        <pc:spChg chg="add mod">
          <ac:chgData name="Ella Vetter" userId="c6918cf5-f6c0-43cc-8499-a1f635017de9" providerId="ADAL" clId="{1E532CF4-1B2C-4F24-A498-BBB09BB13F7D}" dt="2020-09-30T17:50:26.957" v="200"/>
          <ac:spMkLst>
            <pc:docMk/>
            <pc:sldMk cId="1959417978" sldId="602"/>
            <ac:spMk id="4" creationId="{553DA9BA-E508-4268-B535-CE513CA446C3}"/>
          </ac:spMkLst>
        </pc:spChg>
      </pc:sldChg>
      <pc:sldChg chg="addSp delSp modSp add mod ord">
        <pc:chgData name="Ella Vetter" userId="c6918cf5-f6c0-43cc-8499-a1f635017de9" providerId="ADAL" clId="{1E532CF4-1B2C-4F24-A498-BBB09BB13F7D}" dt="2020-09-30T17:53:24.675" v="266" actId="14100"/>
        <pc:sldMkLst>
          <pc:docMk/>
          <pc:sldMk cId="422541947" sldId="603"/>
        </pc:sldMkLst>
        <pc:spChg chg="mod">
          <ac:chgData name="Ella Vetter" userId="c6918cf5-f6c0-43cc-8499-a1f635017de9" providerId="ADAL" clId="{1E532CF4-1B2C-4F24-A498-BBB09BB13F7D}" dt="2020-09-30T17:51:08.363" v="218" actId="20577"/>
          <ac:spMkLst>
            <pc:docMk/>
            <pc:sldMk cId="422541947" sldId="603"/>
            <ac:spMk id="2" creationId="{DC1F2BA1-F687-44F6-8A6B-FDEE5E3CA2FA}"/>
          </ac:spMkLst>
        </pc:spChg>
        <pc:spChg chg="mod">
          <ac:chgData name="Ella Vetter" userId="c6918cf5-f6c0-43cc-8499-a1f635017de9" providerId="ADAL" clId="{1E532CF4-1B2C-4F24-A498-BBB09BB13F7D}" dt="2020-09-30T17:51:44.580" v="255" actId="20577"/>
          <ac:spMkLst>
            <pc:docMk/>
            <pc:sldMk cId="422541947" sldId="603"/>
            <ac:spMk id="4" creationId="{D73DF70C-A971-4ABC-B0EC-BF457A93F4A7}"/>
          </ac:spMkLst>
        </pc:spChg>
        <pc:picChg chg="add del mod">
          <ac:chgData name="Ella Vetter" userId="c6918cf5-f6c0-43cc-8499-a1f635017de9" providerId="ADAL" clId="{1E532CF4-1B2C-4F24-A498-BBB09BB13F7D}" dt="2020-09-30T17:52:54.927" v="259" actId="478"/>
          <ac:picMkLst>
            <pc:docMk/>
            <pc:sldMk cId="422541947" sldId="603"/>
            <ac:picMk id="5" creationId="{C40C0AB8-50F2-4F7D-A7A9-5DD3E0D64918}"/>
          </ac:picMkLst>
        </pc:picChg>
        <pc:picChg chg="del">
          <ac:chgData name="Ella Vetter" userId="c6918cf5-f6c0-43cc-8499-a1f635017de9" providerId="ADAL" clId="{1E532CF4-1B2C-4F24-A498-BBB09BB13F7D}" dt="2020-09-30T17:53:20.866" v="263" actId="478"/>
          <ac:picMkLst>
            <pc:docMk/>
            <pc:sldMk cId="422541947" sldId="603"/>
            <ac:picMk id="6" creationId="{C5EE0996-CA09-4E2C-9FBE-46A5BD313388}"/>
          </ac:picMkLst>
        </pc:picChg>
        <pc:picChg chg="del">
          <ac:chgData name="Ella Vetter" userId="c6918cf5-f6c0-43cc-8499-a1f635017de9" providerId="ADAL" clId="{1E532CF4-1B2C-4F24-A498-BBB09BB13F7D}" dt="2020-09-30T17:52:31.013" v="256" actId="478"/>
          <ac:picMkLst>
            <pc:docMk/>
            <pc:sldMk cId="422541947" sldId="603"/>
            <ac:picMk id="8" creationId="{26AE0E81-57D5-48AD-A680-20128DC282E8}"/>
          </ac:picMkLst>
        </pc:picChg>
        <pc:picChg chg="add mod">
          <ac:chgData name="Ella Vetter" userId="c6918cf5-f6c0-43cc-8499-a1f635017de9" providerId="ADAL" clId="{1E532CF4-1B2C-4F24-A498-BBB09BB13F7D}" dt="2020-09-30T17:52:59.405" v="262" actId="14100"/>
          <ac:picMkLst>
            <pc:docMk/>
            <pc:sldMk cId="422541947" sldId="603"/>
            <ac:picMk id="9" creationId="{056959A9-702C-4418-9D29-6FF4487B7E6D}"/>
          </ac:picMkLst>
        </pc:picChg>
        <pc:picChg chg="add mod">
          <ac:chgData name="Ella Vetter" userId="c6918cf5-f6c0-43cc-8499-a1f635017de9" providerId="ADAL" clId="{1E532CF4-1B2C-4F24-A498-BBB09BB13F7D}" dt="2020-09-30T17:53:24.675" v="266" actId="14100"/>
          <ac:picMkLst>
            <pc:docMk/>
            <pc:sldMk cId="422541947" sldId="603"/>
            <ac:picMk id="11" creationId="{2BCE3CDA-D6CA-4501-BCD5-96E9DCB0E93B}"/>
          </ac:picMkLst>
        </pc:picChg>
      </pc:sldChg>
      <pc:sldChg chg="addSp delSp modSp new mod">
        <pc:chgData name="Ella Vetter" userId="c6918cf5-f6c0-43cc-8499-a1f635017de9" providerId="ADAL" clId="{1E532CF4-1B2C-4F24-A498-BBB09BB13F7D}" dt="2020-09-30T18:30:37.451" v="759" actId="14100"/>
        <pc:sldMkLst>
          <pc:docMk/>
          <pc:sldMk cId="3736354719" sldId="604"/>
        </pc:sldMkLst>
        <pc:spChg chg="mod">
          <ac:chgData name="Ella Vetter" userId="c6918cf5-f6c0-43cc-8499-a1f635017de9" providerId="ADAL" clId="{1E532CF4-1B2C-4F24-A498-BBB09BB13F7D}" dt="2020-09-30T17:53:28.963" v="268"/>
          <ac:spMkLst>
            <pc:docMk/>
            <pc:sldMk cId="3736354719" sldId="604"/>
            <ac:spMk id="2" creationId="{8BDB72EA-4486-4071-B9DF-7DDAB009D633}"/>
          </ac:spMkLst>
        </pc:spChg>
        <pc:spChg chg="del">
          <ac:chgData name="Ella Vetter" userId="c6918cf5-f6c0-43cc-8499-a1f635017de9" providerId="ADAL" clId="{1E532CF4-1B2C-4F24-A498-BBB09BB13F7D}" dt="2020-09-30T17:54:03.907" v="269" actId="478"/>
          <ac:spMkLst>
            <pc:docMk/>
            <pc:sldMk cId="3736354719" sldId="604"/>
            <ac:spMk id="3" creationId="{ED429AD9-5CB2-4999-80F5-B0EF3BA44B3F}"/>
          </ac:spMkLst>
        </pc:spChg>
        <pc:spChg chg="add mod">
          <ac:chgData name="Ella Vetter" userId="c6918cf5-f6c0-43cc-8499-a1f635017de9" providerId="ADAL" clId="{1E532CF4-1B2C-4F24-A498-BBB09BB13F7D}" dt="2020-09-30T17:54:21.394" v="299" actId="20577"/>
          <ac:spMkLst>
            <pc:docMk/>
            <pc:sldMk cId="3736354719" sldId="604"/>
            <ac:spMk id="4" creationId="{8409DC2E-6F36-4033-9661-E7E82831A85A}"/>
          </ac:spMkLst>
        </pc:spChg>
        <pc:picChg chg="add mod">
          <ac:chgData name="Ella Vetter" userId="c6918cf5-f6c0-43cc-8499-a1f635017de9" providerId="ADAL" clId="{1E532CF4-1B2C-4F24-A498-BBB09BB13F7D}" dt="2020-09-30T18:30:37.451" v="759" actId="14100"/>
          <ac:picMkLst>
            <pc:docMk/>
            <pc:sldMk cId="3736354719" sldId="604"/>
            <ac:picMk id="6" creationId="{DA4BF9FE-08FF-4D2C-8B88-0F6E20DCD194}"/>
          </ac:picMkLst>
        </pc:picChg>
      </pc:sldChg>
      <pc:sldChg chg="addSp delSp modSp new mod">
        <pc:chgData name="Ella Vetter" userId="c6918cf5-f6c0-43cc-8499-a1f635017de9" providerId="ADAL" clId="{1E532CF4-1B2C-4F24-A498-BBB09BB13F7D}" dt="2020-09-30T18:27:18.621" v="734" actId="1035"/>
        <pc:sldMkLst>
          <pc:docMk/>
          <pc:sldMk cId="695741038" sldId="605"/>
        </pc:sldMkLst>
        <pc:spChg chg="mod">
          <ac:chgData name="Ella Vetter" userId="c6918cf5-f6c0-43cc-8499-a1f635017de9" providerId="ADAL" clId="{1E532CF4-1B2C-4F24-A498-BBB09BB13F7D}" dt="2020-09-30T18:27:15.845" v="730" actId="13926"/>
          <ac:spMkLst>
            <pc:docMk/>
            <pc:sldMk cId="695741038" sldId="605"/>
            <ac:spMk id="2" creationId="{F7760CED-4F11-45C2-AB03-A0D4BF7299A9}"/>
          </ac:spMkLst>
        </pc:spChg>
        <pc:spChg chg="del">
          <ac:chgData name="Ella Vetter" userId="c6918cf5-f6c0-43cc-8499-a1f635017de9" providerId="ADAL" clId="{1E532CF4-1B2C-4F24-A498-BBB09BB13F7D}" dt="2020-09-30T17:56:12.638" v="333" actId="478"/>
          <ac:spMkLst>
            <pc:docMk/>
            <pc:sldMk cId="695741038" sldId="605"/>
            <ac:spMk id="3" creationId="{666C5B25-5042-48AE-881F-773C20482A1A}"/>
          </ac:spMkLst>
        </pc:spChg>
        <pc:spChg chg="add mod">
          <ac:chgData name="Ella Vetter" userId="c6918cf5-f6c0-43cc-8499-a1f635017de9" providerId="ADAL" clId="{1E532CF4-1B2C-4F24-A498-BBB09BB13F7D}" dt="2020-09-30T18:27:18.621" v="734" actId="1035"/>
          <ac:spMkLst>
            <pc:docMk/>
            <pc:sldMk cId="695741038" sldId="605"/>
            <ac:spMk id="5" creationId="{95BAF2F0-C6BF-4579-9173-AC96B33EB648}"/>
          </ac:spMkLst>
        </pc:spChg>
        <pc:spChg chg="add del mod">
          <ac:chgData name="Ella Vetter" userId="c6918cf5-f6c0-43cc-8499-a1f635017de9" providerId="ADAL" clId="{1E532CF4-1B2C-4F24-A498-BBB09BB13F7D}" dt="2020-09-30T17:56:58.749" v="352"/>
          <ac:spMkLst>
            <pc:docMk/>
            <pc:sldMk cId="695741038" sldId="605"/>
            <ac:spMk id="8" creationId="{8F303CF6-BE0B-48FD-B30F-562E1FE9BECA}"/>
          </ac:spMkLst>
        </pc:spChg>
        <pc:graphicFrameChg chg="add del mod modGraphic">
          <ac:chgData name="Ella Vetter" userId="c6918cf5-f6c0-43cc-8499-a1f635017de9" providerId="ADAL" clId="{1E532CF4-1B2C-4F24-A498-BBB09BB13F7D}" dt="2020-09-30T17:56:58.179" v="351" actId="478"/>
          <ac:graphicFrameMkLst>
            <pc:docMk/>
            <pc:sldMk cId="695741038" sldId="605"/>
            <ac:graphicFrameMk id="6" creationId="{DDFEDA39-B97B-455C-A9CE-CE9E7A5F3A8B}"/>
          </ac:graphicFrameMkLst>
        </pc:graphicFrameChg>
        <pc:graphicFrameChg chg="add mod modGraphic">
          <ac:chgData name="Ella Vetter" userId="c6918cf5-f6c0-43cc-8499-a1f635017de9" providerId="ADAL" clId="{1E532CF4-1B2C-4F24-A498-BBB09BB13F7D}" dt="2020-09-30T18:27:08.610" v="728" actId="21"/>
          <ac:graphicFrameMkLst>
            <pc:docMk/>
            <pc:sldMk cId="695741038" sldId="605"/>
            <ac:graphicFrameMk id="9" creationId="{11FC8A13-A36A-4E92-90D0-C870690D62D3}"/>
          </ac:graphicFrameMkLst>
        </pc:graphicFrameChg>
      </pc:sldChg>
      <pc:sldChg chg="addSp delSp modSp add mod">
        <pc:chgData name="Ella Vetter" userId="c6918cf5-f6c0-43cc-8499-a1f635017de9" providerId="ADAL" clId="{1E532CF4-1B2C-4F24-A498-BBB09BB13F7D}" dt="2020-09-30T18:28:00.115" v="756" actId="1035"/>
        <pc:sldMkLst>
          <pc:docMk/>
          <pc:sldMk cId="226226910" sldId="606"/>
        </pc:sldMkLst>
        <pc:spChg chg="mod">
          <ac:chgData name="Ella Vetter" userId="c6918cf5-f6c0-43cc-8499-a1f635017de9" providerId="ADAL" clId="{1E532CF4-1B2C-4F24-A498-BBB09BB13F7D}" dt="2020-09-30T18:27:57.524" v="754" actId="13926"/>
          <ac:spMkLst>
            <pc:docMk/>
            <pc:sldMk cId="226226910" sldId="606"/>
            <ac:spMk id="2" creationId="{F7760CED-4F11-45C2-AB03-A0D4BF7299A9}"/>
          </ac:spMkLst>
        </pc:spChg>
        <pc:spChg chg="add del mod">
          <ac:chgData name="Ella Vetter" userId="c6918cf5-f6c0-43cc-8499-a1f635017de9" providerId="ADAL" clId="{1E532CF4-1B2C-4F24-A498-BBB09BB13F7D}" dt="2020-09-30T18:27:31.048" v="736" actId="478"/>
          <ac:spMkLst>
            <pc:docMk/>
            <pc:sldMk cId="226226910" sldId="606"/>
            <ac:spMk id="4" creationId="{B230C339-426E-4D28-B3AF-426A48CA3481}"/>
          </ac:spMkLst>
        </pc:spChg>
        <pc:spChg chg="mod">
          <ac:chgData name="Ella Vetter" userId="c6918cf5-f6c0-43cc-8499-a1f635017de9" providerId="ADAL" clId="{1E532CF4-1B2C-4F24-A498-BBB09BB13F7D}" dt="2020-09-30T18:28:00.115" v="756" actId="1035"/>
          <ac:spMkLst>
            <pc:docMk/>
            <pc:sldMk cId="226226910" sldId="606"/>
            <ac:spMk id="5" creationId="{95BAF2F0-C6BF-4579-9173-AC96B33EB648}"/>
          </ac:spMkLst>
        </pc:spChg>
        <pc:graphicFrameChg chg="add mod modGraphic">
          <ac:chgData name="Ella Vetter" userId="c6918cf5-f6c0-43cc-8499-a1f635017de9" providerId="ADAL" clId="{1E532CF4-1B2C-4F24-A498-BBB09BB13F7D}" dt="2020-09-30T18:27:36.987" v="738" actId="2164"/>
          <ac:graphicFrameMkLst>
            <pc:docMk/>
            <pc:sldMk cId="226226910" sldId="606"/>
            <ac:graphicFrameMk id="7" creationId="{901B6E0B-2DC9-4E3B-966F-693646C16A79}"/>
          </ac:graphicFrameMkLst>
        </pc:graphicFrameChg>
        <pc:graphicFrameChg chg="del modGraphic">
          <ac:chgData name="Ella Vetter" userId="c6918cf5-f6c0-43cc-8499-a1f635017de9" providerId="ADAL" clId="{1E532CF4-1B2C-4F24-A498-BBB09BB13F7D}" dt="2020-09-30T18:25:51.599" v="709" actId="478"/>
          <ac:graphicFrameMkLst>
            <pc:docMk/>
            <pc:sldMk cId="226226910" sldId="606"/>
            <ac:graphicFrameMk id="9" creationId="{11FC8A13-A36A-4E92-90D0-C870690D62D3}"/>
          </ac:graphicFrameMkLst>
        </pc:graphicFrameChg>
      </pc:sldChg>
      <pc:sldChg chg="add del">
        <pc:chgData name="Ella Vetter" userId="c6918cf5-f6c0-43cc-8499-a1f635017de9" providerId="ADAL" clId="{1E532CF4-1B2C-4F24-A498-BBB09BB13F7D}" dt="2020-09-30T18:09:14.765" v="636"/>
        <pc:sldMkLst>
          <pc:docMk/>
          <pc:sldMk cId="3982736802" sldId="606"/>
        </pc:sldMkLst>
      </pc:sldChg>
      <pc:sldChg chg="modSp add mod">
        <pc:chgData name="Ella Vetter" userId="c6918cf5-f6c0-43cc-8499-a1f635017de9" providerId="ADAL" clId="{1E532CF4-1B2C-4F24-A498-BBB09BB13F7D}" dt="2020-09-30T18:27:52.958" v="753" actId="1036"/>
        <pc:sldMkLst>
          <pc:docMk/>
          <pc:sldMk cId="3837616395" sldId="607"/>
        </pc:sldMkLst>
        <pc:spChg chg="mod">
          <ac:chgData name="Ella Vetter" userId="c6918cf5-f6c0-43cc-8499-a1f635017de9" providerId="ADAL" clId="{1E532CF4-1B2C-4F24-A498-BBB09BB13F7D}" dt="2020-09-30T18:27:49.187" v="745" actId="13926"/>
          <ac:spMkLst>
            <pc:docMk/>
            <pc:sldMk cId="3837616395" sldId="607"/>
            <ac:spMk id="2" creationId="{F7760CED-4F11-45C2-AB03-A0D4BF7299A9}"/>
          </ac:spMkLst>
        </pc:spChg>
        <pc:spChg chg="mod">
          <ac:chgData name="Ella Vetter" userId="c6918cf5-f6c0-43cc-8499-a1f635017de9" providerId="ADAL" clId="{1E532CF4-1B2C-4F24-A498-BBB09BB13F7D}" dt="2020-09-30T18:27:52.958" v="753" actId="1036"/>
          <ac:spMkLst>
            <pc:docMk/>
            <pc:sldMk cId="3837616395" sldId="607"/>
            <ac:spMk id="5" creationId="{95BAF2F0-C6BF-4579-9173-AC96B33EB648}"/>
          </ac:spMkLst>
        </pc:spChg>
        <pc:graphicFrameChg chg="modGraphic">
          <ac:chgData name="Ella Vetter" userId="c6918cf5-f6c0-43cc-8499-a1f635017de9" providerId="ADAL" clId="{1E532CF4-1B2C-4F24-A498-BBB09BB13F7D}" dt="2020-09-30T18:27:42.722" v="740" actId="2164"/>
          <ac:graphicFrameMkLst>
            <pc:docMk/>
            <pc:sldMk cId="3837616395" sldId="607"/>
            <ac:graphicFrameMk id="7" creationId="{901B6E0B-2DC9-4E3B-966F-693646C16A79}"/>
          </ac:graphicFrameMkLst>
        </pc:graphicFrameChg>
      </pc:sldChg>
      <pc:sldChg chg="addSp delSp modSp new mod">
        <pc:chgData name="Ella Vetter" userId="c6918cf5-f6c0-43cc-8499-a1f635017de9" providerId="ADAL" clId="{1E532CF4-1B2C-4F24-A498-BBB09BB13F7D}" dt="2020-09-30T18:33:19.394" v="843" actId="20577"/>
        <pc:sldMkLst>
          <pc:docMk/>
          <pc:sldMk cId="2839514280" sldId="608"/>
        </pc:sldMkLst>
        <pc:spChg chg="mod">
          <ac:chgData name="Ella Vetter" userId="c6918cf5-f6c0-43cc-8499-a1f635017de9" providerId="ADAL" clId="{1E532CF4-1B2C-4F24-A498-BBB09BB13F7D}" dt="2020-09-30T18:30:48.372" v="761"/>
          <ac:spMkLst>
            <pc:docMk/>
            <pc:sldMk cId="2839514280" sldId="608"/>
            <ac:spMk id="2" creationId="{635A60B7-1CB7-4ABD-ADBD-8711EA1FDBFF}"/>
          </ac:spMkLst>
        </pc:spChg>
        <pc:spChg chg="del">
          <ac:chgData name="Ella Vetter" userId="c6918cf5-f6c0-43cc-8499-a1f635017de9" providerId="ADAL" clId="{1E532CF4-1B2C-4F24-A498-BBB09BB13F7D}" dt="2020-09-30T18:30:49.576" v="762" actId="478"/>
          <ac:spMkLst>
            <pc:docMk/>
            <pc:sldMk cId="2839514280" sldId="608"/>
            <ac:spMk id="3" creationId="{D5E016B0-7861-46C2-BAB3-83C7F7212081}"/>
          </ac:spMkLst>
        </pc:spChg>
        <pc:spChg chg="add mod">
          <ac:chgData name="Ella Vetter" userId="c6918cf5-f6c0-43cc-8499-a1f635017de9" providerId="ADAL" clId="{1E532CF4-1B2C-4F24-A498-BBB09BB13F7D}" dt="2020-09-30T18:33:19.394" v="843" actId="20577"/>
          <ac:spMkLst>
            <pc:docMk/>
            <pc:sldMk cId="2839514280" sldId="608"/>
            <ac:spMk id="4" creationId="{80CC79B9-BB64-4CC0-AB82-3DCEBD7B5E43}"/>
          </ac:spMkLst>
        </pc:spChg>
        <pc:picChg chg="add mod">
          <ac:chgData name="Ella Vetter" userId="c6918cf5-f6c0-43cc-8499-a1f635017de9" providerId="ADAL" clId="{1E532CF4-1B2C-4F24-A498-BBB09BB13F7D}" dt="2020-09-30T18:33:03.956" v="826" actId="1076"/>
          <ac:picMkLst>
            <pc:docMk/>
            <pc:sldMk cId="2839514280" sldId="608"/>
            <ac:picMk id="6" creationId="{ABC4D644-D7B2-4655-9280-5074193A3C1E}"/>
          </ac:picMkLst>
        </pc:picChg>
      </pc:sldChg>
      <pc:sldChg chg="addSp modSp add mod">
        <pc:chgData name="Ella Vetter" userId="c6918cf5-f6c0-43cc-8499-a1f635017de9" providerId="ADAL" clId="{1E532CF4-1B2C-4F24-A498-BBB09BB13F7D}" dt="2020-09-30T18:34:42.548" v="847" actId="14100"/>
        <pc:sldMkLst>
          <pc:docMk/>
          <pc:sldMk cId="1695019804" sldId="609"/>
        </pc:sldMkLst>
        <pc:spChg chg="mod">
          <ac:chgData name="Ella Vetter" userId="c6918cf5-f6c0-43cc-8499-a1f635017de9" providerId="ADAL" clId="{1E532CF4-1B2C-4F24-A498-BBB09BB13F7D}" dt="2020-09-30T18:34:42.548" v="847" actId="14100"/>
          <ac:spMkLst>
            <pc:docMk/>
            <pc:sldMk cId="1695019804" sldId="609"/>
            <ac:spMk id="4" creationId="{80CC79B9-BB64-4CC0-AB82-3DCEBD7B5E43}"/>
          </ac:spMkLst>
        </pc:spChg>
        <pc:picChg chg="add mod">
          <ac:chgData name="Ella Vetter" userId="c6918cf5-f6c0-43cc-8499-a1f635017de9" providerId="ADAL" clId="{1E532CF4-1B2C-4F24-A498-BBB09BB13F7D}" dt="2020-09-30T18:34:39.994" v="846" actId="1076"/>
          <ac:picMkLst>
            <pc:docMk/>
            <pc:sldMk cId="1695019804" sldId="609"/>
            <ac:picMk id="5" creationId="{BD02B721-8FD5-4FF9-9622-A21BD1BF1762}"/>
          </ac:picMkLst>
        </pc:picChg>
      </pc:sldChg>
      <pc:sldChg chg="addSp delSp modSp add mod">
        <pc:chgData name="Ella Vetter" userId="c6918cf5-f6c0-43cc-8499-a1f635017de9" providerId="ADAL" clId="{1E532CF4-1B2C-4F24-A498-BBB09BB13F7D}" dt="2020-09-30T18:54:58.461" v="1035" actId="13926"/>
        <pc:sldMkLst>
          <pc:docMk/>
          <pc:sldMk cId="3170744581" sldId="610"/>
        </pc:sldMkLst>
        <pc:spChg chg="mod">
          <ac:chgData name="Ella Vetter" userId="c6918cf5-f6c0-43cc-8499-a1f635017de9" providerId="ADAL" clId="{1E532CF4-1B2C-4F24-A498-BBB09BB13F7D}" dt="2020-09-30T18:54:58.461" v="1035" actId="13926"/>
          <ac:spMkLst>
            <pc:docMk/>
            <pc:sldMk cId="3170744581" sldId="610"/>
            <ac:spMk id="2" creationId="{8BDB72EA-4486-4071-B9DF-7DDAB009D633}"/>
          </ac:spMkLst>
        </pc:spChg>
        <pc:spChg chg="mod">
          <ac:chgData name="Ella Vetter" userId="c6918cf5-f6c0-43cc-8499-a1f635017de9" providerId="ADAL" clId="{1E532CF4-1B2C-4F24-A498-BBB09BB13F7D}" dt="2020-09-30T18:53:40.002" v="1024" actId="20577"/>
          <ac:spMkLst>
            <pc:docMk/>
            <pc:sldMk cId="3170744581" sldId="610"/>
            <ac:spMk id="4" creationId="{8409DC2E-6F36-4033-9661-E7E82831A85A}"/>
          </ac:spMkLst>
        </pc:spChg>
        <pc:picChg chg="add mod">
          <ac:chgData name="Ella Vetter" userId="c6918cf5-f6c0-43cc-8499-a1f635017de9" providerId="ADAL" clId="{1E532CF4-1B2C-4F24-A498-BBB09BB13F7D}" dt="2020-09-30T18:54:48.704" v="1034" actId="1038"/>
          <ac:picMkLst>
            <pc:docMk/>
            <pc:sldMk cId="3170744581" sldId="610"/>
            <ac:picMk id="5" creationId="{BAC644A2-09D2-4B07-9DB9-2F29B6EE4B26}"/>
          </ac:picMkLst>
        </pc:picChg>
        <pc:picChg chg="del">
          <ac:chgData name="Ella Vetter" userId="c6918cf5-f6c0-43cc-8499-a1f635017de9" providerId="ADAL" clId="{1E532CF4-1B2C-4F24-A498-BBB09BB13F7D}" dt="2020-09-30T18:54:41.022" v="1025" actId="478"/>
          <ac:picMkLst>
            <pc:docMk/>
            <pc:sldMk cId="3170744581" sldId="610"/>
            <ac:picMk id="6" creationId="{DA4BF9FE-08FF-4D2C-8B88-0F6E20DCD194}"/>
          </ac:picMkLst>
        </pc:picChg>
      </pc:sldChg>
      <pc:sldChg chg="addSp delSp modSp add mod">
        <pc:chgData name="Ella Vetter" userId="c6918cf5-f6c0-43cc-8499-a1f635017de9" providerId="ADAL" clId="{1E532CF4-1B2C-4F24-A498-BBB09BB13F7D}" dt="2020-10-01T00:31:25.336" v="6022" actId="1036"/>
        <pc:sldMkLst>
          <pc:docMk/>
          <pc:sldMk cId="3531139011" sldId="611"/>
        </pc:sldMkLst>
        <pc:spChg chg="mod">
          <ac:chgData name="Ella Vetter" userId="c6918cf5-f6c0-43cc-8499-a1f635017de9" providerId="ADAL" clId="{1E532CF4-1B2C-4F24-A498-BBB09BB13F7D}" dt="2020-09-30T18:56:18.448" v="1043" actId="13926"/>
          <ac:spMkLst>
            <pc:docMk/>
            <pc:sldMk cId="3531139011" sldId="611"/>
            <ac:spMk id="2" creationId="{635A60B7-1CB7-4ABD-ADBD-8711EA1FDBFF}"/>
          </ac:spMkLst>
        </pc:spChg>
        <pc:spChg chg="mod">
          <ac:chgData name="Ella Vetter" userId="c6918cf5-f6c0-43cc-8499-a1f635017de9" providerId="ADAL" clId="{1E532CF4-1B2C-4F24-A498-BBB09BB13F7D}" dt="2020-10-01T00:31:21.495" v="6013" actId="403"/>
          <ac:spMkLst>
            <pc:docMk/>
            <pc:sldMk cId="3531139011" sldId="611"/>
            <ac:spMk id="4" creationId="{80CC79B9-BB64-4CC0-AB82-3DCEBD7B5E43}"/>
          </ac:spMkLst>
        </pc:spChg>
        <pc:picChg chg="add mod">
          <ac:chgData name="Ella Vetter" userId="c6918cf5-f6c0-43cc-8499-a1f635017de9" providerId="ADAL" clId="{1E532CF4-1B2C-4F24-A498-BBB09BB13F7D}" dt="2020-10-01T00:31:25.336" v="6022" actId="1036"/>
          <ac:picMkLst>
            <pc:docMk/>
            <pc:sldMk cId="3531139011" sldId="611"/>
            <ac:picMk id="5" creationId="{EFF43D62-206D-4836-8579-5A102DD9CB36}"/>
          </ac:picMkLst>
        </pc:picChg>
        <pc:picChg chg="del">
          <ac:chgData name="Ella Vetter" userId="c6918cf5-f6c0-43cc-8499-a1f635017de9" providerId="ADAL" clId="{1E532CF4-1B2C-4F24-A498-BBB09BB13F7D}" dt="2020-09-30T18:55:40.340" v="1036" actId="478"/>
          <ac:picMkLst>
            <pc:docMk/>
            <pc:sldMk cId="3531139011" sldId="611"/>
            <ac:picMk id="6" creationId="{ABC4D644-D7B2-4655-9280-5074193A3C1E}"/>
          </ac:picMkLst>
        </pc:picChg>
      </pc:sldChg>
      <pc:sldChg chg="addSp delSp modSp add mod">
        <pc:chgData name="Ella Vetter" userId="c6918cf5-f6c0-43cc-8499-a1f635017de9" providerId="ADAL" clId="{1E532CF4-1B2C-4F24-A498-BBB09BB13F7D}" dt="2020-10-01T00:31:59.294" v="6033" actId="255"/>
        <pc:sldMkLst>
          <pc:docMk/>
          <pc:sldMk cId="3253915372" sldId="612"/>
        </pc:sldMkLst>
        <pc:spChg chg="mod">
          <ac:chgData name="Ella Vetter" userId="c6918cf5-f6c0-43cc-8499-a1f635017de9" providerId="ADAL" clId="{1E532CF4-1B2C-4F24-A498-BBB09BB13F7D}" dt="2020-09-30T18:59:58.777" v="1140" actId="13926"/>
          <ac:spMkLst>
            <pc:docMk/>
            <pc:sldMk cId="3253915372" sldId="612"/>
            <ac:spMk id="2" creationId="{635A60B7-1CB7-4ABD-ADBD-8711EA1FDBFF}"/>
          </ac:spMkLst>
        </pc:spChg>
        <pc:spChg chg="mod">
          <ac:chgData name="Ella Vetter" userId="c6918cf5-f6c0-43cc-8499-a1f635017de9" providerId="ADAL" clId="{1E532CF4-1B2C-4F24-A498-BBB09BB13F7D}" dt="2020-10-01T00:31:59.294" v="6033" actId="255"/>
          <ac:spMkLst>
            <pc:docMk/>
            <pc:sldMk cId="3253915372" sldId="612"/>
            <ac:spMk id="4" creationId="{80CC79B9-BB64-4CC0-AB82-3DCEBD7B5E43}"/>
          </ac:spMkLst>
        </pc:spChg>
        <pc:picChg chg="del">
          <ac:chgData name="Ella Vetter" userId="c6918cf5-f6c0-43cc-8499-a1f635017de9" providerId="ADAL" clId="{1E532CF4-1B2C-4F24-A498-BBB09BB13F7D}" dt="2020-09-30T18:59:56.760" v="1139" actId="478"/>
          <ac:picMkLst>
            <pc:docMk/>
            <pc:sldMk cId="3253915372" sldId="612"/>
            <ac:picMk id="5" creationId="{BD02B721-8FD5-4FF9-9622-A21BD1BF1762}"/>
          </ac:picMkLst>
        </pc:picChg>
        <pc:picChg chg="add mod">
          <ac:chgData name="Ella Vetter" userId="c6918cf5-f6c0-43cc-8499-a1f635017de9" providerId="ADAL" clId="{1E532CF4-1B2C-4F24-A498-BBB09BB13F7D}" dt="2020-09-30T19:00:30.479" v="1144" actId="1076"/>
          <ac:picMkLst>
            <pc:docMk/>
            <pc:sldMk cId="3253915372" sldId="612"/>
            <ac:picMk id="6" creationId="{0C83DF53-1494-463E-8B84-AE0F8354E313}"/>
          </ac:picMkLst>
        </pc:picChg>
      </pc:sldChg>
      <pc:sldChg chg="addSp delSp modSp add mod">
        <pc:chgData name="Ella Vetter" userId="c6918cf5-f6c0-43cc-8499-a1f635017de9" providerId="ADAL" clId="{1E532CF4-1B2C-4F24-A498-BBB09BB13F7D}" dt="2020-10-01T11:57:03.995" v="6231" actId="13926"/>
        <pc:sldMkLst>
          <pc:docMk/>
          <pc:sldMk cId="2955077786" sldId="613"/>
        </pc:sldMkLst>
        <pc:spChg chg="mod">
          <ac:chgData name="Ella Vetter" userId="c6918cf5-f6c0-43cc-8499-a1f635017de9" providerId="ADAL" clId="{1E532CF4-1B2C-4F24-A498-BBB09BB13F7D}" dt="2020-10-01T11:57:03.995" v="6231" actId="13926"/>
          <ac:spMkLst>
            <pc:docMk/>
            <pc:sldMk cId="2955077786" sldId="613"/>
            <ac:spMk id="4" creationId="{80CC79B9-BB64-4CC0-AB82-3DCEBD7B5E43}"/>
          </ac:spMkLst>
        </pc:spChg>
        <pc:picChg chg="del">
          <ac:chgData name="Ella Vetter" userId="c6918cf5-f6c0-43cc-8499-a1f635017de9" providerId="ADAL" clId="{1E532CF4-1B2C-4F24-A498-BBB09BB13F7D}" dt="2020-09-30T18:56:48.999" v="1054" actId="478"/>
          <ac:picMkLst>
            <pc:docMk/>
            <pc:sldMk cId="2955077786" sldId="613"/>
            <ac:picMk id="5" creationId="{EFF43D62-206D-4836-8579-5A102DD9CB36}"/>
          </ac:picMkLst>
        </pc:picChg>
        <pc:picChg chg="add mod">
          <ac:chgData name="Ella Vetter" userId="c6918cf5-f6c0-43cc-8499-a1f635017de9" providerId="ADAL" clId="{1E532CF4-1B2C-4F24-A498-BBB09BB13F7D}" dt="2020-10-01T00:31:55.015" v="6032" actId="1036"/>
          <ac:picMkLst>
            <pc:docMk/>
            <pc:sldMk cId="2955077786" sldId="613"/>
            <ac:picMk id="6" creationId="{6DE3A9BE-68C8-4A0C-97A0-DEFAB8D5E116}"/>
          </ac:picMkLst>
        </pc:picChg>
      </pc:sldChg>
      <pc:sldChg chg="addSp delSp modSp new mod modNotesTx">
        <pc:chgData name="Ella Vetter" userId="c6918cf5-f6c0-43cc-8499-a1f635017de9" providerId="ADAL" clId="{1E532CF4-1B2C-4F24-A498-BBB09BB13F7D}" dt="2020-10-01T11:57:52.130" v="6232" actId="20577"/>
        <pc:sldMkLst>
          <pc:docMk/>
          <pc:sldMk cId="2731635279" sldId="614"/>
        </pc:sldMkLst>
        <pc:spChg chg="mod">
          <ac:chgData name="Ella Vetter" userId="c6918cf5-f6c0-43cc-8499-a1f635017de9" providerId="ADAL" clId="{1E532CF4-1B2C-4F24-A498-BBB09BB13F7D}" dt="2020-09-30T19:11:22.633" v="1380" actId="13926"/>
          <ac:spMkLst>
            <pc:docMk/>
            <pc:sldMk cId="2731635279" sldId="614"/>
            <ac:spMk id="2" creationId="{75E37CD1-16C6-4F41-BC0E-261B9C2673BA}"/>
          </ac:spMkLst>
        </pc:spChg>
        <pc:spChg chg="del">
          <ac:chgData name="Ella Vetter" userId="c6918cf5-f6c0-43cc-8499-a1f635017de9" providerId="ADAL" clId="{1E532CF4-1B2C-4F24-A498-BBB09BB13F7D}" dt="2020-09-30T19:02:18.664" v="1149" actId="478"/>
          <ac:spMkLst>
            <pc:docMk/>
            <pc:sldMk cId="2731635279" sldId="614"/>
            <ac:spMk id="3" creationId="{437AD5AE-B90E-4A33-8F75-52AD0E9D5AD7}"/>
          </ac:spMkLst>
        </pc:spChg>
        <pc:spChg chg="add mod">
          <ac:chgData name="Ella Vetter" userId="c6918cf5-f6c0-43cc-8499-a1f635017de9" providerId="ADAL" clId="{1E532CF4-1B2C-4F24-A498-BBB09BB13F7D}" dt="2020-10-01T11:57:52.130" v="6232" actId="20577"/>
          <ac:spMkLst>
            <pc:docMk/>
            <pc:sldMk cId="2731635279" sldId="614"/>
            <ac:spMk id="4" creationId="{08479DE4-4753-4899-A623-FD16E2EFB545}"/>
          </ac:spMkLst>
        </pc:spChg>
        <pc:spChg chg="add mod">
          <ac:chgData name="Ella Vetter" userId="c6918cf5-f6c0-43cc-8499-a1f635017de9" providerId="ADAL" clId="{1E532CF4-1B2C-4F24-A498-BBB09BB13F7D}" dt="2020-09-30T19:17:22.969" v="1562" actId="1036"/>
          <ac:spMkLst>
            <pc:docMk/>
            <pc:sldMk cId="2731635279" sldId="614"/>
            <ac:spMk id="13" creationId="{B7B7DAB4-209C-42E9-AC3A-B33069F7549C}"/>
          </ac:spMkLst>
        </pc:spChg>
        <pc:spChg chg="add mod">
          <ac:chgData name="Ella Vetter" userId="c6918cf5-f6c0-43cc-8499-a1f635017de9" providerId="ADAL" clId="{1E532CF4-1B2C-4F24-A498-BBB09BB13F7D}" dt="2020-09-30T19:17:22.969" v="1562" actId="1036"/>
          <ac:spMkLst>
            <pc:docMk/>
            <pc:sldMk cId="2731635279" sldId="614"/>
            <ac:spMk id="15" creationId="{DA36AD1A-51F3-4D8F-9D5C-1900E48310D1}"/>
          </ac:spMkLst>
        </pc:spChg>
        <pc:spChg chg="add mod">
          <ac:chgData name="Ella Vetter" userId="c6918cf5-f6c0-43cc-8499-a1f635017de9" providerId="ADAL" clId="{1E532CF4-1B2C-4F24-A498-BBB09BB13F7D}" dt="2020-09-30T19:17:22.969" v="1562" actId="1036"/>
          <ac:spMkLst>
            <pc:docMk/>
            <pc:sldMk cId="2731635279" sldId="614"/>
            <ac:spMk id="17" creationId="{F19114E3-9500-4946-9591-AB46E078AA99}"/>
          </ac:spMkLst>
        </pc:spChg>
        <pc:spChg chg="add mod">
          <ac:chgData name="Ella Vetter" userId="c6918cf5-f6c0-43cc-8499-a1f635017de9" providerId="ADAL" clId="{1E532CF4-1B2C-4F24-A498-BBB09BB13F7D}" dt="2020-09-30T19:17:22.969" v="1562" actId="1036"/>
          <ac:spMkLst>
            <pc:docMk/>
            <pc:sldMk cId="2731635279" sldId="614"/>
            <ac:spMk id="25" creationId="{7662D2F4-A482-4270-A817-EB363DDD9BEA}"/>
          </ac:spMkLst>
        </pc:spChg>
        <pc:spChg chg="add mod">
          <ac:chgData name="Ella Vetter" userId="c6918cf5-f6c0-43cc-8499-a1f635017de9" providerId="ADAL" clId="{1E532CF4-1B2C-4F24-A498-BBB09BB13F7D}" dt="2020-09-30T19:17:22.969" v="1562" actId="1036"/>
          <ac:spMkLst>
            <pc:docMk/>
            <pc:sldMk cId="2731635279" sldId="614"/>
            <ac:spMk id="35" creationId="{73038A5F-A9FE-4518-960D-3FDE92B353D4}"/>
          </ac:spMkLst>
        </pc:spChg>
        <pc:grpChg chg="add del mod">
          <ac:chgData name="Ella Vetter" userId="c6918cf5-f6c0-43cc-8499-a1f635017de9" providerId="ADAL" clId="{1E532CF4-1B2C-4F24-A498-BBB09BB13F7D}" dt="2020-09-30T19:05:38.894" v="1285" actId="21"/>
          <ac:grpSpMkLst>
            <pc:docMk/>
            <pc:sldMk cId="2731635279" sldId="614"/>
            <ac:grpSpMk id="9" creationId="{7E4084CF-CC87-471F-94D6-8FB93001FE44}"/>
          </ac:grpSpMkLst>
        </pc:grpChg>
        <pc:picChg chg="add mod modCrop">
          <ac:chgData name="Ella Vetter" userId="c6918cf5-f6c0-43cc-8499-a1f635017de9" providerId="ADAL" clId="{1E532CF4-1B2C-4F24-A498-BBB09BB13F7D}" dt="2020-09-30T19:05:34.722" v="1283" actId="164"/>
          <ac:picMkLst>
            <pc:docMk/>
            <pc:sldMk cId="2731635279" sldId="614"/>
            <ac:picMk id="6" creationId="{F230BDD8-AE0D-4DF7-86B7-A23C2EDAE1D7}"/>
          </ac:picMkLst>
        </pc:picChg>
        <pc:picChg chg="add mod modCrop">
          <ac:chgData name="Ella Vetter" userId="c6918cf5-f6c0-43cc-8499-a1f635017de9" providerId="ADAL" clId="{1E532CF4-1B2C-4F24-A498-BBB09BB13F7D}" dt="2020-09-30T19:05:34.722" v="1283" actId="164"/>
          <ac:picMkLst>
            <pc:docMk/>
            <pc:sldMk cId="2731635279" sldId="614"/>
            <ac:picMk id="8" creationId="{66B5AC10-D5AC-4B0B-9C68-9A0FE89C0E4B}"/>
          </ac:picMkLst>
        </pc:picChg>
        <pc:picChg chg="add del mod">
          <ac:chgData name="Ella Vetter" userId="c6918cf5-f6c0-43cc-8499-a1f635017de9" providerId="ADAL" clId="{1E532CF4-1B2C-4F24-A498-BBB09BB13F7D}" dt="2020-09-30T19:15:31.392" v="1510" actId="478"/>
          <ac:picMkLst>
            <pc:docMk/>
            <pc:sldMk cId="2731635279" sldId="614"/>
            <ac:picMk id="11" creationId="{A5E8A95B-4F82-47A9-B39D-25B5BFB253C3}"/>
          </ac:picMkLst>
        </pc:picChg>
        <pc:picChg chg="add mod ord">
          <ac:chgData name="Ella Vetter" userId="c6918cf5-f6c0-43cc-8499-a1f635017de9" providerId="ADAL" clId="{1E532CF4-1B2C-4F24-A498-BBB09BB13F7D}" dt="2020-09-30T19:17:22.969" v="1562" actId="1036"/>
          <ac:picMkLst>
            <pc:docMk/>
            <pc:sldMk cId="2731635279" sldId="614"/>
            <ac:picMk id="27" creationId="{61CC5D04-4059-4D6D-B562-C29D09CC8DDF}"/>
          </ac:picMkLst>
        </pc:picChg>
        <pc:cxnChg chg="add mod">
          <ac:chgData name="Ella Vetter" userId="c6918cf5-f6c0-43cc-8499-a1f635017de9" providerId="ADAL" clId="{1E532CF4-1B2C-4F24-A498-BBB09BB13F7D}" dt="2020-09-30T19:17:22.969" v="1562" actId="1036"/>
          <ac:cxnSpMkLst>
            <pc:docMk/>
            <pc:sldMk cId="2731635279" sldId="614"/>
            <ac:cxnSpMk id="18" creationId="{C876B6A6-98F8-4424-A325-DBA6B27568AA}"/>
          </ac:cxnSpMkLst>
        </pc:cxnChg>
        <pc:cxnChg chg="add mod">
          <ac:chgData name="Ella Vetter" userId="c6918cf5-f6c0-43cc-8499-a1f635017de9" providerId="ADAL" clId="{1E532CF4-1B2C-4F24-A498-BBB09BB13F7D}" dt="2020-09-30T19:17:22.969" v="1562" actId="1036"/>
          <ac:cxnSpMkLst>
            <pc:docMk/>
            <pc:sldMk cId="2731635279" sldId="614"/>
            <ac:cxnSpMk id="22" creationId="{BD6F4E03-0B1B-4DA3-B986-499586DCF97D}"/>
          </ac:cxnSpMkLst>
        </pc:cxnChg>
        <pc:cxnChg chg="add mod">
          <ac:chgData name="Ella Vetter" userId="c6918cf5-f6c0-43cc-8499-a1f635017de9" providerId="ADAL" clId="{1E532CF4-1B2C-4F24-A498-BBB09BB13F7D}" dt="2020-09-30T19:17:22.969" v="1562" actId="1036"/>
          <ac:cxnSpMkLst>
            <pc:docMk/>
            <pc:sldMk cId="2731635279" sldId="614"/>
            <ac:cxnSpMk id="23" creationId="{3B5F2C8A-5F27-420C-A412-82ADBA6991F1}"/>
          </ac:cxnSpMkLst>
        </pc:cxnChg>
        <pc:cxnChg chg="add mod">
          <ac:chgData name="Ella Vetter" userId="c6918cf5-f6c0-43cc-8499-a1f635017de9" providerId="ADAL" clId="{1E532CF4-1B2C-4F24-A498-BBB09BB13F7D}" dt="2020-09-30T19:17:22.969" v="1562" actId="1036"/>
          <ac:cxnSpMkLst>
            <pc:docMk/>
            <pc:sldMk cId="2731635279" sldId="614"/>
            <ac:cxnSpMk id="31" creationId="{A5C9F849-4F09-4733-948B-614B2CCEAFDF}"/>
          </ac:cxnSpMkLst>
        </pc:cxnChg>
        <pc:cxnChg chg="add mod">
          <ac:chgData name="Ella Vetter" userId="c6918cf5-f6c0-43cc-8499-a1f635017de9" providerId="ADAL" clId="{1E532CF4-1B2C-4F24-A498-BBB09BB13F7D}" dt="2020-09-30T19:17:22.969" v="1562" actId="1036"/>
          <ac:cxnSpMkLst>
            <pc:docMk/>
            <pc:sldMk cId="2731635279" sldId="614"/>
            <ac:cxnSpMk id="36" creationId="{D82D3681-5897-4DF0-A57A-F4BDA8B284A3}"/>
          </ac:cxnSpMkLst>
        </pc:cxnChg>
        <pc:cxnChg chg="add mod">
          <ac:chgData name="Ella Vetter" userId="c6918cf5-f6c0-43cc-8499-a1f635017de9" providerId="ADAL" clId="{1E532CF4-1B2C-4F24-A498-BBB09BB13F7D}" dt="2020-09-30T19:17:22.969" v="1562" actId="1036"/>
          <ac:cxnSpMkLst>
            <pc:docMk/>
            <pc:sldMk cId="2731635279" sldId="614"/>
            <ac:cxnSpMk id="40" creationId="{E1523CC8-05C5-46C1-B2E1-15675E40587D}"/>
          </ac:cxnSpMkLst>
        </pc:cxnChg>
      </pc:sldChg>
      <pc:sldChg chg="addSp delSp modSp new mod">
        <pc:chgData name="Ella Vetter" userId="c6918cf5-f6c0-43cc-8499-a1f635017de9" providerId="ADAL" clId="{1E532CF4-1B2C-4F24-A498-BBB09BB13F7D}" dt="2020-09-30T20:06:46.460" v="2234" actId="14100"/>
        <pc:sldMkLst>
          <pc:docMk/>
          <pc:sldMk cId="327884948" sldId="615"/>
        </pc:sldMkLst>
        <pc:spChg chg="mod">
          <ac:chgData name="Ella Vetter" userId="c6918cf5-f6c0-43cc-8499-a1f635017de9" providerId="ADAL" clId="{1E532CF4-1B2C-4F24-A498-BBB09BB13F7D}" dt="2020-09-30T19:41:15.401" v="1741" actId="13926"/>
          <ac:spMkLst>
            <pc:docMk/>
            <pc:sldMk cId="327884948" sldId="615"/>
            <ac:spMk id="2" creationId="{A9BE2D87-561F-4F4A-B1B6-752A09732079}"/>
          </ac:spMkLst>
        </pc:spChg>
        <pc:spChg chg="del">
          <ac:chgData name="Ella Vetter" userId="c6918cf5-f6c0-43cc-8499-a1f635017de9" providerId="ADAL" clId="{1E532CF4-1B2C-4F24-A498-BBB09BB13F7D}" dt="2020-09-30T19:37:35.204" v="1609" actId="478"/>
          <ac:spMkLst>
            <pc:docMk/>
            <pc:sldMk cId="327884948" sldId="615"/>
            <ac:spMk id="3" creationId="{C96C2A8C-1D2B-4B59-BA46-573FD4A9961B}"/>
          </ac:spMkLst>
        </pc:spChg>
        <pc:spChg chg="add mod">
          <ac:chgData name="Ella Vetter" userId="c6918cf5-f6c0-43cc-8499-a1f635017de9" providerId="ADAL" clId="{1E532CF4-1B2C-4F24-A498-BBB09BB13F7D}" dt="2020-09-30T20:06:46.460" v="2234" actId="14100"/>
          <ac:spMkLst>
            <pc:docMk/>
            <pc:sldMk cId="327884948" sldId="615"/>
            <ac:spMk id="4" creationId="{A29D4972-B67A-4C5D-869B-FD5CCC0AA37A}"/>
          </ac:spMkLst>
        </pc:spChg>
        <pc:picChg chg="add del">
          <ac:chgData name="Ella Vetter" userId="c6918cf5-f6c0-43cc-8499-a1f635017de9" providerId="ADAL" clId="{1E532CF4-1B2C-4F24-A498-BBB09BB13F7D}" dt="2020-09-30T19:38:41.080" v="1674" actId="478"/>
          <ac:picMkLst>
            <pc:docMk/>
            <pc:sldMk cId="327884948" sldId="615"/>
            <ac:picMk id="6" creationId="{A6469EB7-B921-465E-BB5C-8FEB30A7EDFA}"/>
          </ac:picMkLst>
        </pc:picChg>
        <pc:picChg chg="add mod">
          <ac:chgData name="Ella Vetter" userId="c6918cf5-f6c0-43cc-8499-a1f635017de9" providerId="ADAL" clId="{1E532CF4-1B2C-4F24-A498-BBB09BB13F7D}" dt="2020-09-30T19:40:14.110" v="1723" actId="1038"/>
          <ac:picMkLst>
            <pc:docMk/>
            <pc:sldMk cId="327884948" sldId="615"/>
            <ac:picMk id="8" creationId="{FB0C8AD4-9032-4B42-A028-32159079283F}"/>
          </ac:picMkLst>
        </pc:picChg>
        <pc:picChg chg="add mod">
          <ac:chgData name="Ella Vetter" userId="c6918cf5-f6c0-43cc-8499-a1f635017de9" providerId="ADAL" clId="{1E532CF4-1B2C-4F24-A498-BBB09BB13F7D}" dt="2020-09-30T19:40:14.110" v="1723" actId="1038"/>
          <ac:picMkLst>
            <pc:docMk/>
            <pc:sldMk cId="327884948" sldId="615"/>
            <ac:picMk id="10" creationId="{02991909-3C2B-4C02-9E4B-74F20DEA7FFB}"/>
          </ac:picMkLst>
        </pc:picChg>
        <pc:picChg chg="add mod">
          <ac:chgData name="Ella Vetter" userId="c6918cf5-f6c0-43cc-8499-a1f635017de9" providerId="ADAL" clId="{1E532CF4-1B2C-4F24-A498-BBB09BB13F7D}" dt="2020-09-30T19:40:14.110" v="1723" actId="1038"/>
          <ac:picMkLst>
            <pc:docMk/>
            <pc:sldMk cId="327884948" sldId="615"/>
            <ac:picMk id="12" creationId="{302FFFB2-7ACE-4601-BFE1-0A255785AFE3}"/>
          </ac:picMkLst>
        </pc:picChg>
      </pc:sldChg>
      <pc:sldChg chg="addSp delSp modSp new del mod">
        <pc:chgData name="Ella Vetter" userId="c6918cf5-f6c0-43cc-8499-a1f635017de9" providerId="ADAL" clId="{1E532CF4-1B2C-4F24-A498-BBB09BB13F7D}" dt="2020-09-30T19:17:25.080" v="1563" actId="47"/>
        <pc:sldMkLst>
          <pc:docMk/>
          <pc:sldMk cId="704926433" sldId="615"/>
        </pc:sldMkLst>
        <pc:spChg chg="mod">
          <ac:chgData name="Ella Vetter" userId="c6918cf5-f6c0-43cc-8499-a1f635017de9" providerId="ADAL" clId="{1E532CF4-1B2C-4F24-A498-BBB09BB13F7D}" dt="2020-09-30T19:14:53.599" v="1476" actId="13926"/>
          <ac:spMkLst>
            <pc:docMk/>
            <pc:sldMk cId="704926433" sldId="615"/>
            <ac:spMk id="2" creationId="{BC9F4B12-4866-4BE5-B89D-3502D2A294AC}"/>
          </ac:spMkLst>
        </pc:spChg>
        <pc:spChg chg="del">
          <ac:chgData name="Ella Vetter" userId="c6918cf5-f6c0-43cc-8499-a1f635017de9" providerId="ADAL" clId="{1E532CF4-1B2C-4F24-A498-BBB09BB13F7D}" dt="2020-09-30T19:06:58.150" v="1291" actId="478"/>
          <ac:spMkLst>
            <pc:docMk/>
            <pc:sldMk cId="704926433" sldId="615"/>
            <ac:spMk id="3" creationId="{16664FF1-51F5-4E17-9C37-276C629C7691}"/>
          </ac:spMkLst>
        </pc:spChg>
        <pc:spChg chg="add mod">
          <ac:chgData name="Ella Vetter" userId="c6918cf5-f6c0-43cc-8499-a1f635017de9" providerId="ADAL" clId="{1E532CF4-1B2C-4F24-A498-BBB09BB13F7D}" dt="2020-09-30T19:14:55.901" v="1477" actId="13926"/>
          <ac:spMkLst>
            <pc:docMk/>
            <pc:sldMk cId="704926433" sldId="615"/>
            <ac:spMk id="6" creationId="{3E46B4E2-70AD-4375-863D-7462672CB977}"/>
          </ac:spMkLst>
        </pc:spChg>
        <pc:spChg chg="add mod">
          <ac:chgData name="Ella Vetter" userId="c6918cf5-f6c0-43cc-8499-a1f635017de9" providerId="ADAL" clId="{1E532CF4-1B2C-4F24-A498-BBB09BB13F7D}" dt="2020-09-30T19:13:03.102" v="1450" actId="1076"/>
          <ac:spMkLst>
            <pc:docMk/>
            <pc:sldMk cId="704926433" sldId="615"/>
            <ac:spMk id="7" creationId="{9534F55C-8433-48D3-9461-F4AD2B815889}"/>
          </ac:spMkLst>
        </pc:spChg>
        <pc:spChg chg="add mod">
          <ac:chgData name="Ella Vetter" userId="c6918cf5-f6c0-43cc-8499-a1f635017de9" providerId="ADAL" clId="{1E532CF4-1B2C-4F24-A498-BBB09BB13F7D}" dt="2020-09-30T19:13:47.581" v="1468" actId="20577"/>
          <ac:spMkLst>
            <pc:docMk/>
            <pc:sldMk cId="704926433" sldId="615"/>
            <ac:spMk id="10" creationId="{C43D0C2F-6C9D-40D3-B320-67DFA01E8B31}"/>
          </ac:spMkLst>
        </pc:spChg>
        <pc:picChg chg="add mod">
          <ac:chgData name="Ella Vetter" userId="c6918cf5-f6c0-43cc-8499-a1f635017de9" providerId="ADAL" clId="{1E532CF4-1B2C-4F24-A498-BBB09BB13F7D}" dt="2020-09-30T19:11:38.497" v="1382" actId="1076"/>
          <ac:picMkLst>
            <pc:docMk/>
            <pc:sldMk cId="704926433" sldId="615"/>
            <ac:picMk id="5" creationId="{7A523448-3C8D-4523-977B-71D3C126EB54}"/>
          </ac:picMkLst>
        </pc:picChg>
        <pc:cxnChg chg="add mod">
          <ac:chgData name="Ella Vetter" userId="c6918cf5-f6c0-43cc-8499-a1f635017de9" providerId="ADAL" clId="{1E532CF4-1B2C-4F24-A498-BBB09BB13F7D}" dt="2020-09-30T19:11:49.072" v="1384" actId="1076"/>
          <ac:cxnSpMkLst>
            <pc:docMk/>
            <pc:sldMk cId="704926433" sldId="615"/>
            <ac:cxnSpMk id="8" creationId="{F2BF5270-20D9-4D00-8AD4-5F59AD5F4810}"/>
          </ac:cxnSpMkLst>
        </pc:cxnChg>
        <pc:cxnChg chg="add mod">
          <ac:chgData name="Ella Vetter" userId="c6918cf5-f6c0-43cc-8499-a1f635017de9" providerId="ADAL" clId="{1E532CF4-1B2C-4F24-A498-BBB09BB13F7D}" dt="2020-09-30T19:14:18.406" v="1475" actId="14100"/>
          <ac:cxnSpMkLst>
            <pc:docMk/>
            <pc:sldMk cId="704926433" sldId="615"/>
            <ac:cxnSpMk id="11" creationId="{125BBA91-CAFD-4D35-8931-9A8F4A239A7D}"/>
          </ac:cxnSpMkLst>
        </pc:cxnChg>
        <pc:cxnChg chg="add mod">
          <ac:chgData name="Ella Vetter" userId="c6918cf5-f6c0-43cc-8499-a1f635017de9" providerId="ADAL" clId="{1E532CF4-1B2C-4F24-A498-BBB09BB13F7D}" dt="2020-09-30T19:14:16.643" v="1474" actId="14100"/>
          <ac:cxnSpMkLst>
            <pc:docMk/>
            <pc:sldMk cId="704926433" sldId="615"/>
            <ac:cxnSpMk id="13" creationId="{73A2A357-7771-45DC-A0E7-36F7AF67881E}"/>
          </ac:cxnSpMkLst>
        </pc:cxnChg>
      </pc:sldChg>
      <pc:sldChg chg="addSp delSp modSp add mod ord">
        <pc:chgData name="Ella Vetter" userId="c6918cf5-f6c0-43cc-8499-a1f635017de9" providerId="ADAL" clId="{1E532CF4-1B2C-4F24-A498-BBB09BB13F7D}" dt="2020-09-30T20:06:51.899" v="2236" actId="1076"/>
        <pc:sldMkLst>
          <pc:docMk/>
          <pc:sldMk cId="3339174289" sldId="616"/>
        </pc:sldMkLst>
        <pc:spChg chg="mod">
          <ac:chgData name="Ella Vetter" userId="c6918cf5-f6c0-43cc-8499-a1f635017de9" providerId="ADAL" clId="{1E532CF4-1B2C-4F24-A498-BBB09BB13F7D}" dt="2020-09-30T19:41:10.996" v="1740" actId="20577"/>
          <ac:spMkLst>
            <pc:docMk/>
            <pc:sldMk cId="3339174289" sldId="616"/>
            <ac:spMk id="2" creationId="{A0156B7B-178A-4850-ABFC-AB2E3C52C83C}"/>
          </ac:spMkLst>
        </pc:spChg>
        <pc:spChg chg="mod">
          <ac:chgData name="Ella Vetter" userId="c6918cf5-f6c0-43cc-8499-a1f635017de9" providerId="ADAL" clId="{1E532CF4-1B2C-4F24-A498-BBB09BB13F7D}" dt="2020-09-30T20:06:49.036" v="2235" actId="255"/>
          <ac:spMkLst>
            <pc:docMk/>
            <pc:sldMk cId="3339174289" sldId="616"/>
            <ac:spMk id="4" creationId="{E67F6EB8-7EFF-4FFA-B2F7-88264B3094B6}"/>
          </ac:spMkLst>
        </pc:spChg>
        <pc:picChg chg="add mod">
          <ac:chgData name="Ella Vetter" userId="c6918cf5-f6c0-43cc-8499-a1f635017de9" providerId="ADAL" clId="{1E532CF4-1B2C-4F24-A498-BBB09BB13F7D}" dt="2020-09-30T20:06:51.899" v="2236" actId="1076"/>
          <ac:picMkLst>
            <pc:docMk/>
            <pc:sldMk cId="3339174289" sldId="616"/>
            <ac:picMk id="5" creationId="{DD867A90-5B14-4FD2-96D0-29AAC53955DE}"/>
          </ac:picMkLst>
        </pc:picChg>
        <pc:picChg chg="del">
          <ac:chgData name="Ella Vetter" userId="c6918cf5-f6c0-43cc-8499-a1f635017de9" providerId="ADAL" clId="{1E532CF4-1B2C-4F24-A498-BBB09BB13F7D}" dt="2020-09-30T19:41:36.103" v="1751" actId="478"/>
          <ac:picMkLst>
            <pc:docMk/>
            <pc:sldMk cId="3339174289" sldId="616"/>
            <ac:picMk id="6" creationId="{4EB7E265-68FC-4475-8CE1-158861375819}"/>
          </ac:picMkLst>
        </pc:picChg>
      </pc:sldChg>
      <pc:sldChg chg="addSp delSp modSp new mod">
        <pc:chgData name="Ella Vetter" userId="c6918cf5-f6c0-43cc-8499-a1f635017de9" providerId="ADAL" clId="{1E532CF4-1B2C-4F24-A498-BBB09BB13F7D}" dt="2020-10-01T00:32:46.502" v="6047" actId="1035"/>
        <pc:sldMkLst>
          <pc:docMk/>
          <pc:sldMk cId="2410438305" sldId="617"/>
        </pc:sldMkLst>
        <pc:spChg chg="mod">
          <ac:chgData name="Ella Vetter" userId="c6918cf5-f6c0-43cc-8499-a1f635017de9" providerId="ADAL" clId="{1E532CF4-1B2C-4F24-A498-BBB09BB13F7D}" dt="2020-09-30T20:09:46.592" v="2332" actId="13926"/>
          <ac:spMkLst>
            <pc:docMk/>
            <pc:sldMk cId="2410438305" sldId="617"/>
            <ac:spMk id="2" creationId="{D3AAB2EE-0195-4DE4-A2A2-56D1284C0C8F}"/>
          </ac:spMkLst>
        </pc:spChg>
        <pc:spChg chg="del">
          <ac:chgData name="Ella Vetter" userId="c6918cf5-f6c0-43cc-8499-a1f635017de9" providerId="ADAL" clId="{1E532CF4-1B2C-4F24-A498-BBB09BB13F7D}" dt="2020-09-30T19:42:32.984" v="1767"/>
          <ac:spMkLst>
            <pc:docMk/>
            <pc:sldMk cId="2410438305" sldId="617"/>
            <ac:spMk id="3" creationId="{993DAB84-5D21-40AC-97C0-52C30C74F421}"/>
          </ac:spMkLst>
        </pc:spChg>
        <pc:spChg chg="add mod">
          <ac:chgData name="Ella Vetter" userId="c6918cf5-f6c0-43cc-8499-a1f635017de9" providerId="ADAL" clId="{1E532CF4-1B2C-4F24-A498-BBB09BB13F7D}" dt="2020-10-01T00:32:46.502" v="6047" actId="1035"/>
          <ac:spMkLst>
            <pc:docMk/>
            <pc:sldMk cId="2410438305" sldId="617"/>
            <ac:spMk id="5" creationId="{06AD39AE-BD7C-40C0-A8B4-33D271142477}"/>
          </ac:spMkLst>
        </pc:spChg>
        <pc:graphicFrameChg chg="add mod modGraphic">
          <ac:chgData name="Ella Vetter" userId="c6918cf5-f6c0-43cc-8499-a1f635017de9" providerId="ADAL" clId="{1E532CF4-1B2C-4F24-A498-BBB09BB13F7D}" dt="2020-09-30T20:09:43.860" v="2331" actId="20577"/>
          <ac:graphicFrameMkLst>
            <pc:docMk/>
            <pc:sldMk cId="2410438305" sldId="617"/>
            <ac:graphicFrameMk id="4" creationId="{0ABE1DC7-5098-41D5-B99E-15D9EA52B348}"/>
          </ac:graphicFrameMkLst>
        </pc:graphicFrameChg>
      </pc:sldChg>
      <pc:sldChg chg="addSp delSp modSp add mod ord">
        <pc:chgData name="Ella Vetter" userId="c6918cf5-f6c0-43cc-8499-a1f635017de9" providerId="ADAL" clId="{1E532CF4-1B2C-4F24-A498-BBB09BB13F7D}" dt="2020-10-01T00:32:22.175" v="6039" actId="1035"/>
        <pc:sldMkLst>
          <pc:docMk/>
          <pc:sldMk cId="3791599194" sldId="618"/>
        </pc:sldMkLst>
        <pc:spChg chg="mod">
          <ac:chgData name="Ella Vetter" userId="c6918cf5-f6c0-43cc-8499-a1f635017de9" providerId="ADAL" clId="{1E532CF4-1B2C-4F24-A498-BBB09BB13F7D}" dt="2020-09-30T20:09:51.378" v="2333" actId="13926"/>
          <ac:spMkLst>
            <pc:docMk/>
            <pc:sldMk cId="3791599194" sldId="618"/>
            <ac:spMk id="2" creationId="{A0156B7B-178A-4850-ABFC-AB2E3C52C83C}"/>
          </ac:spMkLst>
        </pc:spChg>
        <pc:spChg chg="mod">
          <ac:chgData name="Ella Vetter" userId="c6918cf5-f6c0-43cc-8499-a1f635017de9" providerId="ADAL" clId="{1E532CF4-1B2C-4F24-A498-BBB09BB13F7D}" dt="2020-10-01T00:32:22.175" v="6039" actId="1035"/>
          <ac:spMkLst>
            <pc:docMk/>
            <pc:sldMk cId="3791599194" sldId="618"/>
            <ac:spMk id="4" creationId="{E67F6EB8-7EFF-4FFA-B2F7-88264B3094B6}"/>
          </ac:spMkLst>
        </pc:spChg>
        <pc:picChg chg="del">
          <ac:chgData name="Ella Vetter" userId="c6918cf5-f6c0-43cc-8499-a1f635017de9" providerId="ADAL" clId="{1E532CF4-1B2C-4F24-A498-BBB09BB13F7D}" dt="2020-09-30T19:44:16.598" v="1842" actId="478"/>
          <ac:picMkLst>
            <pc:docMk/>
            <pc:sldMk cId="3791599194" sldId="618"/>
            <ac:picMk id="5" creationId="{DD867A90-5B14-4FD2-96D0-29AAC53955DE}"/>
          </ac:picMkLst>
        </pc:picChg>
        <pc:picChg chg="add mod">
          <ac:chgData name="Ella Vetter" userId="c6918cf5-f6c0-43cc-8499-a1f635017de9" providerId="ADAL" clId="{1E532CF4-1B2C-4F24-A498-BBB09BB13F7D}" dt="2020-09-30T19:45:13.826" v="1846" actId="1076"/>
          <ac:picMkLst>
            <pc:docMk/>
            <pc:sldMk cId="3791599194" sldId="618"/>
            <ac:picMk id="6" creationId="{FC5E8AD5-F40D-412B-8E97-C58F0E1FD42B}"/>
          </ac:picMkLst>
        </pc:picChg>
      </pc:sldChg>
      <pc:sldChg chg="addSp delSp modSp add mod">
        <pc:chgData name="Ella Vetter" userId="c6918cf5-f6c0-43cc-8499-a1f635017de9" providerId="ADAL" clId="{1E532CF4-1B2C-4F24-A498-BBB09BB13F7D}" dt="2020-10-01T00:32:53.639" v="6053" actId="403"/>
        <pc:sldMkLst>
          <pc:docMk/>
          <pc:sldMk cId="1894053417" sldId="619"/>
        </pc:sldMkLst>
        <pc:spChg chg="mod">
          <ac:chgData name="Ella Vetter" userId="c6918cf5-f6c0-43cc-8499-a1f635017de9" providerId="ADAL" clId="{1E532CF4-1B2C-4F24-A498-BBB09BB13F7D}" dt="2020-09-30T20:18:17.131" v="2519" actId="13926"/>
          <ac:spMkLst>
            <pc:docMk/>
            <pc:sldMk cId="1894053417" sldId="619"/>
            <ac:spMk id="2" creationId="{A0156B7B-178A-4850-ABFC-AB2E3C52C83C}"/>
          </ac:spMkLst>
        </pc:spChg>
        <pc:spChg chg="mod">
          <ac:chgData name="Ella Vetter" userId="c6918cf5-f6c0-43cc-8499-a1f635017de9" providerId="ADAL" clId="{1E532CF4-1B2C-4F24-A498-BBB09BB13F7D}" dt="2020-10-01T00:32:53.639" v="6053" actId="403"/>
          <ac:spMkLst>
            <pc:docMk/>
            <pc:sldMk cId="1894053417" sldId="619"/>
            <ac:spMk id="4" creationId="{E67F6EB8-7EFF-4FFA-B2F7-88264B3094B6}"/>
          </ac:spMkLst>
        </pc:spChg>
        <pc:graphicFrameChg chg="add mod modGraphic">
          <ac:chgData name="Ella Vetter" userId="c6918cf5-f6c0-43cc-8499-a1f635017de9" providerId="ADAL" clId="{1E532CF4-1B2C-4F24-A498-BBB09BB13F7D}" dt="2020-09-30T20:19:39.976" v="2545"/>
          <ac:graphicFrameMkLst>
            <pc:docMk/>
            <pc:sldMk cId="1894053417" sldId="619"/>
            <ac:graphicFrameMk id="6" creationId="{0B51026D-69F4-4EB6-9BE0-08069499FB90}"/>
          </ac:graphicFrameMkLst>
        </pc:graphicFrameChg>
        <pc:picChg chg="del">
          <ac:chgData name="Ella Vetter" userId="c6918cf5-f6c0-43cc-8499-a1f635017de9" providerId="ADAL" clId="{1E532CF4-1B2C-4F24-A498-BBB09BB13F7D}" dt="2020-09-30T19:44:11.185" v="1839" actId="478"/>
          <ac:picMkLst>
            <pc:docMk/>
            <pc:sldMk cId="1894053417" sldId="619"/>
            <ac:picMk id="5" creationId="{DD867A90-5B14-4FD2-96D0-29AAC53955DE}"/>
          </ac:picMkLst>
        </pc:picChg>
      </pc:sldChg>
      <pc:sldChg chg="add del">
        <pc:chgData name="Ella Vetter" userId="c6918cf5-f6c0-43cc-8499-a1f635017de9" providerId="ADAL" clId="{1E532CF4-1B2C-4F24-A498-BBB09BB13F7D}" dt="2020-09-30T19:44:14.809" v="1841"/>
        <pc:sldMkLst>
          <pc:docMk/>
          <pc:sldMk cId="323458790" sldId="620"/>
        </pc:sldMkLst>
      </pc:sldChg>
      <pc:sldChg chg="addSp delSp modSp add mod ord">
        <pc:chgData name="Ella Vetter" userId="c6918cf5-f6c0-43cc-8499-a1f635017de9" providerId="ADAL" clId="{1E532CF4-1B2C-4F24-A498-BBB09BB13F7D}" dt="2020-10-01T00:33:00.389" v="6059" actId="1036"/>
        <pc:sldMkLst>
          <pc:docMk/>
          <pc:sldMk cId="4204638607" sldId="620"/>
        </pc:sldMkLst>
        <pc:spChg chg="mod">
          <ac:chgData name="Ella Vetter" userId="c6918cf5-f6c0-43cc-8499-a1f635017de9" providerId="ADAL" clId="{1E532CF4-1B2C-4F24-A498-BBB09BB13F7D}" dt="2020-09-30T20:18:58.159" v="2535" actId="13926"/>
          <ac:spMkLst>
            <pc:docMk/>
            <pc:sldMk cId="4204638607" sldId="620"/>
            <ac:spMk id="2" creationId="{A0156B7B-178A-4850-ABFC-AB2E3C52C83C}"/>
          </ac:spMkLst>
        </pc:spChg>
        <pc:spChg chg="mod">
          <ac:chgData name="Ella Vetter" userId="c6918cf5-f6c0-43cc-8499-a1f635017de9" providerId="ADAL" clId="{1E532CF4-1B2C-4F24-A498-BBB09BB13F7D}" dt="2020-10-01T00:32:58.330" v="6054" actId="403"/>
          <ac:spMkLst>
            <pc:docMk/>
            <pc:sldMk cId="4204638607" sldId="620"/>
            <ac:spMk id="4" creationId="{E67F6EB8-7EFF-4FFA-B2F7-88264B3094B6}"/>
          </ac:spMkLst>
        </pc:spChg>
        <pc:picChg chg="add mod">
          <ac:chgData name="Ella Vetter" userId="c6918cf5-f6c0-43cc-8499-a1f635017de9" providerId="ADAL" clId="{1E532CF4-1B2C-4F24-A498-BBB09BB13F7D}" dt="2020-10-01T00:33:00.389" v="6059" actId="1036"/>
          <ac:picMkLst>
            <pc:docMk/>
            <pc:sldMk cId="4204638607" sldId="620"/>
            <ac:picMk id="5" creationId="{6DDC56E2-53E8-40F3-B496-9A5EF7FF93B6}"/>
          </ac:picMkLst>
        </pc:picChg>
        <pc:picChg chg="del">
          <ac:chgData name="Ella Vetter" userId="c6918cf5-f6c0-43cc-8499-a1f635017de9" providerId="ADAL" clId="{1E532CF4-1B2C-4F24-A498-BBB09BB13F7D}" dt="2020-09-30T19:45:25.072" v="1854" actId="478"/>
          <ac:picMkLst>
            <pc:docMk/>
            <pc:sldMk cId="4204638607" sldId="620"/>
            <ac:picMk id="6" creationId="{FC5E8AD5-F40D-412B-8E97-C58F0E1FD42B}"/>
          </ac:picMkLst>
        </pc:picChg>
      </pc:sldChg>
      <pc:sldChg chg="addSp modSp add mod ord addCm delCm">
        <pc:chgData name="Ella Vetter" userId="c6918cf5-f6c0-43cc-8499-a1f635017de9" providerId="ADAL" clId="{1E532CF4-1B2C-4F24-A498-BBB09BB13F7D}" dt="2020-10-01T00:33:08.445" v="6065" actId="1036"/>
        <pc:sldMkLst>
          <pc:docMk/>
          <pc:sldMk cId="587218560" sldId="621"/>
        </pc:sldMkLst>
        <pc:spChg chg="mod">
          <ac:chgData name="Ella Vetter" userId="c6918cf5-f6c0-43cc-8499-a1f635017de9" providerId="ADAL" clId="{1E532CF4-1B2C-4F24-A498-BBB09BB13F7D}" dt="2020-09-30T21:25:59.181" v="3486" actId="13926"/>
          <ac:spMkLst>
            <pc:docMk/>
            <pc:sldMk cId="587218560" sldId="621"/>
            <ac:spMk id="2" creationId="{A0156B7B-178A-4850-ABFC-AB2E3C52C83C}"/>
          </ac:spMkLst>
        </pc:spChg>
        <pc:spChg chg="mod">
          <ac:chgData name="Ella Vetter" userId="c6918cf5-f6c0-43cc-8499-a1f635017de9" providerId="ADAL" clId="{1E532CF4-1B2C-4F24-A498-BBB09BB13F7D}" dt="2020-10-01T00:33:05.373" v="6060" actId="403"/>
          <ac:spMkLst>
            <pc:docMk/>
            <pc:sldMk cId="587218560" sldId="621"/>
            <ac:spMk id="4" creationId="{E67F6EB8-7EFF-4FFA-B2F7-88264B3094B6}"/>
          </ac:spMkLst>
        </pc:spChg>
        <pc:graphicFrameChg chg="add mod modGraphic">
          <ac:chgData name="Ella Vetter" userId="c6918cf5-f6c0-43cc-8499-a1f635017de9" providerId="ADAL" clId="{1E532CF4-1B2C-4F24-A498-BBB09BB13F7D}" dt="2020-10-01T00:33:08.445" v="6065" actId="1036"/>
          <ac:graphicFrameMkLst>
            <pc:docMk/>
            <pc:sldMk cId="587218560" sldId="621"/>
            <ac:graphicFrameMk id="3" creationId="{CEB30AF2-02E6-476D-8261-190C31EFC4C1}"/>
          </ac:graphicFrameMkLst>
        </pc:graphicFrameChg>
      </pc:sldChg>
      <pc:sldChg chg="addSp delSp modSp add mod">
        <pc:chgData name="Ella Vetter" userId="c6918cf5-f6c0-43cc-8499-a1f635017de9" providerId="ADAL" clId="{1E532CF4-1B2C-4F24-A498-BBB09BB13F7D}" dt="2020-10-01T00:33:29.101" v="6080" actId="1036"/>
        <pc:sldMkLst>
          <pc:docMk/>
          <pc:sldMk cId="4184689039" sldId="622"/>
        </pc:sldMkLst>
        <pc:spChg chg="mod">
          <ac:chgData name="Ella Vetter" userId="c6918cf5-f6c0-43cc-8499-a1f635017de9" providerId="ADAL" clId="{1E532CF4-1B2C-4F24-A498-BBB09BB13F7D}" dt="2020-09-30T20:20:13.472" v="2563" actId="13926"/>
          <ac:spMkLst>
            <pc:docMk/>
            <pc:sldMk cId="4184689039" sldId="622"/>
            <ac:spMk id="2" creationId="{A0156B7B-178A-4850-ABFC-AB2E3C52C83C}"/>
          </ac:spMkLst>
        </pc:spChg>
        <pc:spChg chg="del mod">
          <ac:chgData name="Ella Vetter" userId="c6918cf5-f6c0-43cc-8499-a1f635017de9" providerId="ADAL" clId="{1E532CF4-1B2C-4F24-A498-BBB09BB13F7D}" dt="2020-09-30T19:48:19.777" v="1888" actId="478"/>
          <ac:spMkLst>
            <pc:docMk/>
            <pc:sldMk cId="4184689039" sldId="622"/>
            <ac:spMk id="4" creationId="{E67F6EB8-7EFF-4FFA-B2F7-88264B3094B6}"/>
          </ac:spMkLst>
        </pc:spChg>
        <pc:spChg chg="add del mod">
          <ac:chgData name="Ella Vetter" userId="c6918cf5-f6c0-43cc-8499-a1f635017de9" providerId="ADAL" clId="{1E532CF4-1B2C-4F24-A498-BBB09BB13F7D}" dt="2020-09-30T19:48:21.984" v="1891" actId="478"/>
          <ac:spMkLst>
            <pc:docMk/>
            <pc:sldMk cId="4184689039" sldId="622"/>
            <ac:spMk id="5" creationId="{8D9AD589-04A5-422F-BBA2-131CD78B5924}"/>
          </ac:spMkLst>
        </pc:spChg>
        <pc:spChg chg="add del mod">
          <ac:chgData name="Ella Vetter" userId="c6918cf5-f6c0-43cc-8499-a1f635017de9" providerId="ADAL" clId="{1E532CF4-1B2C-4F24-A498-BBB09BB13F7D}" dt="2020-09-30T19:48:20.970" v="1890"/>
          <ac:spMkLst>
            <pc:docMk/>
            <pc:sldMk cId="4184689039" sldId="622"/>
            <ac:spMk id="6" creationId="{D8648A5B-94C7-45EF-AA39-550322AB5752}"/>
          </ac:spMkLst>
        </pc:spChg>
        <pc:spChg chg="add mod">
          <ac:chgData name="Ella Vetter" userId="c6918cf5-f6c0-43cc-8499-a1f635017de9" providerId="ADAL" clId="{1E532CF4-1B2C-4F24-A498-BBB09BB13F7D}" dt="2020-10-01T00:33:26.294" v="6078" actId="20577"/>
          <ac:spMkLst>
            <pc:docMk/>
            <pc:sldMk cId="4184689039" sldId="622"/>
            <ac:spMk id="7" creationId="{28BAEE30-0BBE-4B78-AB19-E58DA5F0CF74}"/>
          </ac:spMkLst>
        </pc:spChg>
        <pc:picChg chg="add mod">
          <ac:chgData name="Ella Vetter" userId="c6918cf5-f6c0-43cc-8499-a1f635017de9" providerId="ADAL" clId="{1E532CF4-1B2C-4F24-A498-BBB09BB13F7D}" dt="2020-10-01T00:33:29.101" v="6080" actId="1036"/>
          <ac:picMkLst>
            <pc:docMk/>
            <pc:sldMk cId="4184689039" sldId="622"/>
            <ac:picMk id="9" creationId="{65D0637B-8930-4D82-902A-E5CE1704A283}"/>
          </ac:picMkLst>
        </pc:picChg>
        <pc:picChg chg="add mod">
          <ac:chgData name="Ella Vetter" userId="c6918cf5-f6c0-43cc-8499-a1f635017de9" providerId="ADAL" clId="{1E532CF4-1B2C-4F24-A498-BBB09BB13F7D}" dt="2020-09-30T20:20:37.981" v="2570" actId="1036"/>
          <ac:picMkLst>
            <pc:docMk/>
            <pc:sldMk cId="4184689039" sldId="622"/>
            <ac:picMk id="11" creationId="{732FD491-0777-4C84-BCD8-C6A7AB71B6FC}"/>
          </ac:picMkLst>
        </pc:picChg>
      </pc:sldChg>
      <pc:sldChg chg="addSp delSp modSp new mod">
        <pc:chgData name="Ella Vetter" userId="c6918cf5-f6c0-43cc-8499-a1f635017de9" providerId="ADAL" clId="{1E532CF4-1B2C-4F24-A498-BBB09BB13F7D}" dt="2020-09-30T20:20:44.495" v="2571" actId="13926"/>
        <pc:sldMkLst>
          <pc:docMk/>
          <pc:sldMk cId="4053867285" sldId="623"/>
        </pc:sldMkLst>
        <pc:spChg chg="mod">
          <ac:chgData name="Ella Vetter" userId="c6918cf5-f6c0-43cc-8499-a1f635017de9" providerId="ADAL" clId="{1E532CF4-1B2C-4F24-A498-BBB09BB13F7D}" dt="2020-09-30T20:20:44.495" v="2571" actId="13926"/>
          <ac:spMkLst>
            <pc:docMk/>
            <pc:sldMk cId="4053867285" sldId="623"/>
            <ac:spMk id="2" creationId="{64025B87-DD24-437D-9DEB-E354EF3ECC69}"/>
          </ac:spMkLst>
        </pc:spChg>
        <pc:spChg chg="del">
          <ac:chgData name="Ella Vetter" userId="c6918cf5-f6c0-43cc-8499-a1f635017de9" providerId="ADAL" clId="{1E532CF4-1B2C-4F24-A498-BBB09BB13F7D}" dt="2020-09-30T19:51:27.825" v="1933" actId="478"/>
          <ac:spMkLst>
            <pc:docMk/>
            <pc:sldMk cId="4053867285" sldId="623"/>
            <ac:spMk id="3" creationId="{78FCA70C-BD5D-4E63-96C9-1801D865E942}"/>
          </ac:spMkLst>
        </pc:spChg>
        <pc:spChg chg="add mod">
          <ac:chgData name="Ella Vetter" userId="c6918cf5-f6c0-43cc-8499-a1f635017de9" providerId="ADAL" clId="{1E532CF4-1B2C-4F24-A498-BBB09BB13F7D}" dt="2020-09-30T19:51:37.643" v="1949" actId="20577"/>
          <ac:spMkLst>
            <pc:docMk/>
            <pc:sldMk cId="4053867285" sldId="623"/>
            <ac:spMk id="4" creationId="{641CAE78-4F81-439D-9D5F-9E4800C0D48E}"/>
          </ac:spMkLst>
        </pc:spChg>
        <pc:picChg chg="add mod">
          <ac:chgData name="Ella Vetter" userId="c6918cf5-f6c0-43cc-8499-a1f635017de9" providerId="ADAL" clId="{1E532CF4-1B2C-4F24-A498-BBB09BB13F7D}" dt="2020-09-30T19:52:22.811" v="1953" actId="1076"/>
          <ac:picMkLst>
            <pc:docMk/>
            <pc:sldMk cId="4053867285" sldId="623"/>
            <ac:picMk id="6" creationId="{3AE2AADB-B102-4112-BCBC-5856CB86B732}"/>
          </ac:picMkLst>
        </pc:picChg>
      </pc:sldChg>
      <pc:sldChg chg="addSp delSp modSp new mod">
        <pc:chgData name="Ella Vetter" userId="c6918cf5-f6c0-43cc-8499-a1f635017de9" providerId="ADAL" clId="{1E532CF4-1B2C-4F24-A498-BBB09BB13F7D}" dt="2020-10-01T00:47:47.350" v="6175" actId="20577"/>
        <pc:sldMkLst>
          <pc:docMk/>
          <pc:sldMk cId="253568043" sldId="624"/>
        </pc:sldMkLst>
        <pc:spChg chg="mod">
          <ac:chgData name="Ella Vetter" userId="c6918cf5-f6c0-43cc-8499-a1f635017de9" providerId="ADAL" clId="{1E532CF4-1B2C-4F24-A498-BBB09BB13F7D}" dt="2020-09-30T20:20:49.785" v="2572" actId="13926"/>
          <ac:spMkLst>
            <pc:docMk/>
            <pc:sldMk cId="253568043" sldId="624"/>
            <ac:spMk id="2" creationId="{0FE57F0F-E4AC-4563-9393-83D252514EDD}"/>
          </ac:spMkLst>
        </pc:spChg>
        <pc:spChg chg="del">
          <ac:chgData name="Ella Vetter" userId="c6918cf5-f6c0-43cc-8499-a1f635017de9" providerId="ADAL" clId="{1E532CF4-1B2C-4F24-A498-BBB09BB13F7D}" dt="2020-09-30T19:53:15.674" v="1963" actId="478"/>
          <ac:spMkLst>
            <pc:docMk/>
            <pc:sldMk cId="253568043" sldId="624"/>
            <ac:spMk id="3" creationId="{6B1C9A46-83EB-4066-9302-14AE69DE8023}"/>
          </ac:spMkLst>
        </pc:spChg>
        <pc:spChg chg="add mod">
          <ac:chgData name="Ella Vetter" userId="c6918cf5-f6c0-43cc-8499-a1f635017de9" providerId="ADAL" clId="{1E532CF4-1B2C-4F24-A498-BBB09BB13F7D}" dt="2020-10-01T00:47:47.350" v="6175" actId="20577"/>
          <ac:spMkLst>
            <pc:docMk/>
            <pc:sldMk cId="253568043" sldId="624"/>
            <ac:spMk id="6" creationId="{4E064B8F-111E-4AA3-9B3A-3399D848B78A}"/>
          </ac:spMkLst>
        </pc:spChg>
        <pc:picChg chg="add del mod">
          <ac:chgData name="Ella Vetter" userId="c6918cf5-f6c0-43cc-8499-a1f635017de9" providerId="ADAL" clId="{1E532CF4-1B2C-4F24-A498-BBB09BB13F7D}" dt="2020-09-30T19:59:08.805" v="2074" actId="478"/>
          <ac:picMkLst>
            <pc:docMk/>
            <pc:sldMk cId="253568043" sldId="624"/>
            <ac:picMk id="5" creationId="{794C1BAA-961B-4CE7-BEE3-845276992F20}"/>
          </ac:picMkLst>
        </pc:picChg>
        <pc:picChg chg="add del mod">
          <ac:chgData name="Ella Vetter" userId="c6918cf5-f6c0-43cc-8499-a1f635017de9" providerId="ADAL" clId="{1E532CF4-1B2C-4F24-A498-BBB09BB13F7D}" dt="2020-09-30T20:01:28.739" v="2095" actId="478"/>
          <ac:picMkLst>
            <pc:docMk/>
            <pc:sldMk cId="253568043" sldId="624"/>
            <ac:picMk id="8" creationId="{B39AB42F-0896-403C-8B82-7121AC571D31}"/>
          </ac:picMkLst>
        </pc:picChg>
        <pc:picChg chg="add del mod">
          <ac:chgData name="Ella Vetter" userId="c6918cf5-f6c0-43cc-8499-a1f635017de9" providerId="ADAL" clId="{1E532CF4-1B2C-4F24-A498-BBB09BB13F7D}" dt="2020-09-30T20:01:28.739" v="2095" actId="478"/>
          <ac:picMkLst>
            <pc:docMk/>
            <pc:sldMk cId="253568043" sldId="624"/>
            <ac:picMk id="10" creationId="{1974FA8F-3AA0-41F3-975D-729BDE4ECC9C}"/>
          </ac:picMkLst>
        </pc:picChg>
        <pc:picChg chg="add del mod">
          <ac:chgData name="Ella Vetter" userId="c6918cf5-f6c0-43cc-8499-a1f635017de9" providerId="ADAL" clId="{1E532CF4-1B2C-4F24-A498-BBB09BB13F7D}" dt="2020-09-30T20:01:28.739" v="2095" actId="478"/>
          <ac:picMkLst>
            <pc:docMk/>
            <pc:sldMk cId="253568043" sldId="624"/>
            <ac:picMk id="12" creationId="{A21D3482-7D73-4099-9B54-FA1943008B21}"/>
          </ac:picMkLst>
        </pc:picChg>
        <pc:picChg chg="add del mod">
          <ac:chgData name="Ella Vetter" userId="c6918cf5-f6c0-43cc-8499-a1f635017de9" providerId="ADAL" clId="{1E532CF4-1B2C-4F24-A498-BBB09BB13F7D}" dt="2020-09-30T20:01:24.159" v="2094" actId="478"/>
          <ac:picMkLst>
            <pc:docMk/>
            <pc:sldMk cId="253568043" sldId="624"/>
            <ac:picMk id="13" creationId="{2A05350D-75EA-4418-AFAC-FAF82403A481}"/>
          </ac:picMkLst>
        </pc:picChg>
        <pc:picChg chg="add del mod">
          <ac:chgData name="Ella Vetter" userId="c6918cf5-f6c0-43cc-8499-a1f635017de9" providerId="ADAL" clId="{1E532CF4-1B2C-4F24-A498-BBB09BB13F7D}" dt="2020-09-30T20:01:24.159" v="2094" actId="478"/>
          <ac:picMkLst>
            <pc:docMk/>
            <pc:sldMk cId="253568043" sldId="624"/>
            <ac:picMk id="14" creationId="{D674322D-80F9-4E56-BF45-EF34EDF95B8A}"/>
          </ac:picMkLst>
        </pc:picChg>
        <pc:picChg chg="add del mod">
          <ac:chgData name="Ella Vetter" userId="c6918cf5-f6c0-43cc-8499-a1f635017de9" providerId="ADAL" clId="{1E532CF4-1B2C-4F24-A498-BBB09BB13F7D}" dt="2020-09-30T20:01:24.159" v="2094" actId="478"/>
          <ac:picMkLst>
            <pc:docMk/>
            <pc:sldMk cId="253568043" sldId="624"/>
            <ac:picMk id="15" creationId="{E66DF9BF-18A1-4DB0-90A6-8B40C1161553}"/>
          </ac:picMkLst>
        </pc:picChg>
        <pc:picChg chg="add mod">
          <ac:chgData name="Ella Vetter" userId="c6918cf5-f6c0-43cc-8499-a1f635017de9" providerId="ADAL" clId="{1E532CF4-1B2C-4F24-A498-BBB09BB13F7D}" dt="2020-09-30T20:03:00.659" v="2203" actId="1035"/>
          <ac:picMkLst>
            <pc:docMk/>
            <pc:sldMk cId="253568043" sldId="624"/>
            <ac:picMk id="17" creationId="{083CC97E-8436-4B3E-9FBC-D61F9557E08B}"/>
          </ac:picMkLst>
        </pc:picChg>
        <pc:picChg chg="add mod">
          <ac:chgData name="Ella Vetter" userId="c6918cf5-f6c0-43cc-8499-a1f635017de9" providerId="ADAL" clId="{1E532CF4-1B2C-4F24-A498-BBB09BB13F7D}" dt="2020-09-30T20:03:15.768" v="2211" actId="1076"/>
          <ac:picMkLst>
            <pc:docMk/>
            <pc:sldMk cId="253568043" sldId="624"/>
            <ac:picMk id="19" creationId="{CD0B4160-CA15-4438-AEB3-FA06346DB8A6}"/>
          </ac:picMkLst>
        </pc:picChg>
        <pc:picChg chg="add mod">
          <ac:chgData name="Ella Vetter" userId="c6918cf5-f6c0-43cc-8499-a1f635017de9" providerId="ADAL" clId="{1E532CF4-1B2C-4F24-A498-BBB09BB13F7D}" dt="2020-09-30T20:02:51.832" v="2186" actId="1076"/>
          <ac:picMkLst>
            <pc:docMk/>
            <pc:sldMk cId="253568043" sldId="624"/>
            <ac:picMk id="21" creationId="{21F97047-1A06-4B2D-9832-A20C8DF60116}"/>
          </ac:picMkLst>
        </pc:picChg>
      </pc:sldChg>
      <pc:sldChg chg="addSp delSp modSp add mod ord">
        <pc:chgData name="Ella Vetter" userId="c6918cf5-f6c0-43cc-8499-a1f635017de9" providerId="ADAL" clId="{1E532CF4-1B2C-4F24-A498-BBB09BB13F7D}" dt="2020-10-01T00:34:23.143" v="6098" actId="403"/>
        <pc:sldMkLst>
          <pc:docMk/>
          <pc:sldMk cId="406785428" sldId="625"/>
        </pc:sldMkLst>
        <pc:spChg chg="mod">
          <ac:chgData name="Ella Vetter" userId="c6918cf5-f6c0-43cc-8499-a1f635017de9" providerId="ADAL" clId="{1E532CF4-1B2C-4F24-A498-BBB09BB13F7D}" dt="2020-09-30T20:20:57.240" v="2573" actId="13926"/>
          <ac:spMkLst>
            <pc:docMk/>
            <pc:sldMk cId="406785428" sldId="625"/>
            <ac:spMk id="2" creationId="{635A60B7-1CB7-4ABD-ADBD-8711EA1FDBFF}"/>
          </ac:spMkLst>
        </pc:spChg>
        <pc:spChg chg="mod">
          <ac:chgData name="Ella Vetter" userId="c6918cf5-f6c0-43cc-8499-a1f635017de9" providerId="ADAL" clId="{1E532CF4-1B2C-4F24-A498-BBB09BB13F7D}" dt="2020-10-01T00:34:23.143" v="6098" actId="403"/>
          <ac:spMkLst>
            <pc:docMk/>
            <pc:sldMk cId="406785428" sldId="625"/>
            <ac:spMk id="4" creationId="{80CC79B9-BB64-4CC0-AB82-3DCEBD7B5E43}"/>
          </ac:spMkLst>
        </pc:spChg>
        <pc:picChg chg="add mod">
          <ac:chgData name="Ella Vetter" userId="c6918cf5-f6c0-43cc-8499-a1f635017de9" providerId="ADAL" clId="{1E532CF4-1B2C-4F24-A498-BBB09BB13F7D}" dt="2020-09-30T20:04:47.036" v="2226" actId="1035"/>
          <ac:picMkLst>
            <pc:docMk/>
            <pc:sldMk cId="406785428" sldId="625"/>
            <ac:picMk id="5" creationId="{EE6D5072-9DB9-4E5C-9DC2-72CAE31CE0CD}"/>
          </ac:picMkLst>
        </pc:picChg>
        <pc:picChg chg="del">
          <ac:chgData name="Ella Vetter" userId="c6918cf5-f6c0-43cc-8499-a1f635017de9" providerId="ADAL" clId="{1E532CF4-1B2C-4F24-A498-BBB09BB13F7D}" dt="2020-09-30T20:03:57.666" v="2218" actId="478"/>
          <ac:picMkLst>
            <pc:docMk/>
            <pc:sldMk cId="406785428" sldId="625"/>
            <ac:picMk id="6" creationId="{0C83DF53-1494-463E-8B84-AE0F8354E313}"/>
          </ac:picMkLst>
        </pc:picChg>
      </pc:sldChg>
      <pc:sldChg chg="delSp add del mod">
        <pc:chgData name="Ella Vetter" userId="c6918cf5-f6c0-43cc-8499-a1f635017de9" providerId="ADAL" clId="{1E532CF4-1B2C-4F24-A498-BBB09BB13F7D}" dt="2020-09-30T20:03:20.876" v="2212" actId="47"/>
        <pc:sldMkLst>
          <pc:docMk/>
          <pc:sldMk cId="2656851970" sldId="625"/>
        </pc:sldMkLst>
        <pc:picChg chg="del">
          <ac:chgData name="Ella Vetter" userId="c6918cf5-f6c0-43cc-8499-a1f635017de9" providerId="ADAL" clId="{1E532CF4-1B2C-4F24-A498-BBB09BB13F7D}" dt="2020-09-30T20:02:46.362" v="2182" actId="21"/>
          <ac:picMkLst>
            <pc:docMk/>
            <pc:sldMk cId="2656851970" sldId="625"/>
            <ac:picMk id="8" creationId="{B39AB42F-0896-403C-8B82-7121AC571D31}"/>
          </ac:picMkLst>
        </pc:picChg>
        <pc:picChg chg="del">
          <ac:chgData name="Ella Vetter" userId="c6918cf5-f6c0-43cc-8499-a1f635017de9" providerId="ADAL" clId="{1E532CF4-1B2C-4F24-A498-BBB09BB13F7D}" dt="2020-09-30T20:02:46.362" v="2182" actId="21"/>
          <ac:picMkLst>
            <pc:docMk/>
            <pc:sldMk cId="2656851970" sldId="625"/>
            <ac:picMk id="10" creationId="{1974FA8F-3AA0-41F3-975D-729BDE4ECC9C}"/>
          </ac:picMkLst>
        </pc:picChg>
        <pc:picChg chg="del">
          <ac:chgData name="Ella Vetter" userId="c6918cf5-f6c0-43cc-8499-a1f635017de9" providerId="ADAL" clId="{1E532CF4-1B2C-4F24-A498-BBB09BB13F7D}" dt="2020-09-30T20:02:46.362" v="2182" actId="21"/>
          <ac:picMkLst>
            <pc:docMk/>
            <pc:sldMk cId="2656851970" sldId="625"/>
            <ac:picMk id="12" creationId="{A21D3482-7D73-4099-9B54-FA1943008B21}"/>
          </ac:picMkLst>
        </pc:picChg>
      </pc:sldChg>
      <pc:sldChg chg="new del">
        <pc:chgData name="Ella Vetter" userId="c6918cf5-f6c0-43cc-8499-a1f635017de9" providerId="ADAL" clId="{1E532CF4-1B2C-4F24-A498-BBB09BB13F7D}" dt="2020-09-30T20:06:18.480" v="2230" actId="680"/>
        <pc:sldMkLst>
          <pc:docMk/>
          <pc:sldMk cId="817483621" sldId="626"/>
        </pc:sldMkLst>
      </pc:sldChg>
      <pc:sldChg chg="addSp delSp modSp new mod modNotesTx">
        <pc:chgData name="Ella Vetter" userId="c6918cf5-f6c0-43cc-8499-a1f635017de9" providerId="ADAL" clId="{1E532CF4-1B2C-4F24-A498-BBB09BB13F7D}" dt="2020-09-30T20:26:47.434" v="2750" actId="13926"/>
        <pc:sldMkLst>
          <pc:docMk/>
          <pc:sldMk cId="2422407884" sldId="626"/>
        </pc:sldMkLst>
        <pc:spChg chg="mod">
          <ac:chgData name="Ella Vetter" userId="c6918cf5-f6c0-43cc-8499-a1f635017de9" providerId="ADAL" clId="{1E532CF4-1B2C-4F24-A498-BBB09BB13F7D}" dt="2020-09-30T20:26:47.434" v="2750" actId="13926"/>
          <ac:spMkLst>
            <pc:docMk/>
            <pc:sldMk cId="2422407884" sldId="626"/>
            <ac:spMk id="2" creationId="{6B59C516-FE34-4560-8DE1-FFAE8B0857FA}"/>
          </ac:spMkLst>
        </pc:spChg>
        <pc:spChg chg="del">
          <ac:chgData name="Ella Vetter" userId="c6918cf5-f6c0-43cc-8499-a1f635017de9" providerId="ADAL" clId="{1E532CF4-1B2C-4F24-A498-BBB09BB13F7D}" dt="2020-09-30T20:23:04.106" v="2607" actId="478"/>
          <ac:spMkLst>
            <pc:docMk/>
            <pc:sldMk cId="2422407884" sldId="626"/>
            <ac:spMk id="3" creationId="{FB838655-7AEC-4FB0-9509-88758C8BBBCB}"/>
          </ac:spMkLst>
        </pc:spChg>
        <pc:spChg chg="add mod">
          <ac:chgData name="Ella Vetter" userId="c6918cf5-f6c0-43cc-8499-a1f635017de9" providerId="ADAL" clId="{1E532CF4-1B2C-4F24-A498-BBB09BB13F7D}" dt="2020-09-30T20:25:17.982" v="2743" actId="20577"/>
          <ac:spMkLst>
            <pc:docMk/>
            <pc:sldMk cId="2422407884" sldId="626"/>
            <ac:spMk id="4" creationId="{97AF5114-E9B3-4821-85CF-AAEB0A51821F}"/>
          </ac:spMkLst>
        </pc:spChg>
        <pc:picChg chg="add mod">
          <ac:chgData name="Ella Vetter" userId="c6918cf5-f6c0-43cc-8499-a1f635017de9" providerId="ADAL" clId="{1E532CF4-1B2C-4F24-A498-BBB09BB13F7D}" dt="2020-09-30T20:26:15.683" v="2749" actId="1076"/>
          <ac:picMkLst>
            <pc:docMk/>
            <pc:sldMk cId="2422407884" sldId="626"/>
            <ac:picMk id="6" creationId="{A96E15AC-FA81-43B0-B413-59E5BFDC396D}"/>
          </ac:picMkLst>
        </pc:picChg>
      </pc:sldChg>
      <pc:sldChg chg="addSp delSp modSp add mod">
        <pc:chgData name="Ella Vetter" userId="c6918cf5-f6c0-43cc-8499-a1f635017de9" providerId="ADAL" clId="{1E532CF4-1B2C-4F24-A498-BBB09BB13F7D}" dt="2020-10-01T00:34:42.178" v="6100" actId="255"/>
        <pc:sldMkLst>
          <pc:docMk/>
          <pc:sldMk cId="1264844988" sldId="627"/>
        </pc:sldMkLst>
        <pc:spChg chg="mod">
          <ac:chgData name="Ella Vetter" userId="c6918cf5-f6c0-43cc-8499-a1f635017de9" providerId="ADAL" clId="{1E532CF4-1B2C-4F24-A498-BBB09BB13F7D}" dt="2020-09-30T20:34:56.524" v="3097" actId="13926"/>
          <ac:spMkLst>
            <pc:docMk/>
            <pc:sldMk cId="1264844988" sldId="627"/>
            <ac:spMk id="2" creationId="{6B59C516-FE34-4560-8DE1-FFAE8B0857FA}"/>
          </ac:spMkLst>
        </pc:spChg>
        <pc:spChg chg="del">
          <ac:chgData name="Ella Vetter" userId="c6918cf5-f6c0-43cc-8499-a1f635017de9" providerId="ADAL" clId="{1E532CF4-1B2C-4F24-A498-BBB09BB13F7D}" dt="2020-09-30T20:27:56.912" v="2751" actId="478"/>
          <ac:spMkLst>
            <pc:docMk/>
            <pc:sldMk cId="1264844988" sldId="627"/>
            <ac:spMk id="3" creationId="{FB838655-7AEC-4FB0-9509-88758C8BBBCB}"/>
          </ac:spMkLst>
        </pc:spChg>
        <pc:spChg chg="add mod">
          <ac:chgData name="Ella Vetter" userId="c6918cf5-f6c0-43cc-8499-a1f635017de9" providerId="ADAL" clId="{1E532CF4-1B2C-4F24-A498-BBB09BB13F7D}" dt="2020-10-01T00:34:42.178" v="6100" actId="255"/>
          <ac:spMkLst>
            <pc:docMk/>
            <pc:sldMk cId="1264844988" sldId="627"/>
            <ac:spMk id="4" creationId="{0125A48C-2EC1-493F-BEBC-C2F087BD239D}"/>
          </ac:spMkLst>
        </pc:spChg>
        <pc:picChg chg="add mod">
          <ac:chgData name="Ella Vetter" userId="c6918cf5-f6c0-43cc-8499-a1f635017de9" providerId="ADAL" clId="{1E532CF4-1B2C-4F24-A498-BBB09BB13F7D}" dt="2020-09-30T20:34:26.031" v="3095" actId="1076"/>
          <ac:picMkLst>
            <pc:docMk/>
            <pc:sldMk cId="1264844988" sldId="627"/>
            <ac:picMk id="6" creationId="{FF22E334-0A26-4933-A98E-CBF9AE9A5934}"/>
          </ac:picMkLst>
        </pc:picChg>
      </pc:sldChg>
      <pc:sldChg chg="addSp delSp modSp add mod">
        <pc:chgData name="Ella Vetter" userId="c6918cf5-f6c0-43cc-8499-a1f635017de9" providerId="ADAL" clId="{1E532CF4-1B2C-4F24-A498-BBB09BB13F7D}" dt="2020-10-01T00:34:55.700" v="6102" actId="2710"/>
        <pc:sldMkLst>
          <pc:docMk/>
          <pc:sldMk cId="445379763" sldId="628"/>
        </pc:sldMkLst>
        <pc:spChg chg="mod">
          <ac:chgData name="Ella Vetter" userId="c6918cf5-f6c0-43cc-8499-a1f635017de9" providerId="ADAL" clId="{1E532CF4-1B2C-4F24-A498-BBB09BB13F7D}" dt="2020-09-30T20:39:06.077" v="3183" actId="13926"/>
          <ac:spMkLst>
            <pc:docMk/>
            <pc:sldMk cId="445379763" sldId="628"/>
            <ac:spMk id="2" creationId="{6B59C516-FE34-4560-8DE1-FFAE8B0857FA}"/>
          </ac:spMkLst>
        </pc:spChg>
        <pc:spChg chg="del">
          <ac:chgData name="Ella Vetter" userId="c6918cf5-f6c0-43cc-8499-a1f635017de9" providerId="ADAL" clId="{1E532CF4-1B2C-4F24-A498-BBB09BB13F7D}" dt="2020-09-30T20:35:02.728" v="3098" actId="478"/>
          <ac:spMkLst>
            <pc:docMk/>
            <pc:sldMk cId="445379763" sldId="628"/>
            <ac:spMk id="3" creationId="{FB838655-7AEC-4FB0-9509-88758C8BBBCB}"/>
          </ac:spMkLst>
        </pc:spChg>
        <pc:spChg chg="add del mod">
          <ac:chgData name="Ella Vetter" userId="c6918cf5-f6c0-43cc-8499-a1f635017de9" providerId="ADAL" clId="{1E532CF4-1B2C-4F24-A498-BBB09BB13F7D}" dt="2020-09-30T20:36:11.638" v="3102" actId="478"/>
          <ac:spMkLst>
            <pc:docMk/>
            <pc:sldMk cId="445379763" sldId="628"/>
            <ac:spMk id="4" creationId="{CA7BEA3D-2D15-4665-B052-039F2FE59959}"/>
          </ac:spMkLst>
        </pc:spChg>
        <pc:spChg chg="add del mod">
          <ac:chgData name="Ella Vetter" userId="c6918cf5-f6c0-43cc-8499-a1f635017de9" providerId="ADAL" clId="{1E532CF4-1B2C-4F24-A498-BBB09BB13F7D}" dt="2020-09-30T20:36:13.360" v="3104" actId="478"/>
          <ac:spMkLst>
            <pc:docMk/>
            <pc:sldMk cId="445379763" sldId="628"/>
            <ac:spMk id="6" creationId="{6ABED8C7-F7A9-40B3-8C1C-5E459526B7D7}"/>
          </ac:spMkLst>
        </pc:spChg>
        <pc:spChg chg="add mod">
          <ac:chgData name="Ella Vetter" userId="c6918cf5-f6c0-43cc-8499-a1f635017de9" providerId="ADAL" clId="{1E532CF4-1B2C-4F24-A498-BBB09BB13F7D}" dt="2020-10-01T00:34:55.700" v="6102" actId="2710"/>
          <ac:spMkLst>
            <pc:docMk/>
            <pc:sldMk cId="445379763" sldId="628"/>
            <ac:spMk id="7" creationId="{2C95C9D1-FCBC-4D60-9134-2BF23DF1433F}"/>
          </ac:spMkLst>
        </pc:spChg>
        <pc:spChg chg="add del">
          <ac:chgData name="Ella Vetter" userId="c6918cf5-f6c0-43cc-8499-a1f635017de9" providerId="ADAL" clId="{1E532CF4-1B2C-4F24-A498-BBB09BB13F7D}" dt="2020-09-30T20:39:43.453" v="3185" actId="22"/>
          <ac:spMkLst>
            <pc:docMk/>
            <pc:sldMk cId="445379763" sldId="628"/>
            <ac:spMk id="14" creationId="{63335BB1-B3CF-4967-B89A-231832394F2C}"/>
          </ac:spMkLst>
        </pc:spChg>
        <pc:grpChg chg="add mod">
          <ac:chgData name="Ella Vetter" userId="c6918cf5-f6c0-43cc-8499-a1f635017de9" providerId="ADAL" clId="{1E532CF4-1B2C-4F24-A498-BBB09BB13F7D}" dt="2020-09-30T20:39:04.003" v="3182" actId="1076"/>
          <ac:grpSpMkLst>
            <pc:docMk/>
            <pc:sldMk cId="445379763" sldId="628"/>
            <ac:grpSpMk id="12" creationId="{2E74E6D1-4A20-4689-B1C3-CBD7C5E7639E}"/>
          </ac:grpSpMkLst>
        </pc:grpChg>
        <pc:picChg chg="add mod modCrop">
          <ac:chgData name="Ella Vetter" userId="c6918cf5-f6c0-43cc-8499-a1f635017de9" providerId="ADAL" clId="{1E532CF4-1B2C-4F24-A498-BBB09BB13F7D}" dt="2020-09-30T20:38:57.898" v="3179" actId="164"/>
          <ac:picMkLst>
            <pc:docMk/>
            <pc:sldMk cId="445379763" sldId="628"/>
            <ac:picMk id="9" creationId="{12416EDA-2401-46B4-A91C-44D9C8477BE2}"/>
          </ac:picMkLst>
        </pc:picChg>
        <pc:picChg chg="add mod modCrop">
          <ac:chgData name="Ella Vetter" userId="c6918cf5-f6c0-43cc-8499-a1f635017de9" providerId="ADAL" clId="{1E532CF4-1B2C-4F24-A498-BBB09BB13F7D}" dt="2020-09-30T20:38:57.898" v="3179" actId="164"/>
          <ac:picMkLst>
            <pc:docMk/>
            <pc:sldMk cId="445379763" sldId="628"/>
            <ac:picMk id="11" creationId="{3EF8355E-66C5-4AE9-B275-4082A9D32046}"/>
          </ac:picMkLst>
        </pc:picChg>
      </pc:sldChg>
      <pc:sldChg chg="addSp delSp modSp add mod">
        <pc:chgData name="Ella Vetter" userId="c6918cf5-f6c0-43cc-8499-a1f635017de9" providerId="ADAL" clId="{1E532CF4-1B2C-4F24-A498-BBB09BB13F7D}" dt="2020-09-30T20:44:19.895" v="3237" actId="13926"/>
        <pc:sldMkLst>
          <pc:docMk/>
          <pc:sldMk cId="2750704984" sldId="629"/>
        </pc:sldMkLst>
        <pc:spChg chg="mod">
          <ac:chgData name="Ella Vetter" userId="c6918cf5-f6c0-43cc-8499-a1f635017de9" providerId="ADAL" clId="{1E532CF4-1B2C-4F24-A498-BBB09BB13F7D}" dt="2020-09-30T20:44:19.895" v="3237" actId="13926"/>
          <ac:spMkLst>
            <pc:docMk/>
            <pc:sldMk cId="2750704984" sldId="629"/>
            <ac:spMk id="2" creationId="{6B59C516-FE34-4560-8DE1-FFAE8B0857FA}"/>
          </ac:spMkLst>
        </pc:spChg>
        <pc:spChg chg="del">
          <ac:chgData name="Ella Vetter" userId="c6918cf5-f6c0-43cc-8499-a1f635017de9" providerId="ADAL" clId="{1E532CF4-1B2C-4F24-A498-BBB09BB13F7D}" dt="2020-09-30T20:40:17.923" v="3186" actId="478"/>
          <ac:spMkLst>
            <pc:docMk/>
            <pc:sldMk cId="2750704984" sldId="629"/>
            <ac:spMk id="3" creationId="{FB838655-7AEC-4FB0-9509-88758C8BBBCB}"/>
          </ac:spMkLst>
        </pc:spChg>
        <pc:spChg chg="add mod">
          <ac:chgData name="Ella Vetter" userId="c6918cf5-f6c0-43cc-8499-a1f635017de9" providerId="ADAL" clId="{1E532CF4-1B2C-4F24-A498-BBB09BB13F7D}" dt="2020-09-30T20:40:51.908" v="3228" actId="20577"/>
          <ac:spMkLst>
            <pc:docMk/>
            <pc:sldMk cId="2750704984" sldId="629"/>
            <ac:spMk id="4" creationId="{B6006794-E120-4FE8-8A77-FFB40A369701}"/>
          </ac:spMkLst>
        </pc:spChg>
        <pc:picChg chg="add del mod">
          <ac:chgData name="Ella Vetter" userId="c6918cf5-f6c0-43cc-8499-a1f635017de9" providerId="ADAL" clId="{1E532CF4-1B2C-4F24-A498-BBB09BB13F7D}" dt="2020-09-30T20:44:12.209" v="3233" actId="478"/>
          <ac:picMkLst>
            <pc:docMk/>
            <pc:sldMk cId="2750704984" sldId="629"/>
            <ac:picMk id="6" creationId="{6C29C31C-61EA-4365-B587-5F9B8644D8A3}"/>
          </ac:picMkLst>
        </pc:picChg>
        <pc:picChg chg="add mod">
          <ac:chgData name="Ella Vetter" userId="c6918cf5-f6c0-43cc-8499-a1f635017de9" providerId="ADAL" clId="{1E532CF4-1B2C-4F24-A498-BBB09BB13F7D}" dt="2020-09-30T20:44:16.356" v="3236" actId="14100"/>
          <ac:picMkLst>
            <pc:docMk/>
            <pc:sldMk cId="2750704984" sldId="629"/>
            <ac:picMk id="8" creationId="{612756DD-3587-4614-9860-E74F04FF2605}"/>
          </ac:picMkLst>
        </pc:picChg>
      </pc:sldChg>
      <pc:sldChg chg="addSp delSp modSp add mod">
        <pc:chgData name="Ella Vetter" userId="c6918cf5-f6c0-43cc-8499-a1f635017de9" providerId="ADAL" clId="{1E532CF4-1B2C-4F24-A498-BBB09BB13F7D}" dt="2020-10-01T00:35:07.587" v="6104" actId="20577"/>
        <pc:sldMkLst>
          <pc:docMk/>
          <pc:sldMk cId="1153876582" sldId="630"/>
        </pc:sldMkLst>
        <pc:spChg chg="mod">
          <ac:chgData name="Ella Vetter" userId="c6918cf5-f6c0-43cc-8499-a1f635017de9" providerId="ADAL" clId="{1E532CF4-1B2C-4F24-A498-BBB09BB13F7D}" dt="2020-09-30T20:48:03.766" v="3409" actId="13926"/>
          <ac:spMkLst>
            <pc:docMk/>
            <pc:sldMk cId="1153876582" sldId="630"/>
            <ac:spMk id="2" creationId="{6B59C516-FE34-4560-8DE1-FFAE8B0857FA}"/>
          </ac:spMkLst>
        </pc:spChg>
        <pc:spChg chg="del">
          <ac:chgData name="Ella Vetter" userId="c6918cf5-f6c0-43cc-8499-a1f635017de9" providerId="ADAL" clId="{1E532CF4-1B2C-4F24-A498-BBB09BB13F7D}" dt="2020-09-30T20:44:41.319" v="3238" actId="478"/>
          <ac:spMkLst>
            <pc:docMk/>
            <pc:sldMk cId="1153876582" sldId="630"/>
            <ac:spMk id="3" creationId="{FB838655-7AEC-4FB0-9509-88758C8BBBCB}"/>
          </ac:spMkLst>
        </pc:spChg>
        <pc:spChg chg="add mod">
          <ac:chgData name="Ella Vetter" userId="c6918cf5-f6c0-43cc-8499-a1f635017de9" providerId="ADAL" clId="{1E532CF4-1B2C-4F24-A498-BBB09BB13F7D}" dt="2020-10-01T00:35:07.587" v="6104" actId="20577"/>
          <ac:spMkLst>
            <pc:docMk/>
            <pc:sldMk cId="1153876582" sldId="630"/>
            <ac:spMk id="4" creationId="{63134905-979D-4B74-B8B8-227B5E2E0E62}"/>
          </ac:spMkLst>
        </pc:spChg>
        <pc:picChg chg="add mod">
          <ac:chgData name="Ella Vetter" userId="c6918cf5-f6c0-43cc-8499-a1f635017de9" providerId="ADAL" clId="{1E532CF4-1B2C-4F24-A498-BBB09BB13F7D}" dt="2020-09-30T20:46:33.030" v="3329" actId="14100"/>
          <ac:picMkLst>
            <pc:docMk/>
            <pc:sldMk cId="1153876582" sldId="630"/>
            <ac:picMk id="6" creationId="{A6C5C412-8847-4B81-9D4D-2A4E71A80208}"/>
          </ac:picMkLst>
        </pc:picChg>
      </pc:sldChg>
      <pc:sldChg chg="modSp add mod">
        <pc:chgData name="Ella Vetter" userId="c6918cf5-f6c0-43cc-8499-a1f635017de9" providerId="ADAL" clId="{1E532CF4-1B2C-4F24-A498-BBB09BB13F7D}" dt="2020-10-01T00:33:18.439" v="6076" actId="1036"/>
        <pc:sldMkLst>
          <pc:docMk/>
          <pc:sldMk cId="1878517488" sldId="631"/>
        </pc:sldMkLst>
        <pc:spChg chg="mod">
          <ac:chgData name="Ella Vetter" userId="c6918cf5-f6c0-43cc-8499-a1f635017de9" providerId="ADAL" clId="{1E532CF4-1B2C-4F24-A498-BBB09BB13F7D}" dt="2020-09-30T21:25:23.586" v="3457" actId="13926"/>
          <ac:spMkLst>
            <pc:docMk/>
            <pc:sldMk cId="1878517488" sldId="631"/>
            <ac:spMk id="2" creationId="{A0156B7B-178A-4850-ABFC-AB2E3C52C83C}"/>
          </ac:spMkLst>
        </pc:spChg>
        <pc:spChg chg="mod">
          <ac:chgData name="Ella Vetter" userId="c6918cf5-f6c0-43cc-8499-a1f635017de9" providerId="ADAL" clId="{1E532CF4-1B2C-4F24-A498-BBB09BB13F7D}" dt="2020-10-01T00:33:18.439" v="6076" actId="1036"/>
          <ac:spMkLst>
            <pc:docMk/>
            <pc:sldMk cId="1878517488" sldId="631"/>
            <ac:spMk id="4" creationId="{E67F6EB8-7EFF-4FFA-B2F7-88264B3094B6}"/>
          </ac:spMkLst>
        </pc:spChg>
        <pc:graphicFrameChg chg="mod modGraphic">
          <ac:chgData name="Ella Vetter" userId="c6918cf5-f6c0-43cc-8499-a1f635017de9" providerId="ADAL" clId="{1E532CF4-1B2C-4F24-A498-BBB09BB13F7D}" dt="2020-10-01T00:33:15.900" v="6072" actId="1036"/>
          <ac:graphicFrameMkLst>
            <pc:docMk/>
            <pc:sldMk cId="1878517488" sldId="631"/>
            <ac:graphicFrameMk id="3" creationId="{CEB30AF2-02E6-476D-8261-190C31EFC4C1}"/>
          </ac:graphicFrameMkLst>
        </pc:graphicFrameChg>
      </pc:sldChg>
      <pc:sldChg chg="addSp delSp modSp new mod">
        <pc:chgData name="Ella Vetter" userId="c6918cf5-f6c0-43cc-8499-a1f635017de9" providerId="ADAL" clId="{1E532CF4-1B2C-4F24-A498-BBB09BB13F7D}" dt="2020-09-30T21:38:21.658" v="3595" actId="13926"/>
        <pc:sldMkLst>
          <pc:docMk/>
          <pc:sldMk cId="1182359388" sldId="632"/>
        </pc:sldMkLst>
        <pc:spChg chg="mod">
          <ac:chgData name="Ella Vetter" userId="c6918cf5-f6c0-43cc-8499-a1f635017de9" providerId="ADAL" clId="{1E532CF4-1B2C-4F24-A498-BBB09BB13F7D}" dt="2020-09-30T21:38:21.658" v="3595" actId="13926"/>
          <ac:spMkLst>
            <pc:docMk/>
            <pc:sldMk cId="1182359388" sldId="632"/>
            <ac:spMk id="2" creationId="{8DADD03C-0FEC-48C2-86D2-B34964DD623C}"/>
          </ac:spMkLst>
        </pc:spChg>
        <pc:spChg chg="del">
          <ac:chgData name="Ella Vetter" userId="c6918cf5-f6c0-43cc-8499-a1f635017de9" providerId="ADAL" clId="{1E532CF4-1B2C-4F24-A498-BBB09BB13F7D}" dt="2020-09-30T21:36:22.116" v="3518" actId="478"/>
          <ac:spMkLst>
            <pc:docMk/>
            <pc:sldMk cId="1182359388" sldId="632"/>
            <ac:spMk id="3" creationId="{4B64FD98-B7B7-485F-8A9A-B1BAB6061E20}"/>
          </ac:spMkLst>
        </pc:spChg>
        <pc:spChg chg="add mod">
          <ac:chgData name="Ella Vetter" userId="c6918cf5-f6c0-43cc-8499-a1f635017de9" providerId="ADAL" clId="{1E532CF4-1B2C-4F24-A498-BBB09BB13F7D}" dt="2020-09-30T21:37:49.028" v="3591" actId="20577"/>
          <ac:spMkLst>
            <pc:docMk/>
            <pc:sldMk cId="1182359388" sldId="632"/>
            <ac:spMk id="4" creationId="{D2FC0F2F-F0E1-4C0D-BD8B-CF1420CD3719}"/>
          </ac:spMkLst>
        </pc:spChg>
        <pc:picChg chg="add mod">
          <ac:chgData name="Ella Vetter" userId="c6918cf5-f6c0-43cc-8499-a1f635017de9" providerId="ADAL" clId="{1E532CF4-1B2C-4F24-A498-BBB09BB13F7D}" dt="2020-09-30T21:38:18.302" v="3594" actId="14100"/>
          <ac:picMkLst>
            <pc:docMk/>
            <pc:sldMk cId="1182359388" sldId="632"/>
            <ac:picMk id="6" creationId="{2AFE99EE-1B4C-4F1F-BA3E-D1903822C9BC}"/>
          </ac:picMkLst>
        </pc:picChg>
      </pc:sldChg>
      <pc:sldChg chg="addSp delSp modSp add mod">
        <pc:chgData name="Ella Vetter" userId="c6918cf5-f6c0-43cc-8499-a1f635017de9" providerId="ADAL" clId="{1E532CF4-1B2C-4F24-A498-BBB09BB13F7D}" dt="2020-09-30T21:48:05.986" v="3861" actId="1076"/>
        <pc:sldMkLst>
          <pc:docMk/>
          <pc:sldMk cId="3425871908" sldId="633"/>
        </pc:sldMkLst>
        <pc:spChg chg="mod">
          <ac:chgData name="Ella Vetter" userId="c6918cf5-f6c0-43cc-8499-a1f635017de9" providerId="ADAL" clId="{1E532CF4-1B2C-4F24-A498-BBB09BB13F7D}" dt="2020-09-30T21:39:36.605" v="3616" actId="13926"/>
          <ac:spMkLst>
            <pc:docMk/>
            <pc:sldMk cId="3425871908" sldId="633"/>
            <ac:spMk id="2" creationId="{8DADD03C-0FEC-48C2-86D2-B34964DD623C}"/>
          </ac:spMkLst>
        </pc:spChg>
        <pc:spChg chg="del">
          <ac:chgData name="Ella Vetter" userId="c6918cf5-f6c0-43cc-8499-a1f635017de9" providerId="ADAL" clId="{1E532CF4-1B2C-4F24-A498-BBB09BB13F7D}" dt="2020-09-30T21:38:36.580" v="3596" actId="478"/>
          <ac:spMkLst>
            <pc:docMk/>
            <pc:sldMk cId="3425871908" sldId="633"/>
            <ac:spMk id="3" creationId="{4B64FD98-B7B7-485F-8A9A-B1BAB6061E20}"/>
          </ac:spMkLst>
        </pc:spChg>
        <pc:spChg chg="add mod">
          <ac:chgData name="Ella Vetter" userId="c6918cf5-f6c0-43cc-8499-a1f635017de9" providerId="ADAL" clId="{1E532CF4-1B2C-4F24-A498-BBB09BB13F7D}" dt="2020-09-30T21:38:42.879" v="3606" actId="20577"/>
          <ac:spMkLst>
            <pc:docMk/>
            <pc:sldMk cId="3425871908" sldId="633"/>
            <ac:spMk id="4" creationId="{0F60ECEE-0629-4140-B5FC-A48EC321986E}"/>
          </ac:spMkLst>
        </pc:spChg>
        <pc:grpChg chg="add mod">
          <ac:chgData name="Ella Vetter" userId="c6918cf5-f6c0-43cc-8499-a1f635017de9" providerId="ADAL" clId="{1E532CF4-1B2C-4F24-A498-BBB09BB13F7D}" dt="2020-09-30T21:48:05.986" v="3861" actId="1076"/>
          <ac:grpSpMkLst>
            <pc:docMk/>
            <pc:sldMk cId="3425871908" sldId="633"/>
            <ac:grpSpMk id="9" creationId="{1B7D7E6F-A785-447A-865B-0592507AD229}"/>
          </ac:grpSpMkLst>
        </pc:grpChg>
        <pc:picChg chg="add mod modCrop">
          <ac:chgData name="Ella Vetter" userId="c6918cf5-f6c0-43cc-8499-a1f635017de9" providerId="ADAL" clId="{1E532CF4-1B2C-4F24-A498-BBB09BB13F7D}" dt="2020-09-30T21:39:30.296" v="3613" actId="164"/>
          <ac:picMkLst>
            <pc:docMk/>
            <pc:sldMk cId="3425871908" sldId="633"/>
            <ac:picMk id="6" creationId="{D201B344-7E9D-4120-9B1C-16E2E82DDD9A}"/>
          </ac:picMkLst>
        </pc:picChg>
        <pc:picChg chg="add mod modCrop">
          <ac:chgData name="Ella Vetter" userId="c6918cf5-f6c0-43cc-8499-a1f635017de9" providerId="ADAL" clId="{1E532CF4-1B2C-4F24-A498-BBB09BB13F7D}" dt="2020-09-30T21:39:30.296" v="3613" actId="164"/>
          <ac:picMkLst>
            <pc:docMk/>
            <pc:sldMk cId="3425871908" sldId="633"/>
            <ac:picMk id="8" creationId="{BF43A0CC-02B3-45B5-A265-084F3FC42DB1}"/>
          </ac:picMkLst>
        </pc:picChg>
      </pc:sldChg>
      <pc:sldChg chg="addSp delSp modSp add mod">
        <pc:chgData name="Ella Vetter" userId="c6918cf5-f6c0-43cc-8499-a1f635017de9" providerId="ADAL" clId="{1E532CF4-1B2C-4F24-A498-BBB09BB13F7D}" dt="2020-09-30T21:53:50.642" v="3870" actId="13926"/>
        <pc:sldMkLst>
          <pc:docMk/>
          <pc:sldMk cId="3891200231" sldId="634"/>
        </pc:sldMkLst>
        <pc:spChg chg="mod">
          <ac:chgData name="Ella Vetter" userId="c6918cf5-f6c0-43cc-8499-a1f635017de9" providerId="ADAL" clId="{1E532CF4-1B2C-4F24-A498-BBB09BB13F7D}" dt="2020-09-30T21:53:50.642" v="3870" actId="13926"/>
          <ac:spMkLst>
            <pc:docMk/>
            <pc:sldMk cId="3891200231" sldId="634"/>
            <ac:spMk id="2" creationId="{8DADD03C-0FEC-48C2-86D2-B34964DD623C}"/>
          </ac:spMkLst>
        </pc:spChg>
        <pc:spChg chg="del">
          <ac:chgData name="Ella Vetter" userId="c6918cf5-f6c0-43cc-8499-a1f635017de9" providerId="ADAL" clId="{1E532CF4-1B2C-4F24-A498-BBB09BB13F7D}" dt="2020-09-30T21:40:05.814" v="3617" actId="478"/>
          <ac:spMkLst>
            <pc:docMk/>
            <pc:sldMk cId="3891200231" sldId="634"/>
            <ac:spMk id="3" creationId="{4B64FD98-B7B7-485F-8A9A-B1BAB6061E20}"/>
          </ac:spMkLst>
        </pc:spChg>
        <pc:spChg chg="add mod">
          <ac:chgData name="Ella Vetter" userId="c6918cf5-f6c0-43cc-8499-a1f635017de9" providerId="ADAL" clId="{1E532CF4-1B2C-4F24-A498-BBB09BB13F7D}" dt="2020-09-30T21:41:04.461" v="3687" actId="20577"/>
          <ac:spMkLst>
            <pc:docMk/>
            <pc:sldMk cId="3891200231" sldId="634"/>
            <ac:spMk id="4" creationId="{6E3A444D-8B65-4C13-BEE8-8B4ABE0E217E}"/>
          </ac:spMkLst>
        </pc:spChg>
        <pc:picChg chg="add mod">
          <ac:chgData name="Ella Vetter" userId="c6918cf5-f6c0-43cc-8499-a1f635017de9" providerId="ADAL" clId="{1E532CF4-1B2C-4F24-A498-BBB09BB13F7D}" dt="2020-09-30T21:49:02.627" v="3865" actId="208"/>
          <ac:picMkLst>
            <pc:docMk/>
            <pc:sldMk cId="3891200231" sldId="634"/>
            <ac:picMk id="6" creationId="{48181543-010A-443C-A802-870F9B32163C}"/>
          </ac:picMkLst>
        </pc:picChg>
        <pc:picChg chg="add mod">
          <ac:chgData name="Ella Vetter" userId="c6918cf5-f6c0-43cc-8499-a1f635017de9" providerId="ADAL" clId="{1E532CF4-1B2C-4F24-A498-BBB09BB13F7D}" dt="2020-09-30T21:49:35.101" v="3869" actId="108"/>
          <ac:picMkLst>
            <pc:docMk/>
            <pc:sldMk cId="3891200231" sldId="634"/>
            <ac:picMk id="8" creationId="{2996C056-6168-466E-B9A9-93A434FC399F}"/>
          </ac:picMkLst>
        </pc:picChg>
      </pc:sldChg>
      <pc:sldChg chg="add del">
        <pc:chgData name="Ella Vetter" userId="c6918cf5-f6c0-43cc-8499-a1f635017de9" providerId="ADAL" clId="{1E532CF4-1B2C-4F24-A498-BBB09BB13F7D}" dt="2020-09-30T21:45:03.708" v="3857" actId="47"/>
        <pc:sldMkLst>
          <pc:docMk/>
          <pc:sldMk cId="2780170513" sldId="635"/>
        </pc:sldMkLst>
      </pc:sldChg>
      <pc:sldChg chg="add del">
        <pc:chgData name="Ella Vetter" userId="c6918cf5-f6c0-43cc-8499-a1f635017de9" providerId="ADAL" clId="{1E532CF4-1B2C-4F24-A498-BBB09BB13F7D}" dt="2020-09-30T21:45:04.453" v="3858" actId="47"/>
        <pc:sldMkLst>
          <pc:docMk/>
          <pc:sldMk cId="2152927829" sldId="636"/>
        </pc:sldMkLst>
      </pc:sldChg>
      <pc:sldChg chg="addSp delSp modSp add mod">
        <pc:chgData name="Ella Vetter" userId="c6918cf5-f6c0-43cc-8499-a1f635017de9" providerId="ADAL" clId="{1E532CF4-1B2C-4F24-A498-BBB09BB13F7D}" dt="2020-09-30T22:08:14.977" v="4071" actId="20577"/>
        <pc:sldMkLst>
          <pc:docMk/>
          <pc:sldMk cId="2520120397" sldId="637"/>
        </pc:sldMkLst>
        <pc:spChg chg="mod">
          <ac:chgData name="Ella Vetter" userId="c6918cf5-f6c0-43cc-8499-a1f635017de9" providerId="ADAL" clId="{1E532CF4-1B2C-4F24-A498-BBB09BB13F7D}" dt="2020-09-30T22:08:11.539" v="4070" actId="13926"/>
          <ac:spMkLst>
            <pc:docMk/>
            <pc:sldMk cId="2520120397" sldId="637"/>
            <ac:spMk id="2" creationId="{A0156B7B-178A-4850-ABFC-AB2E3C52C83C}"/>
          </ac:spMkLst>
        </pc:spChg>
        <pc:spChg chg="mod">
          <ac:chgData name="Ella Vetter" userId="c6918cf5-f6c0-43cc-8499-a1f635017de9" providerId="ADAL" clId="{1E532CF4-1B2C-4F24-A498-BBB09BB13F7D}" dt="2020-09-30T22:08:14.977" v="4071" actId="20577"/>
          <ac:spMkLst>
            <pc:docMk/>
            <pc:sldMk cId="2520120397" sldId="637"/>
            <ac:spMk id="4" creationId="{E67F6EB8-7EFF-4FFA-B2F7-88264B3094B6}"/>
          </ac:spMkLst>
        </pc:spChg>
        <pc:picChg chg="del">
          <ac:chgData name="Ella Vetter" userId="c6918cf5-f6c0-43cc-8499-a1f635017de9" providerId="ADAL" clId="{1E532CF4-1B2C-4F24-A498-BBB09BB13F7D}" dt="2020-09-30T21:41:26.054" v="3691" actId="478"/>
          <ac:picMkLst>
            <pc:docMk/>
            <pc:sldMk cId="2520120397" sldId="637"/>
            <ac:picMk id="5" creationId="{DD867A90-5B14-4FD2-96D0-29AAC53955DE}"/>
          </ac:picMkLst>
        </pc:picChg>
        <pc:picChg chg="add mod">
          <ac:chgData name="Ella Vetter" userId="c6918cf5-f6c0-43cc-8499-a1f635017de9" providerId="ADAL" clId="{1E532CF4-1B2C-4F24-A498-BBB09BB13F7D}" dt="2020-09-30T22:08:09.159" v="4069" actId="14100"/>
          <ac:picMkLst>
            <pc:docMk/>
            <pc:sldMk cId="2520120397" sldId="637"/>
            <ac:picMk id="6" creationId="{0896EF60-5AB0-4C1A-BBC4-63C40B311BBC}"/>
          </ac:picMkLst>
        </pc:picChg>
      </pc:sldChg>
      <pc:sldChg chg="modSp add mod">
        <pc:chgData name="Ella Vetter" userId="c6918cf5-f6c0-43cc-8499-a1f635017de9" providerId="ADAL" clId="{1E532CF4-1B2C-4F24-A498-BBB09BB13F7D}" dt="2020-09-30T23:20:21.698" v="4991" actId="403"/>
        <pc:sldMkLst>
          <pc:docMk/>
          <pc:sldMk cId="2213345655" sldId="638"/>
        </pc:sldMkLst>
        <pc:spChg chg="mod">
          <ac:chgData name="Ella Vetter" userId="c6918cf5-f6c0-43cc-8499-a1f635017de9" providerId="ADAL" clId="{1E532CF4-1B2C-4F24-A498-BBB09BB13F7D}" dt="2020-09-30T22:07:45.659" v="4066" actId="13926"/>
          <ac:spMkLst>
            <pc:docMk/>
            <pc:sldMk cId="2213345655" sldId="638"/>
            <ac:spMk id="2" creationId="{D3AAB2EE-0195-4DE4-A2A2-56D1284C0C8F}"/>
          </ac:spMkLst>
        </pc:spChg>
        <pc:spChg chg="mod">
          <ac:chgData name="Ella Vetter" userId="c6918cf5-f6c0-43cc-8499-a1f635017de9" providerId="ADAL" clId="{1E532CF4-1B2C-4F24-A498-BBB09BB13F7D}" dt="2020-09-30T23:20:21.698" v="4991" actId="403"/>
          <ac:spMkLst>
            <pc:docMk/>
            <pc:sldMk cId="2213345655" sldId="638"/>
            <ac:spMk id="5" creationId="{06AD39AE-BD7C-40C0-A8B4-33D271142477}"/>
          </ac:spMkLst>
        </pc:spChg>
        <pc:graphicFrameChg chg="mod modGraphic">
          <ac:chgData name="Ella Vetter" userId="c6918cf5-f6c0-43cc-8499-a1f635017de9" providerId="ADAL" clId="{1E532CF4-1B2C-4F24-A498-BBB09BB13F7D}" dt="2020-09-30T22:07:31.957" v="4062" actId="1076"/>
          <ac:graphicFrameMkLst>
            <pc:docMk/>
            <pc:sldMk cId="2213345655" sldId="638"/>
            <ac:graphicFrameMk id="4" creationId="{0ABE1DC7-5098-41D5-B99E-15D9EA52B348}"/>
          </ac:graphicFrameMkLst>
        </pc:graphicFrameChg>
      </pc:sldChg>
      <pc:sldChg chg="addSp modSp add mod">
        <pc:chgData name="Ella Vetter" userId="c6918cf5-f6c0-43cc-8499-a1f635017de9" providerId="ADAL" clId="{1E532CF4-1B2C-4F24-A498-BBB09BB13F7D}" dt="2020-09-30T22:14:35.310" v="4287" actId="121"/>
        <pc:sldMkLst>
          <pc:docMk/>
          <pc:sldMk cId="1329098116" sldId="639"/>
        </pc:sldMkLst>
        <pc:spChg chg="mod">
          <ac:chgData name="Ella Vetter" userId="c6918cf5-f6c0-43cc-8499-a1f635017de9" providerId="ADAL" clId="{1E532CF4-1B2C-4F24-A498-BBB09BB13F7D}" dt="2020-09-30T22:14:16.794" v="4282" actId="13926"/>
          <ac:spMkLst>
            <pc:docMk/>
            <pc:sldMk cId="1329098116" sldId="639"/>
            <ac:spMk id="2" creationId="{A0156B7B-178A-4850-ABFC-AB2E3C52C83C}"/>
          </ac:spMkLst>
        </pc:spChg>
        <pc:spChg chg="mod">
          <ac:chgData name="Ella Vetter" userId="c6918cf5-f6c0-43cc-8499-a1f635017de9" providerId="ADAL" clId="{1E532CF4-1B2C-4F24-A498-BBB09BB13F7D}" dt="2020-09-30T22:14:35.310" v="4287" actId="121"/>
          <ac:spMkLst>
            <pc:docMk/>
            <pc:sldMk cId="1329098116" sldId="639"/>
            <ac:spMk id="4" creationId="{E67F6EB8-7EFF-4FFA-B2F7-88264B3094B6}"/>
          </ac:spMkLst>
        </pc:spChg>
        <pc:picChg chg="add mod">
          <ac:chgData name="Ella Vetter" userId="c6918cf5-f6c0-43cc-8499-a1f635017de9" providerId="ADAL" clId="{1E532CF4-1B2C-4F24-A498-BBB09BB13F7D}" dt="2020-09-30T22:14:19.475" v="4284" actId="1036"/>
          <ac:picMkLst>
            <pc:docMk/>
            <pc:sldMk cId="1329098116" sldId="639"/>
            <ac:picMk id="5" creationId="{5B26F70F-0FE7-4011-90A5-7BD9A9CBDF79}"/>
          </ac:picMkLst>
        </pc:picChg>
      </pc:sldChg>
      <pc:sldChg chg="modSp add del mod">
        <pc:chgData name="Ella Vetter" userId="c6918cf5-f6c0-43cc-8499-a1f635017de9" providerId="ADAL" clId="{1E532CF4-1B2C-4F24-A498-BBB09BB13F7D}" dt="2020-09-30T22:14:23.956" v="4285" actId="47"/>
        <pc:sldMkLst>
          <pc:docMk/>
          <pc:sldMk cId="3310106556" sldId="640"/>
        </pc:sldMkLst>
        <pc:spChg chg="mod">
          <ac:chgData name="Ella Vetter" userId="c6918cf5-f6c0-43cc-8499-a1f635017de9" providerId="ADAL" clId="{1E532CF4-1B2C-4F24-A498-BBB09BB13F7D}" dt="2020-09-30T21:42:05.517" v="3703" actId="20577"/>
          <ac:spMkLst>
            <pc:docMk/>
            <pc:sldMk cId="3310106556" sldId="640"/>
            <ac:spMk id="5" creationId="{06AD39AE-BD7C-40C0-A8B4-33D271142477}"/>
          </ac:spMkLst>
        </pc:spChg>
      </pc:sldChg>
      <pc:sldChg chg="addSp modSp add mod">
        <pc:chgData name="Ella Vetter" userId="c6918cf5-f6c0-43cc-8499-a1f635017de9" providerId="ADAL" clId="{1E532CF4-1B2C-4F24-A498-BBB09BB13F7D}" dt="2020-09-30T22:17:38.741" v="4338" actId="13926"/>
        <pc:sldMkLst>
          <pc:docMk/>
          <pc:sldMk cId="3300589795" sldId="641"/>
        </pc:sldMkLst>
        <pc:spChg chg="mod">
          <ac:chgData name="Ella Vetter" userId="c6918cf5-f6c0-43cc-8499-a1f635017de9" providerId="ADAL" clId="{1E532CF4-1B2C-4F24-A498-BBB09BB13F7D}" dt="2020-09-30T22:17:38.741" v="4338" actId="13926"/>
          <ac:spMkLst>
            <pc:docMk/>
            <pc:sldMk cId="3300589795" sldId="641"/>
            <ac:spMk id="2" creationId="{A0156B7B-178A-4850-ABFC-AB2E3C52C83C}"/>
          </ac:spMkLst>
        </pc:spChg>
        <pc:spChg chg="mod">
          <ac:chgData name="Ella Vetter" userId="c6918cf5-f6c0-43cc-8499-a1f635017de9" providerId="ADAL" clId="{1E532CF4-1B2C-4F24-A498-BBB09BB13F7D}" dt="2020-09-30T22:16:07.370" v="4327" actId="20578"/>
          <ac:spMkLst>
            <pc:docMk/>
            <pc:sldMk cId="3300589795" sldId="641"/>
            <ac:spMk id="4" creationId="{E67F6EB8-7EFF-4FFA-B2F7-88264B3094B6}"/>
          </ac:spMkLst>
        </pc:spChg>
        <pc:picChg chg="add mod">
          <ac:chgData name="Ella Vetter" userId="c6918cf5-f6c0-43cc-8499-a1f635017de9" providerId="ADAL" clId="{1E532CF4-1B2C-4F24-A498-BBB09BB13F7D}" dt="2020-09-30T22:17:22.644" v="4337" actId="1036"/>
          <ac:picMkLst>
            <pc:docMk/>
            <pc:sldMk cId="3300589795" sldId="641"/>
            <ac:picMk id="5" creationId="{04E92881-1186-4F1F-B3B3-92FB5FEB2C64}"/>
          </ac:picMkLst>
        </pc:picChg>
      </pc:sldChg>
      <pc:sldChg chg="modSp add del mod">
        <pc:chgData name="Ella Vetter" userId="c6918cf5-f6c0-43cc-8499-a1f635017de9" providerId="ADAL" clId="{1E532CF4-1B2C-4F24-A498-BBB09BB13F7D}" dt="2020-09-30T22:15:10.291" v="4309" actId="47"/>
        <pc:sldMkLst>
          <pc:docMk/>
          <pc:sldMk cId="3446901069" sldId="642"/>
        </pc:sldMkLst>
        <pc:spChg chg="mod">
          <ac:chgData name="Ella Vetter" userId="c6918cf5-f6c0-43cc-8499-a1f635017de9" providerId="ADAL" clId="{1E532CF4-1B2C-4F24-A498-BBB09BB13F7D}" dt="2020-09-30T21:42:22.092" v="3715" actId="20577"/>
          <ac:spMkLst>
            <pc:docMk/>
            <pc:sldMk cId="3446901069" sldId="642"/>
            <ac:spMk id="5" creationId="{06AD39AE-BD7C-40C0-A8B4-33D271142477}"/>
          </ac:spMkLst>
        </pc:spChg>
      </pc:sldChg>
      <pc:sldChg chg="addSp modSp add mod">
        <pc:chgData name="Ella Vetter" userId="c6918cf5-f6c0-43cc-8499-a1f635017de9" providerId="ADAL" clId="{1E532CF4-1B2C-4F24-A498-BBB09BB13F7D}" dt="2020-09-30T23:20:40.375" v="4994" actId="20577"/>
        <pc:sldMkLst>
          <pc:docMk/>
          <pc:sldMk cId="4192266952" sldId="643"/>
        </pc:sldMkLst>
        <pc:spChg chg="mod">
          <ac:chgData name="Ella Vetter" userId="c6918cf5-f6c0-43cc-8499-a1f635017de9" providerId="ADAL" clId="{1E532CF4-1B2C-4F24-A498-BBB09BB13F7D}" dt="2020-09-30T22:19:31.832" v="4345" actId="13926"/>
          <ac:spMkLst>
            <pc:docMk/>
            <pc:sldMk cId="4192266952" sldId="643"/>
            <ac:spMk id="2" creationId="{A0156B7B-178A-4850-ABFC-AB2E3C52C83C}"/>
          </ac:spMkLst>
        </pc:spChg>
        <pc:spChg chg="mod">
          <ac:chgData name="Ella Vetter" userId="c6918cf5-f6c0-43cc-8499-a1f635017de9" providerId="ADAL" clId="{1E532CF4-1B2C-4F24-A498-BBB09BB13F7D}" dt="2020-09-30T23:20:40.375" v="4994" actId="20577"/>
          <ac:spMkLst>
            <pc:docMk/>
            <pc:sldMk cId="4192266952" sldId="643"/>
            <ac:spMk id="4" creationId="{E67F6EB8-7EFF-4FFA-B2F7-88264B3094B6}"/>
          </ac:spMkLst>
        </pc:spChg>
        <pc:picChg chg="add mod">
          <ac:chgData name="Ella Vetter" userId="c6918cf5-f6c0-43cc-8499-a1f635017de9" providerId="ADAL" clId="{1E532CF4-1B2C-4F24-A498-BBB09BB13F7D}" dt="2020-09-30T22:19:28.302" v="4344" actId="1036"/>
          <ac:picMkLst>
            <pc:docMk/>
            <pc:sldMk cId="4192266952" sldId="643"/>
            <ac:picMk id="5" creationId="{05795A10-CDA1-4886-B99B-00C577D08193}"/>
          </ac:picMkLst>
        </pc:picChg>
      </pc:sldChg>
      <pc:sldChg chg="modSp add mod">
        <pc:chgData name="Ella Vetter" userId="c6918cf5-f6c0-43cc-8499-a1f635017de9" providerId="ADAL" clId="{1E532CF4-1B2C-4F24-A498-BBB09BB13F7D}" dt="2020-09-30T23:20:49.529" v="5002" actId="1036"/>
        <pc:sldMkLst>
          <pc:docMk/>
          <pc:sldMk cId="3537292077" sldId="644"/>
        </pc:sldMkLst>
        <pc:spChg chg="mod">
          <ac:chgData name="Ella Vetter" userId="c6918cf5-f6c0-43cc-8499-a1f635017de9" providerId="ADAL" clId="{1E532CF4-1B2C-4F24-A498-BBB09BB13F7D}" dt="2020-09-30T23:09:16.228" v="4719" actId="13926"/>
          <ac:spMkLst>
            <pc:docMk/>
            <pc:sldMk cId="3537292077" sldId="644"/>
            <ac:spMk id="2" creationId="{D3AAB2EE-0195-4DE4-A2A2-56D1284C0C8F}"/>
          </ac:spMkLst>
        </pc:spChg>
        <pc:spChg chg="mod">
          <ac:chgData name="Ella Vetter" userId="c6918cf5-f6c0-43cc-8499-a1f635017de9" providerId="ADAL" clId="{1E532CF4-1B2C-4F24-A498-BBB09BB13F7D}" dt="2020-09-30T23:20:46.257" v="4999" actId="403"/>
          <ac:spMkLst>
            <pc:docMk/>
            <pc:sldMk cId="3537292077" sldId="644"/>
            <ac:spMk id="5" creationId="{06AD39AE-BD7C-40C0-A8B4-33D271142477}"/>
          </ac:spMkLst>
        </pc:spChg>
        <pc:graphicFrameChg chg="mod modGraphic">
          <ac:chgData name="Ella Vetter" userId="c6918cf5-f6c0-43cc-8499-a1f635017de9" providerId="ADAL" clId="{1E532CF4-1B2C-4F24-A498-BBB09BB13F7D}" dt="2020-09-30T23:20:49.529" v="5002" actId="1036"/>
          <ac:graphicFrameMkLst>
            <pc:docMk/>
            <pc:sldMk cId="3537292077" sldId="644"/>
            <ac:graphicFrameMk id="4" creationId="{0ABE1DC7-5098-41D5-B99E-15D9EA52B348}"/>
          </ac:graphicFrameMkLst>
        </pc:graphicFrameChg>
      </pc:sldChg>
      <pc:sldChg chg="addSp modSp add mod">
        <pc:chgData name="Ella Vetter" userId="c6918cf5-f6c0-43cc-8499-a1f635017de9" providerId="ADAL" clId="{1E532CF4-1B2C-4F24-A498-BBB09BB13F7D}" dt="2020-09-30T23:21:15.540" v="5021" actId="20577"/>
        <pc:sldMkLst>
          <pc:docMk/>
          <pc:sldMk cId="1304847919" sldId="645"/>
        </pc:sldMkLst>
        <pc:spChg chg="mod">
          <ac:chgData name="Ella Vetter" userId="c6918cf5-f6c0-43cc-8499-a1f635017de9" providerId="ADAL" clId="{1E532CF4-1B2C-4F24-A498-BBB09BB13F7D}" dt="2020-09-30T23:15:09.920" v="4950" actId="13926"/>
          <ac:spMkLst>
            <pc:docMk/>
            <pc:sldMk cId="1304847919" sldId="645"/>
            <ac:spMk id="2" creationId="{A0156B7B-178A-4850-ABFC-AB2E3C52C83C}"/>
          </ac:spMkLst>
        </pc:spChg>
        <pc:spChg chg="mod">
          <ac:chgData name="Ella Vetter" userId="c6918cf5-f6c0-43cc-8499-a1f635017de9" providerId="ADAL" clId="{1E532CF4-1B2C-4F24-A498-BBB09BB13F7D}" dt="2020-09-30T23:21:15.540" v="5021" actId="20577"/>
          <ac:spMkLst>
            <pc:docMk/>
            <pc:sldMk cId="1304847919" sldId="645"/>
            <ac:spMk id="4" creationId="{E67F6EB8-7EFF-4FFA-B2F7-88264B3094B6}"/>
          </ac:spMkLst>
        </pc:spChg>
        <pc:picChg chg="add mod">
          <ac:chgData name="Ella Vetter" userId="c6918cf5-f6c0-43cc-8499-a1f635017de9" providerId="ADAL" clId="{1E532CF4-1B2C-4F24-A498-BBB09BB13F7D}" dt="2020-09-30T23:15:07.567" v="4949" actId="1036"/>
          <ac:picMkLst>
            <pc:docMk/>
            <pc:sldMk cId="1304847919" sldId="645"/>
            <ac:picMk id="5" creationId="{C0CB8E97-3BCA-477E-B91F-69750F203287}"/>
          </ac:picMkLst>
        </pc:picChg>
      </pc:sldChg>
      <pc:sldChg chg="modSp add mod">
        <pc:chgData name="Ella Vetter" userId="c6918cf5-f6c0-43cc-8499-a1f635017de9" providerId="ADAL" clId="{1E532CF4-1B2C-4F24-A498-BBB09BB13F7D}" dt="2020-09-30T23:21:20.010" v="5023" actId="403"/>
        <pc:sldMkLst>
          <pc:docMk/>
          <pc:sldMk cId="2106658338" sldId="646"/>
        </pc:sldMkLst>
        <pc:spChg chg="mod">
          <ac:chgData name="Ella Vetter" userId="c6918cf5-f6c0-43cc-8499-a1f635017de9" providerId="ADAL" clId="{1E532CF4-1B2C-4F24-A498-BBB09BB13F7D}" dt="2020-09-30T23:15:12.981" v="4951" actId="13926"/>
          <ac:spMkLst>
            <pc:docMk/>
            <pc:sldMk cId="2106658338" sldId="646"/>
            <ac:spMk id="2" creationId="{D3AAB2EE-0195-4DE4-A2A2-56D1284C0C8F}"/>
          </ac:spMkLst>
        </pc:spChg>
        <pc:spChg chg="mod">
          <ac:chgData name="Ella Vetter" userId="c6918cf5-f6c0-43cc-8499-a1f635017de9" providerId="ADAL" clId="{1E532CF4-1B2C-4F24-A498-BBB09BB13F7D}" dt="2020-09-30T23:21:20.010" v="5023" actId="403"/>
          <ac:spMkLst>
            <pc:docMk/>
            <pc:sldMk cId="2106658338" sldId="646"/>
            <ac:spMk id="5" creationId="{06AD39AE-BD7C-40C0-A8B4-33D271142477}"/>
          </ac:spMkLst>
        </pc:spChg>
        <pc:graphicFrameChg chg="mod modGraphic">
          <ac:chgData name="Ella Vetter" userId="c6918cf5-f6c0-43cc-8499-a1f635017de9" providerId="ADAL" clId="{1E532CF4-1B2C-4F24-A498-BBB09BB13F7D}" dt="2020-09-30T23:14:40.146" v="4934" actId="1036"/>
          <ac:graphicFrameMkLst>
            <pc:docMk/>
            <pc:sldMk cId="2106658338" sldId="646"/>
            <ac:graphicFrameMk id="4" creationId="{0ABE1DC7-5098-41D5-B99E-15D9EA52B348}"/>
          </ac:graphicFrameMkLst>
        </pc:graphicFrameChg>
      </pc:sldChg>
      <pc:sldChg chg="addSp delSp modSp add mod">
        <pc:chgData name="Ella Vetter" userId="c6918cf5-f6c0-43cc-8499-a1f635017de9" providerId="ADAL" clId="{1E532CF4-1B2C-4F24-A498-BBB09BB13F7D}" dt="2020-09-30T23:21:46.472" v="5033" actId="255"/>
        <pc:sldMkLst>
          <pc:docMk/>
          <pc:sldMk cId="2347852597" sldId="647"/>
        </pc:sldMkLst>
        <pc:spChg chg="mod">
          <ac:chgData name="Ella Vetter" userId="c6918cf5-f6c0-43cc-8499-a1f635017de9" providerId="ADAL" clId="{1E532CF4-1B2C-4F24-A498-BBB09BB13F7D}" dt="2020-09-30T23:16:00.075" v="4955" actId="13926"/>
          <ac:spMkLst>
            <pc:docMk/>
            <pc:sldMk cId="2347852597" sldId="647"/>
            <ac:spMk id="2" creationId="{A0156B7B-178A-4850-ABFC-AB2E3C52C83C}"/>
          </ac:spMkLst>
        </pc:spChg>
        <pc:spChg chg="mod">
          <ac:chgData name="Ella Vetter" userId="c6918cf5-f6c0-43cc-8499-a1f635017de9" providerId="ADAL" clId="{1E532CF4-1B2C-4F24-A498-BBB09BB13F7D}" dt="2020-09-30T23:21:46.472" v="5033" actId="255"/>
          <ac:spMkLst>
            <pc:docMk/>
            <pc:sldMk cId="2347852597" sldId="647"/>
            <ac:spMk id="7" creationId="{28BAEE30-0BBE-4B78-AB19-E58DA5F0CF74}"/>
          </ac:spMkLst>
        </pc:spChg>
        <pc:picChg chg="add mod">
          <ac:chgData name="Ella Vetter" userId="c6918cf5-f6c0-43cc-8499-a1f635017de9" providerId="ADAL" clId="{1E532CF4-1B2C-4F24-A498-BBB09BB13F7D}" dt="2020-09-30T23:15:57.174" v="4954" actId="1076"/>
          <ac:picMkLst>
            <pc:docMk/>
            <pc:sldMk cId="2347852597" sldId="647"/>
            <ac:picMk id="4" creationId="{E0D6F312-27D4-4ACE-BDF6-40126D920443}"/>
          </ac:picMkLst>
        </pc:picChg>
        <pc:picChg chg="add mod">
          <ac:chgData name="Ella Vetter" userId="c6918cf5-f6c0-43cc-8499-a1f635017de9" providerId="ADAL" clId="{1E532CF4-1B2C-4F24-A498-BBB09BB13F7D}" dt="2020-09-30T23:16:37.469" v="4961" actId="14100"/>
          <ac:picMkLst>
            <pc:docMk/>
            <pc:sldMk cId="2347852597" sldId="647"/>
            <ac:picMk id="6" creationId="{4EB17869-1510-422B-8705-89541A122C57}"/>
          </ac:picMkLst>
        </pc:picChg>
        <pc:picChg chg="del">
          <ac:chgData name="Ella Vetter" userId="c6918cf5-f6c0-43cc-8499-a1f635017de9" providerId="ADAL" clId="{1E532CF4-1B2C-4F24-A498-BBB09BB13F7D}" dt="2020-09-30T21:43:31.043" v="3757" actId="478"/>
          <ac:picMkLst>
            <pc:docMk/>
            <pc:sldMk cId="2347852597" sldId="647"/>
            <ac:picMk id="9" creationId="{65D0637B-8930-4D82-902A-E5CE1704A283}"/>
          </ac:picMkLst>
        </pc:picChg>
        <pc:picChg chg="del">
          <ac:chgData name="Ella Vetter" userId="c6918cf5-f6c0-43cc-8499-a1f635017de9" providerId="ADAL" clId="{1E532CF4-1B2C-4F24-A498-BBB09BB13F7D}" dt="2020-09-30T21:43:34.691" v="3758" actId="478"/>
          <ac:picMkLst>
            <pc:docMk/>
            <pc:sldMk cId="2347852597" sldId="647"/>
            <ac:picMk id="11" creationId="{732FD491-0777-4C84-BCD8-C6A7AB71B6FC}"/>
          </ac:picMkLst>
        </pc:picChg>
      </pc:sldChg>
      <pc:sldChg chg="addSp delSp modSp add mod">
        <pc:chgData name="Ella Vetter" userId="c6918cf5-f6c0-43cc-8499-a1f635017de9" providerId="ADAL" clId="{1E532CF4-1B2C-4F24-A498-BBB09BB13F7D}" dt="2020-09-30T23:17:34.274" v="4965" actId="13926"/>
        <pc:sldMkLst>
          <pc:docMk/>
          <pc:sldMk cId="3533395182" sldId="648"/>
        </pc:sldMkLst>
        <pc:spChg chg="mod">
          <ac:chgData name="Ella Vetter" userId="c6918cf5-f6c0-43cc-8499-a1f635017de9" providerId="ADAL" clId="{1E532CF4-1B2C-4F24-A498-BBB09BB13F7D}" dt="2020-09-30T23:17:34.274" v="4965" actId="13926"/>
          <ac:spMkLst>
            <pc:docMk/>
            <pc:sldMk cId="3533395182" sldId="648"/>
            <ac:spMk id="2" creationId="{64025B87-DD24-437D-9DEB-E354EF3ECC69}"/>
          </ac:spMkLst>
        </pc:spChg>
        <pc:spChg chg="mod">
          <ac:chgData name="Ella Vetter" userId="c6918cf5-f6c0-43cc-8499-a1f635017de9" providerId="ADAL" clId="{1E532CF4-1B2C-4F24-A498-BBB09BB13F7D}" dt="2020-09-30T21:44:02.454" v="3787" actId="20577"/>
          <ac:spMkLst>
            <pc:docMk/>
            <pc:sldMk cId="3533395182" sldId="648"/>
            <ac:spMk id="4" creationId="{641CAE78-4F81-439D-9D5F-9E4800C0D48E}"/>
          </ac:spMkLst>
        </pc:spChg>
        <pc:picChg chg="add mod">
          <ac:chgData name="Ella Vetter" userId="c6918cf5-f6c0-43cc-8499-a1f635017de9" providerId="ADAL" clId="{1E532CF4-1B2C-4F24-A498-BBB09BB13F7D}" dt="2020-09-30T23:17:32.168" v="4964" actId="14100"/>
          <ac:picMkLst>
            <pc:docMk/>
            <pc:sldMk cId="3533395182" sldId="648"/>
            <ac:picMk id="5" creationId="{5D39D016-7AE4-4EF9-A1C9-4367769A78FC}"/>
          </ac:picMkLst>
        </pc:picChg>
        <pc:picChg chg="del">
          <ac:chgData name="Ella Vetter" userId="c6918cf5-f6c0-43cc-8499-a1f635017de9" providerId="ADAL" clId="{1E532CF4-1B2C-4F24-A498-BBB09BB13F7D}" dt="2020-09-30T21:44:00.635" v="3783" actId="478"/>
          <ac:picMkLst>
            <pc:docMk/>
            <pc:sldMk cId="3533395182" sldId="648"/>
            <ac:picMk id="6" creationId="{3AE2AADB-B102-4112-BCBC-5856CB86B732}"/>
          </ac:picMkLst>
        </pc:picChg>
      </pc:sldChg>
      <pc:sldChg chg="addSp delSp modSp add mod">
        <pc:chgData name="Ella Vetter" userId="c6918cf5-f6c0-43cc-8499-a1f635017de9" providerId="ADAL" clId="{1E532CF4-1B2C-4F24-A498-BBB09BB13F7D}" dt="2020-10-01T00:48:40.024" v="6178" actId="20577"/>
        <pc:sldMkLst>
          <pc:docMk/>
          <pc:sldMk cId="414864672" sldId="649"/>
        </pc:sldMkLst>
        <pc:spChg chg="mod">
          <ac:chgData name="Ella Vetter" userId="c6918cf5-f6c0-43cc-8499-a1f635017de9" providerId="ADAL" clId="{1E532CF4-1B2C-4F24-A498-BBB09BB13F7D}" dt="2020-09-30T23:19:58.588" v="4990" actId="13926"/>
          <ac:spMkLst>
            <pc:docMk/>
            <pc:sldMk cId="414864672" sldId="649"/>
            <ac:spMk id="2" creationId="{0FE57F0F-E4AC-4563-9393-83D252514EDD}"/>
          </ac:spMkLst>
        </pc:spChg>
        <pc:spChg chg="mod">
          <ac:chgData name="Ella Vetter" userId="c6918cf5-f6c0-43cc-8499-a1f635017de9" providerId="ADAL" clId="{1E532CF4-1B2C-4F24-A498-BBB09BB13F7D}" dt="2020-10-01T00:48:40.024" v="6178" actId="20577"/>
          <ac:spMkLst>
            <pc:docMk/>
            <pc:sldMk cId="414864672" sldId="649"/>
            <ac:spMk id="6" creationId="{4E064B8F-111E-4AA3-9B3A-3399D848B78A}"/>
          </ac:spMkLst>
        </pc:spChg>
        <pc:picChg chg="add mod">
          <ac:chgData name="Ella Vetter" userId="c6918cf5-f6c0-43cc-8499-a1f635017de9" providerId="ADAL" clId="{1E532CF4-1B2C-4F24-A498-BBB09BB13F7D}" dt="2020-09-30T23:22:09.253" v="5046" actId="1035"/>
          <ac:picMkLst>
            <pc:docMk/>
            <pc:sldMk cId="414864672" sldId="649"/>
            <ac:picMk id="4" creationId="{0F42EEAE-00E6-4153-AEF7-154DBCA80784}"/>
          </ac:picMkLst>
        </pc:picChg>
        <pc:picChg chg="del">
          <ac:chgData name="Ella Vetter" userId="c6918cf5-f6c0-43cc-8499-a1f635017de9" providerId="ADAL" clId="{1E532CF4-1B2C-4F24-A498-BBB09BB13F7D}" dt="2020-09-30T21:44:56" v="3855" actId="478"/>
          <ac:picMkLst>
            <pc:docMk/>
            <pc:sldMk cId="414864672" sldId="649"/>
            <ac:picMk id="17" creationId="{083CC97E-8436-4B3E-9FBC-D61F9557E08B}"/>
          </ac:picMkLst>
        </pc:picChg>
        <pc:picChg chg="del">
          <ac:chgData name="Ella Vetter" userId="c6918cf5-f6c0-43cc-8499-a1f635017de9" providerId="ADAL" clId="{1E532CF4-1B2C-4F24-A498-BBB09BB13F7D}" dt="2020-09-30T21:44:56" v="3855" actId="478"/>
          <ac:picMkLst>
            <pc:docMk/>
            <pc:sldMk cId="414864672" sldId="649"/>
            <ac:picMk id="19" creationId="{CD0B4160-CA15-4438-AEB3-FA06346DB8A6}"/>
          </ac:picMkLst>
        </pc:picChg>
        <pc:picChg chg="del">
          <ac:chgData name="Ella Vetter" userId="c6918cf5-f6c0-43cc-8499-a1f635017de9" providerId="ADAL" clId="{1E532CF4-1B2C-4F24-A498-BBB09BB13F7D}" dt="2020-09-30T21:44:56" v="3855" actId="478"/>
          <ac:picMkLst>
            <pc:docMk/>
            <pc:sldMk cId="414864672" sldId="649"/>
            <ac:picMk id="21" creationId="{21F97047-1A06-4B2D-9832-A20C8DF60116}"/>
          </ac:picMkLst>
        </pc:picChg>
      </pc:sldChg>
      <pc:sldChg chg="addSp delSp modSp add mod">
        <pc:chgData name="Ella Vetter" userId="c6918cf5-f6c0-43cc-8499-a1f635017de9" providerId="ADAL" clId="{1E532CF4-1B2C-4F24-A498-BBB09BB13F7D}" dt="2020-09-30T23:22:15.560" v="5047" actId="255"/>
        <pc:sldMkLst>
          <pc:docMk/>
          <pc:sldMk cId="3741537255" sldId="650"/>
        </pc:sldMkLst>
        <pc:spChg chg="mod">
          <ac:chgData name="Ella Vetter" userId="c6918cf5-f6c0-43cc-8499-a1f635017de9" providerId="ADAL" clId="{1E532CF4-1B2C-4F24-A498-BBB09BB13F7D}" dt="2020-09-30T23:19:55.235" v="4989" actId="13926"/>
          <ac:spMkLst>
            <pc:docMk/>
            <pc:sldMk cId="3741537255" sldId="650"/>
            <ac:spMk id="2" creationId="{635A60B7-1CB7-4ABD-ADBD-8711EA1FDBFF}"/>
          </ac:spMkLst>
        </pc:spChg>
        <pc:spChg chg="mod">
          <ac:chgData name="Ella Vetter" userId="c6918cf5-f6c0-43cc-8499-a1f635017de9" providerId="ADAL" clId="{1E532CF4-1B2C-4F24-A498-BBB09BB13F7D}" dt="2020-09-30T23:22:15.560" v="5047" actId="255"/>
          <ac:spMkLst>
            <pc:docMk/>
            <pc:sldMk cId="3741537255" sldId="650"/>
            <ac:spMk id="4" creationId="{80CC79B9-BB64-4CC0-AB82-3DCEBD7B5E43}"/>
          </ac:spMkLst>
        </pc:spChg>
        <pc:picChg chg="del">
          <ac:chgData name="Ella Vetter" userId="c6918cf5-f6c0-43cc-8499-a1f635017de9" providerId="ADAL" clId="{1E532CF4-1B2C-4F24-A498-BBB09BB13F7D}" dt="2020-09-30T21:45:01.542" v="3856" actId="478"/>
          <ac:picMkLst>
            <pc:docMk/>
            <pc:sldMk cId="3741537255" sldId="650"/>
            <ac:picMk id="5" creationId="{EE6D5072-9DB9-4E5C-9DC2-72CAE31CE0CD}"/>
          </ac:picMkLst>
        </pc:picChg>
        <pc:picChg chg="add mod">
          <ac:chgData name="Ella Vetter" userId="c6918cf5-f6c0-43cc-8499-a1f635017de9" providerId="ADAL" clId="{1E532CF4-1B2C-4F24-A498-BBB09BB13F7D}" dt="2020-09-30T23:19:53.253" v="4988" actId="1076"/>
          <ac:picMkLst>
            <pc:docMk/>
            <pc:sldMk cId="3741537255" sldId="650"/>
            <ac:picMk id="6" creationId="{6D8C6C9C-6289-4F7F-B5B2-5BEAEB308253}"/>
          </ac:picMkLst>
        </pc:picChg>
      </pc:sldChg>
      <pc:sldChg chg="modSp add mod">
        <pc:chgData name="Ella Vetter" userId="c6918cf5-f6c0-43cc-8499-a1f635017de9" providerId="ADAL" clId="{1E532CF4-1B2C-4F24-A498-BBB09BB13F7D}" dt="2020-09-30T23:20:27.725" v="4992" actId="403"/>
        <pc:sldMkLst>
          <pc:docMk/>
          <pc:sldMk cId="1837527240" sldId="651"/>
        </pc:sldMkLst>
        <pc:spChg chg="mod">
          <ac:chgData name="Ella Vetter" userId="c6918cf5-f6c0-43cc-8499-a1f635017de9" providerId="ADAL" clId="{1E532CF4-1B2C-4F24-A498-BBB09BB13F7D}" dt="2020-09-30T22:07:41.467" v="4065" actId="13926"/>
          <ac:spMkLst>
            <pc:docMk/>
            <pc:sldMk cId="1837527240" sldId="651"/>
            <ac:spMk id="2" creationId="{D3AAB2EE-0195-4DE4-A2A2-56D1284C0C8F}"/>
          </ac:spMkLst>
        </pc:spChg>
        <pc:spChg chg="mod">
          <ac:chgData name="Ella Vetter" userId="c6918cf5-f6c0-43cc-8499-a1f635017de9" providerId="ADAL" clId="{1E532CF4-1B2C-4F24-A498-BBB09BB13F7D}" dt="2020-09-30T23:20:27.725" v="4992" actId="403"/>
          <ac:spMkLst>
            <pc:docMk/>
            <pc:sldMk cId="1837527240" sldId="651"/>
            <ac:spMk id="5" creationId="{06AD39AE-BD7C-40C0-A8B4-33D271142477}"/>
          </ac:spMkLst>
        </pc:spChg>
        <pc:graphicFrameChg chg="mod modGraphic">
          <ac:chgData name="Ella Vetter" userId="c6918cf5-f6c0-43cc-8499-a1f635017de9" providerId="ADAL" clId="{1E532CF4-1B2C-4F24-A498-BBB09BB13F7D}" dt="2020-09-30T22:20:47.758" v="4370"/>
          <ac:graphicFrameMkLst>
            <pc:docMk/>
            <pc:sldMk cId="1837527240" sldId="651"/>
            <ac:graphicFrameMk id="4" creationId="{0ABE1DC7-5098-41D5-B99E-15D9EA52B348}"/>
          </ac:graphicFrameMkLst>
        </pc:graphicFrameChg>
      </pc:sldChg>
      <pc:sldChg chg="modSp add mod">
        <pc:chgData name="Ella Vetter" userId="c6918cf5-f6c0-43cc-8499-a1f635017de9" providerId="ADAL" clId="{1E532CF4-1B2C-4F24-A498-BBB09BB13F7D}" dt="2020-09-30T23:20:58.372" v="5011" actId="1035"/>
        <pc:sldMkLst>
          <pc:docMk/>
          <pc:sldMk cId="1354907076" sldId="652"/>
        </pc:sldMkLst>
        <pc:spChg chg="mod">
          <ac:chgData name="Ella Vetter" userId="c6918cf5-f6c0-43cc-8499-a1f635017de9" providerId="ADAL" clId="{1E532CF4-1B2C-4F24-A498-BBB09BB13F7D}" dt="2020-09-30T23:09:24.421" v="4722" actId="13926"/>
          <ac:spMkLst>
            <pc:docMk/>
            <pc:sldMk cId="1354907076" sldId="652"/>
            <ac:spMk id="2" creationId="{D3AAB2EE-0195-4DE4-A2A2-56D1284C0C8F}"/>
          </ac:spMkLst>
        </pc:spChg>
        <pc:spChg chg="mod">
          <ac:chgData name="Ella Vetter" userId="c6918cf5-f6c0-43cc-8499-a1f635017de9" providerId="ADAL" clId="{1E532CF4-1B2C-4F24-A498-BBB09BB13F7D}" dt="2020-09-30T23:20:58.372" v="5011" actId="1035"/>
          <ac:spMkLst>
            <pc:docMk/>
            <pc:sldMk cId="1354907076" sldId="652"/>
            <ac:spMk id="5" creationId="{06AD39AE-BD7C-40C0-A8B4-33D271142477}"/>
          </ac:spMkLst>
        </pc:spChg>
        <pc:graphicFrameChg chg="mod modGraphic">
          <ac:chgData name="Ella Vetter" userId="c6918cf5-f6c0-43cc-8499-a1f635017de9" providerId="ADAL" clId="{1E532CF4-1B2C-4F24-A498-BBB09BB13F7D}" dt="2020-09-30T23:13:25.272" v="4890" actId="20577"/>
          <ac:graphicFrameMkLst>
            <pc:docMk/>
            <pc:sldMk cId="1354907076" sldId="652"/>
            <ac:graphicFrameMk id="4" creationId="{0ABE1DC7-5098-41D5-B99E-15D9EA52B348}"/>
          </ac:graphicFrameMkLst>
        </pc:graphicFrameChg>
      </pc:sldChg>
      <pc:sldChg chg="modSp add mod">
        <pc:chgData name="Ella Vetter" userId="c6918cf5-f6c0-43cc-8499-a1f635017de9" providerId="ADAL" clId="{1E532CF4-1B2C-4F24-A498-BBB09BB13F7D}" dt="2020-09-30T23:21:07.911" v="5016" actId="1035"/>
        <pc:sldMkLst>
          <pc:docMk/>
          <pc:sldMk cId="2863226500" sldId="653"/>
        </pc:sldMkLst>
        <pc:spChg chg="mod">
          <ac:chgData name="Ella Vetter" userId="c6918cf5-f6c0-43cc-8499-a1f635017de9" providerId="ADAL" clId="{1E532CF4-1B2C-4F24-A498-BBB09BB13F7D}" dt="2020-09-30T23:09:27.511" v="4723" actId="13926"/>
          <ac:spMkLst>
            <pc:docMk/>
            <pc:sldMk cId="2863226500" sldId="653"/>
            <ac:spMk id="2" creationId="{D3AAB2EE-0195-4DE4-A2A2-56D1284C0C8F}"/>
          </ac:spMkLst>
        </pc:spChg>
        <pc:spChg chg="mod">
          <ac:chgData name="Ella Vetter" userId="c6918cf5-f6c0-43cc-8499-a1f635017de9" providerId="ADAL" clId="{1E532CF4-1B2C-4F24-A498-BBB09BB13F7D}" dt="2020-09-30T23:21:07.911" v="5016" actId="1035"/>
          <ac:spMkLst>
            <pc:docMk/>
            <pc:sldMk cId="2863226500" sldId="653"/>
            <ac:spMk id="5" creationId="{06AD39AE-BD7C-40C0-A8B4-33D271142477}"/>
          </ac:spMkLst>
        </pc:spChg>
        <pc:graphicFrameChg chg="modGraphic">
          <ac:chgData name="Ella Vetter" userId="c6918cf5-f6c0-43cc-8499-a1f635017de9" providerId="ADAL" clId="{1E532CF4-1B2C-4F24-A498-BBB09BB13F7D}" dt="2020-09-30T23:09:29.114" v="4724" actId="14734"/>
          <ac:graphicFrameMkLst>
            <pc:docMk/>
            <pc:sldMk cId="2863226500" sldId="653"/>
            <ac:graphicFrameMk id="4" creationId="{0ABE1DC7-5098-41D5-B99E-15D9EA52B348}"/>
          </ac:graphicFrameMkLst>
        </pc:graphicFrameChg>
      </pc:sldChg>
      <pc:sldChg chg="addSp delSp modSp new mod modNotesTx">
        <pc:chgData name="Ella Vetter" userId="c6918cf5-f6c0-43cc-8499-a1f635017de9" providerId="ADAL" clId="{1E532CF4-1B2C-4F24-A498-BBB09BB13F7D}" dt="2020-09-30T23:36:16" v="5356" actId="13926"/>
        <pc:sldMkLst>
          <pc:docMk/>
          <pc:sldMk cId="867445686" sldId="654"/>
        </pc:sldMkLst>
        <pc:spChg chg="mod">
          <ac:chgData name="Ella Vetter" userId="c6918cf5-f6c0-43cc-8499-a1f635017de9" providerId="ADAL" clId="{1E532CF4-1B2C-4F24-A498-BBB09BB13F7D}" dt="2020-09-30T23:36:16" v="5356" actId="13926"/>
          <ac:spMkLst>
            <pc:docMk/>
            <pc:sldMk cId="867445686" sldId="654"/>
            <ac:spMk id="2" creationId="{5EC02983-808D-459A-B046-F9284F4638FC}"/>
          </ac:spMkLst>
        </pc:spChg>
        <pc:spChg chg="del">
          <ac:chgData name="Ella Vetter" userId="c6918cf5-f6c0-43cc-8499-a1f635017de9" providerId="ADAL" clId="{1E532CF4-1B2C-4F24-A498-BBB09BB13F7D}" dt="2020-09-30T23:31:21.575" v="5220" actId="478"/>
          <ac:spMkLst>
            <pc:docMk/>
            <pc:sldMk cId="867445686" sldId="654"/>
            <ac:spMk id="3" creationId="{6C788A4D-9514-4004-ABD4-A2D58453FBCF}"/>
          </ac:spMkLst>
        </pc:spChg>
        <pc:spChg chg="add mod">
          <ac:chgData name="Ella Vetter" userId="c6918cf5-f6c0-43cc-8499-a1f635017de9" providerId="ADAL" clId="{1E532CF4-1B2C-4F24-A498-BBB09BB13F7D}" dt="2020-09-30T23:35:52.426" v="5355" actId="1038"/>
          <ac:spMkLst>
            <pc:docMk/>
            <pc:sldMk cId="867445686" sldId="654"/>
            <ac:spMk id="4" creationId="{7956CDCD-DEA3-4F92-82C6-A498FFDCBEEF}"/>
          </ac:spMkLst>
        </pc:spChg>
        <pc:picChg chg="add mod">
          <ac:chgData name="Ella Vetter" userId="c6918cf5-f6c0-43cc-8499-a1f635017de9" providerId="ADAL" clId="{1E532CF4-1B2C-4F24-A498-BBB09BB13F7D}" dt="2020-09-30T23:35:33.406" v="5325" actId="1076"/>
          <ac:picMkLst>
            <pc:docMk/>
            <pc:sldMk cId="867445686" sldId="654"/>
            <ac:picMk id="6" creationId="{3F0BD124-0A20-4F83-8BCC-A91B2DF4CE2B}"/>
          </ac:picMkLst>
        </pc:picChg>
      </pc:sldChg>
      <pc:sldChg chg="addSp delSp modSp add mod">
        <pc:chgData name="Ella Vetter" userId="c6918cf5-f6c0-43cc-8499-a1f635017de9" providerId="ADAL" clId="{1E532CF4-1B2C-4F24-A498-BBB09BB13F7D}" dt="2020-10-01T00:04:53.603" v="5724" actId="20577"/>
        <pc:sldMkLst>
          <pc:docMk/>
          <pc:sldMk cId="1274952460" sldId="655"/>
        </pc:sldMkLst>
        <pc:spChg chg="mod">
          <ac:chgData name="Ella Vetter" userId="c6918cf5-f6c0-43cc-8499-a1f635017de9" providerId="ADAL" clId="{1E532CF4-1B2C-4F24-A498-BBB09BB13F7D}" dt="2020-09-30T23:48:21.124" v="5643" actId="13926"/>
          <ac:spMkLst>
            <pc:docMk/>
            <pc:sldMk cId="1274952460" sldId="655"/>
            <ac:spMk id="2" creationId="{5EC02983-808D-459A-B046-F9284F4638FC}"/>
          </ac:spMkLst>
        </pc:spChg>
        <pc:spChg chg="del">
          <ac:chgData name="Ella Vetter" userId="c6918cf5-f6c0-43cc-8499-a1f635017de9" providerId="ADAL" clId="{1E532CF4-1B2C-4F24-A498-BBB09BB13F7D}" dt="2020-09-30T23:36:54.235" v="5357" actId="478"/>
          <ac:spMkLst>
            <pc:docMk/>
            <pc:sldMk cId="1274952460" sldId="655"/>
            <ac:spMk id="3" creationId="{6C788A4D-9514-4004-ABD4-A2D58453FBCF}"/>
          </ac:spMkLst>
        </pc:spChg>
        <pc:spChg chg="add mod">
          <ac:chgData name="Ella Vetter" userId="c6918cf5-f6c0-43cc-8499-a1f635017de9" providerId="ADAL" clId="{1E532CF4-1B2C-4F24-A498-BBB09BB13F7D}" dt="2020-10-01T00:04:53.603" v="5724" actId="20577"/>
          <ac:spMkLst>
            <pc:docMk/>
            <pc:sldMk cId="1274952460" sldId="655"/>
            <ac:spMk id="4" creationId="{E1931F9D-A55F-41CD-AF12-49BBEE2E44A2}"/>
          </ac:spMkLst>
        </pc:spChg>
        <pc:spChg chg="add del">
          <ac:chgData name="Ella Vetter" userId="c6918cf5-f6c0-43cc-8499-a1f635017de9" providerId="ADAL" clId="{1E532CF4-1B2C-4F24-A498-BBB09BB13F7D}" dt="2020-09-30T23:42:12.274" v="5507"/>
          <ac:spMkLst>
            <pc:docMk/>
            <pc:sldMk cId="1274952460" sldId="655"/>
            <ac:spMk id="7" creationId="{2AB5D6F8-8FDB-4E6F-B259-C976D767EC7E}"/>
          </ac:spMkLst>
        </pc:spChg>
        <pc:picChg chg="add mod">
          <ac:chgData name="Ella Vetter" userId="c6918cf5-f6c0-43cc-8499-a1f635017de9" providerId="ADAL" clId="{1E532CF4-1B2C-4F24-A498-BBB09BB13F7D}" dt="2020-09-30T23:38:50.883" v="5460" actId="1076"/>
          <ac:picMkLst>
            <pc:docMk/>
            <pc:sldMk cId="1274952460" sldId="655"/>
            <ac:picMk id="6" creationId="{6D44C337-FF44-46D0-8B8A-29BBB53D8AB5}"/>
          </ac:picMkLst>
        </pc:picChg>
      </pc:sldChg>
      <pc:sldChg chg="addSp delSp modSp add mod">
        <pc:chgData name="Ella Vetter" userId="c6918cf5-f6c0-43cc-8499-a1f635017de9" providerId="ADAL" clId="{1E532CF4-1B2C-4F24-A498-BBB09BB13F7D}" dt="2020-09-30T23:48:23.295" v="5644" actId="13926"/>
        <pc:sldMkLst>
          <pc:docMk/>
          <pc:sldMk cId="2886965719" sldId="656"/>
        </pc:sldMkLst>
        <pc:spChg chg="mod">
          <ac:chgData name="Ella Vetter" userId="c6918cf5-f6c0-43cc-8499-a1f635017de9" providerId="ADAL" clId="{1E532CF4-1B2C-4F24-A498-BBB09BB13F7D}" dt="2020-09-30T23:48:23.295" v="5644" actId="13926"/>
          <ac:spMkLst>
            <pc:docMk/>
            <pc:sldMk cId="2886965719" sldId="656"/>
            <ac:spMk id="2" creationId="{5EC02983-808D-459A-B046-F9284F4638FC}"/>
          </ac:spMkLst>
        </pc:spChg>
        <pc:spChg chg="del">
          <ac:chgData name="Ella Vetter" userId="c6918cf5-f6c0-43cc-8499-a1f635017de9" providerId="ADAL" clId="{1E532CF4-1B2C-4F24-A498-BBB09BB13F7D}" dt="2020-09-30T23:43:32.140" v="5532" actId="478"/>
          <ac:spMkLst>
            <pc:docMk/>
            <pc:sldMk cId="2886965719" sldId="656"/>
            <ac:spMk id="3" creationId="{6C788A4D-9514-4004-ABD4-A2D58453FBCF}"/>
          </ac:spMkLst>
        </pc:spChg>
        <pc:spChg chg="add mod">
          <ac:chgData name="Ella Vetter" userId="c6918cf5-f6c0-43cc-8499-a1f635017de9" providerId="ADAL" clId="{1E532CF4-1B2C-4F24-A498-BBB09BB13F7D}" dt="2020-09-30T23:47:08.647" v="5638" actId="14100"/>
          <ac:spMkLst>
            <pc:docMk/>
            <pc:sldMk cId="2886965719" sldId="656"/>
            <ac:spMk id="4" creationId="{3D6D5337-ED6F-426C-86B1-934FD7F8C7B2}"/>
          </ac:spMkLst>
        </pc:spChg>
        <pc:picChg chg="add mod">
          <ac:chgData name="Ella Vetter" userId="c6918cf5-f6c0-43cc-8499-a1f635017de9" providerId="ADAL" clId="{1E532CF4-1B2C-4F24-A498-BBB09BB13F7D}" dt="2020-09-30T23:48:18.292" v="5642" actId="1076"/>
          <ac:picMkLst>
            <pc:docMk/>
            <pc:sldMk cId="2886965719" sldId="656"/>
            <ac:picMk id="6" creationId="{E750E622-12CB-477C-B7E8-5D8861FEA209}"/>
          </ac:picMkLst>
        </pc:picChg>
      </pc:sldChg>
      <pc:sldChg chg="addSp delSp modSp add mod">
        <pc:chgData name="Ella Vetter" userId="c6918cf5-f6c0-43cc-8499-a1f635017de9" providerId="ADAL" clId="{1E532CF4-1B2C-4F24-A498-BBB09BB13F7D}" dt="2020-10-01T00:03:12.826" v="5703" actId="13926"/>
        <pc:sldMkLst>
          <pc:docMk/>
          <pc:sldMk cId="1046410964" sldId="657"/>
        </pc:sldMkLst>
        <pc:spChg chg="mod">
          <ac:chgData name="Ella Vetter" userId="c6918cf5-f6c0-43cc-8499-a1f635017de9" providerId="ADAL" clId="{1E532CF4-1B2C-4F24-A498-BBB09BB13F7D}" dt="2020-10-01T00:03:12.826" v="5703" actId="13926"/>
          <ac:spMkLst>
            <pc:docMk/>
            <pc:sldMk cId="1046410964" sldId="657"/>
            <ac:spMk id="2" creationId="{5EC02983-808D-459A-B046-F9284F4638FC}"/>
          </ac:spMkLst>
        </pc:spChg>
        <pc:spChg chg="del">
          <ac:chgData name="Ella Vetter" userId="c6918cf5-f6c0-43cc-8499-a1f635017de9" providerId="ADAL" clId="{1E532CF4-1B2C-4F24-A498-BBB09BB13F7D}" dt="2020-09-30T23:58:13.237" v="5649" actId="478"/>
          <ac:spMkLst>
            <pc:docMk/>
            <pc:sldMk cId="1046410964" sldId="657"/>
            <ac:spMk id="3" creationId="{6C788A4D-9514-4004-ABD4-A2D58453FBCF}"/>
          </ac:spMkLst>
        </pc:spChg>
        <pc:spChg chg="add mod">
          <ac:chgData name="Ella Vetter" userId="c6918cf5-f6c0-43cc-8499-a1f635017de9" providerId="ADAL" clId="{1E532CF4-1B2C-4F24-A498-BBB09BB13F7D}" dt="2020-10-01T00:03:10.681" v="5702" actId="1035"/>
          <ac:spMkLst>
            <pc:docMk/>
            <pc:sldMk cId="1046410964" sldId="657"/>
            <ac:spMk id="4" creationId="{BF520780-A0AF-46FC-A3EA-05514BF5683C}"/>
          </ac:spMkLst>
        </pc:spChg>
        <pc:picChg chg="add mod">
          <ac:chgData name="Ella Vetter" userId="c6918cf5-f6c0-43cc-8499-a1f635017de9" providerId="ADAL" clId="{1E532CF4-1B2C-4F24-A498-BBB09BB13F7D}" dt="2020-10-01T00:02:57.493" v="5698" actId="1076"/>
          <ac:picMkLst>
            <pc:docMk/>
            <pc:sldMk cId="1046410964" sldId="657"/>
            <ac:picMk id="6" creationId="{599E6A1D-61DC-4731-B9C0-33A3703997C0}"/>
          </ac:picMkLst>
        </pc:picChg>
      </pc:sldChg>
      <pc:sldChg chg="addSp delSp modSp add mod">
        <pc:chgData name="Ella Vetter" userId="c6918cf5-f6c0-43cc-8499-a1f635017de9" providerId="ADAL" clId="{1E532CF4-1B2C-4F24-A498-BBB09BB13F7D}" dt="2020-10-01T00:05:13.943" v="5725" actId="13926"/>
        <pc:sldMkLst>
          <pc:docMk/>
          <pc:sldMk cId="2298692659" sldId="658"/>
        </pc:sldMkLst>
        <pc:spChg chg="mod">
          <ac:chgData name="Ella Vetter" userId="c6918cf5-f6c0-43cc-8499-a1f635017de9" providerId="ADAL" clId="{1E532CF4-1B2C-4F24-A498-BBB09BB13F7D}" dt="2020-10-01T00:05:13.943" v="5725" actId="13926"/>
          <ac:spMkLst>
            <pc:docMk/>
            <pc:sldMk cId="2298692659" sldId="658"/>
            <ac:spMk id="2" creationId="{5EC02983-808D-459A-B046-F9284F4638FC}"/>
          </ac:spMkLst>
        </pc:spChg>
        <pc:spChg chg="del">
          <ac:chgData name="Ella Vetter" userId="c6918cf5-f6c0-43cc-8499-a1f635017de9" providerId="ADAL" clId="{1E532CF4-1B2C-4F24-A498-BBB09BB13F7D}" dt="2020-09-30T23:58:56.063" v="5662" actId="478"/>
          <ac:spMkLst>
            <pc:docMk/>
            <pc:sldMk cId="2298692659" sldId="658"/>
            <ac:spMk id="3" creationId="{6C788A4D-9514-4004-ABD4-A2D58453FBCF}"/>
          </ac:spMkLst>
        </pc:spChg>
        <pc:spChg chg="add mod">
          <ac:chgData name="Ella Vetter" userId="c6918cf5-f6c0-43cc-8499-a1f635017de9" providerId="ADAL" clId="{1E532CF4-1B2C-4F24-A498-BBB09BB13F7D}" dt="2020-10-01T00:04:36.436" v="5714"/>
          <ac:spMkLst>
            <pc:docMk/>
            <pc:sldMk cId="2298692659" sldId="658"/>
            <ac:spMk id="4" creationId="{905C1B7F-0402-4857-9F00-FD0637925D0E}"/>
          </ac:spMkLst>
        </pc:spChg>
        <pc:picChg chg="add mod">
          <ac:chgData name="Ella Vetter" userId="c6918cf5-f6c0-43cc-8499-a1f635017de9" providerId="ADAL" clId="{1E532CF4-1B2C-4F24-A498-BBB09BB13F7D}" dt="2020-10-01T00:03:44.553" v="5710" actId="1035"/>
          <ac:picMkLst>
            <pc:docMk/>
            <pc:sldMk cId="2298692659" sldId="658"/>
            <ac:picMk id="6" creationId="{B0A4272C-9408-433F-93BE-BAD3EA7DDC30}"/>
          </ac:picMkLst>
        </pc:picChg>
      </pc:sldChg>
      <pc:sldChg chg="addSp delSp modSp add mod">
        <pc:chgData name="Ella Vetter" userId="c6918cf5-f6c0-43cc-8499-a1f635017de9" providerId="ADAL" clId="{1E532CF4-1B2C-4F24-A498-BBB09BB13F7D}" dt="2020-10-01T00:36:03.201" v="6105" actId="2710"/>
        <pc:sldMkLst>
          <pc:docMk/>
          <pc:sldMk cId="1129937867" sldId="659"/>
        </pc:sldMkLst>
        <pc:spChg chg="mod">
          <ac:chgData name="Ella Vetter" userId="c6918cf5-f6c0-43cc-8499-a1f635017de9" providerId="ADAL" clId="{1E532CF4-1B2C-4F24-A498-BBB09BB13F7D}" dt="2020-10-01T00:07:26.618" v="5753" actId="13926"/>
          <ac:spMkLst>
            <pc:docMk/>
            <pc:sldMk cId="1129937867" sldId="659"/>
            <ac:spMk id="2" creationId="{5EC02983-808D-459A-B046-F9284F4638FC}"/>
          </ac:spMkLst>
        </pc:spChg>
        <pc:spChg chg="del">
          <ac:chgData name="Ella Vetter" userId="c6918cf5-f6c0-43cc-8499-a1f635017de9" providerId="ADAL" clId="{1E532CF4-1B2C-4F24-A498-BBB09BB13F7D}" dt="2020-10-01T00:06:02.420" v="5737" actId="478"/>
          <ac:spMkLst>
            <pc:docMk/>
            <pc:sldMk cId="1129937867" sldId="659"/>
            <ac:spMk id="3" creationId="{6C788A4D-9514-4004-ABD4-A2D58453FBCF}"/>
          </ac:spMkLst>
        </pc:spChg>
        <pc:spChg chg="add del mod">
          <ac:chgData name="Ella Vetter" userId="c6918cf5-f6c0-43cc-8499-a1f635017de9" providerId="ADAL" clId="{1E532CF4-1B2C-4F24-A498-BBB09BB13F7D}" dt="2020-10-01T00:06:20.615" v="5741"/>
          <ac:spMkLst>
            <pc:docMk/>
            <pc:sldMk cId="1129937867" sldId="659"/>
            <ac:spMk id="9" creationId="{627439A6-7BB4-4179-9E24-A5E5C06334AB}"/>
          </ac:spMkLst>
        </pc:spChg>
        <pc:spChg chg="add mod">
          <ac:chgData name="Ella Vetter" userId="c6918cf5-f6c0-43cc-8499-a1f635017de9" providerId="ADAL" clId="{1E532CF4-1B2C-4F24-A498-BBB09BB13F7D}" dt="2020-10-01T00:36:03.201" v="6105" actId="2710"/>
          <ac:spMkLst>
            <pc:docMk/>
            <pc:sldMk cId="1129937867" sldId="659"/>
            <ac:spMk id="11" creationId="{8278BF09-1C06-46A7-86F8-A763A7CA1A77}"/>
          </ac:spMkLst>
        </pc:spChg>
        <pc:grpChg chg="add mod">
          <ac:chgData name="Ella Vetter" userId="c6918cf5-f6c0-43cc-8499-a1f635017de9" providerId="ADAL" clId="{1E532CF4-1B2C-4F24-A498-BBB09BB13F7D}" dt="2020-10-01T00:06:06.180" v="5739" actId="1076"/>
          <ac:grpSpMkLst>
            <pc:docMk/>
            <pc:sldMk cId="1129937867" sldId="659"/>
            <ac:grpSpMk id="8" creationId="{A05C9686-D1E1-44FD-964F-4E5E8BBA382E}"/>
          </ac:grpSpMkLst>
        </pc:grpChg>
        <pc:picChg chg="add mod modCrop">
          <ac:chgData name="Ella Vetter" userId="c6918cf5-f6c0-43cc-8499-a1f635017de9" providerId="ADAL" clId="{1E532CF4-1B2C-4F24-A498-BBB09BB13F7D}" dt="2020-10-01T00:05:58.152" v="5734" actId="164"/>
          <ac:picMkLst>
            <pc:docMk/>
            <pc:sldMk cId="1129937867" sldId="659"/>
            <ac:picMk id="5" creationId="{9B6EC29A-4C82-4162-B7EF-16601E150A52}"/>
          </ac:picMkLst>
        </pc:picChg>
        <pc:picChg chg="add mod modCrop">
          <ac:chgData name="Ella Vetter" userId="c6918cf5-f6c0-43cc-8499-a1f635017de9" providerId="ADAL" clId="{1E532CF4-1B2C-4F24-A498-BBB09BB13F7D}" dt="2020-10-01T00:05:58.152" v="5734" actId="164"/>
          <ac:picMkLst>
            <pc:docMk/>
            <pc:sldMk cId="1129937867" sldId="659"/>
            <ac:picMk id="7" creationId="{7F12BB74-ECCF-42FE-9202-4D5BCA7D136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2020-10-22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084620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a:t>
            </a: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26</a:t>
            </a:fld>
            <a:endParaRPr lang="en-CA"/>
          </a:p>
        </p:txBody>
      </p:sp>
    </p:spTree>
    <p:extLst>
      <p:ext uri="{BB962C8B-B14F-4D97-AF65-F5344CB8AC3E}">
        <p14:creationId xmlns:p14="http://schemas.microsoft.com/office/powerpoint/2010/main" val="1609194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a:t>
            </a: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27</a:t>
            </a:fld>
            <a:endParaRPr lang="en-CA"/>
          </a:p>
        </p:txBody>
      </p:sp>
    </p:spTree>
    <p:extLst>
      <p:ext uri="{BB962C8B-B14F-4D97-AF65-F5344CB8AC3E}">
        <p14:creationId xmlns:p14="http://schemas.microsoft.com/office/powerpoint/2010/main" val="585550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a:t>
            </a: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28</a:t>
            </a:fld>
            <a:endParaRPr lang="en-CA"/>
          </a:p>
        </p:txBody>
      </p:sp>
    </p:spTree>
    <p:extLst>
      <p:ext uri="{BB962C8B-B14F-4D97-AF65-F5344CB8AC3E}">
        <p14:creationId xmlns:p14="http://schemas.microsoft.com/office/powerpoint/2010/main" val="1079653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a:t>
            </a: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29</a:t>
            </a:fld>
            <a:endParaRPr lang="en-CA"/>
          </a:p>
        </p:txBody>
      </p:sp>
    </p:spTree>
    <p:extLst>
      <p:ext uri="{BB962C8B-B14F-4D97-AF65-F5344CB8AC3E}">
        <p14:creationId xmlns:p14="http://schemas.microsoft.com/office/powerpoint/2010/main" val="2187358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a:t>
            </a: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30</a:t>
            </a:fld>
            <a:endParaRPr lang="en-CA"/>
          </a:p>
        </p:txBody>
      </p:sp>
    </p:spTree>
    <p:extLst>
      <p:ext uri="{BB962C8B-B14F-4D97-AF65-F5344CB8AC3E}">
        <p14:creationId xmlns:p14="http://schemas.microsoft.com/office/powerpoint/2010/main" val="815806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a:t>
            </a: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31</a:t>
            </a:fld>
            <a:endParaRPr lang="en-CA"/>
          </a:p>
        </p:txBody>
      </p:sp>
    </p:spTree>
    <p:extLst>
      <p:ext uri="{BB962C8B-B14F-4D97-AF65-F5344CB8AC3E}">
        <p14:creationId xmlns:p14="http://schemas.microsoft.com/office/powerpoint/2010/main" val="988800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a:t>
            </a: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32</a:t>
            </a:fld>
            <a:endParaRPr lang="en-CA"/>
          </a:p>
        </p:txBody>
      </p:sp>
    </p:spTree>
    <p:extLst>
      <p:ext uri="{BB962C8B-B14F-4D97-AF65-F5344CB8AC3E}">
        <p14:creationId xmlns:p14="http://schemas.microsoft.com/office/powerpoint/2010/main" val="1921809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38</a:t>
            </a:fld>
            <a:endParaRPr lang="en-CA"/>
          </a:p>
        </p:txBody>
      </p:sp>
    </p:spTree>
    <p:extLst>
      <p:ext uri="{BB962C8B-B14F-4D97-AF65-F5344CB8AC3E}">
        <p14:creationId xmlns:p14="http://schemas.microsoft.com/office/powerpoint/2010/main" val="1296879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47</a:t>
            </a:fld>
            <a:endParaRPr lang="en-CA"/>
          </a:p>
        </p:txBody>
      </p:sp>
    </p:spTree>
    <p:extLst>
      <p:ext uri="{BB962C8B-B14F-4D97-AF65-F5344CB8AC3E}">
        <p14:creationId xmlns:p14="http://schemas.microsoft.com/office/powerpoint/2010/main" val="4074369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48</a:t>
            </a:fld>
            <a:endParaRPr lang="en-CA"/>
          </a:p>
        </p:txBody>
      </p:sp>
    </p:spTree>
    <p:extLst>
      <p:ext uri="{BB962C8B-B14F-4D97-AF65-F5344CB8AC3E}">
        <p14:creationId xmlns:p14="http://schemas.microsoft.com/office/powerpoint/2010/main" val="2367645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49</a:t>
            </a:fld>
            <a:endParaRPr lang="en-CA"/>
          </a:p>
        </p:txBody>
      </p:sp>
    </p:spTree>
    <p:extLst>
      <p:ext uri="{BB962C8B-B14F-4D97-AF65-F5344CB8AC3E}">
        <p14:creationId xmlns:p14="http://schemas.microsoft.com/office/powerpoint/2010/main" val="3824481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50</a:t>
            </a:fld>
            <a:endParaRPr lang="en-CA"/>
          </a:p>
        </p:txBody>
      </p:sp>
    </p:spTree>
    <p:extLst>
      <p:ext uri="{BB962C8B-B14F-4D97-AF65-F5344CB8AC3E}">
        <p14:creationId xmlns:p14="http://schemas.microsoft.com/office/powerpoint/2010/main" val="338858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51</a:t>
            </a:fld>
            <a:endParaRPr lang="en-CA"/>
          </a:p>
        </p:txBody>
      </p:sp>
    </p:spTree>
    <p:extLst>
      <p:ext uri="{BB962C8B-B14F-4D97-AF65-F5344CB8AC3E}">
        <p14:creationId xmlns:p14="http://schemas.microsoft.com/office/powerpoint/2010/main" val="444321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buFont typeface="+mj-lt"/>
              <a:buNone/>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52</a:t>
            </a:fld>
            <a:endParaRPr lang="en-CA"/>
          </a:p>
        </p:txBody>
      </p:sp>
    </p:spTree>
    <p:extLst>
      <p:ext uri="{BB962C8B-B14F-4D97-AF65-F5344CB8AC3E}">
        <p14:creationId xmlns:p14="http://schemas.microsoft.com/office/powerpoint/2010/main" val="39301893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53</a:t>
            </a:fld>
            <a:endParaRPr lang="en-CA"/>
          </a:p>
        </p:txBody>
      </p:sp>
    </p:spTree>
    <p:extLst>
      <p:ext uri="{BB962C8B-B14F-4D97-AF65-F5344CB8AC3E}">
        <p14:creationId xmlns:p14="http://schemas.microsoft.com/office/powerpoint/2010/main" val="23533887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54</a:t>
            </a:fld>
            <a:endParaRPr lang="en-CA"/>
          </a:p>
        </p:txBody>
      </p:sp>
    </p:spTree>
    <p:extLst>
      <p:ext uri="{BB962C8B-B14F-4D97-AF65-F5344CB8AC3E}">
        <p14:creationId xmlns:p14="http://schemas.microsoft.com/office/powerpoint/2010/main" val="2185000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56</a:t>
            </a:fld>
            <a:endParaRPr lang="en-CA"/>
          </a:p>
        </p:txBody>
      </p:sp>
    </p:spTree>
    <p:extLst>
      <p:ext uri="{BB962C8B-B14F-4D97-AF65-F5344CB8AC3E}">
        <p14:creationId xmlns:p14="http://schemas.microsoft.com/office/powerpoint/2010/main" val="1556204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57</a:t>
            </a:fld>
            <a:endParaRPr lang="en-CA"/>
          </a:p>
        </p:txBody>
      </p:sp>
    </p:spTree>
    <p:extLst>
      <p:ext uri="{BB962C8B-B14F-4D97-AF65-F5344CB8AC3E}">
        <p14:creationId xmlns:p14="http://schemas.microsoft.com/office/powerpoint/2010/main" val="3105730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58</a:t>
            </a:fld>
            <a:endParaRPr lang="en-CA"/>
          </a:p>
        </p:txBody>
      </p:sp>
    </p:spTree>
    <p:extLst>
      <p:ext uri="{BB962C8B-B14F-4D97-AF65-F5344CB8AC3E}">
        <p14:creationId xmlns:p14="http://schemas.microsoft.com/office/powerpoint/2010/main" val="4211587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 typeface="+mj-lt"/>
              <a:buNone/>
              <a:tabLst/>
              <a:defRP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59</a:t>
            </a:fld>
            <a:endParaRPr lang="en-CA"/>
          </a:p>
        </p:txBody>
      </p:sp>
    </p:spTree>
    <p:extLst>
      <p:ext uri="{BB962C8B-B14F-4D97-AF65-F5344CB8AC3E}">
        <p14:creationId xmlns:p14="http://schemas.microsoft.com/office/powerpoint/2010/main" val="28158261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 typeface="+mj-lt"/>
              <a:buNone/>
              <a:tabLst/>
              <a:defRP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60</a:t>
            </a:fld>
            <a:endParaRPr lang="en-CA"/>
          </a:p>
        </p:txBody>
      </p:sp>
    </p:spTree>
    <p:extLst>
      <p:ext uri="{BB962C8B-B14F-4D97-AF65-F5344CB8AC3E}">
        <p14:creationId xmlns:p14="http://schemas.microsoft.com/office/powerpoint/2010/main" val="23720194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64</a:t>
            </a:fld>
            <a:endParaRPr lang="en-CA"/>
          </a:p>
        </p:txBody>
      </p:sp>
    </p:spTree>
    <p:extLst>
      <p:ext uri="{BB962C8B-B14F-4D97-AF65-F5344CB8AC3E}">
        <p14:creationId xmlns:p14="http://schemas.microsoft.com/office/powerpoint/2010/main" val="3849791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65</a:t>
            </a:fld>
            <a:endParaRPr lang="en-CA"/>
          </a:p>
        </p:txBody>
      </p:sp>
    </p:spTree>
    <p:extLst>
      <p:ext uri="{BB962C8B-B14F-4D97-AF65-F5344CB8AC3E}">
        <p14:creationId xmlns:p14="http://schemas.microsoft.com/office/powerpoint/2010/main" val="19346464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66</a:t>
            </a:fld>
            <a:endParaRPr lang="en-CA"/>
          </a:p>
        </p:txBody>
      </p:sp>
    </p:spTree>
    <p:extLst>
      <p:ext uri="{BB962C8B-B14F-4D97-AF65-F5344CB8AC3E}">
        <p14:creationId xmlns:p14="http://schemas.microsoft.com/office/powerpoint/2010/main" val="41413089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75</a:t>
            </a:fld>
            <a:endParaRPr lang="en-CA"/>
          </a:p>
        </p:txBody>
      </p:sp>
    </p:spTree>
    <p:extLst>
      <p:ext uri="{BB962C8B-B14F-4D97-AF65-F5344CB8AC3E}">
        <p14:creationId xmlns:p14="http://schemas.microsoft.com/office/powerpoint/2010/main" val="2149160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76</a:t>
            </a:fld>
            <a:endParaRPr lang="en-CA"/>
          </a:p>
        </p:txBody>
      </p:sp>
    </p:spTree>
    <p:extLst>
      <p:ext uri="{BB962C8B-B14F-4D97-AF65-F5344CB8AC3E}">
        <p14:creationId xmlns:p14="http://schemas.microsoft.com/office/powerpoint/2010/main" val="2046355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77</a:t>
            </a:fld>
            <a:endParaRPr lang="en-CA"/>
          </a:p>
        </p:txBody>
      </p:sp>
    </p:spTree>
    <p:extLst>
      <p:ext uri="{BB962C8B-B14F-4D97-AF65-F5344CB8AC3E}">
        <p14:creationId xmlns:p14="http://schemas.microsoft.com/office/powerpoint/2010/main" val="2761549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13" Type="http://schemas.openxmlformats.org/officeDocument/2006/relationships/slide" Target="slide35.xml"/><Relationship Id="rId18" Type="http://schemas.openxmlformats.org/officeDocument/2006/relationships/slide" Target="slide63.xml"/><Relationship Id="rId3" Type="http://schemas.openxmlformats.org/officeDocument/2006/relationships/slideLayout" Target="../slideLayouts/slideLayout2.xml"/><Relationship Id="rId7" Type="http://schemas.openxmlformats.org/officeDocument/2006/relationships/slide" Target="slide10.xml"/><Relationship Id="rId12" Type="http://schemas.openxmlformats.org/officeDocument/2006/relationships/slide" Target="slide33.xml"/><Relationship Id="rId17" Type="http://schemas.openxmlformats.org/officeDocument/2006/relationships/slide" Target="slide61.xml"/><Relationship Id="rId2" Type="http://schemas.openxmlformats.org/officeDocument/2006/relationships/tags" Target="../tags/tag4.xml"/><Relationship Id="rId16" Type="http://schemas.openxmlformats.org/officeDocument/2006/relationships/slide" Target="slide45.xml"/><Relationship Id="rId20" Type="http://schemas.openxmlformats.org/officeDocument/2006/relationships/slide" Target="slide81.xml"/><Relationship Id="rId1" Type="http://schemas.openxmlformats.org/officeDocument/2006/relationships/tags" Target="../tags/tag3.xml"/><Relationship Id="rId6" Type="http://schemas.openxmlformats.org/officeDocument/2006/relationships/slide" Target="slide6.xml"/><Relationship Id="rId11" Type="http://schemas.openxmlformats.org/officeDocument/2006/relationships/slide" Target="slide24.xml"/><Relationship Id="rId5" Type="http://schemas.openxmlformats.org/officeDocument/2006/relationships/slide" Target="slide3.xml"/><Relationship Id="rId15" Type="http://schemas.openxmlformats.org/officeDocument/2006/relationships/slide" Target="slide39.xml"/><Relationship Id="rId10" Type="http://schemas.openxmlformats.org/officeDocument/2006/relationships/slide" Target="slide20.xml"/><Relationship Id="rId19" Type="http://schemas.openxmlformats.org/officeDocument/2006/relationships/slide" Target="slide71.xml"/><Relationship Id="rId4" Type="http://schemas.openxmlformats.org/officeDocument/2006/relationships/notesSlide" Target="../notesSlides/notesSlide1.xml"/><Relationship Id="rId9" Type="http://schemas.openxmlformats.org/officeDocument/2006/relationships/slide" Target="slide17.xml"/><Relationship Id="rId14" Type="http://schemas.openxmlformats.org/officeDocument/2006/relationships/slide" Target="slide3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media/image2.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1.png"/><Relationship Id="rId5" Type="http://schemas.openxmlformats.org/officeDocument/2006/relationships/tags" Target="../tags/tag17.xml"/><Relationship Id="rId10" Type="http://schemas.openxmlformats.org/officeDocument/2006/relationships/slideLayout" Target="../slideLayouts/slideLayout2.xml"/><Relationship Id="rId4" Type="http://schemas.openxmlformats.org/officeDocument/2006/relationships/tags" Target="../tags/tag16.xml"/><Relationship Id="rId9" Type="http://schemas.openxmlformats.org/officeDocument/2006/relationships/tags" Target="../tags/tag21.xml"/></Relationships>
</file>

<file path=ppt/slides/_rels/slide8.xml.rels><?xml version="1.0" encoding="UTF-8" standalone="yes"?>
<Relationships xmlns="http://schemas.openxmlformats.org/package/2006/relationships"><Relationship Id="rId8" Type="http://schemas.openxmlformats.org/officeDocument/2006/relationships/tags" Target="../tags/tag29.xml"/><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image" Target="../media/image4.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image" Target="../media/image3.png"/><Relationship Id="rId5" Type="http://schemas.openxmlformats.org/officeDocument/2006/relationships/tags" Target="../tags/tag26.xml"/><Relationship Id="rId10" Type="http://schemas.openxmlformats.org/officeDocument/2006/relationships/slideLayout" Target="../slideLayouts/slideLayout2.xml"/><Relationship Id="rId4" Type="http://schemas.openxmlformats.org/officeDocument/2006/relationships/tags" Target="../tags/tag25.xml"/><Relationship Id="rId9" Type="http://schemas.openxmlformats.org/officeDocument/2006/relationships/tags" Target="../tags/tag30.xml"/></Relationships>
</file>

<file path=ppt/slides/_rels/slide9.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5.pn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tags" Target="../tags/tag47.xml"/><Relationship Id="rId2" Type="http://schemas.openxmlformats.org/officeDocument/2006/relationships/tags" Target="../tags/tag37.xml"/><Relationship Id="rId16" Type="http://schemas.openxmlformats.org/officeDocument/2006/relationships/image" Target="../media/image6.png"/><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5" Type="http://schemas.openxmlformats.org/officeDocument/2006/relationships/slideLayout" Target="../slideLayouts/slideLayout2.xm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8.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10.png"/><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slide" Target="slide2.xml"/></Relationships>
</file>

<file path=ppt/slides/_rels/slide18.xml.rels><?xml version="1.0" encoding="UTF-8" standalone="yes"?>
<Relationships xmlns="http://schemas.openxmlformats.org/package/2006/relationships"><Relationship Id="rId8" Type="http://schemas.openxmlformats.org/officeDocument/2006/relationships/tags" Target="../tags/tag73.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image" Target="../media/image12.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image" Target="../media/image11.png"/><Relationship Id="rId5" Type="http://schemas.openxmlformats.org/officeDocument/2006/relationships/tags" Target="../tags/tag70.xml"/><Relationship Id="rId10" Type="http://schemas.openxmlformats.org/officeDocument/2006/relationships/slideLayout" Target="../slideLayouts/slideLayout2.xml"/><Relationship Id="rId4" Type="http://schemas.openxmlformats.org/officeDocument/2006/relationships/tags" Target="../tags/tag69.xml"/><Relationship Id="rId9" Type="http://schemas.openxmlformats.org/officeDocument/2006/relationships/tags" Target="../tags/tag74.xml"/></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77.xml"/><Relationship Id="rId7" Type="http://schemas.openxmlformats.org/officeDocument/2006/relationships/image" Target="../media/image13.png"/><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slideLayout" Target="../slideLayouts/slideLayout2.xml"/><Relationship Id="rId5" Type="http://schemas.openxmlformats.org/officeDocument/2006/relationships/tags" Target="../tags/tag79.xml"/><Relationship Id="rId4" Type="http://schemas.openxmlformats.org/officeDocument/2006/relationships/tags" Target="../tags/tag7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1.xml"/><Relationship Id="rId1" Type="http://schemas.openxmlformats.org/officeDocument/2006/relationships/tags" Target="../tags/tag80.xml"/><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image" Target="../media/image15.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slideLayout" Target="../slideLayouts/slideLayout2.xml"/><Relationship Id="rId5" Type="http://schemas.openxmlformats.org/officeDocument/2006/relationships/tags" Target="../tags/tag86.xml"/><Relationship Id="rId4" Type="http://schemas.openxmlformats.org/officeDocument/2006/relationships/tags" Target="../tags/tag85.xml"/></Relationships>
</file>

<file path=ppt/slides/_rels/slide22.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image" Target="../media/image17.png"/><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image" Target="../media/image16.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slideLayout" Target="../slideLayouts/slideLayout2.xml"/><Relationship Id="rId5" Type="http://schemas.openxmlformats.org/officeDocument/2006/relationships/tags" Target="../tags/tag94.xml"/><Relationship Id="rId15" Type="http://schemas.openxmlformats.org/officeDocument/2006/relationships/image" Target="../media/image19.png"/><Relationship Id="rId10" Type="http://schemas.openxmlformats.org/officeDocument/2006/relationships/tags" Target="../tags/tag99.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 Target="slide2.xml"/></Relationships>
</file>

<file path=ppt/slides/_rels/slide25.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image" Target="../media/image20.png"/><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image" Target="../media/image21.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110.xml"/><Relationship Id="rId7" Type="http://schemas.openxmlformats.org/officeDocument/2006/relationships/image" Target="../media/image22.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111.xml"/><Relationship Id="rId9"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24.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25.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120.xml"/><Relationship Id="rId7" Type="http://schemas.openxmlformats.org/officeDocument/2006/relationships/image" Target="../media/image26.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121.xml"/></Relationships>
</file>

<file path=ppt/slides/_rels/slide31.xml.rels><?xml version="1.0" encoding="UTF-8" standalone="yes"?>
<Relationships xmlns="http://schemas.openxmlformats.org/package/2006/relationships"><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25.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27.xml"/><Relationship Id="rId7" Type="http://schemas.openxmlformats.org/officeDocument/2006/relationships/image" Target="../media/image28.png"/><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128.xml"/><Relationship Id="rId9" Type="http://schemas.microsoft.com/office/2007/relationships/hdphoto" Target="../media/hdphoto2.wdp"/></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0.xml"/><Relationship Id="rId1" Type="http://schemas.openxmlformats.org/officeDocument/2006/relationships/tags" Target="../tags/tag129.xml"/><Relationship Id="rId4" Type="http://schemas.openxmlformats.org/officeDocument/2006/relationships/slide" Target="slide2.xml"/></Relationships>
</file>

<file path=ppt/slides/_rels/slide3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133.xml"/><Relationship Id="rId7" Type="http://schemas.openxmlformats.org/officeDocument/2006/relationships/slideLayout" Target="../slideLayouts/slideLayout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image" Target="../media/image33.png"/><Relationship Id="rId5" Type="http://schemas.openxmlformats.org/officeDocument/2006/relationships/tags" Target="../tags/tag135.xml"/><Relationship Id="rId10" Type="http://schemas.openxmlformats.org/officeDocument/2006/relationships/image" Target="../media/image32.png"/><Relationship Id="rId4" Type="http://schemas.openxmlformats.org/officeDocument/2006/relationships/tags" Target="../tags/tag134.xml"/><Relationship Id="rId9"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8.xml"/><Relationship Id="rId1" Type="http://schemas.openxmlformats.org/officeDocument/2006/relationships/tags" Target="../tags/tag137.xml"/><Relationship Id="rId4" Type="http://schemas.openxmlformats.org/officeDocument/2006/relationships/slide" Target="slide2.xml"/></Relationships>
</file>

<file path=ppt/slides/_rels/slide36.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tags" Target="../tags/tag151.xml"/><Relationship Id="rId18" Type="http://schemas.openxmlformats.org/officeDocument/2006/relationships/tags" Target="../tags/tag156.xml"/><Relationship Id="rId3" Type="http://schemas.openxmlformats.org/officeDocument/2006/relationships/tags" Target="../tags/tag141.xml"/><Relationship Id="rId21" Type="http://schemas.openxmlformats.org/officeDocument/2006/relationships/tags" Target="../tags/tag159.xml"/><Relationship Id="rId7" Type="http://schemas.openxmlformats.org/officeDocument/2006/relationships/tags" Target="../tags/tag145.xml"/><Relationship Id="rId12" Type="http://schemas.openxmlformats.org/officeDocument/2006/relationships/tags" Target="../tags/tag150.xml"/><Relationship Id="rId17" Type="http://schemas.openxmlformats.org/officeDocument/2006/relationships/tags" Target="../tags/tag155.xml"/><Relationship Id="rId25" Type="http://schemas.openxmlformats.org/officeDocument/2006/relationships/image" Target="../media/image34.png"/><Relationship Id="rId2" Type="http://schemas.openxmlformats.org/officeDocument/2006/relationships/tags" Target="../tags/tag140.xml"/><Relationship Id="rId16" Type="http://schemas.openxmlformats.org/officeDocument/2006/relationships/tags" Target="../tags/tag154.xml"/><Relationship Id="rId20" Type="http://schemas.openxmlformats.org/officeDocument/2006/relationships/tags" Target="../tags/tag158.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24" Type="http://schemas.openxmlformats.org/officeDocument/2006/relationships/slideLayout" Target="../slideLayouts/slideLayout2.xml"/><Relationship Id="rId5" Type="http://schemas.openxmlformats.org/officeDocument/2006/relationships/tags" Target="../tags/tag143.xml"/><Relationship Id="rId15" Type="http://schemas.openxmlformats.org/officeDocument/2006/relationships/tags" Target="../tags/tag153.xml"/><Relationship Id="rId23" Type="http://schemas.openxmlformats.org/officeDocument/2006/relationships/tags" Target="../tags/tag161.xml"/><Relationship Id="rId10" Type="http://schemas.openxmlformats.org/officeDocument/2006/relationships/tags" Target="../tags/tag148.xml"/><Relationship Id="rId19" Type="http://schemas.openxmlformats.org/officeDocument/2006/relationships/tags" Target="../tags/tag157.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tags" Target="../tags/tag152.xml"/><Relationship Id="rId22" Type="http://schemas.openxmlformats.org/officeDocument/2006/relationships/tags" Target="../tags/tag160.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 Target="slide2.xml"/></Relationships>
</file>

<file path=ppt/slides/_rels/slide38.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tags" Target="../tags/tag176.xml"/><Relationship Id="rId18" Type="http://schemas.openxmlformats.org/officeDocument/2006/relationships/image" Target="../media/image35.png"/><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17" Type="http://schemas.openxmlformats.org/officeDocument/2006/relationships/notesSlide" Target="../notesSlides/notesSlide9.xml"/><Relationship Id="rId2" Type="http://schemas.openxmlformats.org/officeDocument/2006/relationships/tags" Target="../tags/tag165.xml"/><Relationship Id="rId16" Type="http://schemas.openxmlformats.org/officeDocument/2006/relationships/slideLayout" Target="../slideLayouts/slideLayout2.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5" Type="http://schemas.openxmlformats.org/officeDocument/2006/relationships/tags" Target="../tags/tag178.xml"/><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tags" Target="../tags/tag17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slide" Target="slide2.xml"/></Relationships>
</file>

<file path=ppt/slides/_rels/slide4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183.xml"/><Relationship Id="rId7" Type="http://schemas.openxmlformats.org/officeDocument/2006/relationships/slideLayout" Target="../slideLayouts/slideLayout2.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9"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image" Target="../media/image40.png"/><Relationship Id="rId3" Type="http://schemas.openxmlformats.org/officeDocument/2006/relationships/tags" Target="../tags/tag189.xml"/><Relationship Id="rId7" Type="http://schemas.openxmlformats.org/officeDocument/2006/relationships/tags" Target="../tags/tag193.xml"/><Relationship Id="rId12" Type="http://schemas.openxmlformats.org/officeDocument/2006/relationships/image" Target="../media/image39.png"/><Relationship Id="rId2" Type="http://schemas.openxmlformats.org/officeDocument/2006/relationships/tags" Target="../tags/tag188.xml"/><Relationship Id="rId16" Type="http://schemas.openxmlformats.org/officeDocument/2006/relationships/image" Target="../media/image43.png"/><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image" Target="../media/image38.png"/><Relationship Id="rId5" Type="http://schemas.openxmlformats.org/officeDocument/2006/relationships/tags" Target="../tags/tag191.xml"/><Relationship Id="rId15" Type="http://schemas.openxmlformats.org/officeDocument/2006/relationships/image" Target="../media/image42.png"/><Relationship Id="rId10" Type="http://schemas.openxmlformats.org/officeDocument/2006/relationships/slideLayout" Target="../slideLayouts/slideLayout2.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image" Target="../media/image41.png"/></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image" Target="../media/image47.png"/><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image" Target="../media/image46.png"/><Relationship Id="rId5" Type="http://schemas.openxmlformats.org/officeDocument/2006/relationships/tags" Target="../tags/tag200.xml"/><Relationship Id="rId10" Type="http://schemas.openxmlformats.org/officeDocument/2006/relationships/image" Target="../media/image45.png"/><Relationship Id="rId4" Type="http://schemas.openxmlformats.org/officeDocument/2006/relationships/tags" Target="../tags/tag199.xml"/><Relationship Id="rId9" Type="http://schemas.openxmlformats.org/officeDocument/2006/relationships/image" Target="../media/image44.png"/></Relationships>
</file>

<file path=ppt/slides/_rels/slide4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tags" Target="../tags/tag205.xml"/><Relationship Id="rId7" Type="http://schemas.openxmlformats.org/officeDocument/2006/relationships/slideLayout" Target="../slideLayouts/slideLayout2.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5" Type="http://schemas.openxmlformats.org/officeDocument/2006/relationships/tags" Target="../tags/tag207.xml"/><Relationship Id="rId10" Type="http://schemas.openxmlformats.org/officeDocument/2006/relationships/image" Target="../media/image50.png"/><Relationship Id="rId4" Type="http://schemas.openxmlformats.org/officeDocument/2006/relationships/tags" Target="../tags/tag206.xml"/><Relationship Id="rId9"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3.xml"/><Relationship Id="rId1" Type="http://schemas.openxmlformats.org/officeDocument/2006/relationships/tags" Target="../tags/tag212.xml"/><Relationship Id="rId4" Type="http://schemas.openxmlformats.org/officeDocument/2006/relationships/slide" Target="slide2.xml"/></Relationships>
</file>

<file path=ppt/slides/_rels/slide46.xml.rels><?xml version="1.0" encoding="UTF-8" standalone="yes"?>
<Relationships xmlns="http://schemas.openxmlformats.org/package/2006/relationships"><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image" Target="../media/image51.png"/><Relationship Id="rId5" Type="http://schemas.openxmlformats.org/officeDocument/2006/relationships/slideLayout" Target="../slideLayouts/slideLayout2.xml"/><Relationship Id="rId4" Type="http://schemas.openxmlformats.org/officeDocument/2006/relationships/tags" Target="../tags/tag217.xml"/></Relationships>
</file>

<file path=ppt/slides/_rels/slide4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tags" Target="../tags/tag220.xml"/><Relationship Id="rId7" Type="http://schemas.openxmlformats.org/officeDocument/2006/relationships/image" Target="../media/image52.png"/><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221.xml"/></Relationships>
</file>

<file path=ppt/slides/_rels/slide48.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image" Target="../media/image54.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tags" Target="../tags/tag227.xml"/><Relationship Id="rId7" Type="http://schemas.openxmlformats.org/officeDocument/2006/relationships/image" Target="../media/image55.png"/><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228.xml"/></Relationships>
</file>

<file path=ppt/slides/_rels/slide50.xml.rels><?xml version="1.0" encoding="UTF-8" standalone="yes"?>
<Relationships xmlns="http://schemas.openxmlformats.org/package/2006/relationships"><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image" Target="../media/image57.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image" Target="../media/image58.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image" Target="../media/image59.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image" Target="../media/image60.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tags" Target="../tags/tag243.xml"/><Relationship Id="rId7" Type="http://schemas.openxmlformats.org/officeDocument/2006/relationships/image" Target="../media/image61.png"/><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244.xml"/></Relationships>
</file>

<file path=ppt/slides/_rels/slide55.xml.rels><?xml version="1.0" encoding="UTF-8" standalone="yes"?>
<Relationships xmlns="http://schemas.openxmlformats.org/package/2006/relationships"><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 Id="rId5" Type="http://schemas.openxmlformats.org/officeDocument/2006/relationships/image" Target="../media/image63.png"/><Relationship Id="rId4"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image" Target="../media/image64.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tags" Target="../tags/tag253.xml"/><Relationship Id="rId7" Type="http://schemas.openxmlformats.org/officeDocument/2006/relationships/image" Target="../media/image65.png"/><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tags" Target="../tags/tag254.xml"/></Relationships>
</file>

<file path=ppt/slides/_rels/slide5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tags" Target="../tags/tag257.xml"/><Relationship Id="rId7" Type="http://schemas.openxmlformats.org/officeDocument/2006/relationships/image" Target="../media/image67.png"/><Relationship Id="rId2" Type="http://schemas.openxmlformats.org/officeDocument/2006/relationships/tags" Target="../tags/tag256.xml"/><Relationship Id="rId1" Type="http://schemas.openxmlformats.org/officeDocument/2006/relationships/tags" Target="../tags/tag255.xml"/><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258.xml"/></Relationships>
</file>

<file path=ppt/slides/_rels/slide59.xml.rels><?xml version="1.0" encoding="UTF-8" standalone="yes"?>
<Relationships xmlns="http://schemas.openxmlformats.org/package/2006/relationships"><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 Id="rId6" Type="http://schemas.openxmlformats.org/officeDocument/2006/relationships/image" Target="../media/image69.png"/><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tags" Target="../tags/tag264.xml"/><Relationship Id="rId7" Type="http://schemas.openxmlformats.org/officeDocument/2006/relationships/image" Target="../media/image70.png"/><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tags" Target="../tags/tag265.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7.xml"/><Relationship Id="rId1" Type="http://schemas.openxmlformats.org/officeDocument/2006/relationships/tags" Target="../tags/tag266.xml"/><Relationship Id="rId4" Type="http://schemas.openxmlformats.org/officeDocument/2006/relationships/slide" Target="slide2.xml"/></Relationships>
</file>

<file path=ppt/slides/_rels/slide62.xml.rels><?xml version="1.0" encoding="UTF-8" standalone="yes"?>
<Relationships xmlns="http://schemas.openxmlformats.org/package/2006/relationships"><Relationship Id="rId8" Type="http://schemas.openxmlformats.org/officeDocument/2006/relationships/tags" Target="../tags/tag275.xml"/><Relationship Id="rId13" Type="http://schemas.openxmlformats.org/officeDocument/2006/relationships/tags" Target="../tags/tag280.xml"/><Relationship Id="rId18" Type="http://schemas.openxmlformats.org/officeDocument/2006/relationships/image" Target="../media/image72.png"/><Relationship Id="rId3" Type="http://schemas.openxmlformats.org/officeDocument/2006/relationships/tags" Target="../tags/tag270.xml"/><Relationship Id="rId7" Type="http://schemas.openxmlformats.org/officeDocument/2006/relationships/tags" Target="../tags/tag274.xml"/><Relationship Id="rId12" Type="http://schemas.openxmlformats.org/officeDocument/2006/relationships/tags" Target="../tags/tag279.xml"/><Relationship Id="rId17" Type="http://schemas.openxmlformats.org/officeDocument/2006/relationships/slideLayout" Target="../slideLayouts/slideLayout2.xml"/><Relationship Id="rId2" Type="http://schemas.openxmlformats.org/officeDocument/2006/relationships/tags" Target="../tags/tag269.xml"/><Relationship Id="rId16" Type="http://schemas.openxmlformats.org/officeDocument/2006/relationships/tags" Target="../tags/tag283.xml"/><Relationship Id="rId1" Type="http://schemas.openxmlformats.org/officeDocument/2006/relationships/tags" Target="../tags/tag268.xml"/><Relationship Id="rId6" Type="http://schemas.openxmlformats.org/officeDocument/2006/relationships/tags" Target="../tags/tag273.xml"/><Relationship Id="rId11" Type="http://schemas.openxmlformats.org/officeDocument/2006/relationships/tags" Target="../tags/tag278.xml"/><Relationship Id="rId5" Type="http://schemas.openxmlformats.org/officeDocument/2006/relationships/tags" Target="../tags/tag272.xml"/><Relationship Id="rId15" Type="http://schemas.openxmlformats.org/officeDocument/2006/relationships/tags" Target="../tags/tag282.xml"/><Relationship Id="rId10" Type="http://schemas.openxmlformats.org/officeDocument/2006/relationships/tags" Target="../tags/tag277.xml"/><Relationship Id="rId19" Type="http://schemas.openxmlformats.org/officeDocument/2006/relationships/image" Target="../media/image73.png"/><Relationship Id="rId4" Type="http://schemas.openxmlformats.org/officeDocument/2006/relationships/tags" Target="../tags/tag271.xml"/><Relationship Id="rId9" Type="http://schemas.openxmlformats.org/officeDocument/2006/relationships/tags" Target="../tags/tag276.xml"/><Relationship Id="rId14" Type="http://schemas.openxmlformats.org/officeDocument/2006/relationships/tags" Target="../tags/tag281.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5.xml"/><Relationship Id="rId1" Type="http://schemas.openxmlformats.org/officeDocument/2006/relationships/tags" Target="../tags/tag284.xml"/><Relationship Id="rId4" Type="http://schemas.openxmlformats.org/officeDocument/2006/relationships/slide" Target="slide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7.xml"/><Relationship Id="rId1" Type="http://schemas.openxmlformats.org/officeDocument/2006/relationships/tags" Target="../tags/tag286.xml"/><Relationship Id="rId4" Type="http://schemas.openxmlformats.org/officeDocument/2006/relationships/notesSlide" Target="../notesSlides/notesSlide23.xml"/></Relationships>
</file>

<file path=ppt/slides/_rels/slide65.xml.rels><?xml version="1.0" encoding="UTF-8" standalone="yes"?>
<Relationships xmlns="http://schemas.openxmlformats.org/package/2006/relationships"><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5.xml"/><Relationship Id="rId1" Type="http://schemas.openxmlformats.org/officeDocument/2006/relationships/tags" Target="../tags/tag294.xml"/></Relationships>
</file>

<file path=ppt/slides/_rels/slide68.xml.rels><?xml version="1.0" encoding="UTF-8" standalone="yes"?>
<Relationships xmlns="http://schemas.openxmlformats.org/package/2006/relationships"><Relationship Id="rId8" Type="http://schemas.openxmlformats.org/officeDocument/2006/relationships/image" Target="../media/image74.png"/><Relationship Id="rId13" Type="http://schemas.microsoft.com/office/2007/relationships/hdphoto" Target="../media/hdphoto5.wdp"/><Relationship Id="rId3" Type="http://schemas.openxmlformats.org/officeDocument/2006/relationships/tags" Target="../tags/tag298.xml"/><Relationship Id="rId7" Type="http://schemas.openxmlformats.org/officeDocument/2006/relationships/slideLayout" Target="../slideLayouts/slideLayout2.xml"/><Relationship Id="rId12" Type="http://schemas.openxmlformats.org/officeDocument/2006/relationships/image" Target="../media/image76.png"/><Relationship Id="rId2" Type="http://schemas.openxmlformats.org/officeDocument/2006/relationships/tags" Target="../tags/tag297.xml"/><Relationship Id="rId1" Type="http://schemas.openxmlformats.org/officeDocument/2006/relationships/tags" Target="../tags/tag296.xml"/><Relationship Id="rId6" Type="http://schemas.openxmlformats.org/officeDocument/2006/relationships/tags" Target="../tags/tag301.xml"/><Relationship Id="rId11" Type="http://schemas.microsoft.com/office/2007/relationships/hdphoto" Target="../media/hdphoto4.wdp"/><Relationship Id="rId5" Type="http://schemas.openxmlformats.org/officeDocument/2006/relationships/tags" Target="../tags/tag300.xml"/><Relationship Id="rId10" Type="http://schemas.openxmlformats.org/officeDocument/2006/relationships/image" Target="../media/image75.png"/><Relationship Id="rId4" Type="http://schemas.openxmlformats.org/officeDocument/2006/relationships/tags" Target="../tags/tag299.xml"/><Relationship Id="rId9" Type="http://schemas.microsoft.com/office/2007/relationships/hdphoto" Target="../media/hdphoto3.wdp"/></Relationships>
</file>

<file path=ppt/slides/_rels/slide69.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04.xml"/><Relationship Id="rId7" Type="http://schemas.openxmlformats.org/officeDocument/2006/relationships/tags" Target="../tags/tag308.xml"/><Relationship Id="rId12" Type="http://schemas.microsoft.com/office/2007/relationships/hdphoto" Target="../media/hdphoto5.wdp"/><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tags" Target="../tags/tag307.xml"/><Relationship Id="rId11" Type="http://schemas.openxmlformats.org/officeDocument/2006/relationships/image" Target="../media/image76.png"/><Relationship Id="rId5" Type="http://schemas.openxmlformats.org/officeDocument/2006/relationships/tags" Target="../tags/tag306.xml"/><Relationship Id="rId10" Type="http://schemas.microsoft.com/office/2007/relationships/hdphoto" Target="../media/hdphoto4.wdp"/><Relationship Id="rId4" Type="http://schemas.openxmlformats.org/officeDocument/2006/relationships/tags" Target="../tags/tag305.xml"/><Relationship Id="rId9" Type="http://schemas.openxmlformats.org/officeDocument/2006/relationships/image" Target="../media/image75.png"/></Relationships>
</file>

<file path=ppt/slides/_rels/slide7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tags" Target="../tags/tag311.xml"/><Relationship Id="rId7" Type="http://schemas.openxmlformats.org/officeDocument/2006/relationships/slideLayout" Target="../slideLayouts/slideLayout2.xml"/><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tags" Target="../tags/tag314.xml"/><Relationship Id="rId5" Type="http://schemas.openxmlformats.org/officeDocument/2006/relationships/tags" Target="../tags/tag313.xml"/><Relationship Id="rId10" Type="http://schemas.openxmlformats.org/officeDocument/2006/relationships/image" Target="../media/image79.png"/><Relationship Id="rId4" Type="http://schemas.openxmlformats.org/officeDocument/2006/relationships/tags" Target="../tags/tag312.xml"/><Relationship Id="rId9" Type="http://schemas.openxmlformats.org/officeDocument/2006/relationships/image" Target="../media/image78.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16.xml"/><Relationship Id="rId1" Type="http://schemas.openxmlformats.org/officeDocument/2006/relationships/tags" Target="../tags/tag315.xml"/><Relationship Id="rId4" Type="http://schemas.openxmlformats.org/officeDocument/2006/relationships/slide" Target="slide2.xml"/></Relationships>
</file>

<file path=ppt/slides/_rels/slide72.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tags" Target="../tags/tag319.xml"/><Relationship Id="rId7" Type="http://schemas.openxmlformats.org/officeDocument/2006/relationships/image" Target="../media/image80.png"/><Relationship Id="rId2" Type="http://schemas.openxmlformats.org/officeDocument/2006/relationships/tags" Target="../tags/tag318.xml"/><Relationship Id="rId1" Type="http://schemas.openxmlformats.org/officeDocument/2006/relationships/tags" Target="../tags/tag317.xml"/><Relationship Id="rId6" Type="http://schemas.openxmlformats.org/officeDocument/2006/relationships/slideLayout" Target="../slideLayouts/slideLayout2.xml"/><Relationship Id="rId5" Type="http://schemas.openxmlformats.org/officeDocument/2006/relationships/tags" Target="../tags/tag321.xml"/><Relationship Id="rId4" Type="http://schemas.openxmlformats.org/officeDocument/2006/relationships/tags" Target="../tags/tag320.xml"/></Relationships>
</file>

<file path=ppt/slides/_rels/slide73.xml.rels><?xml version="1.0" encoding="UTF-8" standalone="yes"?>
<Relationships xmlns="http://schemas.openxmlformats.org/package/2006/relationships"><Relationship Id="rId8" Type="http://schemas.openxmlformats.org/officeDocument/2006/relationships/tags" Target="../tags/tag329.xml"/><Relationship Id="rId3" Type="http://schemas.openxmlformats.org/officeDocument/2006/relationships/tags" Target="../tags/tag324.xml"/><Relationship Id="rId7" Type="http://schemas.openxmlformats.org/officeDocument/2006/relationships/tags" Target="../tags/tag328.xml"/><Relationship Id="rId2" Type="http://schemas.openxmlformats.org/officeDocument/2006/relationships/tags" Target="../tags/tag323.xml"/><Relationship Id="rId1" Type="http://schemas.openxmlformats.org/officeDocument/2006/relationships/tags" Target="../tags/tag322.xml"/><Relationship Id="rId6" Type="http://schemas.openxmlformats.org/officeDocument/2006/relationships/tags" Target="../tags/tag327.xml"/><Relationship Id="rId5" Type="http://schemas.openxmlformats.org/officeDocument/2006/relationships/tags" Target="../tags/tag326.xml"/><Relationship Id="rId10" Type="http://schemas.openxmlformats.org/officeDocument/2006/relationships/image" Target="../media/image82.png"/><Relationship Id="rId4" Type="http://schemas.openxmlformats.org/officeDocument/2006/relationships/tags" Target="../tags/tag325.xml"/><Relationship Id="rId9"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tags" Target="../tags/tag332.xml"/><Relationship Id="rId2" Type="http://schemas.openxmlformats.org/officeDocument/2006/relationships/tags" Target="../tags/tag331.xml"/><Relationship Id="rId1" Type="http://schemas.openxmlformats.org/officeDocument/2006/relationships/tags" Target="../tags/tag330.xml"/><Relationship Id="rId5" Type="http://schemas.openxmlformats.org/officeDocument/2006/relationships/image" Target="../media/image83.png"/><Relationship Id="rId4"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tags" Target="../tags/tag340.xml"/><Relationship Id="rId13" Type="http://schemas.openxmlformats.org/officeDocument/2006/relationships/slideLayout" Target="../slideLayouts/slideLayout2.xml"/><Relationship Id="rId3" Type="http://schemas.openxmlformats.org/officeDocument/2006/relationships/tags" Target="../tags/tag335.xml"/><Relationship Id="rId7" Type="http://schemas.openxmlformats.org/officeDocument/2006/relationships/tags" Target="../tags/tag339.xml"/><Relationship Id="rId12" Type="http://schemas.openxmlformats.org/officeDocument/2006/relationships/tags" Target="../tags/tag344.xml"/><Relationship Id="rId2" Type="http://schemas.openxmlformats.org/officeDocument/2006/relationships/tags" Target="../tags/tag334.xml"/><Relationship Id="rId1" Type="http://schemas.openxmlformats.org/officeDocument/2006/relationships/tags" Target="../tags/tag333.xml"/><Relationship Id="rId6" Type="http://schemas.openxmlformats.org/officeDocument/2006/relationships/tags" Target="../tags/tag338.xml"/><Relationship Id="rId11" Type="http://schemas.openxmlformats.org/officeDocument/2006/relationships/tags" Target="../tags/tag343.xml"/><Relationship Id="rId5" Type="http://schemas.openxmlformats.org/officeDocument/2006/relationships/tags" Target="../tags/tag337.xml"/><Relationship Id="rId15" Type="http://schemas.openxmlformats.org/officeDocument/2006/relationships/image" Target="../media/image84.png"/><Relationship Id="rId10" Type="http://schemas.openxmlformats.org/officeDocument/2006/relationships/tags" Target="../tags/tag342.xml"/><Relationship Id="rId4" Type="http://schemas.openxmlformats.org/officeDocument/2006/relationships/tags" Target="../tags/tag336.xml"/><Relationship Id="rId9" Type="http://schemas.openxmlformats.org/officeDocument/2006/relationships/tags" Target="../tags/tag341.xml"/><Relationship Id="rId14" Type="http://schemas.openxmlformats.org/officeDocument/2006/relationships/notesSlide" Target="../notesSlides/notesSlide26.xml"/></Relationships>
</file>

<file path=ppt/slides/_rels/slide76.xml.rels><?xml version="1.0" encoding="UTF-8" standalone="yes"?>
<Relationships xmlns="http://schemas.openxmlformats.org/package/2006/relationships"><Relationship Id="rId3" Type="http://schemas.openxmlformats.org/officeDocument/2006/relationships/tags" Target="../tags/tag347.xml"/><Relationship Id="rId2" Type="http://schemas.openxmlformats.org/officeDocument/2006/relationships/tags" Target="../tags/tag346.xml"/><Relationship Id="rId1" Type="http://schemas.openxmlformats.org/officeDocument/2006/relationships/tags" Target="../tags/tag345.xml"/><Relationship Id="rId6" Type="http://schemas.openxmlformats.org/officeDocument/2006/relationships/image" Target="../media/image85.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image" Target="../media/image86.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2.xml"/><Relationship Id="rId1" Type="http://schemas.openxmlformats.org/officeDocument/2006/relationships/tags" Target="../tags/tag351.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4.xml"/><Relationship Id="rId1" Type="http://schemas.openxmlformats.org/officeDocument/2006/relationships/tags" Target="../tags/tag353.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6.xml"/><Relationship Id="rId1" Type="http://schemas.openxmlformats.org/officeDocument/2006/relationships/tags" Target="../tags/tag355.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58.xml"/><Relationship Id="rId1" Type="http://schemas.openxmlformats.org/officeDocument/2006/relationships/tags" Target="../tags/tag357.xml"/><Relationship Id="rId4" Type="http://schemas.openxmlformats.org/officeDocument/2006/relationships/slide" Target="slide2.xml"/></Relationships>
</file>

<file path=ppt/slides/_rels/slide82.xml.rels><?xml version="1.0" encoding="UTF-8" standalone="yes"?>
<Relationships xmlns="http://schemas.openxmlformats.org/package/2006/relationships"><Relationship Id="rId8" Type="http://schemas.openxmlformats.org/officeDocument/2006/relationships/tags" Target="../tags/tag366.xml"/><Relationship Id="rId13" Type="http://schemas.openxmlformats.org/officeDocument/2006/relationships/tags" Target="../tags/tag371.xml"/><Relationship Id="rId3" Type="http://schemas.openxmlformats.org/officeDocument/2006/relationships/tags" Target="../tags/tag361.xml"/><Relationship Id="rId7" Type="http://schemas.openxmlformats.org/officeDocument/2006/relationships/tags" Target="../tags/tag365.xml"/><Relationship Id="rId12" Type="http://schemas.openxmlformats.org/officeDocument/2006/relationships/tags" Target="../tags/tag370.xml"/><Relationship Id="rId2" Type="http://schemas.openxmlformats.org/officeDocument/2006/relationships/tags" Target="../tags/tag360.xml"/><Relationship Id="rId16" Type="http://schemas.openxmlformats.org/officeDocument/2006/relationships/image" Target="../media/image88.png"/><Relationship Id="rId1" Type="http://schemas.openxmlformats.org/officeDocument/2006/relationships/tags" Target="../tags/tag359.xml"/><Relationship Id="rId6" Type="http://schemas.openxmlformats.org/officeDocument/2006/relationships/tags" Target="../tags/tag364.xml"/><Relationship Id="rId11" Type="http://schemas.openxmlformats.org/officeDocument/2006/relationships/tags" Target="../tags/tag369.xml"/><Relationship Id="rId5" Type="http://schemas.openxmlformats.org/officeDocument/2006/relationships/tags" Target="../tags/tag363.xml"/><Relationship Id="rId15" Type="http://schemas.openxmlformats.org/officeDocument/2006/relationships/image" Target="../media/image87.png"/><Relationship Id="rId10" Type="http://schemas.openxmlformats.org/officeDocument/2006/relationships/tags" Target="../tags/tag368.xml"/><Relationship Id="rId4" Type="http://schemas.openxmlformats.org/officeDocument/2006/relationships/tags" Target="../tags/tag362.xml"/><Relationship Id="rId9" Type="http://schemas.openxmlformats.org/officeDocument/2006/relationships/tags" Target="../tags/tag367.xml"/><Relationship Id="rId1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WMS Navigation</a:t>
            </a:r>
            <a:endParaRPr lang="en-US" sz="4400" dirty="0"/>
          </a:p>
        </p:txBody>
      </p:sp>
      <p:sp>
        <p:nvSpPr>
          <p:cNvPr id="3" name="Subtitle 2"/>
          <p:cNvSpPr>
            <a:spLocks noGrp="1"/>
          </p:cNvSpPr>
          <p:nvPr>
            <p:ph type="subTitle" idx="1"/>
            <p:custDataLst>
              <p:tags r:id="rId2"/>
            </p:custDataLst>
          </p:nvPr>
        </p:nvSpPr>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364671" y="1402079"/>
            <a:ext cx="10989129" cy="4717213"/>
          </a:xfrm>
        </p:spPr>
        <p:txBody>
          <a:bodyPr numCol="2" spcCol="468000"/>
          <a:lstStyle/>
          <a:p>
            <a:pPr marL="0" indent="0" algn="just">
              <a:lnSpc>
                <a:spcPct val="140000"/>
              </a:lnSpc>
              <a:buNone/>
            </a:pPr>
            <a:r>
              <a:rPr lang="en-CA" sz="1800" dirty="0">
                <a:hlinkClick r:id="rId5" action="ppaction://hlinksldjump"/>
              </a:rPr>
              <a:t>Overview of WMS</a:t>
            </a:r>
            <a:r>
              <a:rPr lang="en-CA" sz="1800" dirty="0"/>
              <a:t>………………………………………………….…..3</a:t>
            </a:r>
          </a:p>
          <a:p>
            <a:pPr marL="0" indent="0" algn="just">
              <a:lnSpc>
                <a:spcPct val="140000"/>
              </a:lnSpc>
              <a:buNone/>
            </a:pPr>
            <a:endParaRPr lang="en-CA" sz="900" dirty="0"/>
          </a:p>
          <a:p>
            <a:pPr marL="0" indent="0" algn="just">
              <a:lnSpc>
                <a:spcPct val="140000"/>
              </a:lnSpc>
              <a:buNone/>
            </a:pPr>
            <a:r>
              <a:rPr lang="en-CA" sz="1800" dirty="0">
                <a:hlinkClick r:id="rId6" action="ppaction://hlinksldjump"/>
              </a:rPr>
              <a:t>WMS Portal</a:t>
            </a:r>
            <a:r>
              <a:rPr lang="en-CA" sz="1800" dirty="0"/>
              <a:t> …………………………………………………………….…6</a:t>
            </a:r>
          </a:p>
          <a:p>
            <a:pPr marL="457200" lvl="1" indent="0" algn="just">
              <a:lnSpc>
                <a:spcPct val="140000"/>
              </a:lnSpc>
              <a:buNone/>
            </a:pPr>
            <a:r>
              <a:rPr lang="en-GB" dirty="0">
                <a:hlinkClick r:id="rId6" action="ppaction://hlinksldjump"/>
              </a:rPr>
              <a:t>Login and Launching the WMS</a:t>
            </a:r>
            <a:r>
              <a:rPr lang="en-CA" sz="1800" dirty="0"/>
              <a:t>…………………………..6</a:t>
            </a:r>
            <a:endParaRPr lang="en-GB" dirty="0"/>
          </a:p>
          <a:p>
            <a:pPr marL="457200" lvl="1" indent="0" algn="just">
              <a:lnSpc>
                <a:spcPct val="140000"/>
              </a:lnSpc>
              <a:buNone/>
            </a:pPr>
            <a:r>
              <a:rPr lang="en-GB" dirty="0">
                <a:hlinkClick r:id="rId7" action="ppaction://hlinksldjump"/>
              </a:rPr>
              <a:t>Main Portal Areas</a:t>
            </a:r>
            <a:r>
              <a:rPr lang="en-CA" sz="1800" dirty="0"/>
              <a:t>……………………………………………..10</a:t>
            </a:r>
            <a:endParaRPr lang="en-GB" dirty="0"/>
          </a:p>
          <a:p>
            <a:pPr marL="457200" lvl="1" indent="0" algn="just">
              <a:lnSpc>
                <a:spcPct val="140000"/>
              </a:lnSpc>
              <a:buNone/>
            </a:pPr>
            <a:r>
              <a:rPr lang="en-GB" dirty="0">
                <a:hlinkClick r:id="rId8" action="ppaction://hlinksldjump"/>
              </a:rPr>
              <a:t>Menu Bar Navigation</a:t>
            </a:r>
            <a:r>
              <a:rPr lang="en-CA" dirty="0"/>
              <a:t>.</a:t>
            </a:r>
            <a:r>
              <a:rPr lang="en-CA" sz="1800" dirty="0"/>
              <a:t>……………………………………….12</a:t>
            </a:r>
            <a:r>
              <a:rPr lang="en-GB" dirty="0">
                <a:hlinkClick r:id="rId8" action="ppaction://hlinksldjump"/>
              </a:rPr>
              <a:t> </a:t>
            </a:r>
            <a:endParaRPr lang="en-GB" dirty="0"/>
          </a:p>
          <a:p>
            <a:pPr marL="457200" lvl="1" indent="0" algn="just">
              <a:lnSpc>
                <a:spcPct val="140000"/>
              </a:lnSpc>
              <a:buNone/>
            </a:pPr>
            <a:r>
              <a:rPr lang="en-GB" dirty="0">
                <a:hlinkClick r:id="rId9" action="ppaction://hlinksldjump"/>
              </a:rPr>
              <a:t>Access a Resource</a:t>
            </a:r>
            <a:r>
              <a:rPr lang="en-CA" dirty="0"/>
              <a:t>..</a:t>
            </a:r>
            <a:r>
              <a:rPr lang="en-CA" sz="1800" dirty="0"/>
              <a:t>…………………………………………..17</a:t>
            </a:r>
            <a:r>
              <a:rPr lang="en-GB" dirty="0">
                <a:hlinkClick r:id="rId9" action="ppaction://hlinksldjump"/>
              </a:rPr>
              <a:t> </a:t>
            </a:r>
            <a:endParaRPr lang="en-GB" dirty="0"/>
          </a:p>
          <a:p>
            <a:pPr marL="457200" lvl="1" indent="0" algn="just">
              <a:lnSpc>
                <a:spcPct val="140000"/>
              </a:lnSpc>
              <a:buNone/>
            </a:pPr>
            <a:r>
              <a:rPr lang="en-GB" dirty="0">
                <a:hlinkClick r:id="rId10" action="ppaction://hlinksldjump"/>
              </a:rPr>
              <a:t>Search Bar</a:t>
            </a:r>
            <a:r>
              <a:rPr lang="en-CA" dirty="0"/>
              <a:t>...</a:t>
            </a:r>
            <a:r>
              <a:rPr lang="en-CA" sz="1800" dirty="0"/>
              <a:t>……………………………………………………..20</a:t>
            </a:r>
          </a:p>
          <a:p>
            <a:pPr marL="457200" lvl="1" indent="0" algn="just">
              <a:lnSpc>
                <a:spcPct val="140000"/>
              </a:lnSpc>
              <a:buNone/>
            </a:pPr>
            <a:r>
              <a:rPr lang="en-CA" dirty="0">
                <a:hlinkClick r:id="rId11" action="ppaction://hlinksldjump"/>
              </a:rPr>
              <a:t>Toolbox Panel</a:t>
            </a:r>
            <a:r>
              <a:rPr lang="en-CA" sz="1800" dirty="0"/>
              <a:t>…………………………………………………..24</a:t>
            </a:r>
            <a:r>
              <a:rPr lang="en-CA" dirty="0"/>
              <a:t> </a:t>
            </a:r>
          </a:p>
          <a:p>
            <a:pPr marL="457200" lvl="1" indent="0" algn="just">
              <a:lnSpc>
                <a:spcPct val="140000"/>
              </a:lnSpc>
              <a:buNone/>
            </a:pPr>
            <a:r>
              <a:rPr lang="en-CA" dirty="0"/>
              <a:t>	</a:t>
            </a:r>
          </a:p>
          <a:p>
            <a:pPr marL="914400" lvl="2" indent="0" algn="just">
              <a:lnSpc>
                <a:spcPct val="140000"/>
              </a:lnSpc>
              <a:buNone/>
            </a:pPr>
            <a:r>
              <a:rPr lang="en-GB" sz="1800" dirty="0">
                <a:highlight>
                  <a:srgbClr val="FFFF00"/>
                </a:highlight>
              </a:rPr>
              <a:t> </a:t>
            </a:r>
            <a:endParaRPr lang="en-GB" sz="1800" dirty="0"/>
          </a:p>
          <a:p>
            <a:pPr marL="0" indent="0" algn="just">
              <a:lnSpc>
                <a:spcPct val="140000"/>
              </a:lnSpc>
              <a:buNone/>
            </a:pPr>
            <a:r>
              <a:rPr lang="en-GB" sz="1800" dirty="0">
                <a:hlinkClick r:id="rId12" action="ppaction://hlinksldjump"/>
              </a:rPr>
              <a:t>Resource</a:t>
            </a:r>
            <a:r>
              <a:rPr lang="en-CA" sz="1800" dirty="0"/>
              <a:t>.………………………………………………….………………33</a:t>
            </a:r>
            <a:r>
              <a:rPr lang="en-GB" sz="1800" dirty="0"/>
              <a:t> </a:t>
            </a:r>
          </a:p>
          <a:p>
            <a:pPr marL="457200" lvl="1" indent="0" algn="just">
              <a:lnSpc>
                <a:spcPct val="140000"/>
              </a:lnSpc>
              <a:buNone/>
            </a:pPr>
            <a:r>
              <a:rPr lang="en-GB" dirty="0">
                <a:hlinkClick r:id="rId12" action="ppaction://hlinksldjump"/>
              </a:rPr>
              <a:t>Access a Resource</a:t>
            </a:r>
            <a:r>
              <a:rPr lang="en-CA" sz="1800" dirty="0"/>
              <a:t>….…………….….……..….……..….….33</a:t>
            </a:r>
            <a:r>
              <a:rPr lang="en-GB" sz="1800" dirty="0"/>
              <a:t> </a:t>
            </a:r>
            <a:r>
              <a:rPr lang="en-GB" dirty="0"/>
              <a:t> </a:t>
            </a:r>
          </a:p>
          <a:p>
            <a:pPr marL="457200" lvl="1" indent="0" algn="just">
              <a:lnSpc>
                <a:spcPct val="140000"/>
              </a:lnSpc>
              <a:buNone/>
            </a:pPr>
            <a:r>
              <a:rPr lang="en-GB" dirty="0">
                <a:hlinkClick r:id="rId13" action="ppaction://hlinksldjump"/>
              </a:rPr>
              <a:t>Overview of a Resource</a:t>
            </a:r>
            <a:r>
              <a:rPr lang="en-GB" dirty="0"/>
              <a:t>…..……</a:t>
            </a:r>
            <a:r>
              <a:rPr lang="en-CA" dirty="0"/>
              <a:t>..</a:t>
            </a:r>
            <a:r>
              <a:rPr lang="en-CA" sz="1800" dirty="0"/>
              <a:t>…………………………35</a:t>
            </a:r>
            <a:endParaRPr lang="en-GB" dirty="0"/>
          </a:p>
          <a:p>
            <a:pPr marL="457200" lvl="1" indent="0" algn="just">
              <a:lnSpc>
                <a:spcPct val="140000"/>
              </a:lnSpc>
              <a:buNone/>
            </a:pPr>
            <a:r>
              <a:rPr lang="en-GB" dirty="0">
                <a:hlinkClick r:id="rId14" action="ppaction://hlinksldjump"/>
              </a:rPr>
              <a:t>Search Criteria View</a:t>
            </a:r>
            <a:r>
              <a:rPr lang="en-GB" dirty="0"/>
              <a:t>…..……</a:t>
            </a:r>
            <a:r>
              <a:rPr lang="en-CA" dirty="0"/>
              <a:t>..</a:t>
            </a:r>
            <a:r>
              <a:rPr lang="en-CA" sz="1800" dirty="0"/>
              <a:t>……………………………...</a:t>
            </a:r>
            <a:r>
              <a:rPr lang="en-GB" dirty="0"/>
              <a:t>37</a:t>
            </a:r>
          </a:p>
          <a:p>
            <a:pPr marL="457200" lvl="1" indent="0" algn="just">
              <a:lnSpc>
                <a:spcPct val="140000"/>
              </a:lnSpc>
              <a:buNone/>
            </a:pPr>
            <a:r>
              <a:rPr lang="en-GB" dirty="0">
                <a:hlinkClick r:id="rId15" action="ppaction://hlinksldjump"/>
              </a:rPr>
              <a:t>Search Criteria Helpers</a:t>
            </a:r>
            <a:r>
              <a:rPr lang="en-GB" dirty="0"/>
              <a:t>.…..……</a:t>
            </a:r>
            <a:r>
              <a:rPr lang="en-CA" dirty="0"/>
              <a:t>..</a:t>
            </a:r>
            <a:r>
              <a:rPr lang="en-CA" sz="1800" dirty="0"/>
              <a:t>……………………...…</a:t>
            </a:r>
            <a:r>
              <a:rPr lang="en-GB" dirty="0"/>
              <a:t>39</a:t>
            </a:r>
          </a:p>
          <a:p>
            <a:pPr marL="457200" lvl="1" indent="0" algn="just">
              <a:lnSpc>
                <a:spcPct val="140000"/>
              </a:lnSpc>
              <a:buNone/>
            </a:pPr>
            <a:r>
              <a:rPr lang="en-GB" dirty="0">
                <a:hlinkClick r:id="rId16" action="ppaction://hlinksldjump"/>
              </a:rPr>
              <a:t>Auto-Fill Criteria</a:t>
            </a:r>
            <a:r>
              <a:rPr lang="en-GB" dirty="0"/>
              <a:t>………...…..……</a:t>
            </a:r>
            <a:r>
              <a:rPr lang="en-CA" dirty="0"/>
              <a:t>..</a:t>
            </a:r>
            <a:r>
              <a:rPr lang="en-CA" sz="1800" dirty="0"/>
              <a:t>……………………...…</a:t>
            </a:r>
            <a:r>
              <a:rPr lang="en-GB" dirty="0"/>
              <a:t>45</a:t>
            </a:r>
          </a:p>
          <a:p>
            <a:pPr marL="457200" lvl="1" indent="0" algn="just">
              <a:lnSpc>
                <a:spcPct val="140000"/>
              </a:lnSpc>
              <a:buNone/>
            </a:pPr>
            <a:r>
              <a:rPr lang="en-GB" dirty="0">
                <a:hlinkClick r:id="rId17" action="ppaction://hlinksldjump"/>
              </a:rPr>
              <a:t>Search Results View</a:t>
            </a:r>
            <a:r>
              <a:rPr lang="en-GB" dirty="0"/>
              <a:t>..…..……</a:t>
            </a:r>
            <a:r>
              <a:rPr lang="en-CA" dirty="0"/>
              <a:t>..</a:t>
            </a:r>
            <a:r>
              <a:rPr lang="en-CA" sz="1800" dirty="0"/>
              <a:t>……………………...…….</a:t>
            </a:r>
            <a:r>
              <a:rPr lang="en-GB" sz="1800" dirty="0"/>
              <a:t>61</a:t>
            </a:r>
            <a:endParaRPr lang="en-GB" dirty="0"/>
          </a:p>
          <a:p>
            <a:pPr marL="457200" lvl="1" indent="0" algn="just">
              <a:lnSpc>
                <a:spcPct val="140000"/>
              </a:lnSpc>
              <a:buNone/>
            </a:pPr>
            <a:r>
              <a:rPr lang="en-GB" dirty="0">
                <a:hlinkClick r:id="rId18" action="ppaction://hlinksldjump"/>
              </a:rPr>
              <a:t>Hot Keys</a:t>
            </a:r>
            <a:r>
              <a:rPr lang="en-GB" dirty="0"/>
              <a:t>………..………..………..</a:t>
            </a:r>
            <a:r>
              <a:rPr lang="en-CA" dirty="0"/>
              <a:t>..</a:t>
            </a:r>
            <a:r>
              <a:rPr lang="en-CA" sz="1800" dirty="0"/>
              <a:t>……………………...……</a:t>
            </a:r>
            <a:r>
              <a:rPr lang="en-GB" sz="1800" dirty="0"/>
              <a:t>63</a:t>
            </a:r>
            <a:endParaRPr lang="en-GB" dirty="0"/>
          </a:p>
          <a:p>
            <a:pPr marL="457200" lvl="1" indent="0" algn="just">
              <a:lnSpc>
                <a:spcPct val="140000"/>
              </a:lnSpc>
              <a:buNone/>
            </a:pPr>
            <a:r>
              <a:rPr lang="en-GB" dirty="0">
                <a:hlinkClick r:id="rId19" action="ppaction://hlinksldjump"/>
              </a:rPr>
              <a:t>How to Personalize Business Views?</a:t>
            </a:r>
            <a:r>
              <a:rPr lang="en-CA" dirty="0"/>
              <a:t>...</a:t>
            </a:r>
            <a:r>
              <a:rPr lang="en-CA" sz="1800" dirty="0"/>
              <a:t>………...……</a:t>
            </a:r>
            <a:r>
              <a:rPr lang="en-GB" dirty="0"/>
              <a:t>71 </a:t>
            </a:r>
          </a:p>
          <a:p>
            <a:pPr marL="457200" lvl="1" indent="0" algn="just">
              <a:lnSpc>
                <a:spcPct val="140000"/>
              </a:lnSpc>
              <a:buNone/>
            </a:pPr>
            <a:r>
              <a:rPr lang="en-GB" dirty="0">
                <a:hlinkClick r:id="rId20" action="ppaction://hlinksldjump"/>
              </a:rPr>
              <a:t>Need Help?</a:t>
            </a:r>
            <a:r>
              <a:rPr lang="en-CA" dirty="0"/>
              <a:t>....</a:t>
            </a:r>
            <a:r>
              <a:rPr lang="en-CA" sz="1800" dirty="0"/>
              <a:t>………...……………...……………...………..</a:t>
            </a:r>
            <a:r>
              <a:rPr lang="en-GB" dirty="0"/>
              <a:t>81</a:t>
            </a:r>
          </a:p>
          <a:p>
            <a:pPr marL="457200" lvl="1" indent="0" algn="just">
              <a:lnSpc>
                <a:spcPct val="140000"/>
              </a:lnSpc>
              <a:buNone/>
            </a:pPr>
            <a:r>
              <a:rPr lang="en-CA" sz="1800" dirty="0"/>
              <a:t>	</a:t>
            </a:r>
          </a:p>
        </p:txBody>
      </p:sp>
    </p:spTree>
    <p:extLst>
      <p:ext uri="{BB962C8B-B14F-4D97-AF65-F5344CB8AC3E}">
        <p14:creationId xmlns:p14="http://schemas.microsoft.com/office/powerpoint/2010/main" val="2478952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Overview of WMS</a:t>
            </a:r>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07571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8718CC-B593-4A65-83D9-92FAF655492C}"/>
              </a:ext>
            </a:extLst>
          </p:cNvPr>
          <p:cNvSpPr>
            <a:spLocks noGrp="1"/>
          </p:cNvSpPr>
          <p:nvPr>
            <p:ph type="title"/>
            <p:custDataLst>
              <p:tags r:id="rId1"/>
            </p:custDataLst>
          </p:nvPr>
        </p:nvSpPr>
        <p:spPr/>
        <p:txBody>
          <a:bodyPr/>
          <a:lstStyle/>
          <a:p>
            <a:r>
              <a:rPr lang="fr-CA" dirty="0" err="1"/>
              <a:t>Overview</a:t>
            </a:r>
            <a:r>
              <a:rPr lang="fr-CA" dirty="0"/>
              <a:t> of WMS</a:t>
            </a:r>
            <a:endParaRPr lang="en-CA" dirty="0"/>
          </a:p>
        </p:txBody>
      </p:sp>
      <p:sp>
        <p:nvSpPr>
          <p:cNvPr id="3" name="Content Placeholder 2">
            <a:extLst>
              <a:ext uri="{FF2B5EF4-FFF2-40B4-BE49-F238E27FC236}">
                <a16:creationId xmlns:a16="http://schemas.microsoft.com/office/drawing/2014/main" xmlns="" id="{FB9DF1FC-8640-4E24-A148-6E8E2087DD7B}"/>
              </a:ext>
            </a:extLst>
          </p:cNvPr>
          <p:cNvSpPr>
            <a:spLocks noGrp="1"/>
          </p:cNvSpPr>
          <p:nvPr>
            <p:ph idx="1"/>
            <p:custDataLst>
              <p:tags r:id="rId2"/>
            </p:custDataLst>
          </p:nvPr>
        </p:nvSpPr>
        <p:spPr>
          <a:xfrm>
            <a:off x="838201" y="1178377"/>
            <a:ext cx="10648166" cy="5135241"/>
          </a:xfrm>
        </p:spPr>
        <p:txBody>
          <a:bodyPr/>
          <a:lstStyle/>
          <a:p>
            <a:pPr algn="just">
              <a:lnSpc>
                <a:spcPct val="150000"/>
              </a:lnSpc>
            </a:pPr>
            <a:r>
              <a:rPr lang="en-US" sz="2100" b="1" dirty="0"/>
              <a:t>What? </a:t>
            </a:r>
          </a:p>
          <a:p>
            <a:pPr lvl="1" algn="just">
              <a:lnSpc>
                <a:spcPct val="150000"/>
              </a:lnSpc>
              <a:buFont typeface="Wingdings" panose="05000000000000000000" pitchFamily="2" charset="2"/>
              <a:buChar char="ü"/>
            </a:pPr>
            <a:r>
              <a:rPr lang="en-US" sz="2100" dirty="0" err="1"/>
              <a:t>EliteSeries</a:t>
            </a:r>
            <a:r>
              <a:rPr lang="en-US" sz="2100" dirty="0"/>
              <a:t> Warehouse Management System (WMS) is a powerful execution system which manages the processes within the four walls of the distribution center, from the reception of products to their shipping, including all activities related to inventory management. </a:t>
            </a:r>
          </a:p>
          <a:p>
            <a:pPr algn="just">
              <a:lnSpc>
                <a:spcPct val="150000"/>
              </a:lnSpc>
            </a:pPr>
            <a:r>
              <a:rPr lang="en-US" sz="2100" b="1" dirty="0"/>
              <a:t>Why?</a:t>
            </a:r>
          </a:p>
          <a:p>
            <a:pPr lvl="1" algn="just">
              <a:lnSpc>
                <a:spcPct val="150000"/>
              </a:lnSpc>
              <a:buFont typeface="Wingdings" panose="05000000000000000000" pitchFamily="2" charset="2"/>
              <a:buChar char="ü"/>
            </a:pPr>
            <a:r>
              <a:rPr lang="en-US" sz="2100" dirty="0"/>
              <a:t>To execute more efficient processes,</a:t>
            </a:r>
          </a:p>
          <a:p>
            <a:pPr lvl="1" algn="just">
              <a:lnSpc>
                <a:spcPct val="150000"/>
              </a:lnSpc>
              <a:buFont typeface="Wingdings" panose="05000000000000000000" pitchFamily="2" charset="2"/>
              <a:buChar char="ü"/>
            </a:pPr>
            <a:r>
              <a:rPr lang="en-US" sz="2100" dirty="0"/>
              <a:t>To improve the speed of order fulfillment and the customer service, </a:t>
            </a:r>
          </a:p>
          <a:p>
            <a:pPr lvl="1" algn="just">
              <a:lnSpc>
                <a:spcPct val="150000"/>
              </a:lnSpc>
              <a:buFont typeface="Wingdings" panose="05000000000000000000" pitchFamily="2" charset="2"/>
              <a:buChar char="ü"/>
            </a:pPr>
            <a:r>
              <a:rPr lang="en-US" sz="2100" dirty="0"/>
              <a:t>To improve the accuracy of data and real-time inventory visibility, </a:t>
            </a:r>
          </a:p>
          <a:p>
            <a:pPr lvl="1" algn="just">
              <a:lnSpc>
                <a:spcPct val="150000"/>
              </a:lnSpc>
              <a:buFont typeface="Wingdings" panose="05000000000000000000" pitchFamily="2" charset="2"/>
              <a:buChar char="ü"/>
            </a:pPr>
            <a:r>
              <a:rPr lang="en-US" sz="2100" dirty="0"/>
              <a:t>To reduce overall supply chain expenses.</a:t>
            </a:r>
          </a:p>
          <a:p>
            <a:pPr algn="just"/>
            <a:endParaRPr lang="en-US" sz="2100" dirty="0"/>
          </a:p>
          <a:p>
            <a:pPr algn="just"/>
            <a:endParaRPr lang="en-US" sz="2100" dirty="0"/>
          </a:p>
          <a:p>
            <a:pPr algn="just"/>
            <a:endParaRPr lang="en-US" sz="2100" dirty="0"/>
          </a:p>
          <a:p>
            <a:pPr algn="just"/>
            <a:endParaRPr lang="en-CA" sz="2100" dirty="0"/>
          </a:p>
        </p:txBody>
      </p:sp>
    </p:spTree>
    <p:extLst>
      <p:ext uri="{BB962C8B-B14F-4D97-AF65-F5344CB8AC3E}">
        <p14:creationId xmlns:p14="http://schemas.microsoft.com/office/powerpoint/2010/main" val="674931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8718CC-B593-4A65-83D9-92FAF655492C}"/>
              </a:ext>
            </a:extLst>
          </p:cNvPr>
          <p:cNvSpPr>
            <a:spLocks noGrp="1"/>
          </p:cNvSpPr>
          <p:nvPr>
            <p:ph type="title"/>
            <p:custDataLst>
              <p:tags r:id="rId1"/>
            </p:custDataLst>
          </p:nvPr>
        </p:nvSpPr>
        <p:spPr/>
        <p:txBody>
          <a:bodyPr/>
          <a:lstStyle/>
          <a:p>
            <a:r>
              <a:rPr lang="fr-CA" dirty="0" err="1"/>
              <a:t>Overview</a:t>
            </a:r>
            <a:r>
              <a:rPr lang="fr-CA" dirty="0"/>
              <a:t> of WMS</a:t>
            </a:r>
            <a:endParaRPr lang="en-CA" dirty="0"/>
          </a:p>
        </p:txBody>
      </p:sp>
      <p:sp>
        <p:nvSpPr>
          <p:cNvPr id="3" name="Content Placeholder 2">
            <a:extLst>
              <a:ext uri="{FF2B5EF4-FFF2-40B4-BE49-F238E27FC236}">
                <a16:creationId xmlns:a16="http://schemas.microsoft.com/office/drawing/2014/main" xmlns="" id="{FB9DF1FC-8640-4E24-A148-6E8E2087DD7B}"/>
              </a:ext>
            </a:extLst>
          </p:cNvPr>
          <p:cNvSpPr>
            <a:spLocks noGrp="1"/>
          </p:cNvSpPr>
          <p:nvPr>
            <p:ph idx="1"/>
            <p:custDataLst>
              <p:tags r:id="rId2"/>
            </p:custDataLst>
          </p:nvPr>
        </p:nvSpPr>
        <p:spPr>
          <a:xfrm>
            <a:off x="838200" y="1423686"/>
            <a:ext cx="10515600" cy="4753277"/>
          </a:xfrm>
        </p:spPr>
        <p:txBody>
          <a:bodyPr/>
          <a:lstStyle/>
          <a:p>
            <a:r>
              <a:rPr lang="en-US" sz="2100" b="1" dirty="0"/>
              <a:t> How?</a:t>
            </a:r>
          </a:p>
          <a:p>
            <a:pPr lvl="1" algn="just">
              <a:lnSpc>
                <a:spcPct val="150000"/>
              </a:lnSpc>
              <a:buFont typeface="Wingdings" panose="05000000000000000000" pitchFamily="2" charset="2"/>
              <a:buChar char="ü"/>
            </a:pPr>
            <a:r>
              <a:rPr lang="en-US" sz="2100" dirty="0"/>
              <a:t> Users interact with WMS through desktop computers or mobile computers.</a:t>
            </a:r>
          </a:p>
          <a:p>
            <a:pPr lvl="1" algn="just">
              <a:lnSpc>
                <a:spcPct val="150000"/>
              </a:lnSpc>
              <a:buFont typeface="Wingdings" panose="05000000000000000000" pitchFamily="2" charset="2"/>
              <a:buChar char="ü"/>
            </a:pPr>
            <a:r>
              <a:rPr lang="en-US" sz="2100" dirty="0"/>
              <a:t> Both types of user interfaces rely on hierarchical menu sets. </a:t>
            </a:r>
          </a:p>
          <a:p>
            <a:pPr lvl="2" algn="just">
              <a:lnSpc>
                <a:spcPct val="150000"/>
              </a:lnSpc>
              <a:buFont typeface="Wingdings" panose="05000000000000000000" pitchFamily="2" charset="2"/>
              <a:buChar char="Ø"/>
            </a:pPr>
            <a:r>
              <a:rPr lang="en-US" sz="2100" dirty="0"/>
              <a:t> Mobile computer users are able to confirm interactions with inventory directly through scanning bar codes. </a:t>
            </a:r>
          </a:p>
          <a:p>
            <a:pPr lvl="2" algn="just">
              <a:lnSpc>
                <a:spcPct val="150000"/>
              </a:lnSpc>
              <a:buFont typeface="Wingdings" panose="05000000000000000000" pitchFamily="2" charset="2"/>
              <a:buChar char="Ø"/>
            </a:pPr>
            <a:r>
              <a:rPr lang="en-US" sz="2100" dirty="0"/>
              <a:t> Desktop computers are generally used in system administration, order planning, cycle count planning, report generation, and paper-based list generation, used for picks, stores, and replenishments. </a:t>
            </a:r>
          </a:p>
          <a:p>
            <a:endParaRPr lang="en-US" sz="2100" dirty="0"/>
          </a:p>
          <a:p>
            <a:endParaRPr lang="en-US" sz="2100" dirty="0"/>
          </a:p>
          <a:p>
            <a:endParaRPr lang="en-US" sz="2100" dirty="0"/>
          </a:p>
          <a:p>
            <a:endParaRPr lang="en-US" sz="2100" dirty="0"/>
          </a:p>
          <a:p>
            <a:endParaRPr lang="en-CA" sz="2100" dirty="0"/>
          </a:p>
        </p:txBody>
      </p:sp>
    </p:spTree>
    <p:extLst>
      <p:ext uri="{BB962C8B-B14F-4D97-AF65-F5344CB8AC3E}">
        <p14:creationId xmlns:p14="http://schemas.microsoft.com/office/powerpoint/2010/main" val="3104404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WMS Portal</a:t>
            </a:r>
            <a:br>
              <a:rPr lang="en-CA" sz="4400" b="1" dirty="0"/>
            </a:br>
            <a:r>
              <a:rPr lang="en-US" sz="4000" dirty="0"/>
              <a:t>Login and Launching the WMS</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1011086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E935E7F4-8E2F-4D2C-BADB-D82CE974E75E}"/>
              </a:ext>
            </a:extLst>
          </p:cNvPr>
          <p:cNvSpPr>
            <a:spLocks noGrp="1"/>
          </p:cNvSpPr>
          <p:nvPr>
            <p:ph type="title"/>
            <p:custDataLst>
              <p:tags r:id="rId1"/>
            </p:custDataLst>
          </p:nvPr>
        </p:nvSpPr>
        <p:spPr>
          <a:xfrm>
            <a:off x="838200" y="365125"/>
            <a:ext cx="10515600" cy="1325563"/>
          </a:xfrm>
        </p:spPr>
        <p:txBody>
          <a:bodyPr/>
          <a:lstStyle/>
          <a:p>
            <a:r>
              <a:rPr lang="en-US" sz="4400" dirty="0"/>
              <a:t>Login and Launching the WMS</a:t>
            </a:r>
            <a:br>
              <a:rPr lang="en-US" sz="4400" dirty="0"/>
            </a:br>
            <a:r>
              <a:rPr lang="en-US" sz="2800" dirty="0"/>
              <a:t>Homepage Login</a:t>
            </a:r>
            <a:endParaRPr lang="en-CA" dirty="0"/>
          </a:p>
        </p:txBody>
      </p:sp>
      <p:pic>
        <p:nvPicPr>
          <p:cNvPr id="5" name="Picture 4">
            <a:extLst>
              <a:ext uri="{FF2B5EF4-FFF2-40B4-BE49-F238E27FC236}">
                <a16:creationId xmlns:a16="http://schemas.microsoft.com/office/drawing/2014/main" xmlns="" id="{177714E6-AA43-416F-87E1-536C9F3CB9F2}"/>
              </a:ext>
            </a:extLst>
          </p:cNvPr>
          <p:cNvPicPr>
            <a:picLocks noChangeAspect="1"/>
          </p:cNvPicPr>
          <p:nvPr>
            <p:custDataLst>
              <p:tags r:id="rId2"/>
            </p:custDataLst>
          </p:nvPr>
        </p:nvPicPr>
        <p:blipFill rotWithShape="1">
          <a:blip r:embed="rId11"/>
          <a:srcRect l="5578"/>
          <a:stretch/>
        </p:blipFill>
        <p:spPr>
          <a:xfrm>
            <a:off x="355930" y="1690688"/>
            <a:ext cx="8787444" cy="4535071"/>
          </a:xfrm>
          <a:prstGeom prst="rect">
            <a:avLst/>
          </a:prstGeom>
        </p:spPr>
      </p:pic>
      <p:sp>
        <p:nvSpPr>
          <p:cNvPr id="6" name="Rectangle 5">
            <a:extLst>
              <a:ext uri="{FF2B5EF4-FFF2-40B4-BE49-F238E27FC236}">
                <a16:creationId xmlns:a16="http://schemas.microsoft.com/office/drawing/2014/main" xmlns="" id="{8628E155-3E3C-4EED-810F-7313BADDA371}"/>
              </a:ext>
            </a:extLst>
          </p:cNvPr>
          <p:cNvSpPr/>
          <p:nvPr>
            <p:custDataLst>
              <p:tags r:id="rId3"/>
            </p:custDataLst>
          </p:nvPr>
        </p:nvSpPr>
        <p:spPr>
          <a:xfrm>
            <a:off x="9158528" y="2039568"/>
            <a:ext cx="2794948" cy="738664"/>
          </a:xfrm>
          <a:prstGeom prst="rect">
            <a:avLst/>
          </a:prstGeom>
        </p:spPr>
        <p:txBody>
          <a:bodyPr wrap="square">
            <a:spAutoFit/>
          </a:bodyPr>
          <a:lstStyle/>
          <a:p>
            <a:pPr algn="just"/>
            <a:r>
              <a:rPr lang="en-US" sz="1400" dirty="0">
                <a:solidFill>
                  <a:srgbClr val="000000"/>
                </a:solidFill>
              </a:rPr>
              <a:t>You must first open a Web browser window and specify the appropriate URL used to access </a:t>
            </a:r>
            <a:r>
              <a:rPr lang="en-US" sz="1400" dirty="0" err="1">
                <a:solidFill>
                  <a:srgbClr val="000000"/>
                </a:solidFill>
              </a:rPr>
              <a:t>EliteSeries</a:t>
            </a:r>
            <a:r>
              <a:rPr lang="en-US" sz="1400" dirty="0">
                <a:solidFill>
                  <a:srgbClr val="000000"/>
                </a:solidFill>
              </a:rPr>
              <a:t> WMS </a:t>
            </a:r>
            <a:endParaRPr lang="en-CA" sz="1400" dirty="0">
              <a:solidFill>
                <a:srgbClr val="000000"/>
              </a:solidFill>
            </a:endParaRPr>
          </a:p>
        </p:txBody>
      </p:sp>
      <p:sp>
        <p:nvSpPr>
          <p:cNvPr id="7" name="Rectangle 6">
            <a:extLst>
              <a:ext uri="{FF2B5EF4-FFF2-40B4-BE49-F238E27FC236}">
                <a16:creationId xmlns:a16="http://schemas.microsoft.com/office/drawing/2014/main" xmlns="" id="{A0990ED0-67C2-445C-AD47-1D32BB967FAF}"/>
              </a:ext>
            </a:extLst>
          </p:cNvPr>
          <p:cNvSpPr/>
          <p:nvPr>
            <p:custDataLst>
              <p:tags r:id="rId4"/>
            </p:custDataLst>
          </p:nvPr>
        </p:nvSpPr>
        <p:spPr>
          <a:xfrm>
            <a:off x="9143374" y="3134477"/>
            <a:ext cx="2721614" cy="738664"/>
          </a:xfrm>
          <a:prstGeom prst="rect">
            <a:avLst/>
          </a:prstGeom>
        </p:spPr>
        <p:txBody>
          <a:bodyPr wrap="square">
            <a:spAutoFit/>
          </a:bodyPr>
          <a:lstStyle/>
          <a:p>
            <a:pPr algn="just"/>
            <a:r>
              <a:rPr lang="en-US" sz="1400" dirty="0">
                <a:solidFill>
                  <a:srgbClr val="000000"/>
                </a:solidFill>
              </a:rPr>
              <a:t>In the portal login page, enter your user name as well as your password to login. </a:t>
            </a:r>
            <a:endParaRPr lang="en-CA" sz="1400" dirty="0">
              <a:solidFill>
                <a:srgbClr val="000000"/>
              </a:solidFill>
            </a:endParaRPr>
          </a:p>
        </p:txBody>
      </p:sp>
      <p:sp>
        <p:nvSpPr>
          <p:cNvPr id="8" name="Rectangle 7">
            <a:extLst>
              <a:ext uri="{FF2B5EF4-FFF2-40B4-BE49-F238E27FC236}">
                <a16:creationId xmlns:a16="http://schemas.microsoft.com/office/drawing/2014/main" xmlns="" id="{3F397DA5-197E-409E-9568-7CC445C734C3}"/>
              </a:ext>
            </a:extLst>
          </p:cNvPr>
          <p:cNvSpPr/>
          <p:nvPr>
            <p:custDataLst>
              <p:tags r:id="rId5"/>
            </p:custDataLst>
          </p:nvPr>
        </p:nvSpPr>
        <p:spPr>
          <a:xfrm>
            <a:off x="9158528" y="3857287"/>
            <a:ext cx="3130528" cy="307777"/>
          </a:xfrm>
          <a:prstGeom prst="rect">
            <a:avLst/>
          </a:prstGeom>
        </p:spPr>
        <p:txBody>
          <a:bodyPr wrap="square">
            <a:spAutoFit/>
          </a:bodyPr>
          <a:lstStyle/>
          <a:p>
            <a:pPr algn="just"/>
            <a:r>
              <a:rPr lang="en-US" sz="1400" dirty="0">
                <a:solidFill>
                  <a:srgbClr val="000000"/>
                </a:solidFill>
              </a:rPr>
              <a:t>Click the Login button</a:t>
            </a:r>
          </a:p>
        </p:txBody>
      </p:sp>
      <p:pic>
        <p:nvPicPr>
          <p:cNvPr id="9" name="Picture 8">
            <a:extLst>
              <a:ext uri="{FF2B5EF4-FFF2-40B4-BE49-F238E27FC236}">
                <a16:creationId xmlns:a16="http://schemas.microsoft.com/office/drawing/2014/main" xmlns="" id="{0C89801C-AAD5-4BB7-8E88-0298A59AA587}"/>
              </a:ext>
            </a:extLst>
          </p:cNvPr>
          <p:cNvPicPr>
            <a:picLocks noChangeAspect="1"/>
          </p:cNvPicPr>
          <p:nvPr>
            <p:custDataLst>
              <p:tags r:id="rId6"/>
            </p:custDataLst>
          </p:nvPr>
        </p:nvPicPr>
        <p:blipFill>
          <a:blip r:embed="rId12"/>
          <a:stretch>
            <a:fillRect/>
          </a:stretch>
        </p:blipFill>
        <p:spPr>
          <a:xfrm>
            <a:off x="2058832" y="2165972"/>
            <a:ext cx="5188331" cy="3033257"/>
          </a:xfrm>
          <a:prstGeom prst="rect">
            <a:avLst/>
          </a:prstGeom>
        </p:spPr>
      </p:pic>
      <p:grpSp>
        <p:nvGrpSpPr>
          <p:cNvPr id="10" name="Group 9">
            <a:extLst>
              <a:ext uri="{FF2B5EF4-FFF2-40B4-BE49-F238E27FC236}">
                <a16:creationId xmlns:a16="http://schemas.microsoft.com/office/drawing/2014/main" xmlns="" id="{9B85A311-9C02-4AD3-867B-8827AC94AB7A}"/>
              </a:ext>
            </a:extLst>
          </p:cNvPr>
          <p:cNvGrpSpPr/>
          <p:nvPr>
            <p:custDataLst>
              <p:tags r:id="rId7"/>
            </p:custDataLst>
          </p:nvPr>
        </p:nvGrpSpPr>
        <p:grpSpPr>
          <a:xfrm>
            <a:off x="4780446" y="2276729"/>
            <a:ext cx="4232787" cy="130182"/>
            <a:chOff x="4881716" y="2029180"/>
            <a:chExt cx="4232787" cy="130182"/>
          </a:xfrm>
        </p:grpSpPr>
        <p:cxnSp>
          <p:nvCxnSpPr>
            <p:cNvPr id="11" name="Straight Connector 10">
              <a:extLst>
                <a:ext uri="{FF2B5EF4-FFF2-40B4-BE49-F238E27FC236}">
                  <a16:creationId xmlns:a16="http://schemas.microsoft.com/office/drawing/2014/main" xmlns="" id="{D2F98749-9CE7-4068-BC4F-F3EE31F5A0E5}"/>
                </a:ext>
              </a:extLst>
            </p:cNvPr>
            <p:cNvCxnSpPr>
              <a:cxnSpLocks/>
            </p:cNvCxnSpPr>
            <p:nvPr/>
          </p:nvCxnSpPr>
          <p:spPr>
            <a:xfrm>
              <a:off x="4881716" y="2094271"/>
              <a:ext cx="4114800" cy="0"/>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
          <p:nvSpPr>
            <p:cNvPr id="12" name="Oval 11">
              <a:extLst>
                <a:ext uri="{FF2B5EF4-FFF2-40B4-BE49-F238E27FC236}">
                  <a16:creationId xmlns:a16="http://schemas.microsoft.com/office/drawing/2014/main" xmlns="" id="{8C2E8F9B-4004-4EE1-9AA7-4017C0E4035D}"/>
                </a:ext>
              </a:extLst>
            </p:cNvPr>
            <p:cNvSpPr/>
            <p:nvPr/>
          </p:nvSpPr>
          <p:spPr>
            <a:xfrm flipH="1" flipV="1">
              <a:off x="8996516" y="2029180"/>
              <a:ext cx="117987" cy="130182"/>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13" name="Group 12">
            <a:extLst>
              <a:ext uri="{FF2B5EF4-FFF2-40B4-BE49-F238E27FC236}">
                <a16:creationId xmlns:a16="http://schemas.microsoft.com/office/drawing/2014/main" xmlns="" id="{6F57750F-71FF-451C-BDAF-FF5CEA9A8FF1}"/>
              </a:ext>
            </a:extLst>
          </p:cNvPr>
          <p:cNvGrpSpPr/>
          <p:nvPr>
            <p:custDataLst>
              <p:tags r:id="rId8"/>
            </p:custDataLst>
          </p:nvPr>
        </p:nvGrpSpPr>
        <p:grpSpPr>
          <a:xfrm>
            <a:off x="4721452" y="3567987"/>
            <a:ext cx="4232787" cy="130182"/>
            <a:chOff x="4881716" y="2029180"/>
            <a:chExt cx="4232787" cy="130182"/>
          </a:xfrm>
        </p:grpSpPr>
        <p:cxnSp>
          <p:nvCxnSpPr>
            <p:cNvPr id="14" name="Straight Connector 13">
              <a:extLst>
                <a:ext uri="{FF2B5EF4-FFF2-40B4-BE49-F238E27FC236}">
                  <a16:creationId xmlns:a16="http://schemas.microsoft.com/office/drawing/2014/main" xmlns="" id="{7ED71132-D95A-4FFF-A91F-6EC3B1126170}"/>
                </a:ext>
              </a:extLst>
            </p:cNvPr>
            <p:cNvCxnSpPr>
              <a:cxnSpLocks/>
            </p:cNvCxnSpPr>
            <p:nvPr/>
          </p:nvCxnSpPr>
          <p:spPr>
            <a:xfrm>
              <a:off x="4881716" y="2094271"/>
              <a:ext cx="4114800" cy="0"/>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
          <p:nvSpPr>
            <p:cNvPr id="15" name="Oval 14">
              <a:extLst>
                <a:ext uri="{FF2B5EF4-FFF2-40B4-BE49-F238E27FC236}">
                  <a16:creationId xmlns:a16="http://schemas.microsoft.com/office/drawing/2014/main" xmlns="" id="{A5B87522-DC11-4A77-8BAB-098D9296F4B1}"/>
                </a:ext>
              </a:extLst>
            </p:cNvPr>
            <p:cNvSpPr/>
            <p:nvPr/>
          </p:nvSpPr>
          <p:spPr>
            <a:xfrm flipH="1" flipV="1">
              <a:off x="8996516" y="2029180"/>
              <a:ext cx="117987" cy="130182"/>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16" name="Group 15">
            <a:extLst>
              <a:ext uri="{FF2B5EF4-FFF2-40B4-BE49-F238E27FC236}">
                <a16:creationId xmlns:a16="http://schemas.microsoft.com/office/drawing/2014/main" xmlns="" id="{E99A4C91-E089-4042-8438-AB3A7167529D}"/>
              </a:ext>
            </a:extLst>
          </p:cNvPr>
          <p:cNvGrpSpPr/>
          <p:nvPr>
            <p:custDataLst>
              <p:tags r:id="rId9"/>
            </p:custDataLst>
          </p:nvPr>
        </p:nvGrpSpPr>
        <p:grpSpPr>
          <a:xfrm>
            <a:off x="4745610" y="3940595"/>
            <a:ext cx="4232787" cy="130182"/>
            <a:chOff x="4881716" y="2029180"/>
            <a:chExt cx="4232787" cy="130182"/>
          </a:xfrm>
        </p:grpSpPr>
        <p:cxnSp>
          <p:nvCxnSpPr>
            <p:cNvPr id="17" name="Straight Connector 16">
              <a:extLst>
                <a:ext uri="{FF2B5EF4-FFF2-40B4-BE49-F238E27FC236}">
                  <a16:creationId xmlns:a16="http://schemas.microsoft.com/office/drawing/2014/main" xmlns="" id="{AA755F25-8652-4565-9462-805D9BF448A6}"/>
                </a:ext>
              </a:extLst>
            </p:cNvPr>
            <p:cNvCxnSpPr>
              <a:cxnSpLocks/>
            </p:cNvCxnSpPr>
            <p:nvPr/>
          </p:nvCxnSpPr>
          <p:spPr>
            <a:xfrm>
              <a:off x="4881716" y="2094271"/>
              <a:ext cx="4114800" cy="0"/>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
          <p:nvSpPr>
            <p:cNvPr id="18" name="Oval 17">
              <a:extLst>
                <a:ext uri="{FF2B5EF4-FFF2-40B4-BE49-F238E27FC236}">
                  <a16:creationId xmlns:a16="http://schemas.microsoft.com/office/drawing/2014/main" xmlns="" id="{4CF0CF4C-4AAC-49E0-93F6-EF7EA9EB2668}"/>
                </a:ext>
              </a:extLst>
            </p:cNvPr>
            <p:cNvSpPr/>
            <p:nvPr/>
          </p:nvSpPr>
          <p:spPr>
            <a:xfrm flipH="1" flipV="1">
              <a:off x="8996516" y="2029180"/>
              <a:ext cx="117987" cy="130182"/>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Tree>
    <p:extLst>
      <p:ext uri="{BB962C8B-B14F-4D97-AF65-F5344CB8AC3E}">
        <p14:creationId xmlns:p14="http://schemas.microsoft.com/office/powerpoint/2010/main" val="3367668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327DFCD7-3D01-447F-BDEB-B24A751A1EA0}"/>
              </a:ext>
            </a:extLst>
          </p:cNvPr>
          <p:cNvSpPr>
            <a:spLocks noGrp="1"/>
          </p:cNvSpPr>
          <p:nvPr>
            <p:ph type="title"/>
            <p:custDataLst>
              <p:tags r:id="rId1"/>
            </p:custDataLst>
          </p:nvPr>
        </p:nvSpPr>
        <p:spPr>
          <a:xfrm>
            <a:off x="838200" y="365125"/>
            <a:ext cx="10515600" cy="1325563"/>
          </a:xfrm>
        </p:spPr>
        <p:txBody>
          <a:bodyPr/>
          <a:lstStyle/>
          <a:p>
            <a:r>
              <a:rPr lang="en-US" sz="4400" dirty="0"/>
              <a:t>Login and Launching the WMS</a:t>
            </a:r>
            <a:br>
              <a:rPr lang="en-US" sz="4400" dirty="0"/>
            </a:br>
            <a:r>
              <a:rPr lang="en-US" sz="2800" dirty="0"/>
              <a:t>Session Parameters </a:t>
            </a:r>
            <a:endParaRPr lang="en-CA" dirty="0"/>
          </a:p>
        </p:txBody>
      </p:sp>
      <p:sp>
        <p:nvSpPr>
          <p:cNvPr id="5" name="Content Placeholder 2">
            <a:extLst>
              <a:ext uri="{FF2B5EF4-FFF2-40B4-BE49-F238E27FC236}">
                <a16:creationId xmlns:a16="http://schemas.microsoft.com/office/drawing/2014/main" xmlns="" id="{6C89AEEB-C355-45EC-9123-E6C98D5F6627}"/>
              </a:ext>
            </a:extLst>
          </p:cNvPr>
          <p:cNvSpPr>
            <a:spLocks noGrp="1"/>
          </p:cNvSpPr>
          <p:nvPr>
            <p:ph idx="1"/>
            <p:custDataLst>
              <p:tags r:id="rId2"/>
            </p:custDataLst>
          </p:nvPr>
        </p:nvSpPr>
        <p:spPr>
          <a:xfrm>
            <a:off x="838200" y="1584960"/>
            <a:ext cx="10515600" cy="4019709"/>
          </a:xfrm>
        </p:spPr>
        <p:txBody>
          <a:bodyPr/>
          <a:lstStyle/>
          <a:p>
            <a:pPr algn="just">
              <a:lnSpc>
                <a:spcPct val="110000"/>
              </a:lnSpc>
            </a:pPr>
            <a:r>
              <a:rPr lang="en-US" sz="2100" dirty="0"/>
              <a:t>The Session Parameters resource displays application parameters that should be provided by the user at login time. This information is mandatory to describe the context of each application. Default values are provided. </a:t>
            </a:r>
          </a:p>
          <a:p>
            <a:pPr>
              <a:lnSpc>
                <a:spcPct val="120000"/>
              </a:lnSpc>
            </a:pPr>
            <a:endParaRPr lang="en-CA" dirty="0"/>
          </a:p>
        </p:txBody>
      </p:sp>
      <p:grpSp>
        <p:nvGrpSpPr>
          <p:cNvPr id="6" name="Group 5">
            <a:extLst>
              <a:ext uri="{FF2B5EF4-FFF2-40B4-BE49-F238E27FC236}">
                <a16:creationId xmlns:a16="http://schemas.microsoft.com/office/drawing/2014/main" xmlns="" id="{D81618E6-25D8-4D4D-BC71-D1596C4EFA56}"/>
              </a:ext>
            </a:extLst>
          </p:cNvPr>
          <p:cNvGrpSpPr/>
          <p:nvPr>
            <p:custDataLst>
              <p:tags r:id="rId3"/>
            </p:custDataLst>
          </p:nvPr>
        </p:nvGrpSpPr>
        <p:grpSpPr>
          <a:xfrm>
            <a:off x="2916783" y="2821222"/>
            <a:ext cx="5116084" cy="2252804"/>
            <a:chOff x="2767326" y="3671429"/>
            <a:chExt cx="4411858" cy="1590242"/>
          </a:xfrm>
        </p:grpSpPr>
        <p:pic>
          <p:nvPicPr>
            <p:cNvPr id="7" name="Picture 6">
              <a:extLst>
                <a:ext uri="{FF2B5EF4-FFF2-40B4-BE49-F238E27FC236}">
                  <a16:creationId xmlns:a16="http://schemas.microsoft.com/office/drawing/2014/main" xmlns="" id="{30722069-4019-47F0-9587-708BAD18F203}"/>
                </a:ext>
              </a:extLst>
            </p:cNvPr>
            <p:cNvPicPr>
              <a:picLocks noChangeAspect="1"/>
            </p:cNvPicPr>
            <p:nvPr/>
          </p:nvPicPr>
          <p:blipFill>
            <a:blip r:embed="rId11"/>
            <a:stretch>
              <a:fillRect/>
            </a:stretch>
          </p:blipFill>
          <p:spPr>
            <a:xfrm>
              <a:off x="2767326" y="4003863"/>
              <a:ext cx="4411858" cy="1257808"/>
            </a:xfrm>
            <a:prstGeom prst="rect">
              <a:avLst/>
            </a:prstGeom>
          </p:spPr>
        </p:pic>
        <p:pic>
          <p:nvPicPr>
            <p:cNvPr id="8" name="Picture 7">
              <a:extLst>
                <a:ext uri="{FF2B5EF4-FFF2-40B4-BE49-F238E27FC236}">
                  <a16:creationId xmlns:a16="http://schemas.microsoft.com/office/drawing/2014/main" xmlns="" id="{1159A336-0138-437B-A97E-3B10EC276749}"/>
                </a:ext>
              </a:extLst>
            </p:cNvPr>
            <p:cNvPicPr>
              <a:picLocks noChangeAspect="1"/>
            </p:cNvPicPr>
            <p:nvPr/>
          </p:nvPicPr>
          <p:blipFill>
            <a:blip r:embed="rId12"/>
            <a:stretch>
              <a:fillRect/>
            </a:stretch>
          </p:blipFill>
          <p:spPr>
            <a:xfrm>
              <a:off x="2824499" y="3671429"/>
              <a:ext cx="4354685" cy="352568"/>
            </a:xfrm>
            <a:prstGeom prst="rect">
              <a:avLst/>
            </a:prstGeom>
          </p:spPr>
        </p:pic>
      </p:grpSp>
      <p:sp>
        <p:nvSpPr>
          <p:cNvPr id="9" name="Rectangle 8">
            <a:extLst>
              <a:ext uri="{FF2B5EF4-FFF2-40B4-BE49-F238E27FC236}">
                <a16:creationId xmlns:a16="http://schemas.microsoft.com/office/drawing/2014/main" xmlns="" id="{5CA683FC-2EFE-4AFF-AE2A-05F9320C3A89}"/>
              </a:ext>
            </a:extLst>
          </p:cNvPr>
          <p:cNvSpPr/>
          <p:nvPr>
            <p:custDataLst>
              <p:tags r:id="rId4"/>
            </p:custDataLst>
          </p:nvPr>
        </p:nvSpPr>
        <p:spPr>
          <a:xfrm>
            <a:off x="8955113" y="3025084"/>
            <a:ext cx="3057968" cy="1015663"/>
          </a:xfrm>
          <a:prstGeom prst="rect">
            <a:avLst/>
          </a:prstGeom>
        </p:spPr>
        <p:txBody>
          <a:bodyPr wrap="square">
            <a:spAutoFit/>
          </a:bodyPr>
          <a:lstStyle/>
          <a:p>
            <a:pPr algn="just"/>
            <a:r>
              <a:rPr lang="en-US" sz="1500" dirty="0">
                <a:solidFill>
                  <a:srgbClr val="000000"/>
                </a:solidFill>
              </a:rPr>
              <a:t>The </a:t>
            </a:r>
            <a:r>
              <a:rPr lang="en-US" sz="1500" b="1" dirty="0">
                <a:solidFill>
                  <a:srgbClr val="000000"/>
                </a:solidFill>
              </a:rPr>
              <a:t>warehouse</a:t>
            </a:r>
            <a:r>
              <a:rPr lang="en-US" sz="1500" dirty="0">
                <a:solidFill>
                  <a:srgbClr val="000000"/>
                </a:solidFill>
              </a:rPr>
              <a:t> refers to the warehouse associated with the user. This field is displayed by default and cannot be modified. </a:t>
            </a:r>
            <a:endParaRPr lang="en-CA" sz="1500" dirty="0">
              <a:solidFill>
                <a:srgbClr val="000000"/>
              </a:solidFill>
            </a:endParaRPr>
          </a:p>
        </p:txBody>
      </p:sp>
      <p:sp>
        <p:nvSpPr>
          <p:cNvPr id="10" name="Rectangle 9">
            <a:extLst>
              <a:ext uri="{FF2B5EF4-FFF2-40B4-BE49-F238E27FC236}">
                <a16:creationId xmlns:a16="http://schemas.microsoft.com/office/drawing/2014/main" xmlns="" id="{5F3A30D0-461A-4478-AD2C-C66E4E333352}"/>
              </a:ext>
            </a:extLst>
          </p:cNvPr>
          <p:cNvSpPr/>
          <p:nvPr>
            <p:custDataLst>
              <p:tags r:id="rId5"/>
            </p:custDataLst>
          </p:nvPr>
        </p:nvSpPr>
        <p:spPr>
          <a:xfrm>
            <a:off x="163187" y="3275821"/>
            <a:ext cx="2301366" cy="2400657"/>
          </a:xfrm>
          <a:prstGeom prst="rect">
            <a:avLst/>
          </a:prstGeom>
        </p:spPr>
        <p:txBody>
          <a:bodyPr wrap="square">
            <a:spAutoFit/>
          </a:bodyPr>
          <a:lstStyle/>
          <a:p>
            <a:pPr algn="just"/>
            <a:r>
              <a:rPr lang="en-US" sz="1500" dirty="0">
                <a:solidFill>
                  <a:srgbClr val="000000"/>
                </a:solidFill>
              </a:rPr>
              <a:t>The </a:t>
            </a:r>
            <a:r>
              <a:rPr lang="en-US" sz="1500" b="1" dirty="0">
                <a:solidFill>
                  <a:srgbClr val="000000"/>
                </a:solidFill>
              </a:rPr>
              <a:t>station</a:t>
            </a:r>
            <a:r>
              <a:rPr lang="en-US" sz="1500" dirty="0">
                <a:solidFill>
                  <a:srgbClr val="000000"/>
                </a:solidFill>
              </a:rPr>
              <a:t> is generally a central point in the facility where a user works. This field can be modified and when signing on to the system, a user must state the station from which he/she is working (e.g., Receiving dock, Picking area, Shipping dock, etc.)</a:t>
            </a:r>
            <a:endParaRPr lang="en-CA" sz="1500" dirty="0">
              <a:solidFill>
                <a:srgbClr val="000000"/>
              </a:solidFill>
            </a:endParaRPr>
          </a:p>
        </p:txBody>
      </p:sp>
      <p:grpSp>
        <p:nvGrpSpPr>
          <p:cNvPr id="11" name="Group 10">
            <a:extLst>
              <a:ext uri="{FF2B5EF4-FFF2-40B4-BE49-F238E27FC236}">
                <a16:creationId xmlns:a16="http://schemas.microsoft.com/office/drawing/2014/main" xmlns="" id="{D1FD490B-0621-44C9-8CCD-E4EBCBBF8C77}"/>
              </a:ext>
            </a:extLst>
          </p:cNvPr>
          <p:cNvGrpSpPr/>
          <p:nvPr>
            <p:custDataLst>
              <p:tags r:id="rId6"/>
            </p:custDataLst>
          </p:nvPr>
        </p:nvGrpSpPr>
        <p:grpSpPr>
          <a:xfrm>
            <a:off x="5738346" y="3842763"/>
            <a:ext cx="3063030" cy="115811"/>
            <a:chOff x="6131274" y="3576091"/>
            <a:chExt cx="3063030" cy="115811"/>
          </a:xfrm>
          <a:solidFill>
            <a:srgbClr val="FF0000"/>
          </a:solidFill>
        </p:grpSpPr>
        <p:sp>
          <p:nvSpPr>
            <p:cNvPr id="12" name="Oval 11">
              <a:extLst>
                <a:ext uri="{FF2B5EF4-FFF2-40B4-BE49-F238E27FC236}">
                  <a16:creationId xmlns:a16="http://schemas.microsoft.com/office/drawing/2014/main" xmlns="" id="{9DC72F8E-377F-4146-B42B-9C163C7C356F}"/>
                </a:ext>
              </a:extLst>
            </p:cNvPr>
            <p:cNvSpPr/>
            <p:nvPr/>
          </p:nvSpPr>
          <p:spPr>
            <a:xfrm flipH="1" flipV="1">
              <a:off x="9085076" y="3576091"/>
              <a:ext cx="109228" cy="115811"/>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Connector 12">
              <a:extLst>
                <a:ext uri="{FF2B5EF4-FFF2-40B4-BE49-F238E27FC236}">
                  <a16:creationId xmlns:a16="http://schemas.microsoft.com/office/drawing/2014/main" xmlns="" id="{C4A9D391-AA27-4139-858E-3DE48A6017C0}"/>
                </a:ext>
              </a:extLst>
            </p:cNvPr>
            <p:cNvCxnSpPr>
              <a:cxnSpLocks/>
            </p:cNvCxnSpPr>
            <p:nvPr/>
          </p:nvCxnSpPr>
          <p:spPr>
            <a:xfrm>
              <a:off x="6131274" y="3633658"/>
              <a:ext cx="2996490" cy="0"/>
            </a:xfrm>
            <a:prstGeom prst="line">
              <a:avLst/>
            </a:prstGeom>
            <a:grpFill/>
            <a:ln w="28575">
              <a:solidFill>
                <a:srgbClr val="FF0000"/>
              </a:solidFill>
            </a:ln>
          </p:spPr>
          <p:style>
            <a:lnRef idx="3">
              <a:schemeClr val="accent1"/>
            </a:lnRef>
            <a:fillRef idx="0">
              <a:schemeClr val="accent1"/>
            </a:fillRef>
            <a:effectRef idx="2">
              <a:schemeClr val="accent1"/>
            </a:effectRef>
            <a:fontRef idx="minor">
              <a:schemeClr val="tx1"/>
            </a:fontRef>
          </p:style>
        </p:cxnSp>
      </p:grpSp>
      <p:grpSp>
        <p:nvGrpSpPr>
          <p:cNvPr id="14" name="Group 13">
            <a:extLst>
              <a:ext uri="{FF2B5EF4-FFF2-40B4-BE49-F238E27FC236}">
                <a16:creationId xmlns:a16="http://schemas.microsoft.com/office/drawing/2014/main" xmlns="" id="{7A8F1522-052A-4CA1-9ECA-0EBF5024F372}"/>
              </a:ext>
            </a:extLst>
          </p:cNvPr>
          <p:cNvGrpSpPr/>
          <p:nvPr>
            <p:custDataLst>
              <p:tags r:id="rId7"/>
            </p:custDataLst>
          </p:nvPr>
        </p:nvGrpSpPr>
        <p:grpSpPr>
          <a:xfrm>
            <a:off x="5728597" y="4459823"/>
            <a:ext cx="3063030" cy="115811"/>
            <a:chOff x="6131274" y="3576091"/>
            <a:chExt cx="3063030" cy="115811"/>
          </a:xfrm>
          <a:solidFill>
            <a:srgbClr val="FF0000"/>
          </a:solidFill>
        </p:grpSpPr>
        <p:sp>
          <p:nvSpPr>
            <p:cNvPr id="15" name="Oval 14">
              <a:extLst>
                <a:ext uri="{FF2B5EF4-FFF2-40B4-BE49-F238E27FC236}">
                  <a16:creationId xmlns:a16="http://schemas.microsoft.com/office/drawing/2014/main" xmlns="" id="{5D5BBC06-F088-48D4-BA22-9FB988668029}"/>
                </a:ext>
              </a:extLst>
            </p:cNvPr>
            <p:cNvSpPr/>
            <p:nvPr/>
          </p:nvSpPr>
          <p:spPr>
            <a:xfrm flipH="1" flipV="1">
              <a:off x="9085076" y="3576091"/>
              <a:ext cx="109228" cy="115811"/>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6" name="Straight Connector 15">
              <a:extLst>
                <a:ext uri="{FF2B5EF4-FFF2-40B4-BE49-F238E27FC236}">
                  <a16:creationId xmlns:a16="http://schemas.microsoft.com/office/drawing/2014/main" xmlns="" id="{7C0A0708-414E-4EB5-B809-D988FAACA4F9}"/>
                </a:ext>
              </a:extLst>
            </p:cNvPr>
            <p:cNvCxnSpPr>
              <a:cxnSpLocks/>
            </p:cNvCxnSpPr>
            <p:nvPr/>
          </p:nvCxnSpPr>
          <p:spPr>
            <a:xfrm>
              <a:off x="6131274" y="3633658"/>
              <a:ext cx="2996490" cy="0"/>
            </a:xfrm>
            <a:prstGeom prst="line">
              <a:avLst/>
            </a:prstGeom>
            <a:grpFill/>
            <a:ln w="28575">
              <a:solidFill>
                <a:srgbClr val="FF0000"/>
              </a:solidFill>
            </a:ln>
          </p:spPr>
          <p:style>
            <a:lnRef idx="3">
              <a:schemeClr val="accent1"/>
            </a:lnRef>
            <a:fillRef idx="0">
              <a:schemeClr val="accent1"/>
            </a:fillRef>
            <a:effectRef idx="2">
              <a:schemeClr val="accent1"/>
            </a:effectRef>
            <a:fontRef idx="minor">
              <a:schemeClr val="tx1"/>
            </a:fontRef>
          </p:style>
        </p:cxnSp>
      </p:grpSp>
      <p:grpSp>
        <p:nvGrpSpPr>
          <p:cNvPr id="17" name="Group 16">
            <a:extLst>
              <a:ext uri="{FF2B5EF4-FFF2-40B4-BE49-F238E27FC236}">
                <a16:creationId xmlns:a16="http://schemas.microsoft.com/office/drawing/2014/main" xmlns="" id="{E4F425DD-DEB8-4E92-A8BD-CAB584BC6A1C}"/>
              </a:ext>
            </a:extLst>
          </p:cNvPr>
          <p:cNvGrpSpPr/>
          <p:nvPr>
            <p:custDataLst>
              <p:tags r:id="rId8"/>
            </p:custDataLst>
          </p:nvPr>
        </p:nvGrpSpPr>
        <p:grpSpPr>
          <a:xfrm>
            <a:off x="2569572" y="4115467"/>
            <a:ext cx="1823098" cy="115811"/>
            <a:chOff x="3042710" y="3883520"/>
            <a:chExt cx="1823098" cy="115811"/>
          </a:xfrm>
          <a:solidFill>
            <a:srgbClr val="FF0000"/>
          </a:solidFill>
        </p:grpSpPr>
        <p:sp>
          <p:nvSpPr>
            <p:cNvPr id="18" name="Oval 17">
              <a:extLst>
                <a:ext uri="{FF2B5EF4-FFF2-40B4-BE49-F238E27FC236}">
                  <a16:creationId xmlns:a16="http://schemas.microsoft.com/office/drawing/2014/main" xmlns="" id="{856CA446-7C3C-47EB-8406-C32DF4FB9EB1}"/>
                </a:ext>
              </a:extLst>
            </p:cNvPr>
            <p:cNvSpPr/>
            <p:nvPr/>
          </p:nvSpPr>
          <p:spPr>
            <a:xfrm flipH="1" flipV="1">
              <a:off x="3042710" y="3883520"/>
              <a:ext cx="109228" cy="115811"/>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9" name="Straight Connector 18">
              <a:extLst>
                <a:ext uri="{FF2B5EF4-FFF2-40B4-BE49-F238E27FC236}">
                  <a16:creationId xmlns:a16="http://schemas.microsoft.com/office/drawing/2014/main" xmlns="" id="{D1B099CB-1026-46A0-ABDD-62394953CAED}"/>
                </a:ext>
              </a:extLst>
            </p:cNvPr>
            <p:cNvCxnSpPr>
              <a:cxnSpLocks/>
            </p:cNvCxnSpPr>
            <p:nvPr/>
          </p:nvCxnSpPr>
          <p:spPr>
            <a:xfrm>
              <a:off x="3128211" y="3941426"/>
              <a:ext cx="1737597" cy="0"/>
            </a:xfrm>
            <a:prstGeom prst="line">
              <a:avLst/>
            </a:prstGeom>
            <a:grpFill/>
            <a:ln w="28575">
              <a:solidFill>
                <a:srgbClr val="FF0000"/>
              </a:solidFill>
            </a:ln>
          </p:spPr>
          <p:style>
            <a:lnRef idx="3">
              <a:schemeClr val="accent1"/>
            </a:lnRef>
            <a:fillRef idx="0">
              <a:schemeClr val="accent1"/>
            </a:fillRef>
            <a:effectRef idx="2">
              <a:schemeClr val="accent1"/>
            </a:effectRef>
            <a:fontRef idx="minor">
              <a:schemeClr val="tx1"/>
            </a:fontRef>
          </p:style>
        </p:cxnSp>
      </p:grpSp>
      <p:sp>
        <p:nvSpPr>
          <p:cNvPr id="20" name="Rectangle 19">
            <a:extLst>
              <a:ext uri="{FF2B5EF4-FFF2-40B4-BE49-F238E27FC236}">
                <a16:creationId xmlns:a16="http://schemas.microsoft.com/office/drawing/2014/main" xmlns="" id="{80851E43-BA06-42EC-9750-1D2C780A8E37}"/>
              </a:ext>
            </a:extLst>
          </p:cNvPr>
          <p:cNvSpPr/>
          <p:nvPr>
            <p:custDataLst>
              <p:tags r:id="rId9"/>
            </p:custDataLst>
          </p:nvPr>
        </p:nvSpPr>
        <p:spPr>
          <a:xfrm>
            <a:off x="8980118" y="4094573"/>
            <a:ext cx="3023214" cy="2831544"/>
          </a:xfrm>
          <a:prstGeom prst="rect">
            <a:avLst/>
          </a:prstGeom>
        </p:spPr>
        <p:txBody>
          <a:bodyPr wrap="square">
            <a:spAutoFit/>
          </a:bodyPr>
          <a:lstStyle/>
          <a:p>
            <a:pPr algn="just"/>
            <a:r>
              <a:rPr lang="en-US" sz="1500" dirty="0">
                <a:solidFill>
                  <a:srgbClr val="000000"/>
                </a:solidFill>
              </a:rPr>
              <a:t>The </a:t>
            </a:r>
            <a:r>
              <a:rPr lang="en-US" sz="1500" b="1" dirty="0">
                <a:solidFill>
                  <a:srgbClr val="000000"/>
                </a:solidFill>
              </a:rPr>
              <a:t>mobile equipment type</a:t>
            </a:r>
            <a:r>
              <a:rPr lang="en-US" sz="1500" dirty="0">
                <a:solidFill>
                  <a:srgbClr val="000000"/>
                </a:solidFill>
              </a:rPr>
              <a:t> refers to equipment a user actually uses on the floor, such as a cart, turret truck or a forklift. Each mobile equipment type is assigned one or more location classes, via the Mobile Equipment Details view, which define the locations the equipment type may access. This field is open and can be modified. </a:t>
            </a:r>
          </a:p>
          <a:p>
            <a:pPr algn="just"/>
            <a:endParaRPr lang="en-US" sz="1400" dirty="0">
              <a:solidFill>
                <a:srgbClr val="000000"/>
              </a:solidFill>
            </a:endParaRPr>
          </a:p>
          <a:p>
            <a:pPr algn="just"/>
            <a:endParaRPr lang="en-CA" sz="1400" dirty="0">
              <a:solidFill>
                <a:srgbClr val="000000"/>
              </a:solidFill>
            </a:endParaRPr>
          </a:p>
        </p:txBody>
      </p:sp>
    </p:spTree>
    <p:extLst>
      <p:ext uri="{BB962C8B-B14F-4D97-AF65-F5344CB8AC3E}">
        <p14:creationId xmlns:p14="http://schemas.microsoft.com/office/powerpoint/2010/main" val="4129853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327DFCD7-3D01-447F-BDEB-B24A751A1EA0}"/>
              </a:ext>
            </a:extLst>
          </p:cNvPr>
          <p:cNvSpPr>
            <a:spLocks noGrp="1"/>
          </p:cNvSpPr>
          <p:nvPr>
            <p:ph type="title"/>
            <p:custDataLst>
              <p:tags r:id="rId1"/>
            </p:custDataLst>
          </p:nvPr>
        </p:nvSpPr>
        <p:spPr>
          <a:xfrm>
            <a:off x="838200" y="365125"/>
            <a:ext cx="10515600" cy="1325563"/>
          </a:xfrm>
        </p:spPr>
        <p:txBody>
          <a:bodyPr/>
          <a:lstStyle/>
          <a:p>
            <a:r>
              <a:rPr lang="en-US" sz="4400" dirty="0"/>
              <a:t>Login and Launching the WMS</a:t>
            </a:r>
            <a:br>
              <a:rPr lang="en-US" sz="4400" dirty="0"/>
            </a:br>
            <a:r>
              <a:rPr lang="en-US" sz="2800" dirty="0"/>
              <a:t>Launching WMS</a:t>
            </a:r>
            <a:endParaRPr lang="en-CA" dirty="0"/>
          </a:p>
        </p:txBody>
      </p:sp>
      <p:sp>
        <p:nvSpPr>
          <p:cNvPr id="21" name="Content Placeholder 2">
            <a:extLst>
              <a:ext uri="{FF2B5EF4-FFF2-40B4-BE49-F238E27FC236}">
                <a16:creationId xmlns:a16="http://schemas.microsoft.com/office/drawing/2014/main" xmlns="" id="{1E7CCF11-1051-4CF0-BF69-8554FC59C9E8}"/>
              </a:ext>
            </a:extLst>
          </p:cNvPr>
          <p:cNvSpPr>
            <a:spLocks noGrp="1"/>
          </p:cNvSpPr>
          <p:nvPr>
            <p:ph idx="1"/>
            <p:custDataLst>
              <p:tags r:id="rId2"/>
            </p:custDataLst>
          </p:nvPr>
        </p:nvSpPr>
        <p:spPr>
          <a:xfrm>
            <a:off x="856606" y="1643188"/>
            <a:ext cx="10515600" cy="4961621"/>
          </a:xfrm>
        </p:spPr>
        <p:txBody>
          <a:bodyPr/>
          <a:lstStyle/>
          <a:p>
            <a:pPr algn="just">
              <a:lnSpc>
                <a:spcPct val="150000"/>
              </a:lnSpc>
            </a:pPr>
            <a:r>
              <a:rPr lang="en-US" sz="2100" dirty="0"/>
              <a:t>The </a:t>
            </a:r>
            <a:r>
              <a:rPr lang="en-US" sz="2100" dirty="0" err="1"/>
              <a:t>EliteSeries</a:t>
            </a:r>
            <a:r>
              <a:rPr lang="en-US" sz="2100" dirty="0"/>
              <a:t> WMS is launched from the portal as an </a:t>
            </a:r>
            <a:r>
              <a:rPr lang="en-US" sz="2100" dirty="0" err="1"/>
              <a:t>EliteSeries</a:t>
            </a:r>
            <a:r>
              <a:rPr lang="en-US" sz="2100" dirty="0"/>
              <a:t> portal menu. </a:t>
            </a:r>
          </a:p>
          <a:p>
            <a:pPr algn="just">
              <a:lnSpc>
                <a:spcPct val="150000"/>
              </a:lnSpc>
            </a:pPr>
            <a:r>
              <a:rPr lang="en-US" sz="2100" dirty="0"/>
              <a:t>Once logged in to the portal, click on Warehouse Management to access the main WMS menu. </a:t>
            </a:r>
          </a:p>
          <a:p>
            <a:pPr>
              <a:lnSpc>
                <a:spcPct val="150000"/>
              </a:lnSpc>
            </a:pPr>
            <a:endParaRPr lang="en-US" sz="2100" dirty="0"/>
          </a:p>
          <a:p>
            <a:pPr>
              <a:lnSpc>
                <a:spcPct val="150000"/>
              </a:lnSpc>
            </a:pPr>
            <a:endParaRPr lang="en-US" sz="2100" dirty="0"/>
          </a:p>
          <a:p>
            <a:pPr>
              <a:lnSpc>
                <a:spcPct val="150000"/>
              </a:lnSpc>
            </a:pPr>
            <a:endParaRPr lang="en-US" sz="2100" dirty="0"/>
          </a:p>
          <a:p>
            <a:pPr>
              <a:lnSpc>
                <a:spcPct val="150000"/>
              </a:lnSpc>
            </a:pPr>
            <a:endParaRPr lang="en-US" sz="2100" dirty="0"/>
          </a:p>
          <a:p>
            <a:pPr>
              <a:lnSpc>
                <a:spcPct val="150000"/>
              </a:lnSpc>
            </a:pPr>
            <a:endParaRPr lang="en-CA" sz="2100" dirty="0"/>
          </a:p>
        </p:txBody>
      </p:sp>
      <p:pic>
        <p:nvPicPr>
          <p:cNvPr id="22" name="Picture 21">
            <a:extLst>
              <a:ext uri="{FF2B5EF4-FFF2-40B4-BE49-F238E27FC236}">
                <a16:creationId xmlns:a16="http://schemas.microsoft.com/office/drawing/2014/main" xmlns="" id="{A3D2D6DA-BE72-441D-AF39-84F54C3CF8F6}"/>
              </a:ext>
            </a:extLst>
          </p:cNvPr>
          <p:cNvPicPr>
            <a:picLocks noChangeAspect="1"/>
          </p:cNvPicPr>
          <p:nvPr>
            <p:custDataLst>
              <p:tags r:id="rId3"/>
            </p:custDataLst>
          </p:nvPr>
        </p:nvPicPr>
        <p:blipFill>
          <a:blip r:embed="rId5"/>
          <a:stretch>
            <a:fillRect/>
          </a:stretch>
        </p:blipFill>
        <p:spPr>
          <a:xfrm>
            <a:off x="261474" y="3310977"/>
            <a:ext cx="11669052" cy="3011899"/>
          </a:xfrm>
          <a:prstGeom prst="rect">
            <a:avLst/>
          </a:prstGeom>
        </p:spPr>
      </p:pic>
    </p:spTree>
    <p:extLst>
      <p:ext uri="{BB962C8B-B14F-4D97-AF65-F5344CB8AC3E}">
        <p14:creationId xmlns:p14="http://schemas.microsoft.com/office/powerpoint/2010/main" val="336869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WMS Portal</a:t>
            </a:r>
            <a:br>
              <a:rPr lang="en-CA" sz="4400" b="1" dirty="0"/>
            </a:br>
            <a:r>
              <a:rPr lang="en-US" sz="4000" dirty="0"/>
              <a:t>Main Portal Areas</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1088720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5DD6CC96-052B-407B-AD9F-235D9632022C}"/>
              </a:ext>
            </a:extLst>
          </p:cNvPr>
          <p:cNvPicPr>
            <a:picLocks noChangeAspect="1"/>
          </p:cNvPicPr>
          <p:nvPr>
            <p:custDataLst>
              <p:tags r:id="rId1"/>
            </p:custDataLst>
          </p:nvPr>
        </p:nvPicPr>
        <p:blipFill>
          <a:blip r:embed="rId16"/>
          <a:stretch>
            <a:fillRect/>
          </a:stretch>
        </p:blipFill>
        <p:spPr>
          <a:xfrm>
            <a:off x="1105966" y="1478836"/>
            <a:ext cx="9711815" cy="4022202"/>
          </a:xfrm>
          <a:prstGeom prst="rect">
            <a:avLst/>
          </a:prstGeom>
        </p:spPr>
      </p:pic>
      <p:sp>
        <p:nvSpPr>
          <p:cNvPr id="2" name="Title 1">
            <a:extLst>
              <a:ext uri="{FF2B5EF4-FFF2-40B4-BE49-F238E27FC236}">
                <a16:creationId xmlns:a16="http://schemas.microsoft.com/office/drawing/2014/main" xmlns="" id="{2A7244AD-3A4C-446B-B848-48942EC7B851}"/>
              </a:ext>
            </a:extLst>
          </p:cNvPr>
          <p:cNvSpPr>
            <a:spLocks noGrp="1"/>
          </p:cNvSpPr>
          <p:nvPr>
            <p:ph type="title"/>
            <p:custDataLst>
              <p:tags r:id="rId2"/>
            </p:custDataLst>
          </p:nvPr>
        </p:nvSpPr>
        <p:spPr>
          <a:xfrm>
            <a:off x="838200" y="550209"/>
            <a:ext cx="10515600" cy="1140479"/>
          </a:xfrm>
        </p:spPr>
        <p:txBody>
          <a:bodyPr/>
          <a:lstStyle/>
          <a:p>
            <a:r>
              <a:rPr lang="fr-CA" dirty="0"/>
              <a:t>Main Portal Areas</a:t>
            </a:r>
            <a:endParaRPr lang="en-CA" dirty="0"/>
          </a:p>
        </p:txBody>
      </p:sp>
      <p:cxnSp>
        <p:nvCxnSpPr>
          <p:cNvPr id="16" name="Straight Connector 15">
            <a:extLst>
              <a:ext uri="{FF2B5EF4-FFF2-40B4-BE49-F238E27FC236}">
                <a16:creationId xmlns:a16="http://schemas.microsoft.com/office/drawing/2014/main" xmlns="" id="{9227C683-47E3-4399-BE6B-255991F7B2C4}"/>
              </a:ext>
            </a:extLst>
          </p:cNvPr>
          <p:cNvCxnSpPr>
            <a:cxnSpLocks/>
          </p:cNvCxnSpPr>
          <p:nvPr>
            <p:custDataLst>
              <p:tags r:id="rId3"/>
            </p:custDataLst>
          </p:nvPr>
        </p:nvCxnSpPr>
        <p:spPr>
          <a:xfrm>
            <a:off x="9834619" y="1169663"/>
            <a:ext cx="0" cy="31714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xmlns="" id="{1CBE3E9C-005B-4BEC-A74E-1E68EFCB1438}"/>
              </a:ext>
            </a:extLst>
          </p:cNvPr>
          <p:cNvSpPr/>
          <p:nvPr>
            <p:custDataLst>
              <p:tags r:id="rId4"/>
            </p:custDataLst>
          </p:nvPr>
        </p:nvSpPr>
        <p:spPr>
          <a:xfrm flipH="1" flipV="1">
            <a:off x="2351545" y="5648914"/>
            <a:ext cx="117987" cy="13018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xmlns="" id="{1E43BD3B-231B-4622-B6C9-68AD1DDE063C}"/>
              </a:ext>
            </a:extLst>
          </p:cNvPr>
          <p:cNvSpPr/>
          <p:nvPr>
            <p:custDataLst>
              <p:tags r:id="rId5"/>
            </p:custDataLst>
          </p:nvPr>
        </p:nvSpPr>
        <p:spPr>
          <a:xfrm>
            <a:off x="1461660" y="5802982"/>
            <a:ext cx="3130528" cy="369332"/>
          </a:xfrm>
          <a:prstGeom prst="rect">
            <a:avLst/>
          </a:prstGeom>
        </p:spPr>
        <p:txBody>
          <a:bodyPr wrap="square">
            <a:spAutoFit/>
          </a:bodyPr>
          <a:lstStyle/>
          <a:p>
            <a:r>
              <a:rPr lang="en-US" dirty="0">
                <a:solidFill>
                  <a:srgbClr val="000000"/>
                </a:solidFill>
              </a:rPr>
              <a:t>Menu Bar Navigation</a:t>
            </a:r>
            <a:endParaRPr lang="en-CA" dirty="0">
              <a:solidFill>
                <a:srgbClr val="000000"/>
              </a:solidFill>
            </a:endParaRPr>
          </a:p>
        </p:txBody>
      </p:sp>
      <p:sp>
        <p:nvSpPr>
          <p:cNvPr id="20" name="Oval 19">
            <a:extLst>
              <a:ext uri="{FF2B5EF4-FFF2-40B4-BE49-F238E27FC236}">
                <a16:creationId xmlns:a16="http://schemas.microsoft.com/office/drawing/2014/main" xmlns="" id="{3E981582-9579-4842-9D13-AAA253580FEF}"/>
              </a:ext>
            </a:extLst>
          </p:cNvPr>
          <p:cNvSpPr/>
          <p:nvPr>
            <p:custDataLst>
              <p:tags r:id="rId6"/>
            </p:custDataLst>
          </p:nvPr>
        </p:nvSpPr>
        <p:spPr>
          <a:xfrm flipH="1" flipV="1">
            <a:off x="6038974" y="5609288"/>
            <a:ext cx="117987" cy="13018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xmlns="" id="{53413FDA-422F-4AF5-A18B-A950B3BCA4DE}"/>
              </a:ext>
            </a:extLst>
          </p:cNvPr>
          <p:cNvSpPr/>
          <p:nvPr>
            <p:custDataLst>
              <p:tags r:id="rId7"/>
            </p:custDataLst>
          </p:nvPr>
        </p:nvSpPr>
        <p:spPr>
          <a:xfrm flipH="1" flipV="1">
            <a:off x="9775625" y="1098184"/>
            <a:ext cx="117987" cy="13018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xmlns="" id="{15D84062-0562-4870-BB35-7F4CBAF34B92}"/>
              </a:ext>
            </a:extLst>
          </p:cNvPr>
          <p:cNvSpPr/>
          <p:nvPr>
            <p:custDataLst>
              <p:tags r:id="rId8"/>
            </p:custDataLst>
          </p:nvPr>
        </p:nvSpPr>
        <p:spPr>
          <a:xfrm>
            <a:off x="4307209" y="5783380"/>
            <a:ext cx="3577582" cy="646331"/>
          </a:xfrm>
          <a:prstGeom prst="rect">
            <a:avLst/>
          </a:prstGeom>
        </p:spPr>
        <p:txBody>
          <a:bodyPr wrap="none">
            <a:spAutoFit/>
          </a:bodyPr>
          <a:lstStyle/>
          <a:p>
            <a:pPr algn="ctr"/>
            <a:r>
              <a:rPr lang="en-CA" dirty="0">
                <a:solidFill>
                  <a:srgbClr val="000000"/>
                </a:solidFill>
              </a:rPr>
              <a:t>Search bar </a:t>
            </a:r>
          </a:p>
          <a:p>
            <a:pPr algn="ctr"/>
            <a:r>
              <a:rPr lang="en-CA" dirty="0">
                <a:solidFill>
                  <a:srgbClr val="000000"/>
                </a:solidFill>
              </a:rPr>
              <a:t>(to find a specific menu or resource)</a:t>
            </a:r>
          </a:p>
        </p:txBody>
      </p:sp>
      <p:sp>
        <p:nvSpPr>
          <p:cNvPr id="23" name="Rectangle 22">
            <a:extLst>
              <a:ext uri="{FF2B5EF4-FFF2-40B4-BE49-F238E27FC236}">
                <a16:creationId xmlns:a16="http://schemas.microsoft.com/office/drawing/2014/main" xmlns="" id="{75CD9600-A405-49BA-BE9E-5924CEF79609}"/>
              </a:ext>
            </a:extLst>
          </p:cNvPr>
          <p:cNvSpPr/>
          <p:nvPr>
            <p:custDataLst>
              <p:tags r:id="rId9"/>
            </p:custDataLst>
          </p:nvPr>
        </p:nvSpPr>
        <p:spPr>
          <a:xfrm>
            <a:off x="8005764" y="402981"/>
            <a:ext cx="3775696" cy="646331"/>
          </a:xfrm>
          <a:prstGeom prst="rect">
            <a:avLst/>
          </a:prstGeom>
        </p:spPr>
        <p:txBody>
          <a:bodyPr wrap="square">
            <a:spAutoFit/>
          </a:bodyPr>
          <a:lstStyle/>
          <a:p>
            <a:pPr algn="ctr"/>
            <a:r>
              <a:rPr lang="en-CA" dirty="0">
                <a:solidFill>
                  <a:srgbClr val="000000"/>
                </a:solidFill>
              </a:rPr>
              <a:t>Header Toolbar </a:t>
            </a:r>
          </a:p>
          <a:p>
            <a:pPr algn="ctr"/>
            <a:r>
              <a:rPr lang="en-CA" dirty="0">
                <a:solidFill>
                  <a:srgbClr val="000000"/>
                </a:solidFill>
              </a:rPr>
              <a:t>(Parameters, Help and Logout button)</a:t>
            </a:r>
          </a:p>
        </p:txBody>
      </p:sp>
      <p:cxnSp>
        <p:nvCxnSpPr>
          <p:cNvPr id="15" name="Straight Connector 14">
            <a:extLst>
              <a:ext uri="{FF2B5EF4-FFF2-40B4-BE49-F238E27FC236}">
                <a16:creationId xmlns:a16="http://schemas.microsoft.com/office/drawing/2014/main" xmlns="" id="{BAC435AC-C07C-44C5-9A3A-87E6EE18E9A3}"/>
              </a:ext>
            </a:extLst>
          </p:cNvPr>
          <p:cNvCxnSpPr>
            <a:cxnSpLocks/>
          </p:cNvCxnSpPr>
          <p:nvPr>
            <p:custDataLst>
              <p:tags r:id="rId10"/>
            </p:custDataLst>
          </p:nvPr>
        </p:nvCxnSpPr>
        <p:spPr>
          <a:xfrm>
            <a:off x="6096000" y="2180326"/>
            <a:ext cx="0" cy="3468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D276CAF8-8D29-4645-93F9-025A490BE058}"/>
              </a:ext>
            </a:extLst>
          </p:cNvPr>
          <p:cNvCxnSpPr>
            <a:cxnSpLocks/>
          </p:cNvCxnSpPr>
          <p:nvPr>
            <p:custDataLst>
              <p:tags r:id="rId11"/>
            </p:custDataLst>
          </p:nvPr>
        </p:nvCxnSpPr>
        <p:spPr>
          <a:xfrm>
            <a:off x="2410539" y="4878489"/>
            <a:ext cx="0" cy="77661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xmlns="" id="{1B0853A0-F885-4C3C-B94E-24CC8CA407E5}"/>
              </a:ext>
            </a:extLst>
          </p:cNvPr>
          <p:cNvSpPr/>
          <p:nvPr>
            <p:custDataLst>
              <p:tags r:id="rId12"/>
            </p:custDataLst>
          </p:nvPr>
        </p:nvSpPr>
        <p:spPr>
          <a:xfrm flipH="1" flipV="1">
            <a:off x="9562461" y="5779096"/>
            <a:ext cx="117987" cy="13018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5" name="Straight Connector 24">
            <a:extLst>
              <a:ext uri="{FF2B5EF4-FFF2-40B4-BE49-F238E27FC236}">
                <a16:creationId xmlns:a16="http://schemas.microsoft.com/office/drawing/2014/main" xmlns="" id="{3C428A70-BFF8-4F93-B2A3-917E7F9F3AC1}"/>
              </a:ext>
            </a:extLst>
          </p:cNvPr>
          <p:cNvCxnSpPr>
            <a:cxnSpLocks/>
          </p:cNvCxnSpPr>
          <p:nvPr>
            <p:custDataLst>
              <p:tags r:id="rId13"/>
            </p:custDataLst>
          </p:nvPr>
        </p:nvCxnSpPr>
        <p:spPr>
          <a:xfrm>
            <a:off x="9621455" y="5477880"/>
            <a:ext cx="0" cy="3251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xmlns="" id="{3AD3FE2E-AB89-4C86-ABC2-0AB8B919BDB9}"/>
              </a:ext>
            </a:extLst>
          </p:cNvPr>
          <p:cNvSpPr/>
          <p:nvPr>
            <p:custDataLst>
              <p:tags r:id="rId14"/>
            </p:custDataLst>
          </p:nvPr>
        </p:nvSpPr>
        <p:spPr>
          <a:xfrm>
            <a:off x="8928854" y="5977594"/>
            <a:ext cx="1478803" cy="369332"/>
          </a:xfrm>
          <a:prstGeom prst="rect">
            <a:avLst/>
          </a:prstGeom>
        </p:spPr>
        <p:txBody>
          <a:bodyPr wrap="none">
            <a:spAutoFit/>
          </a:bodyPr>
          <a:lstStyle/>
          <a:p>
            <a:pPr algn="ctr"/>
            <a:r>
              <a:rPr lang="en-CA" dirty="0">
                <a:solidFill>
                  <a:srgbClr val="000000"/>
                </a:solidFill>
              </a:rPr>
              <a:t>Toolbox Panel</a:t>
            </a:r>
          </a:p>
        </p:txBody>
      </p:sp>
    </p:spTree>
    <p:extLst>
      <p:ext uri="{BB962C8B-B14F-4D97-AF65-F5344CB8AC3E}">
        <p14:creationId xmlns:p14="http://schemas.microsoft.com/office/powerpoint/2010/main" val="3751234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WMS Portal</a:t>
            </a:r>
            <a:br>
              <a:rPr lang="en-CA" sz="4400" b="1" dirty="0"/>
            </a:br>
            <a:r>
              <a:rPr lang="en-US" sz="4000" dirty="0"/>
              <a:t>Menu Bar Navigation</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819676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3B75D9-6E72-4504-99EE-3D769B799A5C}"/>
              </a:ext>
            </a:extLst>
          </p:cNvPr>
          <p:cNvSpPr>
            <a:spLocks noGrp="1"/>
          </p:cNvSpPr>
          <p:nvPr>
            <p:ph type="title"/>
            <p:custDataLst>
              <p:tags r:id="rId1"/>
            </p:custDataLst>
          </p:nvPr>
        </p:nvSpPr>
        <p:spPr/>
        <p:txBody>
          <a:bodyPr/>
          <a:lstStyle/>
          <a:p>
            <a:r>
              <a:rPr lang="en-US" sz="3600" dirty="0"/>
              <a:t>Menu Bar Navigation</a:t>
            </a:r>
            <a:br>
              <a:rPr lang="en-US" sz="3600" dirty="0"/>
            </a:br>
            <a:r>
              <a:rPr lang="en-US" sz="2800" dirty="0"/>
              <a:t>Overview</a:t>
            </a:r>
            <a:endParaRPr lang="en-CA" sz="2800" dirty="0"/>
          </a:p>
        </p:txBody>
      </p:sp>
      <p:sp>
        <p:nvSpPr>
          <p:cNvPr id="3" name="Content Placeholder 2">
            <a:extLst>
              <a:ext uri="{FF2B5EF4-FFF2-40B4-BE49-F238E27FC236}">
                <a16:creationId xmlns:a16="http://schemas.microsoft.com/office/drawing/2014/main" xmlns="" id="{B1E279C8-1539-4416-839B-A34FD9E0DFF7}"/>
              </a:ext>
            </a:extLst>
          </p:cNvPr>
          <p:cNvSpPr>
            <a:spLocks noGrp="1"/>
          </p:cNvSpPr>
          <p:nvPr>
            <p:ph idx="1"/>
            <p:custDataLst>
              <p:tags r:id="rId2"/>
            </p:custDataLst>
          </p:nvPr>
        </p:nvSpPr>
        <p:spPr>
          <a:xfrm>
            <a:off x="818147" y="1427747"/>
            <a:ext cx="10535653" cy="4749216"/>
          </a:xfrm>
        </p:spPr>
        <p:txBody>
          <a:bodyPr/>
          <a:lstStyle/>
          <a:p>
            <a:pPr algn="just">
              <a:lnSpc>
                <a:spcPct val="150000"/>
              </a:lnSpc>
            </a:pPr>
            <a:r>
              <a:rPr lang="en-US" sz="2100" dirty="0"/>
              <a:t>The Menu Bar Navigation shows all the menus accessible in the WMS. The menu bar navigation presented below is a general one and varies according to the work performed by the user. </a:t>
            </a:r>
          </a:p>
          <a:p>
            <a:pPr algn="just">
              <a:lnSpc>
                <a:spcPct val="150000"/>
              </a:lnSpc>
            </a:pPr>
            <a:endParaRPr lang="en-CA" sz="2100" dirty="0"/>
          </a:p>
        </p:txBody>
      </p:sp>
      <p:pic>
        <p:nvPicPr>
          <p:cNvPr id="5" name="Picture 4">
            <a:extLst>
              <a:ext uri="{FF2B5EF4-FFF2-40B4-BE49-F238E27FC236}">
                <a16:creationId xmlns:a16="http://schemas.microsoft.com/office/drawing/2014/main" xmlns="" id="{FE79A110-D5A0-4660-B6B9-088F641AEA63}"/>
              </a:ext>
            </a:extLst>
          </p:cNvPr>
          <p:cNvPicPr>
            <a:picLocks noChangeAspect="1"/>
          </p:cNvPicPr>
          <p:nvPr>
            <p:custDataLst>
              <p:tags r:id="rId3"/>
            </p:custDataLst>
          </p:nvPr>
        </p:nvPicPr>
        <p:blipFill>
          <a:blip r:embed="rId5"/>
          <a:stretch>
            <a:fillRect/>
          </a:stretch>
        </p:blipFill>
        <p:spPr>
          <a:xfrm>
            <a:off x="2935705" y="2590698"/>
            <a:ext cx="3689684" cy="3650537"/>
          </a:xfrm>
          <a:prstGeom prst="rect">
            <a:avLst/>
          </a:prstGeom>
        </p:spPr>
      </p:pic>
    </p:spTree>
    <p:extLst>
      <p:ext uri="{BB962C8B-B14F-4D97-AF65-F5344CB8AC3E}">
        <p14:creationId xmlns:p14="http://schemas.microsoft.com/office/powerpoint/2010/main" val="624113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3B75D9-6E72-4504-99EE-3D769B799A5C}"/>
              </a:ext>
            </a:extLst>
          </p:cNvPr>
          <p:cNvSpPr>
            <a:spLocks noGrp="1"/>
          </p:cNvSpPr>
          <p:nvPr>
            <p:ph type="title"/>
            <p:custDataLst>
              <p:tags r:id="rId1"/>
            </p:custDataLst>
          </p:nvPr>
        </p:nvSpPr>
        <p:spPr/>
        <p:txBody>
          <a:bodyPr/>
          <a:lstStyle/>
          <a:p>
            <a:r>
              <a:rPr lang="en-US" sz="3600" dirty="0"/>
              <a:t>Menu Bar Navigation</a:t>
            </a:r>
            <a:br>
              <a:rPr lang="en-US" sz="3600" dirty="0"/>
            </a:br>
            <a:r>
              <a:rPr lang="en-US" sz="2800" dirty="0"/>
              <a:t>Details</a:t>
            </a:r>
            <a:endParaRPr lang="en-CA" dirty="0"/>
          </a:p>
        </p:txBody>
      </p:sp>
      <p:sp>
        <p:nvSpPr>
          <p:cNvPr id="8" name="Content Placeholder 2">
            <a:extLst>
              <a:ext uri="{FF2B5EF4-FFF2-40B4-BE49-F238E27FC236}">
                <a16:creationId xmlns:a16="http://schemas.microsoft.com/office/drawing/2014/main" xmlns="" id="{6A4519CB-8B11-413E-A16A-1656DDD1CEE3}"/>
              </a:ext>
            </a:extLst>
          </p:cNvPr>
          <p:cNvSpPr>
            <a:spLocks noGrp="1"/>
          </p:cNvSpPr>
          <p:nvPr>
            <p:ph idx="1"/>
            <p:custDataLst>
              <p:tags r:id="rId2"/>
            </p:custDataLst>
          </p:nvPr>
        </p:nvSpPr>
        <p:spPr>
          <a:xfrm>
            <a:off x="534254" y="1513047"/>
            <a:ext cx="6752120" cy="4637387"/>
          </a:xfrm>
        </p:spPr>
        <p:txBody>
          <a:bodyPr/>
          <a:lstStyle/>
          <a:p>
            <a:pPr algn="just">
              <a:lnSpc>
                <a:spcPct val="130000"/>
              </a:lnSpc>
              <a:buFont typeface="Wingdings" panose="05000000000000000000" pitchFamily="2" charset="2"/>
              <a:buChar char="Ø"/>
            </a:pPr>
            <a:r>
              <a:rPr lang="en-US" sz="1900" b="1" dirty="0"/>
              <a:t>WMS System Administration</a:t>
            </a:r>
            <a:r>
              <a:rPr lang="en-US" sz="1900" dirty="0"/>
              <a:t>: This menu allows the user to perform all activities related to the administration and maintenance of parameters within the WMS.</a:t>
            </a:r>
          </a:p>
          <a:p>
            <a:pPr algn="just">
              <a:lnSpc>
                <a:spcPct val="130000"/>
              </a:lnSpc>
              <a:buFont typeface="Wingdings" panose="05000000000000000000" pitchFamily="2" charset="2"/>
              <a:buChar char="Ø"/>
            </a:pPr>
            <a:r>
              <a:rPr lang="en-US" sz="1900" b="1" dirty="0"/>
              <a:t>Inbound Order Management</a:t>
            </a:r>
            <a:r>
              <a:rPr lang="en-US" sz="1900" dirty="0"/>
              <a:t>: This menu allows the user to perform all activities related to the inbound order process, such as the planning and receiving of an order as well as the customer return process and the </a:t>
            </a:r>
            <a:r>
              <a:rPr lang="en-US" sz="1900" dirty="0" err="1"/>
              <a:t>putaway</a:t>
            </a:r>
            <a:r>
              <a:rPr lang="en-US" sz="1900" dirty="0"/>
              <a:t> process. </a:t>
            </a:r>
          </a:p>
          <a:p>
            <a:pPr algn="just">
              <a:lnSpc>
                <a:spcPct val="130000"/>
              </a:lnSpc>
              <a:buFont typeface="Wingdings" panose="05000000000000000000" pitchFamily="2" charset="2"/>
              <a:buChar char="Ø"/>
            </a:pPr>
            <a:r>
              <a:rPr lang="en-US" sz="1900" b="1" dirty="0"/>
              <a:t>Outbound Order Management</a:t>
            </a:r>
            <a:r>
              <a:rPr lang="en-US" sz="1900" dirty="0"/>
              <a:t>: This menu allows the user to perform all activities related to the outbound order process, such as the outbound order planning and releasing as well as the picking, packing and shipping processes.</a:t>
            </a:r>
          </a:p>
          <a:p>
            <a:pPr algn="just">
              <a:lnSpc>
                <a:spcPct val="130000"/>
              </a:lnSpc>
            </a:pPr>
            <a:endParaRPr lang="en-CA" sz="1900" dirty="0"/>
          </a:p>
        </p:txBody>
      </p:sp>
      <p:pic>
        <p:nvPicPr>
          <p:cNvPr id="10" name="Picture 9">
            <a:extLst>
              <a:ext uri="{FF2B5EF4-FFF2-40B4-BE49-F238E27FC236}">
                <a16:creationId xmlns:a16="http://schemas.microsoft.com/office/drawing/2014/main" xmlns="" id="{F41D173A-4A94-4473-B577-1DBEA26E261D}"/>
              </a:ext>
            </a:extLst>
          </p:cNvPr>
          <p:cNvPicPr>
            <a:picLocks noChangeAspect="1"/>
          </p:cNvPicPr>
          <p:nvPr>
            <p:custDataLst>
              <p:tags r:id="rId3"/>
            </p:custDataLst>
          </p:nvPr>
        </p:nvPicPr>
        <p:blipFill>
          <a:blip r:embed="rId5"/>
          <a:stretch>
            <a:fillRect/>
          </a:stretch>
        </p:blipFill>
        <p:spPr>
          <a:xfrm>
            <a:off x="7890524" y="1352251"/>
            <a:ext cx="3799306" cy="4637387"/>
          </a:xfrm>
          <a:prstGeom prst="rect">
            <a:avLst/>
          </a:prstGeom>
        </p:spPr>
      </p:pic>
    </p:spTree>
    <p:extLst>
      <p:ext uri="{BB962C8B-B14F-4D97-AF65-F5344CB8AC3E}">
        <p14:creationId xmlns:p14="http://schemas.microsoft.com/office/powerpoint/2010/main" val="727957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xmlns="" id="{1BD3D2DE-F341-4C53-90C1-57D2937E90BD}"/>
              </a:ext>
            </a:extLst>
          </p:cNvPr>
          <p:cNvSpPr>
            <a:spLocks noGrp="1"/>
          </p:cNvSpPr>
          <p:nvPr>
            <p:ph idx="1"/>
            <p:custDataLst>
              <p:tags r:id="rId1"/>
            </p:custDataLst>
          </p:nvPr>
        </p:nvSpPr>
        <p:spPr>
          <a:xfrm>
            <a:off x="777743" y="1690688"/>
            <a:ext cx="6539562" cy="4470233"/>
          </a:xfrm>
        </p:spPr>
        <p:txBody>
          <a:bodyPr/>
          <a:lstStyle/>
          <a:p>
            <a:pPr algn="just">
              <a:lnSpc>
                <a:spcPct val="130000"/>
              </a:lnSpc>
              <a:buFont typeface="Wingdings" panose="05000000000000000000" pitchFamily="2" charset="2"/>
              <a:buChar char="Ø"/>
            </a:pPr>
            <a:r>
              <a:rPr lang="en-US" sz="2000" b="1" dirty="0"/>
              <a:t>Inventory Management</a:t>
            </a:r>
            <a:r>
              <a:rPr lang="en-US" sz="2000" dirty="0"/>
              <a:t>: This menu allows the user to perform activities such as the inventory relocation, inventory adjustments, inventory status modification, replenishments, cycle counts as well as activities related to maintenance of UOM and items/inventory volumetrics.</a:t>
            </a:r>
          </a:p>
          <a:p>
            <a:pPr algn="just">
              <a:lnSpc>
                <a:spcPct val="130000"/>
              </a:lnSpc>
              <a:buFont typeface="Wingdings" panose="05000000000000000000" pitchFamily="2" charset="2"/>
              <a:buChar char="Ø"/>
            </a:pPr>
            <a:r>
              <a:rPr lang="en-US" sz="2000" b="1" dirty="0"/>
              <a:t>Labor Management</a:t>
            </a:r>
            <a:r>
              <a:rPr lang="en-US" sz="2000" dirty="0"/>
              <a:t>: This menu allows the user to perform activities related to labor management. In particular, this menu includes the "Task Management" resource that is used to manage labor operations by prioritizing tasks assigned to users. </a:t>
            </a:r>
          </a:p>
          <a:p>
            <a:pPr algn="just">
              <a:lnSpc>
                <a:spcPct val="130000"/>
              </a:lnSpc>
            </a:pPr>
            <a:endParaRPr lang="en-CA" sz="2000" dirty="0"/>
          </a:p>
        </p:txBody>
      </p:sp>
      <p:pic>
        <p:nvPicPr>
          <p:cNvPr id="9" name="Picture 8">
            <a:extLst>
              <a:ext uri="{FF2B5EF4-FFF2-40B4-BE49-F238E27FC236}">
                <a16:creationId xmlns:a16="http://schemas.microsoft.com/office/drawing/2014/main" xmlns="" id="{63FB7AFA-DEAB-4079-8313-EB8CACB53AC3}"/>
              </a:ext>
            </a:extLst>
          </p:cNvPr>
          <p:cNvPicPr>
            <a:picLocks noChangeAspect="1"/>
          </p:cNvPicPr>
          <p:nvPr>
            <p:custDataLst>
              <p:tags r:id="rId2"/>
            </p:custDataLst>
          </p:nvPr>
        </p:nvPicPr>
        <p:blipFill>
          <a:blip r:embed="rId5"/>
          <a:stretch>
            <a:fillRect/>
          </a:stretch>
        </p:blipFill>
        <p:spPr>
          <a:xfrm>
            <a:off x="7765629" y="1076032"/>
            <a:ext cx="4036495" cy="4926897"/>
          </a:xfrm>
          <a:prstGeom prst="rect">
            <a:avLst/>
          </a:prstGeom>
        </p:spPr>
      </p:pic>
      <p:sp>
        <p:nvSpPr>
          <p:cNvPr id="8" name="Title 1">
            <a:extLst>
              <a:ext uri="{FF2B5EF4-FFF2-40B4-BE49-F238E27FC236}">
                <a16:creationId xmlns:a16="http://schemas.microsoft.com/office/drawing/2014/main" xmlns="" id="{809DCF7A-A1D6-4AD4-BAED-3CD81D4A27DF}"/>
              </a:ext>
            </a:extLst>
          </p:cNvPr>
          <p:cNvSpPr>
            <a:spLocks noGrp="1"/>
          </p:cNvSpPr>
          <p:nvPr>
            <p:ph type="title"/>
            <p:custDataLst>
              <p:tags r:id="rId3"/>
            </p:custDataLst>
          </p:nvPr>
        </p:nvSpPr>
        <p:spPr>
          <a:xfrm>
            <a:off x="838200" y="365125"/>
            <a:ext cx="10515600" cy="1325563"/>
          </a:xfrm>
        </p:spPr>
        <p:txBody>
          <a:bodyPr/>
          <a:lstStyle/>
          <a:p>
            <a:r>
              <a:rPr lang="en-US" sz="3600" dirty="0"/>
              <a:t>Menu Bar Navigation</a:t>
            </a:r>
            <a:br>
              <a:rPr lang="en-US" sz="3600" dirty="0"/>
            </a:br>
            <a:r>
              <a:rPr lang="en-US" sz="2800" dirty="0"/>
              <a:t>Details</a:t>
            </a:r>
            <a:endParaRPr lang="en-CA" dirty="0"/>
          </a:p>
        </p:txBody>
      </p:sp>
    </p:spTree>
    <p:extLst>
      <p:ext uri="{BB962C8B-B14F-4D97-AF65-F5344CB8AC3E}">
        <p14:creationId xmlns:p14="http://schemas.microsoft.com/office/powerpoint/2010/main" val="3099576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5DD2C711-9F08-448E-B416-2D065737F898}"/>
              </a:ext>
            </a:extLst>
          </p:cNvPr>
          <p:cNvPicPr>
            <a:picLocks noChangeAspect="1"/>
          </p:cNvPicPr>
          <p:nvPr>
            <p:custDataLst>
              <p:tags r:id="rId1"/>
            </p:custDataLst>
          </p:nvPr>
        </p:nvPicPr>
        <p:blipFill>
          <a:blip r:embed="rId5"/>
          <a:stretch>
            <a:fillRect/>
          </a:stretch>
        </p:blipFill>
        <p:spPr>
          <a:xfrm>
            <a:off x="7764080" y="1393106"/>
            <a:ext cx="4141187" cy="4351338"/>
          </a:xfrm>
          <a:prstGeom prst="rect">
            <a:avLst/>
          </a:prstGeom>
        </p:spPr>
      </p:pic>
      <p:sp>
        <p:nvSpPr>
          <p:cNvPr id="6" name="Content Placeholder 2">
            <a:extLst>
              <a:ext uri="{FF2B5EF4-FFF2-40B4-BE49-F238E27FC236}">
                <a16:creationId xmlns:a16="http://schemas.microsoft.com/office/drawing/2014/main" xmlns="" id="{9AA16F7F-533C-47FD-8D4D-76DD50484114}"/>
              </a:ext>
            </a:extLst>
          </p:cNvPr>
          <p:cNvSpPr>
            <a:spLocks noGrp="1"/>
          </p:cNvSpPr>
          <p:nvPr>
            <p:ph idx="1"/>
            <p:custDataLst>
              <p:tags r:id="rId2"/>
            </p:custDataLst>
          </p:nvPr>
        </p:nvSpPr>
        <p:spPr>
          <a:xfrm>
            <a:off x="673051" y="1690688"/>
            <a:ext cx="6539562" cy="4341535"/>
          </a:xfrm>
        </p:spPr>
        <p:txBody>
          <a:bodyPr/>
          <a:lstStyle/>
          <a:p>
            <a:pPr algn="just">
              <a:lnSpc>
                <a:spcPct val="130000"/>
              </a:lnSpc>
              <a:buFont typeface="Wingdings" panose="05000000000000000000" pitchFamily="2" charset="2"/>
              <a:buChar char="Ø"/>
            </a:pPr>
            <a:r>
              <a:rPr lang="en-US" sz="1800" b="1" dirty="0"/>
              <a:t>Online Queries</a:t>
            </a:r>
            <a:r>
              <a:rPr lang="en-US" sz="1800" dirty="0"/>
              <a:t>: This includes a number of resources that enable you to query the database for information. Resources available in this menu include Queued Commands, shippable units to some customers, Logged Transactions, Inbound and Outbound Order Query, Shipment Completion Queues, etc. </a:t>
            </a:r>
          </a:p>
          <a:p>
            <a:pPr algn="just">
              <a:lnSpc>
                <a:spcPct val="130000"/>
              </a:lnSpc>
              <a:buFont typeface="Wingdings" panose="05000000000000000000" pitchFamily="2" charset="2"/>
              <a:buChar char="Ø"/>
            </a:pPr>
            <a:r>
              <a:rPr lang="en-US" sz="1800" b="1" dirty="0"/>
              <a:t>Document Reprints</a:t>
            </a:r>
            <a:r>
              <a:rPr lang="en-US" sz="1800" dirty="0"/>
              <a:t>: Several resources are available that allow lists, labels, and paperwork used in the warehousing process to be reprinted, such as </a:t>
            </a:r>
            <a:r>
              <a:rPr lang="en-US" sz="1800" dirty="0" err="1"/>
              <a:t>putaway</a:t>
            </a:r>
            <a:r>
              <a:rPr lang="en-US" sz="1800" dirty="0"/>
              <a:t> or pick list, shipping documents, etc.</a:t>
            </a:r>
          </a:p>
          <a:p>
            <a:pPr algn="just">
              <a:lnSpc>
                <a:spcPct val="130000"/>
              </a:lnSpc>
              <a:buFont typeface="Wingdings" panose="05000000000000000000" pitchFamily="2" charset="2"/>
              <a:buChar char="Ø"/>
            </a:pPr>
            <a:r>
              <a:rPr lang="en-US" sz="1800" b="1" dirty="0"/>
              <a:t>Mobile WMS</a:t>
            </a:r>
            <a:r>
              <a:rPr lang="en-US" sz="1800" dirty="0"/>
              <a:t>: This menu allows you to access to the resources available via mobile equipment (RF equipment).</a:t>
            </a:r>
          </a:p>
          <a:p>
            <a:pPr algn="just">
              <a:lnSpc>
                <a:spcPct val="130000"/>
              </a:lnSpc>
            </a:pPr>
            <a:endParaRPr lang="en-CA" sz="1800" dirty="0"/>
          </a:p>
        </p:txBody>
      </p:sp>
      <p:sp>
        <p:nvSpPr>
          <p:cNvPr id="7" name="Title 1">
            <a:extLst>
              <a:ext uri="{FF2B5EF4-FFF2-40B4-BE49-F238E27FC236}">
                <a16:creationId xmlns:a16="http://schemas.microsoft.com/office/drawing/2014/main" xmlns="" id="{0997BBB2-02FC-4B18-A8B7-3BAD7939BEC4}"/>
              </a:ext>
            </a:extLst>
          </p:cNvPr>
          <p:cNvSpPr>
            <a:spLocks noGrp="1"/>
          </p:cNvSpPr>
          <p:nvPr>
            <p:ph type="title"/>
            <p:custDataLst>
              <p:tags r:id="rId3"/>
            </p:custDataLst>
          </p:nvPr>
        </p:nvSpPr>
        <p:spPr>
          <a:xfrm>
            <a:off x="838200" y="365125"/>
            <a:ext cx="10515600" cy="1325563"/>
          </a:xfrm>
        </p:spPr>
        <p:txBody>
          <a:bodyPr/>
          <a:lstStyle/>
          <a:p>
            <a:r>
              <a:rPr lang="en-US" sz="3600" dirty="0"/>
              <a:t>Menu Bar Navigation</a:t>
            </a:r>
            <a:br>
              <a:rPr lang="en-US" sz="3600" dirty="0"/>
            </a:br>
            <a:r>
              <a:rPr lang="en-US" sz="2800" dirty="0"/>
              <a:t>Details</a:t>
            </a:r>
            <a:endParaRPr lang="en-CA" dirty="0"/>
          </a:p>
        </p:txBody>
      </p:sp>
    </p:spTree>
    <p:extLst>
      <p:ext uri="{BB962C8B-B14F-4D97-AF65-F5344CB8AC3E}">
        <p14:creationId xmlns:p14="http://schemas.microsoft.com/office/powerpoint/2010/main" val="2392437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WMS Portal</a:t>
            </a:r>
            <a:br>
              <a:rPr lang="en-CA" sz="4400" b="1" dirty="0"/>
            </a:br>
            <a:r>
              <a:rPr lang="en-US" sz="4000" dirty="0"/>
              <a:t>Access a Resource</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725758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7AF7B9-F31E-416D-BEF2-C0E9DA0743D9}"/>
              </a:ext>
            </a:extLst>
          </p:cNvPr>
          <p:cNvSpPr>
            <a:spLocks noGrp="1"/>
          </p:cNvSpPr>
          <p:nvPr>
            <p:ph type="title"/>
            <p:custDataLst>
              <p:tags r:id="rId1"/>
            </p:custDataLst>
          </p:nvPr>
        </p:nvSpPr>
        <p:spPr/>
        <p:txBody>
          <a:bodyPr/>
          <a:lstStyle/>
          <a:p>
            <a:r>
              <a:rPr lang="fr-CA" dirty="0"/>
              <a:t>Access a Resource </a:t>
            </a:r>
            <a:endParaRPr lang="en-CA" dirty="0"/>
          </a:p>
        </p:txBody>
      </p:sp>
      <p:sp>
        <p:nvSpPr>
          <p:cNvPr id="3" name="Content Placeholder 2">
            <a:extLst>
              <a:ext uri="{FF2B5EF4-FFF2-40B4-BE49-F238E27FC236}">
                <a16:creationId xmlns:a16="http://schemas.microsoft.com/office/drawing/2014/main" xmlns="" id="{F4678CEF-6BBC-47FE-8F31-4DB54EB738C4}"/>
              </a:ext>
            </a:extLst>
          </p:cNvPr>
          <p:cNvSpPr>
            <a:spLocks noGrp="1"/>
          </p:cNvSpPr>
          <p:nvPr>
            <p:ph idx="1"/>
            <p:custDataLst>
              <p:tags r:id="rId2"/>
            </p:custDataLst>
          </p:nvPr>
        </p:nvSpPr>
        <p:spPr>
          <a:xfrm>
            <a:off x="485775" y="1100138"/>
            <a:ext cx="11087100" cy="5076826"/>
          </a:xfrm>
        </p:spPr>
        <p:txBody>
          <a:bodyPr/>
          <a:lstStyle/>
          <a:p>
            <a:pPr algn="just">
              <a:lnSpc>
                <a:spcPct val="120000"/>
              </a:lnSpc>
            </a:pPr>
            <a:r>
              <a:rPr lang="en-US" sz="2100" dirty="0"/>
              <a:t>By clicking on a specific menu, you can access the different resources of this menu. In this example, the "Inbound Order Management" menu allows the user to access the following resources: Inbound Orders, Inbound ASNs, Customer Returns, Store and Pharmaceutical Carousel Management. </a:t>
            </a:r>
          </a:p>
          <a:p>
            <a:endParaRPr lang="en-CA" dirty="0"/>
          </a:p>
        </p:txBody>
      </p:sp>
      <p:pic>
        <p:nvPicPr>
          <p:cNvPr id="5" name="Picture 4">
            <a:extLst>
              <a:ext uri="{FF2B5EF4-FFF2-40B4-BE49-F238E27FC236}">
                <a16:creationId xmlns:a16="http://schemas.microsoft.com/office/drawing/2014/main" xmlns="" id="{5D3DB71B-924A-4E1F-AC72-F6C6569765CD}"/>
              </a:ext>
            </a:extLst>
          </p:cNvPr>
          <p:cNvPicPr>
            <a:picLocks noChangeAspect="1"/>
          </p:cNvPicPr>
          <p:nvPr>
            <p:custDataLst>
              <p:tags r:id="rId3"/>
            </p:custDataLst>
          </p:nvPr>
        </p:nvPicPr>
        <p:blipFill>
          <a:blip r:embed="rId11"/>
          <a:stretch>
            <a:fillRect/>
          </a:stretch>
        </p:blipFill>
        <p:spPr>
          <a:xfrm>
            <a:off x="738187" y="2835275"/>
            <a:ext cx="2619375" cy="3471269"/>
          </a:xfrm>
          <a:prstGeom prst="rect">
            <a:avLst/>
          </a:prstGeom>
        </p:spPr>
      </p:pic>
      <p:pic>
        <p:nvPicPr>
          <p:cNvPr id="7" name="Picture 6">
            <a:extLst>
              <a:ext uri="{FF2B5EF4-FFF2-40B4-BE49-F238E27FC236}">
                <a16:creationId xmlns:a16="http://schemas.microsoft.com/office/drawing/2014/main" xmlns="" id="{0E66EEF1-29FD-4BFE-8D89-83490026928C}"/>
              </a:ext>
            </a:extLst>
          </p:cNvPr>
          <p:cNvPicPr>
            <a:picLocks noChangeAspect="1"/>
          </p:cNvPicPr>
          <p:nvPr>
            <p:custDataLst>
              <p:tags r:id="rId4"/>
            </p:custDataLst>
          </p:nvPr>
        </p:nvPicPr>
        <p:blipFill>
          <a:blip r:embed="rId12"/>
          <a:stretch>
            <a:fillRect/>
          </a:stretch>
        </p:blipFill>
        <p:spPr>
          <a:xfrm>
            <a:off x="3269457" y="4288034"/>
            <a:ext cx="8084343" cy="1800393"/>
          </a:xfrm>
          <a:prstGeom prst="rect">
            <a:avLst/>
          </a:prstGeom>
        </p:spPr>
      </p:pic>
      <p:grpSp>
        <p:nvGrpSpPr>
          <p:cNvPr id="8" name="Group 7">
            <a:extLst>
              <a:ext uri="{FF2B5EF4-FFF2-40B4-BE49-F238E27FC236}">
                <a16:creationId xmlns:a16="http://schemas.microsoft.com/office/drawing/2014/main" xmlns="" id="{DB36F46D-F35A-46BD-AB72-A435A483995C}"/>
              </a:ext>
            </a:extLst>
          </p:cNvPr>
          <p:cNvGrpSpPr/>
          <p:nvPr>
            <p:custDataLst>
              <p:tags r:id="rId5"/>
            </p:custDataLst>
          </p:nvPr>
        </p:nvGrpSpPr>
        <p:grpSpPr>
          <a:xfrm>
            <a:off x="2871038" y="3679277"/>
            <a:ext cx="1122948" cy="340785"/>
            <a:chOff x="3673642" y="3914274"/>
            <a:chExt cx="1122948" cy="340785"/>
          </a:xfrm>
        </p:grpSpPr>
        <p:cxnSp>
          <p:nvCxnSpPr>
            <p:cNvPr id="9" name="Straight Connector 8">
              <a:extLst>
                <a:ext uri="{FF2B5EF4-FFF2-40B4-BE49-F238E27FC236}">
                  <a16:creationId xmlns:a16="http://schemas.microsoft.com/office/drawing/2014/main" xmlns="" id="{93629075-04DE-4A23-873D-7BA9AC54B6B3}"/>
                </a:ext>
              </a:extLst>
            </p:cNvPr>
            <p:cNvCxnSpPr/>
            <p:nvPr/>
          </p:nvCxnSpPr>
          <p:spPr>
            <a:xfrm>
              <a:off x="3673642" y="3930316"/>
              <a:ext cx="1122948" cy="0"/>
            </a:xfrm>
            <a:prstGeom prst="line">
              <a:avLst/>
            </a:prstGeom>
            <a:ln w="28575">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xmlns="" id="{9537BB99-71CD-487C-BDDB-5F2A732C3E80}"/>
                </a:ext>
              </a:extLst>
            </p:cNvPr>
            <p:cNvCxnSpPr/>
            <p:nvPr/>
          </p:nvCxnSpPr>
          <p:spPr>
            <a:xfrm>
              <a:off x="4796590" y="3914274"/>
              <a:ext cx="0" cy="3407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xmlns="" id="{0FCA2DBB-EE3A-429D-9C42-1104C0CD540D}"/>
              </a:ext>
            </a:extLst>
          </p:cNvPr>
          <p:cNvGrpSpPr/>
          <p:nvPr>
            <p:custDataLst>
              <p:tags r:id="rId6"/>
            </p:custDataLst>
          </p:nvPr>
        </p:nvGrpSpPr>
        <p:grpSpPr>
          <a:xfrm>
            <a:off x="3993986" y="3679126"/>
            <a:ext cx="1755563" cy="420995"/>
            <a:chOff x="3673642" y="3914274"/>
            <a:chExt cx="1122948" cy="340785"/>
          </a:xfrm>
        </p:grpSpPr>
        <p:cxnSp>
          <p:nvCxnSpPr>
            <p:cNvPr id="12" name="Straight Connector 11">
              <a:extLst>
                <a:ext uri="{FF2B5EF4-FFF2-40B4-BE49-F238E27FC236}">
                  <a16:creationId xmlns:a16="http://schemas.microsoft.com/office/drawing/2014/main" xmlns="" id="{692201B0-E686-445C-8AAA-2393BA90D1E5}"/>
                </a:ext>
              </a:extLst>
            </p:cNvPr>
            <p:cNvCxnSpPr/>
            <p:nvPr/>
          </p:nvCxnSpPr>
          <p:spPr>
            <a:xfrm>
              <a:off x="3673642" y="3930316"/>
              <a:ext cx="1122948" cy="0"/>
            </a:xfrm>
            <a:prstGeom prst="line">
              <a:avLst/>
            </a:prstGeom>
            <a:ln w="28575">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xmlns="" id="{5382E31D-2172-4D92-BF38-414D7F3E8C25}"/>
                </a:ext>
              </a:extLst>
            </p:cNvPr>
            <p:cNvCxnSpPr/>
            <p:nvPr/>
          </p:nvCxnSpPr>
          <p:spPr>
            <a:xfrm>
              <a:off x="4796590" y="3914274"/>
              <a:ext cx="0" cy="3407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xmlns="" id="{732B3194-5157-4AF8-A198-5A6107835916}"/>
              </a:ext>
            </a:extLst>
          </p:cNvPr>
          <p:cNvGrpSpPr/>
          <p:nvPr>
            <p:custDataLst>
              <p:tags r:id="rId7"/>
            </p:custDataLst>
          </p:nvPr>
        </p:nvGrpSpPr>
        <p:grpSpPr>
          <a:xfrm>
            <a:off x="5749549" y="3680070"/>
            <a:ext cx="1439064" cy="420995"/>
            <a:chOff x="3673642" y="3914274"/>
            <a:chExt cx="1122948" cy="340785"/>
          </a:xfrm>
        </p:grpSpPr>
        <p:cxnSp>
          <p:nvCxnSpPr>
            <p:cNvPr id="15" name="Straight Connector 14">
              <a:extLst>
                <a:ext uri="{FF2B5EF4-FFF2-40B4-BE49-F238E27FC236}">
                  <a16:creationId xmlns:a16="http://schemas.microsoft.com/office/drawing/2014/main" xmlns="" id="{6030DE3B-43E3-40E1-BFB7-196CD13EE68A}"/>
                </a:ext>
              </a:extLst>
            </p:cNvPr>
            <p:cNvCxnSpPr/>
            <p:nvPr/>
          </p:nvCxnSpPr>
          <p:spPr>
            <a:xfrm>
              <a:off x="3673642" y="3930316"/>
              <a:ext cx="1122948" cy="0"/>
            </a:xfrm>
            <a:prstGeom prst="line">
              <a:avLst/>
            </a:prstGeom>
            <a:ln w="28575">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xmlns="" id="{8E2E1562-6C8D-47B9-9D7C-51AEF2E33AA1}"/>
                </a:ext>
              </a:extLst>
            </p:cNvPr>
            <p:cNvCxnSpPr/>
            <p:nvPr/>
          </p:nvCxnSpPr>
          <p:spPr>
            <a:xfrm>
              <a:off x="4796590" y="3914274"/>
              <a:ext cx="0" cy="3407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xmlns="" id="{E8DFFE10-8B70-4C9F-9A0F-FEEB499B165E}"/>
              </a:ext>
            </a:extLst>
          </p:cNvPr>
          <p:cNvGrpSpPr/>
          <p:nvPr>
            <p:custDataLst>
              <p:tags r:id="rId8"/>
            </p:custDataLst>
          </p:nvPr>
        </p:nvGrpSpPr>
        <p:grpSpPr>
          <a:xfrm>
            <a:off x="7165353" y="3679125"/>
            <a:ext cx="1552257" cy="420995"/>
            <a:chOff x="3673642" y="3914274"/>
            <a:chExt cx="1122948" cy="340785"/>
          </a:xfrm>
        </p:grpSpPr>
        <p:cxnSp>
          <p:nvCxnSpPr>
            <p:cNvPr id="18" name="Straight Connector 17">
              <a:extLst>
                <a:ext uri="{FF2B5EF4-FFF2-40B4-BE49-F238E27FC236}">
                  <a16:creationId xmlns:a16="http://schemas.microsoft.com/office/drawing/2014/main" xmlns="" id="{EAF5359C-723C-4848-92F0-A8CEB91C13BC}"/>
                </a:ext>
              </a:extLst>
            </p:cNvPr>
            <p:cNvCxnSpPr/>
            <p:nvPr/>
          </p:nvCxnSpPr>
          <p:spPr>
            <a:xfrm>
              <a:off x="3673642" y="3930316"/>
              <a:ext cx="1122948" cy="0"/>
            </a:xfrm>
            <a:prstGeom prst="line">
              <a:avLst/>
            </a:prstGeom>
            <a:ln w="28575">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xmlns="" id="{297B1591-FC82-4047-A731-840D9E950574}"/>
                </a:ext>
              </a:extLst>
            </p:cNvPr>
            <p:cNvCxnSpPr/>
            <p:nvPr/>
          </p:nvCxnSpPr>
          <p:spPr>
            <a:xfrm>
              <a:off x="4796590" y="3914274"/>
              <a:ext cx="0" cy="3407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xmlns="" id="{04E7CCD1-C0A3-4E33-BE2B-131E4EE4B181}"/>
              </a:ext>
            </a:extLst>
          </p:cNvPr>
          <p:cNvGrpSpPr/>
          <p:nvPr>
            <p:custDataLst>
              <p:tags r:id="rId9"/>
            </p:custDataLst>
          </p:nvPr>
        </p:nvGrpSpPr>
        <p:grpSpPr>
          <a:xfrm>
            <a:off x="8705980" y="3669151"/>
            <a:ext cx="1552257" cy="420995"/>
            <a:chOff x="3673642" y="3914274"/>
            <a:chExt cx="1122948" cy="340785"/>
          </a:xfrm>
        </p:grpSpPr>
        <p:cxnSp>
          <p:nvCxnSpPr>
            <p:cNvPr id="21" name="Straight Connector 20">
              <a:extLst>
                <a:ext uri="{FF2B5EF4-FFF2-40B4-BE49-F238E27FC236}">
                  <a16:creationId xmlns:a16="http://schemas.microsoft.com/office/drawing/2014/main" xmlns="" id="{58B5E97E-823C-4888-8C97-0A4F195D56B8}"/>
                </a:ext>
              </a:extLst>
            </p:cNvPr>
            <p:cNvCxnSpPr/>
            <p:nvPr/>
          </p:nvCxnSpPr>
          <p:spPr>
            <a:xfrm>
              <a:off x="3673642" y="3930316"/>
              <a:ext cx="1122948" cy="0"/>
            </a:xfrm>
            <a:prstGeom prst="line">
              <a:avLst/>
            </a:prstGeom>
            <a:ln w="28575">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xmlns="" id="{0048E833-FB67-451A-875D-D6445F262495}"/>
                </a:ext>
              </a:extLst>
            </p:cNvPr>
            <p:cNvCxnSpPr/>
            <p:nvPr/>
          </p:nvCxnSpPr>
          <p:spPr>
            <a:xfrm>
              <a:off x="4796590" y="3914274"/>
              <a:ext cx="0" cy="34078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56121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7AF7B9-F31E-416D-BEF2-C0E9DA0743D9}"/>
              </a:ext>
            </a:extLst>
          </p:cNvPr>
          <p:cNvSpPr>
            <a:spLocks noGrp="1"/>
          </p:cNvSpPr>
          <p:nvPr>
            <p:ph type="title"/>
            <p:custDataLst>
              <p:tags r:id="rId1"/>
            </p:custDataLst>
          </p:nvPr>
        </p:nvSpPr>
        <p:spPr/>
        <p:txBody>
          <a:bodyPr/>
          <a:lstStyle/>
          <a:p>
            <a:r>
              <a:rPr lang="fr-CA" dirty="0"/>
              <a:t>Access a Resource </a:t>
            </a:r>
            <a:endParaRPr lang="en-CA" dirty="0"/>
          </a:p>
        </p:txBody>
      </p:sp>
      <p:sp>
        <p:nvSpPr>
          <p:cNvPr id="3" name="Content Placeholder 2">
            <a:extLst>
              <a:ext uri="{FF2B5EF4-FFF2-40B4-BE49-F238E27FC236}">
                <a16:creationId xmlns:a16="http://schemas.microsoft.com/office/drawing/2014/main" xmlns="" id="{F4678CEF-6BBC-47FE-8F31-4DB54EB738C4}"/>
              </a:ext>
            </a:extLst>
          </p:cNvPr>
          <p:cNvSpPr>
            <a:spLocks noGrp="1"/>
          </p:cNvSpPr>
          <p:nvPr>
            <p:ph idx="1"/>
            <p:custDataLst>
              <p:tags r:id="rId2"/>
            </p:custDataLst>
          </p:nvPr>
        </p:nvSpPr>
        <p:spPr>
          <a:xfrm>
            <a:off x="838200" y="1377387"/>
            <a:ext cx="10515600" cy="4799576"/>
          </a:xfrm>
        </p:spPr>
        <p:txBody>
          <a:bodyPr/>
          <a:lstStyle/>
          <a:p>
            <a:r>
              <a:rPr lang="en-US" sz="2100" dirty="0"/>
              <a:t> Similarly, each resource consists of different sub-resources. </a:t>
            </a:r>
          </a:p>
          <a:p>
            <a:endParaRPr lang="en-CA" dirty="0"/>
          </a:p>
        </p:txBody>
      </p:sp>
      <p:pic>
        <p:nvPicPr>
          <p:cNvPr id="5" name="Picture 4">
            <a:extLst>
              <a:ext uri="{FF2B5EF4-FFF2-40B4-BE49-F238E27FC236}">
                <a16:creationId xmlns:a16="http://schemas.microsoft.com/office/drawing/2014/main" xmlns="" id="{CB6774E5-859E-4B9C-8425-58A82B0D3CAA}"/>
              </a:ext>
            </a:extLst>
          </p:cNvPr>
          <p:cNvPicPr>
            <a:picLocks noChangeAspect="1"/>
          </p:cNvPicPr>
          <p:nvPr>
            <p:custDataLst>
              <p:tags r:id="rId3"/>
            </p:custDataLst>
          </p:nvPr>
        </p:nvPicPr>
        <p:blipFill>
          <a:blip r:embed="rId7"/>
          <a:stretch>
            <a:fillRect/>
          </a:stretch>
        </p:blipFill>
        <p:spPr>
          <a:xfrm>
            <a:off x="357311" y="2057159"/>
            <a:ext cx="2571655" cy="3760605"/>
          </a:xfrm>
          <a:prstGeom prst="rect">
            <a:avLst/>
          </a:prstGeom>
        </p:spPr>
      </p:pic>
      <p:pic>
        <p:nvPicPr>
          <p:cNvPr id="7" name="Picture 6">
            <a:extLst>
              <a:ext uri="{FF2B5EF4-FFF2-40B4-BE49-F238E27FC236}">
                <a16:creationId xmlns:a16="http://schemas.microsoft.com/office/drawing/2014/main" xmlns="" id="{BF5AF4B8-B8EF-4044-8389-55E6E2FB384B}"/>
              </a:ext>
            </a:extLst>
          </p:cNvPr>
          <p:cNvPicPr>
            <a:picLocks noChangeAspect="1"/>
          </p:cNvPicPr>
          <p:nvPr>
            <p:custDataLst>
              <p:tags r:id="rId4"/>
            </p:custDataLst>
          </p:nvPr>
        </p:nvPicPr>
        <p:blipFill>
          <a:blip r:embed="rId8"/>
          <a:stretch>
            <a:fillRect/>
          </a:stretch>
        </p:blipFill>
        <p:spPr>
          <a:xfrm>
            <a:off x="3155900" y="4097439"/>
            <a:ext cx="8678789" cy="1882372"/>
          </a:xfrm>
          <a:prstGeom prst="rect">
            <a:avLst/>
          </a:prstGeom>
        </p:spPr>
      </p:pic>
      <p:grpSp>
        <p:nvGrpSpPr>
          <p:cNvPr id="8" name="Group 7">
            <a:extLst>
              <a:ext uri="{FF2B5EF4-FFF2-40B4-BE49-F238E27FC236}">
                <a16:creationId xmlns:a16="http://schemas.microsoft.com/office/drawing/2014/main" xmlns="" id="{A5E570B6-AD77-429D-9C73-8102A28E32F5}"/>
              </a:ext>
            </a:extLst>
          </p:cNvPr>
          <p:cNvGrpSpPr/>
          <p:nvPr>
            <p:custDataLst>
              <p:tags r:id="rId5"/>
            </p:custDataLst>
          </p:nvPr>
        </p:nvGrpSpPr>
        <p:grpSpPr>
          <a:xfrm>
            <a:off x="2894241" y="3490701"/>
            <a:ext cx="1099025" cy="862165"/>
            <a:chOff x="3934434" y="3252480"/>
            <a:chExt cx="816576" cy="1351604"/>
          </a:xfrm>
        </p:grpSpPr>
        <p:cxnSp>
          <p:nvCxnSpPr>
            <p:cNvPr id="9" name="Straight Connector 8">
              <a:extLst>
                <a:ext uri="{FF2B5EF4-FFF2-40B4-BE49-F238E27FC236}">
                  <a16:creationId xmlns:a16="http://schemas.microsoft.com/office/drawing/2014/main" xmlns="" id="{AA7B01B5-B180-464F-9328-CD0F6BF025EF}"/>
                </a:ext>
              </a:extLst>
            </p:cNvPr>
            <p:cNvCxnSpPr>
              <a:cxnSpLocks/>
            </p:cNvCxnSpPr>
            <p:nvPr/>
          </p:nvCxnSpPr>
          <p:spPr>
            <a:xfrm>
              <a:off x="3934434" y="3252480"/>
              <a:ext cx="816576" cy="0"/>
            </a:xfrm>
            <a:prstGeom prst="line">
              <a:avLst/>
            </a:prstGeom>
            <a:ln w="28575">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xmlns="" id="{320D4E6E-0D90-4A4A-B8A9-34C105AA0400}"/>
                </a:ext>
              </a:extLst>
            </p:cNvPr>
            <p:cNvCxnSpPr>
              <a:cxnSpLocks/>
            </p:cNvCxnSpPr>
            <p:nvPr/>
          </p:nvCxnSpPr>
          <p:spPr>
            <a:xfrm>
              <a:off x="4733230" y="3252480"/>
              <a:ext cx="0" cy="13516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01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WMS Portal</a:t>
            </a:r>
            <a:br>
              <a:rPr lang="en-CA" sz="4400" b="1" dirty="0"/>
            </a:br>
            <a:r>
              <a:rPr lang="en-US" sz="4000" dirty="0"/>
              <a:t>Search Bar</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1798917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887CE0-9D65-43C3-A23B-A89E9A89E88A}"/>
              </a:ext>
            </a:extLst>
          </p:cNvPr>
          <p:cNvSpPr>
            <a:spLocks noGrp="1"/>
          </p:cNvSpPr>
          <p:nvPr>
            <p:ph type="title"/>
            <p:custDataLst>
              <p:tags r:id="rId1"/>
            </p:custDataLst>
          </p:nvPr>
        </p:nvSpPr>
        <p:spPr/>
        <p:txBody>
          <a:bodyPr/>
          <a:lstStyle/>
          <a:p>
            <a:r>
              <a:rPr lang="fr-CA" dirty="0" err="1"/>
              <a:t>Search</a:t>
            </a:r>
            <a:r>
              <a:rPr lang="fr-CA" dirty="0"/>
              <a:t> Bar </a:t>
            </a:r>
            <a:br>
              <a:rPr lang="fr-CA" dirty="0"/>
            </a:br>
            <a:r>
              <a:rPr lang="fr-CA" sz="2800" dirty="0"/>
              <a:t>Resource Code </a:t>
            </a:r>
            <a:endParaRPr lang="en-CA" dirty="0"/>
          </a:p>
        </p:txBody>
      </p:sp>
      <p:sp>
        <p:nvSpPr>
          <p:cNvPr id="3" name="Content Placeholder 2">
            <a:extLst>
              <a:ext uri="{FF2B5EF4-FFF2-40B4-BE49-F238E27FC236}">
                <a16:creationId xmlns:a16="http://schemas.microsoft.com/office/drawing/2014/main" xmlns="" id="{6EC74C6D-4C42-49F6-BA7A-0850BD8465D9}"/>
              </a:ext>
            </a:extLst>
          </p:cNvPr>
          <p:cNvSpPr>
            <a:spLocks noGrp="1"/>
          </p:cNvSpPr>
          <p:nvPr>
            <p:ph idx="1"/>
            <p:custDataLst>
              <p:tags r:id="rId2"/>
            </p:custDataLst>
          </p:nvPr>
        </p:nvSpPr>
        <p:spPr>
          <a:xfrm>
            <a:off x="838199" y="1499616"/>
            <a:ext cx="10990519" cy="4677347"/>
          </a:xfrm>
        </p:spPr>
        <p:txBody>
          <a:bodyPr/>
          <a:lstStyle/>
          <a:p>
            <a:pPr algn="just">
              <a:lnSpc>
                <a:spcPct val="150000"/>
              </a:lnSpc>
            </a:pPr>
            <a:r>
              <a:rPr lang="fr-CA" sz="2100" dirty="0" err="1"/>
              <a:t>Each</a:t>
            </a:r>
            <a:r>
              <a:rPr lang="fr-CA" sz="2100" dirty="0"/>
              <a:t> </a:t>
            </a:r>
            <a:r>
              <a:rPr lang="fr-CA" sz="2100" dirty="0" err="1"/>
              <a:t>resource</a:t>
            </a:r>
            <a:r>
              <a:rPr lang="en-US" sz="2100" dirty="0"/>
              <a:t> is associated with its own code which can be entered directly into the search bar.</a:t>
            </a:r>
            <a:r>
              <a:rPr lang="fr-CA" sz="2100" dirty="0"/>
              <a:t> </a:t>
            </a:r>
          </a:p>
          <a:p>
            <a:pPr marL="0" indent="0" algn="just">
              <a:lnSpc>
                <a:spcPct val="150000"/>
              </a:lnSpc>
              <a:buNone/>
            </a:pPr>
            <a:endParaRPr lang="fr-CA" sz="2100" dirty="0"/>
          </a:p>
          <a:p>
            <a:pPr algn="just">
              <a:lnSpc>
                <a:spcPct val="150000"/>
              </a:lnSpc>
            </a:pPr>
            <a:r>
              <a:rPr lang="fr-CA" sz="2100" dirty="0" err="1"/>
              <a:t>Here</a:t>
            </a:r>
            <a:r>
              <a:rPr lang="fr-CA" sz="2100" dirty="0"/>
              <a:t> are </a:t>
            </a:r>
            <a:r>
              <a:rPr lang="fr-CA" sz="2100" dirty="0" err="1"/>
              <a:t>some</a:t>
            </a:r>
            <a:r>
              <a:rPr lang="fr-CA" sz="2100" dirty="0"/>
              <a:t> </a:t>
            </a:r>
            <a:r>
              <a:rPr lang="fr-CA" sz="2100" dirty="0" err="1"/>
              <a:t>examples</a:t>
            </a:r>
            <a:r>
              <a:rPr lang="fr-CA" sz="2100" dirty="0"/>
              <a:t>: </a:t>
            </a:r>
            <a:endParaRPr lang="en-CA" sz="2100" dirty="0"/>
          </a:p>
          <a:p>
            <a:pPr algn="just">
              <a:lnSpc>
                <a:spcPct val="150000"/>
              </a:lnSpc>
            </a:pPr>
            <a:endParaRPr lang="en-CA" sz="2100" dirty="0"/>
          </a:p>
        </p:txBody>
      </p:sp>
      <p:pic>
        <p:nvPicPr>
          <p:cNvPr id="5" name="Picture 4">
            <a:extLst>
              <a:ext uri="{FF2B5EF4-FFF2-40B4-BE49-F238E27FC236}">
                <a16:creationId xmlns:a16="http://schemas.microsoft.com/office/drawing/2014/main" xmlns="" id="{EA35A239-2215-4F11-A6FE-A818FA9BA4F7}"/>
              </a:ext>
            </a:extLst>
          </p:cNvPr>
          <p:cNvPicPr>
            <a:picLocks noChangeAspect="1"/>
          </p:cNvPicPr>
          <p:nvPr>
            <p:custDataLst>
              <p:tags r:id="rId3"/>
            </p:custDataLst>
          </p:nvPr>
        </p:nvPicPr>
        <p:blipFill>
          <a:blip r:embed="rId7"/>
          <a:stretch>
            <a:fillRect/>
          </a:stretch>
        </p:blipFill>
        <p:spPr>
          <a:xfrm>
            <a:off x="1083223" y="2144894"/>
            <a:ext cx="5250235" cy="553981"/>
          </a:xfrm>
          <a:prstGeom prst="rect">
            <a:avLst/>
          </a:prstGeom>
        </p:spPr>
      </p:pic>
      <p:graphicFrame>
        <p:nvGraphicFramePr>
          <p:cNvPr id="6" name="Table 17">
            <a:extLst>
              <a:ext uri="{FF2B5EF4-FFF2-40B4-BE49-F238E27FC236}">
                <a16:creationId xmlns:a16="http://schemas.microsoft.com/office/drawing/2014/main" xmlns="" id="{90A2249C-EADF-41EA-9E31-89BE9A3B78D7}"/>
              </a:ext>
            </a:extLst>
          </p:cNvPr>
          <p:cNvGraphicFramePr>
            <a:graphicFrameLocks noGrp="1"/>
          </p:cNvGraphicFramePr>
          <p:nvPr>
            <p:custDataLst>
              <p:tags r:id="rId4"/>
            </p:custDataLst>
            <p:extLst>
              <p:ext uri="{D42A27DB-BD31-4B8C-83A1-F6EECF244321}">
                <p14:modId xmlns:p14="http://schemas.microsoft.com/office/powerpoint/2010/main" val="2424274082"/>
              </p:ext>
            </p:extLst>
          </p:nvPr>
        </p:nvGraphicFramePr>
        <p:xfrm>
          <a:off x="363281" y="3399282"/>
          <a:ext cx="5272503" cy="2662614"/>
        </p:xfrm>
        <a:graphic>
          <a:graphicData uri="http://schemas.openxmlformats.org/drawingml/2006/table">
            <a:tbl>
              <a:tblPr firstRow="1" bandRow="1">
                <a:tableStyleId>{9D7B26C5-4107-4FEC-AEDC-1716B250A1EF}</a:tableStyleId>
              </a:tblPr>
              <a:tblGrid>
                <a:gridCol w="2740645">
                  <a:extLst>
                    <a:ext uri="{9D8B030D-6E8A-4147-A177-3AD203B41FA5}">
                      <a16:colId xmlns:a16="http://schemas.microsoft.com/office/drawing/2014/main" xmlns="" val="4073206431"/>
                    </a:ext>
                  </a:extLst>
                </a:gridCol>
                <a:gridCol w="2531858">
                  <a:extLst>
                    <a:ext uri="{9D8B030D-6E8A-4147-A177-3AD203B41FA5}">
                      <a16:colId xmlns:a16="http://schemas.microsoft.com/office/drawing/2014/main" xmlns="" val="4184621954"/>
                    </a:ext>
                  </a:extLst>
                </a:gridCol>
              </a:tblGrid>
              <a:tr h="295846">
                <a:tc>
                  <a:txBody>
                    <a:bodyPr/>
                    <a:lstStyle/>
                    <a:p>
                      <a:pPr algn="ctr" fontAlgn="ctr"/>
                      <a:r>
                        <a:rPr lang="en-CA" sz="1400" u="none" strike="noStrike" dirty="0">
                          <a:effectLst/>
                        </a:rPr>
                        <a:t>Resource</a:t>
                      </a:r>
                      <a:endParaRPr lang="en-CA" sz="14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ctr" fontAlgn="ctr"/>
                      <a:r>
                        <a:rPr lang="en-CA" sz="1400" u="none" strike="noStrike" dirty="0">
                          <a:effectLst/>
                        </a:rPr>
                        <a:t>Code</a:t>
                      </a:r>
                      <a:endParaRPr lang="en-CA" sz="14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xmlns="" val="1778839454"/>
                  </a:ext>
                </a:extLst>
              </a:tr>
              <a:tr h="295846">
                <a:tc gridSpan="2">
                  <a:txBody>
                    <a:bodyPr/>
                    <a:lstStyle/>
                    <a:p>
                      <a:pPr marL="0" algn="ctr" defTabSz="914400" rtl="0" eaLnBrk="1" fontAlgn="b" latinLnBrk="0" hangingPunct="1"/>
                      <a:r>
                        <a:rPr lang="fr-CA" sz="1300" b="1" u="none" strike="noStrike" kern="1200" dirty="0">
                          <a:solidFill>
                            <a:schemeClr val="tx1"/>
                          </a:solidFill>
                          <a:effectLst/>
                          <a:latin typeface="+mn-lt"/>
                          <a:ea typeface="+mn-ea"/>
                          <a:cs typeface="+mn-cs"/>
                        </a:rPr>
                        <a:t>Inbound </a:t>
                      </a:r>
                      <a:r>
                        <a:rPr lang="fr-CA" sz="1300" b="1" u="none" strike="noStrike" kern="1200" dirty="0" err="1">
                          <a:solidFill>
                            <a:schemeClr val="tx1"/>
                          </a:solidFill>
                          <a:effectLst/>
                          <a:latin typeface="+mn-lt"/>
                          <a:ea typeface="+mn-ea"/>
                          <a:cs typeface="+mn-cs"/>
                        </a:rPr>
                        <a:t>Order</a:t>
                      </a:r>
                      <a:r>
                        <a:rPr lang="fr-CA" sz="1300" b="1" u="none" strike="noStrike" kern="1200" dirty="0">
                          <a:solidFill>
                            <a:schemeClr val="tx1"/>
                          </a:solidFill>
                          <a:effectLst/>
                          <a:latin typeface="+mn-lt"/>
                          <a:ea typeface="+mn-ea"/>
                          <a:cs typeface="+mn-cs"/>
                        </a:rPr>
                        <a:t> Process</a:t>
                      </a:r>
                      <a:endParaRPr lang="en-CA" sz="1300" b="1" u="none" strike="noStrike" kern="1200" dirty="0">
                        <a:solidFill>
                          <a:schemeClr val="tx1"/>
                        </a:solidFill>
                        <a:effectLst/>
                        <a:latin typeface="+mn-lt"/>
                        <a:ea typeface="+mn-ea"/>
                        <a:cs typeface="+mn-cs"/>
                      </a:endParaRPr>
                    </a:p>
                  </a:txBody>
                  <a:tcPr marL="9525" marR="9525" marT="9525" marB="0" anchor="ctr"/>
                </a:tc>
                <a:tc hMerge="1">
                  <a:txBody>
                    <a:bodyPr/>
                    <a:lstStyle/>
                    <a:p>
                      <a:pPr algn="ctr" fontAlgn="ctr"/>
                      <a:endParaRPr lang="en-CA" sz="14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xmlns="" val="3864366061"/>
                  </a:ext>
                </a:extLst>
              </a:tr>
              <a:tr h="295846">
                <a:tc>
                  <a:txBody>
                    <a:bodyPr/>
                    <a:lstStyle/>
                    <a:p>
                      <a:pPr algn="l" fontAlgn="b"/>
                      <a:r>
                        <a:rPr lang="en-CA" sz="1300" u="none" strike="noStrike" dirty="0">
                          <a:effectLst/>
                        </a:rPr>
                        <a:t>Inbound Order Entry </a:t>
                      </a:r>
                      <a:endParaRPr lang="en-CA" sz="13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CA" sz="1300" u="none" strike="noStrike" dirty="0" err="1">
                          <a:effectLst/>
                        </a:rPr>
                        <a:t>ibom_f</a:t>
                      </a:r>
                      <a:endParaRPr lang="en-CA" sz="13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41247313"/>
                  </a:ext>
                </a:extLst>
              </a:tr>
              <a:tr h="295846">
                <a:tc>
                  <a:txBody>
                    <a:bodyPr/>
                    <a:lstStyle/>
                    <a:p>
                      <a:pPr algn="l" fontAlgn="b"/>
                      <a:r>
                        <a:rPr lang="en-CA" sz="1300" u="none" strike="noStrike" dirty="0">
                          <a:effectLst/>
                        </a:rPr>
                        <a:t>Inbound Order Planning </a:t>
                      </a:r>
                      <a:endParaRPr lang="en-CA" sz="13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CA" sz="1300" u="none" strike="noStrike" dirty="0" err="1">
                          <a:effectLst/>
                        </a:rPr>
                        <a:t>ibom_f.plan</a:t>
                      </a:r>
                      <a:endParaRPr lang="en-CA" sz="13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2697527896"/>
                  </a:ext>
                </a:extLst>
              </a:tr>
              <a:tr h="295846">
                <a:tc>
                  <a:txBody>
                    <a:bodyPr/>
                    <a:lstStyle/>
                    <a:p>
                      <a:pPr algn="l" fontAlgn="b"/>
                      <a:r>
                        <a:rPr lang="en-CA" sz="1300" u="none" strike="noStrike" dirty="0">
                          <a:effectLst/>
                        </a:rPr>
                        <a:t>Inbound Order Receiving</a:t>
                      </a:r>
                      <a:endParaRPr lang="en-CA" sz="13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CA" sz="1300" u="none" strike="noStrike" dirty="0" err="1">
                          <a:effectLst/>
                        </a:rPr>
                        <a:t>rf_f.order_receiving</a:t>
                      </a:r>
                      <a:endParaRPr lang="en-CA" sz="13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736441092"/>
                  </a:ext>
                </a:extLst>
              </a:tr>
              <a:tr h="295846">
                <a:tc>
                  <a:txBody>
                    <a:bodyPr/>
                    <a:lstStyle/>
                    <a:p>
                      <a:pPr algn="l" fontAlgn="b"/>
                      <a:r>
                        <a:rPr lang="en-CA" sz="1300" u="none" strike="noStrike" dirty="0">
                          <a:effectLst/>
                        </a:rPr>
                        <a:t>Receipt Closeout</a:t>
                      </a:r>
                      <a:endParaRPr lang="en-CA" sz="13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CA" sz="1300" u="none" strike="noStrike" dirty="0" err="1">
                          <a:effectLst/>
                        </a:rPr>
                        <a:t>rc_f.close</a:t>
                      </a:r>
                      <a:endParaRPr lang="en-CA" sz="13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2049132473"/>
                  </a:ext>
                </a:extLst>
              </a:tr>
              <a:tr h="295846">
                <a:tc>
                  <a:txBody>
                    <a:bodyPr/>
                    <a:lstStyle/>
                    <a:p>
                      <a:pPr algn="l" fontAlgn="b"/>
                      <a:r>
                        <a:rPr lang="en-CA" sz="1300" u="none" strike="noStrike">
                          <a:effectLst/>
                        </a:rPr>
                        <a:t>Release for Putaway </a:t>
                      </a:r>
                      <a:endParaRPr lang="en-CA" sz="13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CA" sz="1300" u="none" strike="noStrike" dirty="0" err="1">
                          <a:effectLst/>
                        </a:rPr>
                        <a:t>rf_f.release_putaway</a:t>
                      </a:r>
                      <a:endParaRPr lang="en-CA" sz="13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2687353238"/>
                  </a:ext>
                </a:extLst>
              </a:tr>
              <a:tr h="295846">
                <a:tc>
                  <a:txBody>
                    <a:bodyPr/>
                    <a:lstStyle/>
                    <a:p>
                      <a:pPr algn="l" fontAlgn="b"/>
                      <a:r>
                        <a:rPr lang="en-CA" sz="1300" u="none" strike="noStrike">
                          <a:effectLst/>
                        </a:rPr>
                        <a:t>Putaway List Generation </a:t>
                      </a:r>
                      <a:endParaRPr lang="en-CA" sz="13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CA" sz="1300" u="none" strike="noStrike" dirty="0" err="1">
                          <a:effectLst/>
                        </a:rPr>
                        <a:t>cm_f.generate_putaway</a:t>
                      </a:r>
                      <a:endParaRPr lang="en-CA" sz="13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4015311988"/>
                  </a:ext>
                </a:extLst>
              </a:tr>
              <a:tr h="295846">
                <a:tc>
                  <a:txBody>
                    <a:bodyPr/>
                    <a:lstStyle/>
                    <a:p>
                      <a:pPr algn="l" fontAlgn="b"/>
                      <a:r>
                        <a:rPr lang="en-CA" sz="1300" u="none" strike="noStrike">
                          <a:effectLst/>
                        </a:rPr>
                        <a:t>Putaway List Completion</a:t>
                      </a:r>
                      <a:endParaRPr lang="en-CA" sz="13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CA" sz="1300" u="none" strike="noStrike" dirty="0" err="1">
                          <a:effectLst/>
                        </a:rPr>
                        <a:t>cm_f.putaway_completion</a:t>
                      </a:r>
                      <a:endParaRPr lang="en-CA" sz="13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735187555"/>
                  </a:ext>
                </a:extLst>
              </a:tr>
            </a:tbl>
          </a:graphicData>
        </a:graphic>
      </p:graphicFrame>
      <p:graphicFrame>
        <p:nvGraphicFramePr>
          <p:cNvPr id="7" name="Content Placeholder 4">
            <a:extLst>
              <a:ext uri="{FF2B5EF4-FFF2-40B4-BE49-F238E27FC236}">
                <a16:creationId xmlns:a16="http://schemas.microsoft.com/office/drawing/2014/main" xmlns="" id="{C77CC333-79BB-4239-8608-4E693EF0F932}"/>
              </a:ext>
            </a:extLst>
          </p:cNvPr>
          <p:cNvGraphicFramePr>
            <a:graphicFrameLocks/>
          </p:cNvGraphicFramePr>
          <p:nvPr>
            <p:custDataLst>
              <p:tags r:id="rId5"/>
            </p:custDataLst>
            <p:extLst>
              <p:ext uri="{D42A27DB-BD31-4B8C-83A1-F6EECF244321}">
                <p14:modId xmlns:p14="http://schemas.microsoft.com/office/powerpoint/2010/main" val="3693521866"/>
              </p:ext>
            </p:extLst>
          </p:nvPr>
        </p:nvGraphicFramePr>
        <p:xfrm>
          <a:off x="5872052" y="3399282"/>
          <a:ext cx="5749948" cy="2735562"/>
        </p:xfrm>
        <a:graphic>
          <a:graphicData uri="http://schemas.openxmlformats.org/drawingml/2006/table">
            <a:tbl>
              <a:tblPr firstRow="1" bandRow="1">
                <a:tableStyleId>{9D7B26C5-4107-4FEC-AEDC-1716B250A1EF}</a:tableStyleId>
              </a:tblPr>
              <a:tblGrid>
                <a:gridCol w="2774735">
                  <a:extLst>
                    <a:ext uri="{9D8B030D-6E8A-4147-A177-3AD203B41FA5}">
                      <a16:colId xmlns:a16="http://schemas.microsoft.com/office/drawing/2014/main" xmlns="" val="3305853507"/>
                    </a:ext>
                  </a:extLst>
                </a:gridCol>
                <a:gridCol w="2975213">
                  <a:extLst>
                    <a:ext uri="{9D8B030D-6E8A-4147-A177-3AD203B41FA5}">
                      <a16:colId xmlns:a16="http://schemas.microsoft.com/office/drawing/2014/main" xmlns="" val="3803122516"/>
                    </a:ext>
                  </a:extLst>
                </a:gridCol>
              </a:tblGrid>
              <a:tr h="284739">
                <a:tc>
                  <a:txBody>
                    <a:bodyPr/>
                    <a:lstStyle/>
                    <a:p>
                      <a:pPr algn="ctr" fontAlgn="ctr"/>
                      <a:r>
                        <a:rPr lang="en-CA" sz="1400" u="none" strike="noStrike" dirty="0">
                          <a:effectLst/>
                        </a:rPr>
                        <a:t>Resource</a:t>
                      </a:r>
                      <a:endParaRPr lang="en-CA" sz="14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ctr" fontAlgn="ctr"/>
                      <a:r>
                        <a:rPr lang="en-CA" sz="1400" u="none" strike="noStrike" dirty="0">
                          <a:effectLst/>
                        </a:rPr>
                        <a:t>Code</a:t>
                      </a:r>
                      <a:endParaRPr lang="en-CA" sz="14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xmlns="" val="3734289234"/>
                  </a:ext>
                </a:extLst>
              </a:tr>
              <a:tr h="284739">
                <a:tc gridSpan="2">
                  <a:txBody>
                    <a:bodyPr/>
                    <a:lstStyle/>
                    <a:p>
                      <a:pPr marL="0" algn="ctr" defTabSz="914400" rtl="0" eaLnBrk="1" fontAlgn="b" latinLnBrk="0" hangingPunct="1"/>
                      <a:r>
                        <a:rPr lang="fr-CA" sz="1300" b="1" u="none" strike="noStrike" kern="1200" dirty="0">
                          <a:solidFill>
                            <a:schemeClr val="tx1"/>
                          </a:solidFill>
                          <a:effectLst/>
                          <a:latin typeface="+mn-lt"/>
                          <a:ea typeface="+mn-ea"/>
                          <a:cs typeface="+mn-cs"/>
                        </a:rPr>
                        <a:t>Inventory Management</a:t>
                      </a:r>
                      <a:endParaRPr lang="en-CA" sz="1300" b="1" u="none" strike="noStrike" kern="1200" dirty="0">
                        <a:solidFill>
                          <a:schemeClr val="tx1"/>
                        </a:solidFill>
                        <a:effectLst/>
                        <a:latin typeface="+mn-lt"/>
                        <a:ea typeface="+mn-ea"/>
                        <a:cs typeface="+mn-cs"/>
                      </a:endParaRPr>
                    </a:p>
                  </a:txBody>
                  <a:tcPr marL="9525" marR="9525" marT="9525" marB="0" anchor="ctr"/>
                </a:tc>
                <a:tc hMerge="1">
                  <a:txBody>
                    <a:bodyPr/>
                    <a:lstStyle/>
                    <a:p>
                      <a:pPr algn="ctr" fontAlgn="ctr"/>
                      <a:endParaRPr lang="en-CA" sz="14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xmlns="" val="2851692163"/>
                  </a:ext>
                </a:extLst>
              </a:tr>
              <a:tr h="284739">
                <a:tc>
                  <a:txBody>
                    <a:bodyPr/>
                    <a:lstStyle/>
                    <a:p>
                      <a:pPr marL="0" algn="l" defTabSz="914400" rtl="0" eaLnBrk="1" fontAlgn="b" latinLnBrk="0" hangingPunct="1"/>
                      <a:r>
                        <a:rPr lang="en-CA" sz="1400" u="none" strike="noStrike" kern="1200" dirty="0">
                          <a:solidFill>
                            <a:schemeClr val="tx1"/>
                          </a:solidFill>
                          <a:effectLst/>
                          <a:latin typeface="+mn-lt"/>
                          <a:ea typeface="+mn-ea"/>
                          <a:cs typeface="+mn-cs"/>
                        </a:rPr>
                        <a:t>Inventory Relocation </a:t>
                      </a:r>
                    </a:p>
                  </a:txBody>
                  <a:tcPr marL="9525" marR="9525" marT="9525" marB="0" anchor="b"/>
                </a:tc>
                <a:tc>
                  <a:txBody>
                    <a:bodyPr/>
                    <a:lstStyle/>
                    <a:p>
                      <a:pPr marL="0" algn="l" defTabSz="914400" rtl="0" eaLnBrk="1" fontAlgn="b" latinLnBrk="0" hangingPunct="1"/>
                      <a:r>
                        <a:rPr lang="en-CA" sz="1400" u="none" strike="noStrike" kern="1200" dirty="0" err="1">
                          <a:solidFill>
                            <a:schemeClr val="tx1"/>
                          </a:solidFill>
                          <a:effectLst/>
                          <a:latin typeface="+mn-lt"/>
                          <a:ea typeface="+mn-ea"/>
                          <a:cs typeface="+mn-cs"/>
                        </a:rPr>
                        <a:t>iv_f.relocation</a:t>
                      </a:r>
                      <a:endParaRPr lang="en-CA" sz="14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119755258"/>
                  </a:ext>
                </a:extLst>
              </a:tr>
              <a:tr h="284739">
                <a:tc>
                  <a:txBody>
                    <a:bodyPr/>
                    <a:lstStyle/>
                    <a:p>
                      <a:pPr algn="l" fontAlgn="b"/>
                      <a:r>
                        <a:rPr lang="en-CA" sz="1400" u="none" strike="noStrike" kern="1200" dirty="0">
                          <a:solidFill>
                            <a:schemeClr val="tx1"/>
                          </a:solidFill>
                          <a:effectLst/>
                          <a:latin typeface="+mn-lt"/>
                          <a:ea typeface="+mn-ea"/>
                          <a:cs typeface="+mn-cs"/>
                        </a:rPr>
                        <a:t>Inventory Adjustments </a:t>
                      </a:r>
                    </a:p>
                  </a:txBody>
                  <a:tcPr marL="9525" marR="9525" marT="9525" marB="0" anchor="b"/>
                </a:tc>
                <a:tc>
                  <a:txBody>
                    <a:bodyPr/>
                    <a:lstStyle/>
                    <a:p>
                      <a:pPr algn="l" fontAlgn="b"/>
                      <a:r>
                        <a:rPr lang="en-CA" sz="1400" u="none" strike="noStrike" kern="1200" dirty="0" err="1">
                          <a:solidFill>
                            <a:schemeClr val="tx1"/>
                          </a:solidFill>
                          <a:effectLst/>
                          <a:latin typeface="+mn-lt"/>
                          <a:ea typeface="+mn-ea"/>
                          <a:cs typeface="+mn-cs"/>
                        </a:rPr>
                        <a:t>iv_f.adjust</a:t>
                      </a:r>
                      <a:endParaRPr lang="en-CA" sz="14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685728445"/>
                  </a:ext>
                </a:extLst>
              </a:tr>
              <a:tr h="284739">
                <a:tc>
                  <a:txBody>
                    <a:bodyPr/>
                    <a:lstStyle/>
                    <a:p>
                      <a:pPr algn="l" fontAlgn="b"/>
                      <a:r>
                        <a:rPr lang="en-CA" sz="1400" u="none" strike="noStrike" dirty="0">
                          <a:effectLst/>
                        </a:rPr>
                        <a:t>Replenishment List Completion </a:t>
                      </a:r>
                      <a:endParaRPr lang="en-CA"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CA" sz="1400" u="none" strike="noStrike" dirty="0" err="1">
                          <a:effectLst/>
                        </a:rPr>
                        <a:t>cm_f.replenishment_completion</a:t>
                      </a:r>
                      <a:endParaRPr lang="en-CA"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462645911"/>
                  </a:ext>
                </a:extLst>
              </a:tr>
              <a:tr h="457650">
                <a:tc>
                  <a:txBody>
                    <a:bodyPr/>
                    <a:lstStyle/>
                    <a:p>
                      <a:pPr algn="l" fontAlgn="b"/>
                      <a:r>
                        <a:rPr lang="en-CA" sz="1400" u="none" strike="noStrike" dirty="0">
                          <a:effectLst/>
                        </a:rPr>
                        <a:t>Wave Replenishment Management</a:t>
                      </a:r>
                      <a:endParaRPr lang="en-CA"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CA" sz="1400" u="none" strike="noStrike" dirty="0" err="1">
                          <a:effectLst/>
                        </a:rPr>
                        <a:t>wv_f.repl_wave_mgmt</a:t>
                      </a:r>
                      <a:endParaRPr lang="en-CA"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418567770"/>
                  </a:ext>
                </a:extLst>
              </a:tr>
              <a:tr h="284739">
                <a:tc>
                  <a:txBody>
                    <a:bodyPr/>
                    <a:lstStyle/>
                    <a:p>
                      <a:pPr algn="l" fontAlgn="b"/>
                      <a:r>
                        <a:rPr lang="en-CA" sz="1400" u="none" strike="noStrike">
                          <a:effectLst/>
                        </a:rPr>
                        <a:t>Cycle count Management</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CA" sz="1400" u="none" strike="noStrike" dirty="0" err="1">
                          <a:effectLst/>
                        </a:rPr>
                        <a:t>cc_f.mgmt</a:t>
                      </a:r>
                      <a:endParaRPr lang="en-CA"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4120384224"/>
                  </a:ext>
                </a:extLst>
              </a:tr>
              <a:tr h="284739">
                <a:tc>
                  <a:txBody>
                    <a:bodyPr/>
                    <a:lstStyle/>
                    <a:p>
                      <a:pPr algn="l" fontAlgn="b"/>
                      <a:r>
                        <a:rPr lang="en-CA" sz="1400" u="none" strike="noStrike" dirty="0">
                          <a:effectLst/>
                        </a:rPr>
                        <a:t>Cycle Count List Completion </a:t>
                      </a:r>
                      <a:endParaRPr lang="en-CA"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400" u="none" strike="noStrike" dirty="0" err="1">
                          <a:effectLst/>
                        </a:rPr>
                        <a:t>cp_f.cycle_count_completion</a:t>
                      </a: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551884189"/>
                  </a:ext>
                </a:extLst>
              </a:tr>
              <a:tr h="284739">
                <a:tc>
                  <a:txBody>
                    <a:bodyPr/>
                    <a:lstStyle/>
                    <a:p>
                      <a:pPr algn="l" fontAlgn="b"/>
                      <a:r>
                        <a:rPr lang="en-CA" sz="1400" u="none" strike="noStrike">
                          <a:effectLst/>
                        </a:rPr>
                        <a:t>Cycle Count Exceptions</a:t>
                      </a:r>
                      <a:endParaRPr lang="en-C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CA" sz="1400" u="none" strike="noStrike" dirty="0" err="1">
                          <a:effectLst/>
                        </a:rPr>
                        <a:t>cc_exception</a:t>
                      </a:r>
                      <a:endParaRPr lang="en-CA"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2844020414"/>
                  </a:ext>
                </a:extLst>
              </a:tr>
            </a:tbl>
          </a:graphicData>
        </a:graphic>
      </p:graphicFrame>
    </p:spTree>
    <p:extLst>
      <p:ext uri="{BB962C8B-B14F-4D97-AF65-F5344CB8AC3E}">
        <p14:creationId xmlns:p14="http://schemas.microsoft.com/office/powerpoint/2010/main" val="2632247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226F174-AEE6-4AE6-826F-0642F52EEB62}"/>
              </a:ext>
            </a:extLst>
          </p:cNvPr>
          <p:cNvSpPr>
            <a:spLocks noGrp="1"/>
          </p:cNvSpPr>
          <p:nvPr>
            <p:ph idx="1"/>
            <p:custDataLst>
              <p:tags r:id="rId1"/>
            </p:custDataLst>
          </p:nvPr>
        </p:nvSpPr>
        <p:spPr>
          <a:xfrm>
            <a:off x="838200" y="1690687"/>
            <a:ext cx="10515600" cy="4486275"/>
          </a:xfrm>
        </p:spPr>
        <p:txBody>
          <a:bodyPr/>
          <a:lstStyle/>
          <a:p>
            <a:r>
              <a:rPr lang="en-CA" sz="2100" dirty="0"/>
              <a:t>Examples (continued):</a:t>
            </a:r>
          </a:p>
          <a:p>
            <a:endParaRPr lang="en-CA" sz="2100" dirty="0"/>
          </a:p>
        </p:txBody>
      </p:sp>
      <p:graphicFrame>
        <p:nvGraphicFramePr>
          <p:cNvPr id="5" name="Table 17">
            <a:extLst>
              <a:ext uri="{FF2B5EF4-FFF2-40B4-BE49-F238E27FC236}">
                <a16:creationId xmlns:a16="http://schemas.microsoft.com/office/drawing/2014/main" xmlns="" id="{5C6BBF59-15A7-4455-B28F-C742D5189F31}"/>
              </a:ext>
            </a:extLst>
          </p:cNvPr>
          <p:cNvGraphicFramePr>
            <a:graphicFrameLocks noGrp="1"/>
          </p:cNvGraphicFramePr>
          <p:nvPr>
            <p:custDataLst>
              <p:tags r:id="rId2"/>
            </p:custDataLst>
            <p:extLst>
              <p:ext uri="{D42A27DB-BD31-4B8C-83A1-F6EECF244321}">
                <p14:modId xmlns:p14="http://schemas.microsoft.com/office/powerpoint/2010/main" val="3414530086"/>
              </p:ext>
            </p:extLst>
          </p:nvPr>
        </p:nvGraphicFramePr>
        <p:xfrm>
          <a:off x="4949307" y="1074842"/>
          <a:ext cx="6076844" cy="5102121"/>
        </p:xfrm>
        <a:graphic>
          <a:graphicData uri="http://schemas.openxmlformats.org/drawingml/2006/table">
            <a:tbl>
              <a:tblPr firstRow="1" bandRow="1">
                <a:tableStyleId>{9D7B26C5-4107-4FEC-AEDC-1716B250A1EF}</a:tableStyleId>
              </a:tblPr>
              <a:tblGrid>
                <a:gridCol w="3158742">
                  <a:extLst>
                    <a:ext uri="{9D8B030D-6E8A-4147-A177-3AD203B41FA5}">
                      <a16:colId xmlns:a16="http://schemas.microsoft.com/office/drawing/2014/main" xmlns="" val="4073206431"/>
                    </a:ext>
                  </a:extLst>
                </a:gridCol>
                <a:gridCol w="2918102">
                  <a:extLst>
                    <a:ext uri="{9D8B030D-6E8A-4147-A177-3AD203B41FA5}">
                      <a16:colId xmlns:a16="http://schemas.microsoft.com/office/drawing/2014/main" xmlns="" val="4184621954"/>
                    </a:ext>
                  </a:extLst>
                </a:gridCol>
              </a:tblGrid>
              <a:tr h="424155">
                <a:tc>
                  <a:txBody>
                    <a:bodyPr/>
                    <a:lstStyle/>
                    <a:p>
                      <a:pPr algn="ctr" fontAlgn="ctr"/>
                      <a:r>
                        <a:rPr lang="en-CA" sz="1400" u="none" strike="noStrike" dirty="0">
                          <a:effectLst/>
                        </a:rPr>
                        <a:t>Resource</a:t>
                      </a:r>
                      <a:endParaRPr lang="en-CA" sz="14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ctr" fontAlgn="ctr"/>
                      <a:r>
                        <a:rPr lang="en-CA" sz="1400" u="none" strike="noStrike" dirty="0">
                          <a:effectLst/>
                        </a:rPr>
                        <a:t>Code</a:t>
                      </a:r>
                      <a:endParaRPr lang="en-CA" sz="14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xmlns="" val="1778839454"/>
                  </a:ext>
                </a:extLst>
              </a:tr>
              <a:tr h="324492">
                <a:tc gridSpan="2">
                  <a:txBody>
                    <a:bodyPr/>
                    <a:lstStyle/>
                    <a:p>
                      <a:pPr algn="ctr" fontAlgn="b"/>
                      <a:r>
                        <a:rPr lang="fr-CA" sz="1300" b="1" u="none" strike="noStrike" kern="1200" dirty="0" err="1">
                          <a:solidFill>
                            <a:schemeClr val="tx1"/>
                          </a:solidFill>
                          <a:effectLst/>
                          <a:latin typeface="+mn-lt"/>
                          <a:ea typeface="+mn-ea"/>
                          <a:cs typeface="+mn-cs"/>
                        </a:rPr>
                        <a:t>Outbound</a:t>
                      </a:r>
                      <a:r>
                        <a:rPr lang="fr-CA" sz="1300" b="1" u="none" strike="noStrike" kern="1200" dirty="0">
                          <a:solidFill>
                            <a:schemeClr val="tx1"/>
                          </a:solidFill>
                          <a:effectLst/>
                          <a:latin typeface="+mn-lt"/>
                          <a:ea typeface="+mn-ea"/>
                          <a:cs typeface="+mn-cs"/>
                        </a:rPr>
                        <a:t> </a:t>
                      </a:r>
                      <a:r>
                        <a:rPr lang="fr-CA" sz="1300" b="1" u="none" strike="noStrike" kern="1200" dirty="0" err="1">
                          <a:solidFill>
                            <a:schemeClr val="tx1"/>
                          </a:solidFill>
                          <a:effectLst/>
                          <a:latin typeface="+mn-lt"/>
                          <a:ea typeface="+mn-ea"/>
                          <a:cs typeface="+mn-cs"/>
                        </a:rPr>
                        <a:t>Order</a:t>
                      </a:r>
                      <a:r>
                        <a:rPr lang="fr-CA" sz="1300" b="1" u="none" strike="noStrike" kern="1200" dirty="0">
                          <a:solidFill>
                            <a:schemeClr val="tx1"/>
                          </a:solidFill>
                          <a:effectLst/>
                          <a:latin typeface="+mn-lt"/>
                          <a:ea typeface="+mn-ea"/>
                          <a:cs typeface="+mn-cs"/>
                        </a:rPr>
                        <a:t> Process</a:t>
                      </a:r>
                      <a:endParaRPr lang="en-CA" sz="1300" b="1" u="none" strike="noStrike" kern="1200" dirty="0">
                        <a:solidFill>
                          <a:schemeClr val="tx1"/>
                        </a:solidFill>
                        <a:effectLst/>
                        <a:latin typeface="+mn-lt"/>
                        <a:ea typeface="+mn-ea"/>
                        <a:cs typeface="+mn-cs"/>
                      </a:endParaRPr>
                    </a:p>
                  </a:txBody>
                  <a:tcPr marL="9525" marR="9525" marT="9525" marB="0" anchor="b"/>
                </a:tc>
                <a:tc hMerge="1">
                  <a:txBody>
                    <a:bodyPr/>
                    <a:lstStyle/>
                    <a:p>
                      <a:pPr algn="l" fontAlgn="b"/>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1330093418"/>
                  </a:ext>
                </a:extLst>
              </a:tr>
              <a:tr h="324492">
                <a:tc>
                  <a:txBody>
                    <a:bodyPr/>
                    <a:lstStyle/>
                    <a:p>
                      <a:pPr algn="l" fontAlgn="b"/>
                      <a:r>
                        <a:rPr lang="en-CA" sz="1300" u="none" strike="noStrike" kern="1200" dirty="0">
                          <a:solidFill>
                            <a:schemeClr val="tx1"/>
                          </a:solidFill>
                          <a:effectLst/>
                          <a:latin typeface="+mn-lt"/>
                          <a:ea typeface="+mn-ea"/>
                          <a:cs typeface="+mn-cs"/>
                        </a:rPr>
                        <a:t>Outbound Order Entry</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om_f</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851263885"/>
                  </a:ext>
                </a:extLst>
              </a:tr>
              <a:tr h="324492">
                <a:tc>
                  <a:txBody>
                    <a:bodyPr/>
                    <a:lstStyle/>
                    <a:p>
                      <a:pPr algn="l" fontAlgn="b"/>
                      <a:r>
                        <a:rPr lang="en-CA" sz="1300" u="none" strike="noStrike" kern="1200" dirty="0">
                          <a:solidFill>
                            <a:schemeClr val="tx1"/>
                          </a:solidFill>
                          <a:effectLst/>
                          <a:latin typeface="+mn-lt"/>
                          <a:ea typeface="+mn-ea"/>
                          <a:cs typeface="+mn-cs"/>
                        </a:rPr>
                        <a:t>Outbound Order Planning </a:t>
                      </a:r>
                    </a:p>
                  </a:txBody>
                  <a:tcPr marL="9525" marR="9525" marT="9525" marB="0" anchor="b"/>
                </a:tc>
                <a:tc>
                  <a:txBody>
                    <a:bodyPr/>
                    <a:lstStyle/>
                    <a:p>
                      <a:pPr algn="l" fontAlgn="b"/>
                      <a:r>
                        <a:rPr lang="en-CA" sz="1300" u="none" strike="noStrike" kern="1200">
                          <a:solidFill>
                            <a:schemeClr val="tx1"/>
                          </a:solidFill>
                          <a:effectLst/>
                          <a:latin typeface="+mn-lt"/>
                          <a:ea typeface="+mn-ea"/>
                          <a:cs typeface="+mn-cs"/>
                        </a:rPr>
                        <a:t>om_f.plan</a:t>
                      </a:r>
                    </a:p>
                  </a:txBody>
                  <a:tcPr marL="9525" marR="9525" marT="9525" marB="0" anchor="b"/>
                </a:tc>
                <a:extLst>
                  <a:ext uri="{0D108BD9-81ED-4DB2-BD59-A6C34878D82A}">
                    <a16:rowId xmlns:a16="http://schemas.microsoft.com/office/drawing/2014/main" xmlns="" val="711156213"/>
                  </a:ext>
                </a:extLst>
              </a:tr>
              <a:tr h="324492">
                <a:tc>
                  <a:txBody>
                    <a:bodyPr/>
                    <a:lstStyle/>
                    <a:p>
                      <a:pPr algn="l" fontAlgn="b"/>
                      <a:r>
                        <a:rPr lang="en-CA" sz="1300" u="none" strike="noStrike" kern="1200" dirty="0">
                          <a:solidFill>
                            <a:schemeClr val="tx1"/>
                          </a:solidFill>
                          <a:effectLst/>
                          <a:latin typeface="+mn-lt"/>
                          <a:ea typeface="+mn-ea"/>
                          <a:cs typeface="+mn-cs"/>
                        </a:rPr>
                        <a:t>Wave Management</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wv_f.wave_mgmt</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935701336"/>
                  </a:ext>
                </a:extLst>
              </a:tr>
              <a:tr h="324492">
                <a:tc>
                  <a:txBody>
                    <a:bodyPr/>
                    <a:lstStyle/>
                    <a:p>
                      <a:pPr algn="l" fontAlgn="b"/>
                      <a:r>
                        <a:rPr lang="en-CA" sz="1300" u="none" strike="noStrike" kern="1200" dirty="0">
                          <a:solidFill>
                            <a:schemeClr val="tx1"/>
                          </a:solidFill>
                          <a:effectLst/>
                          <a:latin typeface="+mn-lt"/>
                          <a:ea typeface="+mn-ea"/>
                          <a:cs typeface="+mn-cs"/>
                        </a:rPr>
                        <a:t>Pick List Completion </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cm_f.pick_completion</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311892961"/>
                  </a:ext>
                </a:extLst>
              </a:tr>
              <a:tr h="554277">
                <a:tc>
                  <a:txBody>
                    <a:bodyPr/>
                    <a:lstStyle/>
                    <a:p>
                      <a:pPr algn="l" fontAlgn="b"/>
                      <a:r>
                        <a:rPr lang="en-CA" sz="1300" u="none" strike="noStrike" kern="1200" dirty="0">
                          <a:solidFill>
                            <a:schemeClr val="tx1"/>
                          </a:solidFill>
                          <a:effectLst/>
                          <a:latin typeface="+mn-lt"/>
                          <a:ea typeface="+mn-ea"/>
                          <a:cs typeface="+mn-cs"/>
                        </a:rPr>
                        <a:t>Basic Picking Verification </a:t>
                      </a:r>
                    </a:p>
                  </a:txBody>
                  <a:tcPr marL="9525" marR="9525" marT="9525" marB="0" anchor="b"/>
                </a:tc>
                <a:tc>
                  <a:txBody>
                    <a:bodyPr/>
                    <a:lstStyle/>
                    <a:p>
                      <a:pPr algn="l" fontAlgn="b"/>
                      <a:r>
                        <a:rPr lang="en-US" sz="1300" u="none" strike="noStrike" kern="1200" dirty="0" err="1">
                          <a:solidFill>
                            <a:schemeClr val="tx1"/>
                          </a:solidFill>
                          <a:effectLst/>
                          <a:latin typeface="+mn-lt"/>
                          <a:ea typeface="+mn-ea"/>
                          <a:cs typeface="+mn-cs"/>
                        </a:rPr>
                        <a:t>shipunit_f.basic_pick_verification</a:t>
                      </a:r>
                      <a:endParaRPr lang="en-US"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534603752"/>
                  </a:ext>
                </a:extLst>
              </a:tr>
              <a:tr h="554277">
                <a:tc>
                  <a:txBody>
                    <a:bodyPr/>
                    <a:lstStyle/>
                    <a:p>
                      <a:pPr algn="l" fontAlgn="b"/>
                      <a:r>
                        <a:rPr lang="en-CA" sz="1300" u="none" strike="noStrike" kern="1200" dirty="0">
                          <a:solidFill>
                            <a:schemeClr val="tx1"/>
                          </a:solidFill>
                          <a:effectLst/>
                          <a:latin typeface="+mn-lt"/>
                          <a:ea typeface="+mn-ea"/>
                          <a:cs typeface="+mn-cs"/>
                        </a:rPr>
                        <a:t>Replenishment List Completion </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cm_f.replenishment_completion</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1432819333"/>
                  </a:ext>
                </a:extLst>
              </a:tr>
              <a:tr h="324492">
                <a:tc>
                  <a:txBody>
                    <a:bodyPr/>
                    <a:lstStyle/>
                    <a:p>
                      <a:pPr algn="l" fontAlgn="b"/>
                      <a:r>
                        <a:rPr lang="en-CA" sz="1300" u="none" strike="noStrike" kern="1200" dirty="0">
                          <a:solidFill>
                            <a:schemeClr val="tx1"/>
                          </a:solidFill>
                          <a:effectLst/>
                          <a:latin typeface="+mn-lt"/>
                          <a:ea typeface="+mn-ea"/>
                          <a:cs typeface="+mn-cs"/>
                        </a:rPr>
                        <a:t>Container Nest</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wrk_container.nest</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705213558"/>
                  </a:ext>
                </a:extLst>
              </a:tr>
              <a:tr h="324492">
                <a:tc>
                  <a:txBody>
                    <a:bodyPr/>
                    <a:lstStyle/>
                    <a:p>
                      <a:pPr algn="l" fontAlgn="b"/>
                      <a:r>
                        <a:rPr lang="en-CA" sz="1300" u="none" strike="noStrike" kern="1200" dirty="0">
                          <a:solidFill>
                            <a:schemeClr val="tx1"/>
                          </a:solidFill>
                          <a:effectLst/>
                          <a:latin typeface="+mn-lt"/>
                          <a:ea typeface="+mn-ea"/>
                          <a:cs typeface="+mn-cs"/>
                        </a:rPr>
                        <a:t>Container Merge or Unpack</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wrk_container.merge_unpack</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59596342"/>
                  </a:ext>
                </a:extLst>
              </a:tr>
              <a:tr h="324492">
                <a:tc>
                  <a:txBody>
                    <a:bodyPr/>
                    <a:lstStyle/>
                    <a:p>
                      <a:pPr algn="l" fontAlgn="b"/>
                      <a:r>
                        <a:rPr lang="en-CA" sz="1300" u="none" strike="noStrike" kern="1200" dirty="0">
                          <a:solidFill>
                            <a:schemeClr val="tx1"/>
                          </a:solidFill>
                          <a:effectLst/>
                          <a:latin typeface="+mn-lt"/>
                          <a:ea typeface="+mn-ea"/>
                          <a:cs typeface="+mn-cs"/>
                        </a:rPr>
                        <a:t>Shipment Edit </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om_f.shipment_edit</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75549766"/>
                  </a:ext>
                </a:extLst>
              </a:tr>
              <a:tr h="324492">
                <a:tc>
                  <a:txBody>
                    <a:bodyPr/>
                    <a:lstStyle/>
                    <a:p>
                      <a:pPr algn="l" fontAlgn="b"/>
                      <a:r>
                        <a:rPr lang="en-CA" sz="1300" u="none" strike="noStrike" kern="1200" dirty="0">
                          <a:solidFill>
                            <a:schemeClr val="tx1"/>
                          </a:solidFill>
                          <a:effectLst/>
                          <a:latin typeface="+mn-lt"/>
                          <a:ea typeface="+mn-ea"/>
                          <a:cs typeface="+mn-cs"/>
                        </a:rPr>
                        <a:t>Trailer Management </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lc_f</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262680469"/>
                  </a:ext>
                </a:extLst>
              </a:tr>
              <a:tr h="324492">
                <a:tc>
                  <a:txBody>
                    <a:bodyPr/>
                    <a:lstStyle/>
                    <a:p>
                      <a:pPr algn="l" fontAlgn="b"/>
                      <a:r>
                        <a:rPr lang="en-CA" sz="1300" u="none" strike="noStrike" kern="1200" dirty="0">
                          <a:solidFill>
                            <a:schemeClr val="tx1"/>
                          </a:solidFill>
                          <a:effectLst/>
                          <a:latin typeface="+mn-lt"/>
                          <a:ea typeface="+mn-ea"/>
                          <a:cs typeface="+mn-cs"/>
                        </a:rPr>
                        <a:t>Shipment Completion by Order </a:t>
                      </a:r>
                    </a:p>
                  </a:txBody>
                  <a:tcPr marL="9525" marR="9525" marT="9525" marB="0" anchor="b"/>
                </a:tc>
                <a:tc>
                  <a:txBody>
                    <a:bodyPr/>
                    <a:lstStyle/>
                    <a:p>
                      <a:pPr algn="l" fontAlgn="b"/>
                      <a:r>
                        <a:rPr lang="en-US" sz="1300" u="none" strike="noStrike" kern="1200" dirty="0" err="1">
                          <a:solidFill>
                            <a:schemeClr val="tx1"/>
                          </a:solidFill>
                          <a:effectLst/>
                          <a:latin typeface="+mn-lt"/>
                          <a:ea typeface="+mn-ea"/>
                          <a:cs typeface="+mn-cs"/>
                        </a:rPr>
                        <a:t>om_f.ship_complete_by_order</a:t>
                      </a:r>
                      <a:endParaRPr lang="en-US"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195874034"/>
                  </a:ext>
                </a:extLst>
              </a:tr>
              <a:tr h="324492">
                <a:tc>
                  <a:txBody>
                    <a:bodyPr/>
                    <a:lstStyle/>
                    <a:p>
                      <a:pPr algn="l" fontAlgn="b"/>
                      <a:r>
                        <a:rPr lang="en-CA" sz="1300" u="none" strike="noStrike" kern="1200" dirty="0">
                          <a:solidFill>
                            <a:schemeClr val="tx1"/>
                          </a:solidFill>
                          <a:effectLst/>
                          <a:latin typeface="+mn-lt"/>
                          <a:ea typeface="+mn-ea"/>
                          <a:cs typeface="+mn-cs"/>
                        </a:rPr>
                        <a:t>Shipment Completion </a:t>
                      </a:r>
                    </a:p>
                  </a:txBody>
                  <a:tcPr marL="9525" marR="9525" marT="9525" marB="0" anchor="b"/>
                </a:tc>
                <a:tc>
                  <a:txBody>
                    <a:bodyPr/>
                    <a:lstStyle/>
                    <a:p>
                      <a:pPr algn="l" fontAlgn="b"/>
                      <a:r>
                        <a:rPr lang="en-CA" sz="1300" u="none" strike="noStrike" kern="1200" dirty="0" err="1">
                          <a:solidFill>
                            <a:schemeClr val="tx1"/>
                          </a:solidFill>
                          <a:effectLst/>
                          <a:latin typeface="+mn-lt"/>
                          <a:ea typeface="+mn-ea"/>
                          <a:cs typeface="+mn-cs"/>
                        </a:rPr>
                        <a:t>shipunit_f.shipment_completion</a:t>
                      </a:r>
                      <a:endParaRPr lang="en-CA" sz="1300" u="none" strike="noStrike" kern="1200" dirty="0">
                        <a:solidFill>
                          <a:schemeClr val="tx1"/>
                        </a:solidFill>
                        <a:effectLst/>
                        <a:latin typeface="+mn-lt"/>
                        <a:ea typeface="+mn-ea"/>
                        <a:cs typeface="+mn-cs"/>
                      </a:endParaRPr>
                    </a:p>
                  </a:txBody>
                  <a:tcPr marL="9525" marR="9525" marT="9525" marB="0" anchor="b"/>
                </a:tc>
                <a:extLst>
                  <a:ext uri="{0D108BD9-81ED-4DB2-BD59-A6C34878D82A}">
                    <a16:rowId xmlns:a16="http://schemas.microsoft.com/office/drawing/2014/main" xmlns="" val="2069543695"/>
                  </a:ext>
                </a:extLst>
              </a:tr>
            </a:tbl>
          </a:graphicData>
        </a:graphic>
      </p:graphicFrame>
      <p:sp>
        <p:nvSpPr>
          <p:cNvPr id="7" name="Title 1">
            <a:extLst>
              <a:ext uri="{FF2B5EF4-FFF2-40B4-BE49-F238E27FC236}">
                <a16:creationId xmlns:a16="http://schemas.microsoft.com/office/drawing/2014/main" xmlns="" id="{D33FD194-4BCB-4765-8C11-CDBCF073D60B}"/>
              </a:ext>
            </a:extLst>
          </p:cNvPr>
          <p:cNvSpPr>
            <a:spLocks noGrp="1"/>
          </p:cNvSpPr>
          <p:nvPr>
            <p:ph type="title"/>
            <p:custDataLst>
              <p:tags r:id="rId3"/>
            </p:custDataLst>
          </p:nvPr>
        </p:nvSpPr>
        <p:spPr>
          <a:xfrm>
            <a:off x="838200" y="365125"/>
            <a:ext cx="10515600" cy="1325563"/>
          </a:xfrm>
        </p:spPr>
        <p:txBody>
          <a:bodyPr/>
          <a:lstStyle/>
          <a:p>
            <a:r>
              <a:rPr lang="fr-CA" dirty="0" err="1"/>
              <a:t>Search</a:t>
            </a:r>
            <a:r>
              <a:rPr lang="fr-CA" dirty="0"/>
              <a:t> Bar </a:t>
            </a:r>
            <a:br>
              <a:rPr lang="fr-CA" dirty="0"/>
            </a:br>
            <a:r>
              <a:rPr lang="fr-CA" sz="2800" dirty="0"/>
              <a:t>Resource Code </a:t>
            </a:r>
            <a:endParaRPr lang="en-CA" dirty="0"/>
          </a:p>
        </p:txBody>
      </p:sp>
    </p:spTree>
    <p:extLst>
      <p:ext uri="{BB962C8B-B14F-4D97-AF65-F5344CB8AC3E}">
        <p14:creationId xmlns:p14="http://schemas.microsoft.com/office/powerpoint/2010/main" val="2720927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FDD39C9-BCED-4CAB-8B09-0D4D44FE891F}"/>
              </a:ext>
            </a:extLst>
          </p:cNvPr>
          <p:cNvSpPr>
            <a:spLocks noGrp="1"/>
          </p:cNvSpPr>
          <p:nvPr>
            <p:ph idx="1"/>
            <p:custDataLst>
              <p:tags r:id="rId1"/>
            </p:custDataLst>
          </p:nvPr>
        </p:nvSpPr>
        <p:spPr>
          <a:xfrm>
            <a:off x="567159" y="1556907"/>
            <a:ext cx="10786641" cy="4620055"/>
          </a:xfrm>
        </p:spPr>
        <p:txBody>
          <a:bodyPr/>
          <a:lstStyle/>
          <a:p>
            <a:pPr>
              <a:lnSpc>
                <a:spcPct val="150000"/>
              </a:lnSpc>
            </a:pPr>
            <a:r>
              <a:rPr lang="en-US" sz="2100" dirty="0"/>
              <a:t>« </a:t>
            </a:r>
            <a:r>
              <a:rPr lang="en-US" sz="2100" b="1" dirty="0"/>
              <a:t>Go</a:t>
            </a:r>
            <a:r>
              <a:rPr lang="en-US" sz="2100" dirty="0"/>
              <a:t> »: Allows you to be redirected directly to the desired resource. </a:t>
            </a:r>
          </a:p>
          <a:p>
            <a:pPr>
              <a:lnSpc>
                <a:spcPct val="150000"/>
              </a:lnSpc>
            </a:pPr>
            <a:r>
              <a:rPr lang="en-US" sz="2100" dirty="0"/>
              <a:t>« </a:t>
            </a:r>
            <a:r>
              <a:rPr lang="en-US" sz="2100" b="1" dirty="0"/>
              <a:t>Search</a:t>
            </a:r>
            <a:r>
              <a:rPr lang="en-US" sz="2100" dirty="0"/>
              <a:t> »: Shows all menus or resources that contain a specific term.</a:t>
            </a:r>
          </a:p>
          <a:p>
            <a:pPr>
              <a:lnSpc>
                <a:spcPct val="150000"/>
              </a:lnSpc>
            </a:pPr>
            <a:endParaRPr lang="en-US" sz="2100" dirty="0"/>
          </a:p>
          <a:p>
            <a:pPr>
              <a:lnSpc>
                <a:spcPct val="150000"/>
              </a:lnSpc>
            </a:pPr>
            <a:endParaRPr lang="en-US" sz="2100" dirty="0"/>
          </a:p>
          <a:p>
            <a:pPr>
              <a:lnSpc>
                <a:spcPct val="150000"/>
              </a:lnSpc>
            </a:pPr>
            <a:endParaRPr lang="en-US" sz="2100" dirty="0"/>
          </a:p>
          <a:p>
            <a:pPr>
              <a:lnSpc>
                <a:spcPct val="150000"/>
              </a:lnSpc>
            </a:pPr>
            <a:endParaRPr lang="en-US" sz="2100" dirty="0"/>
          </a:p>
          <a:p>
            <a:pPr>
              <a:lnSpc>
                <a:spcPct val="150000"/>
              </a:lnSpc>
            </a:pPr>
            <a:endParaRPr lang="en-US" sz="2100" dirty="0"/>
          </a:p>
          <a:p>
            <a:pPr>
              <a:lnSpc>
                <a:spcPct val="150000"/>
              </a:lnSpc>
            </a:pPr>
            <a:endParaRPr lang="en-CA" sz="2100" dirty="0"/>
          </a:p>
        </p:txBody>
      </p:sp>
      <p:pic>
        <p:nvPicPr>
          <p:cNvPr id="7" name="Picture 6">
            <a:extLst>
              <a:ext uri="{FF2B5EF4-FFF2-40B4-BE49-F238E27FC236}">
                <a16:creationId xmlns:a16="http://schemas.microsoft.com/office/drawing/2014/main" xmlns="" id="{24AB23E5-1F6A-4FBB-8206-7DAFD3267A23}"/>
              </a:ext>
            </a:extLst>
          </p:cNvPr>
          <p:cNvPicPr>
            <a:picLocks noChangeAspect="1"/>
          </p:cNvPicPr>
          <p:nvPr>
            <p:custDataLst>
              <p:tags r:id="rId2"/>
            </p:custDataLst>
          </p:nvPr>
        </p:nvPicPr>
        <p:blipFill>
          <a:blip r:embed="rId12"/>
          <a:stretch>
            <a:fillRect/>
          </a:stretch>
        </p:blipFill>
        <p:spPr>
          <a:xfrm>
            <a:off x="563744" y="5290326"/>
            <a:ext cx="3973531" cy="419269"/>
          </a:xfrm>
          <a:prstGeom prst="rect">
            <a:avLst/>
          </a:prstGeom>
        </p:spPr>
      </p:pic>
      <p:pic>
        <p:nvPicPr>
          <p:cNvPr id="10" name="Picture 9">
            <a:extLst>
              <a:ext uri="{FF2B5EF4-FFF2-40B4-BE49-F238E27FC236}">
                <a16:creationId xmlns:a16="http://schemas.microsoft.com/office/drawing/2014/main" xmlns="" id="{166B2F46-CC5C-4EDA-85B4-1AC84507BCFF}"/>
              </a:ext>
            </a:extLst>
          </p:cNvPr>
          <p:cNvPicPr>
            <a:picLocks noChangeAspect="1"/>
          </p:cNvPicPr>
          <p:nvPr>
            <p:custDataLst>
              <p:tags r:id="rId3"/>
            </p:custDataLst>
          </p:nvPr>
        </p:nvPicPr>
        <p:blipFill>
          <a:blip r:embed="rId13"/>
          <a:stretch>
            <a:fillRect/>
          </a:stretch>
        </p:blipFill>
        <p:spPr>
          <a:xfrm>
            <a:off x="563745" y="3321016"/>
            <a:ext cx="3973531" cy="419269"/>
          </a:xfrm>
          <a:prstGeom prst="rect">
            <a:avLst/>
          </a:prstGeom>
        </p:spPr>
      </p:pic>
      <p:pic>
        <p:nvPicPr>
          <p:cNvPr id="11" name="Picture 10">
            <a:extLst>
              <a:ext uri="{FF2B5EF4-FFF2-40B4-BE49-F238E27FC236}">
                <a16:creationId xmlns:a16="http://schemas.microsoft.com/office/drawing/2014/main" xmlns="" id="{43ABEA1E-07B2-44CA-8D06-06731ACCC0BD}"/>
              </a:ext>
            </a:extLst>
          </p:cNvPr>
          <p:cNvPicPr>
            <a:picLocks noChangeAspect="1"/>
          </p:cNvPicPr>
          <p:nvPr>
            <p:custDataLst>
              <p:tags r:id="rId4"/>
            </p:custDataLst>
          </p:nvPr>
        </p:nvPicPr>
        <p:blipFill>
          <a:blip r:embed="rId14"/>
          <a:stretch>
            <a:fillRect/>
          </a:stretch>
        </p:blipFill>
        <p:spPr>
          <a:xfrm>
            <a:off x="5295440" y="3226616"/>
            <a:ext cx="6639259" cy="1207408"/>
          </a:xfrm>
          <a:prstGeom prst="rect">
            <a:avLst/>
          </a:prstGeom>
        </p:spPr>
      </p:pic>
      <p:pic>
        <p:nvPicPr>
          <p:cNvPr id="13" name="Picture 12">
            <a:extLst>
              <a:ext uri="{FF2B5EF4-FFF2-40B4-BE49-F238E27FC236}">
                <a16:creationId xmlns:a16="http://schemas.microsoft.com/office/drawing/2014/main" xmlns="" id="{3CB426E8-0884-48A4-AF11-7519BF413D3B}"/>
              </a:ext>
            </a:extLst>
          </p:cNvPr>
          <p:cNvPicPr>
            <a:picLocks noChangeAspect="1"/>
          </p:cNvPicPr>
          <p:nvPr>
            <p:custDataLst>
              <p:tags r:id="rId5"/>
            </p:custDataLst>
          </p:nvPr>
        </p:nvPicPr>
        <p:blipFill>
          <a:blip r:embed="rId15"/>
          <a:stretch>
            <a:fillRect/>
          </a:stretch>
        </p:blipFill>
        <p:spPr>
          <a:xfrm>
            <a:off x="5247941" y="5258893"/>
            <a:ext cx="6753101" cy="1077570"/>
          </a:xfrm>
          <a:prstGeom prst="rect">
            <a:avLst/>
          </a:prstGeom>
        </p:spPr>
      </p:pic>
      <p:cxnSp>
        <p:nvCxnSpPr>
          <p:cNvPr id="14" name="Straight Arrow Connector 13">
            <a:extLst>
              <a:ext uri="{FF2B5EF4-FFF2-40B4-BE49-F238E27FC236}">
                <a16:creationId xmlns:a16="http://schemas.microsoft.com/office/drawing/2014/main" xmlns="" id="{2EA851A2-4EA7-4561-94CE-5BCCD32EFA2F}"/>
              </a:ext>
            </a:extLst>
          </p:cNvPr>
          <p:cNvCxnSpPr/>
          <p:nvPr>
            <p:custDataLst>
              <p:tags r:id="rId6"/>
            </p:custDataLst>
          </p:nvPr>
        </p:nvCxnSpPr>
        <p:spPr>
          <a:xfrm>
            <a:off x="4726910" y="3514793"/>
            <a:ext cx="34119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xmlns="" id="{087819DE-E954-4AD0-8F5A-3E940FEBEA73}"/>
              </a:ext>
            </a:extLst>
          </p:cNvPr>
          <p:cNvCxnSpPr/>
          <p:nvPr>
            <p:custDataLst>
              <p:tags r:id="rId7"/>
            </p:custDataLst>
          </p:nvPr>
        </p:nvCxnSpPr>
        <p:spPr>
          <a:xfrm>
            <a:off x="4703160" y="5500761"/>
            <a:ext cx="34119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xmlns="" id="{F44CE67C-47BC-4D40-853A-2D50FDCA5878}"/>
              </a:ext>
            </a:extLst>
          </p:cNvPr>
          <p:cNvSpPr/>
          <p:nvPr>
            <p:custDataLst>
              <p:tags r:id="rId8"/>
            </p:custDataLst>
          </p:nvPr>
        </p:nvSpPr>
        <p:spPr>
          <a:xfrm>
            <a:off x="5247941" y="2858792"/>
            <a:ext cx="5845790" cy="369332"/>
          </a:xfrm>
          <a:prstGeom prst="rect">
            <a:avLst/>
          </a:prstGeom>
        </p:spPr>
        <p:txBody>
          <a:bodyPr wrap="square">
            <a:spAutoFit/>
          </a:bodyPr>
          <a:lstStyle/>
          <a:p>
            <a:pPr algn="just"/>
            <a:r>
              <a:rPr lang="en-US" dirty="0">
                <a:solidFill>
                  <a:srgbClr val="000000"/>
                </a:solidFill>
              </a:rPr>
              <a:t>You will directly access the "Queued Commands" window:</a:t>
            </a:r>
            <a:endParaRPr lang="en-CA" dirty="0">
              <a:solidFill>
                <a:srgbClr val="000000"/>
              </a:solidFill>
            </a:endParaRPr>
          </a:p>
        </p:txBody>
      </p:sp>
      <p:sp>
        <p:nvSpPr>
          <p:cNvPr id="19" name="Rectangle 18">
            <a:extLst>
              <a:ext uri="{FF2B5EF4-FFF2-40B4-BE49-F238E27FC236}">
                <a16:creationId xmlns:a16="http://schemas.microsoft.com/office/drawing/2014/main" xmlns="" id="{E58C3764-118D-4DD2-85DE-D06CE913AED7}"/>
              </a:ext>
            </a:extLst>
          </p:cNvPr>
          <p:cNvSpPr/>
          <p:nvPr>
            <p:custDataLst>
              <p:tags r:id="rId9"/>
            </p:custDataLst>
          </p:nvPr>
        </p:nvSpPr>
        <p:spPr>
          <a:xfrm>
            <a:off x="5204235" y="4569418"/>
            <a:ext cx="6730463" cy="646331"/>
          </a:xfrm>
          <a:prstGeom prst="rect">
            <a:avLst/>
          </a:prstGeom>
        </p:spPr>
        <p:txBody>
          <a:bodyPr wrap="square">
            <a:spAutoFit/>
          </a:bodyPr>
          <a:lstStyle/>
          <a:p>
            <a:pPr algn="just"/>
            <a:r>
              <a:rPr lang="en-US" dirty="0">
                <a:solidFill>
                  <a:srgbClr val="000000"/>
                </a:solidFill>
              </a:rPr>
              <a:t>The system will show you all the menus and resources containing the “</a:t>
            </a:r>
            <a:r>
              <a:rPr lang="en-US" dirty="0" err="1">
                <a:solidFill>
                  <a:srgbClr val="000000"/>
                </a:solidFill>
              </a:rPr>
              <a:t>cm_f</a:t>
            </a:r>
            <a:r>
              <a:rPr lang="en-US" dirty="0">
                <a:solidFill>
                  <a:srgbClr val="000000"/>
                </a:solidFill>
              </a:rPr>
              <a:t>“ code:</a:t>
            </a:r>
            <a:endParaRPr lang="en-CA" dirty="0">
              <a:solidFill>
                <a:srgbClr val="000000"/>
              </a:solidFill>
            </a:endParaRPr>
          </a:p>
        </p:txBody>
      </p:sp>
      <p:sp>
        <p:nvSpPr>
          <p:cNvPr id="16" name="Title 1">
            <a:extLst>
              <a:ext uri="{FF2B5EF4-FFF2-40B4-BE49-F238E27FC236}">
                <a16:creationId xmlns:a16="http://schemas.microsoft.com/office/drawing/2014/main" xmlns="" id="{14AE684C-6E93-492B-9A55-E44FD8C53172}"/>
              </a:ext>
            </a:extLst>
          </p:cNvPr>
          <p:cNvSpPr>
            <a:spLocks noGrp="1"/>
          </p:cNvSpPr>
          <p:nvPr>
            <p:ph type="title"/>
            <p:custDataLst>
              <p:tags r:id="rId10"/>
            </p:custDataLst>
          </p:nvPr>
        </p:nvSpPr>
        <p:spPr>
          <a:xfrm>
            <a:off x="838200" y="365125"/>
            <a:ext cx="10515600" cy="1325563"/>
          </a:xfrm>
        </p:spPr>
        <p:txBody>
          <a:bodyPr/>
          <a:lstStyle/>
          <a:p>
            <a:r>
              <a:rPr lang="fr-CA" dirty="0" err="1"/>
              <a:t>Search</a:t>
            </a:r>
            <a:r>
              <a:rPr lang="fr-CA" dirty="0"/>
              <a:t> Bar </a:t>
            </a:r>
            <a:br>
              <a:rPr lang="fr-CA" dirty="0"/>
            </a:br>
            <a:r>
              <a:rPr lang="fr-CA" sz="2800" dirty="0"/>
              <a:t>Go &amp; </a:t>
            </a:r>
            <a:r>
              <a:rPr lang="fr-CA" sz="2800" dirty="0" err="1"/>
              <a:t>Search</a:t>
            </a:r>
            <a:endParaRPr lang="en-CA" dirty="0"/>
          </a:p>
        </p:txBody>
      </p:sp>
    </p:spTree>
    <p:extLst>
      <p:ext uri="{BB962C8B-B14F-4D97-AF65-F5344CB8AC3E}">
        <p14:creationId xmlns:p14="http://schemas.microsoft.com/office/powerpoint/2010/main" val="1823349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WMS Portal</a:t>
            </a:r>
            <a:br>
              <a:rPr lang="en-CA" sz="4400" b="1" dirty="0"/>
            </a:br>
            <a:r>
              <a:rPr lang="en-US" sz="4000" dirty="0"/>
              <a:t>Toolbox Panel</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2249731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979E55-2A35-4E23-9EDC-8584DE69DB86}"/>
              </a:ext>
            </a:extLst>
          </p:cNvPr>
          <p:cNvSpPr>
            <a:spLocks noGrp="1"/>
          </p:cNvSpPr>
          <p:nvPr>
            <p:ph type="title"/>
            <p:custDataLst>
              <p:tags r:id="rId1"/>
            </p:custDataLst>
          </p:nvPr>
        </p:nvSpPr>
        <p:spPr/>
        <p:txBody>
          <a:bodyPr/>
          <a:lstStyle/>
          <a:p>
            <a:r>
              <a:rPr lang="fr-CA" dirty="0"/>
              <a:t>Toolbox Panel </a:t>
            </a:r>
            <a:br>
              <a:rPr lang="fr-CA" dirty="0"/>
            </a:br>
            <a:r>
              <a:rPr lang="fr-CA" sz="2800" dirty="0"/>
              <a:t>Collapse Panel</a:t>
            </a:r>
            <a:endParaRPr lang="en-CA" sz="2800" dirty="0"/>
          </a:p>
        </p:txBody>
      </p:sp>
      <p:sp>
        <p:nvSpPr>
          <p:cNvPr id="3" name="Content Placeholder 2">
            <a:extLst>
              <a:ext uri="{FF2B5EF4-FFF2-40B4-BE49-F238E27FC236}">
                <a16:creationId xmlns:a16="http://schemas.microsoft.com/office/drawing/2014/main" xmlns="" id="{F97A06E2-A4AA-4FD4-8C36-CF37A0A74513}"/>
              </a:ext>
            </a:extLst>
          </p:cNvPr>
          <p:cNvSpPr>
            <a:spLocks noGrp="1"/>
          </p:cNvSpPr>
          <p:nvPr>
            <p:ph idx="1"/>
            <p:custDataLst>
              <p:tags r:id="rId2"/>
            </p:custDataLst>
          </p:nvPr>
        </p:nvSpPr>
        <p:spPr>
          <a:xfrm>
            <a:off x="838200" y="1463040"/>
            <a:ext cx="10866120" cy="4713923"/>
          </a:xfrm>
        </p:spPr>
        <p:txBody>
          <a:bodyPr/>
          <a:lstStyle/>
          <a:p>
            <a:pPr algn="just">
              <a:lnSpc>
                <a:spcPct val="120000"/>
              </a:lnSpc>
            </a:pPr>
            <a:r>
              <a:rPr lang="en-US" sz="2100" dirty="0"/>
              <a:t>The toolbox panel cannot be removed from the main portal. However, its display can be suppressed temporarily. To do this, move the mouse cursor to the left edge of the toolbox panel and click on the Collapse action.</a:t>
            </a:r>
            <a:endParaRPr lang="en-CA" sz="2100" dirty="0"/>
          </a:p>
        </p:txBody>
      </p:sp>
      <p:pic>
        <p:nvPicPr>
          <p:cNvPr id="7" name="Picture 6">
            <a:extLst>
              <a:ext uri="{FF2B5EF4-FFF2-40B4-BE49-F238E27FC236}">
                <a16:creationId xmlns:a16="http://schemas.microsoft.com/office/drawing/2014/main" xmlns="" id="{FF291F19-661D-4DD8-8473-FB540EB88DA2}"/>
              </a:ext>
            </a:extLst>
          </p:cNvPr>
          <p:cNvPicPr>
            <a:picLocks noChangeAspect="1"/>
          </p:cNvPicPr>
          <p:nvPr>
            <p:custDataLst>
              <p:tags r:id="rId3"/>
            </p:custDataLst>
          </p:nvPr>
        </p:nvPicPr>
        <p:blipFill>
          <a:blip r:embed="rId5"/>
          <a:stretch>
            <a:fillRect/>
          </a:stretch>
        </p:blipFill>
        <p:spPr>
          <a:xfrm>
            <a:off x="2971756" y="2788603"/>
            <a:ext cx="7025684" cy="3643312"/>
          </a:xfrm>
          <a:prstGeom prst="rect">
            <a:avLst/>
          </a:prstGeom>
        </p:spPr>
      </p:pic>
    </p:spTree>
    <p:extLst>
      <p:ext uri="{BB962C8B-B14F-4D97-AF65-F5344CB8AC3E}">
        <p14:creationId xmlns:p14="http://schemas.microsoft.com/office/powerpoint/2010/main" val="4266570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8F8D0E-D482-4FA9-84FC-13BE78C76EC2}"/>
              </a:ext>
            </a:extLst>
          </p:cNvPr>
          <p:cNvSpPr>
            <a:spLocks noGrp="1"/>
          </p:cNvSpPr>
          <p:nvPr>
            <p:ph type="title"/>
            <p:custDataLst>
              <p:tags r:id="rId1"/>
            </p:custDataLst>
          </p:nvPr>
        </p:nvSpPr>
        <p:spPr/>
        <p:txBody>
          <a:bodyPr/>
          <a:lstStyle/>
          <a:p>
            <a:r>
              <a:rPr lang="fr-CA" dirty="0"/>
              <a:t>Toolbox Panel </a:t>
            </a:r>
            <a:br>
              <a:rPr lang="fr-CA" dirty="0"/>
            </a:br>
            <a:r>
              <a:rPr lang="fr-CA" sz="2800" dirty="0"/>
              <a:t>Bookmarks</a:t>
            </a:r>
            <a:endParaRPr lang="en-CA" sz="2800" dirty="0"/>
          </a:p>
        </p:txBody>
      </p:sp>
      <p:sp>
        <p:nvSpPr>
          <p:cNvPr id="3" name="Content Placeholder 2">
            <a:extLst>
              <a:ext uri="{FF2B5EF4-FFF2-40B4-BE49-F238E27FC236}">
                <a16:creationId xmlns:a16="http://schemas.microsoft.com/office/drawing/2014/main" xmlns="" id="{CCBB75F6-B84C-4D60-8A8F-814A9AF31AAC}"/>
              </a:ext>
            </a:extLst>
          </p:cNvPr>
          <p:cNvSpPr>
            <a:spLocks noGrp="1"/>
          </p:cNvSpPr>
          <p:nvPr>
            <p:ph idx="1"/>
            <p:custDataLst>
              <p:tags r:id="rId2"/>
            </p:custDataLst>
          </p:nvPr>
        </p:nvSpPr>
        <p:spPr>
          <a:xfrm>
            <a:off x="838200" y="1463040"/>
            <a:ext cx="10515600" cy="4713923"/>
          </a:xfrm>
        </p:spPr>
        <p:txBody>
          <a:bodyPr/>
          <a:lstStyle/>
          <a:p>
            <a:pPr algn="just">
              <a:lnSpc>
                <a:spcPct val="150000"/>
              </a:lnSpc>
            </a:pPr>
            <a:r>
              <a:rPr lang="en-US" sz="2100" dirty="0"/>
              <a:t>In the Toolbox Panel, you have the possibility to add menus or resources in your bookmarks if you use them often and if you want to find them more easily and quickly. </a:t>
            </a:r>
          </a:p>
          <a:p>
            <a:pPr marL="0" indent="0" algn="just">
              <a:lnSpc>
                <a:spcPct val="150000"/>
              </a:lnSpc>
              <a:buNone/>
            </a:pPr>
            <a:endParaRPr lang="en-CA" sz="2100" dirty="0"/>
          </a:p>
        </p:txBody>
      </p:sp>
      <p:pic>
        <p:nvPicPr>
          <p:cNvPr id="5" name="Picture 4">
            <a:extLst>
              <a:ext uri="{FF2B5EF4-FFF2-40B4-BE49-F238E27FC236}">
                <a16:creationId xmlns:a16="http://schemas.microsoft.com/office/drawing/2014/main" xmlns="" id="{6FC15557-B216-4E3B-87AA-6C25131F2172}"/>
              </a:ext>
            </a:extLst>
          </p:cNvPr>
          <p:cNvPicPr>
            <a:picLocks noChangeAspect="1"/>
          </p:cNvPicPr>
          <p:nvPr>
            <p:custDataLst>
              <p:tags r:id="rId3"/>
            </p:custDataLst>
          </p:nvPr>
        </p:nvPicPr>
        <p:blipFill rotWithShape="1">
          <a:blip r:embed="rId6"/>
          <a:srcRect l="1645" t="1540" b="1"/>
          <a:stretch/>
        </p:blipFill>
        <p:spPr>
          <a:xfrm>
            <a:off x="1122668" y="2772834"/>
            <a:ext cx="2864116" cy="3404129"/>
          </a:xfrm>
          <a:prstGeom prst="rect">
            <a:avLst/>
          </a:prstGeom>
          <a:ln>
            <a:solidFill>
              <a:schemeClr val="bg1">
                <a:lumMod val="50000"/>
              </a:schemeClr>
            </a:solidFill>
          </a:ln>
        </p:spPr>
      </p:pic>
    </p:spTree>
    <p:extLst>
      <p:ext uri="{BB962C8B-B14F-4D97-AF65-F5344CB8AC3E}">
        <p14:creationId xmlns:p14="http://schemas.microsoft.com/office/powerpoint/2010/main" val="1921955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8F8D0E-D482-4FA9-84FC-13BE78C76EC2}"/>
              </a:ext>
            </a:extLst>
          </p:cNvPr>
          <p:cNvSpPr>
            <a:spLocks noGrp="1"/>
          </p:cNvSpPr>
          <p:nvPr>
            <p:ph type="title"/>
            <p:custDataLst>
              <p:tags r:id="rId1"/>
            </p:custDataLst>
          </p:nvPr>
        </p:nvSpPr>
        <p:spPr/>
        <p:txBody>
          <a:bodyPr/>
          <a:lstStyle/>
          <a:p>
            <a:r>
              <a:rPr lang="fr-CA" dirty="0"/>
              <a:t>Toolbox Panel </a:t>
            </a:r>
            <a:br>
              <a:rPr lang="fr-CA" dirty="0"/>
            </a:br>
            <a:r>
              <a:rPr lang="fr-CA" sz="2800" dirty="0" err="1"/>
              <a:t>Add</a:t>
            </a:r>
            <a:r>
              <a:rPr lang="fr-CA" sz="2800" dirty="0"/>
              <a:t> a Bookmark</a:t>
            </a:r>
            <a:endParaRPr lang="en-CA" dirty="0"/>
          </a:p>
        </p:txBody>
      </p:sp>
      <p:sp>
        <p:nvSpPr>
          <p:cNvPr id="3" name="Content Placeholder 2">
            <a:extLst>
              <a:ext uri="{FF2B5EF4-FFF2-40B4-BE49-F238E27FC236}">
                <a16:creationId xmlns:a16="http://schemas.microsoft.com/office/drawing/2014/main" xmlns="" id="{CCBB75F6-B84C-4D60-8A8F-814A9AF31AAC}"/>
              </a:ext>
            </a:extLst>
          </p:cNvPr>
          <p:cNvSpPr>
            <a:spLocks noGrp="1"/>
          </p:cNvSpPr>
          <p:nvPr>
            <p:ph idx="1"/>
            <p:custDataLst>
              <p:tags r:id="rId2"/>
            </p:custDataLst>
          </p:nvPr>
        </p:nvSpPr>
        <p:spPr>
          <a:xfrm>
            <a:off x="838200" y="1690688"/>
            <a:ext cx="4111752" cy="4486275"/>
          </a:xfrm>
        </p:spPr>
        <p:txBody>
          <a:bodyPr/>
          <a:lstStyle/>
          <a:p>
            <a:pPr algn="just">
              <a:lnSpc>
                <a:spcPct val="150000"/>
              </a:lnSpc>
            </a:pPr>
            <a:r>
              <a:rPr lang="en-US" sz="2100" u="sng" dirty="0"/>
              <a:t>To add a bookmark</a:t>
            </a:r>
            <a:r>
              <a:rPr lang="en-US" sz="2100" dirty="0"/>
              <a:t>, do this: </a:t>
            </a:r>
          </a:p>
          <a:p>
            <a:pPr marL="457200" indent="-457200" algn="just">
              <a:lnSpc>
                <a:spcPct val="150000"/>
              </a:lnSpc>
              <a:buFont typeface="+mj-lt"/>
              <a:buAutoNum type="arabicPeriod"/>
            </a:pPr>
            <a:r>
              <a:rPr lang="en-US" sz="2100" dirty="0"/>
              <a:t>Show the Panel Toolbox (if it was hidden).</a:t>
            </a:r>
          </a:p>
          <a:p>
            <a:pPr marL="457200" indent="-457200" algn="just">
              <a:lnSpc>
                <a:spcPct val="150000"/>
              </a:lnSpc>
              <a:buFont typeface="+mj-lt"/>
              <a:buAutoNum type="arabicPeriod"/>
            </a:pPr>
            <a:r>
              <a:rPr lang="en-US" sz="2100" dirty="0"/>
              <a:t>Drag and drop the resource you wish to add from the Menu Bar Navigation in the Toolbox Panel.</a:t>
            </a:r>
          </a:p>
          <a:p>
            <a:pPr marL="0" indent="0" algn="just">
              <a:lnSpc>
                <a:spcPct val="150000"/>
              </a:lnSpc>
              <a:buNone/>
            </a:pPr>
            <a:endParaRPr lang="en-CA" sz="2100" dirty="0"/>
          </a:p>
        </p:txBody>
      </p:sp>
      <p:grpSp>
        <p:nvGrpSpPr>
          <p:cNvPr id="8" name="Group 7">
            <a:extLst>
              <a:ext uri="{FF2B5EF4-FFF2-40B4-BE49-F238E27FC236}">
                <a16:creationId xmlns:a16="http://schemas.microsoft.com/office/drawing/2014/main" xmlns="" id="{6F165F61-536F-4713-873F-47FFAE4A1695}"/>
              </a:ext>
            </a:extLst>
          </p:cNvPr>
          <p:cNvGrpSpPr/>
          <p:nvPr>
            <p:custDataLst>
              <p:tags r:id="rId3"/>
            </p:custDataLst>
          </p:nvPr>
        </p:nvGrpSpPr>
        <p:grpSpPr>
          <a:xfrm>
            <a:off x="5315712" y="1586865"/>
            <a:ext cx="6571488" cy="4255008"/>
            <a:chOff x="0" y="851237"/>
            <a:chExt cx="9686544" cy="5155524"/>
          </a:xfrm>
        </p:grpSpPr>
        <p:pic>
          <p:nvPicPr>
            <p:cNvPr id="5" name="Picture 4">
              <a:extLst>
                <a:ext uri="{FF2B5EF4-FFF2-40B4-BE49-F238E27FC236}">
                  <a16:creationId xmlns:a16="http://schemas.microsoft.com/office/drawing/2014/main" xmlns="" id="{401D9B53-915B-4C0C-8F17-2DC60EBB6FDF}"/>
                </a:ext>
              </a:extLst>
            </p:cNvPr>
            <p:cNvPicPr>
              <a:picLocks noChangeAspect="1"/>
            </p:cNvPicPr>
            <p:nvPr/>
          </p:nvPicPr>
          <p:blipFill rotWithShape="1">
            <a:blip r:embed="rId7"/>
            <a:srcRect r="61500"/>
            <a:stretch/>
          </p:blipFill>
          <p:spPr>
            <a:xfrm>
              <a:off x="0" y="851238"/>
              <a:ext cx="4693920" cy="5155523"/>
            </a:xfrm>
            <a:prstGeom prst="rect">
              <a:avLst/>
            </a:prstGeom>
          </p:spPr>
        </p:pic>
        <p:pic>
          <p:nvPicPr>
            <p:cNvPr id="7" name="Picture 6">
              <a:extLst>
                <a:ext uri="{FF2B5EF4-FFF2-40B4-BE49-F238E27FC236}">
                  <a16:creationId xmlns:a16="http://schemas.microsoft.com/office/drawing/2014/main" xmlns="" id="{EA0A83E7-320C-4691-9310-80B7344330D0}"/>
                </a:ext>
              </a:extLst>
            </p:cNvPr>
            <p:cNvPicPr>
              <a:picLocks noChangeAspect="1"/>
            </p:cNvPicPr>
            <p:nvPr/>
          </p:nvPicPr>
          <p:blipFill rotWithShape="1">
            <a:blip r:embed="rId7"/>
            <a:srcRect l="47650"/>
            <a:stretch/>
          </p:blipFill>
          <p:spPr>
            <a:xfrm>
              <a:off x="3304032" y="851237"/>
              <a:ext cx="6382512" cy="5155523"/>
            </a:xfrm>
            <a:prstGeom prst="rect">
              <a:avLst/>
            </a:prstGeom>
          </p:spPr>
        </p:pic>
      </p:grpSp>
      <p:pic>
        <p:nvPicPr>
          <p:cNvPr id="10" name="Picture 9" descr="Icon&#10;&#10;Description automatically generated">
            <a:extLst>
              <a:ext uri="{FF2B5EF4-FFF2-40B4-BE49-F238E27FC236}">
                <a16:creationId xmlns:a16="http://schemas.microsoft.com/office/drawing/2014/main" xmlns="" id="{1B2A9924-C952-4327-AF41-3E3B2CAC83D2}"/>
              </a:ext>
            </a:extLst>
          </p:cNvPr>
          <p:cNvPicPr>
            <a:picLocks noChangeAspect="1"/>
          </p:cNvPicPr>
          <p:nvPr>
            <p:custDataLst>
              <p:tags r:id="rId4"/>
            </p:custDataLst>
          </p:nvPr>
        </p:nvPicPr>
        <p:blipFill>
          <a:blip r:embed="rId8" cstate="print">
            <a:extLst>
              <a:ext uri="{BEBA8EAE-BF5A-486C-A8C5-ECC9F3942E4B}">
                <a14:imgProps xmlns:a14="http://schemas.microsoft.com/office/drawing/2010/main">
                  <a14:imgLayer r:embed="rId9">
                    <a14:imgEffect>
                      <a14:backgroundRemoval t="5469" b="94141" l="9961" r="89844">
                        <a14:foregroundMark x1="40234" y1="5469" x2="40234" y2="5469"/>
                        <a14:foregroundMark x1="61328" y1="94141" x2="61328" y2="94141"/>
                      </a14:backgroundRemoval>
                    </a14:imgEffect>
                  </a14:imgLayer>
                </a14:imgProps>
              </a:ext>
              <a:ext uri="{28A0092B-C50C-407E-A947-70E740481C1C}">
                <a14:useLocalDpi xmlns:a14="http://schemas.microsoft.com/office/drawing/2010/main" val="0"/>
              </a:ext>
            </a:extLst>
          </a:blip>
          <a:stretch>
            <a:fillRect/>
          </a:stretch>
        </p:blipFill>
        <p:spPr>
          <a:xfrm rot="1487678">
            <a:off x="9506540" y="2647403"/>
            <a:ext cx="286212" cy="286212"/>
          </a:xfrm>
          <a:prstGeom prst="rect">
            <a:avLst/>
          </a:prstGeom>
        </p:spPr>
      </p:pic>
    </p:spTree>
    <p:extLst>
      <p:ext uri="{BB962C8B-B14F-4D97-AF65-F5344CB8AC3E}">
        <p14:creationId xmlns:p14="http://schemas.microsoft.com/office/powerpoint/2010/main" val="3865080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CBB75F6-B84C-4D60-8A8F-814A9AF31AAC}"/>
              </a:ext>
            </a:extLst>
          </p:cNvPr>
          <p:cNvSpPr>
            <a:spLocks noGrp="1"/>
          </p:cNvSpPr>
          <p:nvPr>
            <p:ph idx="1"/>
            <p:custDataLst>
              <p:tags r:id="rId1"/>
            </p:custDataLst>
          </p:nvPr>
        </p:nvSpPr>
        <p:spPr>
          <a:xfrm>
            <a:off x="838200" y="1508166"/>
            <a:ext cx="10515600" cy="4668797"/>
          </a:xfrm>
        </p:spPr>
        <p:txBody>
          <a:bodyPr/>
          <a:lstStyle/>
          <a:p>
            <a:pPr algn="just">
              <a:lnSpc>
                <a:spcPct val="150000"/>
              </a:lnSpc>
              <a:buFont typeface="Wingdings" panose="05000000000000000000" pitchFamily="2" charset="2"/>
              <a:buChar char="ü"/>
            </a:pPr>
            <a:r>
              <a:rPr lang="en-US" sz="2100" dirty="0"/>
              <a:t> The resource will appear in your bookmarks: </a:t>
            </a:r>
          </a:p>
          <a:p>
            <a:pPr marL="0" indent="0" algn="just">
              <a:lnSpc>
                <a:spcPct val="150000"/>
              </a:lnSpc>
              <a:buNone/>
            </a:pPr>
            <a:endParaRPr lang="en-CA" sz="2100" dirty="0"/>
          </a:p>
        </p:txBody>
      </p:sp>
      <p:grpSp>
        <p:nvGrpSpPr>
          <p:cNvPr id="8" name="Group 7">
            <a:extLst>
              <a:ext uri="{FF2B5EF4-FFF2-40B4-BE49-F238E27FC236}">
                <a16:creationId xmlns:a16="http://schemas.microsoft.com/office/drawing/2014/main" xmlns="" id="{734C383B-19B6-4023-8598-29A4E89B294F}"/>
              </a:ext>
            </a:extLst>
          </p:cNvPr>
          <p:cNvGrpSpPr/>
          <p:nvPr>
            <p:custDataLst>
              <p:tags r:id="rId2"/>
            </p:custDataLst>
          </p:nvPr>
        </p:nvGrpSpPr>
        <p:grpSpPr>
          <a:xfrm>
            <a:off x="950976" y="2232403"/>
            <a:ext cx="7284720" cy="3994595"/>
            <a:chOff x="0" y="797510"/>
            <a:chExt cx="9503664" cy="5262980"/>
          </a:xfrm>
        </p:grpSpPr>
        <p:pic>
          <p:nvPicPr>
            <p:cNvPr id="5" name="Picture 4">
              <a:extLst>
                <a:ext uri="{FF2B5EF4-FFF2-40B4-BE49-F238E27FC236}">
                  <a16:creationId xmlns:a16="http://schemas.microsoft.com/office/drawing/2014/main" xmlns="" id="{2AA772A0-2470-4638-9709-F6BF04F50DBC}"/>
                </a:ext>
              </a:extLst>
            </p:cNvPr>
            <p:cNvPicPr>
              <a:picLocks noChangeAspect="1"/>
            </p:cNvPicPr>
            <p:nvPr/>
          </p:nvPicPr>
          <p:blipFill rotWithShape="1">
            <a:blip r:embed="rId6"/>
            <a:srcRect r="66900"/>
            <a:stretch/>
          </p:blipFill>
          <p:spPr>
            <a:xfrm>
              <a:off x="0" y="797510"/>
              <a:ext cx="4035552" cy="5262980"/>
            </a:xfrm>
            <a:prstGeom prst="rect">
              <a:avLst/>
            </a:prstGeom>
          </p:spPr>
        </p:pic>
        <p:pic>
          <p:nvPicPr>
            <p:cNvPr id="7" name="Picture 6">
              <a:extLst>
                <a:ext uri="{FF2B5EF4-FFF2-40B4-BE49-F238E27FC236}">
                  <a16:creationId xmlns:a16="http://schemas.microsoft.com/office/drawing/2014/main" xmlns="" id="{85A4B1A5-7FBE-4B40-8125-CA8A9B1A55AF}"/>
                </a:ext>
              </a:extLst>
            </p:cNvPr>
            <p:cNvPicPr>
              <a:picLocks noChangeAspect="1"/>
            </p:cNvPicPr>
            <p:nvPr/>
          </p:nvPicPr>
          <p:blipFill rotWithShape="1">
            <a:blip r:embed="rId6"/>
            <a:srcRect l="46350"/>
            <a:stretch/>
          </p:blipFill>
          <p:spPr>
            <a:xfrm>
              <a:off x="2962656" y="797510"/>
              <a:ext cx="6541008" cy="5262980"/>
            </a:xfrm>
            <a:prstGeom prst="rect">
              <a:avLst/>
            </a:prstGeom>
          </p:spPr>
        </p:pic>
      </p:grpSp>
      <p:sp>
        <p:nvSpPr>
          <p:cNvPr id="9" name="Title 1">
            <a:extLst>
              <a:ext uri="{FF2B5EF4-FFF2-40B4-BE49-F238E27FC236}">
                <a16:creationId xmlns:a16="http://schemas.microsoft.com/office/drawing/2014/main" xmlns="" id="{D0C3B71F-FDCC-4747-8E29-45C27D896089}"/>
              </a:ext>
            </a:extLst>
          </p:cNvPr>
          <p:cNvSpPr>
            <a:spLocks noGrp="1"/>
          </p:cNvSpPr>
          <p:nvPr>
            <p:ph type="title"/>
            <p:custDataLst>
              <p:tags r:id="rId3"/>
            </p:custDataLst>
          </p:nvPr>
        </p:nvSpPr>
        <p:spPr>
          <a:xfrm>
            <a:off x="838200" y="365125"/>
            <a:ext cx="10515600" cy="1325563"/>
          </a:xfrm>
        </p:spPr>
        <p:txBody>
          <a:bodyPr/>
          <a:lstStyle/>
          <a:p>
            <a:r>
              <a:rPr lang="fr-CA" dirty="0"/>
              <a:t>Toolbox Panel </a:t>
            </a:r>
            <a:br>
              <a:rPr lang="fr-CA" dirty="0"/>
            </a:br>
            <a:r>
              <a:rPr lang="fr-CA" sz="2800" dirty="0" err="1"/>
              <a:t>Add</a:t>
            </a:r>
            <a:r>
              <a:rPr lang="fr-CA" sz="2800" dirty="0"/>
              <a:t> a Bookmark</a:t>
            </a:r>
            <a:endParaRPr lang="en-CA" dirty="0"/>
          </a:p>
        </p:txBody>
      </p:sp>
    </p:spTree>
    <p:extLst>
      <p:ext uri="{BB962C8B-B14F-4D97-AF65-F5344CB8AC3E}">
        <p14:creationId xmlns:p14="http://schemas.microsoft.com/office/powerpoint/2010/main" val="3347241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CBB75F6-B84C-4D60-8A8F-814A9AF31AAC}"/>
              </a:ext>
            </a:extLst>
          </p:cNvPr>
          <p:cNvSpPr>
            <a:spLocks noGrp="1"/>
          </p:cNvSpPr>
          <p:nvPr>
            <p:ph idx="1"/>
            <p:custDataLst>
              <p:tags r:id="rId1"/>
            </p:custDataLst>
          </p:nvPr>
        </p:nvSpPr>
        <p:spPr>
          <a:xfrm>
            <a:off x="838200" y="1597152"/>
            <a:ext cx="10515600" cy="4579811"/>
          </a:xfrm>
        </p:spPr>
        <p:txBody>
          <a:bodyPr/>
          <a:lstStyle/>
          <a:p>
            <a:pPr algn="just">
              <a:lnSpc>
                <a:spcPct val="150000"/>
              </a:lnSpc>
            </a:pPr>
            <a:r>
              <a:rPr lang="en-US" sz="2100" u="sng" dirty="0"/>
              <a:t>To remove a bookmark: </a:t>
            </a:r>
            <a:endParaRPr lang="en-US" sz="2100" dirty="0"/>
          </a:p>
          <a:p>
            <a:pPr marL="457200" indent="-457200" algn="just">
              <a:lnSpc>
                <a:spcPct val="150000"/>
              </a:lnSpc>
              <a:buFont typeface="+mj-lt"/>
              <a:buAutoNum type="arabicPeriod"/>
            </a:pPr>
            <a:r>
              <a:rPr lang="en-US" sz="2100" dirty="0"/>
              <a:t>Click on the gear at the top of the Toolbox Panel.</a:t>
            </a:r>
          </a:p>
          <a:p>
            <a:pPr marL="457200" indent="-457200" algn="just">
              <a:lnSpc>
                <a:spcPct val="150000"/>
              </a:lnSpc>
              <a:buFont typeface="+mj-lt"/>
              <a:buAutoNum type="arabicPeriod"/>
            </a:pPr>
            <a:endParaRPr lang="en-CA" sz="2100" dirty="0"/>
          </a:p>
        </p:txBody>
      </p:sp>
      <p:pic>
        <p:nvPicPr>
          <p:cNvPr id="5" name="Picture 4">
            <a:extLst>
              <a:ext uri="{FF2B5EF4-FFF2-40B4-BE49-F238E27FC236}">
                <a16:creationId xmlns:a16="http://schemas.microsoft.com/office/drawing/2014/main" xmlns="" id="{43146F38-6860-4F06-9F21-FA76A4435211}"/>
              </a:ext>
            </a:extLst>
          </p:cNvPr>
          <p:cNvPicPr>
            <a:picLocks noChangeAspect="1"/>
          </p:cNvPicPr>
          <p:nvPr>
            <p:custDataLst>
              <p:tags r:id="rId2"/>
            </p:custDataLst>
          </p:nvPr>
        </p:nvPicPr>
        <p:blipFill>
          <a:blip r:embed="rId6"/>
          <a:stretch>
            <a:fillRect/>
          </a:stretch>
        </p:blipFill>
        <p:spPr>
          <a:xfrm>
            <a:off x="7562330" y="1690688"/>
            <a:ext cx="3447045" cy="3917632"/>
          </a:xfrm>
          <a:prstGeom prst="rect">
            <a:avLst/>
          </a:prstGeom>
          <a:ln>
            <a:solidFill>
              <a:schemeClr val="bg1">
                <a:lumMod val="50000"/>
              </a:schemeClr>
            </a:solidFill>
          </a:ln>
        </p:spPr>
      </p:pic>
      <p:sp>
        <p:nvSpPr>
          <p:cNvPr id="7" name="Title 1">
            <a:extLst>
              <a:ext uri="{FF2B5EF4-FFF2-40B4-BE49-F238E27FC236}">
                <a16:creationId xmlns:a16="http://schemas.microsoft.com/office/drawing/2014/main" xmlns="" id="{BABCED9C-DDCC-46CA-99ED-A5DDF3E4E82C}"/>
              </a:ext>
            </a:extLst>
          </p:cNvPr>
          <p:cNvSpPr>
            <a:spLocks noGrp="1"/>
          </p:cNvSpPr>
          <p:nvPr>
            <p:ph type="title"/>
            <p:custDataLst>
              <p:tags r:id="rId3"/>
            </p:custDataLst>
          </p:nvPr>
        </p:nvSpPr>
        <p:spPr>
          <a:xfrm>
            <a:off x="838200" y="365125"/>
            <a:ext cx="10515600" cy="1325563"/>
          </a:xfrm>
        </p:spPr>
        <p:txBody>
          <a:bodyPr/>
          <a:lstStyle/>
          <a:p>
            <a:r>
              <a:rPr lang="fr-CA" dirty="0"/>
              <a:t>Toolbox Panel </a:t>
            </a:r>
            <a:br>
              <a:rPr lang="fr-CA" dirty="0"/>
            </a:br>
            <a:r>
              <a:rPr lang="fr-CA" sz="2800" dirty="0" err="1"/>
              <a:t>Remove</a:t>
            </a:r>
            <a:r>
              <a:rPr lang="fr-CA" sz="2800" dirty="0"/>
              <a:t> a Bookmark</a:t>
            </a:r>
            <a:endParaRPr lang="en-CA" dirty="0"/>
          </a:p>
        </p:txBody>
      </p:sp>
    </p:spTree>
    <p:extLst>
      <p:ext uri="{BB962C8B-B14F-4D97-AF65-F5344CB8AC3E}">
        <p14:creationId xmlns:p14="http://schemas.microsoft.com/office/powerpoint/2010/main" val="3780302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CBB75F6-B84C-4D60-8A8F-814A9AF31AAC}"/>
              </a:ext>
            </a:extLst>
          </p:cNvPr>
          <p:cNvSpPr>
            <a:spLocks noGrp="1"/>
          </p:cNvSpPr>
          <p:nvPr>
            <p:ph idx="1"/>
            <p:custDataLst>
              <p:tags r:id="rId1"/>
            </p:custDataLst>
          </p:nvPr>
        </p:nvSpPr>
        <p:spPr>
          <a:xfrm>
            <a:off x="838200" y="1560576"/>
            <a:ext cx="6976872" cy="4616387"/>
          </a:xfrm>
        </p:spPr>
        <p:txBody>
          <a:bodyPr/>
          <a:lstStyle/>
          <a:p>
            <a:pPr marL="457200" indent="-457200" algn="just">
              <a:lnSpc>
                <a:spcPct val="130000"/>
              </a:lnSpc>
              <a:buFont typeface="+mj-lt"/>
              <a:buAutoNum type="arabicPeriod" startAt="2"/>
            </a:pPr>
            <a:r>
              <a:rPr lang="en-US" sz="2100" dirty="0"/>
              <a:t>Select the menu(s) and/or resource(s) you wish to remove and click the X.</a:t>
            </a:r>
          </a:p>
          <a:p>
            <a:pPr marL="457200" indent="-457200" algn="just">
              <a:lnSpc>
                <a:spcPct val="130000"/>
              </a:lnSpc>
              <a:buFont typeface="+mj-lt"/>
              <a:buAutoNum type="arabicPeriod" startAt="2"/>
            </a:pPr>
            <a:r>
              <a:rPr lang="en-US" sz="2100" dirty="0"/>
              <a:t>A confirmation message will appear. Select Yes to confirm. </a:t>
            </a:r>
          </a:p>
          <a:p>
            <a:pPr marL="457200" indent="-457200" algn="just">
              <a:lnSpc>
                <a:spcPct val="130000"/>
              </a:lnSpc>
              <a:buFont typeface="+mj-lt"/>
              <a:buAutoNum type="arabicPeriod" startAt="2"/>
            </a:pPr>
            <a:endParaRPr lang="en-US" sz="2100" dirty="0"/>
          </a:p>
          <a:p>
            <a:pPr marL="457200" indent="-457200" algn="just">
              <a:lnSpc>
                <a:spcPct val="130000"/>
              </a:lnSpc>
              <a:buFont typeface="+mj-lt"/>
              <a:buAutoNum type="arabicPeriod" startAt="2"/>
            </a:pPr>
            <a:endParaRPr lang="en-US" sz="2000" dirty="0"/>
          </a:p>
          <a:p>
            <a:pPr marL="0" indent="0" algn="just">
              <a:lnSpc>
                <a:spcPct val="130000"/>
              </a:lnSpc>
              <a:buNone/>
            </a:pPr>
            <a:endParaRPr lang="en-US" sz="2100" dirty="0"/>
          </a:p>
          <a:p>
            <a:pPr marL="0" indent="0" algn="just">
              <a:lnSpc>
                <a:spcPct val="130000"/>
              </a:lnSpc>
              <a:buNone/>
            </a:pPr>
            <a:endParaRPr lang="en-US" sz="1000" dirty="0"/>
          </a:p>
          <a:p>
            <a:pPr marL="457200" indent="-457200" algn="just">
              <a:lnSpc>
                <a:spcPct val="130000"/>
              </a:lnSpc>
              <a:buFont typeface="+mj-lt"/>
              <a:buAutoNum type="arabicPeriod" startAt="4"/>
            </a:pPr>
            <a:r>
              <a:rPr lang="en-US" sz="2100" dirty="0"/>
              <a:t>Click Continue once done. </a:t>
            </a:r>
          </a:p>
          <a:p>
            <a:pPr algn="just">
              <a:lnSpc>
                <a:spcPct val="130000"/>
              </a:lnSpc>
              <a:buFont typeface="Wingdings" panose="05000000000000000000" pitchFamily="2" charset="2"/>
              <a:buChar char="ü"/>
            </a:pPr>
            <a:r>
              <a:rPr lang="en-US" sz="2100" dirty="0"/>
              <a:t> The bookmark will be deleted.</a:t>
            </a:r>
          </a:p>
          <a:p>
            <a:pPr marL="457200" indent="-457200" algn="just">
              <a:lnSpc>
                <a:spcPct val="130000"/>
              </a:lnSpc>
              <a:buFont typeface="+mj-lt"/>
              <a:buAutoNum type="arabicPeriod"/>
            </a:pPr>
            <a:endParaRPr lang="en-CA" sz="2100" dirty="0"/>
          </a:p>
        </p:txBody>
      </p:sp>
      <p:grpSp>
        <p:nvGrpSpPr>
          <p:cNvPr id="9" name="Group 8">
            <a:extLst>
              <a:ext uri="{FF2B5EF4-FFF2-40B4-BE49-F238E27FC236}">
                <a16:creationId xmlns:a16="http://schemas.microsoft.com/office/drawing/2014/main" xmlns="" id="{E6B52390-65CA-4ED7-9612-3D0AFB7B0E36}"/>
              </a:ext>
            </a:extLst>
          </p:cNvPr>
          <p:cNvGrpSpPr/>
          <p:nvPr>
            <p:custDataLst>
              <p:tags r:id="rId2"/>
            </p:custDataLst>
          </p:nvPr>
        </p:nvGrpSpPr>
        <p:grpSpPr>
          <a:xfrm>
            <a:off x="7990628" y="1115568"/>
            <a:ext cx="3863502" cy="5061395"/>
            <a:chOff x="4280754" y="193955"/>
            <a:chExt cx="3630492" cy="4776635"/>
          </a:xfrm>
        </p:grpSpPr>
        <p:pic>
          <p:nvPicPr>
            <p:cNvPr id="5" name="Picture 4">
              <a:extLst>
                <a:ext uri="{FF2B5EF4-FFF2-40B4-BE49-F238E27FC236}">
                  <a16:creationId xmlns:a16="http://schemas.microsoft.com/office/drawing/2014/main" xmlns="" id="{C75AE868-21C8-4A49-BCCF-B73D0AFFADA1}"/>
                </a:ext>
              </a:extLst>
            </p:cNvPr>
            <p:cNvPicPr>
              <a:picLocks noChangeAspect="1"/>
            </p:cNvPicPr>
            <p:nvPr/>
          </p:nvPicPr>
          <p:blipFill rotWithShape="1">
            <a:blip r:embed="rId7"/>
            <a:srcRect b="40625"/>
            <a:stretch/>
          </p:blipFill>
          <p:spPr>
            <a:xfrm>
              <a:off x="4280754" y="193955"/>
              <a:ext cx="3630492" cy="3841597"/>
            </a:xfrm>
            <a:prstGeom prst="rect">
              <a:avLst/>
            </a:prstGeom>
          </p:spPr>
        </p:pic>
        <p:pic>
          <p:nvPicPr>
            <p:cNvPr id="8" name="Picture 7">
              <a:extLst>
                <a:ext uri="{FF2B5EF4-FFF2-40B4-BE49-F238E27FC236}">
                  <a16:creationId xmlns:a16="http://schemas.microsoft.com/office/drawing/2014/main" xmlns="" id="{C269A592-B577-4423-8CEC-4C4F484A1435}"/>
                </a:ext>
              </a:extLst>
            </p:cNvPr>
            <p:cNvPicPr>
              <a:picLocks noChangeAspect="1"/>
            </p:cNvPicPr>
            <p:nvPr/>
          </p:nvPicPr>
          <p:blipFill rotWithShape="1">
            <a:blip r:embed="rId7"/>
            <a:srcRect t="79513"/>
            <a:stretch/>
          </p:blipFill>
          <p:spPr>
            <a:xfrm>
              <a:off x="4280754" y="3645027"/>
              <a:ext cx="3630492" cy="1325563"/>
            </a:xfrm>
            <a:prstGeom prst="rect">
              <a:avLst/>
            </a:prstGeom>
          </p:spPr>
        </p:pic>
      </p:grpSp>
      <p:pic>
        <p:nvPicPr>
          <p:cNvPr id="11" name="Picture 10">
            <a:extLst>
              <a:ext uri="{FF2B5EF4-FFF2-40B4-BE49-F238E27FC236}">
                <a16:creationId xmlns:a16="http://schemas.microsoft.com/office/drawing/2014/main" xmlns="" id="{6EA387A6-DC22-41A5-B18D-50CD06FCF6B8}"/>
              </a:ext>
            </a:extLst>
          </p:cNvPr>
          <p:cNvPicPr>
            <a:picLocks noChangeAspect="1"/>
          </p:cNvPicPr>
          <p:nvPr>
            <p:custDataLst>
              <p:tags r:id="rId3"/>
            </p:custDataLst>
          </p:nvPr>
        </p:nvPicPr>
        <p:blipFill rotWithShape="1">
          <a:blip r:embed="rId8"/>
          <a:srcRect l="2852"/>
          <a:stretch/>
        </p:blipFill>
        <p:spPr>
          <a:xfrm>
            <a:off x="977180" y="3165257"/>
            <a:ext cx="3730666" cy="1677078"/>
          </a:xfrm>
          <a:prstGeom prst="rect">
            <a:avLst/>
          </a:prstGeom>
        </p:spPr>
      </p:pic>
      <p:sp>
        <p:nvSpPr>
          <p:cNvPr id="10" name="Title 1">
            <a:extLst>
              <a:ext uri="{FF2B5EF4-FFF2-40B4-BE49-F238E27FC236}">
                <a16:creationId xmlns:a16="http://schemas.microsoft.com/office/drawing/2014/main" xmlns="" id="{73934CF3-9C28-4FB1-9FDD-2F4F5B435C22}"/>
              </a:ext>
            </a:extLst>
          </p:cNvPr>
          <p:cNvSpPr>
            <a:spLocks noGrp="1"/>
          </p:cNvSpPr>
          <p:nvPr>
            <p:ph type="title"/>
            <p:custDataLst>
              <p:tags r:id="rId4"/>
            </p:custDataLst>
          </p:nvPr>
        </p:nvSpPr>
        <p:spPr>
          <a:xfrm>
            <a:off x="838200" y="365125"/>
            <a:ext cx="10515600" cy="1325563"/>
          </a:xfrm>
        </p:spPr>
        <p:txBody>
          <a:bodyPr/>
          <a:lstStyle/>
          <a:p>
            <a:r>
              <a:rPr lang="fr-CA" dirty="0"/>
              <a:t>Toolbox Panel </a:t>
            </a:r>
            <a:br>
              <a:rPr lang="fr-CA" dirty="0"/>
            </a:br>
            <a:r>
              <a:rPr lang="fr-CA" sz="2800" dirty="0" err="1"/>
              <a:t>Remove</a:t>
            </a:r>
            <a:r>
              <a:rPr lang="fr-CA" sz="2800" dirty="0"/>
              <a:t> a Bookmark</a:t>
            </a:r>
            <a:endParaRPr lang="en-CA" dirty="0"/>
          </a:p>
        </p:txBody>
      </p:sp>
    </p:spTree>
    <p:extLst>
      <p:ext uri="{BB962C8B-B14F-4D97-AF65-F5344CB8AC3E}">
        <p14:creationId xmlns:p14="http://schemas.microsoft.com/office/powerpoint/2010/main" val="2424541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8F8D0E-D482-4FA9-84FC-13BE78C76EC2}"/>
              </a:ext>
            </a:extLst>
          </p:cNvPr>
          <p:cNvSpPr>
            <a:spLocks noGrp="1"/>
          </p:cNvSpPr>
          <p:nvPr>
            <p:ph type="title"/>
            <p:custDataLst>
              <p:tags r:id="rId1"/>
            </p:custDataLst>
          </p:nvPr>
        </p:nvSpPr>
        <p:spPr/>
        <p:txBody>
          <a:bodyPr/>
          <a:lstStyle/>
          <a:p>
            <a:r>
              <a:rPr lang="fr-CA" dirty="0"/>
              <a:t>Toolbox Panel </a:t>
            </a:r>
            <a:br>
              <a:rPr lang="fr-CA" dirty="0"/>
            </a:br>
            <a:r>
              <a:rPr lang="fr-CA" sz="2800" dirty="0"/>
              <a:t>Change Display </a:t>
            </a:r>
            <a:r>
              <a:rPr lang="fr-CA" sz="2800" dirty="0" err="1"/>
              <a:t>Order</a:t>
            </a:r>
            <a:r>
              <a:rPr lang="fr-CA" sz="2800" dirty="0"/>
              <a:t> of Bookmarks</a:t>
            </a:r>
            <a:endParaRPr lang="en-CA" sz="2800" dirty="0"/>
          </a:p>
        </p:txBody>
      </p:sp>
      <p:sp>
        <p:nvSpPr>
          <p:cNvPr id="3" name="Content Placeholder 2">
            <a:extLst>
              <a:ext uri="{FF2B5EF4-FFF2-40B4-BE49-F238E27FC236}">
                <a16:creationId xmlns:a16="http://schemas.microsoft.com/office/drawing/2014/main" xmlns="" id="{CCBB75F6-B84C-4D60-8A8F-814A9AF31AAC}"/>
              </a:ext>
            </a:extLst>
          </p:cNvPr>
          <p:cNvSpPr>
            <a:spLocks noGrp="1"/>
          </p:cNvSpPr>
          <p:nvPr>
            <p:ph idx="1"/>
            <p:custDataLst>
              <p:tags r:id="rId2"/>
            </p:custDataLst>
          </p:nvPr>
        </p:nvSpPr>
        <p:spPr>
          <a:xfrm>
            <a:off x="838200" y="1690688"/>
            <a:ext cx="10515600" cy="4486275"/>
          </a:xfrm>
        </p:spPr>
        <p:txBody>
          <a:bodyPr/>
          <a:lstStyle/>
          <a:p>
            <a:pPr algn="just">
              <a:lnSpc>
                <a:spcPct val="150000"/>
              </a:lnSpc>
            </a:pPr>
            <a:r>
              <a:rPr lang="en-US" sz="2100" u="sng" dirty="0"/>
              <a:t>To </a:t>
            </a:r>
            <a:r>
              <a:rPr lang="en-CA" sz="2100" u="sng" dirty="0"/>
              <a:t>change the display order of </a:t>
            </a:r>
            <a:r>
              <a:rPr lang="en-US" sz="2100" u="sng" dirty="0"/>
              <a:t>bookmarks: </a:t>
            </a:r>
            <a:endParaRPr lang="en-US" sz="2100" dirty="0"/>
          </a:p>
          <a:p>
            <a:pPr marL="457200" indent="-457200" algn="just">
              <a:lnSpc>
                <a:spcPct val="150000"/>
              </a:lnSpc>
              <a:buFont typeface="+mj-lt"/>
              <a:buAutoNum type="arabicPeriod"/>
            </a:pPr>
            <a:r>
              <a:rPr lang="en-US" sz="2100" dirty="0"/>
              <a:t>Click on the gear at the top of the Toolbox Panel.</a:t>
            </a:r>
          </a:p>
          <a:p>
            <a:pPr marL="457200" indent="-457200" algn="just">
              <a:lnSpc>
                <a:spcPct val="150000"/>
              </a:lnSpc>
              <a:buFont typeface="+mj-lt"/>
              <a:buAutoNum type="arabicPeriod"/>
            </a:pPr>
            <a:endParaRPr lang="en-US" sz="2100" dirty="0"/>
          </a:p>
        </p:txBody>
      </p:sp>
      <p:pic>
        <p:nvPicPr>
          <p:cNvPr id="5" name="Picture 4">
            <a:extLst>
              <a:ext uri="{FF2B5EF4-FFF2-40B4-BE49-F238E27FC236}">
                <a16:creationId xmlns:a16="http://schemas.microsoft.com/office/drawing/2014/main" xmlns="" id="{C610B9E4-A630-4678-BED9-99B7D01C011F}"/>
              </a:ext>
            </a:extLst>
          </p:cNvPr>
          <p:cNvPicPr>
            <a:picLocks noChangeAspect="1"/>
          </p:cNvPicPr>
          <p:nvPr>
            <p:custDataLst>
              <p:tags r:id="rId3"/>
            </p:custDataLst>
          </p:nvPr>
        </p:nvPicPr>
        <p:blipFill>
          <a:blip r:embed="rId6"/>
          <a:stretch>
            <a:fillRect/>
          </a:stretch>
        </p:blipFill>
        <p:spPr>
          <a:xfrm>
            <a:off x="7595657" y="1690688"/>
            <a:ext cx="3758143" cy="4271200"/>
          </a:xfrm>
          <a:prstGeom prst="rect">
            <a:avLst/>
          </a:prstGeom>
          <a:ln>
            <a:solidFill>
              <a:schemeClr val="bg1">
                <a:lumMod val="50000"/>
              </a:schemeClr>
            </a:solidFill>
          </a:ln>
        </p:spPr>
      </p:pic>
    </p:spTree>
    <p:extLst>
      <p:ext uri="{BB962C8B-B14F-4D97-AF65-F5344CB8AC3E}">
        <p14:creationId xmlns:p14="http://schemas.microsoft.com/office/powerpoint/2010/main" val="995543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CBB75F6-B84C-4D60-8A8F-814A9AF31AAC}"/>
              </a:ext>
            </a:extLst>
          </p:cNvPr>
          <p:cNvSpPr>
            <a:spLocks noGrp="1"/>
          </p:cNvSpPr>
          <p:nvPr>
            <p:ph idx="1"/>
            <p:custDataLst>
              <p:tags r:id="rId1"/>
            </p:custDataLst>
          </p:nvPr>
        </p:nvSpPr>
        <p:spPr>
          <a:xfrm>
            <a:off x="838200" y="1690688"/>
            <a:ext cx="6367272" cy="4486275"/>
          </a:xfrm>
        </p:spPr>
        <p:txBody>
          <a:bodyPr/>
          <a:lstStyle/>
          <a:p>
            <a:pPr marL="457200" indent="-457200" algn="just">
              <a:lnSpc>
                <a:spcPct val="150000"/>
              </a:lnSpc>
              <a:buFont typeface="+mj-lt"/>
              <a:buAutoNum type="arabicPeriod" startAt="2"/>
            </a:pPr>
            <a:r>
              <a:rPr lang="en-US" sz="2100" dirty="0"/>
              <a:t>Move the menus/resources in the desired order with your cursor.</a:t>
            </a:r>
          </a:p>
          <a:p>
            <a:pPr marL="457200" indent="-457200" algn="just">
              <a:lnSpc>
                <a:spcPct val="150000"/>
              </a:lnSpc>
              <a:buFont typeface="+mj-lt"/>
              <a:buAutoNum type="arabicPeriod" startAt="2"/>
            </a:pPr>
            <a:r>
              <a:rPr lang="en-US" sz="2100" dirty="0"/>
              <a:t>Click Continue once done. </a:t>
            </a:r>
          </a:p>
          <a:p>
            <a:pPr algn="just">
              <a:lnSpc>
                <a:spcPct val="150000"/>
              </a:lnSpc>
              <a:buFont typeface="Wingdings" panose="05000000000000000000" pitchFamily="2" charset="2"/>
              <a:buChar char="ü"/>
            </a:pPr>
            <a:r>
              <a:rPr lang="en-US" sz="2100" dirty="0"/>
              <a:t> The order of the bookmarks will be changed.</a:t>
            </a:r>
          </a:p>
          <a:p>
            <a:pPr marL="457200" indent="-457200" algn="just">
              <a:lnSpc>
                <a:spcPct val="150000"/>
              </a:lnSpc>
              <a:buFont typeface="+mj-lt"/>
              <a:buAutoNum type="arabicPeriod"/>
            </a:pPr>
            <a:endParaRPr lang="en-US" sz="2100" dirty="0"/>
          </a:p>
        </p:txBody>
      </p:sp>
      <p:grpSp>
        <p:nvGrpSpPr>
          <p:cNvPr id="10" name="Group 9">
            <a:extLst>
              <a:ext uri="{FF2B5EF4-FFF2-40B4-BE49-F238E27FC236}">
                <a16:creationId xmlns:a16="http://schemas.microsoft.com/office/drawing/2014/main" xmlns="" id="{B2E7F7FB-73CB-4A82-BE30-2727F0F8EEE8}"/>
              </a:ext>
            </a:extLst>
          </p:cNvPr>
          <p:cNvGrpSpPr/>
          <p:nvPr>
            <p:custDataLst>
              <p:tags r:id="rId2"/>
            </p:custDataLst>
          </p:nvPr>
        </p:nvGrpSpPr>
        <p:grpSpPr>
          <a:xfrm>
            <a:off x="7900416" y="1125442"/>
            <a:ext cx="3855366" cy="4926838"/>
            <a:chOff x="4194048" y="365124"/>
            <a:chExt cx="3855366" cy="4926838"/>
          </a:xfrm>
        </p:grpSpPr>
        <p:pic>
          <p:nvPicPr>
            <p:cNvPr id="5" name="Picture 4">
              <a:extLst>
                <a:ext uri="{FF2B5EF4-FFF2-40B4-BE49-F238E27FC236}">
                  <a16:creationId xmlns:a16="http://schemas.microsoft.com/office/drawing/2014/main" xmlns="" id="{1DA2DBC3-69B6-494C-84E1-71DE9028C57B}"/>
                </a:ext>
              </a:extLst>
            </p:cNvPr>
            <p:cNvPicPr>
              <a:picLocks noChangeAspect="1"/>
            </p:cNvPicPr>
            <p:nvPr/>
          </p:nvPicPr>
          <p:blipFill rotWithShape="1">
            <a:blip r:embed="rId7"/>
            <a:srcRect l="1317" t="3735" b="35134"/>
            <a:stretch/>
          </p:blipFill>
          <p:spPr>
            <a:xfrm>
              <a:off x="4194048" y="365124"/>
              <a:ext cx="3855366" cy="4048379"/>
            </a:xfrm>
            <a:prstGeom prst="rect">
              <a:avLst/>
            </a:prstGeom>
          </p:spPr>
        </p:pic>
        <p:pic>
          <p:nvPicPr>
            <p:cNvPr id="9" name="Picture 8">
              <a:extLst>
                <a:ext uri="{FF2B5EF4-FFF2-40B4-BE49-F238E27FC236}">
                  <a16:creationId xmlns:a16="http://schemas.microsoft.com/office/drawing/2014/main" xmlns="" id="{7DDB6459-D314-42F1-8648-10BDE224FDC3}"/>
                </a:ext>
              </a:extLst>
            </p:cNvPr>
            <p:cNvPicPr>
              <a:picLocks noChangeAspect="1"/>
            </p:cNvPicPr>
            <p:nvPr/>
          </p:nvPicPr>
          <p:blipFill rotWithShape="1">
            <a:blip r:embed="rId7"/>
            <a:srcRect l="1317" t="86728"/>
            <a:stretch/>
          </p:blipFill>
          <p:spPr>
            <a:xfrm>
              <a:off x="4194048" y="4412992"/>
              <a:ext cx="3855366" cy="878970"/>
            </a:xfrm>
            <a:prstGeom prst="rect">
              <a:avLst/>
            </a:prstGeom>
          </p:spPr>
        </p:pic>
      </p:grpSp>
      <p:pic>
        <p:nvPicPr>
          <p:cNvPr id="14" name="Picture 13" descr="Shape, arrow&#10;&#10;Description automatically generated">
            <a:extLst>
              <a:ext uri="{FF2B5EF4-FFF2-40B4-BE49-F238E27FC236}">
                <a16:creationId xmlns:a16="http://schemas.microsoft.com/office/drawing/2014/main" xmlns="" id="{30F0C864-B0AF-4B94-AAC6-2B5C3D5CA89D}"/>
              </a:ext>
            </a:extLst>
          </p:cNvPr>
          <p:cNvPicPr>
            <a:picLocks noChangeAspect="1"/>
          </p:cNvPicPr>
          <p:nvPr>
            <p:custDataLst>
              <p:tags r:id="rId3"/>
            </p:custDataLst>
          </p:nvPr>
        </p:nvPicPr>
        <p:blipFill>
          <a:blip r:embed="rId8" cstate="print">
            <a:extLst>
              <a:ext uri="{BEBA8EAE-BF5A-486C-A8C5-ECC9F3942E4B}">
                <a14:imgProps xmlns:a14="http://schemas.microsoft.com/office/drawing/2010/main">
                  <a14:imgLayer r:embed="rId9">
                    <a14:imgEffect>
                      <a14:backgroundRemoval t="3994" b="96326" l="1917" r="98562">
                        <a14:foregroundMark x1="7668" y1="49201" x2="7668" y2="49201"/>
                        <a14:foregroundMark x1="1917" y1="50319" x2="1917" y2="50319"/>
                        <a14:foregroundMark x1="50160" y1="4313" x2="50160" y2="4313"/>
                        <a14:foregroundMark x1="91054" y1="50000" x2="91054" y2="50000"/>
                        <a14:foregroundMark x1="98722" y1="49681" x2="98722" y2="49681"/>
                        <a14:foregroundMark x1="49042" y1="96326" x2="49042" y2="96326"/>
                      </a14:backgroundRemoval>
                    </a14:imgEffect>
                    <a14:imgEffect>
                      <a14:sharpenSoften amount="66000"/>
                    </a14:imgEffect>
                    <a14:imgEffect>
                      <a14:colorTemperature colorTemp="11424"/>
                    </a14:imgEffect>
                    <a14:imgEffect>
                      <a14:saturation sat="233000"/>
                    </a14:imgEffect>
                    <a14:imgEffect>
                      <a14:brightnessContrast bright="90000" contrast="-88000"/>
                    </a14:imgEffect>
                  </a14:imgLayer>
                </a14:imgProps>
              </a:ext>
              <a:ext uri="{28A0092B-C50C-407E-A947-70E740481C1C}">
                <a14:useLocalDpi xmlns:a14="http://schemas.microsoft.com/office/drawing/2010/main" val="0"/>
              </a:ext>
            </a:extLst>
          </a:blip>
          <a:stretch>
            <a:fillRect/>
          </a:stretch>
        </p:blipFill>
        <p:spPr>
          <a:xfrm>
            <a:off x="10684954" y="2252436"/>
            <a:ext cx="233362" cy="233362"/>
          </a:xfrm>
          <a:prstGeom prst="rect">
            <a:avLst/>
          </a:prstGeom>
        </p:spPr>
      </p:pic>
      <p:sp>
        <p:nvSpPr>
          <p:cNvPr id="11" name="Title 1">
            <a:extLst>
              <a:ext uri="{FF2B5EF4-FFF2-40B4-BE49-F238E27FC236}">
                <a16:creationId xmlns:a16="http://schemas.microsoft.com/office/drawing/2014/main" xmlns="" id="{F6D42F05-59D7-49E9-AD7B-85ABD02301E1}"/>
              </a:ext>
            </a:extLst>
          </p:cNvPr>
          <p:cNvSpPr>
            <a:spLocks noGrp="1"/>
          </p:cNvSpPr>
          <p:nvPr>
            <p:ph type="title"/>
            <p:custDataLst>
              <p:tags r:id="rId4"/>
            </p:custDataLst>
          </p:nvPr>
        </p:nvSpPr>
        <p:spPr>
          <a:xfrm>
            <a:off x="838200" y="365125"/>
            <a:ext cx="10515600" cy="1325563"/>
          </a:xfrm>
        </p:spPr>
        <p:txBody>
          <a:bodyPr/>
          <a:lstStyle/>
          <a:p>
            <a:r>
              <a:rPr lang="fr-CA" dirty="0"/>
              <a:t>Toolbox Panel </a:t>
            </a:r>
            <a:br>
              <a:rPr lang="fr-CA" dirty="0"/>
            </a:br>
            <a:r>
              <a:rPr lang="fr-CA" sz="2800" dirty="0"/>
              <a:t>Change Display </a:t>
            </a:r>
            <a:r>
              <a:rPr lang="fr-CA" sz="2800" dirty="0" err="1"/>
              <a:t>Order</a:t>
            </a:r>
            <a:r>
              <a:rPr lang="fr-CA" sz="2800" dirty="0"/>
              <a:t> of Bookmarks</a:t>
            </a:r>
            <a:endParaRPr lang="en-CA" sz="2800" dirty="0"/>
          </a:p>
        </p:txBody>
      </p:sp>
    </p:spTree>
    <p:extLst>
      <p:ext uri="{BB962C8B-B14F-4D97-AF65-F5344CB8AC3E}">
        <p14:creationId xmlns:p14="http://schemas.microsoft.com/office/powerpoint/2010/main" val="3573711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Access a Resource</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574472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413B85-01DE-4E2B-99CD-B32D79582D41}"/>
              </a:ext>
            </a:extLst>
          </p:cNvPr>
          <p:cNvSpPr>
            <a:spLocks noGrp="1"/>
          </p:cNvSpPr>
          <p:nvPr>
            <p:ph type="title"/>
            <p:custDataLst>
              <p:tags r:id="rId1"/>
            </p:custDataLst>
          </p:nvPr>
        </p:nvSpPr>
        <p:spPr/>
        <p:txBody>
          <a:bodyPr/>
          <a:lstStyle/>
          <a:p>
            <a:r>
              <a:rPr lang="fr-CA" dirty="0"/>
              <a:t>Access a Resource</a:t>
            </a:r>
            <a:endParaRPr lang="en-CA" dirty="0"/>
          </a:p>
        </p:txBody>
      </p:sp>
      <p:sp>
        <p:nvSpPr>
          <p:cNvPr id="3" name="Content Placeholder 2">
            <a:extLst>
              <a:ext uri="{FF2B5EF4-FFF2-40B4-BE49-F238E27FC236}">
                <a16:creationId xmlns:a16="http://schemas.microsoft.com/office/drawing/2014/main" xmlns="" id="{A4464F39-52AE-4121-8A6A-730BB335EC2A}"/>
              </a:ext>
            </a:extLst>
          </p:cNvPr>
          <p:cNvSpPr>
            <a:spLocks noGrp="1"/>
          </p:cNvSpPr>
          <p:nvPr>
            <p:ph idx="1"/>
            <p:custDataLst>
              <p:tags r:id="rId2"/>
            </p:custDataLst>
          </p:nvPr>
        </p:nvSpPr>
        <p:spPr>
          <a:xfrm>
            <a:off x="775960" y="1193817"/>
            <a:ext cx="10515600" cy="4822725"/>
          </a:xfrm>
        </p:spPr>
        <p:txBody>
          <a:bodyPr/>
          <a:lstStyle/>
          <a:p>
            <a:pPr algn="just">
              <a:lnSpc>
                <a:spcPct val="150000"/>
              </a:lnSpc>
            </a:pPr>
            <a:r>
              <a:rPr lang="en-US" sz="2100" dirty="0"/>
              <a:t> As shown previously, there are two ways to access a resource: either by using the menu bar navigation or by using the search bar.</a:t>
            </a:r>
          </a:p>
          <a:p>
            <a:pPr algn="just">
              <a:lnSpc>
                <a:spcPct val="150000"/>
              </a:lnSpc>
            </a:pPr>
            <a:endParaRPr lang="en-CA" sz="2100" dirty="0"/>
          </a:p>
        </p:txBody>
      </p:sp>
      <p:sp>
        <p:nvSpPr>
          <p:cNvPr id="5" name="Text Placeholder 3">
            <a:extLst>
              <a:ext uri="{FF2B5EF4-FFF2-40B4-BE49-F238E27FC236}">
                <a16:creationId xmlns:a16="http://schemas.microsoft.com/office/drawing/2014/main" xmlns="" id="{95594C50-67F4-4F74-B414-604F031660D8}"/>
              </a:ext>
            </a:extLst>
          </p:cNvPr>
          <p:cNvSpPr txBox="1">
            <a:spLocks/>
          </p:cNvSpPr>
          <p:nvPr>
            <p:custDataLst>
              <p:tags r:id="rId3"/>
            </p:custDataLst>
          </p:nvPr>
        </p:nvSpPr>
        <p:spPr>
          <a:xfrm>
            <a:off x="981864" y="2462989"/>
            <a:ext cx="4117907" cy="424800"/>
          </a:xfrm>
          <a:prstGeom prst="rect">
            <a:avLst/>
          </a:prstGeom>
        </p:spPr>
        <p:txBody>
          <a:bodyPr vert="horz" lIns="0" tIns="45720" rIns="91440" bIns="45720" rtlCol="0">
            <a:noAutofit/>
          </a:bodyPr>
          <a:lstStyle>
            <a:lvl1pPr marL="0" indent="0" algn="l" defTabSz="914400" rtl="0" eaLnBrk="1" latinLnBrk="0" hangingPunct="1">
              <a:lnSpc>
                <a:spcPct val="100000"/>
              </a:lnSpc>
              <a:spcBef>
                <a:spcPts val="600"/>
              </a:spcBef>
              <a:buFontTx/>
              <a:buNone/>
              <a:defRPr sz="1600" b="1" kern="1200" cap="all" baseline="0">
                <a:solidFill>
                  <a:schemeClr val="tx1"/>
                </a:solidFill>
                <a:latin typeface="+mn-lt"/>
                <a:ea typeface="+mn-ea"/>
                <a:cs typeface="+mn-cs"/>
              </a:defRPr>
            </a:lvl1pPr>
            <a:lvl2pPr marL="625475" indent="-357188" algn="l" defTabSz="914400" rtl="0" eaLnBrk="1" latinLnBrk="0" hangingPunct="1">
              <a:lnSpc>
                <a:spcPct val="100000"/>
              </a:lnSpc>
              <a:spcBef>
                <a:spcPts val="600"/>
              </a:spcBef>
              <a:buSzPct val="95000"/>
              <a:buFontTx/>
              <a:buBlip>
                <a:blip r:embed="rId8"/>
              </a:buBlip>
              <a:defRPr sz="1600" kern="1200">
                <a:solidFill>
                  <a:schemeClr val="tx2"/>
                </a:solidFill>
                <a:latin typeface="+mn-lt"/>
                <a:ea typeface="+mn-ea"/>
                <a:cs typeface="+mn-cs"/>
              </a:defRPr>
            </a:lvl2pPr>
            <a:lvl3pPr marL="1073150" indent="-357188" algn="l" defTabSz="914400" rtl="0" eaLnBrk="1" latinLnBrk="0" hangingPunct="1">
              <a:lnSpc>
                <a:spcPct val="100000"/>
              </a:lnSpc>
              <a:spcBef>
                <a:spcPts val="600"/>
              </a:spcBef>
              <a:buSzPct val="95000"/>
              <a:buFontTx/>
              <a:buBlip>
                <a:blip r:embed="rId9"/>
              </a:buBlip>
              <a:defRPr sz="1400" kern="1200">
                <a:solidFill>
                  <a:srgbClr val="383333"/>
                </a:solidFill>
                <a:latin typeface="+mn-lt"/>
                <a:ea typeface="+mn-ea"/>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200" kern="1200">
                <a:solidFill>
                  <a:srgbClr val="383333"/>
                </a:solidFill>
                <a:latin typeface="+mn-lt"/>
                <a:ea typeface="+mn-ea"/>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200" kern="1200">
                <a:solidFill>
                  <a:srgbClr val="38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b="0" cap="none" dirty="0"/>
              <a:t>Example – Inbound Order Planning:</a:t>
            </a:r>
            <a:endParaRPr lang="en-CA" sz="1800" b="0" cap="none" dirty="0"/>
          </a:p>
        </p:txBody>
      </p:sp>
      <p:pic>
        <p:nvPicPr>
          <p:cNvPr id="7" name="Picture 6">
            <a:extLst>
              <a:ext uri="{FF2B5EF4-FFF2-40B4-BE49-F238E27FC236}">
                <a16:creationId xmlns:a16="http://schemas.microsoft.com/office/drawing/2014/main" xmlns="" id="{46043B67-11BD-4076-B30B-D8043DFFF770}"/>
              </a:ext>
            </a:extLst>
          </p:cNvPr>
          <p:cNvPicPr>
            <a:picLocks noChangeAspect="1"/>
          </p:cNvPicPr>
          <p:nvPr>
            <p:custDataLst>
              <p:tags r:id="rId4"/>
            </p:custDataLst>
          </p:nvPr>
        </p:nvPicPr>
        <p:blipFill>
          <a:blip r:embed="rId10"/>
          <a:stretch>
            <a:fillRect/>
          </a:stretch>
        </p:blipFill>
        <p:spPr>
          <a:xfrm>
            <a:off x="981864" y="3002746"/>
            <a:ext cx="3173448" cy="3164484"/>
          </a:xfrm>
          <a:prstGeom prst="rect">
            <a:avLst/>
          </a:prstGeom>
        </p:spPr>
      </p:pic>
      <p:sp>
        <p:nvSpPr>
          <p:cNvPr id="9" name="Content Placeholder 4">
            <a:extLst>
              <a:ext uri="{FF2B5EF4-FFF2-40B4-BE49-F238E27FC236}">
                <a16:creationId xmlns:a16="http://schemas.microsoft.com/office/drawing/2014/main" xmlns="" id="{42F53D65-E87F-4460-AF0E-83348D05D262}"/>
              </a:ext>
            </a:extLst>
          </p:cNvPr>
          <p:cNvSpPr txBox="1">
            <a:spLocks/>
          </p:cNvSpPr>
          <p:nvPr>
            <p:custDataLst>
              <p:tags r:id="rId5"/>
            </p:custDataLst>
          </p:nvPr>
        </p:nvSpPr>
        <p:spPr>
          <a:xfrm>
            <a:off x="4540731" y="3867239"/>
            <a:ext cx="901824" cy="550782"/>
          </a:xfrm>
          <a:prstGeom prst="rect">
            <a:avLst/>
          </a:prstGeom>
        </p:spPr>
        <p:txBody>
          <a:bodyPr vert="horz" lIns="0" tIns="45720" rIns="91440" bIns="45720" rtlCol="0">
            <a:noAutofit/>
          </a:bodyPr>
          <a:lstStyle>
            <a:lvl1pPr marL="0" indent="0" algn="l" defTabSz="914400" rtl="0" eaLnBrk="1" latinLnBrk="0" hangingPunct="1">
              <a:lnSpc>
                <a:spcPct val="100000"/>
              </a:lnSpc>
              <a:spcBef>
                <a:spcPts val="600"/>
              </a:spcBef>
              <a:buFontTx/>
              <a:buNone/>
              <a:defRPr sz="1800" b="1" kern="1200">
                <a:solidFill>
                  <a:schemeClr val="bg2"/>
                </a:solidFill>
                <a:latin typeface="+mn-lt"/>
                <a:ea typeface="+mn-ea"/>
                <a:cs typeface="+mn-cs"/>
              </a:defRPr>
            </a:lvl1pPr>
            <a:lvl2pPr marL="625475" indent="-357188" algn="l" defTabSz="914400" rtl="0" eaLnBrk="1" latinLnBrk="0" hangingPunct="1">
              <a:lnSpc>
                <a:spcPct val="100000"/>
              </a:lnSpc>
              <a:spcBef>
                <a:spcPts val="600"/>
              </a:spcBef>
              <a:buSzPct val="95000"/>
              <a:buFontTx/>
              <a:buBlip>
                <a:blip r:embed="rId8"/>
              </a:buBlip>
              <a:defRPr sz="1600" kern="1200">
                <a:solidFill>
                  <a:schemeClr val="tx2"/>
                </a:solidFill>
                <a:latin typeface="+mn-lt"/>
                <a:ea typeface="+mn-ea"/>
                <a:cs typeface="+mn-cs"/>
              </a:defRPr>
            </a:lvl2pPr>
            <a:lvl3pPr marL="1073150" indent="-357188" algn="l" defTabSz="914400" rtl="0" eaLnBrk="1" latinLnBrk="0" hangingPunct="1">
              <a:lnSpc>
                <a:spcPct val="100000"/>
              </a:lnSpc>
              <a:spcBef>
                <a:spcPts val="600"/>
              </a:spcBef>
              <a:buSzPct val="95000"/>
              <a:buFontTx/>
              <a:buBlip>
                <a:blip r:embed="rId9"/>
              </a:buBlip>
              <a:defRPr sz="1400" kern="1200">
                <a:solidFill>
                  <a:srgbClr val="383333"/>
                </a:solidFill>
                <a:latin typeface="+mn-lt"/>
                <a:ea typeface="+mn-ea"/>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200" kern="1200">
                <a:solidFill>
                  <a:srgbClr val="383333"/>
                </a:solidFill>
                <a:latin typeface="+mn-lt"/>
                <a:ea typeface="+mn-ea"/>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200" kern="1200">
                <a:solidFill>
                  <a:srgbClr val="38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8287" lvl="1" indent="0" algn="just">
              <a:lnSpc>
                <a:spcPct val="150000"/>
              </a:lnSpc>
              <a:buNone/>
            </a:pPr>
            <a:r>
              <a:rPr lang="fr-CA" sz="1800" dirty="0">
                <a:solidFill>
                  <a:schemeClr val="tx1"/>
                </a:solidFill>
              </a:rPr>
              <a:t>Or</a:t>
            </a:r>
            <a:endParaRPr lang="en-US" sz="1800" dirty="0">
              <a:solidFill>
                <a:schemeClr val="tx1"/>
              </a:solidFill>
            </a:endParaRPr>
          </a:p>
          <a:p>
            <a:pPr algn="just">
              <a:lnSpc>
                <a:spcPct val="150000"/>
              </a:lnSpc>
            </a:pPr>
            <a:endParaRPr lang="en-GB" sz="1700" dirty="0"/>
          </a:p>
        </p:txBody>
      </p:sp>
      <p:pic>
        <p:nvPicPr>
          <p:cNvPr id="11" name="Picture 10">
            <a:extLst>
              <a:ext uri="{FF2B5EF4-FFF2-40B4-BE49-F238E27FC236}">
                <a16:creationId xmlns:a16="http://schemas.microsoft.com/office/drawing/2014/main" xmlns="" id="{FADBDDF9-3CE5-4770-9E4F-381BFFE49466}"/>
              </a:ext>
            </a:extLst>
          </p:cNvPr>
          <p:cNvPicPr>
            <a:picLocks noChangeAspect="1"/>
          </p:cNvPicPr>
          <p:nvPr>
            <p:custDataLst>
              <p:tags r:id="rId6"/>
            </p:custDataLst>
          </p:nvPr>
        </p:nvPicPr>
        <p:blipFill>
          <a:blip r:embed="rId11"/>
          <a:stretch>
            <a:fillRect/>
          </a:stretch>
        </p:blipFill>
        <p:spPr>
          <a:xfrm>
            <a:off x="6033760" y="3947288"/>
            <a:ext cx="4678666" cy="390683"/>
          </a:xfrm>
          <a:prstGeom prst="rect">
            <a:avLst/>
          </a:prstGeom>
        </p:spPr>
      </p:pic>
    </p:spTree>
    <p:extLst>
      <p:ext uri="{BB962C8B-B14F-4D97-AF65-F5344CB8AC3E}">
        <p14:creationId xmlns:p14="http://schemas.microsoft.com/office/powerpoint/2010/main" val="890182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Overview of a Resource</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971033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xmlns="" id="{83C2DB7D-B3B9-449F-BBA9-2E36B92B1C99}"/>
              </a:ext>
            </a:extLst>
          </p:cNvPr>
          <p:cNvPicPr>
            <a:picLocks noChangeAspect="1"/>
          </p:cNvPicPr>
          <p:nvPr>
            <p:custDataLst>
              <p:tags r:id="rId1"/>
            </p:custDataLst>
          </p:nvPr>
        </p:nvPicPr>
        <p:blipFill>
          <a:blip r:embed="rId25"/>
          <a:stretch>
            <a:fillRect/>
          </a:stretch>
        </p:blipFill>
        <p:spPr>
          <a:xfrm>
            <a:off x="2388774" y="1221242"/>
            <a:ext cx="7882918" cy="4184422"/>
          </a:xfrm>
          <a:prstGeom prst="rect">
            <a:avLst/>
          </a:prstGeom>
        </p:spPr>
      </p:pic>
      <p:sp>
        <p:nvSpPr>
          <p:cNvPr id="2" name="Title 1">
            <a:extLst>
              <a:ext uri="{FF2B5EF4-FFF2-40B4-BE49-F238E27FC236}">
                <a16:creationId xmlns:a16="http://schemas.microsoft.com/office/drawing/2014/main" xmlns="" id="{2DD44D86-0440-40D3-A420-B4104BD5B5A8}"/>
              </a:ext>
            </a:extLst>
          </p:cNvPr>
          <p:cNvSpPr>
            <a:spLocks noGrp="1"/>
          </p:cNvSpPr>
          <p:nvPr>
            <p:ph type="title"/>
            <p:custDataLst>
              <p:tags r:id="rId2"/>
            </p:custDataLst>
          </p:nvPr>
        </p:nvSpPr>
        <p:spPr/>
        <p:txBody>
          <a:bodyPr/>
          <a:lstStyle/>
          <a:p>
            <a:r>
              <a:rPr lang="fr-CA" dirty="0" err="1"/>
              <a:t>Overview</a:t>
            </a:r>
            <a:r>
              <a:rPr lang="fr-CA" dirty="0"/>
              <a:t> of a Resource</a:t>
            </a:r>
            <a:endParaRPr lang="en-CA" dirty="0"/>
          </a:p>
        </p:txBody>
      </p:sp>
      <p:sp>
        <p:nvSpPr>
          <p:cNvPr id="7" name="Oval 6">
            <a:extLst>
              <a:ext uri="{FF2B5EF4-FFF2-40B4-BE49-F238E27FC236}">
                <a16:creationId xmlns:a16="http://schemas.microsoft.com/office/drawing/2014/main" xmlns="" id="{9FB676BD-95A3-4FF4-9698-9EEB3DEA3482}"/>
              </a:ext>
            </a:extLst>
          </p:cNvPr>
          <p:cNvSpPr/>
          <p:nvPr>
            <p:custDataLst>
              <p:tags r:id="rId3"/>
            </p:custDataLst>
          </p:nvPr>
        </p:nvSpPr>
        <p:spPr>
          <a:xfrm flipH="1" flipV="1">
            <a:off x="10682008" y="1269370"/>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xmlns="" id="{1B947424-D1C2-42C1-AF14-B5CAC9408EB9}"/>
              </a:ext>
            </a:extLst>
          </p:cNvPr>
          <p:cNvSpPr/>
          <p:nvPr>
            <p:custDataLst>
              <p:tags r:id="rId4"/>
            </p:custDataLst>
          </p:nvPr>
        </p:nvSpPr>
        <p:spPr>
          <a:xfrm>
            <a:off x="10781635" y="996119"/>
            <a:ext cx="1317706" cy="830997"/>
          </a:xfrm>
          <a:prstGeom prst="rect">
            <a:avLst/>
          </a:prstGeom>
        </p:spPr>
        <p:txBody>
          <a:bodyPr wrap="square">
            <a:spAutoFit/>
          </a:bodyPr>
          <a:lstStyle/>
          <a:p>
            <a:pPr algn="ctr"/>
            <a:r>
              <a:rPr lang="en-CA" sz="1600" dirty="0">
                <a:solidFill>
                  <a:srgbClr val="000000"/>
                </a:solidFill>
              </a:rPr>
              <a:t>To close the current window</a:t>
            </a:r>
          </a:p>
        </p:txBody>
      </p:sp>
      <p:cxnSp>
        <p:nvCxnSpPr>
          <p:cNvPr id="9" name="Straight Connector 8">
            <a:extLst>
              <a:ext uri="{FF2B5EF4-FFF2-40B4-BE49-F238E27FC236}">
                <a16:creationId xmlns:a16="http://schemas.microsoft.com/office/drawing/2014/main" xmlns="" id="{C6E16B11-0C7A-4D44-B612-032FDEBBC5D9}"/>
              </a:ext>
            </a:extLst>
          </p:cNvPr>
          <p:cNvCxnSpPr>
            <a:cxnSpLocks/>
          </p:cNvCxnSpPr>
          <p:nvPr>
            <p:custDataLst>
              <p:tags r:id="rId5"/>
            </p:custDataLst>
          </p:nvPr>
        </p:nvCxnSpPr>
        <p:spPr>
          <a:xfrm flipH="1">
            <a:off x="10271800" y="1335799"/>
            <a:ext cx="469896"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86A2C488-CA43-468C-BAAF-98EB54F686A1}"/>
              </a:ext>
            </a:extLst>
          </p:cNvPr>
          <p:cNvGrpSpPr/>
          <p:nvPr>
            <p:custDataLst>
              <p:tags r:id="rId6"/>
            </p:custDataLst>
          </p:nvPr>
        </p:nvGrpSpPr>
        <p:grpSpPr>
          <a:xfrm>
            <a:off x="9448736" y="852972"/>
            <a:ext cx="119376" cy="359060"/>
            <a:chOff x="10851021" y="1596997"/>
            <a:chExt cx="119376" cy="359060"/>
          </a:xfrm>
        </p:grpSpPr>
        <p:sp>
          <p:nvSpPr>
            <p:cNvPr id="11" name="Oval 10">
              <a:extLst>
                <a:ext uri="{FF2B5EF4-FFF2-40B4-BE49-F238E27FC236}">
                  <a16:creationId xmlns:a16="http://schemas.microsoft.com/office/drawing/2014/main" xmlns="" id="{511D076C-9C74-4E19-BBC2-1FEDAA7B0232}"/>
                </a:ext>
              </a:extLst>
            </p:cNvPr>
            <p:cNvSpPr/>
            <p:nvPr>
              <p:custDataLst>
                <p:tags r:id="rId23"/>
              </p:custDataLst>
            </p:nvPr>
          </p:nvSpPr>
          <p:spPr>
            <a:xfrm flipH="1" flipV="1">
              <a:off x="10851021" y="1596997"/>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2" name="Straight Connector 11">
              <a:extLst>
                <a:ext uri="{FF2B5EF4-FFF2-40B4-BE49-F238E27FC236}">
                  <a16:creationId xmlns:a16="http://schemas.microsoft.com/office/drawing/2014/main" xmlns="" id="{09952B67-FDA7-40A2-A0D4-0E339F454C60}"/>
                </a:ext>
              </a:extLst>
            </p:cNvPr>
            <p:cNvCxnSpPr>
              <a:cxnSpLocks/>
            </p:cNvCxnSpPr>
            <p:nvPr/>
          </p:nvCxnSpPr>
          <p:spPr>
            <a:xfrm>
              <a:off x="10912118" y="1630796"/>
              <a:ext cx="0" cy="32526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3" name="Rectangle 12">
            <a:extLst>
              <a:ext uri="{FF2B5EF4-FFF2-40B4-BE49-F238E27FC236}">
                <a16:creationId xmlns:a16="http://schemas.microsoft.com/office/drawing/2014/main" xmlns="" id="{727AFB00-0B75-4CF6-90CC-BE139951AF1F}"/>
              </a:ext>
            </a:extLst>
          </p:cNvPr>
          <p:cNvSpPr/>
          <p:nvPr>
            <p:custDataLst>
              <p:tags r:id="rId7"/>
            </p:custDataLst>
          </p:nvPr>
        </p:nvSpPr>
        <p:spPr>
          <a:xfrm>
            <a:off x="8910485" y="429725"/>
            <a:ext cx="1210588" cy="338554"/>
          </a:xfrm>
          <a:prstGeom prst="rect">
            <a:avLst/>
          </a:prstGeom>
        </p:spPr>
        <p:txBody>
          <a:bodyPr wrap="square">
            <a:spAutoFit/>
          </a:bodyPr>
          <a:lstStyle/>
          <a:p>
            <a:r>
              <a:rPr lang="en-CA" sz="1600" dirty="0">
                <a:solidFill>
                  <a:srgbClr val="000000"/>
                </a:solidFill>
              </a:rPr>
              <a:t>Help button</a:t>
            </a:r>
            <a:endParaRPr lang="en-CA" sz="1600" dirty="0"/>
          </a:p>
        </p:txBody>
      </p:sp>
      <p:cxnSp>
        <p:nvCxnSpPr>
          <p:cNvPr id="14" name="Straight Connector 13">
            <a:extLst>
              <a:ext uri="{FF2B5EF4-FFF2-40B4-BE49-F238E27FC236}">
                <a16:creationId xmlns:a16="http://schemas.microsoft.com/office/drawing/2014/main" xmlns="" id="{083C257E-78E0-474E-B742-B2B9DD8C9FF1}"/>
              </a:ext>
            </a:extLst>
          </p:cNvPr>
          <p:cNvCxnSpPr>
            <a:cxnSpLocks/>
          </p:cNvCxnSpPr>
          <p:nvPr>
            <p:custDataLst>
              <p:tags r:id="rId8"/>
            </p:custDataLst>
          </p:nvPr>
        </p:nvCxnSpPr>
        <p:spPr>
          <a:xfrm>
            <a:off x="1934644" y="2265512"/>
            <a:ext cx="477659"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75CD9BBD-29E4-4697-92AC-326747171D59}"/>
              </a:ext>
            </a:extLst>
          </p:cNvPr>
          <p:cNvCxnSpPr>
            <a:cxnSpLocks/>
          </p:cNvCxnSpPr>
          <p:nvPr>
            <p:custDataLst>
              <p:tags r:id="rId9"/>
            </p:custDataLst>
          </p:nvPr>
        </p:nvCxnSpPr>
        <p:spPr>
          <a:xfrm>
            <a:off x="1935769" y="4145586"/>
            <a:ext cx="477659"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xmlns="" id="{E60B449D-B52D-42A4-B1FC-47D3F43344F9}"/>
              </a:ext>
            </a:extLst>
          </p:cNvPr>
          <p:cNvSpPr/>
          <p:nvPr>
            <p:custDataLst>
              <p:tags r:id="rId10"/>
            </p:custDataLst>
          </p:nvPr>
        </p:nvSpPr>
        <p:spPr>
          <a:xfrm>
            <a:off x="283833" y="1753621"/>
            <a:ext cx="1529550" cy="1323439"/>
          </a:xfrm>
          <a:prstGeom prst="rect">
            <a:avLst/>
          </a:prstGeom>
        </p:spPr>
        <p:txBody>
          <a:bodyPr wrap="square">
            <a:spAutoFit/>
          </a:bodyPr>
          <a:lstStyle/>
          <a:p>
            <a:pPr algn="just"/>
            <a:r>
              <a:rPr lang="en-CA" sz="1600" b="1" dirty="0">
                <a:solidFill>
                  <a:srgbClr val="000000"/>
                </a:solidFill>
              </a:rPr>
              <a:t>Search Criteria</a:t>
            </a:r>
          </a:p>
          <a:p>
            <a:pPr algn="just"/>
            <a:r>
              <a:rPr lang="en-US" sz="1600" dirty="0">
                <a:solidFill>
                  <a:srgbClr val="000000"/>
                </a:solidFill>
              </a:rPr>
              <a:t>Allows the user to enter criteria for a given search</a:t>
            </a:r>
            <a:endParaRPr lang="en-CA" sz="1600" dirty="0">
              <a:solidFill>
                <a:srgbClr val="000000"/>
              </a:solidFill>
            </a:endParaRPr>
          </a:p>
        </p:txBody>
      </p:sp>
      <p:sp>
        <p:nvSpPr>
          <p:cNvPr id="17" name="Rectangle 16">
            <a:extLst>
              <a:ext uri="{FF2B5EF4-FFF2-40B4-BE49-F238E27FC236}">
                <a16:creationId xmlns:a16="http://schemas.microsoft.com/office/drawing/2014/main" xmlns="" id="{6256904B-BE01-406E-A6B2-1A4CBA676D2D}"/>
              </a:ext>
            </a:extLst>
          </p:cNvPr>
          <p:cNvSpPr/>
          <p:nvPr>
            <p:custDataLst>
              <p:tags r:id="rId11"/>
            </p:custDataLst>
          </p:nvPr>
        </p:nvSpPr>
        <p:spPr>
          <a:xfrm>
            <a:off x="301155" y="3668532"/>
            <a:ext cx="1529550" cy="1077218"/>
          </a:xfrm>
          <a:prstGeom prst="rect">
            <a:avLst/>
          </a:prstGeom>
        </p:spPr>
        <p:txBody>
          <a:bodyPr wrap="square">
            <a:spAutoFit/>
          </a:bodyPr>
          <a:lstStyle/>
          <a:p>
            <a:r>
              <a:rPr lang="en-CA" sz="1600" b="1" dirty="0">
                <a:solidFill>
                  <a:srgbClr val="000000"/>
                </a:solidFill>
              </a:rPr>
              <a:t>Search Results</a:t>
            </a:r>
          </a:p>
          <a:p>
            <a:pPr algn="just"/>
            <a:r>
              <a:rPr lang="en-US" sz="1600" dirty="0">
                <a:solidFill>
                  <a:srgbClr val="000000"/>
                </a:solidFill>
              </a:rPr>
              <a:t>Shows t</a:t>
            </a:r>
            <a:r>
              <a:rPr lang="en-CA" sz="1600" dirty="0">
                <a:solidFill>
                  <a:srgbClr val="000000"/>
                </a:solidFill>
              </a:rPr>
              <a:t>he results for a given search</a:t>
            </a:r>
          </a:p>
        </p:txBody>
      </p:sp>
      <p:cxnSp>
        <p:nvCxnSpPr>
          <p:cNvPr id="20" name="Straight Connector 19">
            <a:extLst>
              <a:ext uri="{FF2B5EF4-FFF2-40B4-BE49-F238E27FC236}">
                <a16:creationId xmlns:a16="http://schemas.microsoft.com/office/drawing/2014/main" xmlns="" id="{9C3F7A9F-C6ED-42F0-A090-B825EA270823}"/>
              </a:ext>
            </a:extLst>
          </p:cNvPr>
          <p:cNvCxnSpPr>
            <a:cxnSpLocks/>
          </p:cNvCxnSpPr>
          <p:nvPr>
            <p:custDataLst>
              <p:tags r:id="rId12"/>
            </p:custDataLst>
          </p:nvPr>
        </p:nvCxnSpPr>
        <p:spPr>
          <a:xfrm rot="10800000">
            <a:off x="9971481" y="5337988"/>
            <a:ext cx="0" cy="28248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xmlns="" id="{B2BBF8E0-3007-4872-B000-55C07726F3B7}"/>
              </a:ext>
            </a:extLst>
          </p:cNvPr>
          <p:cNvSpPr/>
          <p:nvPr>
            <p:custDataLst>
              <p:tags r:id="rId13"/>
            </p:custDataLst>
          </p:nvPr>
        </p:nvSpPr>
        <p:spPr>
          <a:xfrm>
            <a:off x="8364468" y="5661878"/>
            <a:ext cx="3513209" cy="830997"/>
          </a:xfrm>
          <a:prstGeom prst="rect">
            <a:avLst/>
          </a:prstGeom>
        </p:spPr>
        <p:txBody>
          <a:bodyPr wrap="square">
            <a:spAutoFit/>
          </a:bodyPr>
          <a:lstStyle/>
          <a:p>
            <a:pPr algn="just"/>
            <a:r>
              <a:rPr lang="en-US" sz="1600" dirty="0">
                <a:solidFill>
                  <a:srgbClr val="000000"/>
                </a:solidFill>
              </a:rPr>
              <a:t>Allows users to customize fields in search criteria, search results, display and other details</a:t>
            </a:r>
            <a:endParaRPr lang="fr-CA" sz="1600" dirty="0">
              <a:solidFill>
                <a:srgbClr val="000000"/>
              </a:solidFill>
            </a:endParaRPr>
          </a:p>
        </p:txBody>
      </p:sp>
      <p:sp>
        <p:nvSpPr>
          <p:cNvPr id="22" name="Rectangle 21">
            <a:extLst>
              <a:ext uri="{FF2B5EF4-FFF2-40B4-BE49-F238E27FC236}">
                <a16:creationId xmlns:a16="http://schemas.microsoft.com/office/drawing/2014/main" xmlns="" id="{7DF625B6-DBCF-4692-A0BC-6CADEAEF544B}"/>
              </a:ext>
            </a:extLst>
          </p:cNvPr>
          <p:cNvSpPr/>
          <p:nvPr>
            <p:custDataLst>
              <p:tags r:id="rId14"/>
            </p:custDataLst>
          </p:nvPr>
        </p:nvSpPr>
        <p:spPr>
          <a:xfrm>
            <a:off x="2412303" y="6132055"/>
            <a:ext cx="2907518" cy="338554"/>
          </a:xfrm>
          <a:prstGeom prst="rect">
            <a:avLst/>
          </a:prstGeom>
        </p:spPr>
        <p:txBody>
          <a:bodyPr wrap="square">
            <a:spAutoFit/>
          </a:bodyPr>
          <a:lstStyle/>
          <a:p>
            <a:pPr algn="just"/>
            <a:r>
              <a:rPr lang="en-US" sz="1600" dirty="0">
                <a:solidFill>
                  <a:srgbClr val="000000"/>
                </a:solidFill>
              </a:rPr>
              <a:t>To clear all fields</a:t>
            </a:r>
            <a:endParaRPr lang="fr-CA" sz="1600" dirty="0">
              <a:solidFill>
                <a:srgbClr val="000000"/>
              </a:solidFill>
            </a:endParaRPr>
          </a:p>
        </p:txBody>
      </p:sp>
      <p:sp>
        <p:nvSpPr>
          <p:cNvPr id="23" name="Rectangle 22">
            <a:extLst>
              <a:ext uri="{FF2B5EF4-FFF2-40B4-BE49-F238E27FC236}">
                <a16:creationId xmlns:a16="http://schemas.microsoft.com/office/drawing/2014/main" xmlns="" id="{2FE6B478-31F3-4E62-88B6-F29F25BF6C1B}"/>
              </a:ext>
            </a:extLst>
          </p:cNvPr>
          <p:cNvSpPr/>
          <p:nvPr>
            <p:custDataLst>
              <p:tags r:id="rId15"/>
            </p:custDataLst>
          </p:nvPr>
        </p:nvSpPr>
        <p:spPr>
          <a:xfrm>
            <a:off x="1131178" y="5691822"/>
            <a:ext cx="1744144" cy="338554"/>
          </a:xfrm>
          <a:prstGeom prst="rect">
            <a:avLst/>
          </a:prstGeom>
        </p:spPr>
        <p:txBody>
          <a:bodyPr wrap="square">
            <a:spAutoFit/>
          </a:bodyPr>
          <a:lstStyle/>
          <a:p>
            <a:pPr algn="just"/>
            <a:r>
              <a:rPr lang="en-US" sz="1600" dirty="0">
                <a:solidFill>
                  <a:srgbClr val="000000"/>
                </a:solidFill>
              </a:rPr>
              <a:t>To launch a search</a:t>
            </a:r>
            <a:endParaRPr lang="fr-CA" sz="1600" dirty="0">
              <a:solidFill>
                <a:srgbClr val="000000"/>
              </a:solidFill>
            </a:endParaRPr>
          </a:p>
        </p:txBody>
      </p:sp>
      <p:grpSp>
        <p:nvGrpSpPr>
          <p:cNvPr id="24" name="Group 23">
            <a:extLst>
              <a:ext uri="{FF2B5EF4-FFF2-40B4-BE49-F238E27FC236}">
                <a16:creationId xmlns:a16="http://schemas.microsoft.com/office/drawing/2014/main" xmlns="" id="{973FF78E-A27A-4539-B8F7-8F9035DC2DD5}"/>
              </a:ext>
            </a:extLst>
          </p:cNvPr>
          <p:cNvGrpSpPr/>
          <p:nvPr>
            <p:custDataLst>
              <p:tags r:id="rId16"/>
            </p:custDataLst>
          </p:nvPr>
        </p:nvGrpSpPr>
        <p:grpSpPr>
          <a:xfrm rot="10800000">
            <a:off x="2561896" y="5317056"/>
            <a:ext cx="125591" cy="311833"/>
            <a:chOff x="10851021" y="1596997"/>
            <a:chExt cx="119376" cy="359060"/>
          </a:xfrm>
        </p:grpSpPr>
        <p:sp>
          <p:nvSpPr>
            <p:cNvPr id="25" name="Oval 24">
              <a:extLst>
                <a:ext uri="{FF2B5EF4-FFF2-40B4-BE49-F238E27FC236}">
                  <a16:creationId xmlns:a16="http://schemas.microsoft.com/office/drawing/2014/main" xmlns="" id="{6E82AC18-5802-4FAA-B289-513F18891B19}"/>
                </a:ext>
              </a:extLst>
            </p:cNvPr>
            <p:cNvSpPr/>
            <p:nvPr>
              <p:custDataLst>
                <p:tags r:id="rId22"/>
              </p:custDataLst>
            </p:nvPr>
          </p:nvSpPr>
          <p:spPr>
            <a:xfrm flipH="1" flipV="1">
              <a:off x="10851021" y="1596997"/>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6" name="Straight Connector 25">
              <a:extLst>
                <a:ext uri="{FF2B5EF4-FFF2-40B4-BE49-F238E27FC236}">
                  <a16:creationId xmlns:a16="http://schemas.microsoft.com/office/drawing/2014/main" xmlns="" id="{120A972F-3E14-45C9-BC3C-1E2AC615F9B1}"/>
                </a:ext>
              </a:extLst>
            </p:cNvPr>
            <p:cNvCxnSpPr>
              <a:cxnSpLocks/>
            </p:cNvCxnSpPr>
            <p:nvPr/>
          </p:nvCxnSpPr>
          <p:spPr>
            <a:xfrm>
              <a:off x="10912118" y="1630796"/>
              <a:ext cx="0" cy="32526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7" name="Straight Connector 26">
            <a:extLst>
              <a:ext uri="{FF2B5EF4-FFF2-40B4-BE49-F238E27FC236}">
                <a16:creationId xmlns:a16="http://schemas.microsoft.com/office/drawing/2014/main" xmlns="" id="{77FCC66C-3D12-4E94-B53E-652C85F89751}"/>
              </a:ext>
            </a:extLst>
          </p:cNvPr>
          <p:cNvCxnSpPr>
            <a:cxnSpLocks/>
            <a:endCxn id="28" idx="0"/>
          </p:cNvCxnSpPr>
          <p:nvPr>
            <p:custDataLst>
              <p:tags r:id="rId17"/>
            </p:custDataLst>
          </p:nvPr>
        </p:nvCxnSpPr>
        <p:spPr>
          <a:xfrm>
            <a:off x="2945601" y="5317056"/>
            <a:ext cx="0" cy="79490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xmlns="" id="{2C36A3B5-06D5-4412-83FC-E453DCD4F511}"/>
              </a:ext>
            </a:extLst>
          </p:cNvPr>
          <p:cNvSpPr/>
          <p:nvPr>
            <p:custDataLst>
              <p:tags r:id="rId18"/>
            </p:custDataLst>
          </p:nvPr>
        </p:nvSpPr>
        <p:spPr>
          <a:xfrm flipH="1" flipV="1">
            <a:off x="2885913" y="5997664"/>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xmlns="" id="{E8214BC1-AC98-4ED4-931F-C65A5946C8BF}"/>
              </a:ext>
            </a:extLst>
          </p:cNvPr>
          <p:cNvSpPr/>
          <p:nvPr>
            <p:custDataLst>
              <p:tags r:id="rId19"/>
            </p:custDataLst>
          </p:nvPr>
        </p:nvSpPr>
        <p:spPr>
          <a:xfrm flipH="1" flipV="1">
            <a:off x="1847050" y="2208362"/>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xmlns="" id="{272B70A7-BED1-4C0D-B89A-140762C61134}"/>
              </a:ext>
            </a:extLst>
          </p:cNvPr>
          <p:cNvSpPr/>
          <p:nvPr>
            <p:custDataLst>
              <p:tags r:id="rId20"/>
            </p:custDataLst>
          </p:nvPr>
        </p:nvSpPr>
        <p:spPr>
          <a:xfrm flipH="1" flipV="1">
            <a:off x="1840280" y="4088435"/>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Oval 34">
            <a:extLst>
              <a:ext uri="{FF2B5EF4-FFF2-40B4-BE49-F238E27FC236}">
                <a16:creationId xmlns:a16="http://schemas.microsoft.com/office/drawing/2014/main" xmlns="" id="{1291EF21-75DA-49B8-99EF-C0F7BC1790CD}"/>
              </a:ext>
            </a:extLst>
          </p:cNvPr>
          <p:cNvSpPr/>
          <p:nvPr>
            <p:custDataLst>
              <p:tags r:id="rId21"/>
            </p:custDataLst>
          </p:nvPr>
        </p:nvSpPr>
        <p:spPr>
          <a:xfrm flipH="1" flipV="1">
            <a:off x="9911793" y="5542386"/>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692619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Search Criteria View</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1918112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1BFF90-5AFB-4888-B806-D6D53885310B}"/>
              </a:ext>
            </a:extLst>
          </p:cNvPr>
          <p:cNvSpPr>
            <a:spLocks noGrp="1"/>
          </p:cNvSpPr>
          <p:nvPr>
            <p:ph type="title"/>
            <p:custDataLst>
              <p:tags r:id="rId1"/>
            </p:custDataLst>
          </p:nvPr>
        </p:nvSpPr>
        <p:spPr/>
        <p:txBody>
          <a:bodyPr/>
          <a:lstStyle/>
          <a:p>
            <a:r>
              <a:rPr lang="en-US" sz="3600" dirty="0"/>
              <a:t>Search Criteria View</a:t>
            </a:r>
            <a:endParaRPr lang="en-CA" dirty="0"/>
          </a:p>
        </p:txBody>
      </p:sp>
      <p:sp>
        <p:nvSpPr>
          <p:cNvPr id="3" name="Content Placeholder 2">
            <a:extLst>
              <a:ext uri="{FF2B5EF4-FFF2-40B4-BE49-F238E27FC236}">
                <a16:creationId xmlns:a16="http://schemas.microsoft.com/office/drawing/2014/main" xmlns="" id="{AA2F80AC-8BA8-4C91-BA28-7F8F190A2397}"/>
              </a:ext>
            </a:extLst>
          </p:cNvPr>
          <p:cNvSpPr>
            <a:spLocks noGrp="1"/>
          </p:cNvSpPr>
          <p:nvPr>
            <p:ph idx="1"/>
            <p:custDataLst>
              <p:tags r:id="rId2"/>
            </p:custDataLst>
          </p:nvPr>
        </p:nvSpPr>
        <p:spPr>
          <a:xfrm>
            <a:off x="838200" y="1466100"/>
            <a:ext cx="10515600" cy="4486275"/>
          </a:xfrm>
        </p:spPr>
        <p:txBody>
          <a:bodyPr/>
          <a:lstStyle/>
          <a:p>
            <a:r>
              <a:rPr lang="en-US" sz="2100" dirty="0"/>
              <a:t>This view gives the user the current search criteria:</a:t>
            </a:r>
          </a:p>
          <a:p>
            <a:endParaRPr lang="en-CA" dirty="0"/>
          </a:p>
        </p:txBody>
      </p:sp>
      <p:pic>
        <p:nvPicPr>
          <p:cNvPr id="6" name="Picture 5">
            <a:extLst>
              <a:ext uri="{FF2B5EF4-FFF2-40B4-BE49-F238E27FC236}">
                <a16:creationId xmlns:a16="http://schemas.microsoft.com/office/drawing/2014/main" xmlns="" id="{5D240DE8-1349-4600-BD56-D3502258EA55}"/>
              </a:ext>
            </a:extLst>
          </p:cNvPr>
          <p:cNvPicPr>
            <a:picLocks noChangeAspect="1"/>
          </p:cNvPicPr>
          <p:nvPr>
            <p:custDataLst>
              <p:tags r:id="rId3"/>
            </p:custDataLst>
          </p:nvPr>
        </p:nvPicPr>
        <p:blipFill>
          <a:blip r:embed="rId18"/>
          <a:stretch>
            <a:fillRect/>
          </a:stretch>
        </p:blipFill>
        <p:spPr>
          <a:xfrm>
            <a:off x="976760" y="2882549"/>
            <a:ext cx="10238480" cy="2242003"/>
          </a:xfrm>
          <a:prstGeom prst="rect">
            <a:avLst/>
          </a:prstGeom>
        </p:spPr>
      </p:pic>
      <p:cxnSp>
        <p:nvCxnSpPr>
          <p:cNvPr id="17" name="Straight Connector 16">
            <a:extLst>
              <a:ext uri="{FF2B5EF4-FFF2-40B4-BE49-F238E27FC236}">
                <a16:creationId xmlns:a16="http://schemas.microsoft.com/office/drawing/2014/main" xmlns="" id="{4C5F7B86-D1F7-4416-8A52-7FEB5B0EBFD7}"/>
              </a:ext>
            </a:extLst>
          </p:cNvPr>
          <p:cNvCxnSpPr>
            <a:cxnSpLocks/>
          </p:cNvCxnSpPr>
          <p:nvPr>
            <p:custDataLst>
              <p:tags r:id="rId4"/>
            </p:custDataLst>
          </p:nvPr>
        </p:nvCxnSpPr>
        <p:spPr>
          <a:xfrm>
            <a:off x="3265005" y="2612890"/>
            <a:ext cx="0" cy="62166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xmlns="" id="{8F8706F6-68C2-4B11-98AC-F68835EE749B}"/>
              </a:ext>
            </a:extLst>
          </p:cNvPr>
          <p:cNvSpPr/>
          <p:nvPr>
            <p:custDataLst>
              <p:tags r:id="rId5"/>
            </p:custDataLst>
          </p:nvPr>
        </p:nvSpPr>
        <p:spPr>
          <a:xfrm flipH="1" flipV="1">
            <a:off x="3205317" y="2555740"/>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xmlns="" id="{60F83188-B698-4786-8E36-D570D43A595B}"/>
              </a:ext>
            </a:extLst>
          </p:cNvPr>
          <p:cNvSpPr/>
          <p:nvPr>
            <p:custDataLst>
              <p:tags r:id="rId6"/>
            </p:custDataLst>
          </p:nvPr>
        </p:nvSpPr>
        <p:spPr>
          <a:xfrm>
            <a:off x="1714423" y="2110932"/>
            <a:ext cx="3220540" cy="338554"/>
          </a:xfrm>
          <a:prstGeom prst="rect">
            <a:avLst/>
          </a:prstGeom>
        </p:spPr>
        <p:txBody>
          <a:bodyPr wrap="square">
            <a:spAutoFit/>
          </a:bodyPr>
          <a:lstStyle/>
          <a:p>
            <a:pPr algn="ctr"/>
            <a:r>
              <a:rPr lang="en-CA" sz="1600" b="1" dirty="0">
                <a:solidFill>
                  <a:srgbClr val="000000"/>
                </a:solidFill>
              </a:rPr>
              <a:t>Auto-Fill Criteria </a:t>
            </a:r>
            <a:r>
              <a:rPr lang="en-CA" sz="1600" dirty="0">
                <a:solidFill>
                  <a:srgbClr val="000000"/>
                </a:solidFill>
              </a:rPr>
              <a:t>feature </a:t>
            </a:r>
          </a:p>
        </p:txBody>
      </p:sp>
      <p:cxnSp>
        <p:nvCxnSpPr>
          <p:cNvPr id="23" name="Straight Connector 22">
            <a:extLst>
              <a:ext uri="{FF2B5EF4-FFF2-40B4-BE49-F238E27FC236}">
                <a16:creationId xmlns:a16="http://schemas.microsoft.com/office/drawing/2014/main" xmlns="" id="{F88E2F12-D0F0-483D-876F-E586DF3076C7}"/>
              </a:ext>
            </a:extLst>
          </p:cNvPr>
          <p:cNvCxnSpPr>
            <a:cxnSpLocks/>
            <a:stCxn id="24" idx="0"/>
          </p:cNvCxnSpPr>
          <p:nvPr>
            <p:custDataLst>
              <p:tags r:id="rId7"/>
            </p:custDataLst>
          </p:nvPr>
        </p:nvCxnSpPr>
        <p:spPr>
          <a:xfrm>
            <a:off x="5632122" y="2677936"/>
            <a:ext cx="0" cy="5122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xmlns="" id="{874CDF22-AC1E-4EDC-A124-ADA09906EC33}"/>
              </a:ext>
            </a:extLst>
          </p:cNvPr>
          <p:cNvSpPr/>
          <p:nvPr>
            <p:custDataLst>
              <p:tags r:id="rId8"/>
            </p:custDataLst>
          </p:nvPr>
        </p:nvSpPr>
        <p:spPr>
          <a:xfrm flipH="1" flipV="1">
            <a:off x="5572434" y="2563636"/>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Rectangle 24">
            <a:extLst>
              <a:ext uri="{FF2B5EF4-FFF2-40B4-BE49-F238E27FC236}">
                <a16:creationId xmlns:a16="http://schemas.microsoft.com/office/drawing/2014/main" xmlns="" id="{679C520E-4812-4ED5-AF99-9CE520E8A606}"/>
              </a:ext>
            </a:extLst>
          </p:cNvPr>
          <p:cNvSpPr/>
          <p:nvPr>
            <p:custDataLst>
              <p:tags r:id="rId9"/>
            </p:custDataLst>
          </p:nvPr>
        </p:nvSpPr>
        <p:spPr>
          <a:xfrm>
            <a:off x="4752099" y="2110932"/>
            <a:ext cx="4452855" cy="338554"/>
          </a:xfrm>
          <a:prstGeom prst="rect">
            <a:avLst/>
          </a:prstGeom>
        </p:spPr>
        <p:txBody>
          <a:bodyPr wrap="square">
            <a:spAutoFit/>
          </a:bodyPr>
          <a:lstStyle/>
          <a:p>
            <a:pPr algn="ctr"/>
            <a:r>
              <a:rPr lang="en-CA" sz="1600" dirty="0">
                <a:solidFill>
                  <a:srgbClr val="000000"/>
                </a:solidFill>
              </a:rPr>
              <a:t>This button allows the user to show </a:t>
            </a:r>
            <a:r>
              <a:rPr lang="en-CA" sz="1600" b="1" dirty="0">
                <a:solidFill>
                  <a:srgbClr val="000000"/>
                </a:solidFill>
              </a:rPr>
              <a:t>more criteria </a:t>
            </a:r>
          </a:p>
        </p:txBody>
      </p:sp>
      <p:cxnSp>
        <p:nvCxnSpPr>
          <p:cNvPr id="30" name="Straight Connector 29">
            <a:extLst>
              <a:ext uri="{FF2B5EF4-FFF2-40B4-BE49-F238E27FC236}">
                <a16:creationId xmlns:a16="http://schemas.microsoft.com/office/drawing/2014/main" xmlns="" id="{3BDDF50B-34EE-4170-821D-7C5D4B21E51C}"/>
              </a:ext>
            </a:extLst>
          </p:cNvPr>
          <p:cNvCxnSpPr>
            <a:cxnSpLocks/>
          </p:cNvCxnSpPr>
          <p:nvPr>
            <p:custDataLst>
              <p:tags r:id="rId10"/>
            </p:custDataLst>
          </p:nvPr>
        </p:nvCxnSpPr>
        <p:spPr>
          <a:xfrm>
            <a:off x="4416036" y="4528204"/>
            <a:ext cx="0" cy="77045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xmlns="" id="{CCDFF4AD-316C-4214-B672-6C22CA645348}"/>
              </a:ext>
            </a:extLst>
          </p:cNvPr>
          <p:cNvSpPr/>
          <p:nvPr>
            <p:custDataLst>
              <p:tags r:id="rId11"/>
            </p:custDataLst>
          </p:nvPr>
        </p:nvSpPr>
        <p:spPr>
          <a:xfrm flipH="1" flipV="1">
            <a:off x="4356348" y="5200398"/>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Rectangle 32">
            <a:extLst>
              <a:ext uri="{FF2B5EF4-FFF2-40B4-BE49-F238E27FC236}">
                <a16:creationId xmlns:a16="http://schemas.microsoft.com/office/drawing/2014/main" xmlns="" id="{C942B157-B92D-4EEF-981D-D6C4FFFDB243}"/>
              </a:ext>
            </a:extLst>
          </p:cNvPr>
          <p:cNvSpPr/>
          <p:nvPr>
            <p:custDataLst>
              <p:tags r:id="rId12"/>
            </p:custDataLst>
          </p:nvPr>
        </p:nvSpPr>
        <p:spPr>
          <a:xfrm>
            <a:off x="4009396" y="5358240"/>
            <a:ext cx="1946545" cy="338554"/>
          </a:xfrm>
          <a:prstGeom prst="rect">
            <a:avLst/>
          </a:prstGeom>
        </p:spPr>
        <p:txBody>
          <a:bodyPr wrap="square">
            <a:spAutoFit/>
          </a:bodyPr>
          <a:lstStyle/>
          <a:p>
            <a:pPr algn="ctr"/>
            <a:r>
              <a:rPr lang="en-CA" sz="1600" b="1" dirty="0">
                <a:solidFill>
                  <a:srgbClr val="000000"/>
                </a:solidFill>
              </a:rPr>
              <a:t>Lookup</a:t>
            </a:r>
            <a:r>
              <a:rPr lang="en-CA" sz="1600" dirty="0">
                <a:solidFill>
                  <a:srgbClr val="000000"/>
                </a:solidFill>
              </a:rPr>
              <a:t> button</a:t>
            </a:r>
          </a:p>
        </p:txBody>
      </p:sp>
      <p:cxnSp>
        <p:nvCxnSpPr>
          <p:cNvPr id="34" name="Straight Connector 33">
            <a:extLst>
              <a:ext uri="{FF2B5EF4-FFF2-40B4-BE49-F238E27FC236}">
                <a16:creationId xmlns:a16="http://schemas.microsoft.com/office/drawing/2014/main" xmlns="" id="{BA996314-A4AA-4D75-8AF4-B6DD8786B6B3}"/>
              </a:ext>
            </a:extLst>
          </p:cNvPr>
          <p:cNvCxnSpPr>
            <a:cxnSpLocks/>
          </p:cNvCxnSpPr>
          <p:nvPr>
            <p:custDataLst>
              <p:tags r:id="rId13"/>
            </p:custDataLst>
          </p:nvPr>
        </p:nvCxnSpPr>
        <p:spPr>
          <a:xfrm>
            <a:off x="4145355" y="3902681"/>
            <a:ext cx="0" cy="179411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xmlns="" id="{5CA49628-C09A-4CA0-8E87-0ADD1759735E}"/>
              </a:ext>
            </a:extLst>
          </p:cNvPr>
          <p:cNvSpPr/>
          <p:nvPr>
            <p:custDataLst>
              <p:tags r:id="rId14"/>
            </p:custDataLst>
          </p:nvPr>
        </p:nvSpPr>
        <p:spPr>
          <a:xfrm flipH="1" flipV="1">
            <a:off x="4085667" y="5674470"/>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Rectangle 39">
            <a:extLst>
              <a:ext uri="{FF2B5EF4-FFF2-40B4-BE49-F238E27FC236}">
                <a16:creationId xmlns:a16="http://schemas.microsoft.com/office/drawing/2014/main" xmlns="" id="{7691E7FF-7A19-4BC3-8A78-6DA8C041FF8F}"/>
              </a:ext>
            </a:extLst>
          </p:cNvPr>
          <p:cNvSpPr/>
          <p:nvPr>
            <p:custDataLst>
              <p:tags r:id="rId15"/>
            </p:custDataLst>
          </p:nvPr>
        </p:nvSpPr>
        <p:spPr>
          <a:xfrm>
            <a:off x="3845716" y="5893486"/>
            <a:ext cx="3220540" cy="338554"/>
          </a:xfrm>
          <a:prstGeom prst="rect">
            <a:avLst/>
          </a:prstGeom>
        </p:spPr>
        <p:txBody>
          <a:bodyPr wrap="square">
            <a:spAutoFit/>
          </a:bodyPr>
          <a:lstStyle/>
          <a:p>
            <a:pPr algn="ctr"/>
            <a:r>
              <a:rPr lang="en-CA" sz="1600" dirty="0">
                <a:solidFill>
                  <a:srgbClr val="000000"/>
                </a:solidFill>
              </a:rPr>
              <a:t>This button shows </a:t>
            </a:r>
            <a:r>
              <a:rPr lang="en-CA" sz="1600" b="1" dirty="0">
                <a:solidFill>
                  <a:srgbClr val="000000"/>
                </a:solidFill>
              </a:rPr>
              <a:t>criteria helpers</a:t>
            </a:r>
          </a:p>
        </p:txBody>
      </p:sp>
    </p:spTree>
    <p:extLst>
      <p:ext uri="{BB962C8B-B14F-4D97-AF65-F5344CB8AC3E}">
        <p14:creationId xmlns:p14="http://schemas.microsoft.com/office/powerpoint/2010/main" val="30491341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Search Criteria Helpers</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585380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E4CB37-3029-43B1-A558-F28BEDD243A6}"/>
              </a:ext>
            </a:extLst>
          </p:cNvPr>
          <p:cNvSpPr>
            <a:spLocks noGrp="1"/>
          </p:cNvSpPr>
          <p:nvPr>
            <p:ph type="title"/>
            <p:custDataLst>
              <p:tags r:id="rId1"/>
            </p:custDataLst>
          </p:nvPr>
        </p:nvSpPr>
        <p:spPr/>
        <p:txBody>
          <a:bodyPr/>
          <a:lstStyle/>
          <a:p>
            <a:r>
              <a:rPr lang="fr-CA" dirty="0" err="1"/>
              <a:t>Search</a:t>
            </a:r>
            <a:r>
              <a:rPr lang="fr-CA" dirty="0"/>
              <a:t> </a:t>
            </a:r>
            <a:r>
              <a:rPr lang="fr-CA" dirty="0" err="1"/>
              <a:t>Criteria</a:t>
            </a:r>
            <a:r>
              <a:rPr lang="fr-CA" dirty="0"/>
              <a:t> Helpers</a:t>
            </a:r>
            <a:endParaRPr lang="en-CA" dirty="0"/>
          </a:p>
        </p:txBody>
      </p:sp>
      <p:sp>
        <p:nvSpPr>
          <p:cNvPr id="3" name="Content Placeholder 2">
            <a:extLst>
              <a:ext uri="{FF2B5EF4-FFF2-40B4-BE49-F238E27FC236}">
                <a16:creationId xmlns:a16="http://schemas.microsoft.com/office/drawing/2014/main" xmlns="" id="{E5414EFF-8D08-4D54-A328-C25E1F5084FB}"/>
              </a:ext>
            </a:extLst>
          </p:cNvPr>
          <p:cNvSpPr>
            <a:spLocks noGrp="1"/>
          </p:cNvSpPr>
          <p:nvPr>
            <p:ph idx="1"/>
            <p:custDataLst>
              <p:tags r:id="rId2"/>
            </p:custDataLst>
          </p:nvPr>
        </p:nvSpPr>
        <p:spPr>
          <a:xfrm>
            <a:off x="838200" y="1187116"/>
            <a:ext cx="10515600" cy="4989847"/>
          </a:xfrm>
        </p:spPr>
        <p:txBody>
          <a:bodyPr/>
          <a:lstStyle/>
          <a:p>
            <a:pPr>
              <a:lnSpc>
                <a:spcPct val="150000"/>
              </a:lnSpc>
            </a:pPr>
            <a:r>
              <a:rPr lang="en-US" sz="2400" dirty="0"/>
              <a:t> The Criteria Helper functionality enables a user to produce more specific search results. </a:t>
            </a:r>
          </a:p>
          <a:p>
            <a:endParaRPr lang="en-CA" dirty="0"/>
          </a:p>
        </p:txBody>
      </p:sp>
      <p:pic>
        <p:nvPicPr>
          <p:cNvPr id="15" name="Picture 14">
            <a:extLst>
              <a:ext uri="{FF2B5EF4-FFF2-40B4-BE49-F238E27FC236}">
                <a16:creationId xmlns:a16="http://schemas.microsoft.com/office/drawing/2014/main" xmlns="" id="{9794368F-E171-4967-89C7-D697EE6D6CDA}"/>
              </a:ext>
            </a:extLst>
          </p:cNvPr>
          <p:cNvPicPr>
            <a:picLocks noChangeAspect="1"/>
          </p:cNvPicPr>
          <p:nvPr>
            <p:custDataLst>
              <p:tags r:id="rId3"/>
            </p:custDataLst>
          </p:nvPr>
        </p:nvPicPr>
        <p:blipFill>
          <a:blip r:embed="rId8"/>
          <a:stretch>
            <a:fillRect/>
          </a:stretch>
        </p:blipFill>
        <p:spPr>
          <a:xfrm>
            <a:off x="324854" y="3031676"/>
            <a:ext cx="5412668" cy="2667734"/>
          </a:xfrm>
          <a:prstGeom prst="rect">
            <a:avLst/>
          </a:prstGeom>
        </p:spPr>
      </p:pic>
      <p:sp>
        <p:nvSpPr>
          <p:cNvPr id="17" name="Rectangle 16">
            <a:extLst>
              <a:ext uri="{FF2B5EF4-FFF2-40B4-BE49-F238E27FC236}">
                <a16:creationId xmlns:a16="http://schemas.microsoft.com/office/drawing/2014/main" xmlns="" id="{275EE0F4-AA64-44A2-B57D-9435AC22A2FC}"/>
              </a:ext>
            </a:extLst>
          </p:cNvPr>
          <p:cNvSpPr/>
          <p:nvPr>
            <p:custDataLst>
              <p:tags r:id="rId4"/>
            </p:custDataLst>
          </p:nvPr>
        </p:nvSpPr>
        <p:spPr>
          <a:xfrm>
            <a:off x="0" y="2469790"/>
            <a:ext cx="3555020" cy="369332"/>
          </a:xfrm>
          <a:prstGeom prst="rect">
            <a:avLst/>
          </a:prstGeom>
        </p:spPr>
        <p:txBody>
          <a:bodyPr wrap="square">
            <a:spAutoFit/>
          </a:bodyPr>
          <a:lstStyle/>
          <a:p>
            <a:pPr algn="ctr"/>
            <a:r>
              <a:rPr lang="en-CA" b="1" dirty="0">
                <a:solidFill>
                  <a:schemeClr val="tx1">
                    <a:lumMod val="65000"/>
                    <a:lumOff val="35000"/>
                  </a:schemeClr>
                </a:solidFill>
              </a:rPr>
              <a:t>Example – Inventory Resource:</a:t>
            </a:r>
            <a:endParaRPr lang="en-CA" dirty="0">
              <a:solidFill>
                <a:schemeClr val="tx1">
                  <a:lumMod val="65000"/>
                  <a:lumOff val="35000"/>
                </a:schemeClr>
              </a:solidFill>
            </a:endParaRPr>
          </a:p>
        </p:txBody>
      </p:sp>
      <p:pic>
        <p:nvPicPr>
          <p:cNvPr id="19" name="Picture 18">
            <a:extLst>
              <a:ext uri="{FF2B5EF4-FFF2-40B4-BE49-F238E27FC236}">
                <a16:creationId xmlns:a16="http://schemas.microsoft.com/office/drawing/2014/main" xmlns="" id="{63F873B5-BC2A-479A-8FFA-71DBABB598BF}"/>
              </a:ext>
            </a:extLst>
          </p:cNvPr>
          <p:cNvPicPr>
            <a:picLocks noChangeAspect="1"/>
          </p:cNvPicPr>
          <p:nvPr>
            <p:custDataLst>
              <p:tags r:id="rId5"/>
            </p:custDataLst>
          </p:nvPr>
        </p:nvPicPr>
        <p:blipFill>
          <a:blip r:embed="rId9"/>
          <a:stretch>
            <a:fillRect/>
          </a:stretch>
        </p:blipFill>
        <p:spPr>
          <a:xfrm>
            <a:off x="6096000" y="2857549"/>
            <a:ext cx="4669137" cy="2753838"/>
          </a:xfrm>
          <a:prstGeom prst="rect">
            <a:avLst/>
          </a:prstGeom>
        </p:spPr>
      </p:pic>
      <p:sp>
        <p:nvSpPr>
          <p:cNvPr id="21" name="Rectangle 20">
            <a:extLst>
              <a:ext uri="{FF2B5EF4-FFF2-40B4-BE49-F238E27FC236}">
                <a16:creationId xmlns:a16="http://schemas.microsoft.com/office/drawing/2014/main" xmlns="" id="{B511FA0A-FC65-451C-B55B-4674F9783BF8}"/>
              </a:ext>
            </a:extLst>
          </p:cNvPr>
          <p:cNvSpPr/>
          <p:nvPr>
            <p:custDataLst>
              <p:tags r:id="rId6"/>
            </p:custDataLst>
          </p:nvPr>
        </p:nvSpPr>
        <p:spPr>
          <a:xfrm>
            <a:off x="5921195" y="2469790"/>
            <a:ext cx="4843942" cy="369332"/>
          </a:xfrm>
          <a:prstGeom prst="rect">
            <a:avLst/>
          </a:prstGeom>
        </p:spPr>
        <p:txBody>
          <a:bodyPr wrap="square">
            <a:spAutoFit/>
          </a:bodyPr>
          <a:lstStyle/>
          <a:p>
            <a:pPr algn="ctr"/>
            <a:r>
              <a:rPr lang="en-CA" b="1" dirty="0">
                <a:solidFill>
                  <a:schemeClr val="tx1">
                    <a:lumMod val="65000"/>
                    <a:lumOff val="35000"/>
                  </a:schemeClr>
                </a:solidFill>
              </a:rPr>
              <a:t>Example – Inbound Order Planning Resource:</a:t>
            </a:r>
            <a:endParaRPr lang="en-CA" dirty="0">
              <a:solidFill>
                <a:schemeClr val="tx1">
                  <a:lumMod val="65000"/>
                  <a:lumOff val="35000"/>
                </a:schemeClr>
              </a:solidFill>
            </a:endParaRPr>
          </a:p>
        </p:txBody>
      </p:sp>
    </p:spTree>
    <p:extLst>
      <p:ext uri="{BB962C8B-B14F-4D97-AF65-F5344CB8AC3E}">
        <p14:creationId xmlns:p14="http://schemas.microsoft.com/office/powerpoint/2010/main" val="20008069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4E362C-7FA9-43D3-94C5-1E985FAAC42C}"/>
              </a:ext>
            </a:extLst>
          </p:cNvPr>
          <p:cNvSpPr>
            <a:spLocks noGrp="1"/>
          </p:cNvSpPr>
          <p:nvPr>
            <p:ph type="title"/>
            <p:custDataLst>
              <p:tags r:id="rId1"/>
            </p:custDataLst>
          </p:nvPr>
        </p:nvSpPr>
        <p:spPr/>
        <p:txBody>
          <a:bodyPr/>
          <a:lstStyle/>
          <a:p>
            <a:r>
              <a:rPr lang="fr-CA" dirty="0" err="1"/>
              <a:t>Search</a:t>
            </a:r>
            <a:r>
              <a:rPr lang="fr-CA" dirty="0"/>
              <a:t> </a:t>
            </a:r>
            <a:r>
              <a:rPr lang="fr-CA" dirty="0" err="1"/>
              <a:t>Criteria</a:t>
            </a:r>
            <a:r>
              <a:rPr lang="fr-CA" dirty="0"/>
              <a:t> Helpers</a:t>
            </a:r>
            <a:endParaRPr lang="en-CA" dirty="0"/>
          </a:p>
        </p:txBody>
      </p:sp>
      <p:sp>
        <p:nvSpPr>
          <p:cNvPr id="3" name="Content Placeholder 2">
            <a:extLst>
              <a:ext uri="{FF2B5EF4-FFF2-40B4-BE49-F238E27FC236}">
                <a16:creationId xmlns:a16="http://schemas.microsoft.com/office/drawing/2014/main" xmlns="" id="{4062F21A-345E-4DA7-A4EC-F75365F5F36E}"/>
              </a:ext>
            </a:extLst>
          </p:cNvPr>
          <p:cNvSpPr>
            <a:spLocks noGrp="1"/>
          </p:cNvSpPr>
          <p:nvPr>
            <p:ph idx="1"/>
            <p:custDataLst>
              <p:tags r:id="rId2"/>
            </p:custDataLst>
          </p:nvPr>
        </p:nvSpPr>
        <p:spPr>
          <a:xfrm>
            <a:off x="838200" y="1338134"/>
            <a:ext cx="10515600" cy="4838830"/>
          </a:xfrm>
        </p:spPr>
        <p:txBody>
          <a:bodyPr/>
          <a:lstStyle/>
          <a:p>
            <a:pPr algn="just">
              <a:lnSpc>
                <a:spcPct val="150000"/>
              </a:lnSpc>
            </a:pPr>
            <a:r>
              <a:rPr lang="en-US" sz="2100" dirty="0"/>
              <a:t>The following search helpers apply only to </a:t>
            </a:r>
            <a:r>
              <a:rPr lang="en-US" sz="2100" b="1" dirty="0"/>
              <a:t>numeric fields</a:t>
            </a:r>
            <a:r>
              <a:rPr lang="en-US" sz="2100" dirty="0"/>
              <a:t>: </a:t>
            </a:r>
          </a:p>
          <a:p>
            <a:pPr algn="just">
              <a:lnSpc>
                <a:spcPct val="150000"/>
              </a:lnSpc>
              <a:buFont typeface="Wingdings" panose="05000000000000000000" pitchFamily="2" charset="2"/>
              <a:buChar char="ü"/>
            </a:pPr>
            <a:endParaRPr lang="en-US" sz="2100" dirty="0"/>
          </a:p>
          <a:p>
            <a:pPr algn="just">
              <a:lnSpc>
                <a:spcPct val="150000"/>
              </a:lnSpc>
            </a:pPr>
            <a:endParaRPr lang="en-CA" sz="2100" dirty="0"/>
          </a:p>
        </p:txBody>
      </p:sp>
      <p:graphicFrame>
        <p:nvGraphicFramePr>
          <p:cNvPr id="5" name="Table 5">
            <a:extLst>
              <a:ext uri="{FF2B5EF4-FFF2-40B4-BE49-F238E27FC236}">
                <a16:creationId xmlns:a16="http://schemas.microsoft.com/office/drawing/2014/main" xmlns="" id="{81DE3BF0-C46B-411A-9343-2B68EA66DACD}"/>
              </a:ext>
            </a:extLst>
          </p:cNvPr>
          <p:cNvGraphicFramePr>
            <a:graphicFrameLocks noGrp="1"/>
          </p:cNvGraphicFramePr>
          <p:nvPr>
            <p:custDataLst>
              <p:tags r:id="rId3"/>
            </p:custDataLst>
            <p:extLst>
              <p:ext uri="{D42A27DB-BD31-4B8C-83A1-F6EECF244321}">
                <p14:modId xmlns:p14="http://schemas.microsoft.com/office/powerpoint/2010/main" val="1995396987"/>
              </p:ext>
            </p:extLst>
          </p:nvPr>
        </p:nvGraphicFramePr>
        <p:xfrm>
          <a:off x="342462" y="2199859"/>
          <a:ext cx="11507075" cy="3799088"/>
        </p:xfrm>
        <a:graphic>
          <a:graphicData uri="http://schemas.openxmlformats.org/drawingml/2006/table">
            <a:tbl>
              <a:tblPr firstRow="1" bandRow="1">
                <a:tableStyleId>{9D7B26C5-4107-4FEC-AEDC-1716B250A1EF}</a:tableStyleId>
              </a:tblPr>
              <a:tblGrid>
                <a:gridCol w="1913133">
                  <a:extLst>
                    <a:ext uri="{9D8B030D-6E8A-4147-A177-3AD203B41FA5}">
                      <a16:colId xmlns:a16="http://schemas.microsoft.com/office/drawing/2014/main" xmlns="" val="2551963233"/>
                    </a:ext>
                  </a:extLst>
                </a:gridCol>
                <a:gridCol w="1088572">
                  <a:extLst>
                    <a:ext uri="{9D8B030D-6E8A-4147-A177-3AD203B41FA5}">
                      <a16:colId xmlns:a16="http://schemas.microsoft.com/office/drawing/2014/main" xmlns="" val="2076348572"/>
                    </a:ext>
                  </a:extLst>
                </a:gridCol>
                <a:gridCol w="4978400">
                  <a:extLst>
                    <a:ext uri="{9D8B030D-6E8A-4147-A177-3AD203B41FA5}">
                      <a16:colId xmlns:a16="http://schemas.microsoft.com/office/drawing/2014/main" xmlns="" val="3653055023"/>
                    </a:ext>
                  </a:extLst>
                </a:gridCol>
                <a:gridCol w="3526970">
                  <a:extLst>
                    <a:ext uri="{9D8B030D-6E8A-4147-A177-3AD203B41FA5}">
                      <a16:colId xmlns:a16="http://schemas.microsoft.com/office/drawing/2014/main" xmlns="" val="3246390817"/>
                    </a:ext>
                  </a:extLst>
                </a:gridCol>
              </a:tblGrid>
              <a:tr h="451744">
                <a:tc>
                  <a:txBody>
                    <a:bodyPr/>
                    <a:lstStyle/>
                    <a:p>
                      <a:pPr algn="ctr"/>
                      <a:r>
                        <a:rPr lang="fr-CA" sz="1600" b="1" kern="1200" dirty="0" err="1">
                          <a:solidFill>
                            <a:srgbClr val="000000"/>
                          </a:solidFill>
                          <a:latin typeface="+mn-lt"/>
                          <a:ea typeface="+mn-ea"/>
                          <a:cs typeface="+mn-cs"/>
                        </a:rPr>
                        <a:t>Search</a:t>
                      </a:r>
                      <a:r>
                        <a:rPr lang="fr-CA" sz="1600" b="1" kern="1200" dirty="0">
                          <a:solidFill>
                            <a:srgbClr val="000000"/>
                          </a:solidFill>
                          <a:latin typeface="+mn-lt"/>
                          <a:ea typeface="+mn-ea"/>
                          <a:cs typeface="+mn-cs"/>
                        </a:rPr>
                        <a:t> Helper</a:t>
                      </a:r>
                      <a:endParaRPr lang="en-CA" sz="1600" b="1" kern="1200" dirty="0">
                        <a:solidFill>
                          <a:srgbClr val="000000"/>
                        </a:solidFill>
                        <a:latin typeface="+mn-lt"/>
                        <a:ea typeface="+mn-ea"/>
                        <a:cs typeface="+mn-cs"/>
                      </a:endParaRPr>
                    </a:p>
                  </a:txBody>
                  <a:tcPr/>
                </a:tc>
                <a:tc>
                  <a:txBody>
                    <a:bodyPr/>
                    <a:lstStyle/>
                    <a:p>
                      <a:pPr algn="ctr"/>
                      <a:r>
                        <a:rPr lang="fr-CA" sz="1600" b="1" kern="1200" dirty="0">
                          <a:solidFill>
                            <a:srgbClr val="000000"/>
                          </a:solidFill>
                          <a:latin typeface="+mn-lt"/>
                          <a:ea typeface="+mn-ea"/>
                          <a:cs typeface="+mn-cs"/>
                        </a:rPr>
                        <a:t>Symbol</a:t>
                      </a:r>
                      <a:endParaRPr lang="en-CA" sz="1600" b="1" kern="1200" dirty="0">
                        <a:solidFill>
                          <a:srgbClr val="000000"/>
                        </a:solidFill>
                        <a:latin typeface="+mn-lt"/>
                        <a:ea typeface="+mn-ea"/>
                        <a:cs typeface="+mn-cs"/>
                      </a:endParaRPr>
                    </a:p>
                  </a:txBody>
                  <a:tcPr/>
                </a:tc>
                <a:tc>
                  <a:txBody>
                    <a:bodyPr/>
                    <a:lstStyle/>
                    <a:p>
                      <a:pPr algn="ctr"/>
                      <a:r>
                        <a:rPr lang="fr-CA" sz="1600" b="1" kern="1200" dirty="0">
                          <a:solidFill>
                            <a:srgbClr val="000000"/>
                          </a:solidFill>
                          <a:latin typeface="+mn-lt"/>
                          <a:ea typeface="+mn-ea"/>
                          <a:cs typeface="+mn-cs"/>
                        </a:rPr>
                        <a:t>Description </a:t>
                      </a:r>
                      <a:endParaRPr lang="en-CA" sz="1600" b="1" kern="1200" dirty="0">
                        <a:solidFill>
                          <a:srgbClr val="000000"/>
                        </a:solidFill>
                        <a:latin typeface="+mn-lt"/>
                        <a:ea typeface="+mn-ea"/>
                        <a:cs typeface="+mn-cs"/>
                      </a:endParaRPr>
                    </a:p>
                  </a:txBody>
                  <a:tcPr/>
                </a:tc>
                <a:tc>
                  <a:txBody>
                    <a:bodyPr/>
                    <a:lstStyle/>
                    <a:p>
                      <a:pPr algn="ctr"/>
                      <a:r>
                        <a:rPr lang="fr-CA" sz="1600" b="1" kern="1200" dirty="0">
                          <a:solidFill>
                            <a:srgbClr val="000000"/>
                          </a:solidFill>
                          <a:latin typeface="+mn-lt"/>
                          <a:ea typeface="+mn-ea"/>
                          <a:cs typeface="+mn-cs"/>
                        </a:rPr>
                        <a:t>Example</a:t>
                      </a:r>
                      <a:endParaRPr lang="en-CA" sz="1600" b="1" kern="1200" dirty="0">
                        <a:solidFill>
                          <a:srgbClr val="000000"/>
                        </a:solidFill>
                        <a:latin typeface="+mn-lt"/>
                        <a:ea typeface="+mn-ea"/>
                        <a:cs typeface="+mn-cs"/>
                      </a:endParaRPr>
                    </a:p>
                  </a:txBody>
                  <a:tcPr/>
                </a:tc>
                <a:extLst>
                  <a:ext uri="{0D108BD9-81ED-4DB2-BD59-A6C34878D82A}">
                    <a16:rowId xmlns:a16="http://schemas.microsoft.com/office/drawing/2014/main" xmlns="" val="679270962"/>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600" b="0" kern="1200" dirty="0" err="1">
                          <a:solidFill>
                            <a:srgbClr val="000000"/>
                          </a:solidFill>
                          <a:latin typeface="+mn-lt"/>
                          <a:ea typeface="+mn-ea"/>
                          <a:cs typeface="+mn-cs"/>
                        </a:rPr>
                        <a:t>Equal</a:t>
                      </a:r>
                      <a:endParaRPr lang="en-CA" sz="1600" b="0" kern="1200" dirty="0">
                        <a:solidFill>
                          <a:srgbClr val="000000"/>
                        </a:solidFill>
                        <a:latin typeface="+mn-lt"/>
                        <a:ea typeface="+mn-ea"/>
                        <a:cs typeface="+mn-cs"/>
                      </a:endParaRPr>
                    </a:p>
                  </a:txBody>
                  <a:tcPr/>
                </a:tc>
                <a:tc>
                  <a:txBody>
                    <a:bodyPr/>
                    <a:lstStyle/>
                    <a:p>
                      <a:pPr algn="ctr"/>
                      <a:r>
                        <a:rPr lang="fr-CA" sz="1600" b="0" kern="1200" dirty="0">
                          <a:solidFill>
                            <a:srgbClr val="000000"/>
                          </a:solidFill>
                          <a:latin typeface="+mn-lt"/>
                          <a:ea typeface="+mn-ea"/>
                          <a:cs typeface="+mn-cs"/>
                        </a:rPr>
                        <a:t>=</a:t>
                      </a:r>
                      <a:endParaRPr lang="en-CA" sz="1600" b="0" kern="1200" dirty="0">
                        <a:solidFill>
                          <a:srgbClr val="000000"/>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rgbClr val="000000"/>
                          </a:solidFill>
                          <a:latin typeface="+mn-lt"/>
                          <a:ea typeface="+mn-ea"/>
                          <a:cs typeface="+mn-cs"/>
                        </a:rPr>
                        <a:t>Finds all exact matches of the specified value.</a:t>
                      </a:r>
                    </a:p>
                  </a:txBody>
                  <a:tcPr/>
                </a:tc>
                <a:tc>
                  <a:txBody>
                    <a:bodyPr/>
                    <a:lstStyle/>
                    <a:p>
                      <a:endParaRPr lang="en-CA" sz="1600" dirty="0"/>
                    </a:p>
                  </a:txBody>
                  <a:tcPr/>
                </a:tc>
                <a:extLst>
                  <a:ext uri="{0D108BD9-81ED-4DB2-BD59-A6C34878D82A}">
                    <a16:rowId xmlns:a16="http://schemas.microsoft.com/office/drawing/2014/main" xmlns="" val="3757990998"/>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600" b="0" kern="1200" dirty="0" err="1">
                          <a:solidFill>
                            <a:srgbClr val="000000"/>
                          </a:solidFill>
                          <a:latin typeface="+mn-lt"/>
                          <a:ea typeface="+mn-ea"/>
                          <a:cs typeface="+mn-cs"/>
                        </a:rPr>
                        <a:t>Greater</a:t>
                      </a:r>
                      <a:r>
                        <a:rPr lang="fr-CA" sz="1600" b="0" kern="1200" dirty="0">
                          <a:solidFill>
                            <a:srgbClr val="000000"/>
                          </a:solidFill>
                          <a:latin typeface="+mn-lt"/>
                          <a:ea typeface="+mn-ea"/>
                          <a:cs typeface="+mn-cs"/>
                        </a:rPr>
                        <a:t> </a:t>
                      </a:r>
                      <a:r>
                        <a:rPr lang="fr-CA" sz="1600" b="0" kern="1200" dirty="0" err="1">
                          <a:solidFill>
                            <a:srgbClr val="000000"/>
                          </a:solidFill>
                          <a:latin typeface="+mn-lt"/>
                          <a:ea typeface="+mn-ea"/>
                          <a:cs typeface="+mn-cs"/>
                        </a:rPr>
                        <a:t>than</a:t>
                      </a:r>
                      <a:endParaRPr lang="en-CA" sz="1600" b="0" kern="1200" dirty="0">
                        <a:solidFill>
                          <a:srgbClr val="000000"/>
                        </a:solidFill>
                        <a:latin typeface="+mn-lt"/>
                        <a:ea typeface="+mn-ea"/>
                        <a:cs typeface="+mn-cs"/>
                      </a:endParaRPr>
                    </a:p>
                  </a:txBody>
                  <a:tcPr/>
                </a:tc>
                <a:tc>
                  <a:txBody>
                    <a:bodyPr/>
                    <a:lstStyle/>
                    <a:p>
                      <a:pPr algn="ctr"/>
                      <a:r>
                        <a:rPr lang="fr-CA" sz="1600" b="0" kern="1200" dirty="0">
                          <a:solidFill>
                            <a:srgbClr val="000000"/>
                          </a:solidFill>
                          <a:latin typeface="+mn-lt"/>
                          <a:ea typeface="+mn-ea"/>
                          <a:cs typeface="+mn-cs"/>
                        </a:rPr>
                        <a:t>&gt;</a:t>
                      </a:r>
                      <a:endParaRPr lang="en-CA" sz="1600" b="0" kern="1200" dirty="0">
                        <a:solidFill>
                          <a:srgbClr val="000000"/>
                        </a:solidFill>
                        <a:latin typeface="+mn-lt"/>
                        <a:ea typeface="+mn-ea"/>
                        <a:cs typeface="+mn-cs"/>
                      </a:endParaRPr>
                    </a:p>
                  </a:txBody>
                  <a:tcPr/>
                </a:tc>
                <a:tc>
                  <a:txBody>
                    <a:bodyPr/>
                    <a:lstStyle/>
                    <a:p>
                      <a:r>
                        <a:rPr lang="en-US" sz="1600" b="0" kern="1200" dirty="0">
                          <a:solidFill>
                            <a:srgbClr val="000000"/>
                          </a:solidFill>
                          <a:latin typeface="+mn-lt"/>
                          <a:ea typeface="+mn-ea"/>
                          <a:cs typeface="+mn-cs"/>
                        </a:rPr>
                        <a:t>Finds all values, except for NULL values, which are GREATER THAN the specified value</a:t>
                      </a:r>
                      <a:endParaRPr lang="en-CA" sz="1600" b="0" kern="1200" dirty="0">
                        <a:solidFill>
                          <a:srgbClr val="000000"/>
                        </a:solidFill>
                        <a:latin typeface="+mn-lt"/>
                        <a:ea typeface="+mn-ea"/>
                        <a:cs typeface="+mn-cs"/>
                      </a:endParaRPr>
                    </a:p>
                  </a:txBody>
                  <a:tcPr/>
                </a:tc>
                <a:tc>
                  <a:txBody>
                    <a:bodyPr/>
                    <a:lstStyle/>
                    <a:p>
                      <a:endParaRPr lang="en-CA" sz="1600" dirty="0"/>
                    </a:p>
                  </a:txBody>
                  <a:tcPr/>
                </a:tc>
                <a:extLst>
                  <a:ext uri="{0D108BD9-81ED-4DB2-BD59-A6C34878D82A}">
                    <a16:rowId xmlns:a16="http://schemas.microsoft.com/office/drawing/2014/main" xmlns="" val="2768365703"/>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600" b="0" kern="1200" dirty="0" err="1">
                          <a:solidFill>
                            <a:srgbClr val="000000"/>
                          </a:solidFill>
                          <a:latin typeface="+mn-lt"/>
                          <a:ea typeface="+mn-ea"/>
                          <a:cs typeface="+mn-cs"/>
                        </a:rPr>
                        <a:t>Greater</a:t>
                      </a:r>
                      <a:r>
                        <a:rPr lang="fr-CA" sz="1600" b="0" kern="1200" dirty="0">
                          <a:solidFill>
                            <a:srgbClr val="000000"/>
                          </a:solidFill>
                          <a:latin typeface="+mn-lt"/>
                          <a:ea typeface="+mn-ea"/>
                          <a:cs typeface="+mn-cs"/>
                        </a:rPr>
                        <a:t> </a:t>
                      </a:r>
                      <a:r>
                        <a:rPr lang="fr-CA" sz="1600" b="0" kern="1200" dirty="0" err="1">
                          <a:solidFill>
                            <a:srgbClr val="000000"/>
                          </a:solidFill>
                          <a:latin typeface="+mn-lt"/>
                          <a:ea typeface="+mn-ea"/>
                          <a:cs typeface="+mn-cs"/>
                        </a:rPr>
                        <a:t>than</a:t>
                      </a:r>
                      <a:r>
                        <a:rPr lang="fr-CA" sz="1600" b="0" kern="1200" dirty="0">
                          <a:solidFill>
                            <a:srgbClr val="000000"/>
                          </a:solidFill>
                          <a:latin typeface="+mn-lt"/>
                          <a:ea typeface="+mn-ea"/>
                          <a:cs typeface="+mn-cs"/>
                        </a:rPr>
                        <a:t> or </a:t>
                      </a:r>
                      <a:r>
                        <a:rPr lang="fr-CA" sz="1600" b="0" kern="1200" dirty="0" err="1">
                          <a:solidFill>
                            <a:srgbClr val="000000"/>
                          </a:solidFill>
                          <a:latin typeface="+mn-lt"/>
                          <a:ea typeface="+mn-ea"/>
                          <a:cs typeface="+mn-cs"/>
                        </a:rPr>
                        <a:t>Equal</a:t>
                      </a:r>
                      <a:r>
                        <a:rPr lang="fr-CA" sz="1600" b="0" kern="1200" dirty="0">
                          <a:solidFill>
                            <a:srgbClr val="000000"/>
                          </a:solidFill>
                          <a:latin typeface="+mn-lt"/>
                          <a:ea typeface="+mn-ea"/>
                          <a:cs typeface="+mn-cs"/>
                        </a:rPr>
                        <a:t> To</a:t>
                      </a:r>
                      <a:endParaRPr lang="en-CA" sz="1600" b="0" kern="1200" dirty="0">
                        <a:solidFill>
                          <a:srgbClr val="000000"/>
                        </a:solidFill>
                        <a:latin typeface="+mn-lt"/>
                        <a:ea typeface="+mn-ea"/>
                        <a:cs typeface="+mn-cs"/>
                      </a:endParaRPr>
                    </a:p>
                  </a:txBody>
                  <a:tcPr/>
                </a:tc>
                <a:tc>
                  <a:txBody>
                    <a:bodyPr/>
                    <a:lstStyle/>
                    <a:p>
                      <a:pPr algn="ctr"/>
                      <a:r>
                        <a:rPr lang="en-CA" sz="1600" b="0" kern="1200" dirty="0">
                          <a:solidFill>
                            <a:srgbClr val="000000"/>
                          </a:solidFill>
                          <a:latin typeface="+mn-lt"/>
                          <a:ea typeface="+mn-ea"/>
                          <a:cs typeface="+mn-cs"/>
                        </a:rPr>
                        <a:t>&gt;=</a:t>
                      </a:r>
                    </a:p>
                  </a:txBody>
                  <a:tcPr/>
                </a:tc>
                <a:tc>
                  <a:txBody>
                    <a:bodyPr/>
                    <a:lstStyle/>
                    <a:p>
                      <a:r>
                        <a:rPr lang="en-US" sz="1600" b="0" kern="1200" dirty="0">
                          <a:solidFill>
                            <a:srgbClr val="000000"/>
                          </a:solidFill>
                          <a:latin typeface="+mn-lt"/>
                          <a:ea typeface="+mn-ea"/>
                          <a:cs typeface="+mn-cs"/>
                        </a:rPr>
                        <a:t>Finds all values, except for NULL values, which are GREATER THAN OR EQUAL TO the specified value.</a:t>
                      </a:r>
                      <a:endParaRPr lang="en-CA" sz="1600" b="0" kern="1200" dirty="0">
                        <a:solidFill>
                          <a:srgbClr val="000000"/>
                        </a:solidFill>
                        <a:latin typeface="+mn-lt"/>
                        <a:ea typeface="+mn-ea"/>
                        <a:cs typeface="+mn-cs"/>
                      </a:endParaRPr>
                    </a:p>
                  </a:txBody>
                  <a:tcPr/>
                </a:tc>
                <a:tc>
                  <a:txBody>
                    <a:bodyPr/>
                    <a:lstStyle/>
                    <a:p>
                      <a:endParaRPr lang="en-CA" sz="1600" dirty="0"/>
                    </a:p>
                  </a:txBody>
                  <a:tcPr/>
                </a:tc>
                <a:extLst>
                  <a:ext uri="{0D108BD9-81ED-4DB2-BD59-A6C34878D82A}">
                    <a16:rowId xmlns:a16="http://schemas.microsoft.com/office/drawing/2014/main" xmlns="" val="2659688694"/>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600" b="0" kern="1200" dirty="0" err="1">
                          <a:solidFill>
                            <a:srgbClr val="000000"/>
                          </a:solidFill>
                          <a:latin typeface="+mn-lt"/>
                          <a:ea typeface="+mn-ea"/>
                          <a:cs typeface="+mn-cs"/>
                        </a:rPr>
                        <a:t>Less</a:t>
                      </a:r>
                      <a:r>
                        <a:rPr lang="fr-CA" sz="1600" b="0" kern="1200" dirty="0">
                          <a:solidFill>
                            <a:srgbClr val="000000"/>
                          </a:solidFill>
                          <a:latin typeface="+mn-lt"/>
                          <a:ea typeface="+mn-ea"/>
                          <a:cs typeface="+mn-cs"/>
                        </a:rPr>
                        <a:t> </a:t>
                      </a:r>
                      <a:r>
                        <a:rPr lang="fr-CA" sz="1600" b="0" kern="1200" dirty="0" err="1">
                          <a:solidFill>
                            <a:srgbClr val="000000"/>
                          </a:solidFill>
                          <a:latin typeface="+mn-lt"/>
                          <a:ea typeface="+mn-ea"/>
                          <a:cs typeface="+mn-cs"/>
                        </a:rPr>
                        <a:t>than</a:t>
                      </a:r>
                      <a:endParaRPr lang="en-CA" sz="1600" b="0" kern="1200" dirty="0">
                        <a:solidFill>
                          <a:srgbClr val="000000"/>
                        </a:solidFill>
                        <a:latin typeface="+mn-lt"/>
                        <a:ea typeface="+mn-ea"/>
                        <a:cs typeface="+mn-cs"/>
                      </a:endParaRPr>
                    </a:p>
                  </a:txBody>
                  <a:tcPr/>
                </a:tc>
                <a:tc>
                  <a:txBody>
                    <a:bodyPr/>
                    <a:lstStyle/>
                    <a:p>
                      <a:pPr algn="ctr"/>
                      <a:r>
                        <a:rPr lang="en-CA" sz="1600" b="0" kern="1200" dirty="0">
                          <a:solidFill>
                            <a:srgbClr val="000000"/>
                          </a:solidFill>
                          <a:latin typeface="+mn-lt"/>
                          <a:ea typeface="+mn-ea"/>
                          <a:cs typeface="+mn-cs"/>
                        </a:rPr>
                        <a:t>&lt;</a:t>
                      </a:r>
                    </a:p>
                  </a:txBody>
                  <a:tcPr/>
                </a:tc>
                <a:tc>
                  <a:txBody>
                    <a:bodyPr/>
                    <a:lstStyle/>
                    <a:p>
                      <a:r>
                        <a:rPr lang="en-US" sz="1600" b="0" kern="1200" dirty="0">
                          <a:solidFill>
                            <a:srgbClr val="000000"/>
                          </a:solidFill>
                          <a:latin typeface="+mn-lt"/>
                          <a:ea typeface="+mn-ea"/>
                          <a:cs typeface="+mn-cs"/>
                        </a:rPr>
                        <a:t>Finds all values, except for NULL values, which are LESS THAN the specified value.</a:t>
                      </a:r>
                      <a:endParaRPr lang="en-CA" sz="1600" b="0" kern="1200" dirty="0">
                        <a:solidFill>
                          <a:srgbClr val="000000"/>
                        </a:solidFill>
                        <a:latin typeface="+mn-lt"/>
                        <a:ea typeface="+mn-ea"/>
                        <a:cs typeface="+mn-cs"/>
                      </a:endParaRPr>
                    </a:p>
                  </a:txBody>
                  <a:tcPr/>
                </a:tc>
                <a:tc>
                  <a:txBody>
                    <a:bodyPr/>
                    <a:lstStyle/>
                    <a:p>
                      <a:endParaRPr lang="en-CA" sz="1600" dirty="0"/>
                    </a:p>
                  </a:txBody>
                  <a:tcPr/>
                </a:tc>
                <a:extLst>
                  <a:ext uri="{0D108BD9-81ED-4DB2-BD59-A6C34878D82A}">
                    <a16:rowId xmlns:a16="http://schemas.microsoft.com/office/drawing/2014/main" xmlns="" val="1812222993"/>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600" b="0" kern="1200" dirty="0" err="1">
                          <a:solidFill>
                            <a:srgbClr val="000000"/>
                          </a:solidFill>
                          <a:latin typeface="+mn-lt"/>
                          <a:ea typeface="+mn-ea"/>
                          <a:cs typeface="+mn-cs"/>
                        </a:rPr>
                        <a:t>Less</a:t>
                      </a:r>
                      <a:r>
                        <a:rPr lang="fr-CA" sz="1600" b="0" kern="1200" dirty="0">
                          <a:solidFill>
                            <a:srgbClr val="000000"/>
                          </a:solidFill>
                          <a:latin typeface="+mn-lt"/>
                          <a:ea typeface="+mn-ea"/>
                          <a:cs typeface="+mn-cs"/>
                        </a:rPr>
                        <a:t> </a:t>
                      </a:r>
                      <a:r>
                        <a:rPr lang="fr-CA" sz="1600" b="0" kern="1200" dirty="0" err="1">
                          <a:solidFill>
                            <a:srgbClr val="000000"/>
                          </a:solidFill>
                          <a:latin typeface="+mn-lt"/>
                          <a:ea typeface="+mn-ea"/>
                          <a:cs typeface="+mn-cs"/>
                        </a:rPr>
                        <a:t>than</a:t>
                      </a:r>
                      <a:r>
                        <a:rPr lang="fr-CA" sz="1600" b="0" kern="1200" dirty="0">
                          <a:solidFill>
                            <a:srgbClr val="000000"/>
                          </a:solidFill>
                          <a:latin typeface="+mn-lt"/>
                          <a:ea typeface="+mn-ea"/>
                          <a:cs typeface="+mn-cs"/>
                        </a:rPr>
                        <a:t> or </a:t>
                      </a:r>
                      <a:r>
                        <a:rPr lang="fr-CA" sz="1600" b="0" kern="1200" dirty="0" err="1">
                          <a:solidFill>
                            <a:srgbClr val="000000"/>
                          </a:solidFill>
                          <a:latin typeface="+mn-lt"/>
                          <a:ea typeface="+mn-ea"/>
                          <a:cs typeface="+mn-cs"/>
                        </a:rPr>
                        <a:t>Equal</a:t>
                      </a:r>
                      <a:r>
                        <a:rPr lang="fr-CA" sz="1600" b="0" kern="1200" dirty="0">
                          <a:solidFill>
                            <a:srgbClr val="000000"/>
                          </a:solidFill>
                          <a:latin typeface="+mn-lt"/>
                          <a:ea typeface="+mn-ea"/>
                          <a:cs typeface="+mn-cs"/>
                        </a:rPr>
                        <a:t> To</a:t>
                      </a:r>
                      <a:endParaRPr lang="en-CA" sz="1600" b="0" kern="1200" dirty="0">
                        <a:solidFill>
                          <a:srgbClr val="000000"/>
                        </a:solidFill>
                        <a:latin typeface="+mn-lt"/>
                        <a:ea typeface="+mn-ea"/>
                        <a:cs typeface="+mn-cs"/>
                      </a:endParaRPr>
                    </a:p>
                  </a:txBody>
                  <a:tcPr/>
                </a:tc>
                <a:tc>
                  <a:txBody>
                    <a:bodyPr/>
                    <a:lstStyle/>
                    <a:p>
                      <a:pPr algn="ctr"/>
                      <a:r>
                        <a:rPr lang="en-CA" sz="1600" b="0" kern="1200" dirty="0">
                          <a:solidFill>
                            <a:srgbClr val="000000"/>
                          </a:solidFill>
                          <a:latin typeface="+mn-lt"/>
                          <a:ea typeface="+mn-ea"/>
                          <a:cs typeface="+mn-cs"/>
                        </a:rPr>
                        <a:t>&lt;=</a:t>
                      </a:r>
                    </a:p>
                  </a:txBody>
                  <a:tcPr/>
                </a:tc>
                <a:tc>
                  <a:txBody>
                    <a:bodyPr/>
                    <a:lstStyle/>
                    <a:p>
                      <a:r>
                        <a:rPr lang="en-US" sz="1600" b="0" kern="1200" dirty="0">
                          <a:solidFill>
                            <a:srgbClr val="000000"/>
                          </a:solidFill>
                          <a:latin typeface="+mn-lt"/>
                          <a:ea typeface="+mn-ea"/>
                          <a:cs typeface="+mn-cs"/>
                        </a:rPr>
                        <a:t>Finds all values, except for NULL values, which are LESS THAN OR EQUAL TO the specified value.</a:t>
                      </a:r>
                      <a:endParaRPr lang="en-CA" sz="1600" b="0" kern="1200" dirty="0">
                        <a:solidFill>
                          <a:srgbClr val="000000"/>
                        </a:solidFill>
                        <a:latin typeface="+mn-lt"/>
                        <a:ea typeface="+mn-ea"/>
                        <a:cs typeface="+mn-cs"/>
                      </a:endParaRPr>
                    </a:p>
                  </a:txBody>
                  <a:tcPr/>
                </a:tc>
                <a:tc>
                  <a:txBody>
                    <a:bodyPr/>
                    <a:lstStyle/>
                    <a:p>
                      <a:endParaRPr lang="en-CA" sz="1600" dirty="0"/>
                    </a:p>
                  </a:txBody>
                  <a:tcPr/>
                </a:tc>
                <a:extLst>
                  <a:ext uri="{0D108BD9-81ED-4DB2-BD59-A6C34878D82A}">
                    <a16:rowId xmlns:a16="http://schemas.microsoft.com/office/drawing/2014/main" xmlns="" val="586366163"/>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600" b="0" kern="1200" dirty="0" err="1">
                          <a:solidFill>
                            <a:srgbClr val="000000"/>
                          </a:solidFill>
                          <a:latin typeface="+mn-lt"/>
                          <a:ea typeface="+mn-ea"/>
                          <a:cs typeface="+mn-cs"/>
                        </a:rPr>
                        <a:t>From</a:t>
                      </a:r>
                      <a:r>
                        <a:rPr lang="fr-CA" sz="1600" b="0" kern="1200" dirty="0">
                          <a:solidFill>
                            <a:srgbClr val="000000"/>
                          </a:solidFill>
                          <a:latin typeface="+mn-lt"/>
                          <a:ea typeface="+mn-ea"/>
                          <a:cs typeface="+mn-cs"/>
                        </a:rPr>
                        <a:t> … To</a:t>
                      </a:r>
                      <a:endParaRPr lang="en-CA" sz="1600" b="0" kern="1200" dirty="0">
                        <a:solidFill>
                          <a:srgbClr val="000000"/>
                        </a:solidFill>
                        <a:latin typeface="+mn-lt"/>
                        <a:ea typeface="+mn-ea"/>
                        <a:cs typeface="+mn-cs"/>
                      </a:endParaRPr>
                    </a:p>
                  </a:txBody>
                  <a:tcPr/>
                </a:tc>
                <a:tc>
                  <a:txBody>
                    <a:bodyPr/>
                    <a:lstStyle/>
                    <a:p>
                      <a:pPr algn="ctr"/>
                      <a:r>
                        <a:rPr lang="fr-CA" sz="1600" b="0" kern="1200" dirty="0">
                          <a:solidFill>
                            <a:srgbClr val="000000"/>
                          </a:solidFill>
                          <a:latin typeface="+mn-lt"/>
                          <a:ea typeface="+mn-ea"/>
                          <a:cs typeface="+mn-cs"/>
                        </a:rPr>
                        <a:t>..</a:t>
                      </a:r>
                      <a:endParaRPr lang="en-CA" sz="1600" b="0" kern="1200" dirty="0">
                        <a:solidFill>
                          <a:srgbClr val="000000"/>
                        </a:solidFill>
                        <a:latin typeface="+mn-lt"/>
                        <a:ea typeface="+mn-ea"/>
                        <a:cs typeface="+mn-cs"/>
                      </a:endParaRPr>
                    </a:p>
                  </a:txBody>
                  <a:tcPr/>
                </a:tc>
                <a:tc>
                  <a:txBody>
                    <a:bodyPr/>
                    <a:lstStyle/>
                    <a:p>
                      <a:r>
                        <a:rPr lang="en-US" sz="1600" b="0" kern="1200" dirty="0">
                          <a:solidFill>
                            <a:srgbClr val="000000"/>
                          </a:solidFill>
                          <a:latin typeface="+mn-lt"/>
                          <a:ea typeface="+mn-ea"/>
                          <a:cs typeface="+mn-cs"/>
                        </a:rPr>
                        <a:t>Finds all values between, and including, the two specified values.</a:t>
                      </a:r>
                      <a:endParaRPr lang="en-CA" sz="1600" b="0" kern="1200" dirty="0">
                        <a:solidFill>
                          <a:srgbClr val="000000"/>
                        </a:solidFill>
                        <a:latin typeface="+mn-lt"/>
                        <a:ea typeface="+mn-ea"/>
                        <a:cs typeface="+mn-cs"/>
                      </a:endParaRPr>
                    </a:p>
                  </a:txBody>
                  <a:tcPr/>
                </a:tc>
                <a:tc>
                  <a:txBody>
                    <a:bodyPr/>
                    <a:lstStyle/>
                    <a:p>
                      <a:endParaRPr lang="en-CA" sz="1600" dirty="0"/>
                    </a:p>
                  </a:txBody>
                  <a:tcPr/>
                </a:tc>
                <a:extLst>
                  <a:ext uri="{0D108BD9-81ED-4DB2-BD59-A6C34878D82A}">
                    <a16:rowId xmlns:a16="http://schemas.microsoft.com/office/drawing/2014/main" xmlns="" val="693356356"/>
                  </a:ext>
                </a:extLst>
              </a:tr>
            </a:tbl>
          </a:graphicData>
        </a:graphic>
      </p:graphicFrame>
      <p:pic>
        <p:nvPicPr>
          <p:cNvPr id="7" name="Picture 6">
            <a:extLst>
              <a:ext uri="{FF2B5EF4-FFF2-40B4-BE49-F238E27FC236}">
                <a16:creationId xmlns:a16="http://schemas.microsoft.com/office/drawing/2014/main" xmlns="" id="{85EA21CF-E363-413A-96DA-7340043800F0}"/>
              </a:ext>
            </a:extLst>
          </p:cNvPr>
          <p:cNvPicPr>
            <a:picLocks noChangeAspect="1"/>
          </p:cNvPicPr>
          <p:nvPr>
            <p:custDataLst>
              <p:tags r:id="rId4"/>
            </p:custDataLst>
          </p:nvPr>
        </p:nvPicPr>
        <p:blipFill>
          <a:blip r:embed="rId11"/>
          <a:stretch>
            <a:fillRect/>
          </a:stretch>
        </p:blipFill>
        <p:spPr>
          <a:xfrm>
            <a:off x="8368519" y="2723483"/>
            <a:ext cx="3420858" cy="276337"/>
          </a:xfrm>
          <a:prstGeom prst="rect">
            <a:avLst/>
          </a:prstGeom>
        </p:spPr>
      </p:pic>
      <p:pic>
        <p:nvPicPr>
          <p:cNvPr id="9" name="Picture 8">
            <a:extLst>
              <a:ext uri="{FF2B5EF4-FFF2-40B4-BE49-F238E27FC236}">
                <a16:creationId xmlns:a16="http://schemas.microsoft.com/office/drawing/2014/main" xmlns="" id="{4B78067D-4F81-4FE3-9D12-1A035AB13C12}"/>
              </a:ext>
            </a:extLst>
          </p:cNvPr>
          <p:cNvPicPr>
            <a:picLocks noChangeAspect="1"/>
          </p:cNvPicPr>
          <p:nvPr>
            <p:custDataLst>
              <p:tags r:id="rId5"/>
            </p:custDataLst>
          </p:nvPr>
        </p:nvPicPr>
        <p:blipFill>
          <a:blip r:embed="rId12"/>
          <a:stretch>
            <a:fillRect/>
          </a:stretch>
        </p:blipFill>
        <p:spPr>
          <a:xfrm>
            <a:off x="8435221" y="3259124"/>
            <a:ext cx="3354156" cy="276337"/>
          </a:xfrm>
          <a:prstGeom prst="rect">
            <a:avLst/>
          </a:prstGeom>
        </p:spPr>
      </p:pic>
      <p:pic>
        <p:nvPicPr>
          <p:cNvPr id="11" name="Picture 10">
            <a:extLst>
              <a:ext uri="{FF2B5EF4-FFF2-40B4-BE49-F238E27FC236}">
                <a16:creationId xmlns:a16="http://schemas.microsoft.com/office/drawing/2014/main" xmlns="" id="{6E27740E-6026-43EF-A837-DD07C1D6345C}"/>
              </a:ext>
            </a:extLst>
          </p:cNvPr>
          <p:cNvPicPr>
            <a:picLocks noChangeAspect="1"/>
          </p:cNvPicPr>
          <p:nvPr>
            <p:custDataLst>
              <p:tags r:id="rId6"/>
            </p:custDataLst>
          </p:nvPr>
        </p:nvPicPr>
        <p:blipFill>
          <a:blip r:embed="rId13"/>
          <a:stretch>
            <a:fillRect/>
          </a:stretch>
        </p:blipFill>
        <p:spPr>
          <a:xfrm>
            <a:off x="8419433" y="3842124"/>
            <a:ext cx="3363685" cy="257279"/>
          </a:xfrm>
          <a:prstGeom prst="rect">
            <a:avLst/>
          </a:prstGeom>
        </p:spPr>
      </p:pic>
      <p:pic>
        <p:nvPicPr>
          <p:cNvPr id="13" name="Picture 12">
            <a:extLst>
              <a:ext uri="{FF2B5EF4-FFF2-40B4-BE49-F238E27FC236}">
                <a16:creationId xmlns:a16="http://schemas.microsoft.com/office/drawing/2014/main" xmlns="" id="{03244DAE-1202-4A2F-9237-67172FC7E1DE}"/>
              </a:ext>
            </a:extLst>
          </p:cNvPr>
          <p:cNvPicPr>
            <a:picLocks noChangeAspect="1"/>
          </p:cNvPicPr>
          <p:nvPr>
            <p:custDataLst>
              <p:tags r:id="rId7"/>
            </p:custDataLst>
          </p:nvPr>
        </p:nvPicPr>
        <p:blipFill>
          <a:blip r:embed="rId14"/>
          <a:stretch>
            <a:fillRect/>
          </a:stretch>
        </p:blipFill>
        <p:spPr>
          <a:xfrm>
            <a:off x="8460536" y="4428784"/>
            <a:ext cx="3382742" cy="257279"/>
          </a:xfrm>
          <a:prstGeom prst="rect">
            <a:avLst/>
          </a:prstGeom>
        </p:spPr>
      </p:pic>
      <p:pic>
        <p:nvPicPr>
          <p:cNvPr id="15" name="Picture 14">
            <a:extLst>
              <a:ext uri="{FF2B5EF4-FFF2-40B4-BE49-F238E27FC236}">
                <a16:creationId xmlns:a16="http://schemas.microsoft.com/office/drawing/2014/main" xmlns="" id="{EA8CDFD0-FC3A-4AE4-8397-81297B88B26F}"/>
              </a:ext>
            </a:extLst>
          </p:cNvPr>
          <p:cNvPicPr>
            <a:picLocks noChangeAspect="1"/>
          </p:cNvPicPr>
          <p:nvPr>
            <p:custDataLst>
              <p:tags r:id="rId8"/>
            </p:custDataLst>
          </p:nvPr>
        </p:nvPicPr>
        <p:blipFill>
          <a:blip r:embed="rId15"/>
          <a:stretch>
            <a:fillRect/>
          </a:stretch>
        </p:blipFill>
        <p:spPr>
          <a:xfrm>
            <a:off x="8411399" y="5015444"/>
            <a:ext cx="3401800" cy="247750"/>
          </a:xfrm>
          <a:prstGeom prst="rect">
            <a:avLst/>
          </a:prstGeom>
        </p:spPr>
      </p:pic>
      <p:pic>
        <p:nvPicPr>
          <p:cNvPr id="17" name="Picture 16">
            <a:extLst>
              <a:ext uri="{FF2B5EF4-FFF2-40B4-BE49-F238E27FC236}">
                <a16:creationId xmlns:a16="http://schemas.microsoft.com/office/drawing/2014/main" xmlns="" id="{3841A3E9-C2C3-4CA5-867E-2E045536A323}"/>
              </a:ext>
            </a:extLst>
          </p:cNvPr>
          <p:cNvPicPr>
            <a:picLocks noChangeAspect="1"/>
          </p:cNvPicPr>
          <p:nvPr>
            <p:custDataLst>
              <p:tags r:id="rId9"/>
            </p:custDataLst>
          </p:nvPr>
        </p:nvPicPr>
        <p:blipFill>
          <a:blip r:embed="rId16"/>
          <a:stretch>
            <a:fillRect/>
          </a:stretch>
        </p:blipFill>
        <p:spPr>
          <a:xfrm>
            <a:off x="8515927" y="5528367"/>
            <a:ext cx="3373213" cy="314452"/>
          </a:xfrm>
          <a:prstGeom prst="rect">
            <a:avLst/>
          </a:prstGeom>
        </p:spPr>
      </p:pic>
    </p:spTree>
    <p:extLst>
      <p:ext uri="{BB962C8B-B14F-4D97-AF65-F5344CB8AC3E}">
        <p14:creationId xmlns:p14="http://schemas.microsoft.com/office/powerpoint/2010/main" val="600998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3AEA23-36D2-4D77-B953-92C42EFEB08A}"/>
              </a:ext>
            </a:extLst>
          </p:cNvPr>
          <p:cNvSpPr>
            <a:spLocks noGrp="1"/>
          </p:cNvSpPr>
          <p:nvPr>
            <p:ph type="title"/>
            <p:custDataLst>
              <p:tags r:id="rId1"/>
            </p:custDataLst>
          </p:nvPr>
        </p:nvSpPr>
        <p:spPr/>
        <p:txBody>
          <a:bodyPr/>
          <a:lstStyle/>
          <a:p>
            <a:r>
              <a:rPr lang="fr-CA" dirty="0" err="1"/>
              <a:t>Search</a:t>
            </a:r>
            <a:r>
              <a:rPr lang="fr-CA" dirty="0"/>
              <a:t> </a:t>
            </a:r>
            <a:r>
              <a:rPr lang="fr-CA" dirty="0" err="1"/>
              <a:t>Criteria</a:t>
            </a:r>
            <a:r>
              <a:rPr lang="fr-CA" dirty="0"/>
              <a:t> Helpers</a:t>
            </a:r>
            <a:endParaRPr lang="en-CA" dirty="0"/>
          </a:p>
        </p:txBody>
      </p:sp>
      <p:sp>
        <p:nvSpPr>
          <p:cNvPr id="3" name="Content Placeholder 2">
            <a:extLst>
              <a:ext uri="{FF2B5EF4-FFF2-40B4-BE49-F238E27FC236}">
                <a16:creationId xmlns:a16="http://schemas.microsoft.com/office/drawing/2014/main" xmlns="" id="{E114A0F4-E487-4572-903F-9DF0E2702DD6}"/>
              </a:ext>
            </a:extLst>
          </p:cNvPr>
          <p:cNvSpPr>
            <a:spLocks noGrp="1"/>
          </p:cNvSpPr>
          <p:nvPr>
            <p:ph idx="1"/>
            <p:custDataLst>
              <p:tags r:id="rId2"/>
            </p:custDataLst>
          </p:nvPr>
        </p:nvSpPr>
        <p:spPr>
          <a:xfrm>
            <a:off x="838200" y="1690688"/>
            <a:ext cx="10515600" cy="4486275"/>
          </a:xfrm>
        </p:spPr>
        <p:txBody>
          <a:bodyPr/>
          <a:lstStyle/>
          <a:p>
            <a:pPr>
              <a:lnSpc>
                <a:spcPct val="150000"/>
              </a:lnSpc>
              <a:buFont typeface="Wingdings" panose="05000000000000000000" pitchFamily="2" charset="2"/>
              <a:buChar char="ü"/>
            </a:pPr>
            <a:r>
              <a:rPr lang="fr-CA" sz="2100" b="0" cap="none" dirty="0"/>
              <a:t> T</a:t>
            </a:r>
            <a:r>
              <a:rPr lang="en-US" sz="2100" b="0" cap="none" dirty="0"/>
              <a:t>he following search helpers apply only to </a:t>
            </a:r>
            <a:r>
              <a:rPr lang="en-US" sz="2100" b="1" cap="none" dirty="0"/>
              <a:t>alphanumeric/text fields</a:t>
            </a:r>
            <a:r>
              <a:rPr lang="en-US" sz="2100" b="0" cap="none" dirty="0"/>
              <a:t>: </a:t>
            </a:r>
          </a:p>
          <a:p>
            <a:pPr>
              <a:lnSpc>
                <a:spcPct val="150000"/>
              </a:lnSpc>
              <a:buFont typeface="Wingdings" panose="05000000000000000000" pitchFamily="2" charset="2"/>
              <a:buChar char="ü"/>
            </a:pPr>
            <a:endParaRPr lang="en-CA" sz="2100" dirty="0"/>
          </a:p>
        </p:txBody>
      </p:sp>
      <p:graphicFrame>
        <p:nvGraphicFramePr>
          <p:cNvPr id="5" name="Table 5">
            <a:extLst>
              <a:ext uri="{FF2B5EF4-FFF2-40B4-BE49-F238E27FC236}">
                <a16:creationId xmlns:a16="http://schemas.microsoft.com/office/drawing/2014/main" xmlns="" id="{0F3F3821-D380-4BE6-9BB4-43A8A52581E0}"/>
              </a:ext>
            </a:extLst>
          </p:cNvPr>
          <p:cNvGraphicFramePr>
            <a:graphicFrameLocks noGrp="1"/>
          </p:cNvGraphicFramePr>
          <p:nvPr>
            <p:custDataLst>
              <p:tags r:id="rId3"/>
            </p:custDataLst>
            <p:extLst>
              <p:ext uri="{D42A27DB-BD31-4B8C-83A1-F6EECF244321}">
                <p14:modId xmlns:p14="http://schemas.microsoft.com/office/powerpoint/2010/main" val="2492450292"/>
              </p:ext>
            </p:extLst>
          </p:nvPr>
        </p:nvGraphicFramePr>
        <p:xfrm>
          <a:off x="438182" y="2607818"/>
          <a:ext cx="11315636" cy="2416576"/>
        </p:xfrm>
        <a:graphic>
          <a:graphicData uri="http://schemas.openxmlformats.org/drawingml/2006/table">
            <a:tbl>
              <a:tblPr firstRow="1" bandRow="1">
                <a:tableStyleId>{9D7B26C5-4107-4FEC-AEDC-1716B250A1EF}</a:tableStyleId>
              </a:tblPr>
              <a:tblGrid>
                <a:gridCol w="1681028">
                  <a:extLst>
                    <a:ext uri="{9D8B030D-6E8A-4147-A177-3AD203B41FA5}">
                      <a16:colId xmlns:a16="http://schemas.microsoft.com/office/drawing/2014/main" xmlns="" val="2551963233"/>
                    </a:ext>
                  </a:extLst>
                </a:gridCol>
                <a:gridCol w="1567543">
                  <a:extLst>
                    <a:ext uri="{9D8B030D-6E8A-4147-A177-3AD203B41FA5}">
                      <a16:colId xmlns:a16="http://schemas.microsoft.com/office/drawing/2014/main" xmlns="" val="2076348572"/>
                    </a:ext>
                  </a:extLst>
                </a:gridCol>
                <a:gridCol w="5056616">
                  <a:extLst>
                    <a:ext uri="{9D8B030D-6E8A-4147-A177-3AD203B41FA5}">
                      <a16:colId xmlns:a16="http://schemas.microsoft.com/office/drawing/2014/main" xmlns="" val="3653055023"/>
                    </a:ext>
                  </a:extLst>
                </a:gridCol>
                <a:gridCol w="3010449">
                  <a:extLst>
                    <a:ext uri="{9D8B030D-6E8A-4147-A177-3AD203B41FA5}">
                      <a16:colId xmlns:a16="http://schemas.microsoft.com/office/drawing/2014/main" xmlns="" val="3246390817"/>
                    </a:ext>
                  </a:extLst>
                </a:gridCol>
              </a:tblGrid>
              <a:tr h="451744">
                <a:tc>
                  <a:txBody>
                    <a:bodyPr/>
                    <a:lstStyle/>
                    <a:p>
                      <a:pPr algn="ctr"/>
                      <a:r>
                        <a:rPr lang="fr-CA" sz="1700" b="1" kern="1200" dirty="0" err="1">
                          <a:solidFill>
                            <a:srgbClr val="000000"/>
                          </a:solidFill>
                          <a:latin typeface="+mn-lt"/>
                          <a:ea typeface="+mn-ea"/>
                          <a:cs typeface="+mn-cs"/>
                        </a:rPr>
                        <a:t>Search</a:t>
                      </a:r>
                      <a:r>
                        <a:rPr lang="fr-CA" sz="1700" b="1" kern="1200" dirty="0">
                          <a:solidFill>
                            <a:srgbClr val="000000"/>
                          </a:solidFill>
                          <a:latin typeface="+mn-lt"/>
                          <a:ea typeface="+mn-ea"/>
                          <a:cs typeface="+mn-cs"/>
                        </a:rPr>
                        <a:t> Helper</a:t>
                      </a:r>
                      <a:endParaRPr lang="en-CA" sz="1700" b="1" kern="1200" dirty="0">
                        <a:solidFill>
                          <a:srgbClr val="000000"/>
                        </a:solidFill>
                        <a:latin typeface="+mn-lt"/>
                        <a:ea typeface="+mn-ea"/>
                        <a:cs typeface="+mn-cs"/>
                      </a:endParaRPr>
                    </a:p>
                  </a:txBody>
                  <a:tcPr/>
                </a:tc>
                <a:tc>
                  <a:txBody>
                    <a:bodyPr/>
                    <a:lstStyle/>
                    <a:p>
                      <a:pPr algn="ctr"/>
                      <a:r>
                        <a:rPr lang="fr-CA" sz="1700" b="1" kern="1200" dirty="0">
                          <a:solidFill>
                            <a:srgbClr val="000000"/>
                          </a:solidFill>
                          <a:latin typeface="+mn-lt"/>
                          <a:ea typeface="+mn-ea"/>
                          <a:cs typeface="+mn-cs"/>
                        </a:rPr>
                        <a:t>Symbol</a:t>
                      </a:r>
                      <a:endParaRPr lang="en-CA" sz="1700" b="1" kern="1200" dirty="0">
                        <a:solidFill>
                          <a:srgbClr val="000000"/>
                        </a:solidFill>
                        <a:latin typeface="+mn-lt"/>
                        <a:ea typeface="+mn-ea"/>
                        <a:cs typeface="+mn-cs"/>
                      </a:endParaRPr>
                    </a:p>
                  </a:txBody>
                  <a:tcPr/>
                </a:tc>
                <a:tc>
                  <a:txBody>
                    <a:bodyPr/>
                    <a:lstStyle/>
                    <a:p>
                      <a:pPr algn="ctr"/>
                      <a:r>
                        <a:rPr lang="fr-CA" sz="1700" b="1" kern="1200" dirty="0">
                          <a:solidFill>
                            <a:srgbClr val="000000"/>
                          </a:solidFill>
                          <a:latin typeface="+mn-lt"/>
                          <a:ea typeface="+mn-ea"/>
                          <a:cs typeface="+mn-cs"/>
                        </a:rPr>
                        <a:t>Description </a:t>
                      </a:r>
                      <a:endParaRPr lang="en-CA" sz="1700" b="1" kern="1200" dirty="0">
                        <a:solidFill>
                          <a:srgbClr val="000000"/>
                        </a:solidFill>
                        <a:latin typeface="+mn-lt"/>
                        <a:ea typeface="+mn-ea"/>
                        <a:cs typeface="+mn-cs"/>
                      </a:endParaRPr>
                    </a:p>
                  </a:txBody>
                  <a:tcPr/>
                </a:tc>
                <a:tc>
                  <a:txBody>
                    <a:bodyPr/>
                    <a:lstStyle/>
                    <a:p>
                      <a:pPr algn="ctr"/>
                      <a:r>
                        <a:rPr lang="fr-CA" sz="1700" b="1" kern="1200" dirty="0">
                          <a:solidFill>
                            <a:srgbClr val="000000"/>
                          </a:solidFill>
                          <a:latin typeface="+mn-lt"/>
                          <a:ea typeface="+mn-ea"/>
                          <a:cs typeface="+mn-cs"/>
                        </a:rPr>
                        <a:t>Example</a:t>
                      </a:r>
                      <a:endParaRPr lang="en-CA" sz="1700" b="1" kern="1200" dirty="0">
                        <a:solidFill>
                          <a:srgbClr val="000000"/>
                        </a:solidFill>
                        <a:latin typeface="+mn-lt"/>
                        <a:ea typeface="+mn-ea"/>
                        <a:cs typeface="+mn-cs"/>
                      </a:endParaRPr>
                    </a:p>
                  </a:txBody>
                  <a:tcPr/>
                </a:tc>
                <a:extLst>
                  <a:ext uri="{0D108BD9-81ED-4DB2-BD59-A6C34878D82A}">
                    <a16:rowId xmlns:a16="http://schemas.microsoft.com/office/drawing/2014/main" xmlns="" val="679270962"/>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700" b="0" kern="1200" dirty="0" err="1">
                          <a:solidFill>
                            <a:srgbClr val="000000"/>
                          </a:solidFill>
                          <a:latin typeface="+mn-lt"/>
                          <a:ea typeface="+mn-ea"/>
                          <a:cs typeface="+mn-cs"/>
                        </a:rPr>
                        <a:t>Upper</a:t>
                      </a:r>
                      <a:r>
                        <a:rPr lang="fr-CA" sz="1700" b="0" kern="1200" dirty="0">
                          <a:solidFill>
                            <a:srgbClr val="000000"/>
                          </a:solidFill>
                          <a:latin typeface="+mn-lt"/>
                          <a:ea typeface="+mn-ea"/>
                          <a:cs typeface="+mn-cs"/>
                        </a:rPr>
                        <a:t> and </a:t>
                      </a:r>
                      <a:r>
                        <a:rPr lang="fr-CA" sz="1700" b="0" kern="1200" dirty="0" err="1">
                          <a:solidFill>
                            <a:srgbClr val="000000"/>
                          </a:solidFill>
                          <a:latin typeface="+mn-lt"/>
                          <a:ea typeface="+mn-ea"/>
                          <a:cs typeface="+mn-cs"/>
                        </a:rPr>
                        <a:t>Lower</a:t>
                      </a:r>
                      <a:r>
                        <a:rPr lang="fr-CA" sz="1700" b="0" kern="1200" dirty="0">
                          <a:solidFill>
                            <a:srgbClr val="000000"/>
                          </a:solidFill>
                          <a:latin typeface="+mn-lt"/>
                          <a:ea typeface="+mn-ea"/>
                          <a:cs typeface="+mn-cs"/>
                        </a:rPr>
                        <a:t> Case </a:t>
                      </a:r>
                      <a:endParaRPr lang="en-CA" sz="1700" b="0" kern="1200" dirty="0">
                        <a:solidFill>
                          <a:srgbClr val="000000"/>
                        </a:solidFill>
                        <a:latin typeface="+mn-lt"/>
                        <a:ea typeface="+mn-ea"/>
                        <a:cs typeface="+mn-cs"/>
                      </a:endParaRPr>
                    </a:p>
                  </a:txBody>
                  <a:tcPr/>
                </a:tc>
                <a:tc>
                  <a:txBody>
                    <a:bodyPr/>
                    <a:lstStyle/>
                    <a:p>
                      <a:pPr algn="ctr"/>
                      <a:r>
                        <a:rPr lang="fr-CA" sz="1700" b="0" kern="1200" dirty="0">
                          <a:solidFill>
                            <a:srgbClr val="000000"/>
                          </a:solidFill>
                          <a:latin typeface="+mn-lt"/>
                          <a:ea typeface="+mn-ea"/>
                          <a:cs typeface="+mn-cs"/>
                        </a:rPr>
                        <a:t>~</a:t>
                      </a:r>
                      <a:endParaRPr lang="en-CA" sz="1700" b="0" kern="1200" dirty="0">
                        <a:solidFill>
                          <a:srgbClr val="000000"/>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kern="1200" dirty="0">
                          <a:solidFill>
                            <a:srgbClr val="000000"/>
                          </a:solidFill>
                          <a:latin typeface="+mn-lt"/>
                          <a:ea typeface="+mn-ea"/>
                          <a:cs typeface="+mn-cs"/>
                        </a:rPr>
                        <a:t>Finds all occurrences of the specified value without regard for uppercase/lowercase</a:t>
                      </a:r>
                      <a:endParaRPr lang="en-CA" sz="1700" b="0" kern="1200" dirty="0">
                        <a:solidFill>
                          <a:srgbClr val="000000"/>
                        </a:solidFill>
                        <a:latin typeface="+mn-lt"/>
                        <a:ea typeface="+mn-ea"/>
                        <a:cs typeface="+mn-cs"/>
                      </a:endParaRPr>
                    </a:p>
                  </a:txBody>
                  <a:tcPr/>
                </a:tc>
                <a:tc>
                  <a:txBody>
                    <a:bodyPr/>
                    <a:lstStyle/>
                    <a:p>
                      <a:endParaRPr lang="en-CA" sz="1700" dirty="0"/>
                    </a:p>
                  </a:txBody>
                  <a:tcPr/>
                </a:tc>
                <a:extLst>
                  <a:ext uri="{0D108BD9-81ED-4DB2-BD59-A6C34878D82A}">
                    <a16:rowId xmlns:a16="http://schemas.microsoft.com/office/drawing/2014/main" xmlns="" val="3757990998"/>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700" b="0" kern="1200" dirty="0" err="1">
                          <a:solidFill>
                            <a:srgbClr val="000000"/>
                          </a:solidFill>
                          <a:latin typeface="+mn-lt"/>
                          <a:ea typeface="+mn-ea"/>
                          <a:cs typeface="+mn-cs"/>
                        </a:rPr>
                        <a:t>Contains</a:t>
                      </a:r>
                      <a:endParaRPr lang="en-CA" sz="1700" b="0" kern="1200" dirty="0">
                        <a:solidFill>
                          <a:srgbClr val="000000"/>
                        </a:solidFill>
                        <a:latin typeface="+mn-lt"/>
                        <a:ea typeface="+mn-ea"/>
                        <a:cs typeface="+mn-cs"/>
                      </a:endParaRPr>
                    </a:p>
                  </a:txBody>
                  <a:tcPr/>
                </a:tc>
                <a:tc>
                  <a:txBody>
                    <a:bodyPr/>
                    <a:lstStyle/>
                    <a:p>
                      <a:pPr algn="ctr"/>
                      <a:r>
                        <a:rPr lang="fr-CA" sz="1700" b="0" kern="1200" dirty="0">
                          <a:solidFill>
                            <a:srgbClr val="000000"/>
                          </a:solidFill>
                          <a:latin typeface="+mn-lt"/>
                          <a:ea typeface="+mn-ea"/>
                          <a:cs typeface="+mn-cs"/>
                        </a:rPr>
                        <a:t>**</a:t>
                      </a:r>
                      <a:endParaRPr lang="en-CA" sz="1700" b="0" kern="1200" dirty="0">
                        <a:solidFill>
                          <a:srgbClr val="000000"/>
                        </a:solidFill>
                        <a:latin typeface="+mn-lt"/>
                        <a:ea typeface="+mn-ea"/>
                        <a:cs typeface="+mn-cs"/>
                      </a:endParaRPr>
                    </a:p>
                  </a:txBody>
                  <a:tcPr/>
                </a:tc>
                <a:tc>
                  <a:txBody>
                    <a:bodyPr/>
                    <a:lstStyle/>
                    <a:p>
                      <a:r>
                        <a:rPr lang="fr-CA" sz="1700" b="0" kern="1200" dirty="0" err="1">
                          <a:solidFill>
                            <a:srgbClr val="000000"/>
                          </a:solidFill>
                          <a:latin typeface="+mn-lt"/>
                          <a:ea typeface="+mn-ea"/>
                          <a:cs typeface="+mn-cs"/>
                        </a:rPr>
                        <a:t>Finds</a:t>
                      </a:r>
                      <a:r>
                        <a:rPr lang="fr-CA" sz="1700" b="0" kern="1200" dirty="0">
                          <a:solidFill>
                            <a:srgbClr val="000000"/>
                          </a:solidFill>
                          <a:latin typeface="+mn-lt"/>
                          <a:ea typeface="+mn-ea"/>
                          <a:cs typeface="+mn-cs"/>
                        </a:rPr>
                        <a:t> all occurrences </a:t>
                      </a:r>
                      <a:r>
                        <a:rPr lang="fr-CA" sz="1700" b="0" kern="1200" dirty="0" err="1">
                          <a:solidFill>
                            <a:srgbClr val="000000"/>
                          </a:solidFill>
                          <a:latin typeface="+mn-lt"/>
                          <a:ea typeface="+mn-ea"/>
                          <a:cs typeface="+mn-cs"/>
                        </a:rPr>
                        <a:t>containing</a:t>
                      </a:r>
                      <a:r>
                        <a:rPr lang="fr-CA" sz="1700" b="0" kern="1200" dirty="0">
                          <a:solidFill>
                            <a:srgbClr val="000000"/>
                          </a:solidFill>
                          <a:latin typeface="+mn-lt"/>
                          <a:ea typeface="+mn-ea"/>
                          <a:cs typeface="+mn-cs"/>
                        </a:rPr>
                        <a:t> a </a:t>
                      </a:r>
                      <a:r>
                        <a:rPr lang="fr-CA" sz="1700" b="0" kern="1200" dirty="0" err="1">
                          <a:solidFill>
                            <a:srgbClr val="000000"/>
                          </a:solidFill>
                          <a:latin typeface="+mn-lt"/>
                          <a:ea typeface="+mn-ea"/>
                          <a:cs typeface="+mn-cs"/>
                        </a:rPr>
                        <a:t>specific</a:t>
                      </a:r>
                      <a:r>
                        <a:rPr lang="fr-CA" sz="1700" b="0" kern="1200" dirty="0">
                          <a:solidFill>
                            <a:srgbClr val="000000"/>
                          </a:solidFill>
                          <a:latin typeface="+mn-lt"/>
                          <a:ea typeface="+mn-ea"/>
                          <a:cs typeface="+mn-cs"/>
                        </a:rPr>
                        <a:t> value</a:t>
                      </a:r>
                      <a:endParaRPr lang="en-CA" sz="1700" b="0" kern="1200" dirty="0">
                        <a:solidFill>
                          <a:srgbClr val="000000"/>
                        </a:solidFill>
                        <a:latin typeface="+mn-lt"/>
                        <a:ea typeface="+mn-ea"/>
                        <a:cs typeface="+mn-cs"/>
                      </a:endParaRPr>
                    </a:p>
                  </a:txBody>
                  <a:tcPr/>
                </a:tc>
                <a:tc>
                  <a:txBody>
                    <a:bodyPr/>
                    <a:lstStyle/>
                    <a:p>
                      <a:endParaRPr lang="en-CA" sz="1700" dirty="0"/>
                    </a:p>
                  </a:txBody>
                  <a:tcPr/>
                </a:tc>
                <a:extLst>
                  <a:ext uri="{0D108BD9-81ED-4DB2-BD59-A6C34878D82A}">
                    <a16:rowId xmlns:a16="http://schemas.microsoft.com/office/drawing/2014/main" xmlns="" val="2768365703"/>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700" b="0" kern="1200" dirty="0">
                          <a:solidFill>
                            <a:srgbClr val="000000"/>
                          </a:solidFill>
                          <a:latin typeface="+mn-lt"/>
                          <a:ea typeface="+mn-ea"/>
                          <a:cs typeface="+mn-cs"/>
                        </a:rPr>
                        <a:t>Begins </a:t>
                      </a:r>
                      <a:r>
                        <a:rPr lang="fr-CA" sz="1700" b="0" kern="1200" dirty="0" err="1">
                          <a:solidFill>
                            <a:srgbClr val="000000"/>
                          </a:solidFill>
                          <a:latin typeface="+mn-lt"/>
                          <a:ea typeface="+mn-ea"/>
                          <a:cs typeface="+mn-cs"/>
                        </a:rPr>
                        <a:t>With</a:t>
                      </a:r>
                      <a:endParaRPr lang="en-CA" sz="1700" b="0" kern="1200" dirty="0">
                        <a:solidFill>
                          <a:srgbClr val="000000"/>
                        </a:solidFill>
                        <a:latin typeface="+mn-lt"/>
                        <a:ea typeface="+mn-ea"/>
                        <a:cs typeface="+mn-cs"/>
                      </a:endParaRPr>
                    </a:p>
                  </a:txBody>
                  <a:tcPr/>
                </a:tc>
                <a:tc>
                  <a:txBody>
                    <a:bodyPr/>
                    <a:lstStyle/>
                    <a:p>
                      <a:pPr algn="ctr"/>
                      <a:r>
                        <a:rPr lang="fr-CA" sz="1700" b="0" kern="1200" dirty="0">
                          <a:solidFill>
                            <a:srgbClr val="000000"/>
                          </a:solidFill>
                          <a:latin typeface="+mn-lt"/>
                          <a:ea typeface="+mn-ea"/>
                          <a:cs typeface="+mn-cs"/>
                        </a:rPr>
                        <a:t>*</a:t>
                      </a:r>
                      <a:endParaRPr lang="en-CA" sz="1700" b="0" kern="1200" dirty="0">
                        <a:solidFill>
                          <a:srgbClr val="000000"/>
                        </a:solidFill>
                        <a:latin typeface="+mn-lt"/>
                        <a:ea typeface="+mn-ea"/>
                        <a:cs typeface="+mn-cs"/>
                      </a:endParaRPr>
                    </a:p>
                  </a:txBody>
                  <a:tcPr/>
                </a:tc>
                <a:tc>
                  <a:txBody>
                    <a:bodyPr/>
                    <a:lstStyle/>
                    <a:p>
                      <a:r>
                        <a:rPr lang="en-US" sz="1700" b="0" kern="1200" dirty="0">
                          <a:solidFill>
                            <a:srgbClr val="000000"/>
                          </a:solidFill>
                          <a:latin typeface="+mn-lt"/>
                          <a:ea typeface="+mn-ea"/>
                          <a:cs typeface="+mn-cs"/>
                        </a:rPr>
                        <a:t>Finds all occurrences beginning with a specific value</a:t>
                      </a:r>
                      <a:endParaRPr lang="en-CA" sz="1700" b="0" kern="1200" dirty="0">
                        <a:solidFill>
                          <a:srgbClr val="000000"/>
                        </a:solidFill>
                        <a:latin typeface="+mn-lt"/>
                        <a:ea typeface="+mn-ea"/>
                        <a:cs typeface="+mn-cs"/>
                      </a:endParaRPr>
                    </a:p>
                  </a:txBody>
                  <a:tcPr/>
                </a:tc>
                <a:tc>
                  <a:txBody>
                    <a:bodyPr/>
                    <a:lstStyle/>
                    <a:p>
                      <a:endParaRPr lang="en-CA" sz="1700"/>
                    </a:p>
                  </a:txBody>
                  <a:tcPr/>
                </a:tc>
                <a:extLst>
                  <a:ext uri="{0D108BD9-81ED-4DB2-BD59-A6C34878D82A}">
                    <a16:rowId xmlns:a16="http://schemas.microsoft.com/office/drawing/2014/main" xmlns="" val="2659688694"/>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700" b="0" kern="1200" dirty="0">
                          <a:solidFill>
                            <a:srgbClr val="000000"/>
                          </a:solidFill>
                          <a:latin typeface="+mn-lt"/>
                          <a:ea typeface="+mn-ea"/>
                          <a:cs typeface="+mn-cs"/>
                        </a:rPr>
                        <a:t>Ends </a:t>
                      </a:r>
                      <a:r>
                        <a:rPr lang="fr-CA" sz="1700" b="0" kern="1200" dirty="0" err="1">
                          <a:solidFill>
                            <a:srgbClr val="000000"/>
                          </a:solidFill>
                          <a:latin typeface="+mn-lt"/>
                          <a:ea typeface="+mn-ea"/>
                          <a:cs typeface="+mn-cs"/>
                        </a:rPr>
                        <a:t>With</a:t>
                      </a:r>
                      <a:endParaRPr lang="en-CA" sz="1700" b="0" kern="1200" dirty="0">
                        <a:solidFill>
                          <a:srgbClr val="000000"/>
                        </a:solidFill>
                        <a:latin typeface="+mn-lt"/>
                        <a:ea typeface="+mn-ea"/>
                        <a:cs typeface="+mn-cs"/>
                      </a:endParaRPr>
                    </a:p>
                  </a:txBody>
                  <a:tcPr/>
                </a:tc>
                <a:tc>
                  <a:txBody>
                    <a:bodyPr/>
                    <a:lstStyle/>
                    <a:p>
                      <a:pPr algn="ctr"/>
                      <a:r>
                        <a:rPr lang="fr-CA" sz="1700" b="0" kern="1200" dirty="0">
                          <a:solidFill>
                            <a:srgbClr val="000000"/>
                          </a:solidFill>
                          <a:latin typeface="+mn-lt"/>
                          <a:ea typeface="+mn-ea"/>
                          <a:cs typeface="+mn-cs"/>
                        </a:rPr>
                        <a:t>*</a:t>
                      </a:r>
                      <a:endParaRPr lang="en-CA" sz="1700" b="0" kern="1200" dirty="0">
                        <a:solidFill>
                          <a:srgbClr val="000000"/>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kern="1200" dirty="0">
                          <a:solidFill>
                            <a:srgbClr val="000000"/>
                          </a:solidFill>
                          <a:latin typeface="+mn-lt"/>
                          <a:ea typeface="+mn-ea"/>
                          <a:cs typeface="+mn-cs"/>
                        </a:rPr>
                        <a:t>Finds all occurrences ending with a specific value</a:t>
                      </a:r>
                      <a:endParaRPr lang="en-CA" sz="1700" b="0" kern="1200" dirty="0">
                        <a:solidFill>
                          <a:srgbClr val="000000"/>
                        </a:solidFill>
                        <a:latin typeface="+mn-lt"/>
                        <a:ea typeface="+mn-ea"/>
                        <a:cs typeface="+mn-cs"/>
                      </a:endParaRPr>
                    </a:p>
                  </a:txBody>
                  <a:tcPr/>
                </a:tc>
                <a:tc>
                  <a:txBody>
                    <a:bodyPr/>
                    <a:lstStyle/>
                    <a:p>
                      <a:endParaRPr lang="en-CA" sz="1700" dirty="0"/>
                    </a:p>
                  </a:txBody>
                  <a:tcPr/>
                </a:tc>
                <a:extLst>
                  <a:ext uri="{0D108BD9-81ED-4DB2-BD59-A6C34878D82A}">
                    <a16:rowId xmlns:a16="http://schemas.microsoft.com/office/drawing/2014/main" xmlns="" val="1812222993"/>
                  </a:ext>
                </a:extLst>
              </a:tr>
            </a:tbl>
          </a:graphicData>
        </a:graphic>
      </p:graphicFrame>
      <p:pic>
        <p:nvPicPr>
          <p:cNvPr id="7" name="Picture 6">
            <a:extLst>
              <a:ext uri="{FF2B5EF4-FFF2-40B4-BE49-F238E27FC236}">
                <a16:creationId xmlns:a16="http://schemas.microsoft.com/office/drawing/2014/main" xmlns="" id="{D7686D0C-F844-4635-BF16-4D84D88F5DA3}"/>
              </a:ext>
            </a:extLst>
          </p:cNvPr>
          <p:cNvPicPr>
            <a:picLocks noChangeAspect="1"/>
          </p:cNvPicPr>
          <p:nvPr>
            <p:custDataLst>
              <p:tags r:id="rId4"/>
            </p:custDataLst>
          </p:nvPr>
        </p:nvPicPr>
        <p:blipFill>
          <a:blip r:embed="rId9"/>
          <a:stretch>
            <a:fillRect/>
          </a:stretch>
        </p:blipFill>
        <p:spPr>
          <a:xfrm>
            <a:off x="9079298" y="3714703"/>
            <a:ext cx="2668078" cy="314452"/>
          </a:xfrm>
          <a:prstGeom prst="rect">
            <a:avLst/>
          </a:prstGeom>
        </p:spPr>
      </p:pic>
      <p:pic>
        <p:nvPicPr>
          <p:cNvPr id="9" name="Picture 8">
            <a:extLst>
              <a:ext uri="{FF2B5EF4-FFF2-40B4-BE49-F238E27FC236}">
                <a16:creationId xmlns:a16="http://schemas.microsoft.com/office/drawing/2014/main" xmlns="" id="{F5A2FBAE-C858-4F0D-A525-7C51C75E3C75}"/>
              </a:ext>
            </a:extLst>
          </p:cNvPr>
          <p:cNvPicPr>
            <a:picLocks noChangeAspect="1"/>
          </p:cNvPicPr>
          <p:nvPr>
            <p:custDataLst>
              <p:tags r:id="rId5"/>
            </p:custDataLst>
          </p:nvPr>
        </p:nvPicPr>
        <p:blipFill>
          <a:blip r:embed="rId10"/>
          <a:stretch>
            <a:fillRect/>
          </a:stretch>
        </p:blipFill>
        <p:spPr>
          <a:xfrm>
            <a:off x="9071446" y="4650943"/>
            <a:ext cx="2668078" cy="314452"/>
          </a:xfrm>
          <a:prstGeom prst="rect">
            <a:avLst/>
          </a:prstGeom>
        </p:spPr>
      </p:pic>
      <p:pic>
        <p:nvPicPr>
          <p:cNvPr id="11" name="Picture 10">
            <a:extLst>
              <a:ext uri="{FF2B5EF4-FFF2-40B4-BE49-F238E27FC236}">
                <a16:creationId xmlns:a16="http://schemas.microsoft.com/office/drawing/2014/main" xmlns="" id="{6E47FB18-B8B0-419C-9543-2B6261F1E614}"/>
              </a:ext>
            </a:extLst>
          </p:cNvPr>
          <p:cNvPicPr>
            <a:picLocks noChangeAspect="1"/>
          </p:cNvPicPr>
          <p:nvPr>
            <p:custDataLst>
              <p:tags r:id="rId6"/>
            </p:custDataLst>
          </p:nvPr>
        </p:nvPicPr>
        <p:blipFill>
          <a:blip r:embed="rId11"/>
          <a:stretch>
            <a:fillRect/>
          </a:stretch>
        </p:blipFill>
        <p:spPr>
          <a:xfrm>
            <a:off x="9042859" y="3165736"/>
            <a:ext cx="2687136" cy="343039"/>
          </a:xfrm>
          <a:prstGeom prst="rect">
            <a:avLst/>
          </a:prstGeom>
        </p:spPr>
      </p:pic>
      <p:pic>
        <p:nvPicPr>
          <p:cNvPr id="13" name="Picture 12">
            <a:extLst>
              <a:ext uri="{FF2B5EF4-FFF2-40B4-BE49-F238E27FC236}">
                <a16:creationId xmlns:a16="http://schemas.microsoft.com/office/drawing/2014/main" xmlns="" id="{A2E5C363-8BC2-4FD3-9557-B74B9643139F}"/>
              </a:ext>
            </a:extLst>
          </p:cNvPr>
          <p:cNvPicPr>
            <a:picLocks noChangeAspect="1"/>
          </p:cNvPicPr>
          <p:nvPr>
            <p:custDataLst>
              <p:tags r:id="rId7"/>
            </p:custDataLst>
          </p:nvPr>
        </p:nvPicPr>
        <p:blipFill>
          <a:blip r:embed="rId12"/>
          <a:stretch>
            <a:fillRect/>
          </a:stretch>
        </p:blipFill>
        <p:spPr>
          <a:xfrm>
            <a:off x="9042859" y="4206193"/>
            <a:ext cx="2696665" cy="314452"/>
          </a:xfrm>
          <a:prstGeom prst="rect">
            <a:avLst/>
          </a:prstGeom>
        </p:spPr>
      </p:pic>
    </p:spTree>
    <p:extLst>
      <p:ext uri="{BB962C8B-B14F-4D97-AF65-F5344CB8AC3E}">
        <p14:creationId xmlns:p14="http://schemas.microsoft.com/office/powerpoint/2010/main" val="14447588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55FA0C-A752-433E-838C-D111AF6906A0}"/>
              </a:ext>
            </a:extLst>
          </p:cNvPr>
          <p:cNvSpPr>
            <a:spLocks noGrp="1"/>
          </p:cNvSpPr>
          <p:nvPr>
            <p:ph type="title"/>
            <p:custDataLst>
              <p:tags r:id="rId1"/>
            </p:custDataLst>
          </p:nvPr>
        </p:nvSpPr>
        <p:spPr/>
        <p:txBody>
          <a:bodyPr/>
          <a:lstStyle/>
          <a:p>
            <a:r>
              <a:rPr lang="fr-CA" dirty="0" err="1"/>
              <a:t>Search</a:t>
            </a:r>
            <a:r>
              <a:rPr lang="fr-CA" dirty="0"/>
              <a:t> </a:t>
            </a:r>
            <a:r>
              <a:rPr lang="fr-CA" dirty="0" err="1"/>
              <a:t>Criteria</a:t>
            </a:r>
            <a:r>
              <a:rPr lang="fr-CA" dirty="0"/>
              <a:t> Helpers</a:t>
            </a:r>
            <a:endParaRPr lang="en-CA" dirty="0"/>
          </a:p>
        </p:txBody>
      </p:sp>
      <p:sp>
        <p:nvSpPr>
          <p:cNvPr id="3" name="Content Placeholder 2">
            <a:extLst>
              <a:ext uri="{FF2B5EF4-FFF2-40B4-BE49-F238E27FC236}">
                <a16:creationId xmlns:a16="http://schemas.microsoft.com/office/drawing/2014/main" xmlns="" id="{0A194DC8-B1B1-4562-B4E9-1C84DA207ACB}"/>
              </a:ext>
            </a:extLst>
          </p:cNvPr>
          <p:cNvSpPr>
            <a:spLocks noGrp="1"/>
          </p:cNvSpPr>
          <p:nvPr>
            <p:ph idx="1"/>
            <p:custDataLst>
              <p:tags r:id="rId2"/>
            </p:custDataLst>
          </p:nvPr>
        </p:nvSpPr>
        <p:spPr/>
        <p:txBody>
          <a:bodyPr/>
          <a:lstStyle/>
          <a:p>
            <a:pPr>
              <a:buFont typeface="Wingdings" panose="05000000000000000000" pitchFamily="2" charset="2"/>
              <a:buChar char="ü"/>
            </a:pPr>
            <a:r>
              <a:rPr lang="fr-CA" sz="2100" b="0" cap="none" dirty="0"/>
              <a:t> T</a:t>
            </a:r>
            <a:r>
              <a:rPr lang="en-US" sz="2100" b="0" cap="none" dirty="0"/>
              <a:t>he following search helpers apply to both </a:t>
            </a:r>
            <a:r>
              <a:rPr lang="en-US" sz="2100" b="1" cap="none" dirty="0"/>
              <a:t>text and numeric fields</a:t>
            </a:r>
            <a:r>
              <a:rPr lang="en-US" sz="2100" cap="none" dirty="0"/>
              <a:t>: </a:t>
            </a:r>
          </a:p>
          <a:p>
            <a:pPr>
              <a:buFont typeface="Wingdings" panose="05000000000000000000" pitchFamily="2" charset="2"/>
              <a:buChar char="ü"/>
            </a:pPr>
            <a:endParaRPr lang="en-CA" sz="2100" dirty="0"/>
          </a:p>
        </p:txBody>
      </p:sp>
      <p:graphicFrame>
        <p:nvGraphicFramePr>
          <p:cNvPr id="5" name="Table 5">
            <a:extLst>
              <a:ext uri="{FF2B5EF4-FFF2-40B4-BE49-F238E27FC236}">
                <a16:creationId xmlns:a16="http://schemas.microsoft.com/office/drawing/2014/main" xmlns="" id="{F5204E58-D802-4EBD-AE07-805928E396CF}"/>
              </a:ext>
            </a:extLst>
          </p:cNvPr>
          <p:cNvGraphicFramePr>
            <a:graphicFrameLocks noGrp="1"/>
          </p:cNvGraphicFramePr>
          <p:nvPr>
            <p:custDataLst>
              <p:tags r:id="rId3"/>
            </p:custDataLst>
            <p:extLst>
              <p:ext uri="{D42A27DB-BD31-4B8C-83A1-F6EECF244321}">
                <p14:modId xmlns:p14="http://schemas.microsoft.com/office/powerpoint/2010/main" val="211658529"/>
              </p:ext>
            </p:extLst>
          </p:nvPr>
        </p:nvGraphicFramePr>
        <p:xfrm>
          <a:off x="513090" y="2603915"/>
          <a:ext cx="11165820" cy="2640848"/>
        </p:xfrm>
        <a:graphic>
          <a:graphicData uri="http://schemas.openxmlformats.org/drawingml/2006/table">
            <a:tbl>
              <a:tblPr firstRow="1" bandRow="1">
                <a:tableStyleId>{9D7B26C5-4107-4FEC-AEDC-1716B250A1EF}</a:tableStyleId>
              </a:tblPr>
              <a:tblGrid>
                <a:gridCol w="1683367">
                  <a:extLst>
                    <a:ext uri="{9D8B030D-6E8A-4147-A177-3AD203B41FA5}">
                      <a16:colId xmlns:a16="http://schemas.microsoft.com/office/drawing/2014/main" xmlns="" val="2551963233"/>
                    </a:ext>
                  </a:extLst>
                </a:gridCol>
                <a:gridCol w="1553029">
                  <a:extLst>
                    <a:ext uri="{9D8B030D-6E8A-4147-A177-3AD203B41FA5}">
                      <a16:colId xmlns:a16="http://schemas.microsoft.com/office/drawing/2014/main" xmlns="" val="2076348572"/>
                    </a:ext>
                  </a:extLst>
                </a:gridCol>
                <a:gridCol w="4296228">
                  <a:extLst>
                    <a:ext uri="{9D8B030D-6E8A-4147-A177-3AD203B41FA5}">
                      <a16:colId xmlns:a16="http://schemas.microsoft.com/office/drawing/2014/main" xmlns="" val="3653055023"/>
                    </a:ext>
                  </a:extLst>
                </a:gridCol>
                <a:gridCol w="3633196">
                  <a:extLst>
                    <a:ext uri="{9D8B030D-6E8A-4147-A177-3AD203B41FA5}">
                      <a16:colId xmlns:a16="http://schemas.microsoft.com/office/drawing/2014/main" xmlns="" val="3246390817"/>
                    </a:ext>
                  </a:extLst>
                </a:gridCol>
              </a:tblGrid>
              <a:tr h="451744">
                <a:tc>
                  <a:txBody>
                    <a:bodyPr/>
                    <a:lstStyle/>
                    <a:p>
                      <a:pPr algn="ctr"/>
                      <a:r>
                        <a:rPr lang="fr-CA" sz="1700" b="1" kern="1200" dirty="0" err="1">
                          <a:solidFill>
                            <a:srgbClr val="000000"/>
                          </a:solidFill>
                          <a:latin typeface="+mn-lt"/>
                          <a:ea typeface="+mn-ea"/>
                          <a:cs typeface="+mn-cs"/>
                        </a:rPr>
                        <a:t>Search</a:t>
                      </a:r>
                      <a:r>
                        <a:rPr lang="fr-CA" sz="1700" b="1" kern="1200" dirty="0">
                          <a:solidFill>
                            <a:srgbClr val="000000"/>
                          </a:solidFill>
                          <a:latin typeface="+mn-lt"/>
                          <a:ea typeface="+mn-ea"/>
                          <a:cs typeface="+mn-cs"/>
                        </a:rPr>
                        <a:t> Helper</a:t>
                      </a:r>
                      <a:endParaRPr lang="en-CA" sz="1700" b="1" kern="1200" dirty="0">
                        <a:solidFill>
                          <a:srgbClr val="000000"/>
                        </a:solidFill>
                        <a:latin typeface="+mn-lt"/>
                        <a:ea typeface="+mn-ea"/>
                        <a:cs typeface="+mn-cs"/>
                      </a:endParaRPr>
                    </a:p>
                  </a:txBody>
                  <a:tcPr/>
                </a:tc>
                <a:tc>
                  <a:txBody>
                    <a:bodyPr/>
                    <a:lstStyle/>
                    <a:p>
                      <a:pPr algn="ctr"/>
                      <a:r>
                        <a:rPr lang="fr-CA" sz="1700" b="1" kern="1200" dirty="0">
                          <a:solidFill>
                            <a:srgbClr val="000000"/>
                          </a:solidFill>
                          <a:latin typeface="+mn-lt"/>
                          <a:ea typeface="+mn-ea"/>
                          <a:cs typeface="+mn-cs"/>
                        </a:rPr>
                        <a:t>Symbol</a:t>
                      </a:r>
                      <a:endParaRPr lang="en-CA" sz="1700" b="1" kern="1200" dirty="0">
                        <a:solidFill>
                          <a:srgbClr val="000000"/>
                        </a:solidFill>
                        <a:latin typeface="+mn-lt"/>
                        <a:ea typeface="+mn-ea"/>
                        <a:cs typeface="+mn-cs"/>
                      </a:endParaRPr>
                    </a:p>
                  </a:txBody>
                  <a:tcPr/>
                </a:tc>
                <a:tc>
                  <a:txBody>
                    <a:bodyPr/>
                    <a:lstStyle/>
                    <a:p>
                      <a:pPr algn="ctr"/>
                      <a:r>
                        <a:rPr lang="fr-CA" sz="1700" b="1" kern="1200" dirty="0">
                          <a:solidFill>
                            <a:srgbClr val="000000"/>
                          </a:solidFill>
                          <a:latin typeface="+mn-lt"/>
                          <a:ea typeface="+mn-ea"/>
                          <a:cs typeface="+mn-cs"/>
                        </a:rPr>
                        <a:t>Description </a:t>
                      </a:r>
                      <a:endParaRPr lang="en-CA" sz="1700" b="1" kern="1200" dirty="0">
                        <a:solidFill>
                          <a:srgbClr val="000000"/>
                        </a:solidFill>
                        <a:latin typeface="+mn-lt"/>
                        <a:ea typeface="+mn-ea"/>
                        <a:cs typeface="+mn-cs"/>
                      </a:endParaRPr>
                    </a:p>
                  </a:txBody>
                  <a:tcPr/>
                </a:tc>
                <a:tc>
                  <a:txBody>
                    <a:bodyPr/>
                    <a:lstStyle/>
                    <a:p>
                      <a:pPr algn="ctr"/>
                      <a:r>
                        <a:rPr lang="fr-CA" sz="1700" b="1" kern="1200" dirty="0">
                          <a:solidFill>
                            <a:srgbClr val="000000"/>
                          </a:solidFill>
                          <a:latin typeface="+mn-lt"/>
                          <a:ea typeface="+mn-ea"/>
                          <a:cs typeface="+mn-cs"/>
                        </a:rPr>
                        <a:t>Example</a:t>
                      </a:r>
                      <a:endParaRPr lang="en-CA" sz="1700" b="1" kern="1200" dirty="0">
                        <a:solidFill>
                          <a:srgbClr val="000000"/>
                        </a:solidFill>
                        <a:latin typeface="+mn-lt"/>
                        <a:ea typeface="+mn-ea"/>
                        <a:cs typeface="+mn-cs"/>
                      </a:endParaRPr>
                    </a:p>
                  </a:txBody>
                  <a:tcPr/>
                </a:tc>
                <a:extLst>
                  <a:ext uri="{0D108BD9-81ED-4DB2-BD59-A6C34878D82A}">
                    <a16:rowId xmlns:a16="http://schemas.microsoft.com/office/drawing/2014/main" xmlns="" val="679270962"/>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700" b="0" kern="1200" dirty="0">
                          <a:solidFill>
                            <a:srgbClr val="000000"/>
                          </a:solidFill>
                          <a:latin typeface="+mn-lt"/>
                          <a:ea typeface="+mn-ea"/>
                          <a:cs typeface="+mn-cs"/>
                        </a:rPr>
                        <a:t>Is Not</a:t>
                      </a:r>
                      <a:endParaRPr lang="en-CA" sz="1700" b="0" kern="1200" dirty="0">
                        <a:solidFill>
                          <a:srgbClr val="000000"/>
                        </a:solidFill>
                        <a:latin typeface="+mn-lt"/>
                        <a:ea typeface="+mn-ea"/>
                        <a:cs typeface="+mn-cs"/>
                      </a:endParaRPr>
                    </a:p>
                  </a:txBody>
                  <a:tcPr/>
                </a:tc>
                <a:tc>
                  <a:txBody>
                    <a:bodyPr/>
                    <a:lstStyle/>
                    <a:p>
                      <a:r>
                        <a:rPr lang="fr-CA" sz="1700" b="0" kern="1200" dirty="0">
                          <a:solidFill>
                            <a:srgbClr val="000000"/>
                          </a:solidFill>
                          <a:latin typeface="+mn-lt"/>
                          <a:ea typeface="+mn-ea"/>
                          <a:cs typeface="+mn-cs"/>
                        </a:rPr>
                        <a:t>!</a:t>
                      </a:r>
                      <a:endParaRPr lang="en-CA" sz="1700" b="0" kern="1200" dirty="0">
                        <a:solidFill>
                          <a:srgbClr val="000000"/>
                        </a:solidFill>
                        <a:latin typeface="+mn-lt"/>
                        <a:ea typeface="+mn-ea"/>
                        <a:cs typeface="+mn-cs"/>
                      </a:endParaRPr>
                    </a:p>
                  </a:txBody>
                  <a:tcPr/>
                </a:tc>
                <a:tc>
                  <a:txBody>
                    <a:bodyPr/>
                    <a:lstStyle/>
                    <a:p>
                      <a:pPr algn="just"/>
                      <a:r>
                        <a:rPr lang="en-US" sz="1700" b="0" kern="1200" dirty="0">
                          <a:solidFill>
                            <a:srgbClr val="000000"/>
                          </a:solidFill>
                          <a:latin typeface="+mn-lt"/>
                          <a:ea typeface="+mn-ea"/>
                          <a:cs typeface="+mn-cs"/>
                        </a:rPr>
                        <a:t>Finds all values which are not equal to the specified value</a:t>
                      </a:r>
                      <a:endParaRPr lang="en-CA" sz="1700" b="0" kern="1200" dirty="0">
                        <a:solidFill>
                          <a:srgbClr val="000000"/>
                        </a:solidFill>
                        <a:latin typeface="+mn-lt"/>
                        <a:ea typeface="+mn-ea"/>
                        <a:cs typeface="+mn-cs"/>
                      </a:endParaRPr>
                    </a:p>
                  </a:txBody>
                  <a:tcPr/>
                </a:tc>
                <a:tc>
                  <a:txBody>
                    <a:bodyPr/>
                    <a:lstStyle/>
                    <a:p>
                      <a:endParaRPr lang="en-CA" sz="1700" dirty="0"/>
                    </a:p>
                  </a:txBody>
                  <a:tcPr/>
                </a:tc>
                <a:extLst>
                  <a:ext uri="{0D108BD9-81ED-4DB2-BD59-A6C34878D82A}">
                    <a16:rowId xmlns:a16="http://schemas.microsoft.com/office/drawing/2014/main" xmlns="" val="2697724466"/>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700" b="0" kern="1200" dirty="0" err="1">
                          <a:solidFill>
                            <a:srgbClr val="000000"/>
                          </a:solidFill>
                          <a:latin typeface="+mn-lt"/>
                          <a:ea typeface="+mn-ea"/>
                          <a:cs typeface="+mn-cs"/>
                        </a:rPr>
                        <a:t>Include</a:t>
                      </a:r>
                      <a:r>
                        <a:rPr lang="fr-CA" sz="1700" b="0" kern="1200" dirty="0">
                          <a:solidFill>
                            <a:srgbClr val="000000"/>
                          </a:solidFill>
                          <a:latin typeface="+mn-lt"/>
                          <a:ea typeface="+mn-ea"/>
                          <a:cs typeface="+mn-cs"/>
                        </a:rPr>
                        <a:t> </a:t>
                      </a:r>
                      <a:r>
                        <a:rPr lang="fr-CA" sz="1700" b="0" kern="1200" dirty="0" err="1">
                          <a:solidFill>
                            <a:srgbClr val="000000"/>
                          </a:solidFill>
                          <a:latin typeface="+mn-lt"/>
                          <a:ea typeface="+mn-ea"/>
                          <a:cs typeface="+mn-cs"/>
                        </a:rPr>
                        <a:t>Blanks</a:t>
                      </a:r>
                      <a:endParaRPr lang="en-CA" sz="1700" b="0" kern="1200" dirty="0">
                        <a:solidFill>
                          <a:srgbClr val="000000"/>
                        </a:solidFill>
                        <a:latin typeface="+mn-lt"/>
                        <a:ea typeface="+mn-ea"/>
                        <a:cs typeface="+mn-cs"/>
                      </a:endParaRPr>
                    </a:p>
                  </a:txBody>
                  <a:tcPr/>
                </a:tc>
                <a:tc>
                  <a:txBody>
                    <a:bodyPr/>
                    <a:lstStyle/>
                    <a:p>
                      <a:r>
                        <a:rPr lang="en-CA" sz="1700" b="0" kern="1200" dirty="0">
                          <a:solidFill>
                            <a:srgbClr val="000000"/>
                          </a:solidFill>
                          <a:latin typeface="+mn-lt"/>
                          <a:ea typeface="+mn-ea"/>
                          <a:cs typeface="+mn-cs"/>
                        </a:rPr>
                        <a:t>+null</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700" b="0" kern="1200" dirty="0">
                          <a:solidFill>
                            <a:srgbClr val="000000"/>
                          </a:solidFill>
                          <a:latin typeface="+mn-lt"/>
                          <a:ea typeface="+mn-ea"/>
                          <a:cs typeface="+mn-cs"/>
                        </a:rPr>
                        <a:t>Finds all values which are null. This symbol can only be used as a suffix, which means that it can only be added to the end of your search expression.</a:t>
                      </a:r>
                    </a:p>
                  </a:txBody>
                  <a:tcPr/>
                </a:tc>
                <a:tc>
                  <a:txBody>
                    <a:bodyPr/>
                    <a:lstStyle/>
                    <a:p>
                      <a:endParaRPr lang="en-CA" sz="1700" dirty="0"/>
                    </a:p>
                  </a:txBody>
                  <a:tcPr/>
                </a:tc>
                <a:extLst>
                  <a:ext uri="{0D108BD9-81ED-4DB2-BD59-A6C34878D82A}">
                    <a16:rowId xmlns:a16="http://schemas.microsoft.com/office/drawing/2014/main" xmlns="" val="4025413805"/>
                  </a:ext>
                </a:extLst>
              </a:tr>
              <a:tr h="4517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700" b="0" kern="1200">
                          <a:solidFill>
                            <a:srgbClr val="000000"/>
                          </a:solidFill>
                          <a:latin typeface="+mn-lt"/>
                          <a:ea typeface="+mn-ea"/>
                          <a:cs typeface="+mn-cs"/>
                        </a:rPr>
                        <a:t>And</a:t>
                      </a:r>
                      <a:endParaRPr lang="en-CA" sz="1700" b="0" kern="1200" dirty="0">
                        <a:solidFill>
                          <a:srgbClr val="000000"/>
                        </a:solidFill>
                        <a:latin typeface="+mn-lt"/>
                        <a:ea typeface="+mn-ea"/>
                        <a:cs typeface="+mn-cs"/>
                      </a:endParaRPr>
                    </a:p>
                  </a:txBody>
                  <a:tcPr/>
                </a:tc>
                <a:tc>
                  <a:txBody>
                    <a:bodyPr/>
                    <a:lstStyle/>
                    <a:p>
                      <a:r>
                        <a:rPr lang="fr-CA" sz="1700" b="0" kern="1200">
                          <a:solidFill>
                            <a:srgbClr val="000000"/>
                          </a:solidFill>
                          <a:latin typeface="+mn-lt"/>
                          <a:ea typeface="+mn-ea"/>
                          <a:cs typeface="+mn-cs"/>
                        </a:rPr>
                        <a:t>;</a:t>
                      </a:r>
                      <a:endParaRPr lang="en-CA" sz="1700" b="0" kern="1200" dirty="0">
                        <a:solidFill>
                          <a:srgbClr val="000000"/>
                        </a:solidFill>
                        <a:latin typeface="+mn-lt"/>
                        <a:ea typeface="+mn-ea"/>
                        <a:cs typeface="+mn-cs"/>
                      </a:endParaRPr>
                    </a:p>
                  </a:txBody>
                  <a:tcPr/>
                </a:tc>
                <a:tc>
                  <a:txBody>
                    <a:bodyPr/>
                    <a:lstStyle/>
                    <a:p>
                      <a:pPr algn="just"/>
                      <a:r>
                        <a:rPr lang="fr-CA" sz="1700" b="0" kern="1200" dirty="0">
                          <a:solidFill>
                            <a:srgbClr val="000000"/>
                          </a:solidFill>
                          <a:latin typeface="+mn-lt"/>
                          <a:ea typeface="+mn-ea"/>
                          <a:cs typeface="+mn-cs"/>
                        </a:rPr>
                        <a:t>Method to </a:t>
                      </a:r>
                      <a:r>
                        <a:rPr lang="fr-CA" sz="1700" b="0" kern="1200" dirty="0" err="1">
                          <a:solidFill>
                            <a:srgbClr val="000000"/>
                          </a:solidFill>
                          <a:latin typeface="+mn-lt"/>
                          <a:ea typeface="+mn-ea"/>
                          <a:cs typeface="+mn-cs"/>
                        </a:rPr>
                        <a:t>find</a:t>
                      </a:r>
                      <a:r>
                        <a:rPr lang="fr-CA" sz="1700" b="0" kern="1200" dirty="0">
                          <a:solidFill>
                            <a:srgbClr val="000000"/>
                          </a:solidFill>
                          <a:latin typeface="+mn-lt"/>
                          <a:ea typeface="+mn-ea"/>
                          <a:cs typeface="+mn-cs"/>
                        </a:rPr>
                        <a:t> multiples values in a </a:t>
                      </a:r>
                      <a:r>
                        <a:rPr lang="fr-CA" sz="1700" b="0" kern="1200" dirty="0" err="1">
                          <a:solidFill>
                            <a:srgbClr val="000000"/>
                          </a:solidFill>
                          <a:latin typeface="+mn-lt"/>
                          <a:ea typeface="+mn-ea"/>
                          <a:cs typeface="+mn-cs"/>
                        </a:rPr>
                        <a:t>search</a:t>
                      </a:r>
                      <a:r>
                        <a:rPr lang="fr-CA" sz="1700" b="0" kern="1200" dirty="0">
                          <a:solidFill>
                            <a:srgbClr val="000000"/>
                          </a:solidFill>
                          <a:latin typeface="+mn-lt"/>
                          <a:ea typeface="+mn-ea"/>
                          <a:cs typeface="+mn-cs"/>
                        </a:rPr>
                        <a:t> </a:t>
                      </a:r>
                      <a:endParaRPr lang="en-CA" sz="1700" b="0" kern="1200" dirty="0">
                        <a:solidFill>
                          <a:srgbClr val="000000"/>
                        </a:solidFill>
                        <a:latin typeface="+mn-lt"/>
                        <a:ea typeface="+mn-ea"/>
                        <a:cs typeface="+mn-cs"/>
                      </a:endParaRPr>
                    </a:p>
                  </a:txBody>
                  <a:tcPr/>
                </a:tc>
                <a:tc>
                  <a:txBody>
                    <a:bodyPr/>
                    <a:lstStyle/>
                    <a:p>
                      <a:endParaRPr lang="en-CA" sz="1700" b="0" dirty="0"/>
                    </a:p>
                  </a:txBody>
                  <a:tcPr/>
                </a:tc>
                <a:extLst>
                  <a:ext uri="{0D108BD9-81ED-4DB2-BD59-A6C34878D82A}">
                    <a16:rowId xmlns:a16="http://schemas.microsoft.com/office/drawing/2014/main" xmlns="" val="2526064163"/>
                  </a:ext>
                </a:extLst>
              </a:tr>
            </a:tbl>
          </a:graphicData>
        </a:graphic>
      </p:graphicFrame>
      <p:pic>
        <p:nvPicPr>
          <p:cNvPr id="7" name="Picture 6">
            <a:extLst>
              <a:ext uri="{FF2B5EF4-FFF2-40B4-BE49-F238E27FC236}">
                <a16:creationId xmlns:a16="http://schemas.microsoft.com/office/drawing/2014/main" xmlns="" id="{A7EF877D-3140-4A0C-BFFC-79F6C67E5CEB}"/>
              </a:ext>
            </a:extLst>
          </p:cNvPr>
          <p:cNvPicPr>
            <a:picLocks noChangeAspect="1"/>
          </p:cNvPicPr>
          <p:nvPr>
            <p:custDataLst>
              <p:tags r:id="rId4"/>
            </p:custDataLst>
          </p:nvPr>
        </p:nvPicPr>
        <p:blipFill>
          <a:blip r:embed="rId8"/>
          <a:stretch>
            <a:fillRect/>
          </a:stretch>
        </p:blipFill>
        <p:spPr>
          <a:xfrm>
            <a:off x="9015512" y="4828933"/>
            <a:ext cx="2601376" cy="304923"/>
          </a:xfrm>
          <a:prstGeom prst="rect">
            <a:avLst/>
          </a:prstGeom>
        </p:spPr>
      </p:pic>
      <p:pic>
        <p:nvPicPr>
          <p:cNvPr id="9" name="Picture 8">
            <a:extLst>
              <a:ext uri="{FF2B5EF4-FFF2-40B4-BE49-F238E27FC236}">
                <a16:creationId xmlns:a16="http://schemas.microsoft.com/office/drawing/2014/main" xmlns="" id="{CEADA143-BCAC-4356-9373-29BC5715279F}"/>
              </a:ext>
            </a:extLst>
          </p:cNvPr>
          <p:cNvPicPr>
            <a:picLocks noChangeAspect="1"/>
          </p:cNvPicPr>
          <p:nvPr>
            <p:custDataLst>
              <p:tags r:id="rId5"/>
            </p:custDataLst>
          </p:nvPr>
        </p:nvPicPr>
        <p:blipFill>
          <a:blip r:embed="rId9"/>
          <a:stretch>
            <a:fillRect/>
          </a:stretch>
        </p:blipFill>
        <p:spPr>
          <a:xfrm>
            <a:off x="8959744" y="3164503"/>
            <a:ext cx="2687136" cy="323981"/>
          </a:xfrm>
          <a:prstGeom prst="rect">
            <a:avLst/>
          </a:prstGeom>
        </p:spPr>
      </p:pic>
      <p:pic>
        <p:nvPicPr>
          <p:cNvPr id="11" name="Picture 10">
            <a:extLst>
              <a:ext uri="{FF2B5EF4-FFF2-40B4-BE49-F238E27FC236}">
                <a16:creationId xmlns:a16="http://schemas.microsoft.com/office/drawing/2014/main" xmlns="" id="{74C51675-89F2-487D-8887-04107F27CC62}"/>
              </a:ext>
            </a:extLst>
          </p:cNvPr>
          <p:cNvPicPr>
            <a:picLocks noChangeAspect="1"/>
          </p:cNvPicPr>
          <p:nvPr>
            <p:custDataLst>
              <p:tags r:id="rId6"/>
            </p:custDataLst>
          </p:nvPr>
        </p:nvPicPr>
        <p:blipFill>
          <a:blip r:embed="rId10"/>
          <a:stretch>
            <a:fillRect/>
          </a:stretch>
        </p:blipFill>
        <p:spPr>
          <a:xfrm>
            <a:off x="8286639" y="4096703"/>
            <a:ext cx="3392271" cy="257279"/>
          </a:xfrm>
          <a:prstGeom prst="rect">
            <a:avLst/>
          </a:prstGeom>
        </p:spPr>
      </p:pic>
    </p:spTree>
    <p:extLst>
      <p:ext uri="{BB962C8B-B14F-4D97-AF65-F5344CB8AC3E}">
        <p14:creationId xmlns:p14="http://schemas.microsoft.com/office/powerpoint/2010/main" val="19222939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31B2DB-B1B9-4864-90C1-2B64E7513C2D}"/>
              </a:ext>
            </a:extLst>
          </p:cNvPr>
          <p:cNvSpPr>
            <a:spLocks noGrp="1"/>
          </p:cNvSpPr>
          <p:nvPr>
            <p:ph type="title"/>
            <p:custDataLst>
              <p:tags r:id="rId1"/>
            </p:custDataLst>
          </p:nvPr>
        </p:nvSpPr>
        <p:spPr/>
        <p:txBody>
          <a:bodyPr/>
          <a:lstStyle/>
          <a:p>
            <a:r>
              <a:rPr lang="fr-CA" dirty="0" err="1"/>
              <a:t>Search</a:t>
            </a:r>
            <a:r>
              <a:rPr lang="fr-CA" dirty="0"/>
              <a:t> </a:t>
            </a:r>
            <a:r>
              <a:rPr lang="fr-CA" dirty="0" err="1"/>
              <a:t>Criteria</a:t>
            </a:r>
            <a:r>
              <a:rPr lang="fr-CA" dirty="0"/>
              <a:t> Helpers</a:t>
            </a:r>
            <a:endParaRPr lang="en-CA" dirty="0"/>
          </a:p>
        </p:txBody>
      </p:sp>
      <p:sp>
        <p:nvSpPr>
          <p:cNvPr id="3" name="Content Placeholder 2">
            <a:extLst>
              <a:ext uri="{FF2B5EF4-FFF2-40B4-BE49-F238E27FC236}">
                <a16:creationId xmlns:a16="http://schemas.microsoft.com/office/drawing/2014/main" xmlns="" id="{A664E77B-FDFD-47AF-8B71-CBA721B07F50}"/>
              </a:ext>
            </a:extLst>
          </p:cNvPr>
          <p:cNvSpPr>
            <a:spLocks noGrp="1"/>
          </p:cNvSpPr>
          <p:nvPr>
            <p:ph idx="1"/>
            <p:custDataLst>
              <p:tags r:id="rId2"/>
            </p:custDataLst>
          </p:nvPr>
        </p:nvSpPr>
        <p:spPr>
          <a:xfrm>
            <a:off x="358970" y="1299411"/>
            <a:ext cx="3479104" cy="4877552"/>
          </a:xfrm>
        </p:spPr>
        <p:txBody>
          <a:bodyPr/>
          <a:lstStyle/>
          <a:p>
            <a:pPr algn="just">
              <a:lnSpc>
                <a:spcPct val="150000"/>
              </a:lnSpc>
            </a:pPr>
            <a:r>
              <a:rPr lang="fr-CA" sz="2100" b="0" cap="none" dirty="0"/>
              <a:t>T</a:t>
            </a:r>
            <a:r>
              <a:rPr lang="en-US" sz="2100" b="0" cap="none" dirty="0"/>
              <a:t>he following search helpers apply only to </a:t>
            </a:r>
            <a:r>
              <a:rPr lang="en-US" sz="2100" b="1" cap="none" dirty="0"/>
              <a:t>date fields</a:t>
            </a:r>
            <a:r>
              <a:rPr lang="en-US" sz="2100" b="0" cap="none" dirty="0"/>
              <a:t>:</a:t>
            </a:r>
          </a:p>
          <a:p>
            <a:pPr marL="0" indent="0" algn="just">
              <a:lnSpc>
                <a:spcPct val="150000"/>
              </a:lnSpc>
              <a:buNone/>
            </a:pPr>
            <a:r>
              <a:rPr lang="fr-CA" sz="2100" b="0" cap="none" dirty="0"/>
              <a:t>Date </a:t>
            </a:r>
            <a:r>
              <a:rPr lang="fr-CA" sz="2100" b="0" cap="none" dirty="0" err="1"/>
              <a:t>used</a:t>
            </a:r>
            <a:r>
              <a:rPr lang="fr-CA" sz="2100" b="0" cap="none" dirty="0"/>
              <a:t> in </a:t>
            </a:r>
            <a:r>
              <a:rPr lang="fr-CA" sz="2100" b="0" cap="none" dirty="0" err="1"/>
              <a:t>this</a:t>
            </a:r>
            <a:r>
              <a:rPr lang="fr-CA" sz="2100" b="0" cap="none" dirty="0"/>
              <a:t> </a:t>
            </a:r>
            <a:r>
              <a:rPr lang="fr-CA" sz="2100" b="0" cap="none" dirty="0" err="1"/>
              <a:t>example</a:t>
            </a:r>
            <a:r>
              <a:rPr lang="fr-CA" sz="2100" b="0" cap="none" dirty="0"/>
              <a:t>: </a:t>
            </a:r>
            <a:r>
              <a:rPr lang="en-CA" sz="2100" b="0" dirty="0"/>
              <a:t>04/23/2020</a:t>
            </a:r>
            <a:endParaRPr lang="en-US" sz="2100" b="0" cap="none" dirty="0"/>
          </a:p>
          <a:p>
            <a:pPr marL="0" indent="0">
              <a:lnSpc>
                <a:spcPct val="150000"/>
              </a:lnSpc>
              <a:buNone/>
            </a:pPr>
            <a:endParaRPr lang="en-CA" sz="2100" dirty="0"/>
          </a:p>
        </p:txBody>
      </p:sp>
      <p:graphicFrame>
        <p:nvGraphicFramePr>
          <p:cNvPr id="5" name="Table 5">
            <a:extLst>
              <a:ext uri="{FF2B5EF4-FFF2-40B4-BE49-F238E27FC236}">
                <a16:creationId xmlns:a16="http://schemas.microsoft.com/office/drawing/2014/main" xmlns="" id="{95D62624-62A7-4FF7-889D-FF51DB8C214B}"/>
              </a:ext>
            </a:extLst>
          </p:cNvPr>
          <p:cNvGraphicFramePr>
            <a:graphicFrameLocks noGrp="1"/>
          </p:cNvGraphicFramePr>
          <p:nvPr>
            <p:custDataLst>
              <p:tags r:id="rId3"/>
            </p:custDataLst>
            <p:extLst>
              <p:ext uri="{D42A27DB-BD31-4B8C-83A1-F6EECF244321}">
                <p14:modId xmlns:p14="http://schemas.microsoft.com/office/powerpoint/2010/main" val="1762957182"/>
              </p:ext>
            </p:extLst>
          </p:nvPr>
        </p:nvGraphicFramePr>
        <p:xfrm>
          <a:off x="4221051" y="1299411"/>
          <a:ext cx="7750505" cy="4753887"/>
        </p:xfrm>
        <a:graphic>
          <a:graphicData uri="http://schemas.openxmlformats.org/drawingml/2006/table">
            <a:tbl>
              <a:tblPr firstRow="1" bandRow="1">
                <a:tableStyleId>{9D7B26C5-4107-4FEC-AEDC-1716B250A1EF}</a:tableStyleId>
              </a:tblPr>
              <a:tblGrid>
                <a:gridCol w="2238700">
                  <a:extLst>
                    <a:ext uri="{9D8B030D-6E8A-4147-A177-3AD203B41FA5}">
                      <a16:colId xmlns:a16="http://schemas.microsoft.com/office/drawing/2014/main" xmlns="" val="2551963233"/>
                    </a:ext>
                  </a:extLst>
                </a:gridCol>
                <a:gridCol w="2086309">
                  <a:extLst>
                    <a:ext uri="{9D8B030D-6E8A-4147-A177-3AD203B41FA5}">
                      <a16:colId xmlns:a16="http://schemas.microsoft.com/office/drawing/2014/main" xmlns="" val="2076348572"/>
                    </a:ext>
                  </a:extLst>
                </a:gridCol>
                <a:gridCol w="3425496">
                  <a:extLst>
                    <a:ext uri="{9D8B030D-6E8A-4147-A177-3AD203B41FA5}">
                      <a16:colId xmlns:a16="http://schemas.microsoft.com/office/drawing/2014/main" xmlns="" val="3653055023"/>
                    </a:ext>
                  </a:extLst>
                </a:gridCol>
              </a:tblGrid>
              <a:tr h="533941">
                <a:tc>
                  <a:txBody>
                    <a:bodyPr/>
                    <a:lstStyle/>
                    <a:p>
                      <a:pPr algn="ctr"/>
                      <a:r>
                        <a:rPr lang="fr-CA" sz="1500" b="1" kern="1200" dirty="0" err="1">
                          <a:solidFill>
                            <a:srgbClr val="000000"/>
                          </a:solidFill>
                          <a:latin typeface="+mn-lt"/>
                          <a:ea typeface="+mn-ea"/>
                          <a:cs typeface="+mn-cs"/>
                        </a:rPr>
                        <a:t>Search</a:t>
                      </a:r>
                      <a:r>
                        <a:rPr lang="fr-CA" sz="1500" b="1" kern="1200" dirty="0">
                          <a:solidFill>
                            <a:srgbClr val="000000"/>
                          </a:solidFill>
                          <a:latin typeface="+mn-lt"/>
                          <a:ea typeface="+mn-ea"/>
                          <a:cs typeface="+mn-cs"/>
                        </a:rPr>
                        <a:t> Helper</a:t>
                      </a:r>
                      <a:endParaRPr lang="en-CA" sz="1500" b="1" kern="1200" dirty="0">
                        <a:solidFill>
                          <a:srgbClr val="000000"/>
                        </a:solidFill>
                        <a:latin typeface="+mn-lt"/>
                        <a:ea typeface="+mn-ea"/>
                        <a:cs typeface="+mn-cs"/>
                      </a:endParaRPr>
                    </a:p>
                  </a:txBody>
                  <a:tcPr/>
                </a:tc>
                <a:tc>
                  <a:txBody>
                    <a:bodyPr/>
                    <a:lstStyle/>
                    <a:p>
                      <a:pPr algn="ctr"/>
                      <a:r>
                        <a:rPr lang="fr-CA" sz="1500" b="1" kern="1200" dirty="0">
                          <a:solidFill>
                            <a:srgbClr val="000000"/>
                          </a:solidFill>
                          <a:latin typeface="+mn-lt"/>
                          <a:ea typeface="+mn-ea"/>
                          <a:cs typeface="+mn-cs"/>
                        </a:rPr>
                        <a:t>Symbol</a:t>
                      </a:r>
                      <a:endParaRPr lang="en-CA" sz="1500" b="1" kern="1200" dirty="0">
                        <a:solidFill>
                          <a:srgbClr val="000000"/>
                        </a:solidFill>
                        <a:latin typeface="+mn-lt"/>
                        <a:ea typeface="+mn-ea"/>
                        <a:cs typeface="+mn-cs"/>
                      </a:endParaRPr>
                    </a:p>
                  </a:txBody>
                  <a:tcPr/>
                </a:tc>
                <a:tc>
                  <a:txBody>
                    <a:bodyPr/>
                    <a:lstStyle/>
                    <a:p>
                      <a:pPr algn="ctr"/>
                      <a:r>
                        <a:rPr lang="en-US" sz="1500" b="1" kern="1200" dirty="0">
                          <a:solidFill>
                            <a:srgbClr val="000000"/>
                          </a:solidFill>
                          <a:latin typeface="+mn-lt"/>
                          <a:ea typeface="+mn-ea"/>
                          <a:cs typeface="+mn-cs"/>
                        </a:rPr>
                        <a:t>The search result will show you all the values for which the date is: </a:t>
                      </a:r>
                      <a:r>
                        <a:rPr lang="fr-CA" sz="1500" b="1" kern="1200" dirty="0">
                          <a:solidFill>
                            <a:srgbClr val="000000"/>
                          </a:solidFill>
                          <a:latin typeface="+mn-lt"/>
                          <a:ea typeface="+mn-ea"/>
                          <a:cs typeface="+mn-cs"/>
                        </a:rPr>
                        <a:t> </a:t>
                      </a:r>
                      <a:endParaRPr lang="en-CA" sz="1500" b="1" kern="1200" dirty="0">
                        <a:solidFill>
                          <a:srgbClr val="000000"/>
                        </a:solidFill>
                        <a:latin typeface="+mn-lt"/>
                        <a:ea typeface="+mn-ea"/>
                        <a:cs typeface="+mn-cs"/>
                      </a:endParaRPr>
                    </a:p>
                  </a:txBody>
                  <a:tcPr/>
                </a:tc>
                <a:extLst>
                  <a:ext uri="{0D108BD9-81ED-4DB2-BD59-A6C34878D82A}">
                    <a16:rowId xmlns:a16="http://schemas.microsoft.com/office/drawing/2014/main" xmlns="" val="679270962"/>
                  </a:ext>
                </a:extLst>
              </a:tr>
              <a:tr h="43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500" b="0" kern="1200" dirty="0" err="1">
                          <a:solidFill>
                            <a:srgbClr val="000000"/>
                          </a:solidFill>
                          <a:latin typeface="+mn-lt"/>
                          <a:ea typeface="+mn-ea"/>
                          <a:cs typeface="+mn-cs"/>
                        </a:rPr>
                        <a:t>Today</a:t>
                      </a:r>
                      <a:endParaRPr lang="en-CA" sz="1500" b="0" kern="1200" dirty="0">
                        <a:solidFill>
                          <a:srgbClr val="000000"/>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500" b="0" kern="1200" dirty="0">
                          <a:solidFill>
                            <a:srgbClr val="000000"/>
                          </a:solidFill>
                          <a:latin typeface="+mn-lt"/>
                          <a:ea typeface="+mn-ea"/>
                          <a:cs typeface="+mn-cs"/>
                        </a:rPr>
                        <a:t>{today}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500" b="0" kern="1200" dirty="0">
                          <a:solidFill>
                            <a:srgbClr val="000000"/>
                          </a:solidFill>
                          <a:latin typeface="+mn-lt"/>
                          <a:ea typeface="+mn-ea"/>
                          <a:cs typeface="+mn-cs"/>
                        </a:rPr>
                        <a:t>04/23/2020</a:t>
                      </a:r>
                    </a:p>
                  </a:txBody>
                  <a:tcPr/>
                </a:tc>
                <a:extLst>
                  <a:ext uri="{0D108BD9-81ED-4DB2-BD59-A6C34878D82A}">
                    <a16:rowId xmlns:a16="http://schemas.microsoft.com/office/drawing/2014/main" xmlns="" val="3757990998"/>
                  </a:ext>
                </a:extLst>
              </a:tr>
              <a:tr h="43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500" b="0" kern="1200" dirty="0">
                          <a:solidFill>
                            <a:srgbClr val="000000"/>
                          </a:solidFill>
                          <a:latin typeface="+mn-lt"/>
                          <a:ea typeface="+mn-ea"/>
                          <a:cs typeface="+mn-cs"/>
                        </a:rPr>
                        <a:t>Tomorrow</a:t>
                      </a:r>
                    </a:p>
                  </a:txBody>
                  <a:tcPr/>
                </a:tc>
                <a:tc>
                  <a:txBody>
                    <a:bodyPr/>
                    <a:lstStyle/>
                    <a:p>
                      <a:pPr algn="l"/>
                      <a:r>
                        <a:rPr lang="en-CA" sz="1500" b="0" kern="1200" dirty="0">
                          <a:solidFill>
                            <a:srgbClr val="000000"/>
                          </a:solidFill>
                          <a:latin typeface="+mn-lt"/>
                          <a:ea typeface="+mn-ea"/>
                          <a:cs typeface="+mn-cs"/>
                        </a:rPr>
                        <a:t>{today + 1}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500" b="0" kern="1200" dirty="0">
                          <a:solidFill>
                            <a:srgbClr val="000000"/>
                          </a:solidFill>
                          <a:latin typeface="+mn-lt"/>
                          <a:ea typeface="+mn-ea"/>
                          <a:cs typeface="+mn-cs"/>
                        </a:rPr>
                        <a:t>04/24/2020</a:t>
                      </a:r>
                    </a:p>
                  </a:txBody>
                  <a:tcPr/>
                </a:tc>
                <a:extLst>
                  <a:ext uri="{0D108BD9-81ED-4DB2-BD59-A6C34878D82A}">
                    <a16:rowId xmlns:a16="http://schemas.microsoft.com/office/drawing/2014/main" xmlns="" val="2768365703"/>
                  </a:ext>
                </a:extLst>
              </a:tr>
              <a:tr h="43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500" b="0" kern="1200" dirty="0" err="1">
                          <a:solidFill>
                            <a:srgbClr val="000000"/>
                          </a:solidFill>
                          <a:latin typeface="+mn-lt"/>
                          <a:ea typeface="+mn-ea"/>
                          <a:cs typeface="+mn-cs"/>
                        </a:rPr>
                        <a:t>Yesterday</a:t>
                      </a:r>
                      <a:endParaRPr lang="en-CA" sz="1500" b="0" kern="1200" dirty="0">
                        <a:solidFill>
                          <a:srgbClr val="000000"/>
                        </a:solidFill>
                        <a:latin typeface="+mn-lt"/>
                        <a:ea typeface="+mn-ea"/>
                        <a:cs typeface="+mn-cs"/>
                      </a:endParaRPr>
                    </a:p>
                  </a:txBody>
                  <a:tcPr/>
                </a:tc>
                <a:tc>
                  <a:txBody>
                    <a:bodyPr/>
                    <a:lstStyle/>
                    <a:p>
                      <a:pPr algn="l"/>
                      <a:r>
                        <a:rPr lang="en-CA" sz="1500" b="0" kern="1200" dirty="0">
                          <a:solidFill>
                            <a:srgbClr val="000000"/>
                          </a:solidFill>
                          <a:latin typeface="+mn-lt"/>
                          <a:ea typeface="+mn-ea"/>
                          <a:cs typeface="+mn-cs"/>
                        </a:rPr>
                        <a:t>{today - 1}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500" b="0" kern="1200" dirty="0">
                          <a:solidFill>
                            <a:srgbClr val="000000"/>
                          </a:solidFill>
                          <a:latin typeface="+mn-lt"/>
                          <a:ea typeface="+mn-ea"/>
                          <a:cs typeface="+mn-cs"/>
                        </a:rPr>
                        <a:t>04/22/2020</a:t>
                      </a:r>
                    </a:p>
                  </a:txBody>
                  <a:tcPr/>
                </a:tc>
                <a:extLst>
                  <a:ext uri="{0D108BD9-81ED-4DB2-BD59-A6C34878D82A}">
                    <a16:rowId xmlns:a16="http://schemas.microsoft.com/office/drawing/2014/main" xmlns="" val="2659688694"/>
                  </a:ext>
                </a:extLst>
              </a:tr>
              <a:tr h="43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500" b="0" kern="1200" dirty="0">
                          <a:solidFill>
                            <a:srgbClr val="000000"/>
                          </a:solidFill>
                          <a:latin typeface="+mn-lt"/>
                          <a:ea typeface="+mn-ea"/>
                          <a:cs typeface="+mn-cs"/>
                        </a:rPr>
                        <a:t>One Week </a:t>
                      </a:r>
                      <a:r>
                        <a:rPr lang="fr-CA" sz="1500" b="0" kern="1200" dirty="0" err="1">
                          <a:solidFill>
                            <a:srgbClr val="000000"/>
                          </a:solidFill>
                          <a:latin typeface="+mn-lt"/>
                          <a:ea typeface="+mn-ea"/>
                          <a:cs typeface="+mn-cs"/>
                        </a:rPr>
                        <a:t>From</a:t>
                      </a:r>
                      <a:r>
                        <a:rPr lang="fr-CA" sz="1500" b="0" kern="1200" dirty="0">
                          <a:solidFill>
                            <a:srgbClr val="000000"/>
                          </a:solidFill>
                          <a:latin typeface="+mn-lt"/>
                          <a:ea typeface="+mn-ea"/>
                          <a:cs typeface="+mn-cs"/>
                        </a:rPr>
                        <a:t> </a:t>
                      </a:r>
                      <a:r>
                        <a:rPr lang="fr-CA" sz="1500" b="0" kern="1200" dirty="0" err="1">
                          <a:solidFill>
                            <a:srgbClr val="000000"/>
                          </a:solidFill>
                          <a:latin typeface="+mn-lt"/>
                          <a:ea typeface="+mn-ea"/>
                          <a:cs typeface="+mn-cs"/>
                        </a:rPr>
                        <a:t>Now</a:t>
                      </a:r>
                      <a:endParaRPr lang="en-CA" sz="1500" b="0" kern="1200" dirty="0">
                        <a:solidFill>
                          <a:srgbClr val="000000"/>
                        </a:solidFill>
                        <a:latin typeface="+mn-lt"/>
                        <a:ea typeface="+mn-ea"/>
                        <a:cs typeface="+mn-cs"/>
                      </a:endParaRPr>
                    </a:p>
                  </a:txBody>
                  <a:tcPr/>
                </a:tc>
                <a:tc>
                  <a:txBody>
                    <a:bodyPr/>
                    <a:lstStyle/>
                    <a:p>
                      <a:pPr algn="l"/>
                      <a:r>
                        <a:rPr lang="en-CA" sz="1500" b="0" kern="1200" dirty="0">
                          <a:solidFill>
                            <a:srgbClr val="000000"/>
                          </a:solidFill>
                          <a:latin typeface="+mn-lt"/>
                          <a:ea typeface="+mn-ea"/>
                          <a:cs typeface="+mn-cs"/>
                        </a:rPr>
                        <a:t>{today + 1 week}</a:t>
                      </a:r>
                    </a:p>
                  </a:txBody>
                  <a:tcPr/>
                </a:tc>
                <a:tc>
                  <a:txBody>
                    <a:bodyPr/>
                    <a:lstStyle/>
                    <a:p>
                      <a:pPr algn="ctr"/>
                      <a:r>
                        <a:rPr lang="fr-CA" sz="1500" b="0" kern="1200" dirty="0">
                          <a:solidFill>
                            <a:srgbClr val="000000"/>
                          </a:solidFill>
                          <a:latin typeface="+mn-lt"/>
                          <a:ea typeface="+mn-ea"/>
                          <a:cs typeface="+mn-cs"/>
                        </a:rPr>
                        <a:t>04/30/2020</a:t>
                      </a:r>
                      <a:endParaRPr lang="en-CA" sz="1500" b="0" kern="1200" dirty="0">
                        <a:solidFill>
                          <a:srgbClr val="000000"/>
                        </a:solidFill>
                        <a:latin typeface="+mn-lt"/>
                        <a:ea typeface="+mn-ea"/>
                        <a:cs typeface="+mn-cs"/>
                      </a:endParaRPr>
                    </a:p>
                  </a:txBody>
                  <a:tcPr/>
                </a:tc>
                <a:extLst>
                  <a:ext uri="{0D108BD9-81ED-4DB2-BD59-A6C34878D82A}">
                    <a16:rowId xmlns:a16="http://schemas.microsoft.com/office/drawing/2014/main" xmlns="" val="1812222993"/>
                  </a:ext>
                </a:extLst>
              </a:tr>
              <a:tr h="43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500" b="0" kern="1200" dirty="0">
                          <a:solidFill>
                            <a:srgbClr val="000000"/>
                          </a:solidFill>
                          <a:latin typeface="+mn-lt"/>
                          <a:ea typeface="+mn-ea"/>
                          <a:cs typeface="+mn-cs"/>
                        </a:rPr>
                        <a:t>One Week </a:t>
                      </a:r>
                      <a:r>
                        <a:rPr lang="fr-CA" sz="1500" b="0" kern="1200" dirty="0" err="1">
                          <a:solidFill>
                            <a:srgbClr val="000000"/>
                          </a:solidFill>
                          <a:latin typeface="+mn-lt"/>
                          <a:ea typeface="+mn-ea"/>
                          <a:cs typeface="+mn-cs"/>
                        </a:rPr>
                        <a:t>Ago</a:t>
                      </a:r>
                      <a:endParaRPr lang="en-CA" sz="1500" b="0" kern="1200" dirty="0">
                        <a:solidFill>
                          <a:srgbClr val="000000"/>
                        </a:solidFill>
                        <a:latin typeface="+mn-lt"/>
                        <a:ea typeface="+mn-ea"/>
                        <a:cs typeface="+mn-cs"/>
                      </a:endParaRPr>
                    </a:p>
                  </a:txBody>
                  <a:tcPr/>
                </a:tc>
                <a:tc>
                  <a:txBody>
                    <a:bodyPr/>
                    <a:lstStyle/>
                    <a:p>
                      <a:pPr algn="l"/>
                      <a:r>
                        <a:rPr lang="en-CA" sz="1500" b="0" kern="1200" dirty="0">
                          <a:solidFill>
                            <a:srgbClr val="000000"/>
                          </a:solidFill>
                          <a:latin typeface="+mn-lt"/>
                          <a:ea typeface="+mn-ea"/>
                          <a:cs typeface="+mn-cs"/>
                        </a:rPr>
                        <a:t>{today - 1 week}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600" b="0" kern="1200" dirty="0">
                          <a:solidFill>
                            <a:srgbClr val="000000"/>
                          </a:solidFill>
                          <a:latin typeface="+mn-lt"/>
                          <a:ea typeface="+mn-ea"/>
                          <a:cs typeface="+mn-cs"/>
                        </a:rPr>
                        <a:t>04/16/2020</a:t>
                      </a:r>
                    </a:p>
                  </a:txBody>
                  <a:tcPr/>
                </a:tc>
                <a:extLst>
                  <a:ext uri="{0D108BD9-81ED-4DB2-BD59-A6C34878D82A}">
                    <a16:rowId xmlns:a16="http://schemas.microsoft.com/office/drawing/2014/main" xmlns="" val="586366163"/>
                  </a:ext>
                </a:extLst>
              </a:tr>
              <a:tr h="43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500" b="0" kern="1200" dirty="0">
                          <a:solidFill>
                            <a:srgbClr val="000000"/>
                          </a:solidFill>
                          <a:latin typeface="+mn-lt"/>
                          <a:ea typeface="+mn-ea"/>
                          <a:cs typeface="+mn-cs"/>
                        </a:rPr>
                        <a:t>One </a:t>
                      </a:r>
                      <a:r>
                        <a:rPr lang="fr-CA" sz="1500" b="0" kern="1200" dirty="0" err="1">
                          <a:solidFill>
                            <a:srgbClr val="000000"/>
                          </a:solidFill>
                          <a:latin typeface="+mn-lt"/>
                          <a:ea typeface="+mn-ea"/>
                          <a:cs typeface="+mn-cs"/>
                        </a:rPr>
                        <a:t>Month</a:t>
                      </a:r>
                      <a:r>
                        <a:rPr lang="fr-CA" sz="1500" b="0" kern="1200" dirty="0">
                          <a:solidFill>
                            <a:srgbClr val="000000"/>
                          </a:solidFill>
                          <a:latin typeface="+mn-lt"/>
                          <a:ea typeface="+mn-ea"/>
                          <a:cs typeface="+mn-cs"/>
                        </a:rPr>
                        <a:t> </a:t>
                      </a:r>
                      <a:r>
                        <a:rPr lang="fr-CA" sz="1500" b="0" kern="1200" dirty="0" err="1">
                          <a:solidFill>
                            <a:srgbClr val="000000"/>
                          </a:solidFill>
                          <a:latin typeface="+mn-lt"/>
                          <a:ea typeface="+mn-ea"/>
                          <a:cs typeface="+mn-cs"/>
                        </a:rPr>
                        <a:t>From</a:t>
                      </a:r>
                      <a:r>
                        <a:rPr lang="fr-CA" sz="1500" b="0" kern="1200" dirty="0">
                          <a:solidFill>
                            <a:srgbClr val="000000"/>
                          </a:solidFill>
                          <a:latin typeface="+mn-lt"/>
                          <a:ea typeface="+mn-ea"/>
                          <a:cs typeface="+mn-cs"/>
                        </a:rPr>
                        <a:t> </a:t>
                      </a:r>
                      <a:r>
                        <a:rPr lang="fr-CA" sz="1500" b="0" kern="1200" dirty="0" err="1">
                          <a:solidFill>
                            <a:srgbClr val="000000"/>
                          </a:solidFill>
                          <a:latin typeface="+mn-lt"/>
                          <a:ea typeface="+mn-ea"/>
                          <a:cs typeface="+mn-cs"/>
                        </a:rPr>
                        <a:t>Now</a:t>
                      </a:r>
                      <a:endParaRPr lang="en-CA" sz="1500" b="0" kern="1200" dirty="0">
                        <a:solidFill>
                          <a:srgbClr val="000000"/>
                        </a:solidFill>
                        <a:latin typeface="+mn-lt"/>
                        <a:ea typeface="+mn-ea"/>
                        <a:cs typeface="+mn-cs"/>
                      </a:endParaRPr>
                    </a:p>
                  </a:txBody>
                  <a:tcPr/>
                </a:tc>
                <a:tc>
                  <a:txBody>
                    <a:bodyPr/>
                    <a:lstStyle/>
                    <a:p>
                      <a:pPr algn="l"/>
                      <a:r>
                        <a:rPr lang="en-CA" sz="1500" b="0" kern="1200" dirty="0">
                          <a:solidFill>
                            <a:srgbClr val="000000"/>
                          </a:solidFill>
                          <a:latin typeface="+mn-lt"/>
                          <a:ea typeface="+mn-ea"/>
                          <a:cs typeface="+mn-cs"/>
                        </a:rPr>
                        <a:t>{today + 1 month}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600" b="0" kern="1200" dirty="0">
                          <a:solidFill>
                            <a:srgbClr val="000000"/>
                          </a:solidFill>
                          <a:latin typeface="+mn-lt"/>
                          <a:ea typeface="+mn-ea"/>
                          <a:cs typeface="+mn-cs"/>
                        </a:rPr>
                        <a:t>05/21/2020</a:t>
                      </a:r>
                    </a:p>
                  </a:txBody>
                  <a:tcPr/>
                </a:tc>
                <a:extLst>
                  <a:ext uri="{0D108BD9-81ED-4DB2-BD59-A6C34878D82A}">
                    <a16:rowId xmlns:a16="http://schemas.microsoft.com/office/drawing/2014/main" xmlns="" val="693356356"/>
                  </a:ext>
                </a:extLst>
              </a:tr>
              <a:tr h="5339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500" b="0" kern="1200" dirty="0">
                          <a:solidFill>
                            <a:srgbClr val="000000"/>
                          </a:solidFill>
                          <a:latin typeface="+mn-lt"/>
                          <a:ea typeface="+mn-ea"/>
                          <a:cs typeface="+mn-cs"/>
                        </a:rPr>
                        <a:t>One </a:t>
                      </a:r>
                      <a:r>
                        <a:rPr lang="fr-CA" sz="1500" b="0" kern="1200" dirty="0" err="1">
                          <a:solidFill>
                            <a:srgbClr val="000000"/>
                          </a:solidFill>
                          <a:latin typeface="+mn-lt"/>
                          <a:ea typeface="+mn-ea"/>
                          <a:cs typeface="+mn-cs"/>
                        </a:rPr>
                        <a:t>Month</a:t>
                      </a:r>
                      <a:r>
                        <a:rPr lang="fr-CA" sz="1500" b="0" kern="1200" dirty="0">
                          <a:solidFill>
                            <a:srgbClr val="000000"/>
                          </a:solidFill>
                          <a:latin typeface="+mn-lt"/>
                          <a:ea typeface="+mn-ea"/>
                          <a:cs typeface="+mn-cs"/>
                        </a:rPr>
                        <a:t> </a:t>
                      </a:r>
                      <a:r>
                        <a:rPr lang="fr-CA" sz="1500" b="0" kern="1200" dirty="0" err="1">
                          <a:solidFill>
                            <a:srgbClr val="000000"/>
                          </a:solidFill>
                          <a:latin typeface="+mn-lt"/>
                          <a:ea typeface="+mn-ea"/>
                          <a:cs typeface="+mn-cs"/>
                        </a:rPr>
                        <a:t>Ago</a:t>
                      </a:r>
                      <a:endParaRPr lang="en-CA" sz="1500" b="0" kern="1200" dirty="0">
                        <a:solidFill>
                          <a:srgbClr val="00000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500" b="0" kern="1200" dirty="0">
                        <a:solidFill>
                          <a:srgbClr val="000000"/>
                        </a:solidFill>
                        <a:latin typeface="+mn-lt"/>
                        <a:ea typeface="+mn-ea"/>
                        <a:cs typeface="+mn-cs"/>
                      </a:endParaRPr>
                    </a:p>
                  </a:txBody>
                  <a:tcPr/>
                </a:tc>
                <a:tc>
                  <a:txBody>
                    <a:bodyPr/>
                    <a:lstStyle/>
                    <a:p>
                      <a:pPr algn="l"/>
                      <a:r>
                        <a:rPr lang="en-CA" sz="1500" b="0" kern="1200" dirty="0">
                          <a:solidFill>
                            <a:srgbClr val="000000"/>
                          </a:solidFill>
                          <a:latin typeface="+mn-lt"/>
                          <a:ea typeface="+mn-ea"/>
                          <a:cs typeface="+mn-cs"/>
                        </a:rPr>
                        <a:t>{today - 1 month}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600" b="0" kern="1200" dirty="0">
                          <a:solidFill>
                            <a:srgbClr val="000000"/>
                          </a:solidFill>
                          <a:latin typeface="+mn-lt"/>
                          <a:ea typeface="+mn-ea"/>
                          <a:cs typeface="+mn-cs"/>
                        </a:rPr>
                        <a:t>03/26/2020</a:t>
                      </a:r>
                    </a:p>
                    <a:p>
                      <a:pPr algn="ctr"/>
                      <a:endParaRPr lang="en-CA" sz="1600" b="0" kern="1200" dirty="0">
                        <a:solidFill>
                          <a:srgbClr val="000000"/>
                        </a:solidFill>
                        <a:latin typeface="+mn-lt"/>
                        <a:ea typeface="+mn-ea"/>
                        <a:cs typeface="+mn-cs"/>
                      </a:endParaRPr>
                    </a:p>
                  </a:txBody>
                  <a:tcPr/>
                </a:tc>
                <a:extLst>
                  <a:ext uri="{0D108BD9-81ED-4DB2-BD59-A6C34878D82A}">
                    <a16:rowId xmlns:a16="http://schemas.microsoft.com/office/drawing/2014/main" xmlns="" val="2121911736"/>
                  </a:ext>
                </a:extLst>
              </a:tr>
              <a:tr h="5339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500" b="0" kern="1200" dirty="0">
                          <a:solidFill>
                            <a:srgbClr val="000000"/>
                          </a:solidFill>
                          <a:latin typeface="+mn-lt"/>
                          <a:ea typeface="+mn-ea"/>
                          <a:cs typeface="+mn-cs"/>
                        </a:rPr>
                        <a:t>One </a:t>
                      </a:r>
                      <a:r>
                        <a:rPr lang="fr-CA" sz="1500" b="0" kern="1200" dirty="0" err="1">
                          <a:solidFill>
                            <a:srgbClr val="000000"/>
                          </a:solidFill>
                          <a:latin typeface="+mn-lt"/>
                          <a:ea typeface="+mn-ea"/>
                          <a:cs typeface="+mn-cs"/>
                        </a:rPr>
                        <a:t>Year</a:t>
                      </a:r>
                      <a:r>
                        <a:rPr lang="fr-CA" sz="1500" b="0" kern="1200" dirty="0">
                          <a:solidFill>
                            <a:srgbClr val="000000"/>
                          </a:solidFill>
                          <a:latin typeface="+mn-lt"/>
                          <a:ea typeface="+mn-ea"/>
                          <a:cs typeface="+mn-cs"/>
                        </a:rPr>
                        <a:t> </a:t>
                      </a:r>
                      <a:r>
                        <a:rPr lang="fr-CA" sz="1500" b="0" kern="1200" dirty="0" err="1">
                          <a:solidFill>
                            <a:srgbClr val="000000"/>
                          </a:solidFill>
                          <a:latin typeface="+mn-lt"/>
                          <a:ea typeface="+mn-ea"/>
                          <a:cs typeface="+mn-cs"/>
                        </a:rPr>
                        <a:t>From</a:t>
                      </a:r>
                      <a:r>
                        <a:rPr lang="fr-CA" sz="1500" b="0" kern="1200" dirty="0">
                          <a:solidFill>
                            <a:srgbClr val="000000"/>
                          </a:solidFill>
                          <a:latin typeface="+mn-lt"/>
                          <a:ea typeface="+mn-ea"/>
                          <a:cs typeface="+mn-cs"/>
                        </a:rPr>
                        <a:t> </a:t>
                      </a:r>
                      <a:r>
                        <a:rPr lang="fr-CA" sz="1500" b="0" kern="1200" dirty="0" err="1">
                          <a:solidFill>
                            <a:srgbClr val="000000"/>
                          </a:solidFill>
                          <a:latin typeface="+mn-lt"/>
                          <a:ea typeface="+mn-ea"/>
                          <a:cs typeface="+mn-cs"/>
                        </a:rPr>
                        <a:t>Now</a:t>
                      </a:r>
                      <a:endParaRPr lang="en-CA" sz="1500" b="0" kern="1200" dirty="0">
                        <a:solidFill>
                          <a:srgbClr val="00000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500" b="0" kern="1200" dirty="0">
                        <a:solidFill>
                          <a:srgbClr val="000000"/>
                        </a:solidFill>
                        <a:latin typeface="+mn-lt"/>
                        <a:ea typeface="+mn-ea"/>
                        <a:cs typeface="+mn-cs"/>
                      </a:endParaRPr>
                    </a:p>
                  </a:txBody>
                  <a:tcPr/>
                </a:tc>
                <a:tc>
                  <a:txBody>
                    <a:bodyPr/>
                    <a:lstStyle/>
                    <a:p>
                      <a:pPr algn="l"/>
                      <a:r>
                        <a:rPr lang="en-CA" sz="1500" b="0" kern="1200" dirty="0">
                          <a:solidFill>
                            <a:srgbClr val="000000"/>
                          </a:solidFill>
                          <a:latin typeface="+mn-lt"/>
                          <a:ea typeface="+mn-ea"/>
                          <a:cs typeface="+mn-cs"/>
                        </a:rPr>
                        <a:t>{today + 1 year}</a:t>
                      </a:r>
                    </a:p>
                  </a:txBody>
                  <a:tcPr/>
                </a:tc>
                <a:tc>
                  <a:txBody>
                    <a:bodyPr/>
                    <a:lstStyle/>
                    <a:p>
                      <a:pPr algn="ctr"/>
                      <a:r>
                        <a:rPr lang="fr-CA" sz="1500" b="0" kern="1200" dirty="0">
                          <a:solidFill>
                            <a:srgbClr val="000000"/>
                          </a:solidFill>
                          <a:latin typeface="+mn-lt"/>
                          <a:ea typeface="+mn-ea"/>
                          <a:cs typeface="+mn-cs"/>
                        </a:rPr>
                        <a:t>04/23/2021</a:t>
                      </a:r>
                      <a:endParaRPr lang="en-CA" sz="1500" b="0" kern="1200" dirty="0">
                        <a:solidFill>
                          <a:srgbClr val="000000"/>
                        </a:solidFill>
                        <a:latin typeface="+mn-lt"/>
                        <a:ea typeface="+mn-ea"/>
                        <a:cs typeface="+mn-cs"/>
                      </a:endParaRPr>
                    </a:p>
                  </a:txBody>
                  <a:tcPr/>
                </a:tc>
                <a:extLst>
                  <a:ext uri="{0D108BD9-81ED-4DB2-BD59-A6C34878D82A}">
                    <a16:rowId xmlns:a16="http://schemas.microsoft.com/office/drawing/2014/main" xmlns="" val="1682904819"/>
                  </a:ext>
                </a:extLst>
              </a:tr>
              <a:tr h="43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500" b="0" kern="1200" dirty="0">
                          <a:solidFill>
                            <a:srgbClr val="000000"/>
                          </a:solidFill>
                          <a:latin typeface="+mn-lt"/>
                          <a:ea typeface="+mn-ea"/>
                          <a:cs typeface="+mn-cs"/>
                        </a:rPr>
                        <a:t>One </a:t>
                      </a:r>
                      <a:r>
                        <a:rPr lang="fr-CA" sz="1500" b="0" kern="1200" dirty="0" err="1">
                          <a:solidFill>
                            <a:srgbClr val="000000"/>
                          </a:solidFill>
                          <a:latin typeface="+mn-lt"/>
                          <a:ea typeface="+mn-ea"/>
                          <a:cs typeface="+mn-cs"/>
                        </a:rPr>
                        <a:t>Year</a:t>
                      </a:r>
                      <a:r>
                        <a:rPr lang="fr-CA" sz="1500" b="0" kern="1200" dirty="0">
                          <a:solidFill>
                            <a:srgbClr val="000000"/>
                          </a:solidFill>
                          <a:latin typeface="+mn-lt"/>
                          <a:ea typeface="+mn-ea"/>
                          <a:cs typeface="+mn-cs"/>
                        </a:rPr>
                        <a:t> </a:t>
                      </a:r>
                      <a:r>
                        <a:rPr lang="fr-CA" sz="1500" b="0" kern="1200" dirty="0" err="1">
                          <a:solidFill>
                            <a:srgbClr val="000000"/>
                          </a:solidFill>
                          <a:latin typeface="+mn-lt"/>
                          <a:ea typeface="+mn-ea"/>
                          <a:cs typeface="+mn-cs"/>
                        </a:rPr>
                        <a:t>ago</a:t>
                      </a:r>
                      <a:endParaRPr lang="en-CA" sz="1500" b="0" kern="1200" dirty="0">
                        <a:solidFill>
                          <a:srgbClr val="000000"/>
                        </a:solidFill>
                        <a:latin typeface="+mn-lt"/>
                        <a:ea typeface="+mn-ea"/>
                        <a:cs typeface="+mn-cs"/>
                      </a:endParaRPr>
                    </a:p>
                  </a:txBody>
                  <a:tcPr/>
                </a:tc>
                <a:tc>
                  <a:txBody>
                    <a:bodyPr/>
                    <a:lstStyle/>
                    <a:p>
                      <a:pPr algn="l"/>
                      <a:r>
                        <a:rPr lang="en-CA" sz="1500" b="0" kern="1200" dirty="0">
                          <a:solidFill>
                            <a:srgbClr val="000000"/>
                          </a:solidFill>
                          <a:latin typeface="+mn-lt"/>
                          <a:ea typeface="+mn-ea"/>
                          <a:cs typeface="+mn-cs"/>
                        </a:rPr>
                        <a:t>{today - 1 year}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500" b="0" kern="1200" dirty="0">
                          <a:solidFill>
                            <a:srgbClr val="000000"/>
                          </a:solidFill>
                          <a:latin typeface="+mn-lt"/>
                          <a:ea typeface="+mn-ea"/>
                          <a:cs typeface="+mn-cs"/>
                        </a:rPr>
                        <a:t>04/23/2019</a:t>
                      </a:r>
                      <a:endParaRPr lang="en-CA" sz="1500" b="0" kern="1200" dirty="0">
                        <a:solidFill>
                          <a:srgbClr val="000000"/>
                        </a:solidFill>
                        <a:latin typeface="+mn-lt"/>
                        <a:ea typeface="+mn-ea"/>
                        <a:cs typeface="+mn-cs"/>
                      </a:endParaRPr>
                    </a:p>
                  </a:txBody>
                  <a:tcPr/>
                </a:tc>
                <a:extLst>
                  <a:ext uri="{0D108BD9-81ED-4DB2-BD59-A6C34878D82A}">
                    <a16:rowId xmlns:a16="http://schemas.microsoft.com/office/drawing/2014/main" xmlns="" val="2978052309"/>
                  </a:ext>
                </a:extLst>
              </a:tr>
            </a:tbl>
          </a:graphicData>
        </a:graphic>
      </p:graphicFrame>
    </p:spTree>
    <p:extLst>
      <p:ext uri="{BB962C8B-B14F-4D97-AF65-F5344CB8AC3E}">
        <p14:creationId xmlns:p14="http://schemas.microsoft.com/office/powerpoint/2010/main" val="3885684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Auto-Fill Criteria</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9284800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E2F365-83D5-4336-8D56-0F065C6A8BD1}"/>
              </a:ext>
            </a:extLst>
          </p:cNvPr>
          <p:cNvSpPr>
            <a:spLocks noGrp="1"/>
          </p:cNvSpPr>
          <p:nvPr>
            <p:ph type="title"/>
            <p:custDataLst>
              <p:tags r:id="rId1"/>
            </p:custDataLst>
          </p:nvPr>
        </p:nvSpPr>
        <p:spPr/>
        <p:txBody>
          <a:bodyPr/>
          <a:lstStyle/>
          <a:p>
            <a:r>
              <a:rPr lang="en-US" sz="3600" dirty="0"/>
              <a:t>Auto-Fill Criteria</a:t>
            </a:r>
            <a:br>
              <a:rPr lang="en-US" sz="3600" dirty="0"/>
            </a:br>
            <a:r>
              <a:rPr lang="en-US" sz="2800" dirty="0"/>
              <a:t>Overview</a:t>
            </a:r>
            <a:r>
              <a:rPr lang="en-US" sz="3600" dirty="0"/>
              <a:t> </a:t>
            </a:r>
            <a:endParaRPr lang="en-CA" dirty="0"/>
          </a:p>
        </p:txBody>
      </p:sp>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2"/>
            </p:custDataLst>
          </p:nvPr>
        </p:nvSpPr>
        <p:spPr>
          <a:xfrm>
            <a:off x="838200" y="1491916"/>
            <a:ext cx="10515600" cy="4685047"/>
          </a:xfrm>
        </p:spPr>
        <p:txBody>
          <a:bodyPr/>
          <a:lstStyle/>
          <a:p>
            <a:pPr algn="just">
              <a:lnSpc>
                <a:spcPct val="130000"/>
              </a:lnSpc>
            </a:pPr>
            <a:r>
              <a:rPr lang="en-US" sz="2100" dirty="0"/>
              <a:t>The Auto-Fill Criteria feature enables a user to save search values that come up often, in order to use them later for another search. The saved criteria values make up the criteria set, which is used to fill the search fields automatically.</a:t>
            </a:r>
          </a:p>
          <a:p>
            <a:pPr algn="just">
              <a:lnSpc>
                <a:spcPct val="130000"/>
              </a:lnSpc>
            </a:pPr>
            <a:r>
              <a:rPr lang="en-US" sz="2100" dirty="0"/>
              <a:t>Criteria sets are different field value combinations a user enters when performing a search in a regular resource or a task view.</a:t>
            </a:r>
          </a:p>
        </p:txBody>
      </p:sp>
      <p:pic>
        <p:nvPicPr>
          <p:cNvPr id="6" name="Picture 5">
            <a:extLst>
              <a:ext uri="{FF2B5EF4-FFF2-40B4-BE49-F238E27FC236}">
                <a16:creationId xmlns:a16="http://schemas.microsoft.com/office/drawing/2014/main" xmlns="" id="{9A43A6D0-AB58-4E7A-AEC8-9E7F58A1826D}"/>
              </a:ext>
            </a:extLst>
          </p:cNvPr>
          <p:cNvPicPr>
            <a:picLocks noChangeAspect="1"/>
          </p:cNvPicPr>
          <p:nvPr>
            <p:custDataLst>
              <p:tags r:id="rId3"/>
            </p:custDataLst>
          </p:nvPr>
        </p:nvPicPr>
        <p:blipFill>
          <a:blip r:embed="rId6"/>
          <a:stretch>
            <a:fillRect/>
          </a:stretch>
        </p:blipFill>
        <p:spPr>
          <a:xfrm>
            <a:off x="978878" y="4280821"/>
            <a:ext cx="7236183" cy="2188504"/>
          </a:xfrm>
          <a:prstGeom prst="rect">
            <a:avLst/>
          </a:prstGeom>
        </p:spPr>
      </p:pic>
      <p:sp>
        <p:nvSpPr>
          <p:cNvPr id="8" name="Rectangle 7">
            <a:extLst>
              <a:ext uri="{FF2B5EF4-FFF2-40B4-BE49-F238E27FC236}">
                <a16:creationId xmlns:a16="http://schemas.microsoft.com/office/drawing/2014/main" xmlns="" id="{C68EB8B4-6DA4-4AC3-8BF7-87366DCAFB0C}"/>
              </a:ext>
            </a:extLst>
          </p:cNvPr>
          <p:cNvSpPr/>
          <p:nvPr>
            <p:custDataLst>
              <p:tags r:id="rId4"/>
            </p:custDataLst>
          </p:nvPr>
        </p:nvSpPr>
        <p:spPr>
          <a:xfrm>
            <a:off x="685598" y="3836208"/>
            <a:ext cx="4843942" cy="369332"/>
          </a:xfrm>
          <a:prstGeom prst="rect">
            <a:avLst/>
          </a:prstGeom>
        </p:spPr>
        <p:txBody>
          <a:bodyPr wrap="square">
            <a:spAutoFit/>
          </a:bodyPr>
          <a:lstStyle/>
          <a:p>
            <a:pPr algn="ctr"/>
            <a:r>
              <a:rPr lang="en-CA" b="1" dirty="0">
                <a:solidFill>
                  <a:schemeClr val="tx1">
                    <a:lumMod val="65000"/>
                    <a:lumOff val="35000"/>
                  </a:schemeClr>
                </a:solidFill>
              </a:rPr>
              <a:t>Example – Inbound Order Planning Resource:</a:t>
            </a:r>
            <a:endParaRPr lang="en-CA" dirty="0">
              <a:solidFill>
                <a:schemeClr val="tx1">
                  <a:lumMod val="65000"/>
                  <a:lumOff val="35000"/>
                </a:schemeClr>
              </a:solidFill>
            </a:endParaRPr>
          </a:p>
        </p:txBody>
      </p:sp>
    </p:spTree>
    <p:extLst>
      <p:ext uri="{BB962C8B-B14F-4D97-AF65-F5344CB8AC3E}">
        <p14:creationId xmlns:p14="http://schemas.microsoft.com/office/powerpoint/2010/main" val="9437869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1957C60-66F3-4C89-B524-0962E0FCD548}"/>
              </a:ext>
            </a:extLst>
          </p:cNvPr>
          <p:cNvSpPr>
            <a:spLocks noGrp="1"/>
          </p:cNvSpPr>
          <p:nvPr>
            <p:ph idx="1"/>
            <p:custDataLst>
              <p:tags r:id="rId1"/>
            </p:custDataLst>
          </p:nvPr>
        </p:nvSpPr>
        <p:spPr>
          <a:xfrm>
            <a:off x="838200" y="1427747"/>
            <a:ext cx="10515600" cy="4685048"/>
          </a:xfrm>
        </p:spPr>
        <p:txBody>
          <a:bodyPr/>
          <a:lstStyle/>
          <a:p>
            <a:pPr algn="just">
              <a:lnSpc>
                <a:spcPct val="120000"/>
              </a:lnSpc>
            </a:pPr>
            <a:r>
              <a:rPr lang="en-US" sz="2100" dirty="0"/>
              <a:t>If criteria sets already exist, the Search Criteria view will appear as below:</a:t>
            </a:r>
          </a:p>
          <a:p>
            <a:pPr algn="just">
              <a:lnSpc>
                <a:spcPct val="120000"/>
              </a:lnSpc>
            </a:pPr>
            <a:endParaRPr lang="en-US" sz="2100" dirty="0"/>
          </a:p>
          <a:p>
            <a:pPr algn="just">
              <a:lnSpc>
                <a:spcPct val="120000"/>
              </a:lnSpc>
            </a:pPr>
            <a:endParaRPr lang="en-US" sz="2100" dirty="0"/>
          </a:p>
          <a:p>
            <a:pPr algn="just">
              <a:lnSpc>
                <a:spcPct val="120000"/>
              </a:lnSpc>
            </a:pPr>
            <a:endParaRPr lang="en-US" sz="2100" dirty="0"/>
          </a:p>
          <a:p>
            <a:pPr marL="0" indent="0" algn="just">
              <a:lnSpc>
                <a:spcPct val="120000"/>
              </a:lnSpc>
              <a:buNone/>
            </a:pPr>
            <a:endParaRPr lang="en-US" sz="800" dirty="0"/>
          </a:p>
          <a:p>
            <a:pPr algn="just">
              <a:lnSpc>
                <a:spcPct val="120000"/>
              </a:lnSpc>
            </a:pPr>
            <a:r>
              <a:rPr lang="en-US" sz="2100" dirty="0"/>
              <a:t>If criteria sets do not yet exist, only the Save Fields Values button will be displayed:</a:t>
            </a:r>
          </a:p>
          <a:p>
            <a:pPr algn="just">
              <a:lnSpc>
                <a:spcPct val="120000"/>
              </a:lnSpc>
            </a:pPr>
            <a:endParaRPr lang="en-US" sz="2100" dirty="0"/>
          </a:p>
          <a:p>
            <a:pPr algn="just">
              <a:lnSpc>
                <a:spcPct val="120000"/>
              </a:lnSpc>
            </a:pPr>
            <a:endParaRPr lang="en-US" sz="2100" dirty="0"/>
          </a:p>
          <a:p>
            <a:pPr marL="0" indent="0" algn="just">
              <a:lnSpc>
                <a:spcPct val="120000"/>
              </a:lnSpc>
              <a:buNone/>
            </a:pPr>
            <a:endParaRPr lang="en-US" sz="2100" dirty="0"/>
          </a:p>
          <a:p>
            <a:pPr algn="just">
              <a:lnSpc>
                <a:spcPct val="100000"/>
              </a:lnSpc>
              <a:buFont typeface="Wingdings" panose="05000000000000000000" pitchFamily="2" charset="2"/>
              <a:buChar char="ü"/>
            </a:pPr>
            <a:r>
              <a:rPr lang="en-US" sz="2100" dirty="0"/>
              <a:t> You then have the option to create, save, modify, copy or delete criteria sets. This is explained in the following slides. </a:t>
            </a:r>
          </a:p>
        </p:txBody>
      </p:sp>
      <p:pic>
        <p:nvPicPr>
          <p:cNvPr id="5" name="Picture 4">
            <a:extLst>
              <a:ext uri="{FF2B5EF4-FFF2-40B4-BE49-F238E27FC236}">
                <a16:creationId xmlns:a16="http://schemas.microsoft.com/office/drawing/2014/main" xmlns="" id="{99ADC89E-65D2-40AC-87B7-23BA4F7A8920}"/>
              </a:ext>
            </a:extLst>
          </p:cNvPr>
          <p:cNvPicPr>
            <a:picLocks noChangeAspect="1"/>
          </p:cNvPicPr>
          <p:nvPr>
            <p:custDataLst>
              <p:tags r:id="rId2"/>
            </p:custDataLst>
          </p:nvPr>
        </p:nvPicPr>
        <p:blipFill rotWithShape="1">
          <a:blip r:embed="rId7"/>
          <a:srcRect r="44200"/>
          <a:stretch/>
        </p:blipFill>
        <p:spPr>
          <a:xfrm>
            <a:off x="959120" y="4150367"/>
            <a:ext cx="6789217" cy="1628515"/>
          </a:xfrm>
          <a:prstGeom prst="rect">
            <a:avLst/>
          </a:prstGeom>
        </p:spPr>
      </p:pic>
      <p:pic>
        <p:nvPicPr>
          <p:cNvPr id="7" name="Picture 6">
            <a:extLst>
              <a:ext uri="{FF2B5EF4-FFF2-40B4-BE49-F238E27FC236}">
                <a16:creationId xmlns:a16="http://schemas.microsoft.com/office/drawing/2014/main" xmlns="" id="{DFEDB243-0176-4124-9886-8F136575A885}"/>
              </a:ext>
            </a:extLst>
          </p:cNvPr>
          <p:cNvPicPr>
            <a:picLocks noChangeAspect="1"/>
          </p:cNvPicPr>
          <p:nvPr>
            <p:custDataLst>
              <p:tags r:id="rId3"/>
            </p:custDataLst>
          </p:nvPr>
        </p:nvPicPr>
        <p:blipFill>
          <a:blip r:embed="rId8"/>
          <a:stretch>
            <a:fillRect/>
          </a:stretch>
        </p:blipFill>
        <p:spPr>
          <a:xfrm>
            <a:off x="959120" y="1879853"/>
            <a:ext cx="6342047" cy="1890418"/>
          </a:xfrm>
          <a:prstGeom prst="rect">
            <a:avLst/>
          </a:prstGeom>
        </p:spPr>
      </p:pic>
      <p:sp>
        <p:nvSpPr>
          <p:cNvPr id="10" name="Title 1">
            <a:extLst>
              <a:ext uri="{FF2B5EF4-FFF2-40B4-BE49-F238E27FC236}">
                <a16:creationId xmlns:a16="http://schemas.microsoft.com/office/drawing/2014/main" xmlns="" id="{0791DB36-A6B0-4904-B28C-27BC7305D74C}"/>
              </a:ext>
            </a:extLst>
          </p:cNvPr>
          <p:cNvSpPr>
            <a:spLocks noGrp="1"/>
          </p:cNvSpPr>
          <p:nvPr>
            <p:ph type="title"/>
            <p:custDataLst>
              <p:tags r:id="rId4"/>
            </p:custDataLst>
          </p:nvPr>
        </p:nvSpPr>
        <p:spPr>
          <a:xfrm>
            <a:off x="838200" y="365125"/>
            <a:ext cx="10515600" cy="1325563"/>
          </a:xfrm>
        </p:spPr>
        <p:txBody>
          <a:bodyPr/>
          <a:lstStyle/>
          <a:p>
            <a:r>
              <a:rPr lang="en-US" sz="3600" dirty="0"/>
              <a:t>Auto-Fill Criteria</a:t>
            </a:r>
            <a:br>
              <a:rPr lang="en-US" sz="3600" dirty="0"/>
            </a:br>
            <a:r>
              <a:rPr lang="en-US" sz="2800" dirty="0"/>
              <a:t>Overview</a:t>
            </a:r>
            <a:r>
              <a:rPr lang="en-US" sz="3600" dirty="0"/>
              <a:t> </a:t>
            </a:r>
            <a:endParaRPr lang="en-CA" dirty="0"/>
          </a:p>
        </p:txBody>
      </p:sp>
    </p:spTree>
    <p:extLst>
      <p:ext uri="{BB962C8B-B14F-4D97-AF65-F5344CB8AC3E}">
        <p14:creationId xmlns:p14="http://schemas.microsoft.com/office/powerpoint/2010/main" val="27064182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E2F365-83D5-4336-8D56-0F065C6A8BD1}"/>
              </a:ext>
            </a:extLst>
          </p:cNvPr>
          <p:cNvSpPr>
            <a:spLocks noGrp="1"/>
          </p:cNvSpPr>
          <p:nvPr>
            <p:ph type="title"/>
            <p:custDataLst>
              <p:tags r:id="rId1"/>
            </p:custDataLst>
          </p:nvPr>
        </p:nvSpPr>
        <p:spPr/>
        <p:txBody>
          <a:bodyPr/>
          <a:lstStyle/>
          <a:p>
            <a:r>
              <a:rPr lang="en-US" sz="3600" dirty="0"/>
              <a:t>Auto-Fill Criteria </a:t>
            </a:r>
            <a:br>
              <a:rPr lang="en-US" sz="3600" dirty="0"/>
            </a:br>
            <a:r>
              <a:rPr lang="en-US" sz="2800" dirty="0"/>
              <a:t>Create a Criteria Set</a:t>
            </a:r>
            <a:endParaRPr lang="en-CA" dirty="0"/>
          </a:p>
        </p:txBody>
      </p:sp>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2"/>
            </p:custDataLst>
          </p:nvPr>
        </p:nvSpPr>
        <p:spPr>
          <a:xfrm>
            <a:off x="838200" y="1690688"/>
            <a:ext cx="10515600" cy="4486275"/>
          </a:xfrm>
        </p:spPr>
        <p:txBody>
          <a:bodyPr/>
          <a:lstStyle/>
          <a:p>
            <a:pPr>
              <a:lnSpc>
                <a:spcPct val="150000"/>
              </a:lnSpc>
            </a:pPr>
            <a:r>
              <a:rPr lang="en-US" u="sng" dirty="0"/>
              <a:t>To create a criteria set</a:t>
            </a:r>
            <a:r>
              <a:rPr lang="en-US" dirty="0"/>
              <a:t>, do this:</a:t>
            </a:r>
          </a:p>
          <a:p>
            <a:pPr marL="457200" indent="-457200">
              <a:lnSpc>
                <a:spcPct val="150000"/>
              </a:lnSpc>
              <a:buFont typeface="+mj-lt"/>
              <a:buAutoNum type="arabicPeriod"/>
            </a:pPr>
            <a:r>
              <a:rPr lang="fr-CA" dirty="0" err="1"/>
              <a:t>From</a:t>
            </a:r>
            <a:r>
              <a:rPr lang="fr-CA" dirty="0"/>
              <a:t> </a:t>
            </a:r>
            <a:r>
              <a:rPr lang="en-US" dirty="0"/>
              <a:t>the resource for which you want to create a criteria set, enter the search criteria you wish to use as your criteria set.</a:t>
            </a:r>
          </a:p>
          <a:p>
            <a:pPr>
              <a:lnSpc>
                <a:spcPct val="150000"/>
              </a:lnSpc>
            </a:pPr>
            <a:endParaRPr lang="en-CA" dirty="0"/>
          </a:p>
        </p:txBody>
      </p:sp>
      <p:pic>
        <p:nvPicPr>
          <p:cNvPr id="5" name="Picture 4">
            <a:extLst>
              <a:ext uri="{FF2B5EF4-FFF2-40B4-BE49-F238E27FC236}">
                <a16:creationId xmlns:a16="http://schemas.microsoft.com/office/drawing/2014/main" xmlns="" id="{B031CFF7-34B8-4A27-BEC7-F0CF4E8431C4}"/>
              </a:ext>
            </a:extLst>
          </p:cNvPr>
          <p:cNvPicPr>
            <a:picLocks noChangeAspect="1"/>
          </p:cNvPicPr>
          <p:nvPr>
            <p:custDataLst>
              <p:tags r:id="rId3"/>
            </p:custDataLst>
          </p:nvPr>
        </p:nvPicPr>
        <p:blipFill>
          <a:blip r:embed="rId6"/>
          <a:stretch>
            <a:fillRect/>
          </a:stretch>
        </p:blipFill>
        <p:spPr>
          <a:xfrm>
            <a:off x="1003300" y="3794125"/>
            <a:ext cx="7375331" cy="1791424"/>
          </a:xfrm>
          <a:prstGeom prst="rect">
            <a:avLst/>
          </a:prstGeom>
        </p:spPr>
      </p:pic>
    </p:spTree>
    <p:extLst>
      <p:ext uri="{BB962C8B-B14F-4D97-AF65-F5344CB8AC3E}">
        <p14:creationId xmlns:p14="http://schemas.microsoft.com/office/powerpoint/2010/main" val="7355772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xmlns="" id="{89D2C716-98DF-4A03-9314-1B32C0B49E72}"/>
              </a:ext>
            </a:extLst>
          </p:cNvPr>
          <p:cNvSpPr txBox="1">
            <a:spLocks/>
          </p:cNvSpPr>
          <p:nvPr>
            <p:custDataLst>
              <p:tags r:id="rId1"/>
            </p:custDataLst>
          </p:nvPr>
        </p:nvSpPr>
        <p:spPr>
          <a:xfrm>
            <a:off x="838200" y="1409700"/>
            <a:ext cx="10515600" cy="458946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2"/>
            </a:pPr>
            <a:r>
              <a:rPr lang="en-US" dirty="0"/>
              <a:t>Select the Save Field Values action. </a:t>
            </a:r>
          </a:p>
          <a:p>
            <a:pPr marL="457200" indent="-457200">
              <a:lnSpc>
                <a:spcPct val="150000"/>
              </a:lnSpc>
              <a:buFont typeface="+mj-lt"/>
              <a:buAutoNum type="arabicPeriod" startAt="2"/>
            </a:pPr>
            <a:endParaRPr lang="en-US" dirty="0"/>
          </a:p>
          <a:p>
            <a:pPr marL="457200" indent="-457200">
              <a:lnSpc>
                <a:spcPct val="150000"/>
              </a:lnSpc>
              <a:buFont typeface="+mj-lt"/>
              <a:buAutoNum type="arabicPeriod" startAt="2"/>
            </a:pPr>
            <a:endParaRPr lang="en-US" dirty="0"/>
          </a:p>
          <a:p>
            <a:pPr marL="457200" indent="-457200">
              <a:lnSpc>
                <a:spcPct val="150000"/>
              </a:lnSpc>
              <a:buFont typeface="+mj-lt"/>
              <a:buAutoNum type="arabicPeriod" startAt="2"/>
            </a:pPr>
            <a:endParaRPr lang="en-US" sz="1800" dirty="0"/>
          </a:p>
          <a:p>
            <a:pPr marL="457200" indent="-457200">
              <a:lnSpc>
                <a:spcPct val="150000"/>
              </a:lnSpc>
              <a:buFont typeface="+mj-lt"/>
              <a:buAutoNum type="arabicPeriod" startAt="2"/>
            </a:pPr>
            <a:r>
              <a:rPr lang="en-US" dirty="0"/>
              <a:t>A pop-up window will appear. Enter the name you want to give your criteria set and click Save.</a:t>
            </a:r>
          </a:p>
          <a:p>
            <a:pPr>
              <a:lnSpc>
                <a:spcPct val="150000"/>
              </a:lnSpc>
            </a:pPr>
            <a:endParaRPr lang="en-CA" dirty="0"/>
          </a:p>
        </p:txBody>
      </p:sp>
      <p:pic>
        <p:nvPicPr>
          <p:cNvPr id="8" name="Content Placeholder 7">
            <a:extLst>
              <a:ext uri="{FF2B5EF4-FFF2-40B4-BE49-F238E27FC236}">
                <a16:creationId xmlns:a16="http://schemas.microsoft.com/office/drawing/2014/main" xmlns="" id="{156F9BE4-04C6-4D22-A8E7-0CE6C21C62F8}"/>
              </a:ext>
            </a:extLst>
          </p:cNvPr>
          <p:cNvPicPr>
            <a:picLocks noGrp="1" noChangeAspect="1"/>
          </p:cNvPicPr>
          <p:nvPr>
            <p:ph idx="1"/>
            <p:custDataLst>
              <p:tags r:id="rId2"/>
            </p:custDataLst>
          </p:nvPr>
        </p:nvPicPr>
        <p:blipFill>
          <a:blip r:embed="rId7"/>
          <a:stretch>
            <a:fillRect/>
          </a:stretch>
        </p:blipFill>
        <p:spPr>
          <a:xfrm>
            <a:off x="3561202" y="4810303"/>
            <a:ext cx="5679196" cy="1448385"/>
          </a:xfrm>
        </p:spPr>
      </p:pic>
      <p:pic>
        <p:nvPicPr>
          <p:cNvPr id="5" name="Picture 4">
            <a:extLst>
              <a:ext uri="{FF2B5EF4-FFF2-40B4-BE49-F238E27FC236}">
                <a16:creationId xmlns:a16="http://schemas.microsoft.com/office/drawing/2014/main" xmlns="" id="{EE5F0BD7-204E-4D85-A777-D60BB8225091}"/>
              </a:ext>
            </a:extLst>
          </p:cNvPr>
          <p:cNvPicPr>
            <a:picLocks noChangeAspect="1"/>
          </p:cNvPicPr>
          <p:nvPr>
            <p:custDataLst>
              <p:tags r:id="rId3"/>
            </p:custDataLst>
          </p:nvPr>
        </p:nvPicPr>
        <p:blipFill>
          <a:blip r:embed="rId8"/>
          <a:stretch>
            <a:fillRect/>
          </a:stretch>
        </p:blipFill>
        <p:spPr>
          <a:xfrm>
            <a:off x="838200" y="2142371"/>
            <a:ext cx="7022764" cy="1810482"/>
          </a:xfrm>
          <a:prstGeom prst="rect">
            <a:avLst/>
          </a:prstGeom>
        </p:spPr>
      </p:pic>
      <p:sp>
        <p:nvSpPr>
          <p:cNvPr id="6" name="Title 1">
            <a:extLst>
              <a:ext uri="{FF2B5EF4-FFF2-40B4-BE49-F238E27FC236}">
                <a16:creationId xmlns:a16="http://schemas.microsoft.com/office/drawing/2014/main" xmlns="" id="{8E332D92-5BBA-4A32-B7A5-D0172403424A}"/>
              </a:ext>
            </a:extLst>
          </p:cNvPr>
          <p:cNvSpPr>
            <a:spLocks noGrp="1"/>
          </p:cNvSpPr>
          <p:nvPr>
            <p:ph type="title"/>
            <p:custDataLst>
              <p:tags r:id="rId4"/>
            </p:custDataLst>
          </p:nvPr>
        </p:nvSpPr>
        <p:spPr>
          <a:xfrm>
            <a:off x="838200" y="365125"/>
            <a:ext cx="10515600" cy="1325563"/>
          </a:xfrm>
        </p:spPr>
        <p:txBody>
          <a:bodyPr/>
          <a:lstStyle/>
          <a:p>
            <a:r>
              <a:rPr lang="en-US" sz="3600" dirty="0"/>
              <a:t>Auto-Fill Criteria </a:t>
            </a:r>
            <a:br>
              <a:rPr lang="en-US" sz="3600" dirty="0"/>
            </a:br>
            <a:r>
              <a:rPr lang="en-US" sz="2800" dirty="0"/>
              <a:t>Create a Criteria Set</a:t>
            </a:r>
            <a:endParaRPr lang="en-CA" dirty="0"/>
          </a:p>
        </p:txBody>
      </p:sp>
    </p:spTree>
    <p:extLst>
      <p:ext uri="{BB962C8B-B14F-4D97-AF65-F5344CB8AC3E}">
        <p14:creationId xmlns:p14="http://schemas.microsoft.com/office/powerpoint/2010/main" val="4200738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xmlns="" id="{C906BA69-8804-4D12-9375-B76269D5F59A}"/>
              </a:ext>
            </a:extLst>
          </p:cNvPr>
          <p:cNvSpPr txBox="1">
            <a:spLocks/>
          </p:cNvSpPr>
          <p:nvPr>
            <p:custDataLst>
              <p:tags r:id="rId1"/>
            </p:custDataLst>
          </p:nvPr>
        </p:nvSpPr>
        <p:spPr>
          <a:xfrm>
            <a:off x="838200" y="1536700"/>
            <a:ext cx="10820400" cy="446246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4"/>
            </a:pPr>
            <a:r>
              <a:rPr lang="en-US" dirty="0"/>
              <a:t>Once you save your criteria set, it will appear in the Auto-fill with drop-down menu as displayed below:</a:t>
            </a:r>
          </a:p>
          <a:p>
            <a:pPr marL="457200" indent="-457200" algn="just">
              <a:lnSpc>
                <a:spcPct val="150000"/>
              </a:lnSpc>
              <a:buFont typeface="+mj-lt"/>
              <a:buAutoNum type="arabicPeriod" startAt="4"/>
            </a:pPr>
            <a:endParaRPr lang="en-US" dirty="0"/>
          </a:p>
          <a:p>
            <a:pPr marL="457200" indent="-457200" algn="just">
              <a:lnSpc>
                <a:spcPct val="150000"/>
              </a:lnSpc>
              <a:buFont typeface="+mj-lt"/>
              <a:buAutoNum type="arabicPeriod" startAt="4"/>
            </a:pPr>
            <a:endParaRPr lang="en-US" dirty="0"/>
          </a:p>
          <a:p>
            <a:pPr marL="0" indent="0" algn="just">
              <a:lnSpc>
                <a:spcPct val="150000"/>
              </a:lnSpc>
              <a:buNone/>
            </a:pPr>
            <a:endParaRPr lang="en-US" dirty="0"/>
          </a:p>
          <a:p>
            <a:pPr marL="0" indent="0" algn="just">
              <a:lnSpc>
                <a:spcPct val="150000"/>
              </a:lnSpc>
              <a:buNone/>
            </a:pPr>
            <a:endParaRPr lang="en-US" sz="1400" dirty="0"/>
          </a:p>
          <a:p>
            <a:pPr marL="0" indent="0" algn="just">
              <a:lnSpc>
                <a:spcPct val="150000"/>
              </a:lnSpc>
              <a:buNone/>
            </a:pPr>
            <a:r>
              <a:rPr lang="en-US" dirty="0"/>
              <a:t>Note: A criteria set you created will not be available to other users.</a:t>
            </a:r>
          </a:p>
          <a:p>
            <a:pPr algn="just">
              <a:lnSpc>
                <a:spcPct val="150000"/>
              </a:lnSpc>
            </a:pPr>
            <a:endParaRPr lang="en-CA" dirty="0"/>
          </a:p>
        </p:txBody>
      </p:sp>
      <p:sp>
        <p:nvSpPr>
          <p:cNvPr id="6" name="Title 1">
            <a:extLst>
              <a:ext uri="{FF2B5EF4-FFF2-40B4-BE49-F238E27FC236}">
                <a16:creationId xmlns:a16="http://schemas.microsoft.com/office/drawing/2014/main" xmlns="" id="{8E332D92-5BBA-4A32-B7A5-D0172403424A}"/>
              </a:ext>
            </a:extLst>
          </p:cNvPr>
          <p:cNvSpPr>
            <a:spLocks noGrp="1"/>
          </p:cNvSpPr>
          <p:nvPr>
            <p:ph type="title"/>
            <p:custDataLst>
              <p:tags r:id="rId2"/>
            </p:custDataLst>
          </p:nvPr>
        </p:nvSpPr>
        <p:spPr>
          <a:xfrm>
            <a:off x="838200" y="365125"/>
            <a:ext cx="10515600" cy="1325563"/>
          </a:xfrm>
        </p:spPr>
        <p:txBody>
          <a:bodyPr/>
          <a:lstStyle/>
          <a:p>
            <a:r>
              <a:rPr lang="en-US" sz="3600" dirty="0"/>
              <a:t>Auto-Fill Criteria </a:t>
            </a:r>
            <a:br>
              <a:rPr lang="en-US" sz="3600" dirty="0"/>
            </a:br>
            <a:r>
              <a:rPr lang="en-US" sz="2800" dirty="0"/>
              <a:t>Create a Criteria Set</a:t>
            </a:r>
            <a:endParaRPr lang="en-CA" dirty="0"/>
          </a:p>
        </p:txBody>
      </p:sp>
      <p:pic>
        <p:nvPicPr>
          <p:cNvPr id="7" name="Content Placeholder 6">
            <a:extLst>
              <a:ext uri="{FF2B5EF4-FFF2-40B4-BE49-F238E27FC236}">
                <a16:creationId xmlns:a16="http://schemas.microsoft.com/office/drawing/2014/main" xmlns="" id="{FF6ED59B-FC7E-4247-871E-0135CF4C7730}"/>
              </a:ext>
            </a:extLst>
          </p:cNvPr>
          <p:cNvPicPr>
            <a:picLocks noGrp="1" noChangeAspect="1"/>
          </p:cNvPicPr>
          <p:nvPr>
            <p:ph idx="1"/>
            <p:custDataLst>
              <p:tags r:id="rId3"/>
            </p:custDataLst>
          </p:nvPr>
        </p:nvPicPr>
        <p:blipFill>
          <a:blip r:embed="rId6"/>
          <a:stretch>
            <a:fillRect/>
          </a:stretch>
        </p:blipFill>
        <p:spPr>
          <a:xfrm>
            <a:off x="1146316" y="2960737"/>
            <a:ext cx="7156168" cy="1982001"/>
          </a:xfrm>
        </p:spPr>
      </p:pic>
    </p:spTree>
    <p:extLst>
      <p:ext uri="{BB962C8B-B14F-4D97-AF65-F5344CB8AC3E}">
        <p14:creationId xmlns:p14="http://schemas.microsoft.com/office/powerpoint/2010/main" val="11910980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E2F365-83D5-4336-8D56-0F065C6A8BD1}"/>
              </a:ext>
            </a:extLst>
          </p:cNvPr>
          <p:cNvSpPr>
            <a:spLocks noGrp="1"/>
          </p:cNvSpPr>
          <p:nvPr>
            <p:ph type="title"/>
            <p:custDataLst>
              <p:tags r:id="rId1"/>
            </p:custDataLst>
          </p:nvPr>
        </p:nvSpPr>
        <p:spPr/>
        <p:txBody>
          <a:bodyPr/>
          <a:lstStyle/>
          <a:p>
            <a:r>
              <a:rPr lang="en-US" sz="4400" dirty="0"/>
              <a:t>Auto-Fill Criteria </a:t>
            </a:r>
            <a:br>
              <a:rPr lang="en-US" sz="4400" dirty="0"/>
            </a:br>
            <a:r>
              <a:rPr lang="en-US" sz="2800" dirty="0"/>
              <a:t>Use a Criteria Set</a:t>
            </a:r>
            <a:endParaRPr lang="en-CA" dirty="0"/>
          </a:p>
        </p:txBody>
      </p:sp>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2"/>
            </p:custDataLst>
          </p:nvPr>
        </p:nvSpPr>
        <p:spPr>
          <a:xfrm>
            <a:off x="838200" y="1589650"/>
            <a:ext cx="10515600" cy="4587314"/>
          </a:xfrm>
        </p:spPr>
        <p:txBody>
          <a:bodyPr/>
          <a:lstStyle/>
          <a:p>
            <a:pPr algn="just">
              <a:lnSpc>
                <a:spcPct val="150000"/>
              </a:lnSpc>
            </a:pPr>
            <a:r>
              <a:rPr lang="en-US" dirty="0"/>
              <a:t>Once you have created and saved a criteria set, you may use it again during a later search. </a:t>
            </a:r>
            <a:r>
              <a:rPr lang="en-US" u="sng" dirty="0"/>
              <a:t>To use a criteria set</a:t>
            </a:r>
            <a:r>
              <a:rPr lang="en-US" dirty="0"/>
              <a:t>, do this:</a:t>
            </a:r>
          </a:p>
          <a:p>
            <a:pPr marL="457200" indent="-457200" algn="just">
              <a:lnSpc>
                <a:spcPct val="150000"/>
              </a:lnSpc>
              <a:buFont typeface="+mj-lt"/>
              <a:buAutoNum type="arabicPeriod"/>
            </a:pPr>
            <a:r>
              <a:rPr lang="en-US" dirty="0"/>
              <a:t>Launch the resource for which you have previously created a criteria set.</a:t>
            </a:r>
          </a:p>
          <a:p>
            <a:pPr marL="457200" indent="-457200" algn="just">
              <a:lnSpc>
                <a:spcPct val="150000"/>
              </a:lnSpc>
              <a:buFont typeface="+mj-lt"/>
              <a:buAutoNum type="arabicPeriod"/>
            </a:pPr>
            <a:r>
              <a:rPr lang="en-US" dirty="0"/>
              <a:t>Select the criteria set you wish to use from the Auto-fill with drop-down menu. </a:t>
            </a:r>
          </a:p>
          <a:p>
            <a:pPr>
              <a:lnSpc>
                <a:spcPct val="150000"/>
              </a:lnSpc>
            </a:pPr>
            <a:endParaRPr lang="en-CA" dirty="0"/>
          </a:p>
        </p:txBody>
      </p:sp>
      <p:pic>
        <p:nvPicPr>
          <p:cNvPr id="5" name="Picture 4">
            <a:extLst>
              <a:ext uri="{FF2B5EF4-FFF2-40B4-BE49-F238E27FC236}">
                <a16:creationId xmlns:a16="http://schemas.microsoft.com/office/drawing/2014/main" xmlns="" id="{CC8A5204-685D-484E-A984-051FAFA1F674}"/>
              </a:ext>
            </a:extLst>
          </p:cNvPr>
          <p:cNvPicPr>
            <a:picLocks noChangeAspect="1"/>
          </p:cNvPicPr>
          <p:nvPr>
            <p:custDataLst>
              <p:tags r:id="rId3"/>
            </p:custDataLst>
          </p:nvPr>
        </p:nvPicPr>
        <p:blipFill>
          <a:blip r:embed="rId6"/>
          <a:stretch>
            <a:fillRect/>
          </a:stretch>
        </p:blipFill>
        <p:spPr>
          <a:xfrm>
            <a:off x="1218273" y="4230224"/>
            <a:ext cx="7842245" cy="2001059"/>
          </a:xfrm>
          <a:prstGeom prst="rect">
            <a:avLst/>
          </a:prstGeom>
        </p:spPr>
      </p:pic>
    </p:spTree>
    <p:extLst>
      <p:ext uri="{BB962C8B-B14F-4D97-AF65-F5344CB8AC3E}">
        <p14:creationId xmlns:p14="http://schemas.microsoft.com/office/powerpoint/2010/main" val="14759045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E2F365-83D5-4336-8D56-0F065C6A8BD1}"/>
              </a:ext>
            </a:extLst>
          </p:cNvPr>
          <p:cNvSpPr>
            <a:spLocks noGrp="1"/>
          </p:cNvSpPr>
          <p:nvPr>
            <p:ph type="title"/>
            <p:custDataLst>
              <p:tags r:id="rId1"/>
            </p:custDataLst>
          </p:nvPr>
        </p:nvSpPr>
        <p:spPr/>
        <p:txBody>
          <a:bodyPr/>
          <a:lstStyle/>
          <a:p>
            <a:r>
              <a:rPr lang="en-US" sz="4400" dirty="0"/>
              <a:t>Auto-Fill Criteria </a:t>
            </a:r>
            <a:br>
              <a:rPr lang="en-US" sz="4400" dirty="0"/>
            </a:br>
            <a:r>
              <a:rPr lang="en-US" sz="2800" dirty="0"/>
              <a:t>Use a Criteria Set</a:t>
            </a:r>
            <a:endParaRPr lang="en-CA" dirty="0"/>
          </a:p>
        </p:txBody>
      </p:sp>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2"/>
            </p:custDataLst>
          </p:nvPr>
        </p:nvSpPr>
        <p:spPr>
          <a:xfrm>
            <a:off x="838200" y="1547446"/>
            <a:ext cx="10950526" cy="4903226"/>
          </a:xfrm>
        </p:spPr>
        <p:txBody>
          <a:bodyPr/>
          <a:lstStyle/>
          <a:p>
            <a:pPr marL="457200" indent="-457200" algn="just">
              <a:lnSpc>
                <a:spcPct val="150000"/>
              </a:lnSpc>
              <a:buFont typeface="+mj-lt"/>
              <a:buAutoNum type="arabicPeriod" startAt="3"/>
            </a:pPr>
            <a:r>
              <a:rPr lang="en-US" dirty="0"/>
              <a:t>The search fields are automatically populated with the values you saved in your criteria set:</a:t>
            </a:r>
          </a:p>
          <a:p>
            <a:pPr marL="0" indent="0" algn="just">
              <a:lnSpc>
                <a:spcPct val="150000"/>
              </a:lnSpc>
              <a:buNone/>
            </a:pPr>
            <a:endParaRPr lang="en-US" sz="2800" dirty="0"/>
          </a:p>
          <a:p>
            <a:pPr marL="0" indent="0" algn="just">
              <a:lnSpc>
                <a:spcPct val="150000"/>
              </a:lnSpc>
              <a:buNone/>
            </a:pPr>
            <a:endParaRPr lang="en-US" sz="600" dirty="0"/>
          </a:p>
          <a:p>
            <a:pPr marL="0" indent="0" algn="just">
              <a:lnSpc>
                <a:spcPct val="150000"/>
              </a:lnSpc>
              <a:buNone/>
            </a:pPr>
            <a:endParaRPr lang="en-US" dirty="0"/>
          </a:p>
          <a:p>
            <a:pPr marL="0" indent="0" algn="just">
              <a:lnSpc>
                <a:spcPct val="150000"/>
              </a:lnSpc>
              <a:buNone/>
            </a:pPr>
            <a:endParaRPr lang="en-US" sz="500" dirty="0"/>
          </a:p>
          <a:p>
            <a:pPr marL="0" indent="0" algn="just">
              <a:lnSpc>
                <a:spcPct val="150000"/>
              </a:lnSpc>
              <a:buNone/>
            </a:pPr>
            <a:r>
              <a:rPr lang="en-US" dirty="0"/>
              <a:t>Note: If you define a value for a criteria field that has later been removed in the personalization of the view, the value present in the set will be ignored, as there is no criteria field to populate.</a:t>
            </a:r>
          </a:p>
          <a:p>
            <a:pPr marL="0" indent="0" algn="just">
              <a:lnSpc>
                <a:spcPct val="150000"/>
              </a:lnSpc>
              <a:buNone/>
            </a:pPr>
            <a:endParaRPr lang="en-US" dirty="0"/>
          </a:p>
          <a:p>
            <a:pPr marL="457200" indent="-457200" algn="just">
              <a:lnSpc>
                <a:spcPct val="150000"/>
              </a:lnSpc>
              <a:buFont typeface="+mj-lt"/>
              <a:buAutoNum type="arabicPeriod" startAt="3"/>
            </a:pPr>
            <a:endParaRPr lang="en-CA" dirty="0"/>
          </a:p>
        </p:txBody>
      </p:sp>
      <p:pic>
        <p:nvPicPr>
          <p:cNvPr id="5" name="Picture 4">
            <a:extLst>
              <a:ext uri="{FF2B5EF4-FFF2-40B4-BE49-F238E27FC236}">
                <a16:creationId xmlns:a16="http://schemas.microsoft.com/office/drawing/2014/main" xmlns="" id="{8D5FC8D7-14A2-47A9-AC25-C1E9ABEB49AA}"/>
              </a:ext>
            </a:extLst>
          </p:cNvPr>
          <p:cNvPicPr>
            <a:picLocks noChangeAspect="1"/>
          </p:cNvPicPr>
          <p:nvPr>
            <p:custDataLst>
              <p:tags r:id="rId3"/>
            </p:custDataLst>
          </p:nvPr>
        </p:nvPicPr>
        <p:blipFill>
          <a:blip r:embed="rId6"/>
          <a:stretch>
            <a:fillRect/>
          </a:stretch>
        </p:blipFill>
        <p:spPr>
          <a:xfrm>
            <a:off x="1021081" y="2723889"/>
            <a:ext cx="7203812" cy="2001059"/>
          </a:xfrm>
          <a:prstGeom prst="rect">
            <a:avLst/>
          </a:prstGeom>
        </p:spPr>
      </p:pic>
    </p:spTree>
    <p:extLst>
      <p:ext uri="{BB962C8B-B14F-4D97-AF65-F5344CB8AC3E}">
        <p14:creationId xmlns:p14="http://schemas.microsoft.com/office/powerpoint/2010/main" val="21755350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1"/>
            </p:custDataLst>
          </p:nvPr>
        </p:nvSpPr>
        <p:spPr>
          <a:xfrm>
            <a:off x="838200" y="1690688"/>
            <a:ext cx="10515600" cy="4486275"/>
          </a:xfrm>
        </p:spPr>
        <p:txBody>
          <a:bodyPr/>
          <a:lstStyle/>
          <a:p>
            <a:pPr algn="just">
              <a:lnSpc>
                <a:spcPct val="150000"/>
              </a:lnSpc>
            </a:pPr>
            <a:r>
              <a:rPr lang="en-US" dirty="0"/>
              <a:t>You may modify existing criteria sets. </a:t>
            </a:r>
            <a:r>
              <a:rPr lang="en-US" u="sng" dirty="0"/>
              <a:t>To modify a criteria set</a:t>
            </a:r>
            <a:r>
              <a:rPr lang="en-US" dirty="0"/>
              <a:t>, do this:</a:t>
            </a:r>
          </a:p>
          <a:p>
            <a:pPr marL="457200" indent="-457200" algn="just">
              <a:lnSpc>
                <a:spcPct val="150000"/>
              </a:lnSpc>
              <a:buFont typeface="+mj-lt"/>
              <a:buAutoNum type="arabicPeriod"/>
            </a:pPr>
            <a:r>
              <a:rPr lang="en-US" dirty="0"/>
              <a:t>From the resource for which you want to modify the criteria set, select the criteria set from the Auto-fill with drop-down menu. </a:t>
            </a:r>
            <a:endParaRPr lang="en-CA" dirty="0"/>
          </a:p>
        </p:txBody>
      </p:sp>
      <p:sp>
        <p:nvSpPr>
          <p:cNvPr id="6" name="Title 1">
            <a:extLst>
              <a:ext uri="{FF2B5EF4-FFF2-40B4-BE49-F238E27FC236}">
                <a16:creationId xmlns:a16="http://schemas.microsoft.com/office/drawing/2014/main" xmlns="" id="{C0FD7812-7A04-4DEB-B2C7-B44C7E0051E2}"/>
              </a:ext>
            </a:extLst>
          </p:cNvPr>
          <p:cNvSpPr>
            <a:spLocks noGrp="1"/>
          </p:cNvSpPr>
          <p:nvPr>
            <p:ph type="title"/>
            <p:custDataLst>
              <p:tags r:id="rId2"/>
            </p:custDataLst>
          </p:nvPr>
        </p:nvSpPr>
        <p:spPr>
          <a:xfrm>
            <a:off x="838200" y="365125"/>
            <a:ext cx="10515600" cy="1325563"/>
          </a:xfrm>
        </p:spPr>
        <p:txBody>
          <a:bodyPr/>
          <a:lstStyle/>
          <a:p>
            <a:r>
              <a:rPr lang="en-US" sz="4400" dirty="0"/>
              <a:t>Auto-Fill Criteria </a:t>
            </a:r>
            <a:br>
              <a:rPr lang="en-US" sz="4400" dirty="0"/>
            </a:br>
            <a:r>
              <a:rPr lang="en-US" sz="2800" dirty="0"/>
              <a:t>Modify a Criteria Set</a:t>
            </a:r>
            <a:endParaRPr lang="en-CA" dirty="0"/>
          </a:p>
        </p:txBody>
      </p:sp>
      <p:pic>
        <p:nvPicPr>
          <p:cNvPr id="8" name="Picture 7">
            <a:extLst>
              <a:ext uri="{FF2B5EF4-FFF2-40B4-BE49-F238E27FC236}">
                <a16:creationId xmlns:a16="http://schemas.microsoft.com/office/drawing/2014/main" xmlns="" id="{31A4E50B-85D8-4AE9-A50C-DA265AA4384F}"/>
              </a:ext>
            </a:extLst>
          </p:cNvPr>
          <p:cNvPicPr>
            <a:picLocks noChangeAspect="1"/>
          </p:cNvPicPr>
          <p:nvPr>
            <p:custDataLst>
              <p:tags r:id="rId3"/>
            </p:custDataLst>
          </p:nvPr>
        </p:nvPicPr>
        <p:blipFill>
          <a:blip r:embed="rId6"/>
          <a:stretch>
            <a:fillRect/>
          </a:stretch>
        </p:blipFill>
        <p:spPr>
          <a:xfrm>
            <a:off x="991585" y="3807216"/>
            <a:ext cx="7451562" cy="2029645"/>
          </a:xfrm>
          <a:prstGeom prst="rect">
            <a:avLst/>
          </a:prstGeom>
        </p:spPr>
      </p:pic>
    </p:spTree>
    <p:extLst>
      <p:ext uri="{BB962C8B-B14F-4D97-AF65-F5344CB8AC3E}">
        <p14:creationId xmlns:p14="http://schemas.microsoft.com/office/powerpoint/2010/main" val="21025364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1"/>
            </p:custDataLst>
          </p:nvPr>
        </p:nvSpPr>
        <p:spPr>
          <a:xfrm>
            <a:off x="838200" y="1592214"/>
            <a:ext cx="10515600" cy="4486275"/>
          </a:xfrm>
        </p:spPr>
        <p:txBody>
          <a:bodyPr/>
          <a:lstStyle/>
          <a:p>
            <a:pPr marL="457200" indent="-457200">
              <a:buFont typeface="+mj-lt"/>
              <a:buAutoNum type="arabicPeriod" startAt="2"/>
            </a:pPr>
            <a:r>
              <a:rPr lang="en-US" dirty="0"/>
              <a:t>The fields will be populated with your criteria set:</a:t>
            </a:r>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pPr marL="457200" indent="-457200">
              <a:buFont typeface="+mj-lt"/>
              <a:buAutoNum type="arabicPeriod" startAt="2"/>
            </a:pPr>
            <a:endParaRPr lang="en-US" dirty="0"/>
          </a:p>
          <a:p>
            <a:pPr marL="0" indent="0">
              <a:buNone/>
            </a:pPr>
            <a:endParaRPr lang="en-US" sz="100" dirty="0"/>
          </a:p>
          <a:p>
            <a:pPr marL="457200" indent="-457200">
              <a:buFont typeface="+mj-lt"/>
              <a:buAutoNum type="arabicPeriod" startAt="3"/>
            </a:pPr>
            <a:r>
              <a:rPr lang="en-US" dirty="0"/>
              <a:t>Modify the values in the criteria fields.</a:t>
            </a:r>
          </a:p>
          <a:p>
            <a:pPr marL="0" indent="0">
              <a:buNone/>
            </a:pPr>
            <a:endParaRPr lang="en-US" dirty="0"/>
          </a:p>
          <a:p>
            <a:endParaRPr lang="en-CA" dirty="0"/>
          </a:p>
        </p:txBody>
      </p:sp>
      <p:sp>
        <p:nvSpPr>
          <p:cNvPr id="6" name="Title 1">
            <a:extLst>
              <a:ext uri="{FF2B5EF4-FFF2-40B4-BE49-F238E27FC236}">
                <a16:creationId xmlns:a16="http://schemas.microsoft.com/office/drawing/2014/main" xmlns="" id="{C0FD7812-7A04-4DEB-B2C7-B44C7E0051E2}"/>
              </a:ext>
            </a:extLst>
          </p:cNvPr>
          <p:cNvSpPr>
            <a:spLocks noGrp="1"/>
          </p:cNvSpPr>
          <p:nvPr>
            <p:ph type="title"/>
            <p:custDataLst>
              <p:tags r:id="rId2"/>
            </p:custDataLst>
          </p:nvPr>
        </p:nvSpPr>
        <p:spPr>
          <a:xfrm>
            <a:off x="838200" y="365125"/>
            <a:ext cx="10515600" cy="1325563"/>
          </a:xfrm>
        </p:spPr>
        <p:txBody>
          <a:bodyPr/>
          <a:lstStyle/>
          <a:p>
            <a:r>
              <a:rPr lang="en-US" sz="4400" dirty="0"/>
              <a:t>Auto-Fill Criteria </a:t>
            </a:r>
            <a:br>
              <a:rPr lang="en-US" sz="4400" dirty="0"/>
            </a:br>
            <a:r>
              <a:rPr lang="en-US" sz="2800" dirty="0"/>
              <a:t>Modify a Criteria Set</a:t>
            </a:r>
            <a:endParaRPr lang="en-CA" dirty="0"/>
          </a:p>
        </p:txBody>
      </p:sp>
      <p:pic>
        <p:nvPicPr>
          <p:cNvPr id="2" name="Picture 1">
            <a:extLst>
              <a:ext uri="{FF2B5EF4-FFF2-40B4-BE49-F238E27FC236}">
                <a16:creationId xmlns:a16="http://schemas.microsoft.com/office/drawing/2014/main" xmlns="" id="{23470AC9-14E2-4808-AD4A-31AB24702FAF}"/>
              </a:ext>
            </a:extLst>
          </p:cNvPr>
          <p:cNvPicPr>
            <a:picLocks noChangeAspect="1"/>
          </p:cNvPicPr>
          <p:nvPr>
            <p:custDataLst>
              <p:tags r:id="rId3"/>
            </p:custDataLst>
          </p:nvPr>
        </p:nvPicPr>
        <p:blipFill>
          <a:blip r:embed="rId7"/>
          <a:stretch>
            <a:fillRect/>
          </a:stretch>
        </p:blipFill>
        <p:spPr>
          <a:xfrm>
            <a:off x="838200" y="2104688"/>
            <a:ext cx="6162822" cy="1781114"/>
          </a:xfrm>
          <a:prstGeom prst="rect">
            <a:avLst/>
          </a:prstGeom>
        </p:spPr>
      </p:pic>
      <p:pic>
        <p:nvPicPr>
          <p:cNvPr id="5" name="Picture 4">
            <a:extLst>
              <a:ext uri="{FF2B5EF4-FFF2-40B4-BE49-F238E27FC236}">
                <a16:creationId xmlns:a16="http://schemas.microsoft.com/office/drawing/2014/main" xmlns="" id="{865A87C7-9181-4F49-B619-5A97D8FA641C}"/>
              </a:ext>
            </a:extLst>
          </p:cNvPr>
          <p:cNvPicPr>
            <a:picLocks noChangeAspect="1"/>
          </p:cNvPicPr>
          <p:nvPr>
            <p:custDataLst>
              <p:tags r:id="rId4"/>
            </p:custDataLst>
          </p:nvPr>
        </p:nvPicPr>
        <p:blipFill>
          <a:blip r:embed="rId8"/>
          <a:stretch>
            <a:fillRect/>
          </a:stretch>
        </p:blipFill>
        <p:spPr>
          <a:xfrm>
            <a:off x="838200" y="4511957"/>
            <a:ext cx="6162822" cy="1812104"/>
          </a:xfrm>
          <a:prstGeom prst="rect">
            <a:avLst/>
          </a:prstGeom>
        </p:spPr>
      </p:pic>
    </p:spTree>
    <p:extLst>
      <p:ext uri="{BB962C8B-B14F-4D97-AF65-F5344CB8AC3E}">
        <p14:creationId xmlns:p14="http://schemas.microsoft.com/office/powerpoint/2010/main" val="2673267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3B47627-079E-4A82-AD76-7A73315A9D69}"/>
              </a:ext>
            </a:extLst>
          </p:cNvPr>
          <p:cNvSpPr>
            <a:spLocks noGrp="1"/>
          </p:cNvSpPr>
          <p:nvPr>
            <p:ph idx="1"/>
            <p:custDataLst>
              <p:tags r:id="rId1"/>
            </p:custDataLst>
          </p:nvPr>
        </p:nvSpPr>
        <p:spPr>
          <a:xfrm>
            <a:off x="838200" y="1575582"/>
            <a:ext cx="10515600" cy="4601381"/>
          </a:xfrm>
        </p:spPr>
        <p:txBody>
          <a:bodyPr/>
          <a:lstStyle/>
          <a:p>
            <a:pPr marL="457200" indent="-457200" algn="just">
              <a:lnSpc>
                <a:spcPct val="110000"/>
              </a:lnSpc>
              <a:buFont typeface="+mj-lt"/>
              <a:buAutoNum type="arabicPeriod" startAt="4"/>
            </a:pPr>
            <a:r>
              <a:rPr lang="en-US" sz="2300" dirty="0"/>
              <a:t>Click on:</a:t>
            </a:r>
          </a:p>
          <a:p>
            <a:pPr lvl="1" algn="just">
              <a:lnSpc>
                <a:spcPct val="110000"/>
              </a:lnSpc>
            </a:pPr>
            <a:r>
              <a:rPr lang="en-US" sz="2300" dirty="0"/>
              <a:t>Either the </a:t>
            </a:r>
            <a:r>
              <a:rPr lang="en-US" sz="2300" b="1" dirty="0"/>
              <a:t>Save Field Values </a:t>
            </a:r>
            <a:r>
              <a:rPr lang="en-US" sz="2300" dirty="0"/>
              <a:t>action to modify the criteria set,  </a:t>
            </a:r>
          </a:p>
          <a:p>
            <a:pPr lvl="1" algn="just">
              <a:lnSpc>
                <a:spcPct val="110000"/>
              </a:lnSpc>
            </a:pPr>
            <a:r>
              <a:rPr lang="en-US" sz="2300" dirty="0"/>
              <a:t>Or the </a:t>
            </a:r>
            <a:r>
              <a:rPr lang="en-US" sz="2300" b="1" dirty="0"/>
              <a:t>Save Field Values As </a:t>
            </a:r>
            <a:r>
              <a:rPr lang="en-US" sz="2300" dirty="0"/>
              <a:t>action to modify the criteria set </a:t>
            </a:r>
            <a:r>
              <a:rPr lang="en-US" sz="2300" u="sng" dirty="0"/>
              <a:t>and</a:t>
            </a:r>
            <a:r>
              <a:rPr lang="en-US" sz="2300" dirty="0"/>
              <a:t> the name of the criteria set. </a:t>
            </a:r>
          </a:p>
          <a:p>
            <a:pPr lvl="1" algn="just">
              <a:lnSpc>
                <a:spcPct val="110000"/>
              </a:lnSpc>
            </a:pPr>
            <a:endParaRPr lang="en-US" sz="1500" dirty="0"/>
          </a:p>
          <a:p>
            <a:pPr marL="457200" lvl="1" indent="0" algn="just">
              <a:lnSpc>
                <a:spcPct val="110000"/>
              </a:lnSpc>
              <a:buNone/>
            </a:pPr>
            <a:endParaRPr lang="en-US" sz="2300" dirty="0"/>
          </a:p>
          <a:p>
            <a:pPr lvl="1" algn="just">
              <a:lnSpc>
                <a:spcPct val="110000"/>
              </a:lnSpc>
            </a:pPr>
            <a:endParaRPr lang="en-US" sz="2300" dirty="0"/>
          </a:p>
          <a:p>
            <a:pPr lvl="1" algn="just">
              <a:lnSpc>
                <a:spcPct val="110000"/>
              </a:lnSpc>
            </a:pPr>
            <a:endParaRPr lang="en-US" sz="2300" dirty="0"/>
          </a:p>
          <a:p>
            <a:pPr lvl="1" algn="just">
              <a:lnSpc>
                <a:spcPct val="110000"/>
              </a:lnSpc>
            </a:pPr>
            <a:endParaRPr lang="en-US" sz="2300" dirty="0"/>
          </a:p>
          <a:p>
            <a:pPr algn="just">
              <a:lnSpc>
                <a:spcPct val="110000"/>
              </a:lnSpc>
              <a:buFont typeface="Wingdings" panose="05000000000000000000" pitchFamily="2" charset="2"/>
              <a:buChar char="ü"/>
            </a:pPr>
            <a:r>
              <a:rPr lang="en-US" sz="2300" dirty="0"/>
              <a:t> Your modifications will be saved to the criteria set you have chosen from the drop-down menu.</a:t>
            </a:r>
          </a:p>
          <a:p>
            <a:pPr>
              <a:lnSpc>
                <a:spcPct val="110000"/>
              </a:lnSpc>
            </a:pPr>
            <a:endParaRPr lang="en-CA" sz="2300" dirty="0"/>
          </a:p>
        </p:txBody>
      </p:sp>
      <p:sp>
        <p:nvSpPr>
          <p:cNvPr id="4" name="Title 1">
            <a:extLst>
              <a:ext uri="{FF2B5EF4-FFF2-40B4-BE49-F238E27FC236}">
                <a16:creationId xmlns:a16="http://schemas.microsoft.com/office/drawing/2014/main" xmlns="" id="{CB1B063C-D2E4-42EE-A8E4-15B2E4CD5109}"/>
              </a:ext>
            </a:extLst>
          </p:cNvPr>
          <p:cNvSpPr>
            <a:spLocks noGrp="1"/>
          </p:cNvSpPr>
          <p:nvPr>
            <p:ph type="title"/>
            <p:custDataLst>
              <p:tags r:id="rId2"/>
            </p:custDataLst>
          </p:nvPr>
        </p:nvSpPr>
        <p:spPr>
          <a:xfrm>
            <a:off x="838200" y="365125"/>
            <a:ext cx="10515600" cy="1325563"/>
          </a:xfrm>
        </p:spPr>
        <p:txBody>
          <a:bodyPr/>
          <a:lstStyle/>
          <a:p>
            <a:r>
              <a:rPr lang="en-US" sz="4400" dirty="0"/>
              <a:t>Auto-Fill Criteria </a:t>
            </a:r>
            <a:br>
              <a:rPr lang="en-US" sz="4400" dirty="0"/>
            </a:br>
            <a:r>
              <a:rPr lang="en-US" sz="2800" dirty="0"/>
              <a:t>Modify a Criteria Set</a:t>
            </a:r>
            <a:endParaRPr lang="en-CA" dirty="0"/>
          </a:p>
        </p:txBody>
      </p:sp>
      <p:pic>
        <p:nvPicPr>
          <p:cNvPr id="6" name="Picture 5">
            <a:extLst>
              <a:ext uri="{FF2B5EF4-FFF2-40B4-BE49-F238E27FC236}">
                <a16:creationId xmlns:a16="http://schemas.microsoft.com/office/drawing/2014/main" xmlns="" id="{3F2E2998-8E1D-40FB-B87D-61BF1A50E54E}"/>
              </a:ext>
            </a:extLst>
          </p:cNvPr>
          <p:cNvPicPr>
            <a:picLocks noChangeAspect="1"/>
          </p:cNvPicPr>
          <p:nvPr>
            <p:custDataLst>
              <p:tags r:id="rId3"/>
            </p:custDataLst>
          </p:nvPr>
        </p:nvPicPr>
        <p:blipFill>
          <a:blip r:embed="rId5"/>
          <a:stretch>
            <a:fillRect/>
          </a:stretch>
        </p:blipFill>
        <p:spPr>
          <a:xfrm>
            <a:off x="838200" y="3360021"/>
            <a:ext cx="7013235" cy="2010588"/>
          </a:xfrm>
          <a:prstGeom prst="rect">
            <a:avLst/>
          </a:prstGeom>
        </p:spPr>
      </p:pic>
    </p:spTree>
    <p:extLst>
      <p:ext uri="{BB962C8B-B14F-4D97-AF65-F5344CB8AC3E}">
        <p14:creationId xmlns:p14="http://schemas.microsoft.com/office/powerpoint/2010/main" val="17882118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1"/>
            </p:custDataLst>
          </p:nvPr>
        </p:nvSpPr>
        <p:spPr>
          <a:xfrm>
            <a:off x="838200" y="1741218"/>
            <a:ext cx="10515600" cy="4351338"/>
          </a:xfrm>
        </p:spPr>
        <p:txBody>
          <a:bodyPr/>
          <a:lstStyle/>
          <a:p>
            <a:pPr>
              <a:lnSpc>
                <a:spcPct val="150000"/>
              </a:lnSpc>
            </a:pPr>
            <a:r>
              <a:rPr lang="en-US" dirty="0"/>
              <a:t>You may copy a criteria set. </a:t>
            </a:r>
            <a:r>
              <a:rPr lang="en-US" u="sng" dirty="0"/>
              <a:t>To copy a criteria set</a:t>
            </a:r>
            <a:r>
              <a:rPr lang="en-US" dirty="0"/>
              <a:t>, do this:</a:t>
            </a:r>
          </a:p>
          <a:p>
            <a:pPr marL="457200" indent="-457200">
              <a:lnSpc>
                <a:spcPct val="150000"/>
              </a:lnSpc>
              <a:buFont typeface="+mj-lt"/>
              <a:buAutoNum type="arabicPeriod"/>
            </a:pPr>
            <a:r>
              <a:rPr lang="en-US" dirty="0"/>
              <a:t>From the resource corresponding to the criteria set you want to copy, select the criteria set from the drop-down list. </a:t>
            </a:r>
          </a:p>
          <a:p>
            <a:pPr>
              <a:lnSpc>
                <a:spcPct val="150000"/>
              </a:lnSpc>
            </a:pPr>
            <a:endParaRPr lang="en-CA" dirty="0"/>
          </a:p>
        </p:txBody>
      </p:sp>
      <p:sp>
        <p:nvSpPr>
          <p:cNvPr id="6" name="Title 1">
            <a:extLst>
              <a:ext uri="{FF2B5EF4-FFF2-40B4-BE49-F238E27FC236}">
                <a16:creationId xmlns:a16="http://schemas.microsoft.com/office/drawing/2014/main" xmlns="" id="{B1F9B0D7-A630-45C3-BA36-281B093773E7}"/>
              </a:ext>
            </a:extLst>
          </p:cNvPr>
          <p:cNvSpPr>
            <a:spLocks noGrp="1"/>
          </p:cNvSpPr>
          <p:nvPr>
            <p:ph type="title"/>
            <p:custDataLst>
              <p:tags r:id="rId2"/>
            </p:custDataLst>
          </p:nvPr>
        </p:nvSpPr>
        <p:spPr>
          <a:xfrm>
            <a:off x="838200" y="365125"/>
            <a:ext cx="10515600" cy="1325563"/>
          </a:xfrm>
        </p:spPr>
        <p:txBody>
          <a:bodyPr/>
          <a:lstStyle/>
          <a:p>
            <a:r>
              <a:rPr lang="en-US" sz="4400" dirty="0"/>
              <a:t>Auto-Fill Criteria </a:t>
            </a:r>
            <a:br>
              <a:rPr lang="en-US" sz="4400" dirty="0"/>
            </a:br>
            <a:r>
              <a:rPr lang="en-US" sz="2800" dirty="0"/>
              <a:t>Copy a Criteria Set</a:t>
            </a:r>
            <a:endParaRPr lang="en-CA" dirty="0"/>
          </a:p>
        </p:txBody>
      </p:sp>
      <p:pic>
        <p:nvPicPr>
          <p:cNvPr id="8" name="Picture 7">
            <a:extLst>
              <a:ext uri="{FF2B5EF4-FFF2-40B4-BE49-F238E27FC236}">
                <a16:creationId xmlns:a16="http://schemas.microsoft.com/office/drawing/2014/main" xmlns="" id="{646E1591-E988-4D03-B950-70E184455F52}"/>
              </a:ext>
            </a:extLst>
          </p:cNvPr>
          <p:cNvPicPr>
            <a:picLocks noChangeAspect="1"/>
          </p:cNvPicPr>
          <p:nvPr>
            <p:custDataLst>
              <p:tags r:id="rId3"/>
            </p:custDataLst>
          </p:nvPr>
        </p:nvPicPr>
        <p:blipFill>
          <a:blip r:embed="rId6"/>
          <a:stretch>
            <a:fillRect/>
          </a:stretch>
        </p:blipFill>
        <p:spPr>
          <a:xfrm>
            <a:off x="838200" y="3790278"/>
            <a:ext cx="7003706" cy="2067761"/>
          </a:xfrm>
          <a:prstGeom prst="rect">
            <a:avLst/>
          </a:prstGeom>
        </p:spPr>
      </p:pic>
    </p:spTree>
    <p:extLst>
      <p:ext uri="{BB962C8B-B14F-4D97-AF65-F5344CB8AC3E}">
        <p14:creationId xmlns:p14="http://schemas.microsoft.com/office/powerpoint/2010/main" val="22619125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1"/>
            </p:custDataLst>
          </p:nvPr>
        </p:nvSpPr>
        <p:spPr>
          <a:xfrm>
            <a:off x="838200" y="1648484"/>
            <a:ext cx="10515600" cy="4486275"/>
          </a:xfrm>
        </p:spPr>
        <p:txBody>
          <a:bodyPr/>
          <a:lstStyle/>
          <a:p>
            <a:pPr marL="457200" indent="-457200">
              <a:buFont typeface="+mj-lt"/>
              <a:buAutoNum type="arabicPeriod" startAt="2"/>
            </a:pPr>
            <a:r>
              <a:rPr lang="en-US" dirty="0"/>
              <a:t>The fields will be populated with the chosen criteria set:</a:t>
            </a:r>
          </a:p>
          <a:p>
            <a:pPr marL="0" indent="0">
              <a:buNone/>
            </a:pPr>
            <a:endParaRPr lang="en-US" dirty="0"/>
          </a:p>
          <a:p>
            <a:endParaRPr lang="en-US" dirty="0"/>
          </a:p>
          <a:p>
            <a:pPr marL="0" indent="0">
              <a:buNone/>
            </a:pPr>
            <a:endParaRPr lang="en-US" dirty="0"/>
          </a:p>
          <a:p>
            <a:pPr marL="0" indent="0">
              <a:buNone/>
            </a:pPr>
            <a:endParaRPr lang="en-US" dirty="0"/>
          </a:p>
          <a:p>
            <a:pPr marL="0" indent="0">
              <a:buNone/>
            </a:pPr>
            <a:endParaRPr lang="en-US" sz="100" dirty="0"/>
          </a:p>
          <a:p>
            <a:pPr marL="457200" indent="-457200">
              <a:buFont typeface="+mj-lt"/>
              <a:buAutoNum type="arabicPeriod" startAt="3"/>
            </a:pPr>
            <a:r>
              <a:rPr lang="en-US" dirty="0"/>
              <a:t>Optionally, you may modify the values or leave them as they are.</a:t>
            </a:r>
            <a:endParaRPr lang="en-CA" dirty="0"/>
          </a:p>
        </p:txBody>
      </p:sp>
      <p:sp>
        <p:nvSpPr>
          <p:cNvPr id="6" name="Title 1">
            <a:extLst>
              <a:ext uri="{FF2B5EF4-FFF2-40B4-BE49-F238E27FC236}">
                <a16:creationId xmlns:a16="http://schemas.microsoft.com/office/drawing/2014/main" xmlns="" id="{B1F9B0D7-A630-45C3-BA36-281B093773E7}"/>
              </a:ext>
            </a:extLst>
          </p:cNvPr>
          <p:cNvSpPr>
            <a:spLocks noGrp="1"/>
          </p:cNvSpPr>
          <p:nvPr>
            <p:ph type="title"/>
            <p:custDataLst>
              <p:tags r:id="rId2"/>
            </p:custDataLst>
          </p:nvPr>
        </p:nvSpPr>
        <p:spPr>
          <a:xfrm>
            <a:off x="838200" y="365125"/>
            <a:ext cx="10515600" cy="1325563"/>
          </a:xfrm>
        </p:spPr>
        <p:txBody>
          <a:bodyPr/>
          <a:lstStyle/>
          <a:p>
            <a:r>
              <a:rPr lang="en-US" sz="4400" dirty="0"/>
              <a:t>Auto-Fill Criteria </a:t>
            </a:r>
            <a:br>
              <a:rPr lang="en-US" sz="4400" dirty="0"/>
            </a:br>
            <a:r>
              <a:rPr lang="en-US" sz="2800" dirty="0"/>
              <a:t>Copy a Criteria Set</a:t>
            </a:r>
            <a:endParaRPr lang="en-CA" dirty="0"/>
          </a:p>
        </p:txBody>
      </p:sp>
      <p:pic>
        <p:nvPicPr>
          <p:cNvPr id="4" name="Picture 3">
            <a:extLst>
              <a:ext uri="{FF2B5EF4-FFF2-40B4-BE49-F238E27FC236}">
                <a16:creationId xmlns:a16="http://schemas.microsoft.com/office/drawing/2014/main" xmlns="" id="{750B201E-1B0A-4959-A3BD-F5B015DA13D4}"/>
              </a:ext>
            </a:extLst>
          </p:cNvPr>
          <p:cNvPicPr>
            <a:picLocks noChangeAspect="1"/>
          </p:cNvPicPr>
          <p:nvPr>
            <p:custDataLst>
              <p:tags r:id="rId3"/>
            </p:custDataLst>
          </p:nvPr>
        </p:nvPicPr>
        <p:blipFill>
          <a:blip r:embed="rId7"/>
          <a:stretch>
            <a:fillRect/>
          </a:stretch>
        </p:blipFill>
        <p:spPr>
          <a:xfrm>
            <a:off x="1024937" y="2189381"/>
            <a:ext cx="6557549" cy="1633041"/>
          </a:xfrm>
          <a:prstGeom prst="rect">
            <a:avLst/>
          </a:prstGeom>
        </p:spPr>
      </p:pic>
      <p:pic>
        <p:nvPicPr>
          <p:cNvPr id="7" name="Picture 6">
            <a:extLst>
              <a:ext uri="{FF2B5EF4-FFF2-40B4-BE49-F238E27FC236}">
                <a16:creationId xmlns:a16="http://schemas.microsoft.com/office/drawing/2014/main" xmlns="" id="{A76BB269-88C4-449C-A2CC-4B0057F84C61}"/>
              </a:ext>
            </a:extLst>
          </p:cNvPr>
          <p:cNvPicPr>
            <a:picLocks noChangeAspect="1"/>
          </p:cNvPicPr>
          <p:nvPr>
            <p:custDataLst>
              <p:tags r:id="rId4"/>
            </p:custDataLst>
          </p:nvPr>
        </p:nvPicPr>
        <p:blipFill>
          <a:blip r:embed="rId8"/>
          <a:stretch>
            <a:fillRect/>
          </a:stretch>
        </p:blipFill>
        <p:spPr>
          <a:xfrm>
            <a:off x="1024937" y="4611603"/>
            <a:ext cx="6557549" cy="1760232"/>
          </a:xfrm>
          <a:prstGeom prst="rect">
            <a:avLst/>
          </a:prstGeom>
        </p:spPr>
      </p:pic>
    </p:spTree>
    <p:extLst>
      <p:ext uri="{BB962C8B-B14F-4D97-AF65-F5344CB8AC3E}">
        <p14:creationId xmlns:p14="http://schemas.microsoft.com/office/powerpoint/2010/main" val="481771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1"/>
            </p:custDataLst>
          </p:nvPr>
        </p:nvSpPr>
        <p:spPr>
          <a:xfrm>
            <a:off x="838200" y="1505243"/>
            <a:ext cx="10515600" cy="4710119"/>
          </a:xfrm>
        </p:spPr>
        <p:txBody>
          <a:bodyPr/>
          <a:lstStyle/>
          <a:p>
            <a:pPr marL="457200" indent="-457200" algn="just">
              <a:lnSpc>
                <a:spcPct val="150000"/>
              </a:lnSpc>
              <a:buFont typeface="+mj-lt"/>
              <a:buAutoNum type="arabicPeriod" startAt="4"/>
            </a:pPr>
            <a:r>
              <a:rPr lang="en-US" sz="2300" dirty="0"/>
              <a:t>Select Save</a:t>
            </a:r>
            <a:r>
              <a:rPr lang="en-US" sz="2300" b="1" dirty="0"/>
              <a:t> </a:t>
            </a:r>
            <a:r>
              <a:rPr lang="en-US" sz="2300" dirty="0"/>
              <a:t>Field Values As from the drop-down menu. </a:t>
            </a:r>
          </a:p>
          <a:p>
            <a:pPr marL="457200" indent="-457200" algn="just">
              <a:lnSpc>
                <a:spcPct val="150000"/>
              </a:lnSpc>
              <a:buFont typeface="+mj-lt"/>
              <a:buAutoNum type="arabicPeriod" startAt="4"/>
            </a:pPr>
            <a:endParaRPr lang="en-US" sz="2300" dirty="0"/>
          </a:p>
          <a:p>
            <a:pPr marL="0" indent="0" algn="just">
              <a:lnSpc>
                <a:spcPct val="150000"/>
              </a:lnSpc>
              <a:buNone/>
            </a:pPr>
            <a:endParaRPr lang="en-US" sz="2300" dirty="0"/>
          </a:p>
          <a:p>
            <a:pPr marL="0" indent="0" algn="just">
              <a:lnSpc>
                <a:spcPct val="150000"/>
              </a:lnSpc>
              <a:buNone/>
            </a:pPr>
            <a:endParaRPr lang="en-US" sz="600" dirty="0"/>
          </a:p>
          <a:p>
            <a:pPr marL="457200" indent="-457200" algn="just">
              <a:lnSpc>
                <a:spcPct val="150000"/>
              </a:lnSpc>
              <a:buFont typeface="+mj-lt"/>
              <a:buAutoNum type="arabicPeriod" startAt="5"/>
            </a:pPr>
            <a:r>
              <a:rPr lang="en-US" sz="2300" dirty="0"/>
              <a:t>A pop-up window will appear. Enter the new name you want to assign to the criteria set and click Save. </a:t>
            </a:r>
          </a:p>
          <a:p>
            <a:pPr marL="0" indent="0" algn="just">
              <a:lnSpc>
                <a:spcPct val="150000"/>
              </a:lnSpc>
              <a:buNone/>
            </a:pPr>
            <a:endParaRPr lang="en-US" sz="2800" dirty="0"/>
          </a:p>
          <a:p>
            <a:pPr algn="just">
              <a:lnSpc>
                <a:spcPct val="150000"/>
              </a:lnSpc>
              <a:buFont typeface="Wingdings" panose="05000000000000000000" pitchFamily="2" charset="2"/>
              <a:buChar char="ü"/>
            </a:pPr>
            <a:r>
              <a:rPr lang="en-US" sz="2300" dirty="0"/>
              <a:t> The new criteria set will appear in the Auto-fill with drop-down menu.</a:t>
            </a:r>
          </a:p>
          <a:p>
            <a:pPr marL="457200" indent="-457200" algn="just">
              <a:lnSpc>
                <a:spcPct val="150000"/>
              </a:lnSpc>
              <a:buFont typeface="+mj-lt"/>
              <a:buAutoNum type="arabicPeriod" startAt="5"/>
            </a:pPr>
            <a:endParaRPr lang="en-CA" sz="2300" dirty="0"/>
          </a:p>
        </p:txBody>
      </p:sp>
      <p:sp>
        <p:nvSpPr>
          <p:cNvPr id="6" name="Title 1">
            <a:extLst>
              <a:ext uri="{FF2B5EF4-FFF2-40B4-BE49-F238E27FC236}">
                <a16:creationId xmlns:a16="http://schemas.microsoft.com/office/drawing/2014/main" xmlns="" id="{B1F9B0D7-A630-45C3-BA36-281B093773E7}"/>
              </a:ext>
            </a:extLst>
          </p:cNvPr>
          <p:cNvSpPr>
            <a:spLocks noGrp="1"/>
          </p:cNvSpPr>
          <p:nvPr>
            <p:ph type="title"/>
            <p:custDataLst>
              <p:tags r:id="rId2"/>
            </p:custDataLst>
          </p:nvPr>
        </p:nvSpPr>
        <p:spPr>
          <a:xfrm>
            <a:off x="838200" y="365125"/>
            <a:ext cx="10515600" cy="1325563"/>
          </a:xfrm>
        </p:spPr>
        <p:txBody>
          <a:bodyPr/>
          <a:lstStyle/>
          <a:p>
            <a:r>
              <a:rPr lang="en-US" sz="4400" dirty="0"/>
              <a:t>Auto-Fill Criteria </a:t>
            </a:r>
            <a:br>
              <a:rPr lang="en-US" sz="4400" dirty="0"/>
            </a:br>
            <a:r>
              <a:rPr lang="en-US" sz="2800" dirty="0"/>
              <a:t>Copy a Criteria Set</a:t>
            </a:r>
            <a:endParaRPr lang="en-CA" dirty="0"/>
          </a:p>
        </p:txBody>
      </p:sp>
      <p:pic>
        <p:nvPicPr>
          <p:cNvPr id="4" name="Picture 3">
            <a:extLst>
              <a:ext uri="{FF2B5EF4-FFF2-40B4-BE49-F238E27FC236}">
                <a16:creationId xmlns:a16="http://schemas.microsoft.com/office/drawing/2014/main" xmlns="" id="{F886750C-6341-4469-97FE-23169E0BD039}"/>
              </a:ext>
            </a:extLst>
          </p:cNvPr>
          <p:cNvPicPr>
            <a:picLocks noChangeAspect="1"/>
          </p:cNvPicPr>
          <p:nvPr>
            <p:custDataLst>
              <p:tags r:id="rId3"/>
            </p:custDataLst>
          </p:nvPr>
        </p:nvPicPr>
        <p:blipFill>
          <a:blip r:embed="rId7"/>
          <a:stretch>
            <a:fillRect/>
          </a:stretch>
        </p:blipFill>
        <p:spPr>
          <a:xfrm>
            <a:off x="908540" y="2185498"/>
            <a:ext cx="5956495" cy="1516048"/>
          </a:xfrm>
          <a:prstGeom prst="rect">
            <a:avLst/>
          </a:prstGeom>
        </p:spPr>
      </p:pic>
      <p:pic>
        <p:nvPicPr>
          <p:cNvPr id="7" name="Picture 6">
            <a:extLst>
              <a:ext uri="{FF2B5EF4-FFF2-40B4-BE49-F238E27FC236}">
                <a16:creationId xmlns:a16="http://schemas.microsoft.com/office/drawing/2014/main" xmlns="" id="{9C577215-877A-4752-9688-5ADE480C060B}"/>
              </a:ext>
            </a:extLst>
          </p:cNvPr>
          <p:cNvPicPr>
            <a:picLocks noChangeAspect="1"/>
          </p:cNvPicPr>
          <p:nvPr>
            <p:custDataLst>
              <p:tags r:id="rId4"/>
            </p:custDataLst>
          </p:nvPr>
        </p:nvPicPr>
        <p:blipFill>
          <a:blip r:embed="rId8"/>
          <a:stretch>
            <a:fillRect/>
          </a:stretch>
        </p:blipFill>
        <p:spPr>
          <a:xfrm>
            <a:off x="4815338" y="4382029"/>
            <a:ext cx="5257800" cy="1336579"/>
          </a:xfrm>
          <a:prstGeom prst="rect">
            <a:avLst/>
          </a:prstGeom>
        </p:spPr>
      </p:pic>
    </p:spTree>
    <p:extLst>
      <p:ext uri="{BB962C8B-B14F-4D97-AF65-F5344CB8AC3E}">
        <p14:creationId xmlns:p14="http://schemas.microsoft.com/office/powerpoint/2010/main" val="8190870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1"/>
            </p:custDataLst>
          </p:nvPr>
        </p:nvSpPr>
        <p:spPr>
          <a:xfrm>
            <a:off x="838200" y="1547446"/>
            <a:ext cx="10515600" cy="4629517"/>
          </a:xfrm>
        </p:spPr>
        <p:txBody>
          <a:bodyPr/>
          <a:lstStyle/>
          <a:p>
            <a:pPr>
              <a:lnSpc>
                <a:spcPct val="150000"/>
              </a:lnSpc>
            </a:pPr>
            <a:r>
              <a:rPr lang="en-US" dirty="0"/>
              <a:t>You may </a:t>
            </a:r>
            <a:r>
              <a:rPr lang="en-US" u="sng" dirty="0"/>
              <a:t>delete a criteria set</a:t>
            </a:r>
            <a:r>
              <a:rPr lang="en-US" dirty="0"/>
              <a:t>. To do this:</a:t>
            </a:r>
          </a:p>
          <a:p>
            <a:pPr marL="457200" indent="-457200">
              <a:lnSpc>
                <a:spcPct val="150000"/>
              </a:lnSpc>
              <a:buFont typeface="+mj-lt"/>
              <a:buAutoNum type="arabicPeriod"/>
            </a:pPr>
            <a:r>
              <a:rPr lang="en-US" dirty="0"/>
              <a:t>From the resource corresponding to the criteria set you want to delete, select the criteria set from the drop-down list. </a:t>
            </a:r>
          </a:p>
          <a:p>
            <a:pPr marL="457200" indent="-457200">
              <a:lnSpc>
                <a:spcPct val="150000"/>
              </a:lnSpc>
              <a:buFont typeface="+mj-lt"/>
              <a:buAutoNum type="arabicPeriod" startAt="2"/>
            </a:pPr>
            <a:r>
              <a:rPr lang="en-US" dirty="0"/>
              <a:t>The fields will be populated with the chosen criteria set. </a:t>
            </a:r>
          </a:p>
          <a:p>
            <a:pPr>
              <a:lnSpc>
                <a:spcPct val="150000"/>
              </a:lnSpc>
            </a:pPr>
            <a:endParaRPr lang="en-CA" dirty="0"/>
          </a:p>
        </p:txBody>
      </p:sp>
      <p:sp>
        <p:nvSpPr>
          <p:cNvPr id="6" name="Title 1">
            <a:extLst>
              <a:ext uri="{FF2B5EF4-FFF2-40B4-BE49-F238E27FC236}">
                <a16:creationId xmlns:a16="http://schemas.microsoft.com/office/drawing/2014/main" xmlns="" id="{200AAC61-5360-4E59-B292-3E78266B4C56}"/>
              </a:ext>
            </a:extLst>
          </p:cNvPr>
          <p:cNvSpPr>
            <a:spLocks noGrp="1"/>
          </p:cNvSpPr>
          <p:nvPr>
            <p:ph type="title"/>
            <p:custDataLst>
              <p:tags r:id="rId2"/>
            </p:custDataLst>
          </p:nvPr>
        </p:nvSpPr>
        <p:spPr>
          <a:xfrm>
            <a:off x="838200" y="365125"/>
            <a:ext cx="10515600" cy="1325563"/>
          </a:xfrm>
        </p:spPr>
        <p:txBody>
          <a:bodyPr/>
          <a:lstStyle/>
          <a:p>
            <a:r>
              <a:rPr lang="en-US" sz="4400" dirty="0"/>
              <a:t>Auto-Fill Criteria </a:t>
            </a:r>
            <a:br>
              <a:rPr lang="en-US" sz="4400" dirty="0"/>
            </a:br>
            <a:r>
              <a:rPr lang="en-US" sz="2800" dirty="0"/>
              <a:t>Delete a Criteria Set</a:t>
            </a:r>
            <a:endParaRPr lang="en-CA" dirty="0"/>
          </a:p>
        </p:txBody>
      </p:sp>
      <p:pic>
        <p:nvPicPr>
          <p:cNvPr id="8" name="Picture 7">
            <a:extLst>
              <a:ext uri="{FF2B5EF4-FFF2-40B4-BE49-F238E27FC236}">
                <a16:creationId xmlns:a16="http://schemas.microsoft.com/office/drawing/2014/main" xmlns="" id="{35D3F4DC-2201-462E-97B4-7E5A5A44C31B}"/>
              </a:ext>
            </a:extLst>
          </p:cNvPr>
          <p:cNvPicPr>
            <a:picLocks noChangeAspect="1"/>
          </p:cNvPicPr>
          <p:nvPr>
            <p:custDataLst>
              <p:tags r:id="rId3"/>
            </p:custDataLst>
          </p:nvPr>
        </p:nvPicPr>
        <p:blipFill>
          <a:blip r:embed="rId6"/>
          <a:stretch>
            <a:fillRect/>
          </a:stretch>
        </p:blipFill>
        <p:spPr>
          <a:xfrm>
            <a:off x="981127" y="4318837"/>
            <a:ext cx="6994177" cy="1858126"/>
          </a:xfrm>
          <a:prstGeom prst="rect">
            <a:avLst/>
          </a:prstGeom>
        </p:spPr>
      </p:pic>
    </p:spTree>
    <p:extLst>
      <p:ext uri="{BB962C8B-B14F-4D97-AF65-F5344CB8AC3E}">
        <p14:creationId xmlns:p14="http://schemas.microsoft.com/office/powerpoint/2010/main" val="13173037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C9FC46-3B03-4FFB-BA7B-7AE120B019EC}"/>
              </a:ext>
            </a:extLst>
          </p:cNvPr>
          <p:cNvSpPr>
            <a:spLocks noGrp="1"/>
          </p:cNvSpPr>
          <p:nvPr>
            <p:ph idx="1"/>
            <p:custDataLst>
              <p:tags r:id="rId1"/>
            </p:custDataLst>
          </p:nvPr>
        </p:nvSpPr>
        <p:spPr>
          <a:xfrm>
            <a:off x="838200" y="1718824"/>
            <a:ext cx="10515600" cy="4486275"/>
          </a:xfrm>
        </p:spPr>
        <p:txBody>
          <a:bodyPr/>
          <a:lstStyle/>
          <a:p>
            <a:pPr marL="457200" indent="-457200">
              <a:lnSpc>
                <a:spcPct val="150000"/>
              </a:lnSpc>
              <a:buFont typeface="+mj-lt"/>
              <a:buAutoNum type="arabicPeriod" startAt="3"/>
            </a:pPr>
            <a:r>
              <a:rPr lang="en-US" dirty="0"/>
              <a:t>Select the Delete action from the Search Criteria drop-down menu.</a:t>
            </a:r>
          </a:p>
          <a:p>
            <a:pPr marL="457200" indent="-457200">
              <a:lnSpc>
                <a:spcPct val="150000"/>
              </a:lnSpc>
              <a:buFont typeface="+mj-lt"/>
              <a:buAutoNum type="arabicPeriod" startAt="3"/>
            </a:pPr>
            <a:endParaRPr lang="en-US" dirty="0"/>
          </a:p>
          <a:p>
            <a:pPr marL="457200" indent="-457200">
              <a:lnSpc>
                <a:spcPct val="150000"/>
              </a:lnSpc>
              <a:buFont typeface="+mj-lt"/>
              <a:buAutoNum type="arabicPeriod" startAt="3"/>
            </a:pPr>
            <a:endParaRPr lang="en-US" sz="2800" dirty="0"/>
          </a:p>
          <a:p>
            <a:pPr marL="457200" indent="-457200">
              <a:lnSpc>
                <a:spcPct val="150000"/>
              </a:lnSpc>
              <a:buFont typeface="+mj-lt"/>
              <a:buAutoNum type="arabicPeriod" startAt="3"/>
            </a:pPr>
            <a:endParaRPr lang="en-US" dirty="0"/>
          </a:p>
          <a:p>
            <a:pPr>
              <a:lnSpc>
                <a:spcPct val="150000"/>
              </a:lnSpc>
              <a:buFont typeface="Wingdings" panose="05000000000000000000" pitchFamily="2" charset="2"/>
              <a:buChar char="ü"/>
            </a:pPr>
            <a:r>
              <a:rPr lang="en-US" sz="2400" dirty="0"/>
              <a:t> The criteria set will be deleted from the drop-down menu.</a:t>
            </a:r>
          </a:p>
          <a:p>
            <a:pPr marL="0" indent="0">
              <a:lnSpc>
                <a:spcPct val="150000"/>
              </a:lnSpc>
              <a:buNone/>
            </a:pPr>
            <a:r>
              <a:rPr lang="en-US" dirty="0"/>
              <a:t> </a:t>
            </a:r>
          </a:p>
          <a:p>
            <a:pPr>
              <a:lnSpc>
                <a:spcPct val="150000"/>
              </a:lnSpc>
            </a:pPr>
            <a:endParaRPr lang="en-CA" dirty="0"/>
          </a:p>
        </p:txBody>
      </p:sp>
      <p:sp>
        <p:nvSpPr>
          <p:cNvPr id="6" name="Title 1">
            <a:extLst>
              <a:ext uri="{FF2B5EF4-FFF2-40B4-BE49-F238E27FC236}">
                <a16:creationId xmlns:a16="http://schemas.microsoft.com/office/drawing/2014/main" xmlns="" id="{200AAC61-5360-4E59-B292-3E78266B4C56}"/>
              </a:ext>
            </a:extLst>
          </p:cNvPr>
          <p:cNvSpPr>
            <a:spLocks noGrp="1"/>
          </p:cNvSpPr>
          <p:nvPr>
            <p:ph type="title"/>
            <p:custDataLst>
              <p:tags r:id="rId2"/>
            </p:custDataLst>
          </p:nvPr>
        </p:nvSpPr>
        <p:spPr>
          <a:xfrm>
            <a:off x="838200" y="365125"/>
            <a:ext cx="10515600" cy="1325563"/>
          </a:xfrm>
        </p:spPr>
        <p:txBody>
          <a:bodyPr/>
          <a:lstStyle/>
          <a:p>
            <a:r>
              <a:rPr lang="en-US" sz="4400" dirty="0"/>
              <a:t>Auto-Fill Criteria </a:t>
            </a:r>
            <a:br>
              <a:rPr lang="en-US" sz="4400" dirty="0"/>
            </a:br>
            <a:r>
              <a:rPr lang="en-US" sz="2800" dirty="0"/>
              <a:t>Delete a Criteria Set</a:t>
            </a:r>
            <a:endParaRPr lang="en-CA" dirty="0"/>
          </a:p>
        </p:txBody>
      </p:sp>
      <p:pic>
        <p:nvPicPr>
          <p:cNvPr id="4" name="Picture 3">
            <a:extLst>
              <a:ext uri="{FF2B5EF4-FFF2-40B4-BE49-F238E27FC236}">
                <a16:creationId xmlns:a16="http://schemas.microsoft.com/office/drawing/2014/main" xmlns="" id="{B6795659-FC9B-438A-A026-873EFBA9C34F}"/>
              </a:ext>
            </a:extLst>
          </p:cNvPr>
          <p:cNvPicPr>
            <a:picLocks noChangeAspect="1"/>
          </p:cNvPicPr>
          <p:nvPr>
            <p:custDataLst>
              <p:tags r:id="rId3"/>
            </p:custDataLst>
          </p:nvPr>
        </p:nvPicPr>
        <p:blipFill>
          <a:blip r:embed="rId7"/>
          <a:stretch>
            <a:fillRect/>
          </a:stretch>
        </p:blipFill>
        <p:spPr>
          <a:xfrm>
            <a:off x="943914" y="2499486"/>
            <a:ext cx="6956062" cy="1915299"/>
          </a:xfrm>
          <a:prstGeom prst="rect">
            <a:avLst/>
          </a:prstGeom>
        </p:spPr>
      </p:pic>
      <p:pic>
        <p:nvPicPr>
          <p:cNvPr id="7" name="Picture 6">
            <a:extLst>
              <a:ext uri="{FF2B5EF4-FFF2-40B4-BE49-F238E27FC236}">
                <a16:creationId xmlns:a16="http://schemas.microsoft.com/office/drawing/2014/main" xmlns="" id="{E043B1E0-C8BF-40EE-B90C-31FCD3C2A740}"/>
              </a:ext>
            </a:extLst>
          </p:cNvPr>
          <p:cNvPicPr>
            <a:picLocks noChangeAspect="1"/>
          </p:cNvPicPr>
          <p:nvPr>
            <p:custDataLst>
              <p:tags r:id="rId4"/>
            </p:custDataLst>
          </p:nvPr>
        </p:nvPicPr>
        <p:blipFill>
          <a:blip r:embed="rId8"/>
          <a:stretch>
            <a:fillRect/>
          </a:stretch>
        </p:blipFill>
        <p:spPr>
          <a:xfrm>
            <a:off x="964187" y="5251717"/>
            <a:ext cx="3373213" cy="590789"/>
          </a:xfrm>
          <a:prstGeom prst="rect">
            <a:avLst/>
          </a:prstGeom>
        </p:spPr>
      </p:pic>
    </p:spTree>
    <p:extLst>
      <p:ext uri="{BB962C8B-B14F-4D97-AF65-F5344CB8AC3E}">
        <p14:creationId xmlns:p14="http://schemas.microsoft.com/office/powerpoint/2010/main" val="27316771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Search Results View</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29062700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C3C8CB-8B95-485A-A88E-2D68B648C3E2}"/>
              </a:ext>
            </a:extLst>
          </p:cNvPr>
          <p:cNvSpPr>
            <a:spLocks noGrp="1"/>
          </p:cNvSpPr>
          <p:nvPr>
            <p:ph type="title"/>
            <p:custDataLst>
              <p:tags r:id="rId1"/>
            </p:custDataLst>
          </p:nvPr>
        </p:nvSpPr>
        <p:spPr/>
        <p:txBody>
          <a:bodyPr/>
          <a:lstStyle/>
          <a:p>
            <a:r>
              <a:rPr lang="fr-CA" dirty="0" err="1"/>
              <a:t>Search</a:t>
            </a:r>
            <a:r>
              <a:rPr lang="fr-CA" dirty="0"/>
              <a:t> </a:t>
            </a:r>
            <a:r>
              <a:rPr lang="fr-CA" dirty="0" err="1"/>
              <a:t>Results</a:t>
            </a:r>
            <a:r>
              <a:rPr lang="fr-CA" dirty="0"/>
              <a:t> </a:t>
            </a:r>
            <a:r>
              <a:rPr lang="fr-CA" dirty="0" err="1"/>
              <a:t>View</a:t>
            </a:r>
            <a:endParaRPr lang="en-CA" dirty="0"/>
          </a:p>
        </p:txBody>
      </p:sp>
      <p:sp>
        <p:nvSpPr>
          <p:cNvPr id="3" name="Content Placeholder 2">
            <a:extLst>
              <a:ext uri="{FF2B5EF4-FFF2-40B4-BE49-F238E27FC236}">
                <a16:creationId xmlns:a16="http://schemas.microsoft.com/office/drawing/2014/main" xmlns="" id="{0F5E13C3-6D59-4F31-894F-EC75DDF9DEA3}"/>
              </a:ext>
            </a:extLst>
          </p:cNvPr>
          <p:cNvSpPr>
            <a:spLocks noGrp="1"/>
          </p:cNvSpPr>
          <p:nvPr>
            <p:ph idx="1"/>
            <p:custDataLst>
              <p:tags r:id="rId2"/>
            </p:custDataLst>
          </p:nvPr>
        </p:nvSpPr>
        <p:spPr>
          <a:xfrm>
            <a:off x="838200" y="1287379"/>
            <a:ext cx="10515600" cy="4480504"/>
          </a:xfrm>
        </p:spPr>
        <p:txBody>
          <a:bodyPr/>
          <a:lstStyle/>
          <a:p>
            <a:r>
              <a:rPr lang="en-US" sz="2100" dirty="0"/>
              <a:t>This view gives the user the results for a given search:</a:t>
            </a:r>
          </a:p>
          <a:p>
            <a:endParaRPr lang="en-CA" dirty="0"/>
          </a:p>
        </p:txBody>
      </p:sp>
      <p:pic>
        <p:nvPicPr>
          <p:cNvPr id="7" name="Picture 6">
            <a:extLst>
              <a:ext uri="{FF2B5EF4-FFF2-40B4-BE49-F238E27FC236}">
                <a16:creationId xmlns:a16="http://schemas.microsoft.com/office/drawing/2014/main" xmlns="" id="{7C9BCBB0-752E-4CBC-9964-8C14B17697B0}"/>
              </a:ext>
            </a:extLst>
          </p:cNvPr>
          <p:cNvPicPr>
            <a:picLocks noChangeAspect="1"/>
          </p:cNvPicPr>
          <p:nvPr>
            <p:custDataLst>
              <p:tags r:id="rId3"/>
            </p:custDataLst>
          </p:nvPr>
        </p:nvPicPr>
        <p:blipFill>
          <a:blip r:embed="rId18"/>
          <a:stretch>
            <a:fillRect/>
          </a:stretch>
        </p:blipFill>
        <p:spPr>
          <a:xfrm>
            <a:off x="224590" y="2023057"/>
            <a:ext cx="11742820" cy="2315133"/>
          </a:xfrm>
          <a:prstGeom prst="rect">
            <a:avLst/>
          </a:prstGeom>
        </p:spPr>
      </p:pic>
      <p:cxnSp>
        <p:nvCxnSpPr>
          <p:cNvPr id="8" name="Straight Connector 7">
            <a:extLst>
              <a:ext uri="{FF2B5EF4-FFF2-40B4-BE49-F238E27FC236}">
                <a16:creationId xmlns:a16="http://schemas.microsoft.com/office/drawing/2014/main" xmlns="" id="{8DC1250F-B7D8-41EC-A5E3-4AE4B6776CB2}"/>
              </a:ext>
            </a:extLst>
          </p:cNvPr>
          <p:cNvCxnSpPr>
            <a:cxnSpLocks/>
          </p:cNvCxnSpPr>
          <p:nvPr>
            <p:custDataLst>
              <p:tags r:id="rId4"/>
            </p:custDataLst>
          </p:nvPr>
        </p:nvCxnSpPr>
        <p:spPr>
          <a:xfrm>
            <a:off x="691901" y="3967873"/>
            <a:ext cx="0" cy="977100"/>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xmlns="" id="{5AC7247E-6AAF-413D-A71D-7E4BDD35815F}"/>
              </a:ext>
            </a:extLst>
          </p:cNvPr>
          <p:cNvCxnSpPr>
            <a:cxnSpLocks/>
          </p:cNvCxnSpPr>
          <p:nvPr>
            <p:custDataLst>
              <p:tags r:id="rId5"/>
            </p:custDataLst>
          </p:nvPr>
        </p:nvCxnSpPr>
        <p:spPr>
          <a:xfrm>
            <a:off x="679869" y="4946187"/>
            <a:ext cx="1377531"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xmlns="" id="{0F89DCA4-0764-42F2-BFA7-76A150A9CDEC}"/>
              </a:ext>
            </a:extLst>
          </p:cNvPr>
          <p:cNvPicPr>
            <a:picLocks noChangeAspect="1"/>
          </p:cNvPicPr>
          <p:nvPr>
            <p:custDataLst>
              <p:tags r:id="rId6"/>
            </p:custDataLst>
          </p:nvPr>
        </p:nvPicPr>
        <p:blipFill rotWithShape="1">
          <a:blip r:embed="rId19"/>
          <a:srcRect r="80263"/>
          <a:stretch/>
        </p:blipFill>
        <p:spPr>
          <a:xfrm>
            <a:off x="2215731" y="3742856"/>
            <a:ext cx="2550694" cy="2547918"/>
          </a:xfrm>
          <a:prstGeom prst="rect">
            <a:avLst/>
          </a:prstGeom>
          <a:ln w="19050">
            <a:solidFill>
              <a:schemeClr val="tx1">
                <a:lumMod val="50000"/>
              </a:schemeClr>
            </a:solidFill>
          </a:ln>
        </p:spPr>
      </p:pic>
      <p:cxnSp>
        <p:nvCxnSpPr>
          <p:cNvPr id="16" name="Straight Connector 15">
            <a:extLst>
              <a:ext uri="{FF2B5EF4-FFF2-40B4-BE49-F238E27FC236}">
                <a16:creationId xmlns:a16="http://schemas.microsoft.com/office/drawing/2014/main" xmlns="" id="{E4B46A00-C909-4969-AF43-CF4E94BD5801}"/>
              </a:ext>
            </a:extLst>
          </p:cNvPr>
          <p:cNvCxnSpPr>
            <a:cxnSpLocks/>
          </p:cNvCxnSpPr>
          <p:nvPr>
            <p:custDataLst>
              <p:tags r:id="rId7"/>
            </p:custDataLst>
          </p:nvPr>
        </p:nvCxnSpPr>
        <p:spPr>
          <a:xfrm flipV="1">
            <a:off x="2542634" y="4579541"/>
            <a:ext cx="3148662" cy="754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xmlns="" id="{E3C610E0-C031-4049-BACB-08083E90B17B}"/>
              </a:ext>
            </a:extLst>
          </p:cNvPr>
          <p:cNvSpPr/>
          <p:nvPr>
            <p:custDataLst>
              <p:tags r:id="rId8"/>
            </p:custDataLst>
          </p:nvPr>
        </p:nvSpPr>
        <p:spPr>
          <a:xfrm flipH="1" flipV="1">
            <a:off x="5641018" y="4541963"/>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8" name="Straight Connector 17">
            <a:extLst>
              <a:ext uri="{FF2B5EF4-FFF2-40B4-BE49-F238E27FC236}">
                <a16:creationId xmlns:a16="http://schemas.microsoft.com/office/drawing/2014/main" xmlns="" id="{C8FFFA5B-B4EB-4F98-89FA-FC23845C91CB}"/>
              </a:ext>
            </a:extLst>
          </p:cNvPr>
          <p:cNvCxnSpPr>
            <a:cxnSpLocks/>
          </p:cNvCxnSpPr>
          <p:nvPr>
            <p:custDataLst>
              <p:tags r:id="rId9"/>
            </p:custDataLst>
          </p:nvPr>
        </p:nvCxnSpPr>
        <p:spPr>
          <a:xfrm>
            <a:off x="2839453" y="5300958"/>
            <a:ext cx="2801565"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xmlns="" id="{4E08EDA6-4AC4-4084-85B5-E687F7C548C1}"/>
              </a:ext>
            </a:extLst>
          </p:cNvPr>
          <p:cNvSpPr/>
          <p:nvPr>
            <p:custDataLst>
              <p:tags r:id="rId10"/>
            </p:custDataLst>
          </p:nvPr>
        </p:nvSpPr>
        <p:spPr>
          <a:xfrm flipH="1" flipV="1">
            <a:off x="5631608" y="5243808"/>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0" name="Straight Connector 19">
            <a:extLst>
              <a:ext uri="{FF2B5EF4-FFF2-40B4-BE49-F238E27FC236}">
                <a16:creationId xmlns:a16="http://schemas.microsoft.com/office/drawing/2014/main" xmlns="" id="{78EE2CD9-396D-4932-951A-D076E46D803B}"/>
              </a:ext>
            </a:extLst>
          </p:cNvPr>
          <p:cNvCxnSpPr>
            <a:cxnSpLocks/>
          </p:cNvCxnSpPr>
          <p:nvPr>
            <p:custDataLst>
              <p:tags r:id="rId11"/>
            </p:custDataLst>
          </p:nvPr>
        </p:nvCxnSpPr>
        <p:spPr>
          <a:xfrm>
            <a:off x="3031958" y="6056944"/>
            <a:ext cx="260906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xmlns="" id="{51D49E88-3E05-4E23-B18F-9D65E0F1EB87}"/>
              </a:ext>
            </a:extLst>
          </p:cNvPr>
          <p:cNvSpPr/>
          <p:nvPr>
            <p:custDataLst>
              <p:tags r:id="rId12"/>
            </p:custDataLst>
          </p:nvPr>
        </p:nvSpPr>
        <p:spPr>
          <a:xfrm flipH="1" flipV="1">
            <a:off x="5631608" y="5999794"/>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2" name="Straight Connector 21">
            <a:extLst>
              <a:ext uri="{FF2B5EF4-FFF2-40B4-BE49-F238E27FC236}">
                <a16:creationId xmlns:a16="http://schemas.microsoft.com/office/drawing/2014/main" xmlns="" id="{A9109A75-3E3A-4475-9A17-F304D23EEDCC}"/>
              </a:ext>
            </a:extLst>
          </p:cNvPr>
          <p:cNvCxnSpPr>
            <a:cxnSpLocks/>
          </p:cNvCxnSpPr>
          <p:nvPr>
            <p:custDataLst>
              <p:tags r:id="rId13"/>
            </p:custDataLst>
          </p:nvPr>
        </p:nvCxnSpPr>
        <p:spPr>
          <a:xfrm>
            <a:off x="2542634" y="4591573"/>
            <a:ext cx="0" cy="12569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xmlns="" id="{AF020982-E933-45C0-AC77-D7F30BB8D7DF}"/>
              </a:ext>
            </a:extLst>
          </p:cNvPr>
          <p:cNvSpPr/>
          <p:nvPr>
            <p:custDataLst>
              <p:tags r:id="rId14"/>
            </p:custDataLst>
          </p:nvPr>
        </p:nvSpPr>
        <p:spPr>
          <a:xfrm>
            <a:off x="5895035" y="4460530"/>
            <a:ext cx="4425035" cy="553998"/>
          </a:xfrm>
          <a:prstGeom prst="rect">
            <a:avLst/>
          </a:prstGeom>
        </p:spPr>
        <p:txBody>
          <a:bodyPr wrap="square">
            <a:spAutoFit/>
          </a:bodyPr>
          <a:lstStyle/>
          <a:p>
            <a:pPr algn="just"/>
            <a:r>
              <a:rPr lang="en-US" sz="1600" dirty="0">
                <a:solidFill>
                  <a:srgbClr val="000000"/>
                </a:solidFill>
              </a:rPr>
              <a:t>Navigate to the grid-level More Actions menu</a:t>
            </a:r>
            <a:endParaRPr lang="fr-CA" sz="1600" dirty="0">
              <a:solidFill>
                <a:srgbClr val="000000"/>
              </a:solidFill>
            </a:endParaRPr>
          </a:p>
          <a:p>
            <a:pPr algn="just"/>
            <a:r>
              <a:rPr lang="en-US" sz="1400" dirty="0">
                <a:solidFill>
                  <a:srgbClr val="000000"/>
                </a:solidFill>
              </a:rPr>
              <a:t> </a:t>
            </a:r>
          </a:p>
        </p:txBody>
      </p:sp>
      <p:sp>
        <p:nvSpPr>
          <p:cNvPr id="24" name="Rectangle 23">
            <a:extLst>
              <a:ext uri="{FF2B5EF4-FFF2-40B4-BE49-F238E27FC236}">
                <a16:creationId xmlns:a16="http://schemas.microsoft.com/office/drawing/2014/main" xmlns="" id="{63808CA9-7AD2-4659-A325-D420A3344550}"/>
              </a:ext>
            </a:extLst>
          </p:cNvPr>
          <p:cNvSpPr/>
          <p:nvPr>
            <p:custDataLst>
              <p:tags r:id="rId15"/>
            </p:custDataLst>
          </p:nvPr>
        </p:nvSpPr>
        <p:spPr>
          <a:xfrm>
            <a:off x="5912849" y="5142791"/>
            <a:ext cx="4063420" cy="338554"/>
          </a:xfrm>
          <a:prstGeom prst="rect">
            <a:avLst/>
          </a:prstGeom>
        </p:spPr>
        <p:txBody>
          <a:bodyPr wrap="none">
            <a:spAutoFit/>
          </a:bodyPr>
          <a:lstStyle/>
          <a:p>
            <a:r>
              <a:rPr lang="en-CA" sz="1600" dirty="0">
                <a:solidFill>
                  <a:srgbClr val="000000"/>
                </a:solidFill>
              </a:rPr>
              <a:t>Select one or more records of the given search</a:t>
            </a:r>
          </a:p>
        </p:txBody>
      </p:sp>
      <p:sp>
        <p:nvSpPr>
          <p:cNvPr id="25" name="Rectangle 24">
            <a:extLst>
              <a:ext uri="{FF2B5EF4-FFF2-40B4-BE49-F238E27FC236}">
                <a16:creationId xmlns:a16="http://schemas.microsoft.com/office/drawing/2014/main" xmlns="" id="{6E1BBC35-E62E-4AE5-8DE4-257E7A29551C}"/>
              </a:ext>
            </a:extLst>
          </p:cNvPr>
          <p:cNvSpPr/>
          <p:nvPr>
            <p:custDataLst>
              <p:tags r:id="rId16"/>
            </p:custDataLst>
          </p:nvPr>
        </p:nvSpPr>
        <p:spPr>
          <a:xfrm>
            <a:off x="5883668" y="5886349"/>
            <a:ext cx="2681503" cy="338554"/>
          </a:xfrm>
          <a:prstGeom prst="rect">
            <a:avLst/>
          </a:prstGeom>
        </p:spPr>
        <p:txBody>
          <a:bodyPr wrap="none">
            <a:spAutoFit/>
          </a:bodyPr>
          <a:lstStyle/>
          <a:p>
            <a:r>
              <a:rPr lang="en-CA" sz="1600" dirty="0">
                <a:solidFill>
                  <a:srgbClr val="000000"/>
                </a:solidFill>
              </a:rPr>
              <a:t>Access the view record details</a:t>
            </a:r>
          </a:p>
        </p:txBody>
      </p:sp>
    </p:spTree>
    <p:extLst>
      <p:ext uri="{BB962C8B-B14F-4D97-AF65-F5344CB8AC3E}">
        <p14:creationId xmlns:p14="http://schemas.microsoft.com/office/powerpoint/2010/main" val="36686721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Hot Keys </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206498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B9411F-C1A4-4621-9089-3FD3A97E5862}"/>
              </a:ext>
            </a:extLst>
          </p:cNvPr>
          <p:cNvSpPr>
            <a:spLocks noGrp="1"/>
          </p:cNvSpPr>
          <p:nvPr>
            <p:ph type="title"/>
            <p:custDataLst>
              <p:tags r:id="rId1"/>
            </p:custDataLst>
          </p:nvPr>
        </p:nvSpPr>
        <p:spPr/>
        <p:txBody>
          <a:bodyPr/>
          <a:lstStyle/>
          <a:p>
            <a:r>
              <a:rPr lang="fr-CA" dirty="0"/>
              <a:t>Hot Keys </a:t>
            </a:r>
            <a:br>
              <a:rPr lang="fr-CA" dirty="0"/>
            </a:br>
            <a:r>
              <a:rPr lang="fr-CA" sz="3200" dirty="0" err="1"/>
              <a:t>Overview</a:t>
            </a:r>
            <a:endParaRPr lang="en-CA" dirty="0"/>
          </a:p>
        </p:txBody>
      </p:sp>
      <p:sp>
        <p:nvSpPr>
          <p:cNvPr id="3" name="Content Placeholder 2">
            <a:extLst>
              <a:ext uri="{FF2B5EF4-FFF2-40B4-BE49-F238E27FC236}">
                <a16:creationId xmlns:a16="http://schemas.microsoft.com/office/drawing/2014/main" xmlns="" id="{D956319D-C8E9-4E31-9221-C7EB43E98FE0}"/>
              </a:ext>
            </a:extLst>
          </p:cNvPr>
          <p:cNvSpPr>
            <a:spLocks noGrp="1"/>
          </p:cNvSpPr>
          <p:nvPr>
            <p:ph idx="1"/>
            <p:custDataLst>
              <p:tags r:id="rId2"/>
            </p:custDataLst>
          </p:nvPr>
        </p:nvSpPr>
        <p:spPr>
          <a:xfrm>
            <a:off x="838200" y="1690688"/>
            <a:ext cx="10515600" cy="4486275"/>
          </a:xfrm>
        </p:spPr>
        <p:txBody>
          <a:bodyPr/>
          <a:lstStyle/>
          <a:p>
            <a:pPr algn="just">
              <a:lnSpc>
                <a:spcPct val="150000"/>
              </a:lnSpc>
            </a:pPr>
            <a:r>
              <a:rPr lang="en-US" dirty="0"/>
              <a:t>The WMS supports the use of hot key designations.</a:t>
            </a:r>
          </a:p>
          <a:p>
            <a:pPr algn="just">
              <a:lnSpc>
                <a:spcPct val="150000"/>
              </a:lnSpc>
            </a:pPr>
            <a:r>
              <a:rPr lang="en-US" dirty="0"/>
              <a:t>The hot keys use special keys, function keys, or keystroke combinations to accomplish common tasks without the use of a mouse. </a:t>
            </a:r>
          </a:p>
          <a:p>
            <a:pPr algn="just">
              <a:lnSpc>
                <a:spcPct val="150000"/>
              </a:lnSpc>
            </a:pPr>
            <a:r>
              <a:rPr lang="en-US" dirty="0"/>
              <a:t>Generally speaking, hot keys will combine the Alt or Ctrl key with another character.</a:t>
            </a:r>
          </a:p>
          <a:p>
            <a:pPr algn="just">
              <a:lnSpc>
                <a:spcPct val="150000"/>
              </a:lnSpc>
            </a:pPr>
            <a:r>
              <a:rPr lang="en-US" dirty="0"/>
              <a:t>Consult the tables in the next slides for a complete list of available hot key commands on both desktop computers and mobile devices. </a:t>
            </a:r>
            <a:endParaRPr lang="en-CA" dirty="0"/>
          </a:p>
        </p:txBody>
      </p:sp>
    </p:spTree>
    <p:extLst>
      <p:ext uri="{BB962C8B-B14F-4D97-AF65-F5344CB8AC3E}">
        <p14:creationId xmlns:p14="http://schemas.microsoft.com/office/powerpoint/2010/main" val="8688964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522EE0-E984-4F8A-86AF-74D057A5C4EB}"/>
              </a:ext>
            </a:extLst>
          </p:cNvPr>
          <p:cNvSpPr>
            <a:spLocks noGrp="1"/>
          </p:cNvSpPr>
          <p:nvPr>
            <p:ph type="title"/>
            <p:custDataLst>
              <p:tags r:id="rId1"/>
            </p:custDataLst>
          </p:nvPr>
        </p:nvSpPr>
        <p:spPr/>
        <p:txBody>
          <a:bodyPr/>
          <a:lstStyle/>
          <a:p>
            <a:r>
              <a:rPr lang="fr-CA" dirty="0"/>
              <a:t>Hot Keys</a:t>
            </a:r>
            <a:br>
              <a:rPr lang="fr-CA" dirty="0"/>
            </a:br>
            <a:r>
              <a:rPr lang="fr-CA" sz="2800" dirty="0"/>
              <a:t>Application Actions</a:t>
            </a:r>
            <a:endParaRPr lang="en-CA" dirty="0"/>
          </a:p>
        </p:txBody>
      </p:sp>
      <p:graphicFrame>
        <p:nvGraphicFramePr>
          <p:cNvPr id="5" name="Table 5">
            <a:extLst>
              <a:ext uri="{FF2B5EF4-FFF2-40B4-BE49-F238E27FC236}">
                <a16:creationId xmlns:a16="http://schemas.microsoft.com/office/drawing/2014/main" xmlns="" id="{26A05714-BB63-491A-AB03-E023A4ED6234}"/>
              </a:ext>
            </a:extLst>
          </p:cNvPr>
          <p:cNvGraphicFramePr>
            <a:graphicFrameLocks noGrp="1"/>
          </p:cNvGraphicFramePr>
          <p:nvPr>
            <p:custDataLst>
              <p:tags r:id="rId2"/>
            </p:custDataLst>
            <p:extLst>
              <p:ext uri="{D42A27DB-BD31-4B8C-83A1-F6EECF244321}">
                <p14:modId xmlns:p14="http://schemas.microsoft.com/office/powerpoint/2010/main" val="3601316683"/>
              </p:ext>
            </p:extLst>
          </p:nvPr>
        </p:nvGraphicFramePr>
        <p:xfrm>
          <a:off x="838200" y="1967293"/>
          <a:ext cx="10515600" cy="2225040"/>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xmlns="" val="4022013451"/>
                    </a:ext>
                  </a:extLst>
                </a:gridCol>
                <a:gridCol w="2628900">
                  <a:extLst>
                    <a:ext uri="{9D8B030D-6E8A-4147-A177-3AD203B41FA5}">
                      <a16:colId xmlns:a16="http://schemas.microsoft.com/office/drawing/2014/main" xmlns="" val="2839445102"/>
                    </a:ext>
                  </a:extLst>
                </a:gridCol>
                <a:gridCol w="2628900">
                  <a:extLst>
                    <a:ext uri="{9D8B030D-6E8A-4147-A177-3AD203B41FA5}">
                      <a16:colId xmlns:a16="http://schemas.microsoft.com/office/drawing/2014/main" xmlns="" val="1571442784"/>
                    </a:ext>
                  </a:extLst>
                </a:gridCol>
                <a:gridCol w="2628900">
                  <a:extLst>
                    <a:ext uri="{9D8B030D-6E8A-4147-A177-3AD203B41FA5}">
                      <a16:colId xmlns:a16="http://schemas.microsoft.com/office/drawing/2014/main" xmlns="" val="2771869526"/>
                    </a:ext>
                  </a:extLst>
                </a:gridCol>
              </a:tblGrid>
              <a:tr h="370840">
                <a:tc>
                  <a:txBody>
                    <a:bodyPr/>
                    <a:lstStyle/>
                    <a:p>
                      <a:pPr algn="ctr"/>
                      <a:r>
                        <a:rPr lang="en-CA" b="0" dirty="0"/>
                        <a:t>Action</a:t>
                      </a:r>
                    </a:p>
                  </a:txBody>
                  <a:tcPr marL="0" marR="0" marT="0" marB="0"/>
                </a:tc>
                <a:tc>
                  <a:txBody>
                    <a:bodyPr/>
                    <a:lstStyle/>
                    <a:p>
                      <a:pPr algn="ctr"/>
                      <a:r>
                        <a:rPr lang="en-CA" b="0" dirty="0"/>
                        <a:t>Label / Icon</a:t>
                      </a:r>
                    </a:p>
                  </a:txBody>
                  <a:tcPr marL="0" marR="0" marT="0" marB="0"/>
                </a:tc>
                <a:tc>
                  <a:txBody>
                    <a:bodyPr/>
                    <a:lstStyle/>
                    <a:p>
                      <a:pPr algn="ctr"/>
                      <a:r>
                        <a:rPr lang="en-CA" b="0" dirty="0"/>
                        <a:t>Hot Key (Desktop)</a:t>
                      </a:r>
                    </a:p>
                  </a:txBody>
                  <a:tcPr marL="0" marR="0" marT="0" marB="0"/>
                </a:tc>
                <a:tc>
                  <a:txBody>
                    <a:bodyPr/>
                    <a:lstStyle/>
                    <a:p>
                      <a:pPr algn="ctr"/>
                      <a:r>
                        <a:rPr lang="en-CA" b="0" dirty="0"/>
                        <a:t>Hot Key (Mobile)</a:t>
                      </a:r>
                    </a:p>
                  </a:txBody>
                  <a:tcPr marL="0" marR="0" marT="0" marB="0"/>
                </a:tc>
                <a:extLst>
                  <a:ext uri="{0D108BD9-81ED-4DB2-BD59-A6C34878D82A}">
                    <a16:rowId xmlns:a16="http://schemas.microsoft.com/office/drawing/2014/main" xmlns="" val="3213264062"/>
                  </a:ext>
                </a:extLst>
              </a:tr>
              <a:tr h="370840">
                <a:tc>
                  <a:txBody>
                    <a:bodyPr/>
                    <a:lstStyle/>
                    <a:p>
                      <a:r>
                        <a:rPr lang="en-CA" b="0"/>
                        <a:t>Close</a:t>
                      </a:r>
                    </a:p>
                  </a:txBody>
                  <a:tcPr marL="0" marR="0" marT="0" marB="0" anchor="ctr"/>
                </a:tc>
                <a:tc>
                  <a:txBody>
                    <a:bodyPr/>
                    <a:lstStyle/>
                    <a:p>
                      <a:r>
                        <a:rPr lang="en-CA" b="0"/>
                        <a:t>Close, Exit</a:t>
                      </a:r>
                    </a:p>
                  </a:txBody>
                  <a:tcPr marL="0" marR="0" marT="0" marB="0" anchor="ctr"/>
                </a:tc>
                <a:tc>
                  <a:txBody>
                    <a:bodyPr/>
                    <a:lstStyle/>
                    <a:p>
                      <a:r>
                        <a:rPr lang="en-CA" b="0"/>
                        <a:t>Alt+X</a:t>
                      </a:r>
                    </a:p>
                  </a:txBody>
                  <a:tcPr marL="0" marR="0" marT="0" marB="0" anchor="ctr"/>
                </a:tc>
                <a:tc>
                  <a:txBody>
                    <a:bodyPr/>
                    <a:lstStyle/>
                    <a:p>
                      <a:r>
                        <a:rPr lang="en-CA" b="0"/>
                        <a:t>Ctrl+X, Alt+X</a:t>
                      </a:r>
                    </a:p>
                  </a:txBody>
                  <a:tcPr marL="0" marR="0" marT="0" marB="0" anchor="ctr"/>
                </a:tc>
                <a:extLst>
                  <a:ext uri="{0D108BD9-81ED-4DB2-BD59-A6C34878D82A}">
                    <a16:rowId xmlns:a16="http://schemas.microsoft.com/office/drawing/2014/main" xmlns="" val="1737804911"/>
                  </a:ext>
                </a:extLst>
              </a:tr>
              <a:tr h="370840">
                <a:tc>
                  <a:txBody>
                    <a:bodyPr/>
                    <a:lstStyle/>
                    <a:p>
                      <a:r>
                        <a:rPr lang="en-CA" b="0" dirty="0"/>
                        <a:t>Focus on Field*</a:t>
                      </a:r>
                    </a:p>
                  </a:txBody>
                  <a:tcPr marL="0" marR="0" marT="0" marB="0" anchor="ctr"/>
                </a:tc>
                <a:tc>
                  <a:txBody>
                    <a:bodyPr/>
                    <a:lstStyle/>
                    <a:p>
                      <a:r>
                        <a:rPr lang="en-CA" b="0"/>
                        <a:t>N/A</a:t>
                      </a:r>
                    </a:p>
                  </a:txBody>
                  <a:tcPr marL="0" marR="0" marT="0" marB="0" anchor="ctr"/>
                </a:tc>
                <a:tc>
                  <a:txBody>
                    <a:bodyPr/>
                    <a:lstStyle/>
                    <a:p>
                      <a:r>
                        <a:rPr lang="en-CA" b="0"/>
                        <a:t>Alt+1</a:t>
                      </a:r>
                    </a:p>
                  </a:txBody>
                  <a:tcPr marL="0" marR="0" marT="0" marB="0" anchor="ctr"/>
                </a:tc>
                <a:tc>
                  <a:txBody>
                    <a:bodyPr/>
                    <a:lstStyle/>
                    <a:p>
                      <a:r>
                        <a:rPr lang="en-CA" b="0"/>
                        <a:t>Ctrl+1**, Alt+1</a:t>
                      </a:r>
                    </a:p>
                  </a:txBody>
                  <a:tcPr marL="0" marR="0" marT="0" marB="0" anchor="ctr"/>
                </a:tc>
                <a:extLst>
                  <a:ext uri="{0D108BD9-81ED-4DB2-BD59-A6C34878D82A}">
                    <a16:rowId xmlns:a16="http://schemas.microsoft.com/office/drawing/2014/main" xmlns="" val="799128455"/>
                  </a:ext>
                </a:extLst>
              </a:tr>
              <a:tr h="370840">
                <a:tc>
                  <a:txBody>
                    <a:bodyPr/>
                    <a:lstStyle/>
                    <a:p>
                      <a:r>
                        <a:rPr lang="en-CA" b="0"/>
                        <a:t>Help</a:t>
                      </a:r>
                    </a:p>
                  </a:txBody>
                  <a:tcPr marL="0" marR="0" marT="0" marB="0" anchor="ctr"/>
                </a:tc>
                <a:tc>
                  <a:txBody>
                    <a:bodyPr/>
                    <a:lstStyle/>
                    <a:p>
                      <a:r>
                        <a:rPr lang="en-CA" b="0"/>
                        <a:t>Help</a:t>
                      </a:r>
                    </a:p>
                  </a:txBody>
                  <a:tcPr marL="0" marR="0" marT="0" marB="0" anchor="ctr"/>
                </a:tc>
                <a:tc>
                  <a:txBody>
                    <a:bodyPr/>
                    <a:lstStyle/>
                    <a:p>
                      <a:r>
                        <a:rPr lang="en-CA" b="0"/>
                        <a:t>Alt+H</a:t>
                      </a:r>
                    </a:p>
                  </a:txBody>
                  <a:tcPr marL="0" marR="0" marT="0" marB="0" anchor="ctr"/>
                </a:tc>
                <a:tc>
                  <a:txBody>
                    <a:bodyPr/>
                    <a:lstStyle/>
                    <a:p>
                      <a:r>
                        <a:rPr lang="en-CA" b="0"/>
                        <a:t>N/A</a:t>
                      </a:r>
                    </a:p>
                  </a:txBody>
                  <a:tcPr marL="0" marR="0" marT="0" marB="0" anchor="ctr"/>
                </a:tc>
                <a:extLst>
                  <a:ext uri="{0D108BD9-81ED-4DB2-BD59-A6C34878D82A}">
                    <a16:rowId xmlns:a16="http://schemas.microsoft.com/office/drawing/2014/main" xmlns="" val="3008589289"/>
                  </a:ext>
                </a:extLst>
              </a:tr>
              <a:tr h="370840">
                <a:tc>
                  <a:txBody>
                    <a:bodyPr/>
                    <a:lstStyle/>
                    <a:p>
                      <a:r>
                        <a:rPr lang="en-CA" b="0"/>
                        <a:t>Logout</a:t>
                      </a:r>
                    </a:p>
                  </a:txBody>
                  <a:tcPr marL="0" marR="0" marT="0" marB="0" anchor="ctr"/>
                </a:tc>
                <a:tc>
                  <a:txBody>
                    <a:bodyPr/>
                    <a:lstStyle/>
                    <a:p>
                      <a:r>
                        <a:rPr lang="en-CA" b="0"/>
                        <a:t>Logout</a:t>
                      </a:r>
                    </a:p>
                  </a:txBody>
                  <a:tcPr marL="0" marR="0" marT="0" marB="0" anchor="ctr"/>
                </a:tc>
                <a:tc>
                  <a:txBody>
                    <a:bodyPr/>
                    <a:lstStyle/>
                    <a:p>
                      <a:r>
                        <a:rPr lang="en-CA" b="0"/>
                        <a:t>Alt+X</a:t>
                      </a:r>
                    </a:p>
                  </a:txBody>
                  <a:tcPr marL="0" marR="0" marT="0" marB="0" anchor="ctr"/>
                </a:tc>
                <a:tc>
                  <a:txBody>
                    <a:bodyPr/>
                    <a:lstStyle/>
                    <a:p>
                      <a:r>
                        <a:rPr lang="en-CA" b="0"/>
                        <a:t>Ctrl+X, Alt+X</a:t>
                      </a:r>
                    </a:p>
                  </a:txBody>
                  <a:tcPr marL="0" marR="0" marT="0" marB="0" anchor="ctr"/>
                </a:tc>
                <a:extLst>
                  <a:ext uri="{0D108BD9-81ED-4DB2-BD59-A6C34878D82A}">
                    <a16:rowId xmlns:a16="http://schemas.microsoft.com/office/drawing/2014/main" xmlns="" val="2225785067"/>
                  </a:ext>
                </a:extLst>
              </a:tr>
              <a:tr h="370840">
                <a:tc>
                  <a:txBody>
                    <a:bodyPr/>
                    <a:lstStyle/>
                    <a:p>
                      <a:r>
                        <a:rPr lang="en-CA" b="0"/>
                        <a:t>Tools</a:t>
                      </a:r>
                    </a:p>
                  </a:txBody>
                  <a:tcPr marL="0" marR="0" marT="0" marB="0" anchor="ctr"/>
                </a:tc>
                <a:tc>
                  <a:txBody>
                    <a:bodyPr/>
                    <a:lstStyle/>
                    <a:p>
                      <a:r>
                        <a:rPr lang="en-CA" b="0" dirty="0"/>
                        <a:t>Tools</a:t>
                      </a:r>
                    </a:p>
                  </a:txBody>
                  <a:tcPr marL="0" marR="0" marT="0" marB="0" anchor="ctr"/>
                </a:tc>
                <a:tc>
                  <a:txBody>
                    <a:bodyPr/>
                    <a:lstStyle/>
                    <a:p>
                      <a:r>
                        <a:rPr lang="en-CA" b="0"/>
                        <a:t>Alt+T</a:t>
                      </a:r>
                    </a:p>
                  </a:txBody>
                  <a:tcPr marL="0" marR="0" marT="0" marB="0" anchor="ctr"/>
                </a:tc>
                <a:tc>
                  <a:txBody>
                    <a:bodyPr/>
                    <a:lstStyle/>
                    <a:p>
                      <a:r>
                        <a:rPr lang="en-CA" b="0" dirty="0"/>
                        <a:t>N/A</a:t>
                      </a:r>
                    </a:p>
                  </a:txBody>
                  <a:tcPr marL="0" marR="0" marT="0" marB="0" anchor="ctr"/>
                </a:tc>
                <a:extLst>
                  <a:ext uri="{0D108BD9-81ED-4DB2-BD59-A6C34878D82A}">
                    <a16:rowId xmlns:a16="http://schemas.microsoft.com/office/drawing/2014/main" xmlns="" val="1125073503"/>
                  </a:ext>
                </a:extLst>
              </a:tr>
            </a:tbl>
          </a:graphicData>
        </a:graphic>
      </p:graphicFrame>
      <p:sp>
        <p:nvSpPr>
          <p:cNvPr id="6" name="Content Placeholder 2">
            <a:extLst>
              <a:ext uri="{FF2B5EF4-FFF2-40B4-BE49-F238E27FC236}">
                <a16:creationId xmlns:a16="http://schemas.microsoft.com/office/drawing/2014/main" xmlns="" id="{40D5D663-9D01-4EB9-A100-FA31653133AA}"/>
              </a:ext>
            </a:extLst>
          </p:cNvPr>
          <p:cNvSpPr>
            <a:spLocks noGrp="1"/>
          </p:cNvSpPr>
          <p:nvPr>
            <p:ph idx="1"/>
            <p:custDataLst>
              <p:tags r:id="rId3"/>
            </p:custDataLst>
          </p:nvPr>
        </p:nvSpPr>
        <p:spPr>
          <a:xfrm>
            <a:off x="838200" y="4534548"/>
            <a:ext cx="10515600" cy="1422082"/>
          </a:xfrm>
        </p:spPr>
        <p:txBody>
          <a:bodyPr/>
          <a:lstStyle/>
          <a:p>
            <a:pPr marL="0" indent="0" algn="just">
              <a:lnSpc>
                <a:spcPct val="150000"/>
              </a:lnSpc>
              <a:buNone/>
            </a:pPr>
            <a:r>
              <a:rPr lang="en-US" sz="2000" dirty="0"/>
              <a:t>*In the handheld emulation, the Focus on Field hot key will bring the focus back to the last field on which the user had focus, if possible. Otherwise, focus will be placed on the first available field.</a:t>
            </a:r>
          </a:p>
          <a:p>
            <a:pPr algn="just">
              <a:lnSpc>
                <a:spcPct val="150000"/>
              </a:lnSpc>
            </a:pPr>
            <a:endParaRPr lang="en-CA" sz="2000" dirty="0"/>
          </a:p>
        </p:txBody>
      </p:sp>
    </p:spTree>
    <p:extLst>
      <p:ext uri="{BB962C8B-B14F-4D97-AF65-F5344CB8AC3E}">
        <p14:creationId xmlns:p14="http://schemas.microsoft.com/office/powerpoint/2010/main" val="19293146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522EE0-E984-4F8A-86AF-74D057A5C4EB}"/>
              </a:ext>
            </a:extLst>
          </p:cNvPr>
          <p:cNvSpPr>
            <a:spLocks noGrp="1"/>
          </p:cNvSpPr>
          <p:nvPr>
            <p:ph type="title"/>
            <p:custDataLst>
              <p:tags r:id="rId1"/>
            </p:custDataLst>
          </p:nvPr>
        </p:nvSpPr>
        <p:spPr/>
        <p:txBody>
          <a:bodyPr/>
          <a:lstStyle/>
          <a:p>
            <a:r>
              <a:rPr lang="fr-CA" dirty="0"/>
              <a:t>Hot Keys</a:t>
            </a:r>
            <a:br>
              <a:rPr lang="fr-CA" dirty="0"/>
            </a:br>
            <a:r>
              <a:rPr lang="fr-CA" sz="2800" dirty="0"/>
              <a:t>Page Actions</a:t>
            </a:r>
            <a:endParaRPr lang="en-CA" dirty="0"/>
          </a:p>
        </p:txBody>
      </p:sp>
      <p:graphicFrame>
        <p:nvGraphicFramePr>
          <p:cNvPr id="5" name="Table 5">
            <a:extLst>
              <a:ext uri="{FF2B5EF4-FFF2-40B4-BE49-F238E27FC236}">
                <a16:creationId xmlns:a16="http://schemas.microsoft.com/office/drawing/2014/main" xmlns="" id="{006B8DA7-23B8-4DCE-B66D-0893B0368B9C}"/>
              </a:ext>
            </a:extLst>
          </p:cNvPr>
          <p:cNvGraphicFramePr>
            <a:graphicFrameLocks noGrp="1"/>
          </p:cNvGraphicFramePr>
          <p:nvPr>
            <p:custDataLst>
              <p:tags r:id="rId2"/>
            </p:custDataLst>
            <p:extLst>
              <p:ext uri="{D42A27DB-BD31-4B8C-83A1-F6EECF244321}">
                <p14:modId xmlns:p14="http://schemas.microsoft.com/office/powerpoint/2010/main" val="2158915012"/>
              </p:ext>
            </p:extLst>
          </p:nvPr>
        </p:nvGraphicFramePr>
        <p:xfrm>
          <a:off x="838200" y="1524267"/>
          <a:ext cx="10515600" cy="4161473"/>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xmlns="" val="4022013451"/>
                    </a:ext>
                  </a:extLst>
                </a:gridCol>
                <a:gridCol w="2628900">
                  <a:extLst>
                    <a:ext uri="{9D8B030D-6E8A-4147-A177-3AD203B41FA5}">
                      <a16:colId xmlns:a16="http://schemas.microsoft.com/office/drawing/2014/main" xmlns="" val="2839445102"/>
                    </a:ext>
                  </a:extLst>
                </a:gridCol>
                <a:gridCol w="2628900">
                  <a:extLst>
                    <a:ext uri="{9D8B030D-6E8A-4147-A177-3AD203B41FA5}">
                      <a16:colId xmlns:a16="http://schemas.microsoft.com/office/drawing/2014/main" xmlns="" val="1571442784"/>
                    </a:ext>
                  </a:extLst>
                </a:gridCol>
                <a:gridCol w="2628900">
                  <a:extLst>
                    <a:ext uri="{9D8B030D-6E8A-4147-A177-3AD203B41FA5}">
                      <a16:colId xmlns:a16="http://schemas.microsoft.com/office/drawing/2014/main" xmlns="" val="2771869526"/>
                    </a:ext>
                  </a:extLst>
                </a:gridCol>
              </a:tblGrid>
              <a:tr h="295194">
                <a:tc>
                  <a:txBody>
                    <a:bodyPr/>
                    <a:lstStyle/>
                    <a:p>
                      <a:pPr marL="0" algn="ctr" defTabSz="914400" rtl="0" eaLnBrk="1" latinLnBrk="0" hangingPunct="1"/>
                      <a:r>
                        <a:rPr lang="en-CA" sz="1800" b="0" kern="1200" dirty="0">
                          <a:solidFill>
                            <a:schemeClr val="tx1"/>
                          </a:solidFill>
                          <a:latin typeface="+mn-lt"/>
                          <a:ea typeface="+mn-ea"/>
                          <a:cs typeface="+mn-cs"/>
                        </a:rPr>
                        <a:t>Action</a:t>
                      </a:r>
                    </a:p>
                  </a:txBody>
                  <a:tcPr marL="0" marR="0" marT="0" marB="0"/>
                </a:tc>
                <a:tc>
                  <a:txBody>
                    <a:bodyPr/>
                    <a:lstStyle/>
                    <a:p>
                      <a:pPr marL="0" algn="ctr" defTabSz="914400" rtl="0" eaLnBrk="1" latinLnBrk="0" hangingPunct="1"/>
                      <a:r>
                        <a:rPr lang="en-CA" sz="1800" b="0" kern="1200">
                          <a:solidFill>
                            <a:schemeClr val="tx1"/>
                          </a:solidFill>
                          <a:latin typeface="+mn-lt"/>
                          <a:ea typeface="+mn-ea"/>
                          <a:cs typeface="+mn-cs"/>
                        </a:rPr>
                        <a:t>Label / Icon</a:t>
                      </a:r>
                    </a:p>
                  </a:txBody>
                  <a:tcPr marL="0" marR="0" marT="0" marB="0"/>
                </a:tc>
                <a:tc>
                  <a:txBody>
                    <a:bodyPr/>
                    <a:lstStyle/>
                    <a:p>
                      <a:pPr marL="0" algn="ctr" defTabSz="914400" rtl="0" eaLnBrk="1" latinLnBrk="0" hangingPunct="1"/>
                      <a:r>
                        <a:rPr lang="en-CA" sz="1800" b="0" kern="1200">
                          <a:solidFill>
                            <a:schemeClr val="tx1"/>
                          </a:solidFill>
                          <a:latin typeface="+mn-lt"/>
                          <a:ea typeface="+mn-ea"/>
                          <a:cs typeface="+mn-cs"/>
                        </a:rPr>
                        <a:t>Hot Key (Desktop)</a:t>
                      </a:r>
                    </a:p>
                  </a:txBody>
                  <a:tcPr marL="0" marR="0" marT="0" marB="0"/>
                </a:tc>
                <a:tc>
                  <a:txBody>
                    <a:bodyPr/>
                    <a:lstStyle/>
                    <a:p>
                      <a:pPr marL="0" algn="ctr" defTabSz="914400" rtl="0" eaLnBrk="1" latinLnBrk="0" hangingPunct="1"/>
                      <a:r>
                        <a:rPr lang="en-CA" sz="1800" b="0" kern="1200" dirty="0">
                          <a:solidFill>
                            <a:schemeClr val="tx1"/>
                          </a:solidFill>
                          <a:latin typeface="+mn-lt"/>
                          <a:ea typeface="+mn-ea"/>
                          <a:cs typeface="+mn-cs"/>
                        </a:rPr>
                        <a:t>Hot Key (Mobile)</a:t>
                      </a:r>
                    </a:p>
                  </a:txBody>
                  <a:tcPr marL="0" marR="0" marT="0" marB="0"/>
                </a:tc>
                <a:extLst>
                  <a:ext uri="{0D108BD9-81ED-4DB2-BD59-A6C34878D82A}">
                    <a16:rowId xmlns:a16="http://schemas.microsoft.com/office/drawing/2014/main" xmlns="" val="3213264062"/>
                  </a:ext>
                </a:extLst>
              </a:tr>
              <a:tr h="295622">
                <a:tc>
                  <a:txBody>
                    <a:bodyPr/>
                    <a:lstStyle/>
                    <a:p>
                      <a:pPr>
                        <a:lnSpc>
                          <a:spcPct val="80000"/>
                        </a:lnSpc>
                      </a:pPr>
                      <a:r>
                        <a:rPr lang="en-CA" b="0" dirty="0"/>
                        <a:t>Accept</a:t>
                      </a:r>
                    </a:p>
                  </a:txBody>
                  <a:tcPr marL="0" marR="0" marT="0" marB="0" anchor="ctr"/>
                </a:tc>
                <a:tc>
                  <a:txBody>
                    <a:bodyPr/>
                    <a:lstStyle/>
                    <a:p>
                      <a:pPr>
                        <a:lnSpc>
                          <a:spcPct val="80000"/>
                        </a:lnSpc>
                      </a:pPr>
                      <a:r>
                        <a:rPr lang="en-CA" b="0" dirty="0"/>
                        <a:t>Accept</a:t>
                      </a:r>
                    </a:p>
                  </a:txBody>
                  <a:tcPr marL="0" marR="0" marT="0" marB="0" anchor="ctr"/>
                </a:tc>
                <a:tc>
                  <a:txBody>
                    <a:bodyPr/>
                    <a:lstStyle/>
                    <a:p>
                      <a:pPr>
                        <a:lnSpc>
                          <a:spcPct val="80000"/>
                        </a:lnSpc>
                      </a:pPr>
                      <a:r>
                        <a:rPr lang="en-CA" b="0" dirty="0"/>
                        <a:t>N/A</a:t>
                      </a:r>
                    </a:p>
                  </a:txBody>
                  <a:tcPr marL="0" marR="0" marT="0" marB="0" anchor="ctr"/>
                </a:tc>
                <a:tc>
                  <a:txBody>
                    <a:bodyPr/>
                    <a:lstStyle/>
                    <a:p>
                      <a:pPr>
                        <a:lnSpc>
                          <a:spcPct val="80000"/>
                        </a:lnSpc>
                      </a:pPr>
                      <a:r>
                        <a:rPr lang="en-CA" b="0" dirty="0" err="1"/>
                        <a:t>Ctrl+A</a:t>
                      </a:r>
                      <a:r>
                        <a:rPr lang="en-CA" b="0" dirty="0"/>
                        <a:t>*, F2</a:t>
                      </a:r>
                    </a:p>
                  </a:txBody>
                  <a:tcPr marL="0" marR="0" marT="0" marB="0" anchor="ctr"/>
                </a:tc>
                <a:extLst>
                  <a:ext uri="{0D108BD9-81ED-4DB2-BD59-A6C34878D82A}">
                    <a16:rowId xmlns:a16="http://schemas.microsoft.com/office/drawing/2014/main" xmlns="" val="2481013440"/>
                  </a:ext>
                </a:extLst>
              </a:tr>
              <a:tr h="279983">
                <a:tc>
                  <a:txBody>
                    <a:bodyPr/>
                    <a:lstStyle/>
                    <a:p>
                      <a:pPr>
                        <a:lnSpc>
                          <a:spcPct val="80000"/>
                        </a:lnSpc>
                      </a:pPr>
                      <a:r>
                        <a:rPr lang="en-CA" b="0" dirty="0"/>
                        <a:t>Advance</a:t>
                      </a:r>
                    </a:p>
                  </a:txBody>
                  <a:tcPr marL="0" marR="0" marT="0" marB="0" anchor="ctr"/>
                </a:tc>
                <a:tc>
                  <a:txBody>
                    <a:bodyPr/>
                    <a:lstStyle/>
                    <a:p>
                      <a:pPr>
                        <a:lnSpc>
                          <a:spcPct val="80000"/>
                        </a:lnSpc>
                      </a:pPr>
                      <a:r>
                        <a:rPr lang="en-CA" b="0" dirty="0"/>
                        <a:t>Advance</a:t>
                      </a:r>
                    </a:p>
                  </a:txBody>
                  <a:tcPr marL="0" marR="0" marT="0" marB="0" anchor="ctr"/>
                </a:tc>
                <a:tc>
                  <a:txBody>
                    <a:bodyPr/>
                    <a:lstStyle/>
                    <a:p>
                      <a:pPr>
                        <a:lnSpc>
                          <a:spcPct val="80000"/>
                        </a:lnSpc>
                      </a:pPr>
                      <a:r>
                        <a:rPr lang="en-CA" b="0"/>
                        <a:t>Alt+9</a:t>
                      </a:r>
                    </a:p>
                  </a:txBody>
                  <a:tcPr marL="0" marR="0" marT="0" marB="0" anchor="ctr"/>
                </a:tc>
                <a:tc>
                  <a:txBody>
                    <a:bodyPr/>
                    <a:lstStyle/>
                    <a:p>
                      <a:pPr>
                        <a:lnSpc>
                          <a:spcPct val="80000"/>
                        </a:lnSpc>
                      </a:pPr>
                      <a:r>
                        <a:rPr lang="en-CA" b="0" dirty="0"/>
                        <a:t>Ctrl+9, Alt+9</a:t>
                      </a:r>
                    </a:p>
                  </a:txBody>
                  <a:tcPr marL="0" marR="0" marT="0" marB="0" anchor="ctr"/>
                </a:tc>
                <a:extLst>
                  <a:ext uri="{0D108BD9-81ED-4DB2-BD59-A6C34878D82A}">
                    <a16:rowId xmlns:a16="http://schemas.microsoft.com/office/drawing/2014/main" xmlns="" val="4141630319"/>
                  </a:ext>
                </a:extLst>
              </a:tr>
              <a:tr h="264429">
                <a:tc>
                  <a:txBody>
                    <a:bodyPr/>
                    <a:lstStyle/>
                    <a:p>
                      <a:pPr>
                        <a:lnSpc>
                          <a:spcPct val="80000"/>
                        </a:lnSpc>
                      </a:pPr>
                      <a:r>
                        <a:rPr lang="en-CA" b="0" dirty="0"/>
                        <a:t>Cancel</a:t>
                      </a:r>
                    </a:p>
                  </a:txBody>
                  <a:tcPr marL="0" marR="0" marT="0" marB="0" anchor="ctr"/>
                </a:tc>
                <a:tc>
                  <a:txBody>
                    <a:bodyPr/>
                    <a:lstStyle/>
                    <a:p>
                      <a:pPr>
                        <a:lnSpc>
                          <a:spcPct val="80000"/>
                        </a:lnSpc>
                      </a:pPr>
                      <a:r>
                        <a:rPr lang="en-CA" b="0" dirty="0"/>
                        <a:t>Cancel</a:t>
                      </a:r>
                    </a:p>
                  </a:txBody>
                  <a:tcPr marL="0" marR="0" marT="0" marB="0" anchor="ctr"/>
                </a:tc>
                <a:tc>
                  <a:txBody>
                    <a:bodyPr/>
                    <a:lstStyle/>
                    <a:p>
                      <a:pPr>
                        <a:lnSpc>
                          <a:spcPct val="80000"/>
                        </a:lnSpc>
                      </a:pPr>
                      <a:r>
                        <a:rPr lang="en-CA" b="0"/>
                        <a:t>Alt+Z, F3</a:t>
                      </a:r>
                    </a:p>
                  </a:txBody>
                  <a:tcPr marL="0" marR="0" marT="0" marB="0" anchor="ctr"/>
                </a:tc>
                <a:tc>
                  <a:txBody>
                    <a:bodyPr/>
                    <a:lstStyle/>
                    <a:p>
                      <a:pPr>
                        <a:lnSpc>
                          <a:spcPct val="80000"/>
                        </a:lnSpc>
                      </a:pPr>
                      <a:r>
                        <a:rPr lang="en-CA" b="0"/>
                        <a:t>Ctrl+B*, F3</a:t>
                      </a:r>
                    </a:p>
                  </a:txBody>
                  <a:tcPr marL="0" marR="0" marT="0" marB="0" anchor="ctr"/>
                </a:tc>
                <a:extLst>
                  <a:ext uri="{0D108BD9-81ED-4DB2-BD59-A6C34878D82A}">
                    <a16:rowId xmlns:a16="http://schemas.microsoft.com/office/drawing/2014/main" xmlns="" val="1754817039"/>
                  </a:ext>
                </a:extLst>
              </a:tr>
              <a:tr h="279983">
                <a:tc>
                  <a:txBody>
                    <a:bodyPr/>
                    <a:lstStyle/>
                    <a:p>
                      <a:pPr>
                        <a:lnSpc>
                          <a:spcPct val="80000"/>
                        </a:lnSpc>
                      </a:pPr>
                      <a:r>
                        <a:rPr lang="en-CA" b="0" dirty="0"/>
                        <a:t>Clear</a:t>
                      </a:r>
                    </a:p>
                  </a:txBody>
                  <a:tcPr marL="0" marR="0" marT="0" marB="0" anchor="ctr"/>
                </a:tc>
                <a:tc>
                  <a:txBody>
                    <a:bodyPr/>
                    <a:lstStyle/>
                    <a:p>
                      <a:pPr>
                        <a:lnSpc>
                          <a:spcPct val="80000"/>
                        </a:lnSpc>
                      </a:pPr>
                      <a:r>
                        <a:rPr lang="en-CA" b="0" dirty="0"/>
                        <a:t>Clear</a:t>
                      </a:r>
                    </a:p>
                  </a:txBody>
                  <a:tcPr marL="0" marR="0" marT="0" marB="0" anchor="ctr"/>
                </a:tc>
                <a:tc>
                  <a:txBody>
                    <a:bodyPr/>
                    <a:lstStyle/>
                    <a:p>
                      <a:pPr>
                        <a:lnSpc>
                          <a:spcPct val="80000"/>
                        </a:lnSpc>
                      </a:pPr>
                      <a:r>
                        <a:rPr lang="en-CA" b="0"/>
                        <a:t>Alt+Z</a:t>
                      </a:r>
                    </a:p>
                  </a:txBody>
                  <a:tcPr marL="0" marR="0" marT="0" marB="0" anchor="ctr"/>
                </a:tc>
                <a:tc>
                  <a:txBody>
                    <a:bodyPr/>
                    <a:lstStyle/>
                    <a:p>
                      <a:pPr>
                        <a:lnSpc>
                          <a:spcPct val="80000"/>
                        </a:lnSpc>
                      </a:pPr>
                      <a:r>
                        <a:rPr lang="en-CA" b="0"/>
                        <a:t>Ctrl+Z, Alt+Z</a:t>
                      </a:r>
                    </a:p>
                  </a:txBody>
                  <a:tcPr marL="0" marR="0" marT="0" marB="0" anchor="ctr"/>
                </a:tc>
                <a:extLst>
                  <a:ext uri="{0D108BD9-81ED-4DB2-BD59-A6C34878D82A}">
                    <a16:rowId xmlns:a16="http://schemas.microsoft.com/office/drawing/2014/main" xmlns="" val="3545187818"/>
                  </a:ext>
                </a:extLst>
              </a:tr>
              <a:tr h="279983">
                <a:tc>
                  <a:txBody>
                    <a:bodyPr/>
                    <a:lstStyle/>
                    <a:p>
                      <a:pPr>
                        <a:lnSpc>
                          <a:spcPct val="80000"/>
                        </a:lnSpc>
                      </a:pPr>
                      <a:r>
                        <a:rPr lang="en-CA" b="0"/>
                        <a:t>Continue</a:t>
                      </a:r>
                    </a:p>
                  </a:txBody>
                  <a:tcPr marL="0" marR="0" marT="0" marB="0" anchor="ctr"/>
                </a:tc>
                <a:tc>
                  <a:txBody>
                    <a:bodyPr/>
                    <a:lstStyle/>
                    <a:p>
                      <a:pPr>
                        <a:lnSpc>
                          <a:spcPct val="80000"/>
                        </a:lnSpc>
                      </a:pPr>
                      <a:r>
                        <a:rPr lang="en-CA" b="0" dirty="0"/>
                        <a:t>Continue</a:t>
                      </a:r>
                    </a:p>
                  </a:txBody>
                  <a:tcPr marL="0" marR="0" marT="0" marB="0" anchor="ctr"/>
                </a:tc>
                <a:tc>
                  <a:txBody>
                    <a:bodyPr/>
                    <a:lstStyle/>
                    <a:p>
                      <a:pPr>
                        <a:lnSpc>
                          <a:spcPct val="80000"/>
                        </a:lnSpc>
                      </a:pPr>
                      <a:r>
                        <a:rPr lang="en-CA" b="0"/>
                        <a:t>F9, Alt+E</a:t>
                      </a:r>
                    </a:p>
                  </a:txBody>
                  <a:tcPr marL="0" marR="0" marT="0" marB="0" anchor="ctr"/>
                </a:tc>
                <a:tc>
                  <a:txBody>
                    <a:bodyPr/>
                    <a:lstStyle/>
                    <a:p>
                      <a:pPr>
                        <a:lnSpc>
                          <a:spcPct val="80000"/>
                        </a:lnSpc>
                      </a:pPr>
                      <a:r>
                        <a:rPr lang="en-CA" b="0"/>
                        <a:t>Ctrl+E, Alt+E</a:t>
                      </a:r>
                    </a:p>
                  </a:txBody>
                  <a:tcPr marL="0" marR="0" marT="0" marB="0" anchor="ctr"/>
                </a:tc>
                <a:extLst>
                  <a:ext uri="{0D108BD9-81ED-4DB2-BD59-A6C34878D82A}">
                    <a16:rowId xmlns:a16="http://schemas.microsoft.com/office/drawing/2014/main" xmlns="" val="404449534"/>
                  </a:ext>
                </a:extLst>
              </a:tr>
              <a:tr h="279983">
                <a:tc>
                  <a:txBody>
                    <a:bodyPr/>
                    <a:lstStyle/>
                    <a:p>
                      <a:pPr>
                        <a:lnSpc>
                          <a:spcPct val="80000"/>
                        </a:lnSpc>
                      </a:pPr>
                      <a:r>
                        <a:rPr lang="en-CA" b="0"/>
                        <a:t>Finish</a:t>
                      </a:r>
                    </a:p>
                  </a:txBody>
                  <a:tcPr marL="0" marR="0" marT="0" marB="0" anchor="ctr"/>
                </a:tc>
                <a:tc>
                  <a:txBody>
                    <a:bodyPr/>
                    <a:lstStyle/>
                    <a:p>
                      <a:pPr>
                        <a:lnSpc>
                          <a:spcPct val="80000"/>
                        </a:lnSpc>
                      </a:pPr>
                      <a:r>
                        <a:rPr lang="en-CA" b="0" dirty="0"/>
                        <a:t>Finish</a:t>
                      </a:r>
                    </a:p>
                  </a:txBody>
                  <a:tcPr marL="0" marR="0" marT="0" marB="0" anchor="ctr"/>
                </a:tc>
                <a:tc>
                  <a:txBody>
                    <a:bodyPr/>
                    <a:lstStyle/>
                    <a:p>
                      <a:pPr>
                        <a:lnSpc>
                          <a:spcPct val="80000"/>
                        </a:lnSpc>
                      </a:pPr>
                      <a:r>
                        <a:rPr lang="en-CA" b="0" dirty="0"/>
                        <a:t>F4</a:t>
                      </a:r>
                    </a:p>
                  </a:txBody>
                  <a:tcPr marL="0" marR="0" marT="0" marB="0" anchor="ctr"/>
                </a:tc>
                <a:tc>
                  <a:txBody>
                    <a:bodyPr/>
                    <a:lstStyle/>
                    <a:p>
                      <a:pPr>
                        <a:lnSpc>
                          <a:spcPct val="80000"/>
                        </a:lnSpc>
                      </a:pPr>
                      <a:r>
                        <a:rPr lang="en-CA" b="0"/>
                        <a:t>Ctrl+C*, F4</a:t>
                      </a:r>
                    </a:p>
                  </a:txBody>
                  <a:tcPr marL="0" marR="0" marT="0" marB="0" anchor="ctr"/>
                </a:tc>
                <a:extLst>
                  <a:ext uri="{0D108BD9-81ED-4DB2-BD59-A6C34878D82A}">
                    <a16:rowId xmlns:a16="http://schemas.microsoft.com/office/drawing/2014/main" xmlns="" val="1737804911"/>
                  </a:ext>
                </a:extLst>
              </a:tr>
              <a:tr h="279983">
                <a:tc>
                  <a:txBody>
                    <a:bodyPr/>
                    <a:lstStyle/>
                    <a:p>
                      <a:pPr>
                        <a:lnSpc>
                          <a:spcPct val="80000"/>
                        </a:lnSpc>
                      </a:pPr>
                      <a:r>
                        <a:rPr lang="en-CA" b="0"/>
                        <a:t>Go Back</a:t>
                      </a:r>
                    </a:p>
                  </a:txBody>
                  <a:tcPr marL="0" marR="0" marT="0" marB="0" anchor="ctr"/>
                </a:tc>
                <a:tc>
                  <a:txBody>
                    <a:bodyPr/>
                    <a:lstStyle/>
                    <a:p>
                      <a:pPr>
                        <a:lnSpc>
                          <a:spcPct val="80000"/>
                        </a:lnSpc>
                      </a:pPr>
                      <a:r>
                        <a:rPr lang="en-CA" b="0"/>
                        <a:t>Go Back</a:t>
                      </a:r>
                    </a:p>
                  </a:txBody>
                  <a:tcPr marL="0" marR="0" marT="0" marB="0" anchor="ctr"/>
                </a:tc>
                <a:tc>
                  <a:txBody>
                    <a:bodyPr/>
                    <a:lstStyle/>
                    <a:p>
                      <a:pPr>
                        <a:lnSpc>
                          <a:spcPct val="80000"/>
                        </a:lnSpc>
                      </a:pPr>
                      <a:r>
                        <a:rPr lang="en-CA" b="0" dirty="0" err="1"/>
                        <a:t>Alt+B</a:t>
                      </a:r>
                      <a:endParaRPr lang="en-CA" b="0" dirty="0"/>
                    </a:p>
                  </a:txBody>
                  <a:tcPr marL="0" marR="0" marT="0" marB="0" anchor="ctr"/>
                </a:tc>
                <a:tc>
                  <a:txBody>
                    <a:bodyPr/>
                    <a:lstStyle/>
                    <a:p>
                      <a:pPr>
                        <a:lnSpc>
                          <a:spcPct val="80000"/>
                        </a:lnSpc>
                      </a:pPr>
                      <a:r>
                        <a:rPr lang="en-CA" b="0"/>
                        <a:t>Ctrl+B, Alt+B</a:t>
                      </a:r>
                    </a:p>
                  </a:txBody>
                  <a:tcPr marL="0" marR="0" marT="0" marB="0" anchor="ctr"/>
                </a:tc>
                <a:extLst>
                  <a:ext uri="{0D108BD9-81ED-4DB2-BD59-A6C34878D82A}">
                    <a16:rowId xmlns:a16="http://schemas.microsoft.com/office/drawing/2014/main" xmlns="" val="799128455"/>
                  </a:ext>
                </a:extLst>
              </a:tr>
              <a:tr h="248873">
                <a:tc>
                  <a:txBody>
                    <a:bodyPr/>
                    <a:lstStyle/>
                    <a:p>
                      <a:pPr>
                        <a:lnSpc>
                          <a:spcPct val="80000"/>
                        </a:lnSpc>
                      </a:pPr>
                      <a:r>
                        <a:rPr lang="en-CA" b="0"/>
                        <a:t>No</a:t>
                      </a:r>
                    </a:p>
                  </a:txBody>
                  <a:tcPr marL="0" marR="0" marT="0" marB="0" anchor="ctr"/>
                </a:tc>
                <a:tc>
                  <a:txBody>
                    <a:bodyPr/>
                    <a:lstStyle/>
                    <a:p>
                      <a:pPr>
                        <a:lnSpc>
                          <a:spcPct val="80000"/>
                        </a:lnSpc>
                      </a:pPr>
                      <a:r>
                        <a:rPr lang="en-CA" b="0"/>
                        <a:t>No</a:t>
                      </a:r>
                    </a:p>
                  </a:txBody>
                  <a:tcPr marL="0" marR="0" marT="0" marB="0" anchor="ctr"/>
                </a:tc>
                <a:tc>
                  <a:txBody>
                    <a:bodyPr/>
                    <a:lstStyle/>
                    <a:p>
                      <a:pPr>
                        <a:lnSpc>
                          <a:spcPct val="80000"/>
                        </a:lnSpc>
                      </a:pPr>
                      <a:r>
                        <a:rPr lang="en-CA" b="0" dirty="0" err="1"/>
                        <a:t>Alt+N</a:t>
                      </a:r>
                      <a:endParaRPr lang="en-CA" b="0" dirty="0"/>
                    </a:p>
                  </a:txBody>
                  <a:tcPr marL="0" marR="0" marT="0" marB="0" anchor="ctr"/>
                </a:tc>
                <a:tc>
                  <a:txBody>
                    <a:bodyPr/>
                    <a:lstStyle/>
                    <a:p>
                      <a:pPr>
                        <a:lnSpc>
                          <a:spcPct val="80000"/>
                        </a:lnSpc>
                      </a:pPr>
                      <a:r>
                        <a:rPr lang="en-CA" b="0"/>
                        <a:t>Ctrl+N, Alt+N</a:t>
                      </a:r>
                    </a:p>
                  </a:txBody>
                  <a:tcPr marL="0" marR="0" marT="0" marB="0" anchor="ctr"/>
                </a:tc>
                <a:extLst>
                  <a:ext uri="{0D108BD9-81ED-4DB2-BD59-A6C34878D82A}">
                    <a16:rowId xmlns:a16="http://schemas.microsoft.com/office/drawing/2014/main" xmlns="" val="3008589289"/>
                  </a:ext>
                </a:extLst>
              </a:tr>
              <a:tr h="264429">
                <a:tc>
                  <a:txBody>
                    <a:bodyPr/>
                    <a:lstStyle/>
                    <a:p>
                      <a:pPr>
                        <a:lnSpc>
                          <a:spcPct val="80000"/>
                        </a:lnSpc>
                      </a:pPr>
                      <a:r>
                        <a:rPr lang="en-CA" b="0"/>
                        <a:t>Save</a:t>
                      </a:r>
                    </a:p>
                  </a:txBody>
                  <a:tcPr marL="0" marR="0" marT="0" marB="0" anchor="ctr"/>
                </a:tc>
                <a:tc>
                  <a:txBody>
                    <a:bodyPr/>
                    <a:lstStyle/>
                    <a:p>
                      <a:pPr>
                        <a:lnSpc>
                          <a:spcPct val="80000"/>
                        </a:lnSpc>
                      </a:pPr>
                      <a:r>
                        <a:rPr lang="en-CA" b="0"/>
                        <a:t>Save</a:t>
                      </a:r>
                    </a:p>
                  </a:txBody>
                  <a:tcPr marL="0" marR="0" marT="0" marB="0" anchor="ctr"/>
                </a:tc>
                <a:tc>
                  <a:txBody>
                    <a:bodyPr/>
                    <a:lstStyle/>
                    <a:p>
                      <a:pPr>
                        <a:lnSpc>
                          <a:spcPct val="80000"/>
                        </a:lnSpc>
                      </a:pPr>
                      <a:r>
                        <a:rPr lang="en-CA" b="0" dirty="0" err="1"/>
                        <a:t>Alt+S</a:t>
                      </a:r>
                      <a:endParaRPr lang="en-CA" b="0" dirty="0"/>
                    </a:p>
                  </a:txBody>
                  <a:tcPr marL="0" marR="0" marT="0" marB="0" anchor="ctr"/>
                </a:tc>
                <a:tc>
                  <a:txBody>
                    <a:bodyPr/>
                    <a:lstStyle/>
                    <a:p>
                      <a:pPr>
                        <a:lnSpc>
                          <a:spcPct val="80000"/>
                        </a:lnSpc>
                      </a:pPr>
                      <a:r>
                        <a:rPr lang="en-CA" b="0" dirty="0" err="1"/>
                        <a:t>Ctrl+S</a:t>
                      </a:r>
                      <a:r>
                        <a:rPr lang="en-CA" b="0" dirty="0"/>
                        <a:t>, </a:t>
                      </a:r>
                      <a:r>
                        <a:rPr lang="en-CA" b="0" dirty="0" err="1"/>
                        <a:t>Alt+S</a:t>
                      </a:r>
                      <a:endParaRPr lang="en-CA" b="0" dirty="0"/>
                    </a:p>
                  </a:txBody>
                  <a:tcPr marL="0" marR="0" marT="0" marB="0" anchor="ctr"/>
                </a:tc>
                <a:extLst>
                  <a:ext uri="{0D108BD9-81ED-4DB2-BD59-A6C34878D82A}">
                    <a16:rowId xmlns:a16="http://schemas.microsoft.com/office/drawing/2014/main" xmlns="" val="2225785067"/>
                  </a:ext>
                </a:extLst>
              </a:tr>
              <a:tr h="264429">
                <a:tc>
                  <a:txBody>
                    <a:bodyPr/>
                    <a:lstStyle/>
                    <a:p>
                      <a:pPr>
                        <a:lnSpc>
                          <a:spcPct val="80000"/>
                        </a:lnSpc>
                      </a:pPr>
                      <a:r>
                        <a:rPr lang="en-CA" b="0"/>
                        <a:t>Search</a:t>
                      </a:r>
                    </a:p>
                  </a:txBody>
                  <a:tcPr marL="0" marR="0" marT="0" marB="0" anchor="ctr"/>
                </a:tc>
                <a:tc>
                  <a:txBody>
                    <a:bodyPr/>
                    <a:lstStyle/>
                    <a:p>
                      <a:pPr>
                        <a:lnSpc>
                          <a:spcPct val="80000"/>
                        </a:lnSpc>
                      </a:pPr>
                      <a:r>
                        <a:rPr lang="en-CA" b="0"/>
                        <a:t>Search</a:t>
                      </a:r>
                    </a:p>
                  </a:txBody>
                  <a:tcPr marL="0" marR="0" marT="0" marB="0" anchor="ctr"/>
                </a:tc>
                <a:tc>
                  <a:txBody>
                    <a:bodyPr/>
                    <a:lstStyle/>
                    <a:p>
                      <a:pPr>
                        <a:lnSpc>
                          <a:spcPct val="80000"/>
                        </a:lnSpc>
                      </a:pPr>
                      <a:r>
                        <a:rPr lang="en-CA" b="0"/>
                        <a:t>Alt+S</a:t>
                      </a:r>
                    </a:p>
                  </a:txBody>
                  <a:tcPr marL="0" marR="0" marT="0" marB="0" anchor="ctr"/>
                </a:tc>
                <a:tc>
                  <a:txBody>
                    <a:bodyPr/>
                    <a:lstStyle/>
                    <a:p>
                      <a:pPr>
                        <a:lnSpc>
                          <a:spcPct val="80000"/>
                        </a:lnSpc>
                      </a:pPr>
                      <a:r>
                        <a:rPr lang="en-CA" b="0" dirty="0" err="1"/>
                        <a:t>Ctrl+S</a:t>
                      </a:r>
                      <a:r>
                        <a:rPr lang="en-CA" b="0" dirty="0"/>
                        <a:t>, </a:t>
                      </a:r>
                      <a:r>
                        <a:rPr lang="en-CA" b="0" dirty="0" err="1"/>
                        <a:t>Alt+S</a:t>
                      </a:r>
                      <a:endParaRPr lang="en-CA" b="0" dirty="0"/>
                    </a:p>
                  </a:txBody>
                  <a:tcPr marL="0" marR="0" marT="0" marB="0" anchor="ctr"/>
                </a:tc>
                <a:extLst>
                  <a:ext uri="{0D108BD9-81ED-4DB2-BD59-A6C34878D82A}">
                    <a16:rowId xmlns:a16="http://schemas.microsoft.com/office/drawing/2014/main" xmlns="" val="1125073503"/>
                  </a:ext>
                </a:extLst>
              </a:tr>
              <a:tr h="264429">
                <a:tc>
                  <a:txBody>
                    <a:bodyPr/>
                    <a:lstStyle/>
                    <a:p>
                      <a:pPr>
                        <a:lnSpc>
                          <a:spcPct val="80000"/>
                        </a:lnSpc>
                      </a:pPr>
                      <a:r>
                        <a:rPr lang="en-CA" b="0"/>
                        <a:t>Skip</a:t>
                      </a:r>
                    </a:p>
                  </a:txBody>
                  <a:tcPr marL="0" marR="0" marT="0" marB="0" anchor="ctr"/>
                </a:tc>
                <a:tc>
                  <a:txBody>
                    <a:bodyPr/>
                    <a:lstStyle/>
                    <a:p>
                      <a:pPr>
                        <a:lnSpc>
                          <a:spcPct val="80000"/>
                        </a:lnSpc>
                      </a:pPr>
                      <a:r>
                        <a:rPr lang="en-CA" b="0"/>
                        <a:t>Skip</a:t>
                      </a:r>
                    </a:p>
                  </a:txBody>
                  <a:tcPr marL="0" marR="0" marT="0" marB="0" anchor="ctr"/>
                </a:tc>
                <a:tc>
                  <a:txBody>
                    <a:bodyPr/>
                    <a:lstStyle/>
                    <a:p>
                      <a:pPr>
                        <a:lnSpc>
                          <a:spcPct val="80000"/>
                        </a:lnSpc>
                      </a:pPr>
                      <a:r>
                        <a:rPr lang="en-CA" b="0"/>
                        <a:t>Alt+9</a:t>
                      </a:r>
                    </a:p>
                  </a:txBody>
                  <a:tcPr marL="0" marR="0" marT="0" marB="0" anchor="ctr"/>
                </a:tc>
                <a:tc>
                  <a:txBody>
                    <a:bodyPr/>
                    <a:lstStyle/>
                    <a:p>
                      <a:pPr>
                        <a:lnSpc>
                          <a:spcPct val="80000"/>
                        </a:lnSpc>
                      </a:pPr>
                      <a:r>
                        <a:rPr lang="en-CA" b="0" dirty="0"/>
                        <a:t>Ctrl+9**, Alt+(</a:t>
                      </a:r>
                    </a:p>
                  </a:txBody>
                  <a:tcPr marL="0" marR="0" marT="0" marB="0" anchor="ctr"/>
                </a:tc>
                <a:extLst>
                  <a:ext uri="{0D108BD9-81ED-4DB2-BD59-A6C34878D82A}">
                    <a16:rowId xmlns:a16="http://schemas.microsoft.com/office/drawing/2014/main" xmlns="" val="3180176928"/>
                  </a:ext>
                </a:extLst>
              </a:tr>
              <a:tr h="218082">
                <a:tc>
                  <a:txBody>
                    <a:bodyPr/>
                    <a:lstStyle/>
                    <a:p>
                      <a:pPr>
                        <a:lnSpc>
                          <a:spcPct val="80000"/>
                        </a:lnSpc>
                      </a:pPr>
                      <a:r>
                        <a:rPr lang="en-CA" b="0"/>
                        <a:t>Submit</a:t>
                      </a:r>
                    </a:p>
                  </a:txBody>
                  <a:tcPr marL="0" marR="0" marT="0" marB="0" anchor="ctr"/>
                </a:tc>
                <a:tc>
                  <a:txBody>
                    <a:bodyPr/>
                    <a:lstStyle/>
                    <a:p>
                      <a:pPr>
                        <a:lnSpc>
                          <a:spcPct val="80000"/>
                        </a:lnSpc>
                      </a:pPr>
                      <a:r>
                        <a:rPr lang="en-CA" b="0"/>
                        <a:t>Submit, OK, Done</a:t>
                      </a:r>
                    </a:p>
                  </a:txBody>
                  <a:tcPr marL="0" marR="0" marT="0" marB="0" anchor="ctr"/>
                </a:tc>
                <a:tc>
                  <a:txBody>
                    <a:bodyPr/>
                    <a:lstStyle/>
                    <a:p>
                      <a:pPr>
                        <a:lnSpc>
                          <a:spcPct val="80000"/>
                        </a:lnSpc>
                      </a:pPr>
                      <a:r>
                        <a:rPr lang="en-CA" b="0"/>
                        <a:t>F10, Alt+U</a:t>
                      </a:r>
                    </a:p>
                  </a:txBody>
                  <a:tcPr marL="0" marR="0" marT="0" marB="0" anchor="ctr"/>
                </a:tc>
                <a:tc>
                  <a:txBody>
                    <a:bodyPr/>
                    <a:lstStyle/>
                    <a:p>
                      <a:pPr>
                        <a:lnSpc>
                          <a:spcPct val="80000"/>
                        </a:lnSpc>
                      </a:pPr>
                      <a:r>
                        <a:rPr lang="en-CA" b="0" dirty="0" err="1"/>
                        <a:t>Ctrl+U</a:t>
                      </a:r>
                      <a:r>
                        <a:rPr lang="en-CA" b="0" dirty="0"/>
                        <a:t>, </a:t>
                      </a:r>
                      <a:r>
                        <a:rPr lang="en-CA" b="0" dirty="0" err="1"/>
                        <a:t>Alt+U</a:t>
                      </a:r>
                      <a:endParaRPr lang="en-CA" b="0" dirty="0"/>
                    </a:p>
                  </a:txBody>
                  <a:tcPr marL="0" marR="0" marT="0" marB="0" anchor="ctr"/>
                </a:tc>
                <a:extLst>
                  <a:ext uri="{0D108BD9-81ED-4DB2-BD59-A6C34878D82A}">
                    <a16:rowId xmlns:a16="http://schemas.microsoft.com/office/drawing/2014/main" xmlns="" val="4170062060"/>
                  </a:ext>
                </a:extLst>
              </a:tr>
              <a:tr h="279665">
                <a:tc>
                  <a:txBody>
                    <a:bodyPr/>
                    <a:lstStyle/>
                    <a:p>
                      <a:pPr>
                        <a:lnSpc>
                          <a:spcPct val="80000"/>
                        </a:lnSpc>
                      </a:pPr>
                      <a:r>
                        <a:rPr lang="en-CA" b="0" dirty="0"/>
                        <a:t>Validate*</a:t>
                      </a:r>
                    </a:p>
                  </a:txBody>
                  <a:tcPr marL="0" marR="0" marT="0" marB="0" anchor="ctr"/>
                </a:tc>
                <a:tc>
                  <a:txBody>
                    <a:bodyPr/>
                    <a:lstStyle/>
                    <a:p>
                      <a:pPr>
                        <a:lnSpc>
                          <a:spcPct val="80000"/>
                        </a:lnSpc>
                      </a:pPr>
                      <a:r>
                        <a:rPr lang="en-CA" b="0"/>
                        <a:t>Validate</a:t>
                      </a:r>
                    </a:p>
                  </a:txBody>
                  <a:tcPr marL="0" marR="0" marT="0" marB="0" anchor="ctr"/>
                </a:tc>
                <a:tc>
                  <a:txBody>
                    <a:bodyPr/>
                    <a:lstStyle/>
                    <a:p>
                      <a:pPr>
                        <a:lnSpc>
                          <a:spcPct val="80000"/>
                        </a:lnSpc>
                      </a:pPr>
                      <a:r>
                        <a:rPr lang="en-CA" b="0"/>
                        <a:t>Alt+V </a:t>
                      </a:r>
                    </a:p>
                  </a:txBody>
                  <a:tcPr marL="0" marR="0" marT="0" marB="0" anchor="ctr"/>
                </a:tc>
                <a:tc>
                  <a:txBody>
                    <a:bodyPr/>
                    <a:lstStyle/>
                    <a:p>
                      <a:pPr>
                        <a:lnSpc>
                          <a:spcPct val="80000"/>
                        </a:lnSpc>
                      </a:pPr>
                      <a:r>
                        <a:rPr lang="en-CA" b="0" dirty="0"/>
                        <a:t>N/A</a:t>
                      </a:r>
                    </a:p>
                  </a:txBody>
                  <a:tcPr marL="0" marR="0" marT="0" marB="0" anchor="ctr"/>
                </a:tc>
                <a:extLst>
                  <a:ext uri="{0D108BD9-81ED-4DB2-BD59-A6C34878D82A}">
                    <a16:rowId xmlns:a16="http://schemas.microsoft.com/office/drawing/2014/main" xmlns="" val="2264451160"/>
                  </a:ext>
                </a:extLst>
              </a:tr>
              <a:tr h="359571">
                <a:tc>
                  <a:txBody>
                    <a:bodyPr/>
                    <a:lstStyle/>
                    <a:p>
                      <a:pPr>
                        <a:lnSpc>
                          <a:spcPct val="80000"/>
                        </a:lnSpc>
                      </a:pPr>
                      <a:r>
                        <a:rPr lang="en-CA" b="0"/>
                        <a:t>Yes</a:t>
                      </a:r>
                    </a:p>
                  </a:txBody>
                  <a:tcPr marL="0" marR="0" marT="0" marB="0" anchor="ctr"/>
                </a:tc>
                <a:tc>
                  <a:txBody>
                    <a:bodyPr/>
                    <a:lstStyle/>
                    <a:p>
                      <a:pPr>
                        <a:lnSpc>
                          <a:spcPct val="80000"/>
                        </a:lnSpc>
                      </a:pPr>
                      <a:r>
                        <a:rPr lang="en-CA" b="0" dirty="0"/>
                        <a:t>Yes</a:t>
                      </a:r>
                    </a:p>
                  </a:txBody>
                  <a:tcPr marL="0" marR="0" marT="0" marB="0" anchor="ctr"/>
                </a:tc>
                <a:tc>
                  <a:txBody>
                    <a:bodyPr/>
                    <a:lstStyle/>
                    <a:p>
                      <a:pPr>
                        <a:lnSpc>
                          <a:spcPct val="80000"/>
                        </a:lnSpc>
                      </a:pPr>
                      <a:r>
                        <a:rPr lang="en-CA" b="0"/>
                        <a:t>Alt+Y</a:t>
                      </a:r>
                    </a:p>
                  </a:txBody>
                  <a:tcPr marL="0" marR="0" marT="0" marB="0" anchor="ctr"/>
                </a:tc>
                <a:tc>
                  <a:txBody>
                    <a:bodyPr/>
                    <a:lstStyle/>
                    <a:p>
                      <a:pPr>
                        <a:lnSpc>
                          <a:spcPct val="80000"/>
                        </a:lnSpc>
                      </a:pPr>
                      <a:r>
                        <a:rPr lang="en-CA" b="0" dirty="0" err="1"/>
                        <a:t>Ctrl+Y</a:t>
                      </a:r>
                      <a:r>
                        <a:rPr lang="en-CA" b="0" dirty="0"/>
                        <a:t>, </a:t>
                      </a:r>
                      <a:r>
                        <a:rPr lang="en-CA" b="0" dirty="0" err="1"/>
                        <a:t>Alt+Y</a:t>
                      </a:r>
                      <a:endParaRPr lang="en-CA" b="0" dirty="0"/>
                    </a:p>
                  </a:txBody>
                  <a:tcPr marL="0" marR="0" marT="0" marB="0" anchor="ctr"/>
                </a:tc>
                <a:extLst>
                  <a:ext uri="{0D108BD9-81ED-4DB2-BD59-A6C34878D82A}">
                    <a16:rowId xmlns:a16="http://schemas.microsoft.com/office/drawing/2014/main" xmlns="" val="274496651"/>
                  </a:ext>
                </a:extLst>
              </a:tr>
            </a:tbl>
          </a:graphicData>
        </a:graphic>
      </p:graphicFrame>
      <p:sp>
        <p:nvSpPr>
          <p:cNvPr id="6" name="Content Placeholder 2">
            <a:extLst>
              <a:ext uri="{FF2B5EF4-FFF2-40B4-BE49-F238E27FC236}">
                <a16:creationId xmlns:a16="http://schemas.microsoft.com/office/drawing/2014/main" xmlns="" id="{DE5054A5-E430-4AFF-AD80-B34DDCE26626}"/>
              </a:ext>
            </a:extLst>
          </p:cNvPr>
          <p:cNvSpPr>
            <a:spLocks noGrp="1"/>
          </p:cNvSpPr>
          <p:nvPr>
            <p:ph idx="1"/>
            <p:custDataLst>
              <p:tags r:id="rId3"/>
            </p:custDataLst>
          </p:nvPr>
        </p:nvSpPr>
        <p:spPr>
          <a:xfrm>
            <a:off x="838200" y="5761940"/>
            <a:ext cx="11144250" cy="1422082"/>
          </a:xfrm>
        </p:spPr>
        <p:txBody>
          <a:bodyPr/>
          <a:lstStyle/>
          <a:p>
            <a:pPr marL="0" indent="0" algn="just">
              <a:lnSpc>
                <a:spcPct val="150000"/>
              </a:lnSpc>
              <a:buNone/>
            </a:pPr>
            <a:r>
              <a:rPr lang="en-US" sz="2000" dirty="0"/>
              <a:t>*The Validate action is only available for report-type resources (i.e. reports, journals, batches, and forms).</a:t>
            </a:r>
          </a:p>
          <a:p>
            <a:pPr marL="0" indent="0" algn="just">
              <a:lnSpc>
                <a:spcPct val="150000"/>
              </a:lnSpc>
              <a:buNone/>
            </a:pPr>
            <a:endParaRPr lang="en-CA" sz="2000" dirty="0"/>
          </a:p>
        </p:txBody>
      </p:sp>
    </p:spTree>
    <p:extLst>
      <p:ext uri="{BB962C8B-B14F-4D97-AF65-F5344CB8AC3E}">
        <p14:creationId xmlns:p14="http://schemas.microsoft.com/office/powerpoint/2010/main" val="13301142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522EE0-E984-4F8A-86AF-74D057A5C4EB}"/>
              </a:ext>
            </a:extLst>
          </p:cNvPr>
          <p:cNvSpPr>
            <a:spLocks noGrp="1"/>
          </p:cNvSpPr>
          <p:nvPr>
            <p:ph type="title"/>
            <p:custDataLst>
              <p:tags r:id="rId1"/>
            </p:custDataLst>
          </p:nvPr>
        </p:nvSpPr>
        <p:spPr/>
        <p:txBody>
          <a:bodyPr/>
          <a:lstStyle/>
          <a:p>
            <a:r>
              <a:rPr lang="fr-CA" dirty="0"/>
              <a:t>Hot Keys</a:t>
            </a:r>
            <a:br>
              <a:rPr lang="fr-CA" dirty="0"/>
            </a:br>
            <a:r>
              <a:rPr lang="fr-CA" sz="2800" dirty="0"/>
              <a:t>Page-</a:t>
            </a:r>
            <a:r>
              <a:rPr lang="fr-CA" sz="2800" dirty="0" err="1"/>
              <a:t>Level</a:t>
            </a:r>
            <a:r>
              <a:rPr lang="fr-CA" sz="2800" dirty="0"/>
              <a:t> </a:t>
            </a:r>
            <a:r>
              <a:rPr lang="fr-CA" sz="2800" dirty="0" err="1"/>
              <a:t>Edit</a:t>
            </a:r>
            <a:r>
              <a:rPr lang="fr-CA" sz="2800" dirty="0"/>
              <a:t> Actions</a:t>
            </a:r>
            <a:endParaRPr lang="en-CA" dirty="0"/>
          </a:p>
        </p:txBody>
      </p:sp>
      <p:graphicFrame>
        <p:nvGraphicFramePr>
          <p:cNvPr id="5" name="Table 5">
            <a:extLst>
              <a:ext uri="{FF2B5EF4-FFF2-40B4-BE49-F238E27FC236}">
                <a16:creationId xmlns:a16="http://schemas.microsoft.com/office/drawing/2014/main" xmlns="" id="{006B8DA7-23B8-4DCE-B66D-0893B0368B9C}"/>
              </a:ext>
            </a:extLst>
          </p:cNvPr>
          <p:cNvGraphicFramePr>
            <a:graphicFrameLocks noGrp="1"/>
          </p:cNvGraphicFramePr>
          <p:nvPr>
            <p:custDataLst>
              <p:tags r:id="rId2"/>
            </p:custDataLst>
            <p:extLst>
              <p:ext uri="{D42A27DB-BD31-4B8C-83A1-F6EECF244321}">
                <p14:modId xmlns:p14="http://schemas.microsoft.com/office/powerpoint/2010/main" val="1590932263"/>
              </p:ext>
            </p:extLst>
          </p:nvPr>
        </p:nvGraphicFramePr>
        <p:xfrm>
          <a:off x="838200" y="1938338"/>
          <a:ext cx="10515600" cy="2966720"/>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xmlns="" val="4022013451"/>
                    </a:ext>
                  </a:extLst>
                </a:gridCol>
                <a:gridCol w="2628900">
                  <a:extLst>
                    <a:ext uri="{9D8B030D-6E8A-4147-A177-3AD203B41FA5}">
                      <a16:colId xmlns:a16="http://schemas.microsoft.com/office/drawing/2014/main" xmlns="" val="2839445102"/>
                    </a:ext>
                  </a:extLst>
                </a:gridCol>
                <a:gridCol w="2628900">
                  <a:extLst>
                    <a:ext uri="{9D8B030D-6E8A-4147-A177-3AD203B41FA5}">
                      <a16:colId xmlns:a16="http://schemas.microsoft.com/office/drawing/2014/main" xmlns="" val="1571442784"/>
                    </a:ext>
                  </a:extLst>
                </a:gridCol>
                <a:gridCol w="2628900">
                  <a:extLst>
                    <a:ext uri="{9D8B030D-6E8A-4147-A177-3AD203B41FA5}">
                      <a16:colId xmlns:a16="http://schemas.microsoft.com/office/drawing/2014/main" xmlns="" val="2771869526"/>
                    </a:ext>
                  </a:extLst>
                </a:gridCol>
              </a:tblGrid>
              <a:tr h="370840">
                <a:tc>
                  <a:txBody>
                    <a:bodyPr/>
                    <a:lstStyle/>
                    <a:p>
                      <a:pPr marL="0" algn="ctr" defTabSz="914400" rtl="0" eaLnBrk="1" latinLnBrk="0" hangingPunct="1"/>
                      <a:r>
                        <a:rPr lang="en-CA" sz="1800" b="0" kern="1200" dirty="0">
                          <a:solidFill>
                            <a:schemeClr val="tx1"/>
                          </a:solidFill>
                          <a:latin typeface="+mn-lt"/>
                          <a:ea typeface="+mn-ea"/>
                          <a:cs typeface="+mn-cs"/>
                        </a:rPr>
                        <a:t>Action</a:t>
                      </a:r>
                    </a:p>
                  </a:txBody>
                  <a:tcPr marL="0" marR="0" marT="0" marB="0"/>
                </a:tc>
                <a:tc>
                  <a:txBody>
                    <a:bodyPr/>
                    <a:lstStyle/>
                    <a:p>
                      <a:pPr marL="0" algn="ctr" defTabSz="914400" rtl="0" eaLnBrk="1" latinLnBrk="0" hangingPunct="1"/>
                      <a:r>
                        <a:rPr lang="en-CA" sz="1800" b="0" kern="1200" dirty="0">
                          <a:solidFill>
                            <a:schemeClr val="tx1"/>
                          </a:solidFill>
                          <a:latin typeface="+mn-lt"/>
                          <a:ea typeface="+mn-ea"/>
                          <a:cs typeface="+mn-cs"/>
                        </a:rPr>
                        <a:t>Label / Icon</a:t>
                      </a:r>
                    </a:p>
                  </a:txBody>
                  <a:tcPr marL="0" marR="0" marT="0" marB="0"/>
                </a:tc>
                <a:tc>
                  <a:txBody>
                    <a:bodyPr/>
                    <a:lstStyle/>
                    <a:p>
                      <a:pPr marL="0" algn="ctr" defTabSz="914400" rtl="0" eaLnBrk="1" latinLnBrk="0" hangingPunct="1"/>
                      <a:r>
                        <a:rPr lang="en-CA" sz="1800" b="0" kern="1200" dirty="0">
                          <a:solidFill>
                            <a:schemeClr val="tx1"/>
                          </a:solidFill>
                          <a:latin typeface="+mn-lt"/>
                          <a:ea typeface="+mn-ea"/>
                          <a:cs typeface="+mn-cs"/>
                        </a:rPr>
                        <a:t>Hot Key (Desktop)</a:t>
                      </a:r>
                    </a:p>
                  </a:txBody>
                  <a:tcPr marL="0" marR="0" marT="0" marB="0"/>
                </a:tc>
                <a:tc>
                  <a:txBody>
                    <a:bodyPr/>
                    <a:lstStyle/>
                    <a:p>
                      <a:pPr marL="0" algn="ctr" defTabSz="914400" rtl="0" eaLnBrk="1" latinLnBrk="0" hangingPunct="1"/>
                      <a:r>
                        <a:rPr lang="en-CA" sz="1800" b="0" kern="1200" dirty="0">
                          <a:solidFill>
                            <a:schemeClr val="tx1"/>
                          </a:solidFill>
                          <a:latin typeface="+mn-lt"/>
                          <a:ea typeface="+mn-ea"/>
                          <a:cs typeface="+mn-cs"/>
                        </a:rPr>
                        <a:t>Hot Key (Mobile)</a:t>
                      </a:r>
                    </a:p>
                  </a:txBody>
                  <a:tcPr marL="0" marR="0" marT="0" marB="0"/>
                </a:tc>
                <a:extLst>
                  <a:ext uri="{0D108BD9-81ED-4DB2-BD59-A6C34878D82A}">
                    <a16:rowId xmlns:a16="http://schemas.microsoft.com/office/drawing/2014/main" xmlns="" val="3213264062"/>
                  </a:ext>
                </a:extLst>
              </a:tr>
              <a:tr h="370840">
                <a:tc>
                  <a:txBody>
                    <a:bodyPr/>
                    <a:lstStyle/>
                    <a:p>
                      <a:r>
                        <a:rPr lang="en-CA" b="0" dirty="0"/>
                        <a:t>Copy</a:t>
                      </a:r>
                    </a:p>
                  </a:txBody>
                  <a:tcPr marL="0" marR="0" marT="0" marB="0" anchor="ctr"/>
                </a:tc>
                <a:tc>
                  <a:txBody>
                    <a:bodyPr/>
                    <a:lstStyle/>
                    <a:p>
                      <a:r>
                        <a:rPr lang="en-CA" b="0"/>
                        <a:t>Copy</a:t>
                      </a:r>
                    </a:p>
                  </a:txBody>
                  <a:tcPr marL="0" marR="0" marT="0" marB="0" anchor="ctr"/>
                </a:tc>
                <a:tc>
                  <a:txBody>
                    <a:bodyPr/>
                    <a:lstStyle/>
                    <a:p>
                      <a:r>
                        <a:rPr lang="en-CA" b="0"/>
                        <a:t>Alt+C</a:t>
                      </a:r>
                    </a:p>
                  </a:txBody>
                  <a:tcPr marL="0" marR="0" marT="0" marB="0" anchor="ctr"/>
                </a:tc>
                <a:tc>
                  <a:txBody>
                    <a:bodyPr/>
                    <a:lstStyle/>
                    <a:p>
                      <a:r>
                        <a:rPr lang="en-CA" b="0"/>
                        <a:t>Ctrl+C, Alt+C</a:t>
                      </a:r>
                    </a:p>
                  </a:txBody>
                  <a:tcPr marL="0" marR="0" marT="0" marB="0" anchor="ctr"/>
                </a:tc>
                <a:extLst>
                  <a:ext uri="{0D108BD9-81ED-4DB2-BD59-A6C34878D82A}">
                    <a16:rowId xmlns:a16="http://schemas.microsoft.com/office/drawing/2014/main" xmlns="" val="1737804911"/>
                  </a:ext>
                </a:extLst>
              </a:tr>
              <a:tr h="370840">
                <a:tc>
                  <a:txBody>
                    <a:bodyPr/>
                    <a:lstStyle/>
                    <a:p>
                      <a:r>
                        <a:rPr lang="en-CA" b="0" dirty="0"/>
                        <a:t>Create</a:t>
                      </a:r>
                    </a:p>
                  </a:txBody>
                  <a:tcPr marL="0" marR="0" marT="0" marB="0" anchor="ctr"/>
                </a:tc>
                <a:tc>
                  <a:txBody>
                    <a:bodyPr/>
                    <a:lstStyle/>
                    <a:p>
                      <a:r>
                        <a:rPr lang="en-CA" b="0"/>
                        <a:t>Create, Add</a:t>
                      </a:r>
                    </a:p>
                  </a:txBody>
                  <a:tcPr marL="0" marR="0" marT="0" marB="0" anchor="ctr"/>
                </a:tc>
                <a:tc>
                  <a:txBody>
                    <a:bodyPr/>
                    <a:lstStyle/>
                    <a:p>
                      <a:r>
                        <a:rPr lang="en-CA" b="0"/>
                        <a:t>Alt+A</a:t>
                      </a:r>
                    </a:p>
                  </a:txBody>
                  <a:tcPr marL="0" marR="0" marT="0" marB="0" anchor="ctr"/>
                </a:tc>
                <a:tc>
                  <a:txBody>
                    <a:bodyPr/>
                    <a:lstStyle/>
                    <a:p>
                      <a:r>
                        <a:rPr lang="en-CA" b="0"/>
                        <a:t>Ctrl+T, Alt+T</a:t>
                      </a:r>
                    </a:p>
                  </a:txBody>
                  <a:tcPr marL="0" marR="0" marT="0" marB="0" anchor="ctr"/>
                </a:tc>
                <a:extLst>
                  <a:ext uri="{0D108BD9-81ED-4DB2-BD59-A6C34878D82A}">
                    <a16:rowId xmlns:a16="http://schemas.microsoft.com/office/drawing/2014/main" xmlns="" val="799128455"/>
                  </a:ext>
                </a:extLst>
              </a:tr>
              <a:tr h="370840">
                <a:tc>
                  <a:txBody>
                    <a:bodyPr/>
                    <a:lstStyle/>
                    <a:p>
                      <a:r>
                        <a:rPr lang="en-CA" b="0" dirty="0"/>
                        <a:t>Deactivate</a:t>
                      </a:r>
                    </a:p>
                  </a:txBody>
                  <a:tcPr marL="0" marR="0" marT="0" marB="0" anchor="ctr"/>
                </a:tc>
                <a:tc>
                  <a:txBody>
                    <a:bodyPr/>
                    <a:lstStyle/>
                    <a:p>
                      <a:r>
                        <a:rPr lang="en-CA" b="0" dirty="0"/>
                        <a:t>Deactivate</a:t>
                      </a:r>
                    </a:p>
                  </a:txBody>
                  <a:tcPr marL="0" marR="0" marT="0" marB="0" anchor="ctr"/>
                </a:tc>
                <a:tc>
                  <a:txBody>
                    <a:bodyPr/>
                    <a:lstStyle/>
                    <a:p>
                      <a:r>
                        <a:rPr lang="en-CA" b="0"/>
                        <a:t>Alt+Delete</a:t>
                      </a:r>
                    </a:p>
                  </a:txBody>
                  <a:tcPr marL="0" marR="0" marT="0" marB="0" anchor="ctr"/>
                </a:tc>
                <a:tc>
                  <a:txBody>
                    <a:bodyPr/>
                    <a:lstStyle/>
                    <a:p>
                      <a:r>
                        <a:rPr lang="en-CA" b="0"/>
                        <a:t>Ctrl+M, Alt+M</a:t>
                      </a:r>
                    </a:p>
                  </a:txBody>
                  <a:tcPr marL="0" marR="0" marT="0" marB="0" anchor="ctr"/>
                </a:tc>
                <a:extLst>
                  <a:ext uri="{0D108BD9-81ED-4DB2-BD59-A6C34878D82A}">
                    <a16:rowId xmlns:a16="http://schemas.microsoft.com/office/drawing/2014/main" xmlns="" val="3008589289"/>
                  </a:ext>
                </a:extLst>
              </a:tr>
              <a:tr h="370840">
                <a:tc>
                  <a:txBody>
                    <a:bodyPr/>
                    <a:lstStyle/>
                    <a:p>
                      <a:r>
                        <a:rPr lang="en-CA" b="0"/>
                        <a:t>Delete</a:t>
                      </a:r>
                    </a:p>
                  </a:txBody>
                  <a:tcPr marL="0" marR="0" marT="0" marB="0" anchor="ctr"/>
                </a:tc>
                <a:tc>
                  <a:txBody>
                    <a:bodyPr/>
                    <a:lstStyle/>
                    <a:p>
                      <a:r>
                        <a:rPr lang="en-CA" b="0" dirty="0"/>
                        <a:t>Delete</a:t>
                      </a:r>
                    </a:p>
                  </a:txBody>
                  <a:tcPr marL="0" marR="0" marT="0" marB="0" anchor="ctr"/>
                </a:tc>
                <a:tc>
                  <a:txBody>
                    <a:bodyPr/>
                    <a:lstStyle/>
                    <a:p>
                      <a:r>
                        <a:rPr lang="en-CA" b="0"/>
                        <a:t>Alt+Delete</a:t>
                      </a:r>
                    </a:p>
                  </a:txBody>
                  <a:tcPr marL="0" marR="0" marT="0" marB="0" anchor="ctr"/>
                </a:tc>
                <a:tc>
                  <a:txBody>
                    <a:bodyPr/>
                    <a:lstStyle/>
                    <a:p>
                      <a:r>
                        <a:rPr lang="en-CA" b="0"/>
                        <a:t>Ctrl+M, Alt+M</a:t>
                      </a:r>
                    </a:p>
                  </a:txBody>
                  <a:tcPr marL="0" marR="0" marT="0" marB="0" anchor="ctr"/>
                </a:tc>
                <a:extLst>
                  <a:ext uri="{0D108BD9-81ED-4DB2-BD59-A6C34878D82A}">
                    <a16:rowId xmlns:a16="http://schemas.microsoft.com/office/drawing/2014/main" xmlns="" val="2225785067"/>
                  </a:ext>
                </a:extLst>
              </a:tr>
              <a:tr h="370840">
                <a:tc>
                  <a:txBody>
                    <a:bodyPr/>
                    <a:lstStyle/>
                    <a:p>
                      <a:r>
                        <a:rPr lang="en-CA" b="0"/>
                        <a:t>Linking</a:t>
                      </a:r>
                    </a:p>
                  </a:txBody>
                  <a:tcPr marL="0" marR="0" marT="0" marB="0" anchor="ctr"/>
                </a:tc>
                <a:tc>
                  <a:txBody>
                    <a:bodyPr/>
                    <a:lstStyle/>
                    <a:p>
                      <a:r>
                        <a:rPr lang="en-CA" b="0" dirty="0"/>
                        <a:t>Linking</a:t>
                      </a:r>
                    </a:p>
                  </a:txBody>
                  <a:tcPr marL="0" marR="0" marT="0" marB="0" anchor="ctr"/>
                </a:tc>
                <a:tc>
                  <a:txBody>
                    <a:bodyPr/>
                    <a:lstStyle/>
                    <a:p>
                      <a:r>
                        <a:rPr lang="en-CA" b="0" dirty="0" err="1"/>
                        <a:t>Alt+K</a:t>
                      </a:r>
                      <a:endParaRPr lang="en-CA" b="0" dirty="0"/>
                    </a:p>
                  </a:txBody>
                  <a:tcPr marL="0" marR="0" marT="0" marB="0" anchor="ctr"/>
                </a:tc>
                <a:tc>
                  <a:txBody>
                    <a:bodyPr/>
                    <a:lstStyle/>
                    <a:p>
                      <a:r>
                        <a:rPr lang="en-CA" b="0"/>
                        <a:t>Ctrl+K, Alt+K</a:t>
                      </a:r>
                    </a:p>
                  </a:txBody>
                  <a:tcPr marL="0" marR="0" marT="0" marB="0" anchor="ctr"/>
                </a:tc>
                <a:extLst>
                  <a:ext uri="{0D108BD9-81ED-4DB2-BD59-A6C34878D82A}">
                    <a16:rowId xmlns:a16="http://schemas.microsoft.com/office/drawing/2014/main" xmlns="" val="1125073503"/>
                  </a:ext>
                </a:extLst>
              </a:tr>
              <a:tr h="370840">
                <a:tc>
                  <a:txBody>
                    <a:bodyPr/>
                    <a:lstStyle/>
                    <a:p>
                      <a:r>
                        <a:rPr lang="en-CA" b="0"/>
                        <a:t>More Actions</a:t>
                      </a:r>
                    </a:p>
                  </a:txBody>
                  <a:tcPr marL="0" marR="0" marT="0" marB="0" anchor="ctr"/>
                </a:tc>
                <a:tc>
                  <a:txBody>
                    <a:bodyPr/>
                    <a:lstStyle/>
                    <a:p>
                      <a:r>
                        <a:rPr lang="en-CA" b="0"/>
                        <a:t>More Actions</a:t>
                      </a:r>
                    </a:p>
                  </a:txBody>
                  <a:tcPr marL="0" marR="0" marT="0" marB="0" anchor="ctr"/>
                </a:tc>
                <a:tc>
                  <a:txBody>
                    <a:bodyPr/>
                    <a:lstStyle/>
                    <a:p>
                      <a:r>
                        <a:rPr lang="en-CA" b="0" dirty="0"/>
                        <a:t>F1</a:t>
                      </a:r>
                    </a:p>
                  </a:txBody>
                  <a:tcPr marL="0" marR="0" marT="0" marB="0" anchor="ctr"/>
                </a:tc>
                <a:tc>
                  <a:txBody>
                    <a:bodyPr/>
                    <a:lstStyle/>
                    <a:p>
                      <a:r>
                        <a:rPr lang="pt-BR" b="0"/>
                        <a:t>Ctrl+H***, Alt+H***, F1</a:t>
                      </a:r>
                    </a:p>
                  </a:txBody>
                  <a:tcPr marL="0" marR="0" marT="0" marB="0" anchor="ctr"/>
                </a:tc>
                <a:extLst>
                  <a:ext uri="{0D108BD9-81ED-4DB2-BD59-A6C34878D82A}">
                    <a16:rowId xmlns:a16="http://schemas.microsoft.com/office/drawing/2014/main" xmlns="" val="3180176928"/>
                  </a:ext>
                </a:extLst>
              </a:tr>
              <a:tr h="370840">
                <a:tc>
                  <a:txBody>
                    <a:bodyPr/>
                    <a:lstStyle/>
                    <a:p>
                      <a:r>
                        <a:rPr lang="en-CA" b="0"/>
                        <a:t>Personalize  </a:t>
                      </a:r>
                    </a:p>
                  </a:txBody>
                  <a:tcPr marL="0" marR="0" marT="0" marB="0" anchor="ctr"/>
                </a:tc>
                <a:tc>
                  <a:txBody>
                    <a:bodyPr/>
                    <a:lstStyle/>
                    <a:p>
                      <a:r>
                        <a:rPr lang="en-CA" b="0"/>
                        <a:t>Personalize</a:t>
                      </a:r>
                    </a:p>
                  </a:txBody>
                  <a:tcPr marL="0" marR="0" marT="0" marB="0" anchor="ctr"/>
                </a:tc>
                <a:tc>
                  <a:txBody>
                    <a:bodyPr/>
                    <a:lstStyle/>
                    <a:p>
                      <a:r>
                        <a:rPr lang="en-CA" b="0" dirty="0" err="1"/>
                        <a:t>Alt+P</a:t>
                      </a:r>
                      <a:endParaRPr lang="en-CA" b="0" dirty="0"/>
                    </a:p>
                  </a:txBody>
                  <a:tcPr marL="0" marR="0" marT="0" marB="0" anchor="ctr"/>
                </a:tc>
                <a:tc>
                  <a:txBody>
                    <a:bodyPr/>
                    <a:lstStyle/>
                    <a:p>
                      <a:r>
                        <a:rPr lang="en-CA" b="0" dirty="0"/>
                        <a:t>N/A</a:t>
                      </a:r>
                    </a:p>
                  </a:txBody>
                  <a:tcPr marL="0" marR="0" marT="0" marB="0" anchor="ctr"/>
                </a:tc>
                <a:extLst>
                  <a:ext uri="{0D108BD9-81ED-4DB2-BD59-A6C34878D82A}">
                    <a16:rowId xmlns:a16="http://schemas.microsoft.com/office/drawing/2014/main" xmlns="" val="4170062060"/>
                  </a:ext>
                </a:extLst>
              </a:tr>
            </a:tbl>
          </a:graphicData>
        </a:graphic>
      </p:graphicFrame>
    </p:spTree>
    <p:extLst>
      <p:ext uri="{BB962C8B-B14F-4D97-AF65-F5344CB8AC3E}">
        <p14:creationId xmlns:p14="http://schemas.microsoft.com/office/powerpoint/2010/main" val="36570954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522EE0-E984-4F8A-86AF-74D057A5C4EB}"/>
              </a:ext>
            </a:extLst>
          </p:cNvPr>
          <p:cNvSpPr>
            <a:spLocks noGrp="1"/>
          </p:cNvSpPr>
          <p:nvPr>
            <p:ph type="title"/>
            <p:custDataLst>
              <p:tags r:id="rId1"/>
            </p:custDataLst>
          </p:nvPr>
        </p:nvSpPr>
        <p:spPr/>
        <p:txBody>
          <a:bodyPr/>
          <a:lstStyle/>
          <a:p>
            <a:r>
              <a:rPr lang="fr-CA" dirty="0"/>
              <a:t>Hot Keys</a:t>
            </a:r>
            <a:br>
              <a:rPr lang="fr-CA" dirty="0"/>
            </a:br>
            <a:r>
              <a:rPr lang="fr-CA" sz="2800" dirty="0" err="1"/>
              <a:t>Search</a:t>
            </a:r>
            <a:r>
              <a:rPr lang="fr-CA" sz="2800" dirty="0"/>
              <a:t> Navigation Actions</a:t>
            </a:r>
            <a:endParaRPr lang="en-CA" dirty="0"/>
          </a:p>
        </p:txBody>
      </p:sp>
      <p:graphicFrame>
        <p:nvGraphicFramePr>
          <p:cNvPr id="5" name="Table 5">
            <a:extLst>
              <a:ext uri="{FF2B5EF4-FFF2-40B4-BE49-F238E27FC236}">
                <a16:creationId xmlns:a16="http://schemas.microsoft.com/office/drawing/2014/main" xmlns="" id="{006B8DA7-23B8-4DCE-B66D-0893B0368B9C}"/>
              </a:ext>
            </a:extLst>
          </p:cNvPr>
          <p:cNvGraphicFramePr>
            <a:graphicFrameLocks noGrp="1"/>
          </p:cNvGraphicFramePr>
          <p:nvPr>
            <p:custDataLst>
              <p:tags r:id="rId2"/>
            </p:custDataLst>
            <p:extLst>
              <p:ext uri="{D42A27DB-BD31-4B8C-83A1-F6EECF244321}">
                <p14:modId xmlns:p14="http://schemas.microsoft.com/office/powerpoint/2010/main" val="1030856870"/>
              </p:ext>
            </p:extLst>
          </p:nvPr>
        </p:nvGraphicFramePr>
        <p:xfrm>
          <a:off x="838200" y="1919288"/>
          <a:ext cx="10515600" cy="3581400"/>
        </p:xfrm>
        <a:graphic>
          <a:graphicData uri="http://schemas.openxmlformats.org/drawingml/2006/table">
            <a:tbl>
              <a:tblPr firstRow="1" bandRow="1">
                <a:tableStyleId>{9D7B26C5-4107-4FEC-AEDC-1716B250A1EF}</a:tableStyleId>
              </a:tblPr>
              <a:tblGrid>
                <a:gridCol w="3581400">
                  <a:extLst>
                    <a:ext uri="{9D8B030D-6E8A-4147-A177-3AD203B41FA5}">
                      <a16:colId xmlns:a16="http://schemas.microsoft.com/office/drawing/2014/main" xmlns="" val="4022013451"/>
                    </a:ext>
                  </a:extLst>
                </a:gridCol>
                <a:gridCol w="1676400">
                  <a:extLst>
                    <a:ext uri="{9D8B030D-6E8A-4147-A177-3AD203B41FA5}">
                      <a16:colId xmlns:a16="http://schemas.microsoft.com/office/drawing/2014/main" xmlns="" val="2839445102"/>
                    </a:ext>
                  </a:extLst>
                </a:gridCol>
                <a:gridCol w="2628900">
                  <a:extLst>
                    <a:ext uri="{9D8B030D-6E8A-4147-A177-3AD203B41FA5}">
                      <a16:colId xmlns:a16="http://schemas.microsoft.com/office/drawing/2014/main" xmlns="" val="1571442784"/>
                    </a:ext>
                  </a:extLst>
                </a:gridCol>
                <a:gridCol w="2628900">
                  <a:extLst>
                    <a:ext uri="{9D8B030D-6E8A-4147-A177-3AD203B41FA5}">
                      <a16:colId xmlns:a16="http://schemas.microsoft.com/office/drawing/2014/main" xmlns="" val="2771869526"/>
                    </a:ext>
                  </a:extLst>
                </a:gridCol>
              </a:tblGrid>
              <a:tr h="370840">
                <a:tc>
                  <a:txBody>
                    <a:bodyPr/>
                    <a:lstStyle/>
                    <a:p>
                      <a:r>
                        <a:rPr lang="en-CA" sz="1800" b="0" kern="1200" dirty="0">
                          <a:solidFill>
                            <a:schemeClr val="tx1"/>
                          </a:solidFill>
                          <a:latin typeface="+mn-lt"/>
                          <a:ea typeface="+mn-ea"/>
                          <a:cs typeface="+mn-cs"/>
                        </a:rPr>
                        <a:t>Action</a:t>
                      </a:r>
                    </a:p>
                  </a:txBody>
                  <a:tcPr marL="0" marR="0" marT="0" marB="0"/>
                </a:tc>
                <a:tc>
                  <a:txBody>
                    <a:bodyPr/>
                    <a:lstStyle/>
                    <a:p>
                      <a:r>
                        <a:rPr lang="en-CA" sz="1800" b="0" kern="1200" dirty="0">
                          <a:solidFill>
                            <a:schemeClr val="tx1"/>
                          </a:solidFill>
                          <a:latin typeface="+mn-lt"/>
                          <a:ea typeface="+mn-ea"/>
                          <a:cs typeface="+mn-cs"/>
                        </a:rPr>
                        <a:t>Label / Icon</a:t>
                      </a:r>
                    </a:p>
                  </a:txBody>
                  <a:tcPr marL="0" marR="0" marT="0" marB="0"/>
                </a:tc>
                <a:tc>
                  <a:txBody>
                    <a:bodyPr/>
                    <a:lstStyle/>
                    <a:p>
                      <a:r>
                        <a:rPr lang="en-CA" sz="1800" b="0" kern="1200" dirty="0">
                          <a:solidFill>
                            <a:schemeClr val="tx1"/>
                          </a:solidFill>
                          <a:latin typeface="+mn-lt"/>
                          <a:ea typeface="+mn-ea"/>
                          <a:cs typeface="+mn-cs"/>
                        </a:rPr>
                        <a:t>Hot Key (Desktop)</a:t>
                      </a:r>
                    </a:p>
                  </a:txBody>
                  <a:tcPr marL="0" marR="0" marT="0" marB="0"/>
                </a:tc>
                <a:tc>
                  <a:txBody>
                    <a:bodyPr/>
                    <a:lstStyle/>
                    <a:p>
                      <a:r>
                        <a:rPr lang="en-CA" sz="1800" b="0" kern="1200" dirty="0">
                          <a:solidFill>
                            <a:schemeClr val="tx1"/>
                          </a:solidFill>
                          <a:latin typeface="+mn-lt"/>
                          <a:ea typeface="+mn-ea"/>
                          <a:cs typeface="+mn-cs"/>
                        </a:rPr>
                        <a:t>Hot Key (Mobile)</a:t>
                      </a:r>
                    </a:p>
                  </a:txBody>
                  <a:tcPr marL="0" marR="0" marT="0" marB="0"/>
                </a:tc>
                <a:extLst>
                  <a:ext uri="{0D108BD9-81ED-4DB2-BD59-A6C34878D82A}">
                    <a16:rowId xmlns:a16="http://schemas.microsoft.com/office/drawing/2014/main" xmlns="" val="3213264062"/>
                  </a:ext>
                </a:extLst>
              </a:tr>
              <a:tr h="370840">
                <a:tc>
                  <a:txBody>
                    <a:bodyPr/>
                    <a:lstStyle/>
                    <a:p>
                      <a:pPr algn="l"/>
                      <a:r>
                        <a:rPr lang="en-US" dirty="0"/>
                        <a:t>Navigate to the grid-level More Actions menu</a:t>
                      </a:r>
                    </a:p>
                  </a:txBody>
                  <a:tcPr marL="0" marR="0" marT="0" marB="0" anchor="ctr"/>
                </a:tc>
                <a:tc>
                  <a:txBody>
                    <a:bodyPr/>
                    <a:lstStyle/>
                    <a:p>
                      <a:endParaRPr lang="en-CA"/>
                    </a:p>
                  </a:txBody>
                  <a:tcPr marL="0" marR="0" marT="0" marB="0" anchor="ctr"/>
                </a:tc>
                <a:tc>
                  <a:txBody>
                    <a:bodyPr/>
                    <a:lstStyle/>
                    <a:p>
                      <a:r>
                        <a:rPr lang="en-CA" b="0"/>
                        <a:t>N/A</a:t>
                      </a:r>
                    </a:p>
                  </a:txBody>
                  <a:tcPr marL="0" marR="0" marT="0" marB="0" anchor="ctr"/>
                </a:tc>
                <a:tc>
                  <a:txBody>
                    <a:bodyPr/>
                    <a:lstStyle/>
                    <a:p>
                      <a:r>
                        <a:rPr lang="en-CA" b="0"/>
                        <a:t>Ctrl+R, Alt+R</a:t>
                      </a:r>
                    </a:p>
                  </a:txBody>
                  <a:tcPr marL="0" marR="0" marT="0" marB="0" anchor="ctr"/>
                </a:tc>
                <a:extLst>
                  <a:ext uri="{0D108BD9-81ED-4DB2-BD59-A6C34878D82A}">
                    <a16:rowId xmlns:a16="http://schemas.microsoft.com/office/drawing/2014/main" xmlns="" val="1737804911"/>
                  </a:ext>
                </a:extLst>
              </a:tr>
              <a:tr h="370840">
                <a:tc>
                  <a:txBody>
                    <a:bodyPr/>
                    <a:lstStyle/>
                    <a:p>
                      <a:pPr algn="l"/>
                      <a:r>
                        <a:rPr lang="en-US" dirty="0"/>
                        <a:t>Navigate to the record-level More Actions menu of the next (or first) record in search results and cycle through the remaining records on the page</a:t>
                      </a:r>
                    </a:p>
                  </a:txBody>
                  <a:tcPr marL="0" marR="0" marT="0" marB="0" anchor="ctr"/>
                </a:tc>
                <a:tc>
                  <a:txBody>
                    <a:bodyPr/>
                    <a:lstStyle/>
                    <a:p>
                      <a:endParaRPr lang="en-CA" dirty="0"/>
                    </a:p>
                  </a:txBody>
                  <a:tcPr marL="0" marR="0" marT="0" marB="0" anchor="ctr"/>
                </a:tc>
                <a:tc>
                  <a:txBody>
                    <a:bodyPr/>
                    <a:lstStyle/>
                    <a:p>
                      <a:r>
                        <a:rPr lang="en-CA" b="0" dirty="0" err="1"/>
                        <a:t>Alt+Q</a:t>
                      </a:r>
                      <a:endParaRPr lang="en-CA" b="0" dirty="0"/>
                    </a:p>
                  </a:txBody>
                  <a:tcPr marL="0" marR="0" marT="0" marB="0" anchor="ctr"/>
                </a:tc>
                <a:tc>
                  <a:txBody>
                    <a:bodyPr/>
                    <a:lstStyle/>
                    <a:p>
                      <a:r>
                        <a:rPr lang="en-CA" b="0" dirty="0"/>
                        <a:t>Arrow Keys</a:t>
                      </a:r>
                    </a:p>
                  </a:txBody>
                  <a:tcPr marL="0" marR="0" marT="0" marB="0" anchor="ctr"/>
                </a:tc>
                <a:extLst>
                  <a:ext uri="{0D108BD9-81ED-4DB2-BD59-A6C34878D82A}">
                    <a16:rowId xmlns:a16="http://schemas.microsoft.com/office/drawing/2014/main" xmlns="" val="799128455"/>
                  </a:ext>
                </a:extLst>
              </a:tr>
              <a:tr h="370840">
                <a:tc>
                  <a:txBody>
                    <a:bodyPr/>
                    <a:lstStyle/>
                    <a:p>
                      <a:pPr algn="l"/>
                      <a:r>
                        <a:rPr lang="en-CA" dirty="0"/>
                        <a:t>Next Page</a:t>
                      </a:r>
                    </a:p>
                  </a:txBody>
                  <a:tcPr marL="0" marR="0" marT="0" marB="0" anchor="ctr"/>
                </a:tc>
                <a:tc>
                  <a:txBody>
                    <a:bodyPr/>
                    <a:lstStyle/>
                    <a:p>
                      <a:endParaRPr lang="en-CA" dirty="0"/>
                    </a:p>
                  </a:txBody>
                  <a:tcPr marL="0" marR="0" marT="0" marB="0" anchor="ctr"/>
                </a:tc>
                <a:tc>
                  <a:txBody>
                    <a:bodyPr/>
                    <a:lstStyle/>
                    <a:p>
                      <a:r>
                        <a:rPr lang="en-CA" b="0"/>
                        <a:t>Alt+Page Down</a:t>
                      </a:r>
                    </a:p>
                  </a:txBody>
                  <a:tcPr marL="0" marR="0" marT="0" marB="0" anchor="ctr"/>
                </a:tc>
                <a:tc>
                  <a:txBody>
                    <a:bodyPr/>
                    <a:lstStyle/>
                    <a:p>
                      <a:r>
                        <a:rPr lang="en-CA" b="0"/>
                        <a:t>N/A</a:t>
                      </a:r>
                    </a:p>
                  </a:txBody>
                  <a:tcPr marL="0" marR="0" marT="0" marB="0" anchor="ctr"/>
                </a:tc>
                <a:extLst>
                  <a:ext uri="{0D108BD9-81ED-4DB2-BD59-A6C34878D82A}">
                    <a16:rowId xmlns:a16="http://schemas.microsoft.com/office/drawing/2014/main" xmlns="" val="3008589289"/>
                  </a:ext>
                </a:extLst>
              </a:tr>
              <a:tr h="370840">
                <a:tc>
                  <a:txBody>
                    <a:bodyPr/>
                    <a:lstStyle/>
                    <a:p>
                      <a:pPr algn="l"/>
                      <a:r>
                        <a:rPr lang="en-CA" dirty="0"/>
                        <a:t>Previous Page</a:t>
                      </a:r>
                    </a:p>
                  </a:txBody>
                  <a:tcPr marL="0" marR="0" marT="0" marB="0" anchor="ctr"/>
                </a:tc>
                <a:tc>
                  <a:txBody>
                    <a:bodyPr/>
                    <a:lstStyle/>
                    <a:p>
                      <a:endParaRPr lang="en-CA"/>
                    </a:p>
                  </a:txBody>
                  <a:tcPr marL="0" marR="0" marT="0" marB="0" anchor="ctr"/>
                </a:tc>
                <a:tc>
                  <a:txBody>
                    <a:bodyPr/>
                    <a:lstStyle/>
                    <a:p>
                      <a:r>
                        <a:rPr lang="en-CA" b="0"/>
                        <a:t>Alt+Page Up</a:t>
                      </a:r>
                    </a:p>
                  </a:txBody>
                  <a:tcPr marL="0" marR="0" marT="0" marB="0" anchor="ctr"/>
                </a:tc>
                <a:tc>
                  <a:txBody>
                    <a:bodyPr/>
                    <a:lstStyle/>
                    <a:p>
                      <a:r>
                        <a:rPr lang="en-CA" b="0"/>
                        <a:t>N/A</a:t>
                      </a:r>
                    </a:p>
                  </a:txBody>
                  <a:tcPr marL="0" marR="0" marT="0" marB="0" anchor="ctr"/>
                </a:tc>
                <a:extLst>
                  <a:ext uri="{0D108BD9-81ED-4DB2-BD59-A6C34878D82A}">
                    <a16:rowId xmlns:a16="http://schemas.microsoft.com/office/drawing/2014/main" xmlns="" val="2225785067"/>
                  </a:ext>
                </a:extLst>
              </a:tr>
              <a:tr h="370840">
                <a:tc>
                  <a:txBody>
                    <a:bodyPr/>
                    <a:lstStyle/>
                    <a:p>
                      <a:pPr algn="l"/>
                      <a:r>
                        <a:rPr lang="en-US" dirty="0"/>
                        <a:t>Toggle between Show All and Show Pages</a:t>
                      </a:r>
                    </a:p>
                  </a:txBody>
                  <a:tcPr marL="0" marR="0" marT="0" marB="0" anchor="ctr"/>
                </a:tc>
                <a:tc>
                  <a:txBody>
                    <a:bodyPr/>
                    <a:lstStyle/>
                    <a:p>
                      <a:r>
                        <a:rPr lang="en-CA"/>
                        <a:t>Show All, Show Pages</a:t>
                      </a:r>
                    </a:p>
                  </a:txBody>
                  <a:tcPr marL="0" marR="0" marT="0" marB="0" anchor="ctr"/>
                </a:tc>
                <a:tc>
                  <a:txBody>
                    <a:bodyPr/>
                    <a:lstStyle/>
                    <a:p>
                      <a:r>
                        <a:rPr lang="en-CA" b="0"/>
                        <a:t>Alt+O</a:t>
                      </a:r>
                    </a:p>
                  </a:txBody>
                  <a:tcPr marL="0" marR="0" marT="0" marB="0" anchor="ctr"/>
                </a:tc>
                <a:tc>
                  <a:txBody>
                    <a:bodyPr/>
                    <a:lstStyle/>
                    <a:p>
                      <a:r>
                        <a:rPr lang="en-CA" b="0" dirty="0" err="1"/>
                        <a:t>Ctrl+O</a:t>
                      </a:r>
                      <a:r>
                        <a:rPr lang="en-CA" b="0" dirty="0"/>
                        <a:t>, </a:t>
                      </a:r>
                      <a:r>
                        <a:rPr lang="en-CA" b="0" dirty="0" err="1"/>
                        <a:t>Alt+O</a:t>
                      </a:r>
                      <a:endParaRPr lang="en-CA" b="0" dirty="0"/>
                    </a:p>
                  </a:txBody>
                  <a:tcPr marL="0" marR="0" marT="0" marB="0" anchor="ctr"/>
                </a:tc>
                <a:extLst>
                  <a:ext uri="{0D108BD9-81ED-4DB2-BD59-A6C34878D82A}">
                    <a16:rowId xmlns:a16="http://schemas.microsoft.com/office/drawing/2014/main" xmlns="" val="1125073503"/>
                  </a:ext>
                </a:extLst>
              </a:tr>
            </a:tbl>
          </a:graphicData>
        </a:graphic>
      </p:graphicFrame>
      <p:pic>
        <p:nvPicPr>
          <p:cNvPr id="3" name="Picture 2">
            <a:extLst>
              <a:ext uri="{FF2B5EF4-FFF2-40B4-BE49-F238E27FC236}">
                <a16:creationId xmlns:a16="http://schemas.microsoft.com/office/drawing/2014/main" xmlns="" id="{DE63309F-1D40-4CCC-9009-6A030523B1CE}"/>
              </a:ext>
            </a:extLst>
          </p:cNvPr>
          <p:cNvPicPr>
            <a:picLocks noChangeAspect="1"/>
          </p:cNvPicPr>
          <p:nvPr>
            <p:custDataLst>
              <p:tags r:id="rId3"/>
            </p:custDataLst>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Lst>
          </a:blip>
          <a:stretch>
            <a:fillRect/>
          </a:stretch>
        </p:blipFill>
        <p:spPr>
          <a:xfrm>
            <a:off x="4874646" y="2398941"/>
            <a:ext cx="408333" cy="408333"/>
          </a:xfrm>
          <a:prstGeom prst="rect">
            <a:avLst/>
          </a:prstGeom>
        </p:spPr>
      </p:pic>
      <p:pic>
        <p:nvPicPr>
          <p:cNvPr id="7" name="Picture 6">
            <a:extLst>
              <a:ext uri="{FF2B5EF4-FFF2-40B4-BE49-F238E27FC236}">
                <a16:creationId xmlns:a16="http://schemas.microsoft.com/office/drawing/2014/main" xmlns="" id="{9DE7BC0D-29AD-4073-85E1-6E0B182924C5}"/>
              </a:ext>
            </a:extLst>
          </p:cNvPr>
          <p:cNvPicPr>
            <a:picLocks noChangeAspect="1"/>
          </p:cNvPicPr>
          <p:nvPr>
            <p:custDataLst>
              <p:tags r:id="rId4"/>
            </p:custDataLst>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Lst>
          </a:blip>
          <a:stretch>
            <a:fillRect/>
          </a:stretch>
        </p:blipFill>
        <p:spPr>
          <a:xfrm>
            <a:off x="4899825" y="3328988"/>
            <a:ext cx="408333" cy="408333"/>
          </a:xfrm>
          <a:prstGeom prst="rect">
            <a:avLst/>
          </a:prstGeom>
        </p:spPr>
      </p:pic>
      <p:pic>
        <p:nvPicPr>
          <p:cNvPr id="9" name="Picture 8">
            <a:extLst>
              <a:ext uri="{FF2B5EF4-FFF2-40B4-BE49-F238E27FC236}">
                <a16:creationId xmlns:a16="http://schemas.microsoft.com/office/drawing/2014/main" xmlns="" id="{5479DFC8-2A07-484C-9A68-1612F3AB2406}"/>
              </a:ext>
            </a:extLst>
          </p:cNvPr>
          <p:cNvPicPr>
            <a:picLocks noChangeAspect="1"/>
          </p:cNvPicPr>
          <p:nvPr>
            <p:custDataLst>
              <p:tags r:id="rId5"/>
            </p:custDataLst>
          </p:nvPr>
        </p:nvPicPr>
        <p:blipFill>
          <a:blip r:embed="rId10">
            <a:extLst>
              <a:ext uri="{BEBA8EAE-BF5A-486C-A8C5-ECC9F3942E4B}">
                <a14:imgProps xmlns:a14="http://schemas.microsoft.com/office/drawing/2010/main">
                  <a14:imgLayer r:embed="rId11">
                    <a14:imgEffect>
                      <a14:backgroundRemoval t="10000" b="90000" l="10000" r="90000">
                        <a14:foregroundMark x1="14286" y1="22222" x2="14286" y2="22222"/>
                        <a14:backgroundMark x1="10714" y1="11111" x2="10714" y2="11111"/>
                      </a14:backgroundRemoval>
                    </a14:imgEffect>
                  </a14:imgLayer>
                </a14:imgProps>
              </a:ext>
            </a:extLst>
          </a:blip>
          <a:stretch>
            <a:fillRect/>
          </a:stretch>
        </p:blipFill>
        <p:spPr>
          <a:xfrm>
            <a:off x="4962728" y="4236024"/>
            <a:ext cx="320251" cy="308813"/>
          </a:xfrm>
          <a:prstGeom prst="rect">
            <a:avLst/>
          </a:prstGeom>
        </p:spPr>
      </p:pic>
      <p:pic>
        <p:nvPicPr>
          <p:cNvPr id="11" name="Picture 10">
            <a:extLst>
              <a:ext uri="{FF2B5EF4-FFF2-40B4-BE49-F238E27FC236}">
                <a16:creationId xmlns:a16="http://schemas.microsoft.com/office/drawing/2014/main" xmlns="" id="{F10B6605-F87C-4B9C-B52D-9A19B9A6A342}"/>
              </a:ext>
            </a:extLst>
          </p:cNvPr>
          <p:cNvPicPr>
            <a:picLocks noChangeAspect="1"/>
          </p:cNvPicPr>
          <p:nvPr>
            <p:custDataLst>
              <p:tags r:id="rId6"/>
            </p:custDataLst>
          </p:nvPr>
        </p:nvPicPr>
        <p:blipFill>
          <a:blip r:embed="rId12">
            <a:extLst>
              <a:ext uri="{BEBA8EAE-BF5A-486C-A8C5-ECC9F3942E4B}">
                <a14:imgProps xmlns:a14="http://schemas.microsoft.com/office/drawing/2010/main">
                  <a14:imgLayer r:embed="rId13">
                    <a14:imgEffect>
                      <a14:backgroundRemoval t="10000" b="90000" l="10000" r="90000"/>
                    </a14:imgEffect>
                  </a14:imgLayer>
                </a14:imgProps>
              </a:ext>
            </a:extLst>
          </a:blip>
          <a:stretch>
            <a:fillRect/>
          </a:stretch>
        </p:blipFill>
        <p:spPr>
          <a:xfrm>
            <a:off x="4899637" y="4582937"/>
            <a:ext cx="408332" cy="355644"/>
          </a:xfrm>
          <a:prstGeom prst="rect">
            <a:avLst/>
          </a:prstGeom>
        </p:spPr>
      </p:pic>
    </p:spTree>
    <p:extLst>
      <p:ext uri="{BB962C8B-B14F-4D97-AF65-F5344CB8AC3E}">
        <p14:creationId xmlns:p14="http://schemas.microsoft.com/office/powerpoint/2010/main" val="34966309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522EE0-E984-4F8A-86AF-74D057A5C4EB}"/>
              </a:ext>
            </a:extLst>
          </p:cNvPr>
          <p:cNvSpPr>
            <a:spLocks noGrp="1"/>
          </p:cNvSpPr>
          <p:nvPr>
            <p:ph type="title"/>
            <p:custDataLst>
              <p:tags r:id="rId1"/>
            </p:custDataLst>
          </p:nvPr>
        </p:nvSpPr>
        <p:spPr/>
        <p:txBody>
          <a:bodyPr/>
          <a:lstStyle/>
          <a:p>
            <a:r>
              <a:rPr lang="fr-CA" dirty="0"/>
              <a:t>Hot Keys</a:t>
            </a:r>
            <a:br>
              <a:rPr lang="fr-CA" dirty="0"/>
            </a:br>
            <a:r>
              <a:rPr lang="fr-CA" sz="2800" dirty="0" err="1"/>
              <a:t>Array-Level</a:t>
            </a:r>
            <a:r>
              <a:rPr lang="fr-CA" sz="2800" dirty="0"/>
              <a:t> </a:t>
            </a:r>
            <a:r>
              <a:rPr lang="fr-CA" sz="2800" dirty="0" err="1"/>
              <a:t>Edit</a:t>
            </a:r>
            <a:r>
              <a:rPr lang="fr-CA" sz="2800" dirty="0"/>
              <a:t> Actions &amp; Record Navigation Actions </a:t>
            </a:r>
            <a:endParaRPr lang="en-CA" dirty="0"/>
          </a:p>
        </p:txBody>
      </p:sp>
      <p:graphicFrame>
        <p:nvGraphicFramePr>
          <p:cNvPr id="5" name="Table 5">
            <a:extLst>
              <a:ext uri="{FF2B5EF4-FFF2-40B4-BE49-F238E27FC236}">
                <a16:creationId xmlns:a16="http://schemas.microsoft.com/office/drawing/2014/main" xmlns="" id="{006B8DA7-23B8-4DCE-B66D-0893B0368B9C}"/>
              </a:ext>
            </a:extLst>
          </p:cNvPr>
          <p:cNvGraphicFramePr>
            <a:graphicFrameLocks noGrp="1"/>
          </p:cNvGraphicFramePr>
          <p:nvPr>
            <p:custDataLst>
              <p:tags r:id="rId2"/>
            </p:custDataLst>
            <p:extLst>
              <p:ext uri="{D42A27DB-BD31-4B8C-83A1-F6EECF244321}">
                <p14:modId xmlns:p14="http://schemas.microsoft.com/office/powerpoint/2010/main" val="348416652"/>
              </p:ext>
            </p:extLst>
          </p:nvPr>
        </p:nvGraphicFramePr>
        <p:xfrm>
          <a:off x="838200" y="2233453"/>
          <a:ext cx="10515600" cy="1385252"/>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xmlns="" val="4022013451"/>
                    </a:ext>
                  </a:extLst>
                </a:gridCol>
                <a:gridCol w="2628900">
                  <a:extLst>
                    <a:ext uri="{9D8B030D-6E8A-4147-A177-3AD203B41FA5}">
                      <a16:colId xmlns:a16="http://schemas.microsoft.com/office/drawing/2014/main" xmlns="" val="2839445102"/>
                    </a:ext>
                  </a:extLst>
                </a:gridCol>
                <a:gridCol w="2628900">
                  <a:extLst>
                    <a:ext uri="{9D8B030D-6E8A-4147-A177-3AD203B41FA5}">
                      <a16:colId xmlns:a16="http://schemas.microsoft.com/office/drawing/2014/main" xmlns="" val="1571442784"/>
                    </a:ext>
                  </a:extLst>
                </a:gridCol>
                <a:gridCol w="2628900">
                  <a:extLst>
                    <a:ext uri="{9D8B030D-6E8A-4147-A177-3AD203B41FA5}">
                      <a16:colId xmlns:a16="http://schemas.microsoft.com/office/drawing/2014/main" xmlns="" val="2771869526"/>
                    </a:ext>
                  </a:extLst>
                </a:gridCol>
              </a:tblGrid>
              <a:tr h="370840">
                <a:tc>
                  <a:txBody>
                    <a:bodyPr/>
                    <a:lstStyle/>
                    <a:p>
                      <a:pPr marL="0" algn="ctr" defTabSz="914400" rtl="0" eaLnBrk="1" latinLnBrk="0" hangingPunct="1"/>
                      <a:r>
                        <a:rPr lang="en-CA" sz="1800" b="0" kern="1200" dirty="0">
                          <a:solidFill>
                            <a:schemeClr val="tx1"/>
                          </a:solidFill>
                          <a:latin typeface="+mn-lt"/>
                          <a:ea typeface="+mn-ea"/>
                          <a:cs typeface="+mn-cs"/>
                        </a:rPr>
                        <a:t>Action</a:t>
                      </a:r>
                    </a:p>
                  </a:txBody>
                  <a:tcPr marL="0" marR="0" marT="0" marB="0"/>
                </a:tc>
                <a:tc>
                  <a:txBody>
                    <a:bodyPr/>
                    <a:lstStyle/>
                    <a:p>
                      <a:pPr marL="0" algn="ctr" defTabSz="914400" rtl="0" eaLnBrk="1" latinLnBrk="0" hangingPunct="1"/>
                      <a:r>
                        <a:rPr lang="en-CA" sz="1800" b="0" kern="1200" dirty="0">
                          <a:solidFill>
                            <a:schemeClr val="tx1"/>
                          </a:solidFill>
                          <a:latin typeface="+mn-lt"/>
                          <a:ea typeface="+mn-ea"/>
                          <a:cs typeface="+mn-cs"/>
                        </a:rPr>
                        <a:t>Label / Icon</a:t>
                      </a:r>
                    </a:p>
                  </a:txBody>
                  <a:tcPr marL="0" marR="0" marT="0" marB="0"/>
                </a:tc>
                <a:tc>
                  <a:txBody>
                    <a:bodyPr/>
                    <a:lstStyle/>
                    <a:p>
                      <a:pPr marL="0" algn="ctr" defTabSz="914400" rtl="0" eaLnBrk="1" latinLnBrk="0" hangingPunct="1"/>
                      <a:r>
                        <a:rPr lang="en-CA" sz="1800" b="0" kern="1200" dirty="0">
                          <a:solidFill>
                            <a:schemeClr val="tx1"/>
                          </a:solidFill>
                          <a:latin typeface="+mn-lt"/>
                          <a:ea typeface="+mn-ea"/>
                          <a:cs typeface="+mn-cs"/>
                        </a:rPr>
                        <a:t>Hot Key (Desktop)</a:t>
                      </a:r>
                    </a:p>
                  </a:txBody>
                  <a:tcPr marL="0" marR="0" marT="0" marB="0"/>
                </a:tc>
                <a:tc>
                  <a:txBody>
                    <a:bodyPr/>
                    <a:lstStyle/>
                    <a:p>
                      <a:pPr marL="0" algn="ctr" defTabSz="914400" rtl="0" eaLnBrk="1" latinLnBrk="0" hangingPunct="1"/>
                      <a:r>
                        <a:rPr lang="en-CA" sz="1800" b="0" kern="1200" dirty="0">
                          <a:solidFill>
                            <a:schemeClr val="tx1"/>
                          </a:solidFill>
                          <a:latin typeface="+mn-lt"/>
                          <a:ea typeface="+mn-ea"/>
                          <a:cs typeface="+mn-cs"/>
                        </a:rPr>
                        <a:t>Hot Key (Mobile)</a:t>
                      </a:r>
                    </a:p>
                  </a:txBody>
                  <a:tcPr marL="0" marR="0" marT="0" marB="0"/>
                </a:tc>
                <a:extLst>
                  <a:ext uri="{0D108BD9-81ED-4DB2-BD59-A6C34878D82A}">
                    <a16:rowId xmlns:a16="http://schemas.microsoft.com/office/drawing/2014/main" xmlns="" val="3213264062"/>
                  </a:ext>
                </a:extLst>
              </a:tr>
              <a:tr h="338772">
                <a:tc>
                  <a:txBody>
                    <a:bodyPr/>
                    <a:lstStyle/>
                    <a:p>
                      <a:r>
                        <a:rPr lang="en-CA" b="0" dirty="0"/>
                        <a:t>Append</a:t>
                      </a:r>
                    </a:p>
                  </a:txBody>
                  <a:tcPr marL="0" marR="0" marT="0" marB="0" anchor="ctr"/>
                </a:tc>
                <a:tc>
                  <a:txBody>
                    <a:bodyPr/>
                    <a:lstStyle/>
                    <a:p>
                      <a:r>
                        <a:rPr lang="en-CA" b="0"/>
                        <a:t>Append</a:t>
                      </a:r>
                    </a:p>
                  </a:txBody>
                  <a:tcPr marL="0" marR="0" marT="0" marB="0" anchor="ctr"/>
                </a:tc>
                <a:tc>
                  <a:txBody>
                    <a:bodyPr/>
                    <a:lstStyle/>
                    <a:p>
                      <a:r>
                        <a:rPr lang="en-CA" b="0"/>
                        <a:t>Alt+A</a:t>
                      </a:r>
                    </a:p>
                  </a:txBody>
                  <a:tcPr marL="0" marR="0" marT="0" marB="0" anchor="ctr"/>
                </a:tc>
                <a:tc>
                  <a:txBody>
                    <a:bodyPr/>
                    <a:lstStyle/>
                    <a:p>
                      <a:r>
                        <a:rPr lang="en-CA" b="0" dirty="0" err="1"/>
                        <a:t>Ctrl+T</a:t>
                      </a:r>
                      <a:r>
                        <a:rPr lang="en-CA" b="0" dirty="0"/>
                        <a:t>, </a:t>
                      </a:r>
                      <a:r>
                        <a:rPr lang="en-CA" b="0" dirty="0" err="1"/>
                        <a:t>Alt+T</a:t>
                      </a:r>
                      <a:endParaRPr lang="en-CA" b="0" dirty="0"/>
                    </a:p>
                  </a:txBody>
                  <a:tcPr marL="0" marR="0" marT="0" marB="0" anchor="ctr"/>
                </a:tc>
                <a:extLst>
                  <a:ext uri="{0D108BD9-81ED-4DB2-BD59-A6C34878D82A}">
                    <a16:rowId xmlns:a16="http://schemas.microsoft.com/office/drawing/2014/main" xmlns="" val="1737804911"/>
                  </a:ext>
                </a:extLst>
              </a:tr>
              <a:tr h="304800">
                <a:tc>
                  <a:txBody>
                    <a:bodyPr/>
                    <a:lstStyle/>
                    <a:p>
                      <a:r>
                        <a:rPr lang="en-CA" b="0" dirty="0"/>
                        <a:t>Delete</a:t>
                      </a:r>
                    </a:p>
                  </a:txBody>
                  <a:tcPr marL="0" marR="0" marT="0" marB="0" anchor="ctr"/>
                </a:tc>
                <a:tc>
                  <a:txBody>
                    <a:bodyPr/>
                    <a:lstStyle/>
                    <a:p>
                      <a:r>
                        <a:rPr lang="en-CA" b="0" dirty="0"/>
                        <a:t>Delete</a:t>
                      </a:r>
                    </a:p>
                  </a:txBody>
                  <a:tcPr marL="0" marR="0" marT="0" marB="0" anchor="ctr"/>
                </a:tc>
                <a:tc>
                  <a:txBody>
                    <a:bodyPr/>
                    <a:lstStyle/>
                    <a:p>
                      <a:r>
                        <a:rPr lang="en-CA" b="0" dirty="0" err="1"/>
                        <a:t>Alt+Delete</a:t>
                      </a:r>
                      <a:endParaRPr lang="en-CA" b="0" dirty="0"/>
                    </a:p>
                  </a:txBody>
                  <a:tcPr marL="0" marR="0" marT="0" marB="0" anchor="ctr"/>
                </a:tc>
                <a:tc>
                  <a:txBody>
                    <a:bodyPr/>
                    <a:lstStyle/>
                    <a:p>
                      <a:r>
                        <a:rPr lang="en-CA" b="0" dirty="0" err="1"/>
                        <a:t>Ctrl+M</a:t>
                      </a:r>
                      <a:r>
                        <a:rPr lang="en-CA" b="0" dirty="0"/>
                        <a:t>, </a:t>
                      </a:r>
                      <a:r>
                        <a:rPr lang="en-CA" b="0" dirty="0" err="1"/>
                        <a:t>Alt+M</a:t>
                      </a:r>
                      <a:endParaRPr lang="en-CA" b="0" dirty="0"/>
                    </a:p>
                  </a:txBody>
                  <a:tcPr marL="0" marR="0" marT="0" marB="0" anchor="ctr"/>
                </a:tc>
                <a:extLst>
                  <a:ext uri="{0D108BD9-81ED-4DB2-BD59-A6C34878D82A}">
                    <a16:rowId xmlns:a16="http://schemas.microsoft.com/office/drawing/2014/main" xmlns="" val="799128455"/>
                  </a:ext>
                </a:extLst>
              </a:tr>
              <a:tr h="370840">
                <a:tc>
                  <a:txBody>
                    <a:bodyPr/>
                    <a:lstStyle/>
                    <a:p>
                      <a:r>
                        <a:rPr lang="en-CA" b="0" dirty="0"/>
                        <a:t>Insert</a:t>
                      </a:r>
                    </a:p>
                  </a:txBody>
                  <a:tcPr marL="0" marR="0" marT="0" marB="0" anchor="ctr"/>
                </a:tc>
                <a:tc>
                  <a:txBody>
                    <a:bodyPr/>
                    <a:lstStyle/>
                    <a:p>
                      <a:r>
                        <a:rPr lang="en-CA" b="0"/>
                        <a:t>Insert</a:t>
                      </a:r>
                    </a:p>
                  </a:txBody>
                  <a:tcPr marL="0" marR="0" marT="0" marB="0" anchor="ctr"/>
                </a:tc>
                <a:tc>
                  <a:txBody>
                    <a:bodyPr/>
                    <a:lstStyle/>
                    <a:p>
                      <a:r>
                        <a:rPr lang="en-CA" b="0"/>
                        <a:t>Alt+Insert</a:t>
                      </a:r>
                    </a:p>
                  </a:txBody>
                  <a:tcPr marL="0" marR="0" marT="0" marB="0" anchor="ctr"/>
                </a:tc>
                <a:tc>
                  <a:txBody>
                    <a:bodyPr/>
                    <a:lstStyle/>
                    <a:p>
                      <a:r>
                        <a:rPr lang="en-CA" b="0" dirty="0"/>
                        <a:t>N/A</a:t>
                      </a:r>
                    </a:p>
                  </a:txBody>
                  <a:tcPr marL="0" marR="0" marT="0" marB="0" anchor="ctr"/>
                </a:tc>
                <a:extLst>
                  <a:ext uri="{0D108BD9-81ED-4DB2-BD59-A6C34878D82A}">
                    <a16:rowId xmlns:a16="http://schemas.microsoft.com/office/drawing/2014/main" xmlns="" val="3008589289"/>
                  </a:ext>
                </a:extLst>
              </a:tr>
            </a:tbl>
          </a:graphicData>
        </a:graphic>
      </p:graphicFrame>
      <p:graphicFrame>
        <p:nvGraphicFramePr>
          <p:cNvPr id="3" name="Table 5">
            <a:extLst>
              <a:ext uri="{FF2B5EF4-FFF2-40B4-BE49-F238E27FC236}">
                <a16:creationId xmlns:a16="http://schemas.microsoft.com/office/drawing/2014/main" xmlns="" id="{1C4F9757-9694-4B88-A536-BCDD89D87887}"/>
              </a:ext>
            </a:extLst>
          </p:cNvPr>
          <p:cNvGraphicFramePr>
            <a:graphicFrameLocks noGrp="1"/>
          </p:cNvGraphicFramePr>
          <p:nvPr>
            <p:custDataLst>
              <p:tags r:id="rId3"/>
            </p:custDataLst>
            <p:extLst>
              <p:ext uri="{D42A27DB-BD31-4B8C-83A1-F6EECF244321}">
                <p14:modId xmlns:p14="http://schemas.microsoft.com/office/powerpoint/2010/main" val="1170677531"/>
              </p:ext>
            </p:extLst>
          </p:nvPr>
        </p:nvGraphicFramePr>
        <p:xfrm>
          <a:off x="838200" y="4452938"/>
          <a:ext cx="10515600" cy="1671002"/>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xmlns="" val="4022013451"/>
                    </a:ext>
                  </a:extLst>
                </a:gridCol>
                <a:gridCol w="2628900">
                  <a:extLst>
                    <a:ext uri="{9D8B030D-6E8A-4147-A177-3AD203B41FA5}">
                      <a16:colId xmlns:a16="http://schemas.microsoft.com/office/drawing/2014/main" xmlns="" val="2839445102"/>
                    </a:ext>
                  </a:extLst>
                </a:gridCol>
                <a:gridCol w="2628900">
                  <a:extLst>
                    <a:ext uri="{9D8B030D-6E8A-4147-A177-3AD203B41FA5}">
                      <a16:colId xmlns:a16="http://schemas.microsoft.com/office/drawing/2014/main" xmlns="" val="1571442784"/>
                    </a:ext>
                  </a:extLst>
                </a:gridCol>
                <a:gridCol w="2628900">
                  <a:extLst>
                    <a:ext uri="{9D8B030D-6E8A-4147-A177-3AD203B41FA5}">
                      <a16:colId xmlns:a16="http://schemas.microsoft.com/office/drawing/2014/main" xmlns="" val="2771869526"/>
                    </a:ext>
                  </a:extLst>
                </a:gridCol>
              </a:tblGrid>
              <a:tr h="370840">
                <a:tc>
                  <a:txBody>
                    <a:bodyPr/>
                    <a:lstStyle/>
                    <a:p>
                      <a:r>
                        <a:rPr lang="en-CA" b="0" dirty="0"/>
                        <a:t>Action</a:t>
                      </a:r>
                    </a:p>
                  </a:txBody>
                  <a:tcPr marL="0" marR="0" marT="0" marB="0"/>
                </a:tc>
                <a:tc>
                  <a:txBody>
                    <a:bodyPr/>
                    <a:lstStyle/>
                    <a:p>
                      <a:r>
                        <a:rPr lang="en-CA" b="0"/>
                        <a:t>Label / Icon</a:t>
                      </a:r>
                    </a:p>
                  </a:txBody>
                  <a:tcPr marL="0" marR="0" marT="0" marB="0"/>
                </a:tc>
                <a:tc>
                  <a:txBody>
                    <a:bodyPr/>
                    <a:lstStyle/>
                    <a:p>
                      <a:r>
                        <a:rPr lang="en-CA" b="0"/>
                        <a:t>Hot Key (Desktop)</a:t>
                      </a:r>
                    </a:p>
                  </a:txBody>
                  <a:tcPr marL="0" marR="0" marT="0" marB="0"/>
                </a:tc>
                <a:tc>
                  <a:txBody>
                    <a:bodyPr/>
                    <a:lstStyle/>
                    <a:p>
                      <a:r>
                        <a:rPr lang="en-CA" b="0" dirty="0"/>
                        <a:t>Hot Key (Mobile)</a:t>
                      </a:r>
                    </a:p>
                  </a:txBody>
                  <a:tcPr marL="0" marR="0" marT="0" marB="0"/>
                </a:tc>
                <a:extLst>
                  <a:ext uri="{0D108BD9-81ED-4DB2-BD59-A6C34878D82A}">
                    <a16:rowId xmlns:a16="http://schemas.microsoft.com/office/drawing/2014/main" xmlns="" val="3213264062"/>
                  </a:ext>
                </a:extLst>
              </a:tr>
              <a:tr h="319722">
                <a:tc>
                  <a:txBody>
                    <a:bodyPr/>
                    <a:lstStyle/>
                    <a:p>
                      <a:r>
                        <a:rPr lang="en-CA" b="0" dirty="0"/>
                        <a:t>Go to Search Page  </a:t>
                      </a:r>
                    </a:p>
                  </a:txBody>
                  <a:tcPr marL="0" marR="0" marT="0" marB="0" anchor="ctr"/>
                </a:tc>
                <a:tc>
                  <a:txBody>
                    <a:bodyPr/>
                    <a:lstStyle/>
                    <a:p>
                      <a:r>
                        <a:rPr lang="en-CA" b="0" dirty="0"/>
                        <a:t>Go to Search Page</a:t>
                      </a:r>
                    </a:p>
                  </a:txBody>
                  <a:tcPr marL="0" marR="0" marT="0" marB="0" anchor="ctr"/>
                </a:tc>
                <a:tc>
                  <a:txBody>
                    <a:bodyPr/>
                    <a:lstStyle/>
                    <a:p>
                      <a:r>
                        <a:rPr lang="en-CA" b="0"/>
                        <a:t>Alt+R</a:t>
                      </a:r>
                    </a:p>
                  </a:txBody>
                  <a:tcPr marL="0" marR="0" marT="0" marB="0" anchor="ctr"/>
                </a:tc>
                <a:tc>
                  <a:txBody>
                    <a:bodyPr/>
                    <a:lstStyle/>
                    <a:p>
                      <a:r>
                        <a:rPr lang="en-CA" b="0"/>
                        <a:t>Ctrl+R, Alt+R</a:t>
                      </a:r>
                    </a:p>
                  </a:txBody>
                  <a:tcPr marL="0" marR="0" marT="0" marB="0" anchor="ctr"/>
                </a:tc>
                <a:extLst>
                  <a:ext uri="{0D108BD9-81ED-4DB2-BD59-A6C34878D82A}">
                    <a16:rowId xmlns:a16="http://schemas.microsoft.com/office/drawing/2014/main" xmlns="" val="1737804911"/>
                  </a:ext>
                </a:extLst>
              </a:tr>
              <a:tr h="304800">
                <a:tc>
                  <a:txBody>
                    <a:bodyPr/>
                    <a:lstStyle/>
                    <a:p>
                      <a:r>
                        <a:rPr lang="en-CA" b="0"/>
                        <a:t>Next Record</a:t>
                      </a:r>
                    </a:p>
                  </a:txBody>
                  <a:tcPr marL="0" marR="0" marT="0" marB="0" anchor="ctr"/>
                </a:tc>
                <a:tc>
                  <a:txBody>
                    <a:bodyPr/>
                    <a:lstStyle/>
                    <a:p>
                      <a:endParaRPr lang="en-CA" b="0" dirty="0"/>
                    </a:p>
                  </a:txBody>
                  <a:tcPr marL="0" marR="0" marT="0" marB="0" anchor="ctr"/>
                </a:tc>
                <a:tc>
                  <a:txBody>
                    <a:bodyPr/>
                    <a:lstStyle/>
                    <a:p>
                      <a:r>
                        <a:rPr lang="en-CA" b="0" dirty="0" err="1"/>
                        <a:t>Alt+Down</a:t>
                      </a:r>
                      <a:r>
                        <a:rPr lang="en-CA" b="0" dirty="0"/>
                        <a:t> Arrow</a:t>
                      </a:r>
                    </a:p>
                  </a:txBody>
                  <a:tcPr marL="0" marR="0" marT="0" marB="0" anchor="ctr"/>
                </a:tc>
                <a:tc>
                  <a:txBody>
                    <a:bodyPr/>
                    <a:lstStyle/>
                    <a:p>
                      <a:r>
                        <a:rPr lang="en-CA" b="0"/>
                        <a:t>Ctrl+P, Alt+P</a:t>
                      </a:r>
                    </a:p>
                  </a:txBody>
                  <a:tcPr marL="0" marR="0" marT="0" marB="0" anchor="ctr"/>
                </a:tc>
                <a:extLst>
                  <a:ext uri="{0D108BD9-81ED-4DB2-BD59-A6C34878D82A}">
                    <a16:rowId xmlns:a16="http://schemas.microsoft.com/office/drawing/2014/main" xmlns="" val="799128455"/>
                  </a:ext>
                </a:extLst>
              </a:tr>
              <a:tr h="304800">
                <a:tc>
                  <a:txBody>
                    <a:bodyPr/>
                    <a:lstStyle/>
                    <a:p>
                      <a:r>
                        <a:rPr lang="en-CA" b="0"/>
                        <a:t>Previous Record</a:t>
                      </a:r>
                    </a:p>
                  </a:txBody>
                  <a:tcPr marL="0" marR="0" marT="0" marB="0" anchor="ctr"/>
                </a:tc>
                <a:tc>
                  <a:txBody>
                    <a:bodyPr/>
                    <a:lstStyle/>
                    <a:p>
                      <a:endParaRPr lang="en-CA" b="0"/>
                    </a:p>
                  </a:txBody>
                  <a:tcPr marL="0" marR="0" marT="0" marB="0" anchor="ctr"/>
                </a:tc>
                <a:tc>
                  <a:txBody>
                    <a:bodyPr/>
                    <a:lstStyle/>
                    <a:p>
                      <a:r>
                        <a:rPr lang="en-CA" b="0"/>
                        <a:t>Alt+Up Arrow</a:t>
                      </a:r>
                    </a:p>
                  </a:txBody>
                  <a:tcPr marL="0" marR="0" marT="0" marB="0" anchor="ctr"/>
                </a:tc>
                <a:tc>
                  <a:txBody>
                    <a:bodyPr/>
                    <a:lstStyle/>
                    <a:p>
                      <a:r>
                        <a:rPr lang="en-CA" b="0" dirty="0" err="1"/>
                        <a:t>Ctrl+O</a:t>
                      </a:r>
                      <a:r>
                        <a:rPr lang="en-CA" b="0" dirty="0"/>
                        <a:t>, </a:t>
                      </a:r>
                      <a:r>
                        <a:rPr lang="en-CA" b="0" dirty="0" err="1"/>
                        <a:t>Alt+O</a:t>
                      </a:r>
                      <a:endParaRPr lang="en-CA" b="0" dirty="0"/>
                    </a:p>
                  </a:txBody>
                  <a:tcPr marL="0" marR="0" marT="0" marB="0" anchor="ctr"/>
                </a:tc>
                <a:extLst>
                  <a:ext uri="{0D108BD9-81ED-4DB2-BD59-A6C34878D82A}">
                    <a16:rowId xmlns:a16="http://schemas.microsoft.com/office/drawing/2014/main" xmlns="" val="3008589289"/>
                  </a:ext>
                </a:extLst>
              </a:tr>
              <a:tr h="370840">
                <a:tc>
                  <a:txBody>
                    <a:bodyPr/>
                    <a:lstStyle/>
                    <a:p>
                      <a:r>
                        <a:rPr lang="en-CA" b="0"/>
                        <a:t>Previous Section Group  </a:t>
                      </a:r>
                    </a:p>
                  </a:txBody>
                  <a:tcPr marL="0" marR="0" marT="0" marB="0" anchor="ctr"/>
                </a:tc>
                <a:tc>
                  <a:txBody>
                    <a:bodyPr/>
                    <a:lstStyle/>
                    <a:p>
                      <a:r>
                        <a:rPr lang="en-CA" b="0" dirty="0"/>
                        <a:t>Previous Section Group</a:t>
                      </a:r>
                    </a:p>
                  </a:txBody>
                  <a:tcPr marL="0" marR="0" marT="0" marB="0" anchor="ctr"/>
                </a:tc>
                <a:tc>
                  <a:txBody>
                    <a:bodyPr/>
                    <a:lstStyle/>
                    <a:p>
                      <a:r>
                        <a:rPr lang="en-CA" b="0"/>
                        <a:t>N/A</a:t>
                      </a:r>
                    </a:p>
                  </a:txBody>
                  <a:tcPr marL="0" marR="0" marT="0" marB="0" anchor="ctr"/>
                </a:tc>
                <a:tc>
                  <a:txBody>
                    <a:bodyPr/>
                    <a:lstStyle/>
                    <a:p>
                      <a:r>
                        <a:rPr lang="en-CA" b="0" dirty="0"/>
                        <a:t>Ctrl+8, Alt+8</a:t>
                      </a:r>
                    </a:p>
                  </a:txBody>
                  <a:tcPr marL="0" marR="0" marT="0" marB="0" anchor="ctr"/>
                </a:tc>
                <a:extLst>
                  <a:ext uri="{0D108BD9-81ED-4DB2-BD59-A6C34878D82A}">
                    <a16:rowId xmlns:a16="http://schemas.microsoft.com/office/drawing/2014/main" xmlns="" val="2225785067"/>
                  </a:ext>
                </a:extLst>
              </a:tr>
            </a:tbl>
          </a:graphicData>
        </a:graphic>
      </p:graphicFrame>
      <p:pic>
        <p:nvPicPr>
          <p:cNvPr id="7" name="Picture 6">
            <a:extLst>
              <a:ext uri="{FF2B5EF4-FFF2-40B4-BE49-F238E27FC236}">
                <a16:creationId xmlns:a16="http://schemas.microsoft.com/office/drawing/2014/main" xmlns="" id="{B1438502-C21B-4431-B45F-06163C169855}"/>
              </a:ext>
            </a:extLst>
          </p:cNvPr>
          <p:cNvPicPr>
            <a:picLocks noChangeAspect="1"/>
          </p:cNvPicPr>
          <p:nvPr>
            <p:custDataLst>
              <p:tags r:id="rId4"/>
            </p:custDataLst>
          </p:nvPr>
        </p:nvPicPr>
        <p:blipFill>
          <a:blip r:embed="rId9">
            <a:extLst>
              <a:ext uri="{BEBA8EAE-BF5A-486C-A8C5-ECC9F3942E4B}">
                <a14:imgProps xmlns:a14="http://schemas.microsoft.com/office/drawing/2010/main">
                  <a14:imgLayer r:embed="rId10">
                    <a14:imgEffect>
                      <a14:backgroundRemoval t="10000" b="90000" l="10000" r="90000">
                        <a14:foregroundMark x1="14286" y1="22222" x2="14286" y2="22222"/>
                        <a14:backgroundMark x1="10714" y1="11111" x2="10714" y2="11111"/>
                      </a14:backgroundRemoval>
                    </a14:imgEffect>
                  </a14:imgLayer>
                </a14:imgProps>
              </a:ext>
            </a:extLst>
          </a:blip>
          <a:stretch>
            <a:fillRect/>
          </a:stretch>
        </p:blipFill>
        <p:spPr>
          <a:xfrm>
            <a:off x="3991178" y="5153082"/>
            <a:ext cx="320251" cy="308813"/>
          </a:xfrm>
          <a:prstGeom prst="rect">
            <a:avLst/>
          </a:prstGeom>
        </p:spPr>
      </p:pic>
      <p:pic>
        <p:nvPicPr>
          <p:cNvPr id="9" name="Picture 8">
            <a:extLst>
              <a:ext uri="{FF2B5EF4-FFF2-40B4-BE49-F238E27FC236}">
                <a16:creationId xmlns:a16="http://schemas.microsoft.com/office/drawing/2014/main" xmlns="" id="{7C8D5ACA-B019-4C83-BE1B-D612BB3FB67A}"/>
              </a:ext>
            </a:extLst>
          </p:cNvPr>
          <p:cNvPicPr>
            <a:picLocks noChangeAspect="1"/>
          </p:cNvPicPr>
          <p:nvPr>
            <p:custDataLst>
              <p:tags r:id="rId5"/>
            </p:custDataLst>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Lst>
          </a:blip>
          <a:stretch>
            <a:fillRect/>
          </a:stretch>
        </p:blipFill>
        <p:spPr>
          <a:xfrm>
            <a:off x="3941197" y="5442845"/>
            <a:ext cx="408332" cy="355644"/>
          </a:xfrm>
          <a:prstGeom prst="rect">
            <a:avLst/>
          </a:prstGeom>
        </p:spPr>
      </p:pic>
      <p:sp>
        <p:nvSpPr>
          <p:cNvPr id="11" name="Rectangle 10">
            <a:extLst>
              <a:ext uri="{FF2B5EF4-FFF2-40B4-BE49-F238E27FC236}">
                <a16:creationId xmlns:a16="http://schemas.microsoft.com/office/drawing/2014/main" xmlns="" id="{0A5E95AA-5B61-42B5-B5FA-231404B771D3}"/>
              </a:ext>
            </a:extLst>
          </p:cNvPr>
          <p:cNvSpPr/>
          <p:nvPr>
            <p:custDataLst>
              <p:tags r:id="rId6"/>
            </p:custDataLst>
          </p:nvPr>
        </p:nvSpPr>
        <p:spPr>
          <a:xfrm>
            <a:off x="762000" y="3944156"/>
            <a:ext cx="4843942" cy="369332"/>
          </a:xfrm>
          <a:prstGeom prst="rect">
            <a:avLst/>
          </a:prstGeom>
        </p:spPr>
        <p:txBody>
          <a:bodyPr wrap="square">
            <a:spAutoFit/>
          </a:bodyPr>
          <a:lstStyle/>
          <a:p>
            <a:r>
              <a:rPr lang="en-CA" b="1" dirty="0">
                <a:solidFill>
                  <a:schemeClr val="tx1">
                    <a:lumMod val="65000"/>
                    <a:lumOff val="35000"/>
                  </a:schemeClr>
                </a:solidFill>
              </a:rPr>
              <a:t>Record Navigation Actions:</a:t>
            </a:r>
            <a:endParaRPr lang="en-CA" dirty="0">
              <a:solidFill>
                <a:schemeClr val="tx1">
                  <a:lumMod val="65000"/>
                  <a:lumOff val="35000"/>
                </a:schemeClr>
              </a:solidFill>
            </a:endParaRPr>
          </a:p>
        </p:txBody>
      </p:sp>
      <p:sp>
        <p:nvSpPr>
          <p:cNvPr id="13" name="Rectangle 12">
            <a:extLst>
              <a:ext uri="{FF2B5EF4-FFF2-40B4-BE49-F238E27FC236}">
                <a16:creationId xmlns:a16="http://schemas.microsoft.com/office/drawing/2014/main" xmlns="" id="{5E94AC88-C179-4259-A8E2-2B79CB785B69}"/>
              </a:ext>
            </a:extLst>
          </p:cNvPr>
          <p:cNvSpPr/>
          <p:nvPr>
            <p:custDataLst>
              <p:tags r:id="rId7"/>
            </p:custDataLst>
          </p:nvPr>
        </p:nvSpPr>
        <p:spPr>
          <a:xfrm>
            <a:off x="762000" y="1715838"/>
            <a:ext cx="4843942" cy="369332"/>
          </a:xfrm>
          <a:prstGeom prst="rect">
            <a:avLst/>
          </a:prstGeom>
        </p:spPr>
        <p:txBody>
          <a:bodyPr wrap="square">
            <a:spAutoFit/>
          </a:bodyPr>
          <a:lstStyle/>
          <a:p>
            <a:r>
              <a:rPr lang="en-CA" b="1" dirty="0">
                <a:solidFill>
                  <a:schemeClr val="tx1">
                    <a:lumMod val="65000"/>
                    <a:lumOff val="35000"/>
                  </a:schemeClr>
                </a:solidFill>
              </a:rPr>
              <a:t>Array-Level Edit Actions:</a:t>
            </a:r>
            <a:endParaRPr lang="en-CA" dirty="0">
              <a:solidFill>
                <a:schemeClr val="tx1">
                  <a:lumMod val="65000"/>
                  <a:lumOff val="35000"/>
                </a:schemeClr>
              </a:solidFill>
            </a:endParaRPr>
          </a:p>
        </p:txBody>
      </p:sp>
    </p:spTree>
    <p:extLst>
      <p:ext uri="{BB962C8B-B14F-4D97-AF65-F5344CB8AC3E}">
        <p14:creationId xmlns:p14="http://schemas.microsoft.com/office/powerpoint/2010/main" val="11345955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F7502D-9791-4162-9162-E45BACFFE0B7}"/>
              </a:ext>
            </a:extLst>
          </p:cNvPr>
          <p:cNvSpPr>
            <a:spLocks noGrp="1"/>
          </p:cNvSpPr>
          <p:nvPr>
            <p:ph type="title"/>
            <p:custDataLst>
              <p:tags r:id="rId1"/>
            </p:custDataLst>
          </p:nvPr>
        </p:nvSpPr>
        <p:spPr/>
        <p:txBody>
          <a:bodyPr/>
          <a:lstStyle/>
          <a:p>
            <a:r>
              <a:rPr lang="fr-CA" dirty="0"/>
              <a:t>Hot Keys</a:t>
            </a:r>
            <a:r>
              <a:rPr lang="fr-CA" sz="3600" dirty="0"/>
              <a:t/>
            </a:r>
            <a:br>
              <a:rPr lang="fr-CA" sz="3600" dirty="0"/>
            </a:br>
            <a:r>
              <a:rPr lang="fr-CA" sz="2800" dirty="0"/>
              <a:t>Field-</a:t>
            </a:r>
            <a:r>
              <a:rPr lang="fr-CA" sz="2800" dirty="0" err="1"/>
              <a:t>Dependent</a:t>
            </a:r>
            <a:r>
              <a:rPr lang="fr-CA" sz="2800" dirty="0"/>
              <a:t> Actions*</a:t>
            </a:r>
            <a:endParaRPr lang="en-CA" dirty="0"/>
          </a:p>
        </p:txBody>
      </p:sp>
      <p:graphicFrame>
        <p:nvGraphicFramePr>
          <p:cNvPr id="4" name="Table 5">
            <a:extLst>
              <a:ext uri="{FF2B5EF4-FFF2-40B4-BE49-F238E27FC236}">
                <a16:creationId xmlns:a16="http://schemas.microsoft.com/office/drawing/2014/main" xmlns="" id="{94CA9F0E-0615-4466-874A-47E4A20645B8}"/>
              </a:ext>
            </a:extLst>
          </p:cNvPr>
          <p:cNvGraphicFramePr>
            <a:graphicFrameLocks noGrp="1"/>
          </p:cNvGraphicFramePr>
          <p:nvPr>
            <p:custDataLst>
              <p:tags r:id="rId2"/>
            </p:custDataLst>
            <p:extLst>
              <p:ext uri="{D42A27DB-BD31-4B8C-83A1-F6EECF244321}">
                <p14:modId xmlns:p14="http://schemas.microsoft.com/office/powerpoint/2010/main" val="1877051669"/>
              </p:ext>
            </p:extLst>
          </p:nvPr>
        </p:nvGraphicFramePr>
        <p:xfrm>
          <a:off x="838200" y="1884769"/>
          <a:ext cx="10515600" cy="1483360"/>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xmlns="" val="4022013451"/>
                    </a:ext>
                  </a:extLst>
                </a:gridCol>
                <a:gridCol w="2628900">
                  <a:extLst>
                    <a:ext uri="{9D8B030D-6E8A-4147-A177-3AD203B41FA5}">
                      <a16:colId xmlns:a16="http://schemas.microsoft.com/office/drawing/2014/main" xmlns="" val="2839445102"/>
                    </a:ext>
                  </a:extLst>
                </a:gridCol>
                <a:gridCol w="2628900">
                  <a:extLst>
                    <a:ext uri="{9D8B030D-6E8A-4147-A177-3AD203B41FA5}">
                      <a16:colId xmlns:a16="http://schemas.microsoft.com/office/drawing/2014/main" xmlns="" val="1571442784"/>
                    </a:ext>
                  </a:extLst>
                </a:gridCol>
                <a:gridCol w="2628900">
                  <a:extLst>
                    <a:ext uri="{9D8B030D-6E8A-4147-A177-3AD203B41FA5}">
                      <a16:colId xmlns:a16="http://schemas.microsoft.com/office/drawing/2014/main" xmlns="" val="2771869526"/>
                    </a:ext>
                  </a:extLst>
                </a:gridCol>
              </a:tblGrid>
              <a:tr h="370840">
                <a:tc>
                  <a:txBody>
                    <a:bodyPr/>
                    <a:lstStyle/>
                    <a:p>
                      <a:r>
                        <a:rPr lang="en-CA" b="0" dirty="0"/>
                        <a:t>Action</a:t>
                      </a:r>
                    </a:p>
                  </a:txBody>
                  <a:tcPr marL="0" marR="0" marT="0" marB="0"/>
                </a:tc>
                <a:tc>
                  <a:txBody>
                    <a:bodyPr/>
                    <a:lstStyle/>
                    <a:p>
                      <a:r>
                        <a:rPr lang="en-CA" b="0"/>
                        <a:t>Label / Icon</a:t>
                      </a:r>
                    </a:p>
                  </a:txBody>
                  <a:tcPr marL="0" marR="0" marT="0" marB="0"/>
                </a:tc>
                <a:tc>
                  <a:txBody>
                    <a:bodyPr/>
                    <a:lstStyle/>
                    <a:p>
                      <a:r>
                        <a:rPr lang="en-CA" b="0"/>
                        <a:t>Hot Key (Desktop)</a:t>
                      </a:r>
                    </a:p>
                  </a:txBody>
                  <a:tcPr marL="0" marR="0" marT="0" marB="0"/>
                </a:tc>
                <a:tc>
                  <a:txBody>
                    <a:bodyPr/>
                    <a:lstStyle/>
                    <a:p>
                      <a:r>
                        <a:rPr lang="en-CA" b="0"/>
                        <a:t>Hot Key (Mobile)</a:t>
                      </a:r>
                    </a:p>
                  </a:txBody>
                  <a:tcPr marL="0" marR="0" marT="0" marB="0"/>
                </a:tc>
                <a:extLst>
                  <a:ext uri="{0D108BD9-81ED-4DB2-BD59-A6C34878D82A}">
                    <a16:rowId xmlns:a16="http://schemas.microsoft.com/office/drawing/2014/main" xmlns="" val="3213264062"/>
                  </a:ext>
                </a:extLst>
              </a:tr>
              <a:tr h="370840">
                <a:tc>
                  <a:txBody>
                    <a:bodyPr/>
                    <a:lstStyle/>
                    <a:p>
                      <a:r>
                        <a:rPr lang="en-CA" b="0" dirty="0"/>
                        <a:t>Criteria Helper</a:t>
                      </a:r>
                    </a:p>
                  </a:txBody>
                  <a:tcPr marL="0" marR="0" marT="0" marB="0" anchor="ctr"/>
                </a:tc>
                <a:tc>
                  <a:txBody>
                    <a:bodyPr/>
                    <a:lstStyle/>
                    <a:p>
                      <a:endParaRPr lang="en-CA" b="0"/>
                    </a:p>
                  </a:txBody>
                  <a:tcPr marL="0" marR="0" marT="0" marB="0" anchor="ctr"/>
                </a:tc>
                <a:tc>
                  <a:txBody>
                    <a:bodyPr/>
                    <a:lstStyle/>
                    <a:p>
                      <a:r>
                        <a:rPr lang="en-CA" b="0"/>
                        <a:t>Alt+G, Ctrl+Spacebar</a:t>
                      </a:r>
                    </a:p>
                  </a:txBody>
                  <a:tcPr marL="0" marR="0" marT="0" marB="0" anchor="ctr"/>
                </a:tc>
                <a:tc>
                  <a:txBody>
                    <a:bodyPr/>
                    <a:lstStyle/>
                    <a:p>
                      <a:r>
                        <a:rPr lang="en-CA" b="0"/>
                        <a:t>N/A</a:t>
                      </a:r>
                    </a:p>
                  </a:txBody>
                  <a:tcPr marL="0" marR="0" marT="0" marB="0" anchor="ctr"/>
                </a:tc>
                <a:extLst>
                  <a:ext uri="{0D108BD9-81ED-4DB2-BD59-A6C34878D82A}">
                    <a16:rowId xmlns:a16="http://schemas.microsoft.com/office/drawing/2014/main" xmlns="" val="1737804911"/>
                  </a:ext>
                </a:extLst>
              </a:tr>
              <a:tr h="370840">
                <a:tc>
                  <a:txBody>
                    <a:bodyPr/>
                    <a:lstStyle/>
                    <a:p>
                      <a:r>
                        <a:rPr lang="en-CA" b="0" dirty="0"/>
                        <a:t>Lookup</a:t>
                      </a:r>
                    </a:p>
                  </a:txBody>
                  <a:tcPr marL="0" marR="0" marT="0" marB="0" anchor="ctr"/>
                </a:tc>
                <a:tc>
                  <a:txBody>
                    <a:bodyPr/>
                    <a:lstStyle/>
                    <a:p>
                      <a:endParaRPr lang="en-CA" b="0"/>
                    </a:p>
                  </a:txBody>
                  <a:tcPr marL="0" marR="0" marT="0" marB="0" anchor="ctr"/>
                </a:tc>
                <a:tc>
                  <a:txBody>
                    <a:bodyPr/>
                    <a:lstStyle/>
                    <a:p>
                      <a:r>
                        <a:rPr lang="en-CA" b="0"/>
                        <a:t>Alt+L</a:t>
                      </a:r>
                    </a:p>
                  </a:txBody>
                  <a:tcPr marL="0" marR="0" marT="0" marB="0" anchor="ctr"/>
                </a:tc>
                <a:tc>
                  <a:txBody>
                    <a:bodyPr/>
                    <a:lstStyle/>
                    <a:p>
                      <a:r>
                        <a:rPr lang="en-CA" b="0" dirty="0"/>
                        <a:t>Ctrl+7**, Alt+7</a:t>
                      </a:r>
                    </a:p>
                  </a:txBody>
                  <a:tcPr marL="0" marR="0" marT="0" marB="0" anchor="ctr"/>
                </a:tc>
                <a:extLst>
                  <a:ext uri="{0D108BD9-81ED-4DB2-BD59-A6C34878D82A}">
                    <a16:rowId xmlns:a16="http://schemas.microsoft.com/office/drawing/2014/main" xmlns="" val="3008589289"/>
                  </a:ext>
                </a:extLst>
              </a:tr>
              <a:tr h="370840">
                <a:tc>
                  <a:txBody>
                    <a:bodyPr/>
                    <a:lstStyle/>
                    <a:p>
                      <a:r>
                        <a:rPr lang="en-CA" b="0"/>
                        <a:t>Multivalue</a:t>
                      </a:r>
                    </a:p>
                  </a:txBody>
                  <a:tcPr marL="0" marR="0" marT="0" marB="0" anchor="ctr"/>
                </a:tc>
                <a:tc>
                  <a:txBody>
                    <a:bodyPr/>
                    <a:lstStyle/>
                    <a:p>
                      <a:endParaRPr lang="en-CA" b="0"/>
                    </a:p>
                  </a:txBody>
                  <a:tcPr marL="0" marR="0" marT="0" marB="0" anchor="ctr"/>
                </a:tc>
                <a:tc>
                  <a:txBody>
                    <a:bodyPr/>
                    <a:lstStyle/>
                    <a:p>
                      <a:r>
                        <a:rPr lang="en-CA" b="0"/>
                        <a:t>Alt+L</a:t>
                      </a:r>
                    </a:p>
                  </a:txBody>
                  <a:tcPr marL="0" marR="0" marT="0" marB="0" anchor="ctr"/>
                </a:tc>
                <a:tc>
                  <a:txBody>
                    <a:bodyPr/>
                    <a:lstStyle/>
                    <a:p>
                      <a:r>
                        <a:rPr lang="en-CA" b="0" dirty="0"/>
                        <a:t>Ctrl+7**, Alt+7</a:t>
                      </a:r>
                    </a:p>
                  </a:txBody>
                  <a:tcPr marL="0" marR="0" marT="0" marB="0" anchor="ctr"/>
                </a:tc>
                <a:extLst>
                  <a:ext uri="{0D108BD9-81ED-4DB2-BD59-A6C34878D82A}">
                    <a16:rowId xmlns:a16="http://schemas.microsoft.com/office/drawing/2014/main" xmlns="" val="2225785067"/>
                  </a:ext>
                </a:extLst>
              </a:tr>
            </a:tbl>
          </a:graphicData>
        </a:graphic>
      </p:graphicFrame>
      <p:pic>
        <p:nvPicPr>
          <p:cNvPr id="5" name="Picture 4">
            <a:extLst>
              <a:ext uri="{FF2B5EF4-FFF2-40B4-BE49-F238E27FC236}">
                <a16:creationId xmlns:a16="http://schemas.microsoft.com/office/drawing/2014/main" xmlns="" id="{0FAE6271-3820-4134-92CA-721CB5F14CF8}"/>
              </a:ext>
            </a:extLst>
          </p:cNvPr>
          <p:cNvPicPr>
            <a:picLocks noChangeAspect="1"/>
          </p:cNvPicPr>
          <p:nvPr>
            <p:custDataLst>
              <p:tags r:id="rId3"/>
            </p:custDataLst>
          </p:nvPr>
        </p:nvPicPr>
        <p:blipFill>
          <a:blip r:embed="rId8"/>
          <a:stretch>
            <a:fillRect/>
          </a:stretch>
        </p:blipFill>
        <p:spPr>
          <a:xfrm>
            <a:off x="3420512" y="2274443"/>
            <a:ext cx="412211" cy="324772"/>
          </a:xfrm>
          <a:prstGeom prst="rect">
            <a:avLst/>
          </a:prstGeom>
        </p:spPr>
      </p:pic>
      <p:pic>
        <p:nvPicPr>
          <p:cNvPr id="6" name="Picture 5">
            <a:extLst>
              <a:ext uri="{FF2B5EF4-FFF2-40B4-BE49-F238E27FC236}">
                <a16:creationId xmlns:a16="http://schemas.microsoft.com/office/drawing/2014/main" xmlns="" id="{5B96BB9F-BCC5-42BB-B982-A9A8C7DEB36F}"/>
              </a:ext>
            </a:extLst>
          </p:cNvPr>
          <p:cNvPicPr>
            <a:picLocks noChangeAspect="1"/>
          </p:cNvPicPr>
          <p:nvPr>
            <p:custDataLst>
              <p:tags r:id="rId4"/>
            </p:custDataLst>
          </p:nvPr>
        </p:nvPicPr>
        <p:blipFill rotWithShape="1">
          <a:blip r:embed="rId9"/>
          <a:srcRect l="9399" t="5307"/>
          <a:stretch/>
        </p:blipFill>
        <p:spPr>
          <a:xfrm>
            <a:off x="3478015" y="2660594"/>
            <a:ext cx="305808" cy="296788"/>
          </a:xfrm>
          <a:prstGeom prst="rect">
            <a:avLst/>
          </a:prstGeom>
        </p:spPr>
      </p:pic>
      <p:pic>
        <p:nvPicPr>
          <p:cNvPr id="7" name="Picture 6">
            <a:extLst>
              <a:ext uri="{FF2B5EF4-FFF2-40B4-BE49-F238E27FC236}">
                <a16:creationId xmlns:a16="http://schemas.microsoft.com/office/drawing/2014/main" xmlns="" id="{40A8DA6D-7190-4FE3-9CC4-2A94829908AD}"/>
              </a:ext>
            </a:extLst>
          </p:cNvPr>
          <p:cNvPicPr>
            <a:picLocks noChangeAspect="1"/>
          </p:cNvPicPr>
          <p:nvPr>
            <p:custDataLst>
              <p:tags r:id="rId5"/>
            </p:custDataLst>
          </p:nvPr>
        </p:nvPicPr>
        <p:blipFill>
          <a:blip r:embed="rId10"/>
          <a:stretch>
            <a:fillRect/>
          </a:stretch>
        </p:blipFill>
        <p:spPr>
          <a:xfrm>
            <a:off x="3476827" y="3055981"/>
            <a:ext cx="299580" cy="251648"/>
          </a:xfrm>
          <a:prstGeom prst="rect">
            <a:avLst/>
          </a:prstGeom>
        </p:spPr>
      </p:pic>
      <p:sp>
        <p:nvSpPr>
          <p:cNvPr id="8" name="Content Placeholder 2">
            <a:extLst>
              <a:ext uri="{FF2B5EF4-FFF2-40B4-BE49-F238E27FC236}">
                <a16:creationId xmlns:a16="http://schemas.microsoft.com/office/drawing/2014/main" xmlns="" id="{9103BED5-C439-4411-97DF-9DF5D761FA63}"/>
              </a:ext>
            </a:extLst>
          </p:cNvPr>
          <p:cNvSpPr>
            <a:spLocks noGrp="1"/>
          </p:cNvSpPr>
          <p:nvPr>
            <p:ph idx="1"/>
            <p:custDataLst>
              <p:tags r:id="rId6"/>
            </p:custDataLst>
          </p:nvPr>
        </p:nvSpPr>
        <p:spPr>
          <a:xfrm>
            <a:off x="838200" y="3757803"/>
            <a:ext cx="10515600" cy="1638455"/>
          </a:xfrm>
        </p:spPr>
        <p:txBody>
          <a:bodyPr/>
          <a:lstStyle/>
          <a:p>
            <a:pPr marL="0" indent="0" algn="just">
              <a:lnSpc>
                <a:spcPct val="200000"/>
              </a:lnSpc>
              <a:buNone/>
            </a:pPr>
            <a:r>
              <a:rPr lang="en-US" sz="2100" dirty="0"/>
              <a:t>*As their action type implies, field-dependent actions will execute differently depending on which field the cursor happens to be focused on when the hot key is pressed.</a:t>
            </a:r>
          </a:p>
          <a:p>
            <a:pPr marL="0" indent="0" algn="just">
              <a:lnSpc>
                <a:spcPct val="150000"/>
              </a:lnSpc>
              <a:buNone/>
            </a:pPr>
            <a:endParaRPr lang="en-CA" sz="2100" dirty="0"/>
          </a:p>
        </p:txBody>
      </p:sp>
    </p:spTree>
    <p:extLst>
      <p:ext uri="{BB962C8B-B14F-4D97-AF65-F5344CB8AC3E}">
        <p14:creationId xmlns:p14="http://schemas.microsoft.com/office/powerpoint/2010/main" val="3650155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How to Personalize Business Views?</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18163040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A7C911-DD72-46D1-AB03-04FF1C6A977D}"/>
              </a:ext>
            </a:extLst>
          </p:cNvPr>
          <p:cNvSpPr>
            <a:spLocks noGrp="1"/>
          </p:cNvSpPr>
          <p:nvPr>
            <p:ph type="title"/>
            <p:custDataLst>
              <p:tags r:id="rId1"/>
            </p:custDataLst>
          </p:nvPr>
        </p:nvSpPr>
        <p:spPr/>
        <p:txBody>
          <a:bodyPr/>
          <a:lstStyle/>
          <a:p>
            <a:r>
              <a:rPr lang="en-US" sz="3600" dirty="0"/>
              <a:t>How to Personalize Business Views?</a:t>
            </a:r>
            <a:br>
              <a:rPr lang="en-US" sz="3600" dirty="0"/>
            </a:br>
            <a:r>
              <a:rPr lang="en-US" sz="2800" dirty="0"/>
              <a:t>Personalize Search Criteria View</a:t>
            </a:r>
            <a:endParaRPr lang="en-CA" sz="2800" dirty="0"/>
          </a:p>
        </p:txBody>
      </p:sp>
      <p:sp>
        <p:nvSpPr>
          <p:cNvPr id="3" name="Content Placeholder 2">
            <a:extLst>
              <a:ext uri="{FF2B5EF4-FFF2-40B4-BE49-F238E27FC236}">
                <a16:creationId xmlns:a16="http://schemas.microsoft.com/office/drawing/2014/main" xmlns="" id="{3E4419D3-C7DD-4C72-9CC4-CE21E23DB099}"/>
              </a:ext>
            </a:extLst>
          </p:cNvPr>
          <p:cNvSpPr>
            <a:spLocks noGrp="1"/>
          </p:cNvSpPr>
          <p:nvPr>
            <p:ph idx="1"/>
            <p:custDataLst>
              <p:tags r:id="rId2"/>
            </p:custDataLst>
          </p:nvPr>
        </p:nvSpPr>
        <p:spPr>
          <a:xfrm>
            <a:off x="465221" y="1426464"/>
            <a:ext cx="11261558" cy="4439224"/>
          </a:xfrm>
        </p:spPr>
        <p:txBody>
          <a:bodyPr/>
          <a:lstStyle/>
          <a:p>
            <a:pPr algn="just">
              <a:lnSpc>
                <a:spcPct val="120000"/>
              </a:lnSpc>
            </a:pPr>
            <a:r>
              <a:rPr lang="en-US" sz="1800" dirty="0"/>
              <a:t>Once clicked on the "Personalize" button in the lower right corner, a new window will appear. The first tab is used to customize the search criteria view. </a:t>
            </a:r>
          </a:p>
          <a:p>
            <a:pPr lvl="1" algn="just">
              <a:lnSpc>
                <a:spcPct val="120000"/>
              </a:lnSpc>
              <a:buFont typeface="Wingdings" panose="05000000000000000000" pitchFamily="2" charset="2"/>
              <a:buChar char="ü"/>
            </a:pPr>
            <a:r>
              <a:rPr lang="en-US" dirty="0"/>
              <a:t>The “Show These Fields in This Order” list box contains fields which are actually displayed in your current Search Criteria view.</a:t>
            </a:r>
          </a:p>
          <a:p>
            <a:pPr lvl="1" algn="just">
              <a:lnSpc>
                <a:spcPct val="120000"/>
              </a:lnSpc>
              <a:buFont typeface="Wingdings" panose="05000000000000000000" pitchFamily="2" charset="2"/>
              <a:buChar char="ü"/>
            </a:pPr>
            <a:r>
              <a:rPr lang="en-US" dirty="0"/>
              <a:t>The “Available Fields” list box contains the criteria data elements that are available for the view. </a:t>
            </a:r>
          </a:p>
          <a:p>
            <a:pPr>
              <a:lnSpc>
                <a:spcPct val="120000"/>
              </a:lnSpc>
            </a:pPr>
            <a:endParaRPr lang="en-US" sz="1800" dirty="0"/>
          </a:p>
          <a:p>
            <a:pPr>
              <a:lnSpc>
                <a:spcPct val="120000"/>
              </a:lnSpc>
            </a:pPr>
            <a:endParaRPr lang="en-US" sz="1800" dirty="0"/>
          </a:p>
          <a:p>
            <a:pPr>
              <a:lnSpc>
                <a:spcPct val="120000"/>
              </a:lnSpc>
            </a:pPr>
            <a:endParaRPr lang="en-US" sz="1800" dirty="0"/>
          </a:p>
          <a:p>
            <a:pPr>
              <a:lnSpc>
                <a:spcPct val="120000"/>
              </a:lnSpc>
            </a:pPr>
            <a:endParaRPr lang="en-CA" sz="1800" dirty="0"/>
          </a:p>
        </p:txBody>
      </p:sp>
      <p:pic>
        <p:nvPicPr>
          <p:cNvPr id="5" name="Picture 4">
            <a:extLst>
              <a:ext uri="{FF2B5EF4-FFF2-40B4-BE49-F238E27FC236}">
                <a16:creationId xmlns:a16="http://schemas.microsoft.com/office/drawing/2014/main" xmlns="" id="{0B7C4677-1B63-45E6-A0C5-5242F471E711}"/>
              </a:ext>
            </a:extLst>
          </p:cNvPr>
          <p:cNvPicPr>
            <a:picLocks noChangeAspect="1"/>
          </p:cNvPicPr>
          <p:nvPr>
            <p:custDataLst>
              <p:tags r:id="rId3"/>
            </p:custDataLst>
          </p:nvPr>
        </p:nvPicPr>
        <p:blipFill>
          <a:blip r:embed="rId7"/>
          <a:stretch>
            <a:fillRect/>
          </a:stretch>
        </p:blipFill>
        <p:spPr>
          <a:xfrm>
            <a:off x="144378" y="3391941"/>
            <a:ext cx="6296364" cy="3024724"/>
          </a:xfrm>
          <a:prstGeom prst="rect">
            <a:avLst/>
          </a:prstGeom>
        </p:spPr>
      </p:pic>
      <p:pic>
        <p:nvPicPr>
          <p:cNvPr id="7" name="Picture 6">
            <a:extLst>
              <a:ext uri="{FF2B5EF4-FFF2-40B4-BE49-F238E27FC236}">
                <a16:creationId xmlns:a16="http://schemas.microsoft.com/office/drawing/2014/main" xmlns="" id="{7D689610-2566-47A8-A3CD-FAA7A5D4CB5A}"/>
              </a:ext>
            </a:extLst>
          </p:cNvPr>
          <p:cNvPicPr>
            <a:picLocks noChangeAspect="1"/>
          </p:cNvPicPr>
          <p:nvPr>
            <p:custDataLst>
              <p:tags r:id="rId4"/>
            </p:custDataLst>
          </p:nvPr>
        </p:nvPicPr>
        <p:blipFill>
          <a:blip r:embed="rId8"/>
          <a:stretch>
            <a:fillRect/>
          </a:stretch>
        </p:blipFill>
        <p:spPr>
          <a:xfrm>
            <a:off x="6911545" y="3379311"/>
            <a:ext cx="4985085" cy="3061418"/>
          </a:xfrm>
          <a:prstGeom prst="rect">
            <a:avLst/>
          </a:prstGeom>
        </p:spPr>
      </p:pic>
      <p:cxnSp>
        <p:nvCxnSpPr>
          <p:cNvPr id="8" name="Straight Arrow Connector 7">
            <a:extLst>
              <a:ext uri="{FF2B5EF4-FFF2-40B4-BE49-F238E27FC236}">
                <a16:creationId xmlns:a16="http://schemas.microsoft.com/office/drawing/2014/main" xmlns="" id="{DC308055-3824-4F6A-8A6A-5EFBAD9AD401}"/>
              </a:ext>
            </a:extLst>
          </p:cNvPr>
          <p:cNvCxnSpPr/>
          <p:nvPr>
            <p:custDataLst>
              <p:tags r:id="rId5"/>
            </p:custDataLst>
          </p:nvPr>
        </p:nvCxnSpPr>
        <p:spPr>
          <a:xfrm>
            <a:off x="6138228" y="4904303"/>
            <a:ext cx="6224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43504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E4419D3-C7DD-4C72-9CC4-CE21E23DB099}"/>
              </a:ext>
            </a:extLst>
          </p:cNvPr>
          <p:cNvSpPr>
            <a:spLocks noGrp="1"/>
          </p:cNvSpPr>
          <p:nvPr>
            <p:ph idx="1"/>
            <p:custDataLst>
              <p:tags r:id="rId1"/>
            </p:custDataLst>
          </p:nvPr>
        </p:nvSpPr>
        <p:spPr>
          <a:xfrm>
            <a:off x="465221" y="1570038"/>
            <a:ext cx="11261558" cy="4295650"/>
          </a:xfrm>
        </p:spPr>
        <p:txBody>
          <a:bodyPr/>
          <a:lstStyle/>
          <a:p>
            <a:pPr algn="just">
              <a:lnSpc>
                <a:spcPct val="130000"/>
              </a:lnSpc>
            </a:pPr>
            <a:r>
              <a:rPr lang="en-US" sz="2100" dirty="0"/>
              <a:t>Follow the steps below to customize your Search Criteria view: </a:t>
            </a:r>
          </a:p>
          <a:p>
            <a:pPr>
              <a:lnSpc>
                <a:spcPct val="130000"/>
              </a:lnSpc>
            </a:pPr>
            <a:endParaRPr lang="en-US" sz="2100" dirty="0"/>
          </a:p>
          <a:p>
            <a:pPr>
              <a:lnSpc>
                <a:spcPct val="130000"/>
              </a:lnSpc>
            </a:pPr>
            <a:endParaRPr lang="en-US" sz="2100" dirty="0"/>
          </a:p>
          <a:p>
            <a:pPr>
              <a:lnSpc>
                <a:spcPct val="130000"/>
              </a:lnSpc>
            </a:pPr>
            <a:endParaRPr lang="en-CA" sz="2100" dirty="0"/>
          </a:p>
        </p:txBody>
      </p:sp>
      <p:sp>
        <p:nvSpPr>
          <p:cNvPr id="4" name="Rectangle 3">
            <a:extLst>
              <a:ext uri="{FF2B5EF4-FFF2-40B4-BE49-F238E27FC236}">
                <a16:creationId xmlns:a16="http://schemas.microsoft.com/office/drawing/2014/main" xmlns="" id="{31A1B055-92F8-4F63-93A8-F32499EA2085}"/>
              </a:ext>
            </a:extLst>
          </p:cNvPr>
          <p:cNvSpPr/>
          <p:nvPr>
            <p:custDataLst>
              <p:tags r:id="rId2"/>
            </p:custDataLst>
          </p:nvPr>
        </p:nvSpPr>
        <p:spPr>
          <a:xfrm>
            <a:off x="657867" y="2398853"/>
            <a:ext cx="4085578" cy="584775"/>
          </a:xfrm>
          <a:prstGeom prst="rect">
            <a:avLst/>
          </a:prstGeom>
        </p:spPr>
        <p:txBody>
          <a:bodyPr wrap="square">
            <a:spAutoFit/>
          </a:bodyPr>
          <a:lstStyle/>
          <a:p>
            <a:pPr algn="just"/>
            <a:r>
              <a:rPr lang="en-US" sz="1600" dirty="0">
                <a:solidFill>
                  <a:srgbClr val="000000"/>
                </a:solidFill>
              </a:rPr>
              <a:t>1. </a:t>
            </a:r>
            <a:r>
              <a:rPr lang="en-US" sz="1600" b="1" dirty="0">
                <a:solidFill>
                  <a:srgbClr val="000000"/>
                </a:solidFill>
              </a:rPr>
              <a:t>Highlight one or more fields </a:t>
            </a:r>
            <a:r>
              <a:rPr lang="en-US" sz="1600" dirty="0">
                <a:solidFill>
                  <a:srgbClr val="000000"/>
                </a:solidFill>
              </a:rPr>
              <a:t>that you want to include in the criteria.</a:t>
            </a:r>
            <a:endParaRPr lang="en-CA" sz="1600" dirty="0">
              <a:solidFill>
                <a:srgbClr val="000000"/>
              </a:solidFill>
            </a:endParaRPr>
          </a:p>
        </p:txBody>
      </p:sp>
      <p:sp>
        <p:nvSpPr>
          <p:cNvPr id="6" name="Rectangle 5">
            <a:extLst>
              <a:ext uri="{FF2B5EF4-FFF2-40B4-BE49-F238E27FC236}">
                <a16:creationId xmlns:a16="http://schemas.microsoft.com/office/drawing/2014/main" xmlns="" id="{487E9CEC-9D5D-4A8F-9CCB-022747A022EA}"/>
              </a:ext>
            </a:extLst>
          </p:cNvPr>
          <p:cNvSpPr/>
          <p:nvPr>
            <p:custDataLst>
              <p:tags r:id="rId3"/>
            </p:custDataLst>
          </p:nvPr>
        </p:nvSpPr>
        <p:spPr>
          <a:xfrm>
            <a:off x="657867" y="3085627"/>
            <a:ext cx="4085578" cy="584775"/>
          </a:xfrm>
          <a:prstGeom prst="rect">
            <a:avLst/>
          </a:prstGeom>
        </p:spPr>
        <p:txBody>
          <a:bodyPr wrap="square">
            <a:spAutoFit/>
          </a:bodyPr>
          <a:lstStyle/>
          <a:p>
            <a:pPr algn="just"/>
            <a:r>
              <a:rPr lang="en-US" sz="1600" dirty="0">
                <a:solidFill>
                  <a:srgbClr val="000000"/>
                </a:solidFill>
              </a:rPr>
              <a:t>2. Press the </a:t>
            </a:r>
            <a:r>
              <a:rPr lang="en-US" sz="1600" b="1" dirty="0">
                <a:solidFill>
                  <a:srgbClr val="000000"/>
                </a:solidFill>
              </a:rPr>
              <a:t>Add</a:t>
            </a:r>
            <a:r>
              <a:rPr lang="en-US" sz="1600" dirty="0">
                <a:solidFill>
                  <a:srgbClr val="000000"/>
                </a:solidFill>
              </a:rPr>
              <a:t> action to move them to the right-hand side of the screen. </a:t>
            </a:r>
            <a:endParaRPr lang="en-CA" sz="1600" dirty="0">
              <a:solidFill>
                <a:srgbClr val="000000"/>
              </a:solidFill>
            </a:endParaRPr>
          </a:p>
        </p:txBody>
      </p:sp>
      <p:sp>
        <p:nvSpPr>
          <p:cNvPr id="12" name="Rectangle 11">
            <a:extLst>
              <a:ext uri="{FF2B5EF4-FFF2-40B4-BE49-F238E27FC236}">
                <a16:creationId xmlns:a16="http://schemas.microsoft.com/office/drawing/2014/main" xmlns="" id="{BD1398E0-CA2E-46A0-B3AD-5ADB029D0D99}"/>
              </a:ext>
            </a:extLst>
          </p:cNvPr>
          <p:cNvSpPr/>
          <p:nvPr>
            <p:custDataLst>
              <p:tags r:id="rId4"/>
            </p:custDataLst>
          </p:nvPr>
        </p:nvSpPr>
        <p:spPr>
          <a:xfrm>
            <a:off x="657867" y="3807945"/>
            <a:ext cx="4085578" cy="830997"/>
          </a:xfrm>
          <a:prstGeom prst="rect">
            <a:avLst/>
          </a:prstGeom>
        </p:spPr>
        <p:txBody>
          <a:bodyPr wrap="square">
            <a:spAutoFit/>
          </a:bodyPr>
          <a:lstStyle/>
          <a:p>
            <a:pPr algn="just"/>
            <a:r>
              <a:rPr lang="en-US" sz="1600" dirty="0">
                <a:solidFill>
                  <a:srgbClr val="000000"/>
                </a:solidFill>
              </a:rPr>
              <a:t>3. </a:t>
            </a:r>
            <a:r>
              <a:rPr lang="en-US" sz="1600" b="1" dirty="0">
                <a:solidFill>
                  <a:srgbClr val="000000"/>
                </a:solidFill>
              </a:rPr>
              <a:t>Move Up </a:t>
            </a:r>
            <a:r>
              <a:rPr lang="en-US" sz="1600" dirty="0">
                <a:solidFill>
                  <a:srgbClr val="000000"/>
                </a:solidFill>
              </a:rPr>
              <a:t>or </a:t>
            </a:r>
            <a:r>
              <a:rPr lang="en-US" sz="1600" b="1" dirty="0">
                <a:solidFill>
                  <a:srgbClr val="000000"/>
                </a:solidFill>
              </a:rPr>
              <a:t>Move Down </a:t>
            </a:r>
            <a:r>
              <a:rPr lang="en-US" sz="1600" dirty="0">
                <a:solidFill>
                  <a:srgbClr val="000000"/>
                </a:solidFill>
              </a:rPr>
              <a:t>action to change the order in which the fields appear on the screen.</a:t>
            </a:r>
            <a:endParaRPr lang="en-CA" sz="1600" dirty="0">
              <a:solidFill>
                <a:srgbClr val="000000"/>
              </a:solidFill>
            </a:endParaRPr>
          </a:p>
        </p:txBody>
      </p:sp>
      <p:sp>
        <p:nvSpPr>
          <p:cNvPr id="14" name="Rectangle 13">
            <a:extLst>
              <a:ext uri="{FF2B5EF4-FFF2-40B4-BE49-F238E27FC236}">
                <a16:creationId xmlns:a16="http://schemas.microsoft.com/office/drawing/2014/main" xmlns="" id="{3695AC18-A703-41C5-BD2D-F78023866D51}"/>
              </a:ext>
            </a:extLst>
          </p:cNvPr>
          <p:cNvSpPr/>
          <p:nvPr>
            <p:custDataLst>
              <p:tags r:id="rId5"/>
            </p:custDataLst>
          </p:nvPr>
        </p:nvSpPr>
        <p:spPr>
          <a:xfrm>
            <a:off x="657867" y="4615820"/>
            <a:ext cx="4075974" cy="584775"/>
          </a:xfrm>
          <a:prstGeom prst="rect">
            <a:avLst/>
          </a:prstGeom>
        </p:spPr>
        <p:txBody>
          <a:bodyPr wrap="square">
            <a:spAutoFit/>
          </a:bodyPr>
          <a:lstStyle/>
          <a:p>
            <a:pPr algn="just"/>
            <a:r>
              <a:rPr lang="en-US" sz="1600" dirty="0">
                <a:solidFill>
                  <a:srgbClr val="000000"/>
                </a:solidFill>
              </a:rPr>
              <a:t>4. To remove one or more fields, highlight the fields and click the </a:t>
            </a:r>
            <a:r>
              <a:rPr lang="en-US" sz="1600" b="1" dirty="0">
                <a:solidFill>
                  <a:srgbClr val="000000"/>
                </a:solidFill>
              </a:rPr>
              <a:t>Remove</a:t>
            </a:r>
            <a:r>
              <a:rPr lang="en-US" sz="1600" dirty="0">
                <a:solidFill>
                  <a:srgbClr val="000000"/>
                </a:solidFill>
              </a:rPr>
              <a:t> action. </a:t>
            </a:r>
            <a:endParaRPr lang="en-CA" sz="1600" dirty="0">
              <a:solidFill>
                <a:srgbClr val="000000"/>
              </a:solidFill>
            </a:endParaRPr>
          </a:p>
        </p:txBody>
      </p:sp>
      <p:sp>
        <p:nvSpPr>
          <p:cNvPr id="16" name="Rectangle 15">
            <a:extLst>
              <a:ext uri="{FF2B5EF4-FFF2-40B4-BE49-F238E27FC236}">
                <a16:creationId xmlns:a16="http://schemas.microsoft.com/office/drawing/2014/main" xmlns="" id="{99162D7E-4321-4129-975F-C17FC9D57814}"/>
              </a:ext>
            </a:extLst>
          </p:cNvPr>
          <p:cNvSpPr/>
          <p:nvPr>
            <p:custDataLst>
              <p:tags r:id="rId6"/>
            </p:custDataLst>
          </p:nvPr>
        </p:nvSpPr>
        <p:spPr>
          <a:xfrm>
            <a:off x="657867" y="5278592"/>
            <a:ext cx="2907407" cy="338554"/>
          </a:xfrm>
          <a:prstGeom prst="rect">
            <a:avLst/>
          </a:prstGeom>
        </p:spPr>
        <p:txBody>
          <a:bodyPr wrap="square">
            <a:spAutoFit/>
          </a:bodyPr>
          <a:lstStyle/>
          <a:p>
            <a:pPr algn="just"/>
            <a:r>
              <a:rPr lang="en-US" sz="1600" dirty="0">
                <a:solidFill>
                  <a:srgbClr val="000000"/>
                </a:solidFill>
              </a:rPr>
              <a:t>5. Click the </a:t>
            </a:r>
            <a:r>
              <a:rPr lang="en-US" sz="1600" b="1" dirty="0">
                <a:solidFill>
                  <a:srgbClr val="000000"/>
                </a:solidFill>
              </a:rPr>
              <a:t>Submit</a:t>
            </a:r>
            <a:r>
              <a:rPr lang="en-US" sz="1600" dirty="0">
                <a:solidFill>
                  <a:srgbClr val="000000"/>
                </a:solidFill>
              </a:rPr>
              <a:t> action</a:t>
            </a:r>
            <a:endParaRPr lang="en-CA" sz="1600" dirty="0">
              <a:solidFill>
                <a:srgbClr val="000000"/>
              </a:solidFill>
            </a:endParaRPr>
          </a:p>
        </p:txBody>
      </p:sp>
      <p:pic>
        <p:nvPicPr>
          <p:cNvPr id="18" name="Picture 17">
            <a:extLst>
              <a:ext uri="{FF2B5EF4-FFF2-40B4-BE49-F238E27FC236}">
                <a16:creationId xmlns:a16="http://schemas.microsoft.com/office/drawing/2014/main" xmlns="" id="{CF02A6E9-2B8F-4F52-A213-45E46097E3B3}"/>
              </a:ext>
            </a:extLst>
          </p:cNvPr>
          <p:cNvPicPr>
            <a:picLocks noChangeAspect="1"/>
          </p:cNvPicPr>
          <p:nvPr>
            <p:custDataLst>
              <p:tags r:id="rId7"/>
            </p:custDataLst>
          </p:nvPr>
        </p:nvPicPr>
        <p:blipFill>
          <a:blip r:embed="rId10"/>
          <a:stretch>
            <a:fillRect/>
          </a:stretch>
        </p:blipFill>
        <p:spPr>
          <a:xfrm>
            <a:off x="5056119" y="2280397"/>
            <a:ext cx="6670660" cy="3987627"/>
          </a:xfrm>
          <a:prstGeom prst="rect">
            <a:avLst/>
          </a:prstGeom>
        </p:spPr>
      </p:pic>
      <p:sp>
        <p:nvSpPr>
          <p:cNvPr id="13" name="Title 1">
            <a:extLst>
              <a:ext uri="{FF2B5EF4-FFF2-40B4-BE49-F238E27FC236}">
                <a16:creationId xmlns:a16="http://schemas.microsoft.com/office/drawing/2014/main" xmlns="" id="{B2E71EB4-AFBB-4104-ABF7-A4F2521B15CD}"/>
              </a:ext>
            </a:extLst>
          </p:cNvPr>
          <p:cNvSpPr>
            <a:spLocks noGrp="1"/>
          </p:cNvSpPr>
          <p:nvPr>
            <p:ph type="title"/>
            <p:custDataLst>
              <p:tags r:id="rId8"/>
            </p:custDataLst>
          </p:nvPr>
        </p:nvSpPr>
        <p:spPr>
          <a:xfrm>
            <a:off x="838200" y="365125"/>
            <a:ext cx="10515600" cy="1325563"/>
          </a:xfrm>
        </p:spPr>
        <p:txBody>
          <a:bodyPr/>
          <a:lstStyle/>
          <a:p>
            <a:r>
              <a:rPr lang="en-US" sz="3600" dirty="0"/>
              <a:t>How to Personalize Business Views?</a:t>
            </a:r>
            <a:br>
              <a:rPr lang="en-US" sz="3600" dirty="0"/>
            </a:br>
            <a:r>
              <a:rPr lang="en-US" sz="2800" dirty="0"/>
              <a:t>Personalize Search Criteria View</a:t>
            </a:r>
            <a:endParaRPr lang="en-CA" sz="2800" dirty="0"/>
          </a:p>
        </p:txBody>
      </p:sp>
    </p:spTree>
    <p:extLst>
      <p:ext uri="{BB962C8B-B14F-4D97-AF65-F5344CB8AC3E}">
        <p14:creationId xmlns:p14="http://schemas.microsoft.com/office/powerpoint/2010/main" val="34698062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E4419D3-C7DD-4C72-9CC4-CE21E23DB099}"/>
              </a:ext>
            </a:extLst>
          </p:cNvPr>
          <p:cNvSpPr>
            <a:spLocks noGrp="1"/>
          </p:cNvSpPr>
          <p:nvPr>
            <p:ph idx="1"/>
            <p:custDataLst>
              <p:tags r:id="rId1"/>
            </p:custDataLst>
          </p:nvPr>
        </p:nvSpPr>
        <p:spPr>
          <a:xfrm>
            <a:off x="465221" y="1690688"/>
            <a:ext cx="11261558" cy="4175000"/>
          </a:xfrm>
        </p:spPr>
        <p:txBody>
          <a:bodyPr/>
          <a:lstStyle/>
          <a:p>
            <a:pPr algn="just">
              <a:lnSpc>
                <a:spcPct val="130000"/>
              </a:lnSpc>
            </a:pPr>
            <a:r>
              <a:rPr lang="en-US" sz="2100" dirty="0"/>
              <a:t>In this example, the new Search Criteria “Requested Item” will be displayed: </a:t>
            </a:r>
          </a:p>
          <a:p>
            <a:pPr>
              <a:lnSpc>
                <a:spcPct val="130000"/>
              </a:lnSpc>
            </a:pPr>
            <a:endParaRPr lang="en-US" sz="2100" dirty="0"/>
          </a:p>
          <a:p>
            <a:pPr>
              <a:lnSpc>
                <a:spcPct val="130000"/>
              </a:lnSpc>
            </a:pPr>
            <a:endParaRPr lang="en-US" sz="2100" dirty="0"/>
          </a:p>
          <a:p>
            <a:pPr>
              <a:lnSpc>
                <a:spcPct val="130000"/>
              </a:lnSpc>
            </a:pPr>
            <a:endParaRPr lang="en-CA" sz="2100" dirty="0"/>
          </a:p>
        </p:txBody>
      </p:sp>
      <p:pic>
        <p:nvPicPr>
          <p:cNvPr id="7" name="Picture 6">
            <a:extLst>
              <a:ext uri="{FF2B5EF4-FFF2-40B4-BE49-F238E27FC236}">
                <a16:creationId xmlns:a16="http://schemas.microsoft.com/office/drawing/2014/main" xmlns="" id="{04B49A14-D5AC-42D3-9E7B-D3F4F8A8C3F7}"/>
              </a:ext>
            </a:extLst>
          </p:cNvPr>
          <p:cNvPicPr>
            <a:picLocks noChangeAspect="1"/>
          </p:cNvPicPr>
          <p:nvPr>
            <p:custDataLst>
              <p:tags r:id="rId2"/>
            </p:custDataLst>
          </p:nvPr>
        </p:nvPicPr>
        <p:blipFill>
          <a:blip r:embed="rId5"/>
          <a:stretch>
            <a:fillRect/>
          </a:stretch>
        </p:blipFill>
        <p:spPr>
          <a:xfrm>
            <a:off x="623547" y="2336216"/>
            <a:ext cx="10367390" cy="3239810"/>
          </a:xfrm>
          <a:prstGeom prst="rect">
            <a:avLst/>
          </a:prstGeom>
        </p:spPr>
      </p:pic>
      <p:sp>
        <p:nvSpPr>
          <p:cNvPr id="8" name="Title 1">
            <a:extLst>
              <a:ext uri="{FF2B5EF4-FFF2-40B4-BE49-F238E27FC236}">
                <a16:creationId xmlns:a16="http://schemas.microsoft.com/office/drawing/2014/main" xmlns="" id="{9509A510-1AA8-4154-BD78-A136837C6E67}"/>
              </a:ext>
            </a:extLst>
          </p:cNvPr>
          <p:cNvSpPr>
            <a:spLocks noGrp="1"/>
          </p:cNvSpPr>
          <p:nvPr>
            <p:ph type="title"/>
            <p:custDataLst>
              <p:tags r:id="rId3"/>
            </p:custDataLst>
          </p:nvPr>
        </p:nvSpPr>
        <p:spPr>
          <a:xfrm>
            <a:off x="838200" y="365125"/>
            <a:ext cx="10515600" cy="1325563"/>
          </a:xfrm>
        </p:spPr>
        <p:txBody>
          <a:bodyPr/>
          <a:lstStyle/>
          <a:p>
            <a:r>
              <a:rPr lang="en-US" sz="3600" dirty="0"/>
              <a:t>How to Personalize Business Views?</a:t>
            </a:r>
            <a:br>
              <a:rPr lang="en-US" sz="3600" dirty="0"/>
            </a:br>
            <a:r>
              <a:rPr lang="en-US" sz="2800" dirty="0"/>
              <a:t>Personalize Search Criteria View</a:t>
            </a:r>
            <a:endParaRPr lang="en-CA" sz="2800" dirty="0"/>
          </a:p>
        </p:txBody>
      </p:sp>
    </p:spTree>
    <p:extLst>
      <p:ext uri="{BB962C8B-B14F-4D97-AF65-F5344CB8AC3E}">
        <p14:creationId xmlns:p14="http://schemas.microsoft.com/office/powerpoint/2010/main" val="26268118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E4419D3-C7DD-4C72-9CC4-CE21E23DB099}"/>
              </a:ext>
            </a:extLst>
          </p:cNvPr>
          <p:cNvSpPr>
            <a:spLocks noGrp="1"/>
          </p:cNvSpPr>
          <p:nvPr>
            <p:ph idx="1"/>
            <p:custDataLst>
              <p:tags r:id="rId1"/>
            </p:custDataLst>
          </p:nvPr>
        </p:nvSpPr>
        <p:spPr>
          <a:xfrm>
            <a:off x="838200" y="1461184"/>
            <a:ext cx="10683240" cy="4715780"/>
          </a:xfrm>
        </p:spPr>
        <p:txBody>
          <a:bodyPr/>
          <a:lstStyle/>
          <a:p>
            <a:pPr algn="just">
              <a:lnSpc>
                <a:spcPct val="120000"/>
              </a:lnSpc>
            </a:pPr>
            <a:r>
              <a:rPr lang="en-US" sz="2000" dirty="0"/>
              <a:t>In the same way as for the search criteria view, personalizing the results section of a given view's Search page allows you to display search results in a variety of ways. The Search Results tab enables you to configure the display and content of search results quickly and easily.</a:t>
            </a:r>
          </a:p>
          <a:p>
            <a:pPr algn="just">
              <a:lnSpc>
                <a:spcPct val="150000"/>
              </a:lnSpc>
            </a:pPr>
            <a:endParaRPr lang="en-CA" sz="2100" dirty="0"/>
          </a:p>
        </p:txBody>
      </p:sp>
      <p:pic>
        <p:nvPicPr>
          <p:cNvPr id="5" name="Picture 4">
            <a:extLst>
              <a:ext uri="{FF2B5EF4-FFF2-40B4-BE49-F238E27FC236}">
                <a16:creationId xmlns:a16="http://schemas.microsoft.com/office/drawing/2014/main" xmlns="" id="{7DA965AA-94FE-402E-8D82-E282C26BE2F1}"/>
              </a:ext>
            </a:extLst>
          </p:cNvPr>
          <p:cNvPicPr>
            <a:picLocks noChangeAspect="1"/>
          </p:cNvPicPr>
          <p:nvPr>
            <p:custDataLst>
              <p:tags r:id="rId2"/>
            </p:custDataLst>
          </p:nvPr>
        </p:nvPicPr>
        <p:blipFill>
          <a:blip r:embed="rId15"/>
          <a:stretch>
            <a:fillRect/>
          </a:stretch>
        </p:blipFill>
        <p:spPr>
          <a:xfrm>
            <a:off x="2414338" y="2706377"/>
            <a:ext cx="7676150" cy="3714266"/>
          </a:xfrm>
          <a:prstGeom prst="rect">
            <a:avLst/>
          </a:prstGeom>
        </p:spPr>
      </p:pic>
      <p:sp>
        <p:nvSpPr>
          <p:cNvPr id="6" name="Rectangle 5">
            <a:extLst>
              <a:ext uri="{FF2B5EF4-FFF2-40B4-BE49-F238E27FC236}">
                <a16:creationId xmlns:a16="http://schemas.microsoft.com/office/drawing/2014/main" xmlns="" id="{6167BF32-628D-4CF1-BBB8-C358100E67E7}"/>
              </a:ext>
            </a:extLst>
          </p:cNvPr>
          <p:cNvSpPr/>
          <p:nvPr>
            <p:custDataLst>
              <p:tags r:id="rId3"/>
            </p:custDataLst>
          </p:nvPr>
        </p:nvSpPr>
        <p:spPr>
          <a:xfrm>
            <a:off x="9825963" y="4151136"/>
            <a:ext cx="2189408" cy="1477328"/>
          </a:xfrm>
          <a:prstGeom prst="rect">
            <a:avLst/>
          </a:prstGeom>
        </p:spPr>
        <p:txBody>
          <a:bodyPr wrap="square">
            <a:spAutoFit/>
          </a:bodyPr>
          <a:lstStyle/>
          <a:p>
            <a:pPr algn="just"/>
            <a:r>
              <a:rPr lang="en-US" sz="1500" dirty="0">
                <a:solidFill>
                  <a:srgbClr val="000000"/>
                </a:solidFill>
              </a:rPr>
              <a:t>A list box that contains the actual fields and groups of fields that will appear in the results section of the view's Search page.</a:t>
            </a:r>
          </a:p>
        </p:txBody>
      </p:sp>
      <p:cxnSp>
        <p:nvCxnSpPr>
          <p:cNvPr id="7" name="Straight Connector 6">
            <a:extLst>
              <a:ext uri="{FF2B5EF4-FFF2-40B4-BE49-F238E27FC236}">
                <a16:creationId xmlns:a16="http://schemas.microsoft.com/office/drawing/2014/main" xmlns="" id="{FD3974F4-2822-4F87-8F48-23B10B08BCD9}"/>
              </a:ext>
            </a:extLst>
          </p:cNvPr>
          <p:cNvCxnSpPr>
            <a:cxnSpLocks/>
            <a:endCxn id="9" idx="6"/>
          </p:cNvCxnSpPr>
          <p:nvPr>
            <p:custDataLst>
              <p:tags r:id="rId4"/>
            </p:custDataLst>
          </p:nvPr>
        </p:nvCxnSpPr>
        <p:spPr>
          <a:xfrm flipV="1">
            <a:off x="6935160" y="4672183"/>
            <a:ext cx="2596475" cy="389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xmlns="" id="{A1EFAF7F-CF44-4638-BAFE-9154E2FD9626}"/>
              </a:ext>
            </a:extLst>
          </p:cNvPr>
          <p:cNvSpPr/>
          <p:nvPr>
            <p:custDataLst>
              <p:tags r:id="rId5"/>
            </p:custDataLst>
          </p:nvPr>
        </p:nvSpPr>
        <p:spPr>
          <a:xfrm flipH="1" flipV="1">
            <a:off x="9531635" y="4615033"/>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xmlns="" id="{D94E4BCD-4C9B-425C-9B0F-2A53CA32D8CB}"/>
              </a:ext>
            </a:extLst>
          </p:cNvPr>
          <p:cNvSpPr/>
          <p:nvPr>
            <p:custDataLst>
              <p:tags r:id="rId6"/>
            </p:custDataLst>
          </p:nvPr>
        </p:nvSpPr>
        <p:spPr>
          <a:xfrm>
            <a:off x="176629" y="3256787"/>
            <a:ext cx="1953810" cy="1708160"/>
          </a:xfrm>
          <a:prstGeom prst="rect">
            <a:avLst/>
          </a:prstGeom>
        </p:spPr>
        <p:txBody>
          <a:bodyPr wrap="square">
            <a:spAutoFit/>
          </a:bodyPr>
          <a:lstStyle/>
          <a:p>
            <a:pPr algn="just"/>
            <a:r>
              <a:rPr lang="en-US" sz="1500" dirty="0">
                <a:solidFill>
                  <a:srgbClr val="000000"/>
                </a:solidFill>
              </a:rPr>
              <a:t>A text box that enables you to filter on the fields displayed in the Available Fields list box by entering a given string of characters</a:t>
            </a:r>
            <a:r>
              <a:rPr lang="en-US" sz="1500" dirty="0"/>
              <a:t>. </a:t>
            </a:r>
            <a:endParaRPr lang="en-CA" sz="1500" dirty="0">
              <a:solidFill>
                <a:srgbClr val="000000"/>
              </a:solidFill>
            </a:endParaRPr>
          </a:p>
        </p:txBody>
      </p:sp>
      <p:sp>
        <p:nvSpPr>
          <p:cNvPr id="13" name="Rectangle 12">
            <a:extLst>
              <a:ext uri="{FF2B5EF4-FFF2-40B4-BE49-F238E27FC236}">
                <a16:creationId xmlns:a16="http://schemas.microsoft.com/office/drawing/2014/main" xmlns="" id="{E51E17D6-4F68-4E00-BAFC-E6A71965B209}"/>
              </a:ext>
            </a:extLst>
          </p:cNvPr>
          <p:cNvSpPr/>
          <p:nvPr>
            <p:custDataLst>
              <p:tags r:id="rId7"/>
            </p:custDataLst>
          </p:nvPr>
        </p:nvSpPr>
        <p:spPr>
          <a:xfrm>
            <a:off x="176629" y="5149141"/>
            <a:ext cx="1900437" cy="784830"/>
          </a:xfrm>
          <a:prstGeom prst="rect">
            <a:avLst/>
          </a:prstGeom>
        </p:spPr>
        <p:txBody>
          <a:bodyPr wrap="square">
            <a:spAutoFit/>
          </a:bodyPr>
          <a:lstStyle/>
          <a:p>
            <a:pPr algn="just"/>
            <a:r>
              <a:rPr lang="en-US" sz="1500" dirty="0">
                <a:solidFill>
                  <a:srgbClr val="000000"/>
                </a:solidFill>
              </a:rPr>
              <a:t>A list box that contains the fields available for the view.</a:t>
            </a:r>
            <a:endParaRPr lang="en-CA" sz="1500" dirty="0">
              <a:solidFill>
                <a:srgbClr val="000000"/>
              </a:solidFill>
            </a:endParaRPr>
          </a:p>
        </p:txBody>
      </p:sp>
      <p:cxnSp>
        <p:nvCxnSpPr>
          <p:cNvPr id="14" name="Straight Connector 13">
            <a:extLst>
              <a:ext uri="{FF2B5EF4-FFF2-40B4-BE49-F238E27FC236}">
                <a16:creationId xmlns:a16="http://schemas.microsoft.com/office/drawing/2014/main" xmlns="" id="{08782227-932D-454F-9BD3-A1F8F6B9BA25}"/>
              </a:ext>
            </a:extLst>
          </p:cNvPr>
          <p:cNvCxnSpPr>
            <a:cxnSpLocks/>
            <a:stCxn id="15" idx="2"/>
          </p:cNvCxnSpPr>
          <p:nvPr>
            <p:custDataLst>
              <p:tags r:id="rId8"/>
            </p:custDataLst>
          </p:nvPr>
        </p:nvCxnSpPr>
        <p:spPr>
          <a:xfrm>
            <a:off x="2305390" y="3796387"/>
            <a:ext cx="16381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xmlns="" id="{459CD43B-F6A2-418E-8455-540B2E6D9BCE}"/>
              </a:ext>
            </a:extLst>
          </p:cNvPr>
          <p:cNvSpPr/>
          <p:nvPr>
            <p:custDataLst>
              <p:tags r:id="rId9"/>
            </p:custDataLst>
          </p:nvPr>
        </p:nvSpPr>
        <p:spPr>
          <a:xfrm flipH="1" flipV="1">
            <a:off x="2186014" y="3739237"/>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6" name="Straight Connector 15">
            <a:extLst>
              <a:ext uri="{FF2B5EF4-FFF2-40B4-BE49-F238E27FC236}">
                <a16:creationId xmlns:a16="http://schemas.microsoft.com/office/drawing/2014/main" xmlns="" id="{03C131D1-EDF6-4211-978C-19935A56A4A4}"/>
              </a:ext>
            </a:extLst>
          </p:cNvPr>
          <p:cNvCxnSpPr>
            <a:cxnSpLocks/>
            <a:stCxn id="17" idx="2"/>
          </p:cNvCxnSpPr>
          <p:nvPr>
            <p:custDataLst>
              <p:tags r:id="rId10"/>
            </p:custDataLst>
          </p:nvPr>
        </p:nvCxnSpPr>
        <p:spPr>
          <a:xfrm>
            <a:off x="2305390" y="5236735"/>
            <a:ext cx="16381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xmlns="" id="{469C7AAD-DD72-4B81-A54F-A214D24A0566}"/>
              </a:ext>
            </a:extLst>
          </p:cNvPr>
          <p:cNvSpPr/>
          <p:nvPr>
            <p:custDataLst>
              <p:tags r:id="rId11"/>
            </p:custDataLst>
          </p:nvPr>
        </p:nvSpPr>
        <p:spPr>
          <a:xfrm flipH="1" flipV="1">
            <a:off x="2186014" y="5179585"/>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itle 1">
            <a:extLst>
              <a:ext uri="{FF2B5EF4-FFF2-40B4-BE49-F238E27FC236}">
                <a16:creationId xmlns:a16="http://schemas.microsoft.com/office/drawing/2014/main" xmlns="" id="{DC91D984-766B-476C-B262-BCDBDE24925F}"/>
              </a:ext>
            </a:extLst>
          </p:cNvPr>
          <p:cNvSpPr>
            <a:spLocks noGrp="1"/>
          </p:cNvSpPr>
          <p:nvPr>
            <p:ph type="title"/>
            <p:custDataLst>
              <p:tags r:id="rId12"/>
            </p:custDataLst>
          </p:nvPr>
        </p:nvSpPr>
        <p:spPr>
          <a:xfrm>
            <a:off x="838200" y="365125"/>
            <a:ext cx="10515600" cy="1325563"/>
          </a:xfrm>
        </p:spPr>
        <p:txBody>
          <a:bodyPr/>
          <a:lstStyle/>
          <a:p>
            <a:r>
              <a:rPr lang="en-US" sz="3600" dirty="0"/>
              <a:t>How to Personalize Business Views?</a:t>
            </a:r>
            <a:br>
              <a:rPr lang="en-US" sz="3600" dirty="0"/>
            </a:br>
            <a:r>
              <a:rPr lang="en-US" sz="2800" dirty="0"/>
              <a:t>Personalize Search Results View</a:t>
            </a:r>
            <a:endParaRPr lang="en-CA" sz="2800" dirty="0"/>
          </a:p>
        </p:txBody>
      </p:sp>
    </p:spTree>
    <p:extLst>
      <p:ext uri="{BB962C8B-B14F-4D97-AF65-F5344CB8AC3E}">
        <p14:creationId xmlns:p14="http://schemas.microsoft.com/office/powerpoint/2010/main" val="5425260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DFE4396-7FF6-4852-A8FD-3334BA4C52D3}"/>
              </a:ext>
            </a:extLst>
          </p:cNvPr>
          <p:cNvSpPr>
            <a:spLocks noGrp="1"/>
          </p:cNvSpPr>
          <p:nvPr>
            <p:ph idx="1"/>
            <p:custDataLst>
              <p:tags r:id="rId1"/>
            </p:custDataLst>
          </p:nvPr>
        </p:nvSpPr>
        <p:spPr>
          <a:xfrm>
            <a:off x="481263" y="1511808"/>
            <a:ext cx="11285621" cy="4665156"/>
          </a:xfrm>
        </p:spPr>
        <p:txBody>
          <a:bodyPr/>
          <a:lstStyle/>
          <a:p>
            <a:pPr algn="just">
              <a:lnSpc>
                <a:spcPct val="120000"/>
              </a:lnSpc>
            </a:pPr>
            <a:r>
              <a:rPr lang="en-US" sz="2100" dirty="0"/>
              <a:t>The content of a details page can be personalized as well. To do this, access the third tab “Details”. </a:t>
            </a:r>
          </a:p>
          <a:p>
            <a:pPr algn="just">
              <a:lnSpc>
                <a:spcPct val="120000"/>
              </a:lnSpc>
            </a:pPr>
            <a:r>
              <a:rPr lang="en-US" sz="2100" dirty="0"/>
              <a:t>You will then be able to select the fields that you wish to modify by selecting the </a:t>
            </a:r>
            <a:r>
              <a:rPr lang="en-US" sz="2100" b="1" dirty="0"/>
              <a:t>Add</a:t>
            </a:r>
            <a:r>
              <a:rPr lang="en-US" sz="2100" dirty="0"/>
              <a:t>, </a:t>
            </a:r>
            <a:r>
              <a:rPr lang="en-US" sz="2100" b="1" dirty="0"/>
              <a:t>Move Up </a:t>
            </a:r>
            <a:r>
              <a:rPr lang="en-US" sz="2100" dirty="0"/>
              <a:t>and </a:t>
            </a:r>
            <a:r>
              <a:rPr lang="en-US" sz="2100" b="1" dirty="0"/>
              <a:t>Move Down</a:t>
            </a:r>
            <a:r>
              <a:rPr lang="en-US" sz="2100" dirty="0"/>
              <a:t>, and </a:t>
            </a:r>
            <a:r>
              <a:rPr lang="en-US" sz="2100" b="1" dirty="0"/>
              <a:t>Remove</a:t>
            </a:r>
            <a:r>
              <a:rPr lang="en-US" sz="2100" dirty="0"/>
              <a:t> actions.</a:t>
            </a:r>
          </a:p>
          <a:p>
            <a:pPr algn="just">
              <a:lnSpc>
                <a:spcPct val="120000"/>
              </a:lnSpc>
            </a:pPr>
            <a:endParaRPr lang="en-US" sz="2100" dirty="0"/>
          </a:p>
          <a:p>
            <a:pPr algn="just">
              <a:lnSpc>
                <a:spcPct val="120000"/>
              </a:lnSpc>
            </a:pPr>
            <a:endParaRPr lang="en-US" sz="2100" dirty="0"/>
          </a:p>
          <a:p>
            <a:pPr algn="just">
              <a:lnSpc>
                <a:spcPct val="120000"/>
              </a:lnSpc>
            </a:pPr>
            <a:endParaRPr lang="en-US" sz="2100" dirty="0"/>
          </a:p>
          <a:p>
            <a:pPr algn="just">
              <a:lnSpc>
                <a:spcPct val="120000"/>
              </a:lnSpc>
            </a:pPr>
            <a:endParaRPr lang="en-CA" sz="2100" dirty="0"/>
          </a:p>
        </p:txBody>
      </p:sp>
      <p:pic>
        <p:nvPicPr>
          <p:cNvPr id="5" name="Picture 4">
            <a:extLst>
              <a:ext uri="{FF2B5EF4-FFF2-40B4-BE49-F238E27FC236}">
                <a16:creationId xmlns:a16="http://schemas.microsoft.com/office/drawing/2014/main" xmlns="" id="{22B9EC27-84D8-42E9-AEA9-1B681EBFE4FA}"/>
              </a:ext>
            </a:extLst>
          </p:cNvPr>
          <p:cNvPicPr>
            <a:picLocks noChangeAspect="1"/>
          </p:cNvPicPr>
          <p:nvPr>
            <p:custDataLst>
              <p:tags r:id="rId2"/>
            </p:custDataLst>
          </p:nvPr>
        </p:nvPicPr>
        <p:blipFill>
          <a:blip r:embed="rId6"/>
          <a:stretch>
            <a:fillRect/>
          </a:stretch>
        </p:blipFill>
        <p:spPr>
          <a:xfrm>
            <a:off x="2462784" y="3011650"/>
            <a:ext cx="6945082" cy="3366371"/>
          </a:xfrm>
          <a:prstGeom prst="rect">
            <a:avLst/>
          </a:prstGeom>
        </p:spPr>
      </p:pic>
      <p:sp>
        <p:nvSpPr>
          <p:cNvPr id="7" name="Title 1">
            <a:extLst>
              <a:ext uri="{FF2B5EF4-FFF2-40B4-BE49-F238E27FC236}">
                <a16:creationId xmlns:a16="http://schemas.microsoft.com/office/drawing/2014/main" xmlns="" id="{23FE2BF0-77E3-4701-B73B-46A80D930617}"/>
              </a:ext>
            </a:extLst>
          </p:cNvPr>
          <p:cNvSpPr>
            <a:spLocks noGrp="1"/>
          </p:cNvSpPr>
          <p:nvPr>
            <p:ph type="title"/>
            <p:custDataLst>
              <p:tags r:id="rId3"/>
            </p:custDataLst>
          </p:nvPr>
        </p:nvSpPr>
        <p:spPr>
          <a:xfrm>
            <a:off x="838200" y="365125"/>
            <a:ext cx="10515600" cy="1325563"/>
          </a:xfrm>
        </p:spPr>
        <p:txBody>
          <a:bodyPr/>
          <a:lstStyle/>
          <a:p>
            <a:r>
              <a:rPr lang="en-US" sz="3600" dirty="0"/>
              <a:t>How to Personalize Business Views?</a:t>
            </a:r>
            <a:br>
              <a:rPr lang="en-US" sz="3600" dirty="0"/>
            </a:br>
            <a:r>
              <a:rPr lang="en-US" sz="2800" dirty="0"/>
              <a:t>Personalize Details of a Search Result</a:t>
            </a:r>
            <a:endParaRPr lang="en-CA" sz="2800" dirty="0"/>
          </a:p>
        </p:txBody>
      </p:sp>
    </p:spTree>
    <p:extLst>
      <p:ext uri="{BB962C8B-B14F-4D97-AF65-F5344CB8AC3E}">
        <p14:creationId xmlns:p14="http://schemas.microsoft.com/office/powerpoint/2010/main" val="26406441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DFE4396-7FF6-4852-A8FD-3334BA4C52D3}"/>
              </a:ext>
            </a:extLst>
          </p:cNvPr>
          <p:cNvSpPr>
            <a:spLocks noGrp="1"/>
          </p:cNvSpPr>
          <p:nvPr>
            <p:ph idx="1"/>
            <p:custDataLst>
              <p:tags r:id="rId1"/>
            </p:custDataLst>
          </p:nvPr>
        </p:nvSpPr>
        <p:spPr>
          <a:xfrm>
            <a:off x="838200" y="1511808"/>
            <a:ext cx="10515600" cy="4665156"/>
          </a:xfrm>
        </p:spPr>
        <p:txBody>
          <a:bodyPr/>
          <a:lstStyle/>
          <a:p>
            <a:pPr algn="just">
              <a:lnSpc>
                <a:spcPct val="150000"/>
              </a:lnSpc>
            </a:pPr>
            <a:r>
              <a:rPr lang="en-US" sz="2100" dirty="0"/>
              <a:t> The last tab "Option“ includes a number of additional settings that can be defined while personalizing a view. </a:t>
            </a:r>
            <a:endParaRPr lang="en-CA" sz="2100" dirty="0"/>
          </a:p>
        </p:txBody>
      </p:sp>
      <p:pic>
        <p:nvPicPr>
          <p:cNvPr id="5" name="Picture 4">
            <a:extLst>
              <a:ext uri="{FF2B5EF4-FFF2-40B4-BE49-F238E27FC236}">
                <a16:creationId xmlns:a16="http://schemas.microsoft.com/office/drawing/2014/main" xmlns="" id="{8AF8BE83-DD78-40CF-BDA4-82EBC741C986}"/>
              </a:ext>
            </a:extLst>
          </p:cNvPr>
          <p:cNvPicPr>
            <a:picLocks noChangeAspect="1"/>
          </p:cNvPicPr>
          <p:nvPr>
            <p:custDataLst>
              <p:tags r:id="rId2"/>
            </p:custDataLst>
          </p:nvPr>
        </p:nvPicPr>
        <p:blipFill>
          <a:blip r:embed="rId6"/>
          <a:stretch>
            <a:fillRect/>
          </a:stretch>
        </p:blipFill>
        <p:spPr>
          <a:xfrm>
            <a:off x="2267832" y="2645403"/>
            <a:ext cx="7656335" cy="3679832"/>
          </a:xfrm>
          <a:prstGeom prst="rect">
            <a:avLst/>
          </a:prstGeom>
        </p:spPr>
      </p:pic>
      <p:sp>
        <p:nvSpPr>
          <p:cNvPr id="7" name="Title 1">
            <a:extLst>
              <a:ext uri="{FF2B5EF4-FFF2-40B4-BE49-F238E27FC236}">
                <a16:creationId xmlns:a16="http://schemas.microsoft.com/office/drawing/2014/main" xmlns="" id="{C5106FCB-4AF7-460C-9DC7-D99B502527D5}"/>
              </a:ext>
            </a:extLst>
          </p:cNvPr>
          <p:cNvSpPr>
            <a:spLocks noGrp="1"/>
          </p:cNvSpPr>
          <p:nvPr>
            <p:ph type="title"/>
            <p:custDataLst>
              <p:tags r:id="rId3"/>
            </p:custDataLst>
          </p:nvPr>
        </p:nvSpPr>
        <p:spPr>
          <a:xfrm>
            <a:off x="838200" y="365125"/>
            <a:ext cx="10515600" cy="1325563"/>
          </a:xfrm>
        </p:spPr>
        <p:txBody>
          <a:bodyPr/>
          <a:lstStyle/>
          <a:p>
            <a:r>
              <a:rPr lang="en-US" sz="3600" dirty="0"/>
              <a:t>How to Personalize Business Views?</a:t>
            </a:r>
            <a:br>
              <a:rPr lang="en-US" sz="3600" dirty="0"/>
            </a:br>
            <a:r>
              <a:rPr lang="en-US" sz="2800" dirty="0"/>
              <a:t>Setting More Options </a:t>
            </a:r>
            <a:br>
              <a:rPr lang="en-US" sz="2800" dirty="0"/>
            </a:br>
            <a:endParaRPr lang="en-CA" sz="2800" dirty="0"/>
          </a:p>
        </p:txBody>
      </p:sp>
    </p:spTree>
    <p:extLst>
      <p:ext uri="{BB962C8B-B14F-4D97-AF65-F5344CB8AC3E}">
        <p14:creationId xmlns:p14="http://schemas.microsoft.com/office/powerpoint/2010/main" val="13325725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DFE4396-7FF6-4852-A8FD-3334BA4C52D3}"/>
              </a:ext>
            </a:extLst>
          </p:cNvPr>
          <p:cNvSpPr>
            <a:spLocks noGrp="1"/>
          </p:cNvSpPr>
          <p:nvPr>
            <p:ph idx="1"/>
            <p:custDataLst>
              <p:tags r:id="rId1"/>
            </p:custDataLst>
          </p:nvPr>
        </p:nvSpPr>
        <p:spPr>
          <a:xfrm>
            <a:off x="838200" y="1690688"/>
            <a:ext cx="10515600" cy="4486275"/>
          </a:xfrm>
        </p:spPr>
        <p:txBody>
          <a:bodyPr/>
          <a:lstStyle/>
          <a:p>
            <a:pPr algn="just">
              <a:lnSpc>
                <a:spcPct val="150000"/>
              </a:lnSpc>
            </a:pPr>
            <a:r>
              <a:rPr lang="en-US" sz="2100" dirty="0"/>
              <a:t> The additional personalization options are briefly described below:</a:t>
            </a:r>
          </a:p>
          <a:p>
            <a:pPr marL="0" indent="0" algn="just">
              <a:lnSpc>
                <a:spcPct val="150000"/>
              </a:lnSpc>
              <a:buNone/>
            </a:pPr>
            <a:endParaRPr lang="en-US" sz="1200" dirty="0"/>
          </a:p>
          <a:p>
            <a:pPr marL="0" lvl="1" indent="0" algn="just">
              <a:lnSpc>
                <a:spcPct val="150000"/>
              </a:lnSpc>
              <a:buNone/>
            </a:pPr>
            <a:r>
              <a:rPr lang="en-CA" sz="2000" cap="all" dirty="0"/>
              <a:t> Personalize View Options</a:t>
            </a:r>
          </a:p>
          <a:p>
            <a:pPr lvl="2" algn="just">
              <a:lnSpc>
                <a:spcPct val="150000"/>
              </a:lnSpc>
              <a:buFont typeface="Wingdings" panose="05000000000000000000" pitchFamily="2" charset="2"/>
              <a:buChar char="Ø"/>
            </a:pPr>
            <a:r>
              <a:rPr lang="en-US" sz="2000" b="1" dirty="0"/>
              <a:t>Number of Records per Page</a:t>
            </a:r>
            <a:r>
              <a:rPr lang="en-US" sz="2000" dirty="0"/>
              <a:t>: There are different possible values which include 10, 20, 30, 50, 100, 1000 or 10 000. </a:t>
            </a:r>
          </a:p>
          <a:p>
            <a:pPr lvl="2" algn="just">
              <a:lnSpc>
                <a:spcPct val="150000"/>
              </a:lnSpc>
              <a:buFont typeface="Wingdings" panose="05000000000000000000" pitchFamily="2" charset="2"/>
              <a:buChar char="Ø"/>
            </a:pPr>
            <a:r>
              <a:rPr lang="en-US" sz="2000" b="1" dirty="0"/>
              <a:t>Maximum Number of Records to Retrieve</a:t>
            </a:r>
            <a:r>
              <a:rPr lang="en-US" sz="2000" dirty="0"/>
              <a:t>: This default can be changed system-wide via the Maximum Search Result Records to Display field in the Users resource.</a:t>
            </a:r>
          </a:p>
          <a:p>
            <a:pPr lvl="2" algn="just">
              <a:lnSpc>
                <a:spcPct val="150000"/>
              </a:lnSpc>
              <a:buFont typeface="Wingdings" panose="05000000000000000000" pitchFamily="2" charset="2"/>
              <a:buChar char="Ø"/>
            </a:pPr>
            <a:r>
              <a:rPr lang="en-CA" sz="2000" b="1" dirty="0"/>
              <a:t>Related Resource Group</a:t>
            </a:r>
            <a:r>
              <a:rPr lang="en-CA" sz="2000" dirty="0"/>
              <a:t>: </a:t>
            </a:r>
            <a:r>
              <a:rPr lang="en-US" sz="2000" dirty="0"/>
              <a:t>Every view can be personalized to belong to a given related resource group.</a:t>
            </a:r>
          </a:p>
        </p:txBody>
      </p:sp>
      <p:sp>
        <p:nvSpPr>
          <p:cNvPr id="6" name="Title 1">
            <a:extLst>
              <a:ext uri="{FF2B5EF4-FFF2-40B4-BE49-F238E27FC236}">
                <a16:creationId xmlns:a16="http://schemas.microsoft.com/office/drawing/2014/main" xmlns="" id="{450C7C36-A7CF-4094-B403-B7F29BB8C52B}"/>
              </a:ext>
            </a:extLst>
          </p:cNvPr>
          <p:cNvSpPr>
            <a:spLocks noGrp="1"/>
          </p:cNvSpPr>
          <p:nvPr>
            <p:ph type="title"/>
            <p:custDataLst>
              <p:tags r:id="rId2"/>
            </p:custDataLst>
          </p:nvPr>
        </p:nvSpPr>
        <p:spPr>
          <a:xfrm>
            <a:off x="838200" y="365125"/>
            <a:ext cx="10515600" cy="1325563"/>
          </a:xfrm>
        </p:spPr>
        <p:txBody>
          <a:bodyPr/>
          <a:lstStyle/>
          <a:p>
            <a:r>
              <a:rPr lang="en-US" sz="3600" dirty="0"/>
              <a:t>How to Personalize Business Views?</a:t>
            </a:r>
            <a:br>
              <a:rPr lang="en-US" sz="3600" dirty="0"/>
            </a:br>
            <a:r>
              <a:rPr lang="en-US" sz="2800" dirty="0"/>
              <a:t>Setting More Options </a:t>
            </a:r>
            <a:br>
              <a:rPr lang="en-US" sz="2800" dirty="0"/>
            </a:br>
            <a:endParaRPr lang="en-CA" sz="2800" dirty="0"/>
          </a:p>
        </p:txBody>
      </p:sp>
    </p:spTree>
    <p:extLst>
      <p:ext uri="{BB962C8B-B14F-4D97-AF65-F5344CB8AC3E}">
        <p14:creationId xmlns:p14="http://schemas.microsoft.com/office/powerpoint/2010/main" val="19335725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DFE4396-7FF6-4852-A8FD-3334BA4C52D3}"/>
              </a:ext>
            </a:extLst>
          </p:cNvPr>
          <p:cNvSpPr>
            <a:spLocks noGrp="1"/>
          </p:cNvSpPr>
          <p:nvPr>
            <p:ph idx="1"/>
            <p:custDataLst>
              <p:tags r:id="rId1"/>
            </p:custDataLst>
          </p:nvPr>
        </p:nvSpPr>
        <p:spPr>
          <a:xfrm>
            <a:off x="838200" y="1524000"/>
            <a:ext cx="10676021" cy="4469691"/>
          </a:xfrm>
        </p:spPr>
        <p:txBody>
          <a:bodyPr/>
          <a:lstStyle/>
          <a:p>
            <a:pPr algn="just">
              <a:lnSpc>
                <a:spcPct val="130000"/>
              </a:lnSpc>
            </a:pPr>
            <a:r>
              <a:rPr lang="en-US" sz="2100" dirty="0"/>
              <a:t> The additional personalization options are briefly described below (continued):</a:t>
            </a:r>
          </a:p>
          <a:p>
            <a:pPr marL="0" indent="0" algn="just">
              <a:lnSpc>
                <a:spcPct val="130000"/>
              </a:lnSpc>
              <a:buNone/>
            </a:pPr>
            <a:endParaRPr lang="en-US" sz="100" dirty="0"/>
          </a:p>
          <a:p>
            <a:pPr marL="0" lvl="1" indent="0" algn="just">
              <a:lnSpc>
                <a:spcPct val="130000"/>
              </a:lnSpc>
              <a:buNone/>
            </a:pPr>
            <a:r>
              <a:rPr lang="en-CA" sz="2000" cap="all" dirty="0"/>
              <a:t> </a:t>
            </a:r>
            <a:r>
              <a:rPr lang="en-CA" cap="all" dirty="0"/>
              <a:t>BEHAVIOR</a:t>
            </a:r>
            <a:endParaRPr lang="en-US" cap="all" dirty="0"/>
          </a:p>
          <a:p>
            <a:pPr lvl="2" algn="just">
              <a:lnSpc>
                <a:spcPct val="130000"/>
              </a:lnSpc>
              <a:buFont typeface="Wingdings" panose="05000000000000000000" pitchFamily="2" charset="2"/>
              <a:buChar char="Ø"/>
            </a:pPr>
            <a:r>
              <a:rPr lang="en-US" sz="1800" b="1" dirty="0"/>
              <a:t>Automatically Perform a Search When the Number of Records is Less Than</a:t>
            </a:r>
            <a:r>
              <a:rPr lang="en-US" sz="1800" dirty="0"/>
              <a:t>: Set this value to zero to automatically perform a search when launching a view, regardless of the number of records in the database.</a:t>
            </a:r>
          </a:p>
          <a:p>
            <a:pPr lvl="2" algn="just">
              <a:lnSpc>
                <a:spcPct val="130000"/>
              </a:lnSpc>
              <a:buFont typeface="Wingdings" panose="05000000000000000000" pitchFamily="2" charset="2"/>
              <a:buChar char="Ø"/>
            </a:pPr>
            <a:r>
              <a:rPr lang="en-US" sz="1800" b="1" dirty="0"/>
              <a:t>Automatically Perform a Search When You Enter Criteria</a:t>
            </a:r>
            <a:r>
              <a:rPr lang="en-US" sz="1800" dirty="0"/>
              <a:t>: The default value is No. When this option is selected, it is at the user's discretion when to perform the search. Set this value to Yes to trigger the search immediately as soon as the user tabs out from the edited criteria field. </a:t>
            </a:r>
          </a:p>
          <a:p>
            <a:pPr lvl="2" algn="just">
              <a:lnSpc>
                <a:spcPct val="130000"/>
              </a:lnSpc>
              <a:buFont typeface="Wingdings" panose="05000000000000000000" pitchFamily="2" charset="2"/>
              <a:buChar char="Ø"/>
            </a:pPr>
            <a:r>
              <a:rPr lang="en-US" sz="1800" b="1" dirty="0"/>
              <a:t>When a Search Finds a Single Record</a:t>
            </a:r>
            <a:r>
              <a:rPr lang="en-CA" sz="1800" dirty="0"/>
              <a:t>: </a:t>
            </a:r>
            <a:r>
              <a:rPr lang="en-US" sz="1800" dirty="0"/>
              <a:t>The default value is Display Record in Search Results. In this case, the search results grid is shown. The user needs to navigate further to see the record details. Set this value to Display Record Details to display a record's details instead of the search results grid, when a search produces only one record.</a:t>
            </a:r>
            <a:endParaRPr lang="en-CA" sz="1800" dirty="0"/>
          </a:p>
          <a:p>
            <a:pPr marL="0" lvl="1" indent="0" algn="just">
              <a:lnSpc>
                <a:spcPct val="130000"/>
              </a:lnSpc>
              <a:buNone/>
            </a:pPr>
            <a:endParaRPr lang="en-US" sz="2000" dirty="0"/>
          </a:p>
        </p:txBody>
      </p:sp>
      <p:sp>
        <p:nvSpPr>
          <p:cNvPr id="6" name="Title 1">
            <a:extLst>
              <a:ext uri="{FF2B5EF4-FFF2-40B4-BE49-F238E27FC236}">
                <a16:creationId xmlns:a16="http://schemas.microsoft.com/office/drawing/2014/main" xmlns="" id="{6C217FE3-AB42-41EC-89A2-B6B9AA42FC8A}"/>
              </a:ext>
            </a:extLst>
          </p:cNvPr>
          <p:cNvSpPr>
            <a:spLocks noGrp="1"/>
          </p:cNvSpPr>
          <p:nvPr>
            <p:ph type="title"/>
            <p:custDataLst>
              <p:tags r:id="rId2"/>
            </p:custDataLst>
          </p:nvPr>
        </p:nvSpPr>
        <p:spPr>
          <a:xfrm>
            <a:off x="838200" y="365125"/>
            <a:ext cx="10515600" cy="1325563"/>
          </a:xfrm>
        </p:spPr>
        <p:txBody>
          <a:bodyPr/>
          <a:lstStyle/>
          <a:p>
            <a:r>
              <a:rPr lang="en-US" sz="3600" dirty="0"/>
              <a:t>How to Personalize Business Views?</a:t>
            </a:r>
            <a:br>
              <a:rPr lang="en-US" sz="3600" dirty="0"/>
            </a:br>
            <a:r>
              <a:rPr lang="en-US" sz="2800" dirty="0"/>
              <a:t>Setting More Options </a:t>
            </a:r>
            <a:br>
              <a:rPr lang="en-US" sz="2800" dirty="0"/>
            </a:br>
            <a:endParaRPr lang="en-CA" sz="2800" dirty="0"/>
          </a:p>
        </p:txBody>
      </p:sp>
    </p:spTree>
    <p:extLst>
      <p:ext uri="{BB962C8B-B14F-4D97-AF65-F5344CB8AC3E}">
        <p14:creationId xmlns:p14="http://schemas.microsoft.com/office/powerpoint/2010/main" val="41255360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DFE4396-7FF6-4852-A8FD-3334BA4C52D3}"/>
              </a:ext>
            </a:extLst>
          </p:cNvPr>
          <p:cNvSpPr>
            <a:spLocks noGrp="1"/>
          </p:cNvSpPr>
          <p:nvPr>
            <p:ph idx="1"/>
            <p:custDataLst>
              <p:tags r:id="rId1"/>
            </p:custDataLst>
          </p:nvPr>
        </p:nvSpPr>
        <p:spPr>
          <a:xfrm>
            <a:off x="838199" y="1584960"/>
            <a:ext cx="10676021" cy="4495748"/>
          </a:xfrm>
        </p:spPr>
        <p:txBody>
          <a:bodyPr/>
          <a:lstStyle/>
          <a:p>
            <a:pPr algn="just">
              <a:lnSpc>
                <a:spcPct val="130000"/>
              </a:lnSpc>
            </a:pPr>
            <a:r>
              <a:rPr lang="en-US" sz="2100" dirty="0"/>
              <a:t> The additional personalization options are briefly described below (continued):</a:t>
            </a:r>
          </a:p>
          <a:p>
            <a:pPr marL="0" indent="0" algn="just">
              <a:lnSpc>
                <a:spcPct val="130000"/>
              </a:lnSpc>
              <a:buNone/>
            </a:pPr>
            <a:endParaRPr lang="en-US" sz="600" dirty="0"/>
          </a:p>
          <a:p>
            <a:pPr marL="0" lvl="1" indent="0" algn="just">
              <a:lnSpc>
                <a:spcPct val="130000"/>
              </a:lnSpc>
              <a:buNone/>
            </a:pPr>
            <a:r>
              <a:rPr lang="en-CA" sz="2000" cap="all" dirty="0"/>
              <a:t>BEHAVIOR</a:t>
            </a:r>
            <a:endParaRPr lang="en-US" sz="2000" cap="all" dirty="0"/>
          </a:p>
          <a:p>
            <a:pPr lvl="2" algn="just">
              <a:lnSpc>
                <a:spcPct val="130000"/>
              </a:lnSpc>
              <a:buFont typeface="Wingdings" panose="05000000000000000000" pitchFamily="2" charset="2"/>
              <a:buChar char="Ø"/>
            </a:pPr>
            <a:r>
              <a:rPr lang="en-CA" sz="2000" b="1" dirty="0"/>
              <a:t> Record Creation</a:t>
            </a:r>
            <a:r>
              <a:rPr lang="en-CA" sz="2000" dirty="0"/>
              <a:t>: </a:t>
            </a:r>
            <a:r>
              <a:rPr lang="en-US" sz="2000" dirty="0"/>
              <a:t>This provides the ability to render a view in such a way that adding a record can be done in a single step, rather than two. If the view in question is a transactional child view, Record Creation is always set to Enter Key and Save. This setting has the following options:</a:t>
            </a:r>
          </a:p>
          <a:p>
            <a:pPr lvl="3" algn="just">
              <a:lnSpc>
                <a:spcPct val="130000"/>
              </a:lnSpc>
              <a:buFont typeface="Courier New" panose="02070309020205020404" pitchFamily="49" charset="0"/>
              <a:buChar char="o"/>
            </a:pPr>
            <a:r>
              <a:rPr lang="en-US" sz="2000" dirty="0"/>
              <a:t>Enter Key and Go to Main Details, where the record is created in two steps;</a:t>
            </a:r>
          </a:p>
          <a:p>
            <a:pPr lvl="3" algn="just">
              <a:lnSpc>
                <a:spcPct val="130000"/>
              </a:lnSpc>
              <a:buFont typeface="Courier New" panose="02070309020205020404" pitchFamily="49" charset="0"/>
              <a:buChar char="o"/>
            </a:pPr>
            <a:r>
              <a:rPr lang="en-US" sz="2000" dirty="0"/>
              <a:t>Enter Key and Save, where the record is created in a single step; and,</a:t>
            </a:r>
          </a:p>
          <a:p>
            <a:pPr lvl="3" algn="just">
              <a:lnSpc>
                <a:spcPct val="130000"/>
              </a:lnSpc>
              <a:buFont typeface="Courier New" panose="02070309020205020404" pitchFamily="49" charset="0"/>
              <a:buChar char="o"/>
            </a:pPr>
            <a:r>
              <a:rPr lang="en-US" sz="2000" dirty="0"/>
              <a:t>Enter Key, Save and Go to Main Details, where the record is created in a single step and remains in modification mode.</a:t>
            </a:r>
          </a:p>
          <a:p>
            <a:pPr marL="0" indent="0" algn="just">
              <a:lnSpc>
                <a:spcPct val="130000"/>
              </a:lnSpc>
              <a:buNone/>
            </a:pPr>
            <a:endParaRPr lang="en-US" sz="2100" dirty="0"/>
          </a:p>
          <a:p>
            <a:pPr marL="0" indent="0" algn="just">
              <a:lnSpc>
                <a:spcPct val="130000"/>
              </a:lnSpc>
              <a:buNone/>
            </a:pPr>
            <a:endParaRPr lang="en-US" sz="100" dirty="0"/>
          </a:p>
          <a:p>
            <a:pPr marL="0" lvl="1" indent="0" algn="just">
              <a:lnSpc>
                <a:spcPct val="130000"/>
              </a:lnSpc>
              <a:buNone/>
            </a:pPr>
            <a:r>
              <a:rPr lang="en-CA" sz="2000" cap="all" dirty="0"/>
              <a:t> </a:t>
            </a:r>
            <a:endParaRPr lang="en-US" sz="2000" dirty="0"/>
          </a:p>
        </p:txBody>
      </p:sp>
      <p:sp>
        <p:nvSpPr>
          <p:cNvPr id="6" name="Title 1">
            <a:extLst>
              <a:ext uri="{FF2B5EF4-FFF2-40B4-BE49-F238E27FC236}">
                <a16:creationId xmlns:a16="http://schemas.microsoft.com/office/drawing/2014/main" xmlns="" id="{352CB06D-92C3-4BB6-8D25-0005D9CFD560}"/>
              </a:ext>
            </a:extLst>
          </p:cNvPr>
          <p:cNvSpPr>
            <a:spLocks noGrp="1"/>
          </p:cNvSpPr>
          <p:nvPr>
            <p:ph type="title"/>
            <p:custDataLst>
              <p:tags r:id="rId2"/>
            </p:custDataLst>
          </p:nvPr>
        </p:nvSpPr>
        <p:spPr>
          <a:xfrm>
            <a:off x="838200" y="365125"/>
            <a:ext cx="10515600" cy="1325563"/>
          </a:xfrm>
        </p:spPr>
        <p:txBody>
          <a:bodyPr/>
          <a:lstStyle/>
          <a:p>
            <a:r>
              <a:rPr lang="en-US" sz="3600" dirty="0"/>
              <a:t>How to Personalize Business Views?</a:t>
            </a:r>
            <a:br>
              <a:rPr lang="en-US" sz="3600" dirty="0"/>
            </a:br>
            <a:r>
              <a:rPr lang="en-US" sz="2800" dirty="0"/>
              <a:t>Setting More Options </a:t>
            </a:r>
            <a:br>
              <a:rPr lang="en-US" sz="2800" dirty="0"/>
            </a:br>
            <a:endParaRPr lang="en-CA" sz="2800" dirty="0"/>
          </a:p>
        </p:txBody>
      </p:sp>
    </p:spTree>
    <p:extLst>
      <p:ext uri="{BB962C8B-B14F-4D97-AF65-F5344CB8AC3E}">
        <p14:creationId xmlns:p14="http://schemas.microsoft.com/office/powerpoint/2010/main" val="31203080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Resource</a:t>
            </a:r>
            <a:br>
              <a:rPr lang="en-CA" sz="4400" b="1" dirty="0"/>
            </a:br>
            <a:r>
              <a:rPr lang="en-US" sz="4000" dirty="0"/>
              <a:t>Need Help?</a:t>
            </a:r>
            <a:endParaRPr lang="en-CA" sz="4400" dirty="0"/>
          </a:p>
        </p:txBody>
      </p:sp>
      <p:sp>
        <p:nvSpPr>
          <p:cNvPr id="4" name="TextBox 3">
            <a:extLst>
              <a:ext uri="{FF2B5EF4-FFF2-40B4-BE49-F238E27FC236}">
                <a16:creationId xmlns:a16="http://schemas.microsoft.com/office/drawing/2014/main" xmlns="" id="{0385A4A0-9C56-4E42-AFDA-B0E38A525180}"/>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24559091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A2BF9E-D5E2-4DC8-A8A8-5DDA808D052F}"/>
              </a:ext>
            </a:extLst>
          </p:cNvPr>
          <p:cNvSpPr>
            <a:spLocks noGrp="1"/>
          </p:cNvSpPr>
          <p:nvPr>
            <p:ph type="title"/>
            <p:custDataLst>
              <p:tags r:id="rId1"/>
            </p:custDataLst>
          </p:nvPr>
        </p:nvSpPr>
        <p:spPr/>
        <p:txBody>
          <a:bodyPr/>
          <a:lstStyle/>
          <a:p>
            <a:r>
              <a:rPr lang="fr-CA" dirty="0"/>
              <a:t>Need Help?</a:t>
            </a:r>
            <a:endParaRPr lang="en-CA" dirty="0"/>
          </a:p>
        </p:txBody>
      </p:sp>
      <p:sp>
        <p:nvSpPr>
          <p:cNvPr id="3" name="Content Placeholder 2">
            <a:extLst>
              <a:ext uri="{FF2B5EF4-FFF2-40B4-BE49-F238E27FC236}">
                <a16:creationId xmlns:a16="http://schemas.microsoft.com/office/drawing/2014/main" xmlns="" id="{6C554C7C-E15E-48CC-BE55-4B51407B8774}"/>
              </a:ext>
            </a:extLst>
          </p:cNvPr>
          <p:cNvSpPr>
            <a:spLocks noGrp="1"/>
          </p:cNvSpPr>
          <p:nvPr>
            <p:ph idx="1"/>
            <p:custDataLst>
              <p:tags r:id="rId2"/>
            </p:custDataLst>
          </p:nvPr>
        </p:nvSpPr>
        <p:spPr>
          <a:xfrm>
            <a:off x="838200" y="1155031"/>
            <a:ext cx="10515600" cy="4865521"/>
          </a:xfrm>
        </p:spPr>
        <p:txBody>
          <a:bodyPr/>
          <a:lstStyle/>
          <a:p>
            <a:pPr algn="just">
              <a:lnSpc>
                <a:spcPct val="150000"/>
              </a:lnSpc>
            </a:pPr>
            <a:r>
              <a:rPr lang="en-US" sz="2100" dirty="0"/>
              <a:t>If you need help at any time, a button for help is available in the upper right corner of the Header Toolbar.</a:t>
            </a:r>
          </a:p>
          <a:p>
            <a:pPr algn="just">
              <a:lnSpc>
                <a:spcPct val="150000"/>
              </a:lnSpc>
            </a:pPr>
            <a:endParaRPr lang="en-US" sz="2100" dirty="0"/>
          </a:p>
          <a:p>
            <a:pPr marL="0" indent="0" algn="just">
              <a:lnSpc>
                <a:spcPct val="150000"/>
              </a:lnSpc>
              <a:buNone/>
            </a:pPr>
            <a:endParaRPr lang="en-US" sz="1600" dirty="0"/>
          </a:p>
          <a:p>
            <a:pPr algn="just">
              <a:lnSpc>
                <a:spcPct val="150000"/>
              </a:lnSpc>
            </a:pPr>
            <a:r>
              <a:rPr lang="en-US" sz="2100" dirty="0"/>
              <a:t>There are three types of help available:  </a:t>
            </a:r>
          </a:p>
          <a:p>
            <a:pPr algn="just">
              <a:lnSpc>
                <a:spcPct val="150000"/>
              </a:lnSpc>
            </a:pPr>
            <a:endParaRPr lang="en-US" sz="2100" dirty="0"/>
          </a:p>
          <a:p>
            <a:pPr algn="just">
              <a:lnSpc>
                <a:spcPct val="150000"/>
              </a:lnSpc>
            </a:pPr>
            <a:endParaRPr lang="en-US" sz="2100" dirty="0"/>
          </a:p>
          <a:p>
            <a:pPr algn="just">
              <a:lnSpc>
                <a:spcPct val="150000"/>
              </a:lnSpc>
            </a:pPr>
            <a:endParaRPr lang="en-US" sz="2100" dirty="0"/>
          </a:p>
          <a:p>
            <a:pPr algn="just">
              <a:lnSpc>
                <a:spcPct val="150000"/>
              </a:lnSpc>
            </a:pPr>
            <a:endParaRPr lang="en-CA" sz="2100" dirty="0"/>
          </a:p>
        </p:txBody>
      </p:sp>
      <p:pic>
        <p:nvPicPr>
          <p:cNvPr id="5" name="Picture 4">
            <a:extLst>
              <a:ext uri="{FF2B5EF4-FFF2-40B4-BE49-F238E27FC236}">
                <a16:creationId xmlns:a16="http://schemas.microsoft.com/office/drawing/2014/main" xmlns="" id="{5C071F71-438F-4639-9E83-A58DBE5F00C0}"/>
              </a:ext>
            </a:extLst>
          </p:cNvPr>
          <p:cNvPicPr>
            <a:picLocks noChangeAspect="1"/>
          </p:cNvPicPr>
          <p:nvPr>
            <p:custDataLst>
              <p:tags r:id="rId3"/>
            </p:custDataLst>
          </p:nvPr>
        </p:nvPicPr>
        <p:blipFill>
          <a:blip r:embed="rId15"/>
          <a:stretch>
            <a:fillRect/>
          </a:stretch>
        </p:blipFill>
        <p:spPr>
          <a:xfrm>
            <a:off x="517356" y="2377066"/>
            <a:ext cx="11526253" cy="884139"/>
          </a:xfrm>
          <a:prstGeom prst="rect">
            <a:avLst/>
          </a:prstGeom>
        </p:spPr>
      </p:pic>
      <p:pic>
        <p:nvPicPr>
          <p:cNvPr id="7" name="Picture 6">
            <a:extLst>
              <a:ext uri="{FF2B5EF4-FFF2-40B4-BE49-F238E27FC236}">
                <a16:creationId xmlns:a16="http://schemas.microsoft.com/office/drawing/2014/main" xmlns="" id="{0E9C72D8-465F-40ED-BFFD-6B9138187F58}"/>
              </a:ext>
            </a:extLst>
          </p:cNvPr>
          <p:cNvPicPr>
            <a:picLocks noChangeAspect="1"/>
          </p:cNvPicPr>
          <p:nvPr>
            <p:custDataLst>
              <p:tags r:id="rId4"/>
            </p:custDataLst>
          </p:nvPr>
        </p:nvPicPr>
        <p:blipFill>
          <a:blip r:embed="rId16"/>
          <a:stretch>
            <a:fillRect/>
          </a:stretch>
        </p:blipFill>
        <p:spPr>
          <a:xfrm>
            <a:off x="926425" y="4039600"/>
            <a:ext cx="1515986" cy="2313874"/>
          </a:xfrm>
          <a:prstGeom prst="rect">
            <a:avLst/>
          </a:prstGeom>
        </p:spPr>
      </p:pic>
      <p:cxnSp>
        <p:nvCxnSpPr>
          <p:cNvPr id="8" name="Straight Connector 7">
            <a:extLst>
              <a:ext uri="{FF2B5EF4-FFF2-40B4-BE49-F238E27FC236}">
                <a16:creationId xmlns:a16="http://schemas.microsoft.com/office/drawing/2014/main" xmlns="" id="{00F8FDED-13F0-407A-96D2-3706A3624AF7}"/>
              </a:ext>
            </a:extLst>
          </p:cNvPr>
          <p:cNvCxnSpPr>
            <a:cxnSpLocks/>
          </p:cNvCxnSpPr>
          <p:nvPr>
            <p:custDataLst>
              <p:tags r:id="rId5"/>
            </p:custDataLst>
          </p:nvPr>
        </p:nvCxnSpPr>
        <p:spPr>
          <a:xfrm>
            <a:off x="2289528" y="4694980"/>
            <a:ext cx="164446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xmlns="" id="{659A0393-D12D-4933-B619-056C4E73D56F}"/>
              </a:ext>
            </a:extLst>
          </p:cNvPr>
          <p:cNvSpPr/>
          <p:nvPr>
            <p:custDataLst>
              <p:tags r:id="rId6"/>
            </p:custDataLst>
          </p:nvPr>
        </p:nvSpPr>
        <p:spPr>
          <a:xfrm flipH="1" flipV="1">
            <a:off x="3822604" y="4636924"/>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0" name="Straight Connector 9">
            <a:extLst>
              <a:ext uri="{FF2B5EF4-FFF2-40B4-BE49-F238E27FC236}">
                <a16:creationId xmlns:a16="http://schemas.microsoft.com/office/drawing/2014/main" xmlns="" id="{31AA5F5A-8B99-4158-8945-CE3B335FC853}"/>
              </a:ext>
            </a:extLst>
          </p:cNvPr>
          <p:cNvCxnSpPr>
            <a:cxnSpLocks/>
          </p:cNvCxnSpPr>
          <p:nvPr>
            <p:custDataLst>
              <p:tags r:id="rId7"/>
            </p:custDataLst>
          </p:nvPr>
        </p:nvCxnSpPr>
        <p:spPr>
          <a:xfrm>
            <a:off x="2289528" y="5093516"/>
            <a:ext cx="164446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xmlns="" id="{4542F3AD-73A7-44C9-9DBC-B204B094F3C6}"/>
              </a:ext>
            </a:extLst>
          </p:cNvPr>
          <p:cNvSpPr/>
          <p:nvPr>
            <p:custDataLst>
              <p:tags r:id="rId8"/>
            </p:custDataLst>
          </p:nvPr>
        </p:nvSpPr>
        <p:spPr>
          <a:xfrm flipH="1" flipV="1">
            <a:off x="3829128" y="5046705"/>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2" name="Straight Connector 11">
            <a:extLst>
              <a:ext uri="{FF2B5EF4-FFF2-40B4-BE49-F238E27FC236}">
                <a16:creationId xmlns:a16="http://schemas.microsoft.com/office/drawing/2014/main" xmlns="" id="{13600001-F848-4283-BF7A-6F4F92BE06EC}"/>
              </a:ext>
            </a:extLst>
          </p:cNvPr>
          <p:cNvCxnSpPr>
            <a:cxnSpLocks/>
          </p:cNvCxnSpPr>
          <p:nvPr>
            <p:custDataLst>
              <p:tags r:id="rId9"/>
            </p:custDataLst>
          </p:nvPr>
        </p:nvCxnSpPr>
        <p:spPr>
          <a:xfrm>
            <a:off x="2289528" y="5474680"/>
            <a:ext cx="164446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xmlns="" id="{087F14B5-7727-45A1-A09D-961CFD619B42}"/>
              </a:ext>
            </a:extLst>
          </p:cNvPr>
          <p:cNvSpPr/>
          <p:nvPr>
            <p:custDataLst>
              <p:tags r:id="rId10"/>
            </p:custDataLst>
          </p:nvPr>
        </p:nvSpPr>
        <p:spPr>
          <a:xfrm flipH="1" flipV="1">
            <a:off x="3829128" y="5417530"/>
            <a:ext cx="119376" cy="1143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xmlns="" id="{E7738D39-56F6-4C51-BB08-F748DE59C034}"/>
              </a:ext>
            </a:extLst>
          </p:cNvPr>
          <p:cNvSpPr/>
          <p:nvPr>
            <p:custDataLst>
              <p:tags r:id="rId11"/>
            </p:custDataLst>
          </p:nvPr>
        </p:nvSpPr>
        <p:spPr>
          <a:xfrm>
            <a:off x="4047963" y="4446072"/>
            <a:ext cx="7855279" cy="584775"/>
          </a:xfrm>
          <a:prstGeom prst="rect">
            <a:avLst/>
          </a:prstGeom>
        </p:spPr>
        <p:txBody>
          <a:bodyPr wrap="square">
            <a:spAutoFit/>
          </a:bodyPr>
          <a:lstStyle/>
          <a:p>
            <a:pPr algn="just"/>
            <a:r>
              <a:rPr lang="en-US" sz="1600" dirty="0">
                <a:solidFill>
                  <a:srgbClr val="000000"/>
                </a:solidFill>
              </a:rPr>
              <a:t>A new window will appear showing all the help content proposed regarding the management of WMS in general.</a:t>
            </a:r>
          </a:p>
        </p:txBody>
      </p:sp>
      <p:sp>
        <p:nvSpPr>
          <p:cNvPr id="15" name="Rectangle 14">
            <a:extLst>
              <a:ext uri="{FF2B5EF4-FFF2-40B4-BE49-F238E27FC236}">
                <a16:creationId xmlns:a16="http://schemas.microsoft.com/office/drawing/2014/main" xmlns="" id="{757F1A61-48D0-45D6-B27B-EC379BB27B9F}"/>
              </a:ext>
            </a:extLst>
          </p:cNvPr>
          <p:cNvSpPr/>
          <p:nvPr>
            <p:custDataLst>
              <p:tags r:id="rId12"/>
            </p:custDataLst>
          </p:nvPr>
        </p:nvSpPr>
        <p:spPr>
          <a:xfrm>
            <a:off x="4047964" y="4979917"/>
            <a:ext cx="7038239" cy="338554"/>
          </a:xfrm>
          <a:prstGeom prst="rect">
            <a:avLst/>
          </a:prstGeom>
        </p:spPr>
        <p:txBody>
          <a:bodyPr wrap="square">
            <a:spAutoFit/>
          </a:bodyPr>
          <a:lstStyle/>
          <a:p>
            <a:pPr algn="just"/>
            <a:r>
              <a:rPr lang="en-US" sz="1600" dirty="0">
                <a:solidFill>
                  <a:srgbClr val="000000"/>
                </a:solidFill>
              </a:rPr>
              <a:t>The new window will help you with the current menu.</a:t>
            </a:r>
          </a:p>
        </p:txBody>
      </p:sp>
      <p:sp>
        <p:nvSpPr>
          <p:cNvPr id="16" name="Rectangle 15">
            <a:extLst>
              <a:ext uri="{FF2B5EF4-FFF2-40B4-BE49-F238E27FC236}">
                <a16:creationId xmlns:a16="http://schemas.microsoft.com/office/drawing/2014/main" xmlns="" id="{56C15A24-68B2-4F73-8E4D-8F4B84A68A4B}"/>
              </a:ext>
            </a:extLst>
          </p:cNvPr>
          <p:cNvSpPr/>
          <p:nvPr>
            <p:custDataLst>
              <p:tags r:id="rId13"/>
            </p:custDataLst>
          </p:nvPr>
        </p:nvSpPr>
        <p:spPr>
          <a:xfrm>
            <a:off x="4053567" y="5321041"/>
            <a:ext cx="7849675" cy="338554"/>
          </a:xfrm>
          <a:prstGeom prst="rect">
            <a:avLst/>
          </a:prstGeom>
        </p:spPr>
        <p:txBody>
          <a:bodyPr wrap="square">
            <a:spAutoFit/>
          </a:bodyPr>
          <a:lstStyle/>
          <a:p>
            <a:pPr algn="just"/>
            <a:r>
              <a:rPr lang="en-US" sz="1600" dirty="0">
                <a:solidFill>
                  <a:srgbClr val="000000"/>
                </a:solidFill>
              </a:rPr>
              <a:t>The new window will show you the search tips, such as Criteria Helper and Search Operators.</a:t>
            </a:r>
          </a:p>
        </p:txBody>
      </p:sp>
    </p:spTree>
    <p:extLst>
      <p:ext uri="{BB962C8B-B14F-4D97-AF65-F5344CB8AC3E}">
        <p14:creationId xmlns:p14="http://schemas.microsoft.com/office/powerpoint/2010/main" val="11559849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4"/>
</p:tagLst>
</file>

<file path=ppt/tags/tag17.xml><?xml version="1.0" encoding="utf-8"?>
<p:tagLst xmlns:a="http://schemas.openxmlformats.org/drawingml/2006/main" xmlns:r="http://schemas.openxmlformats.org/officeDocument/2006/relationships" xmlns:p="http://schemas.openxmlformats.org/presentationml/2006/main">
  <p:tag name="NUM" val="5"/>
</p:tagLst>
</file>

<file path=ppt/tags/tag18.xml><?xml version="1.0" encoding="utf-8"?>
<p:tagLst xmlns:a="http://schemas.openxmlformats.org/drawingml/2006/main" xmlns:r="http://schemas.openxmlformats.org/officeDocument/2006/relationships" xmlns:p="http://schemas.openxmlformats.org/presentationml/2006/main">
  <p:tag name="NUM" val="6"/>
</p:tagLst>
</file>

<file path=ppt/tags/tag19.xml><?xml version="1.0" encoding="utf-8"?>
<p:tagLst xmlns:a="http://schemas.openxmlformats.org/drawingml/2006/main" xmlns:r="http://schemas.openxmlformats.org/officeDocument/2006/relationships" xmlns:p="http://schemas.openxmlformats.org/presentationml/2006/main">
  <p:tag name="NUM" val="7"/>
</p:tagLst>
</file>

<file path=ppt/tags/tag20.xml><?xml version="1.0" encoding="utf-8"?>
<p:tagLst xmlns:a="http://schemas.openxmlformats.org/drawingml/2006/main" xmlns:r="http://schemas.openxmlformats.org/officeDocument/2006/relationships" xmlns:p="http://schemas.openxmlformats.org/presentationml/2006/main">
  <p:tag name="NUM" val="8"/>
</p:tagLst>
</file>

<file path=ppt/tags/tag21.xml><?xml version="1.0" encoding="utf-8"?>
<p:tagLst xmlns:a="http://schemas.openxmlformats.org/drawingml/2006/main" xmlns:r="http://schemas.openxmlformats.org/officeDocument/2006/relationships" xmlns:p="http://schemas.openxmlformats.org/presentationml/2006/main">
  <p:tag name="NUM" val="9"/>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ags/tag24.xml><?xml version="1.0" encoding="utf-8"?>
<p:tagLst xmlns:a="http://schemas.openxmlformats.org/drawingml/2006/main" xmlns:r="http://schemas.openxmlformats.org/officeDocument/2006/relationships" xmlns:p="http://schemas.openxmlformats.org/presentationml/2006/main">
  <p:tag name="NUM" val="3"/>
</p:tagLst>
</file>

<file path=ppt/tags/tag25.xml><?xml version="1.0" encoding="utf-8"?>
<p:tagLst xmlns:a="http://schemas.openxmlformats.org/drawingml/2006/main" xmlns:r="http://schemas.openxmlformats.org/officeDocument/2006/relationships" xmlns:p="http://schemas.openxmlformats.org/presentationml/2006/main">
  <p:tag name="NUM" val="4"/>
</p:tagLst>
</file>

<file path=ppt/tags/tag26.xml><?xml version="1.0" encoding="utf-8"?>
<p:tagLst xmlns:a="http://schemas.openxmlformats.org/drawingml/2006/main" xmlns:r="http://schemas.openxmlformats.org/officeDocument/2006/relationships" xmlns:p="http://schemas.openxmlformats.org/presentationml/2006/main">
  <p:tag name="NUM" val="5"/>
</p:tagLst>
</file>

<file path=ppt/tags/tag27.xml><?xml version="1.0" encoding="utf-8"?>
<p:tagLst xmlns:a="http://schemas.openxmlformats.org/drawingml/2006/main" xmlns:r="http://schemas.openxmlformats.org/officeDocument/2006/relationships" xmlns:p="http://schemas.openxmlformats.org/presentationml/2006/main">
  <p:tag name="NUM" val="6"/>
</p:tagLst>
</file>

<file path=ppt/tags/tag28.xml><?xml version="1.0" encoding="utf-8"?>
<p:tagLst xmlns:a="http://schemas.openxmlformats.org/drawingml/2006/main" xmlns:r="http://schemas.openxmlformats.org/officeDocument/2006/relationships" xmlns:p="http://schemas.openxmlformats.org/presentationml/2006/main">
  <p:tag name="NUM" val="7"/>
</p:tagLst>
</file>

<file path=ppt/tags/tag29.xml><?xml version="1.0" encoding="utf-8"?>
<p:tagLst xmlns:a="http://schemas.openxmlformats.org/drawingml/2006/main" xmlns:r="http://schemas.openxmlformats.org/officeDocument/2006/relationships" xmlns:p="http://schemas.openxmlformats.org/presentationml/2006/main">
  <p:tag name="NUM" val="8"/>
</p:tagLst>
</file>

<file path=ppt/tags/tag30.xml><?xml version="1.0" encoding="utf-8"?>
<p:tagLst xmlns:a="http://schemas.openxmlformats.org/drawingml/2006/main" xmlns:r="http://schemas.openxmlformats.org/officeDocument/2006/relationships" xmlns:p="http://schemas.openxmlformats.org/presentationml/2006/main">
  <p:tag name="NUM" val="9"/>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2"/>
</p:tagLst>
</file>

<file path=ppt/tags/tag33.xml><?xml version="1.0" encoding="utf-8"?>
<p:tagLst xmlns:a="http://schemas.openxmlformats.org/drawingml/2006/main" xmlns:r="http://schemas.openxmlformats.org/officeDocument/2006/relationships" xmlns:p="http://schemas.openxmlformats.org/presentationml/2006/main">
  <p:tag name="NUM" val="3"/>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4"/>
</p:tagLst>
</file>

<file path=ppt/tags/tag40.xml><?xml version="1.0" encoding="utf-8"?>
<p:tagLst xmlns:a="http://schemas.openxmlformats.org/drawingml/2006/main" xmlns:r="http://schemas.openxmlformats.org/officeDocument/2006/relationships" xmlns:p="http://schemas.openxmlformats.org/presentationml/2006/main">
  <p:tag name="NUM" val="5"/>
</p:tagLst>
</file>

<file path=ppt/tags/tag41.xml><?xml version="1.0" encoding="utf-8"?>
<p:tagLst xmlns:a="http://schemas.openxmlformats.org/drawingml/2006/main" xmlns:r="http://schemas.openxmlformats.org/officeDocument/2006/relationships" xmlns:p="http://schemas.openxmlformats.org/presentationml/2006/main">
  <p:tag name="NUM" val="6"/>
</p:tagLst>
</file>

<file path=ppt/tags/tag42.xml><?xml version="1.0" encoding="utf-8"?>
<p:tagLst xmlns:a="http://schemas.openxmlformats.org/drawingml/2006/main" xmlns:r="http://schemas.openxmlformats.org/officeDocument/2006/relationships" xmlns:p="http://schemas.openxmlformats.org/presentationml/2006/main">
  <p:tag name="NUM" val="7"/>
</p:tagLst>
</file>

<file path=ppt/tags/tag43.xml><?xml version="1.0" encoding="utf-8"?>
<p:tagLst xmlns:a="http://schemas.openxmlformats.org/drawingml/2006/main" xmlns:r="http://schemas.openxmlformats.org/officeDocument/2006/relationships" xmlns:p="http://schemas.openxmlformats.org/presentationml/2006/main">
  <p:tag name="NUM" val="8"/>
</p:tagLst>
</file>

<file path=ppt/tags/tag44.xml><?xml version="1.0" encoding="utf-8"?>
<p:tagLst xmlns:a="http://schemas.openxmlformats.org/drawingml/2006/main" xmlns:r="http://schemas.openxmlformats.org/officeDocument/2006/relationships" xmlns:p="http://schemas.openxmlformats.org/presentationml/2006/main">
  <p:tag name="NUM" val="9"/>
</p:tagLst>
</file>

<file path=ppt/tags/tag45.xml><?xml version="1.0" encoding="utf-8"?>
<p:tagLst xmlns:a="http://schemas.openxmlformats.org/drawingml/2006/main" xmlns:r="http://schemas.openxmlformats.org/officeDocument/2006/relationships" xmlns:p="http://schemas.openxmlformats.org/presentationml/2006/main">
  <p:tag name="NUM" val="10"/>
</p:tagLst>
</file>

<file path=ppt/tags/tag46.xml><?xml version="1.0" encoding="utf-8"?>
<p:tagLst xmlns:a="http://schemas.openxmlformats.org/drawingml/2006/main" xmlns:r="http://schemas.openxmlformats.org/officeDocument/2006/relationships" xmlns:p="http://schemas.openxmlformats.org/presentationml/2006/main">
  <p:tag name="NUM" val="11"/>
</p:tagLst>
</file>

<file path=ppt/tags/tag47.xml><?xml version="1.0" encoding="utf-8"?>
<p:tagLst xmlns:a="http://schemas.openxmlformats.org/drawingml/2006/main" xmlns:r="http://schemas.openxmlformats.org/officeDocument/2006/relationships" xmlns:p="http://schemas.openxmlformats.org/presentationml/2006/main">
  <p:tag name="NUM" val="12"/>
</p:tagLst>
</file>

<file path=ppt/tags/tag48.xml><?xml version="1.0" encoding="utf-8"?>
<p:tagLst xmlns:a="http://schemas.openxmlformats.org/drawingml/2006/main" xmlns:r="http://schemas.openxmlformats.org/officeDocument/2006/relationships" xmlns:p="http://schemas.openxmlformats.org/presentationml/2006/main">
  <p:tag name="NUM" val="13"/>
</p:tagLst>
</file>

<file path=ppt/tags/tag49.xml><?xml version="1.0" encoding="utf-8"?>
<p:tagLst xmlns:a="http://schemas.openxmlformats.org/drawingml/2006/main" xmlns:r="http://schemas.openxmlformats.org/officeDocument/2006/relationships" xmlns:p="http://schemas.openxmlformats.org/presentationml/2006/main">
  <p:tag name="NUM" val="14"/>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1"/>
</p:tagLst>
</file>

<file path=ppt/tags/tag59.xml><?xml version="1.0" encoding="utf-8"?>
<p:tagLst xmlns:a="http://schemas.openxmlformats.org/drawingml/2006/main" xmlns:r="http://schemas.openxmlformats.org/officeDocument/2006/relationships" xmlns:p="http://schemas.openxmlformats.org/presentationml/2006/main">
  <p:tag name="NUM" val="2"/>
</p:tagLst>
</file>

<file path=ppt/tags/tag60.xml><?xml version="1.0" encoding="utf-8"?>
<p:tagLst xmlns:a="http://schemas.openxmlformats.org/drawingml/2006/main" xmlns:r="http://schemas.openxmlformats.org/officeDocument/2006/relationships" xmlns:p="http://schemas.openxmlformats.org/presentationml/2006/main">
  <p:tag name="NUM" val="3"/>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1"/>
</p:tagLst>
</file>

<file path=ppt/tags/tag65.xml><?xml version="1.0" encoding="utf-8"?>
<p:tagLst xmlns:a="http://schemas.openxmlformats.org/drawingml/2006/main" xmlns:r="http://schemas.openxmlformats.org/officeDocument/2006/relationships" xmlns:p="http://schemas.openxmlformats.org/presentationml/2006/main">
  <p:tag name="NUM" val="2"/>
</p:tagLst>
</file>

<file path=ppt/tags/tag66.xml><?xml version="1.0" encoding="utf-8"?>
<p:tagLst xmlns:a="http://schemas.openxmlformats.org/drawingml/2006/main" xmlns:r="http://schemas.openxmlformats.org/officeDocument/2006/relationships" xmlns:p="http://schemas.openxmlformats.org/presentationml/2006/main">
  <p:tag name="NUM" val="1"/>
</p:tagLst>
</file>

<file path=ppt/tags/tag67.xml><?xml version="1.0" encoding="utf-8"?>
<p:tagLst xmlns:a="http://schemas.openxmlformats.org/drawingml/2006/main" xmlns:r="http://schemas.openxmlformats.org/officeDocument/2006/relationships" xmlns:p="http://schemas.openxmlformats.org/presentationml/2006/main">
  <p:tag name="NUM" val="2"/>
</p:tagLst>
</file>

<file path=ppt/tags/tag68.xml><?xml version="1.0" encoding="utf-8"?>
<p:tagLst xmlns:a="http://schemas.openxmlformats.org/drawingml/2006/main" xmlns:r="http://schemas.openxmlformats.org/officeDocument/2006/relationships" xmlns:p="http://schemas.openxmlformats.org/presentationml/2006/main">
  <p:tag name="NUM" val="3"/>
</p:tagLst>
</file>

<file path=ppt/tags/tag69.xml><?xml version="1.0" encoding="utf-8"?>
<p:tagLst xmlns:a="http://schemas.openxmlformats.org/drawingml/2006/main" xmlns:r="http://schemas.openxmlformats.org/officeDocument/2006/relationships" xmlns:p="http://schemas.openxmlformats.org/presentationml/2006/main">
  <p:tag name="NUM" val="4"/>
</p:tagLst>
</file>

<file path=ppt/tags/tag70.xml><?xml version="1.0" encoding="utf-8"?>
<p:tagLst xmlns:a="http://schemas.openxmlformats.org/drawingml/2006/main" xmlns:r="http://schemas.openxmlformats.org/officeDocument/2006/relationships" xmlns:p="http://schemas.openxmlformats.org/presentationml/2006/main">
  <p:tag name="NUM" val="5"/>
</p:tagLst>
</file>

<file path=ppt/tags/tag71.xml><?xml version="1.0" encoding="utf-8"?>
<p:tagLst xmlns:a="http://schemas.openxmlformats.org/drawingml/2006/main" xmlns:r="http://schemas.openxmlformats.org/officeDocument/2006/relationships" xmlns:p="http://schemas.openxmlformats.org/presentationml/2006/main">
  <p:tag name="NUM" val="6"/>
</p:tagLst>
</file>

<file path=ppt/tags/tag72.xml><?xml version="1.0" encoding="utf-8"?>
<p:tagLst xmlns:a="http://schemas.openxmlformats.org/drawingml/2006/main" xmlns:r="http://schemas.openxmlformats.org/officeDocument/2006/relationships" xmlns:p="http://schemas.openxmlformats.org/presentationml/2006/main">
  <p:tag name="NUM" val="7"/>
</p:tagLst>
</file>

<file path=ppt/tags/tag73.xml><?xml version="1.0" encoding="utf-8"?>
<p:tagLst xmlns:a="http://schemas.openxmlformats.org/drawingml/2006/main" xmlns:r="http://schemas.openxmlformats.org/officeDocument/2006/relationships" xmlns:p="http://schemas.openxmlformats.org/presentationml/2006/main">
  <p:tag name="NUM" val="8"/>
</p:tagLst>
</file>

<file path=ppt/tags/tag74.xml><?xml version="1.0" encoding="utf-8"?>
<p:tagLst xmlns:a="http://schemas.openxmlformats.org/drawingml/2006/main" xmlns:r="http://schemas.openxmlformats.org/officeDocument/2006/relationships" xmlns:p="http://schemas.openxmlformats.org/presentationml/2006/main">
  <p:tag name="NUM" val="9"/>
</p:tagLst>
</file>

<file path=ppt/tags/tag75.xml><?xml version="1.0" encoding="utf-8"?>
<p:tagLst xmlns:a="http://schemas.openxmlformats.org/drawingml/2006/main" xmlns:r="http://schemas.openxmlformats.org/officeDocument/2006/relationships" xmlns:p="http://schemas.openxmlformats.org/presentationml/2006/main">
  <p:tag name="NUM" val="1"/>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4"/>
</p:tagLst>
</file>

<file path=ppt/tags/tag79.xml><?xml version="1.0" encoding="utf-8"?>
<p:tagLst xmlns:a="http://schemas.openxmlformats.org/drawingml/2006/main" xmlns:r="http://schemas.openxmlformats.org/officeDocument/2006/relationships" xmlns:p="http://schemas.openxmlformats.org/presentationml/2006/main">
  <p:tag name="NUM" val="5"/>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4"/>
</p:tagLst>
</file>

<file path=ppt/tags/tag86.xml><?xml version="1.0" encoding="utf-8"?>
<p:tagLst xmlns:a="http://schemas.openxmlformats.org/drawingml/2006/main" xmlns:r="http://schemas.openxmlformats.org/officeDocument/2006/relationships" xmlns:p="http://schemas.openxmlformats.org/presentationml/2006/main">
  <p:tag name="NUM" val="5"/>
</p:tagLst>
</file>

<file path=ppt/tags/tag87.xml><?xml version="1.0" encoding="utf-8"?>
<p:tagLst xmlns:a="http://schemas.openxmlformats.org/drawingml/2006/main" xmlns:r="http://schemas.openxmlformats.org/officeDocument/2006/relationships" xmlns:p="http://schemas.openxmlformats.org/presentationml/2006/main">
  <p:tag name="NUM" val="1"/>
</p:tagLst>
</file>

<file path=ppt/tags/tag88.xml><?xml version="1.0" encoding="utf-8"?>
<p:tagLst xmlns:a="http://schemas.openxmlformats.org/drawingml/2006/main" xmlns:r="http://schemas.openxmlformats.org/officeDocument/2006/relationships" xmlns:p="http://schemas.openxmlformats.org/presentationml/2006/main">
  <p:tag name="NUM" val="2"/>
</p:tagLst>
</file>

<file path=ppt/tags/tag89.xml><?xml version="1.0" encoding="utf-8"?>
<p:tagLst xmlns:a="http://schemas.openxmlformats.org/drawingml/2006/main" xmlns:r="http://schemas.openxmlformats.org/officeDocument/2006/relationships" xmlns:p="http://schemas.openxmlformats.org/presentationml/2006/main">
  <p:tag name="NUM" val="3"/>
</p:tagLst>
</file>

<file path=ppt/tags/tag90.xml><?xml version="1.0" encoding="utf-8"?>
<p:tagLst xmlns:a="http://schemas.openxmlformats.org/drawingml/2006/main" xmlns:r="http://schemas.openxmlformats.org/officeDocument/2006/relationships" xmlns:p="http://schemas.openxmlformats.org/presentationml/2006/main">
  <p:tag name="NUM" val="1"/>
</p:tagLst>
</file>

<file path=ppt/tags/tag91.xml><?xml version="1.0" encoding="utf-8"?>
<p:tagLst xmlns:a="http://schemas.openxmlformats.org/drawingml/2006/main" xmlns:r="http://schemas.openxmlformats.org/officeDocument/2006/relationships" xmlns:p="http://schemas.openxmlformats.org/presentationml/2006/main">
  <p:tag name="NUM" val="2"/>
</p:tagLst>
</file>

<file path=ppt/tags/tag92.xml><?xml version="1.0" encoding="utf-8"?>
<p:tagLst xmlns:a="http://schemas.openxmlformats.org/drawingml/2006/main" xmlns:r="http://schemas.openxmlformats.org/officeDocument/2006/relationships" xmlns:p="http://schemas.openxmlformats.org/presentationml/2006/main">
  <p:tag name="NUM" val="3"/>
</p:tagLst>
</file>

<file path=ppt/tags/tag93.xml><?xml version="1.0" encoding="utf-8"?>
<p:tagLst xmlns:a="http://schemas.openxmlformats.org/drawingml/2006/main" xmlns:r="http://schemas.openxmlformats.org/officeDocument/2006/relationships" xmlns:p="http://schemas.openxmlformats.org/presentationml/2006/main">
  <p:tag name="NUM" val="4"/>
</p:tagLst>
</file>

<file path=ppt/tags/tag94.xml><?xml version="1.0" encoding="utf-8"?>
<p:tagLst xmlns:a="http://schemas.openxmlformats.org/drawingml/2006/main" xmlns:r="http://schemas.openxmlformats.org/officeDocument/2006/relationships" xmlns:p="http://schemas.openxmlformats.org/presentationml/2006/main">
  <p:tag name="NUM" val="5"/>
</p:tagLst>
</file>

<file path=ppt/tags/tag95.xml><?xml version="1.0" encoding="utf-8"?>
<p:tagLst xmlns:a="http://schemas.openxmlformats.org/drawingml/2006/main" xmlns:r="http://schemas.openxmlformats.org/officeDocument/2006/relationships" xmlns:p="http://schemas.openxmlformats.org/presentationml/2006/main">
  <p:tag name="NUM" val="6"/>
</p:tagLst>
</file>

<file path=ppt/tags/tag96.xml><?xml version="1.0" encoding="utf-8"?>
<p:tagLst xmlns:a="http://schemas.openxmlformats.org/drawingml/2006/main" xmlns:r="http://schemas.openxmlformats.org/officeDocument/2006/relationships" xmlns:p="http://schemas.openxmlformats.org/presentationml/2006/main">
  <p:tag name="NUM" val="7"/>
</p:tagLst>
</file>

<file path=ppt/tags/tag97.xml><?xml version="1.0" encoding="utf-8"?>
<p:tagLst xmlns:a="http://schemas.openxmlformats.org/drawingml/2006/main" xmlns:r="http://schemas.openxmlformats.org/officeDocument/2006/relationships" xmlns:p="http://schemas.openxmlformats.org/presentationml/2006/main">
  <p:tag name="NUM" val="8"/>
</p:tagLst>
</file>

<file path=ppt/tags/tag98.xml><?xml version="1.0" encoding="utf-8"?>
<p:tagLst xmlns:a="http://schemas.openxmlformats.org/drawingml/2006/main" xmlns:r="http://schemas.openxmlformats.org/officeDocument/2006/relationships" xmlns:p="http://schemas.openxmlformats.org/presentationml/2006/main">
  <p:tag name="NUM" val="9"/>
</p:tagLst>
</file>

<file path=ppt/tags/tag99.xml><?xml version="1.0" encoding="utf-8"?>
<p:tagLst xmlns:a="http://schemas.openxmlformats.org/drawingml/2006/main" xmlns:r="http://schemas.openxmlformats.org/officeDocument/2006/relationships" xmlns:p="http://schemas.openxmlformats.org/presentationml/2006/main">
  <p:tag name="NUM" val="10"/>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3"/>
</p:tagLst>
</file>

<file path=ppt/tags/tag105.xml><?xml version="1.0" encoding="utf-8"?>
<p:tagLst xmlns:a="http://schemas.openxmlformats.org/drawingml/2006/main" xmlns:r="http://schemas.openxmlformats.org/officeDocument/2006/relationships" xmlns:p="http://schemas.openxmlformats.org/presentationml/2006/main">
  <p:tag name="NUM" val="1"/>
</p:tagLst>
</file>

<file path=ppt/tags/tag106.xml><?xml version="1.0" encoding="utf-8"?>
<p:tagLst xmlns:a="http://schemas.openxmlformats.org/drawingml/2006/main" xmlns:r="http://schemas.openxmlformats.org/officeDocument/2006/relationships" xmlns:p="http://schemas.openxmlformats.org/presentationml/2006/main">
  <p:tag name="NUM" val="2"/>
</p:tagLst>
</file>

<file path=ppt/tags/tag107.xml><?xml version="1.0" encoding="utf-8"?>
<p:tagLst xmlns:a="http://schemas.openxmlformats.org/drawingml/2006/main" xmlns:r="http://schemas.openxmlformats.org/officeDocument/2006/relationships" xmlns:p="http://schemas.openxmlformats.org/presentationml/2006/main">
  <p:tag name="NUM" val="3"/>
</p:tagLst>
</file>

<file path=ppt/tags/tag108.xml><?xml version="1.0" encoding="utf-8"?>
<p:tagLst xmlns:a="http://schemas.openxmlformats.org/drawingml/2006/main" xmlns:r="http://schemas.openxmlformats.org/officeDocument/2006/relationships" xmlns:p="http://schemas.openxmlformats.org/presentationml/2006/main">
  <p:tag name="NUM" val="1"/>
</p:tagLst>
</file>

<file path=ppt/tags/tag109.xml><?xml version="1.0" encoding="utf-8"?>
<p:tagLst xmlns:a="http://schemas.openxmlformats.org/drawingml/2006/main" xmlns:r="http://schemas.openxmlformats.org/officeDocument/2006/relationships" xmlns:p="http://schemas.openxmlformats.org/presentationml/2006/main">
  <p:tag name="NUM" val="2"/>
</p:tagLst>
</file>

<file path=ppt/tags/tag110.xml><?xml version="1.0" encoding="utf-8"?>
<p:tagLst xmlns:a="http://schemas.openxmlformats.org/drawingml/2006/main" xmlns:r="http://schemas.openxmlformats.org/officeDocument/2006/relationships" xmlns:p="http://schemas.openxmlformats.org/presentationml/2006/main">
  <p:tag name="NUM" val="3"/>
</p:tagLst>
</file>

<file path=ppt/tags/tag111.xml><?xml version="1.0" encoding="utf-8"?>
<p:tagLst xmlns:a="http://schemas.openxmlformats.org/drawingml/2006/main" xmlns:r="http://schemas.openxmlformats.org/officeDocument/2006/relationships" xmlns:p="http://schemas.openxmlformats.org/presentationml/2006/main">
  <p:tag name="NUM" val="4"/>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3"/>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ags/tag121.xml><?xml version="1.0" encoding="utf-8"?>
<p:tagLst xmlns:a="http://schemas.openxmlformats.org/drawingml/2006/main" xmlns:r="http://schemas.openxmlformats.org/officeDocument/2006/relationships" xmlns:p="http://schemas.openxmlformats.org/presentationml/2006/main">
  <p:tag name="NUM" val="4"/>
</p:tagLst>
</file>

<file path=ppt/tags/tag122.xml><?xml version="1.0" encoding="utf-8"?>
<p:tagLst xmlns:a="http://schemas.openxmlformats.org/drawingml/2006/main" xmlns:r="http://schemas.openxmlformats.org/officeDocument/2006/relationships" xmlns:p="http://schemas.openxmlformats.org/presentationml/2006/main">
  <p:tag name="NUM" val="1"/>
</p:tagLst>
</file>

<file path=ppt/tags/tag123.xml><?xml version="1.0" encoding="utf-8"?>
<p:tagLst xmlns:a="http://schemas.openxmlformats.org/drawingml/2006/main" xmlns:r="http://schemas.openxmlformats.org/officeDocument/2006/relationships" xmlns:p="http://schemas.openxmlformats.org/presentationml/2006/main">
  <p:tag name="NUM" val="2"/>
</p:tagLst>
</file>

<file path=ppt/tags/tag124.xml><?xml version="1.0" encoding="utf-8"?>
<p:tagLst xmlns:a="http://schemas.openxmlformats.org/drawingml/2006/main" xmlns:r="http://schemas.openxmlformats.org/officeDocument/2006/relationships" xmlns:p="http://schemas.openxmlformats.org/presentationml/2006/main">
  <p:tag name="NUM" val="3"/>
</p:tagLst>
</file>

<file path=ppt/tags/tag125.xml><?xml version="1.0" encoding="utf-8"?>
<p:tagLst xmlns:a="http://schemas.openxmlformats.org/drawingml/2006/main" xmlns:r="http://schemas.openxmlformats.org/officeDocument/2006/relationships" xmlns:p="http://schemas.openxmlformats.org/presentationml/2006/main">
  <p:tag name="NUM" val="1"/>
</p:tagLst>
</file>

<file path=ppt/tags/tag126.xml><?xml version="1.0" encoding="utf-8"?>
<p:tagLst xmlns:a="http://schemas.openxmlformats.org/drawingml/2006/main" xmlns:r="http://schemas.openxmlformats.org/officeDocument/2006/relationships" xmlns:p="http://schemas.openxmlformats.org/presentationml/2006/main">
  <p:tag name="NUM" val="2"/>
</p:tagLst>
</file>

<file path=ppt/tags/tag127.xml><?xml version="1.0" encoding="utf-8"?>
<p:tagLst xmlns:a="http://schemas.openxmlformats.org/drawingml/2006/main" xmlns:r="http://schemas.openxmlformats.org/officeDocument/2006/relationships" xmlns:p="http://schemas.openxmlformats.org/presentationml/2006/main">
  <p:tag name="NUM" val="3"/>
</p:tagLst>
</file>

<file path=ppt/tags/tag128.xml><?xml version="1.0" encoding="utf-8"?>
<p:tagLst xmlns:a="http://schemas.openxmlformats.org/drawingml/2006/main" xmlns:r="http://schemas.openxmlformats.org/officeDocument/2006/relationships" xmlns:p="http://schemas.openxmlformats.org/presentationml/2006/main">
  <p:tag name="NUM" val="4"/>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2"/>
</p:tagLst>
</file>

<file path=ppt/tags/tag131.xml><?xml version="1.0" encoding="utf-8"?>
<p:tagLst xmlns:a="http://schemas.openxmlformats.org/drawingml/2006/main" xmlns:r="http://schemas.openxmlformats.org/officeDocument/2006/relationships" xmlns:p="http://schemas.openxmlformats.org/presentationml/2006/main">
  <p:tag name="NUM" val="1"/>
</p:tagLst>
</file>

<file path=ppt/tags/tag132.xml><?xml version="1.0" encoding="utf-8"?>
<p:tagLst xmlns:a="http://schemas.openxmlformats.org/drawingml/2006/main" xmlns:r="http://schemas.openxmlformats.org/officeDocument/2006/relationships" xmlns:p="http://schemas.openxmlformats.org/presentationml/2006/main">
  <p:tag name="NUM" val="2"/>
</p:tagLst>
</file>

<file path=ppt/tags/tag133.xml><?xml version="1.0" encoding="utf-8"?>
<p:tagLst xmlns:a="http://schemas.openxmlformats.org/drawingml/2006/main" xmlns:r="http://schemas.openxmlformats.org/officeDocument/2006/relationships" xmlns:p="http://schemas.openxmlformats.org/presentationml/2006/main">
  <p:tag name="NUM" val="3"/>
</p:tagLst>
</file>

<file path=ppt/tags/tag134.xml><?xml version="1.0" encoding="utf-8"?>
<p:tagLst xmlns:a="http://schemas.openxmlformats.org/drawingml/2006/main" xmlns:r="http://schemas.openxmlformats.org/officeDocument/2006/relationships" xmlns:p="http://schemas.openxmlformats.org/presentationml/2006/main">
  <p:tag name="NUM" val="4"/>
</p:tagLst>
</file>

<file path=ppt/tags/tag135.xml><?xml version="1.0" encoding="utf-8"?>
<p:tagLst xmlns:a="http://schemas.openxmlformats.org/drawingml/2006/main" xmlns:r="http://schemas.openxmlformats.org/officeDocument/2006/relationships" xmlns:p="http://schemas.openxmlformats.org/presentationml/2006/main">
  <p:tag name="NUM" val="5"/>
</p:tagLst>
</file>

<file path=ppt/tags/tag136.xml><?xml version="1.0" encoding="utf-8"?>
<p:tagLst xmlns:a="http://schemas.openxmlformats.org/drawingml/2006/main" xmlns:r="http://schemas.openxmlformats.org/officeDocument/2006/relationships" xmlns:p="http://schemas.openxmlformats.org/presentationml/2006/main">
  <p:tag name="NUM" val="6"/>
</p:tagLst>
</file>

<file path=ppt/tags/tag137.xml><?xml version="1.0" encoding="utf-8"?>
<p:tagLst xmlns:a="http://schemas.openxmlformats.org/drawingml/2006/main" xmlns:r="http://schemas.openxmlformats.org/officeDocument/2006/relationships" xmlns:p="http://schemas.openxmlformats.org/presentationml/2006/main">
  <p:tag name="NUM" val="1"/>
</p:tagLst>
</file>

<file path=ppt/tags/tag138.xml><?xml version="1.0" encoding="utf-8"?>
<p:tagLst xmlns:a="http://schemas.openxmlformats.org/drawingml/2006/main" xmlns:r="http://schemas.openxmlformats.org/officeDocument/2006/relationships" xmlns:p="http://schemas.openxmlformats.org/presentationml/2006/main">
  <p:tag name="NUM" val="2"/>
</p:tagLst>
</file>

<file path=ppt/tags/tag139.xml><?xml version="1.0" encoding="utf-8"?>
<p:tagLst xmlns:a="http://schemas.openxmlformats.org/drawingml/2006/main" xmlns:r="http://schemas.openxmlformats.org/officeDocument/2006/relationships" xmlns:p="http://schemas.openxmlformats.org/presentationml/2006/main">
  <p:tag name="NUM" val="1"/>
</p:tagLst>
</file>

<file path=ppt/tags/tag140.xml><?xml version="1.0" encoding="utf-8"?>
<p:tagLst xmlns:a="http://schemas.openxmlformats.org/drawingml/2006/main" xmlns:r="http://schemas.openxmlformats.org/officeDocument/2006/relationships" xmlns:p="http://schemas.openxmlformats.org/presentationml/2006/main">
  <p:tag name="NUM" val="2"/>
</p:tagLst>
</file>

<file path=ppt/tags/tag141.xml><?xml version="1.0" encoding="utf-8"?>
<p:tagLst xmlns:a="http://schemas.openxmlformats.org/drawingml/2006/main" xmlns:r="http://schemas.openxmlformats.org/officeDocument/2006/relationships" xmlns:p="http://schemas.openxmlformats.org/presentationml/2006/main">
  <p:tag name="NUM" val="3"/>
</p:tagLst>
</file>

<file path=ppt/tags/tag142.xml><?xml version="1.0" encoding="utf-8"?>
<p:tagLst xmlns:a="http://schemas.openxmlformats.org/drawingml/2006/main" xmlns:r="http://schemas.openxmlformats.org/officeDocument/2006/relationships" xmlns:p="http://schemas.openxmlformats.org/presentationml/2006/main">
  <p:tag name="NUM" val="4"/>
</p:tagLst>
</file>

<file path=ppt/tags/tag143.xml><?xml version="1.0" encoding="utf-8"?>
<p:tagLst xmlns:a="http://schemas.openxmlformats.org/drawingml/2006/main" xmlns:r="http://schemas.openxmlformats.org/officeDocument/2006/relationships" xmlns:p="http://schemas.openxmlformats.org/presentationml/2006/main">
  <p:tag name="NUM" val="5"/>
</p:tagLst>
</file>

<file path=ppt/tags/tag144.xml><?xml version="1.0" encoding="utf-8"?>
<p:tagLst xmlns:a="http://schemas.openxmlformats.org/drawingml/2006/main" xmlns:r="http://schemas.openxmlformats.org/officeDocument/2006/relationships" xmlns:p="http://schemas.openxmlformats.org/presentationml/2006/main">
  <p:tag name="NUM" val="6"/>
</p:tagLst>
</file>

<file path=ppt/tags/tag145.xml><?xml version="1.0" encoding="utf-8"?>
<p:tagLst xmlns:a="http://schemas.openxmlformats.org/drawingml/2006/main" xmlns:r="http://schemas.openxmlformats.org/officeDocument/2006/relationships" xmlns:p="http://schemas.openxmlformats.org/presentationml/2006/main">
  <p:tag name="NUM" val="7"/>
</p:tagLst>
</file>

<file path=ppt/tags/tag146.xml><?xml version="1.0" encoding="utf-8"?>
<p:tagLst xmlns:a="http://schemas.openxmlformats.org/drawingml/2006/main" xmlns:r="http://schemas.openxmlformats.org/officeDocument/2006/relationships" xmlns:p="http://schemas.openxmlformats.org/presentationml/2006/main">
  <p:tag name="NUM" val="8"/>
</p:tagLst>
</file>

<file path=ppt/tags/tag147.xml><?xml version="1.0" encoding="utf-8"?>
<p:tagLst xmlns:a="http://schemas.openxmlformats.org/drawingml/2006/main" xmlns:r="http://schemas.openxmlformats.org/officeDocument/2006/relationships" xmlns:p="http://schemas.openxmlformats.org/presentationml/2006/main">
  <p:tag name="NUM" val="9"/>
</p:tagLst>
</file>

<file path=ppt/tags/tag148.xml><?xml version="1.0" encoding="utf-8"?>
<p:tagLst xmlns:a="http://schemas.openxmlformats.org/drawingml/2006/main" xmlns:r="http://schemas.openxmlformats.org/officeDocument/2006/relationships" xmlns:p="http://schemas.openxmlformats.org/presentationml/2006/main">
  <p:tag name="NUM" val="10"/>
</p:tagLst>
</file>

<file path=ppt/tags/tag149.xml><?xml version="1.0" encoding="utf-8"?>
<p:tagLst xmlns:a="http://schemas.openxmlformats.org/drawingml/2006/main" xmlns:r="http://schemas.openxmlformats.org/officeDocument/2006/relationships" xmlns:p="http://schemas.openxmlformats.org/presentationml/2006/main">
  <p:tag name="NUM" val="11"/>
</p:tagLst>
</file>

<file path=ppt/tags/tag150.xml><?xml version="1.0" encoding="utf-8"?>
<p:tagLst xmlns:a="http://schemas.openxmlformats.org/drawingml/2006/main" xmlns:r="http://schemas.openxmlformats.org/officeDocument/2006/relationships" xmlns:p="http://schemas.openxmlformats.org/presentationml/2006/main">
  <p:tag name="NUM" val="12"/>
</p:tagLst>
</file>

<file path=ppt/tags/tag151.xml><?xml version="1.0" encoding="utf-8"?>
<p:tagLst xmlns:a="http://schemas.openxmlformats.org/drawingml/2006/main" xmlns:r="http://schemas.openxmlformats.org/officeDocument/2006/relationships" xmlns:p="http://schemas.openxmlformats.org/presentationml/2006/main">
  <p:tag name="NUM" val="13"/>
</p:tagLst>
</file>

<file path=ppt/tags/tag152.xml><?xml version="1.0" encoding="utf-8"?>
<p:tagLst xmlns:a="http://schemas.openxmlformats.org/drawingml/2006/main" xmlns:r="http://schemas.openxmlformats.org/officeDocument/2006/relationships" xmlns:p="http://schemas.openxmlformats.org/presentationml/2006/main">
  <p:tag name="NUM" val="14"/>
</p:tagLst>
</file>

<file path=ppt/tags/tag153.xml><?xml version="1.0" encoding="utf-8"?>
<p:tagLst xmlns:a="http://schemas.openxmlformats.org/drawingml/2006/main" xmlns:r="http://schemas.openxmlformats.org/officeDocument/2006/relationships" xmlns:p="http://schemas.openxmlformats.org/presentationml/2006/main">
  <p:tag name="NUM" val="15"/>
</p:tagLst>
</file>

<file path=ppt/tags/tag154.xml><?xml version="1.0" encoding="utf-8"?>
<p:tagLst xmlns:a="http://schemas.openxmlformats.org/drawingml/2006/main" xmlns:r="http://schemas.openxmlformats.org/officeDocument/2006/relationships" xmlns:p="http://schemas.openxmlformats.org/presentationml/2006/main">
  <p:tag name="NUM" val="16"/>
</p:tagLst>
</file>

<file path=ppt/tags/tag155.xml><?xml version="1.0" encoding="utf-8"?>
<p:tagLst xmlns:a="http://schemas.openxmlformats.org/drawingml/2006/main" xmlns:r="http://schemas.openxmlformats.org/officeDocument/2006/relationships" xmlns:p="http://schemas.openxmlformats.org/presentationml/2006/main">
  <p:tag name="NUM" val="17"/>
</p:tagLst>
</file>

<file path=ppt/tags/tag156.xml><?xml version="1.0" encoding="utf-8"?>
<p:tagLst xmlns:a="http://schemas.openxmlformats.org/drawingml/2006/main" xmlns:r="http://schemas.openxmlformats.org/officeDocument/2006/relationships" xmlns:p="http://schemas.openxmlformats.org/presentationml/2006/main">
  <p:tag name="NUM" val="18"/>
</p:tagLst>
</file>

<file path=ppt/tags/tag157.xml><?xml version="1.0" encoding="utf-8"?>
<p:tagLst xmlns:a="http://schemas.openxmlformats.org/drawingml/2006/main" xmlns:r="http://schemas.openxmlformats.org/officeDocument/2006/relationships" xmlns:p="http://schemas.openxmlformats.org/presentationml/2006/main">
  <p:tag name="NUM" val="19"/>
</p:tagLst>
</file>

<file path=ppt/tags/tag158.xml><?xml version="1.0" encoding="utf-8"?>
<p:tagLst xmlns:a="http://schemas.openxmlformats.org/drawingml/2006/main" xmlns:r="http://schemas.openxmlformats.org/officeDocument/2006/relationships" xmlns:p="http://schemas.openxmlformats.org/presentationml/2006/main">
  <p:tag name="NUM" val="20"/>
</p:tagLst>
</file>

<file path=ppt/tags/tag159.xml><?xml version="1.0" encoding="utf-8"?>
<p:tagLst xmlns:a="http://schemas.openxmlformats.org/drawingml/2006/main" xmlns:r="http://schemas.openxmlformats.org/officeDocument/2006/relationships" xmlns:p="http://schemas.openxmlformats.org/presentationml/2006/main">
  <p:tag name="NUM" val="21"/>
</p:tagLst>
</file>

<file path=ppt/tags/tag160.xml><?xml version="1.0" encoding="utf-8"?>
<p:tagLst xmlns:a="http://schemas.openxmlformats.org/drawingml/2006/main" xmlns:r="http://schemas.openxmlformats.org/officeDocument/2006/relationships" xmlns:p="http://schemas.openxmlformats.org/presentationml/2006/main">
  <p:tag name="NUM" val="6"/>
</p:tagLst>
</file>

<file path=ppt/tags/tag161.xml><?xml version="1.0" encoding="utf-8"?>
<p:tagLst xmlns:a="http://schemas.openxmlformats.org/drawingml/2006/main" xmlns:r="http://schemas.openxmlformats.org/officeDocument/2006/relationships" xmlns:p="http://schemas.openxmlformats.org/presentationml/2006/main">
  <p:tag name="NUM" val="6"/>
</p:tagLst>
</file>

<file path=ppt/tags/tag162.xml><?xml version="1.0" encoding="utf-8"?>
<p:tagLst xmlns:a="http://schemas.openxmlformats.org/drawingml/2006/main" xmlns:r="http://schemas.openxmlformats.org/officeDocument/2006/relationships" xmlns:p="http://schemas.openxmlformats.org/presentationml/2006/main">
  <p:tag name="NUM" val="1"/>
</p:tagLst>
</file>

<file path=ppt/tags/tag163.xml><?xml version="1.0" encoding="utf-8"?>
<p:tagLst xmlns:a="http://schemas.openxmlformats.org/drawingml/2006/main" xmlns:r="http://schemas.openxmlformats.org/officeDocument/2006/relationships" xmlns:p="http://schemas.openxmlformats.org/presentationml/2006/main">
  <p:tag name="NUM" val="2"/>
</p:tagLst>
</file>

<file path=ppt/tags/tag164.xml><?xml version="1.0" encoding="utf-8"?>
<p:tagLst xmlns:a="http://schemas.openxmlformats.org/drawingml/2006/main" xmlns:r="http://schemas.openxmlformats.org/officeDocument/2006/relationships" xmlns:p="http://schemas.openxmlformats.org/presentationml/2006/main">
  <p:tag name="NUM" val="1"/>
</p:tagLst>
</file>

<file path=ppt/tags/tag165.xml><?xml version="1.0" encoding="utf-8"?>
<p:tagLst xmlns:a="http://schemas.openxmlformats.org/drawingml/2006/main" xmlns:r="http://schemas.openxmlformats.org/officeDocument/2006/relationships" xmlns:p="http://schemas.openxmlformats.org/presentationml/2006/main">
  <p:tag name="NUM" val="2"/>
</p:tagLst>
</file>

<file path=ppt/tags/tag166.xml><?xml version="1.0" encoding="utf-8"?>
<p:tagLst xmlns:a="http://schemas.openxmlformats.org/drawingml/2006/main" xmlns:r="http://schemas.openxmlformats.org/officeDocument/2006/relationships" xmlns:p="http://schemas.openxmlformats.org/presentationml/2006/main">
  <p:tag name="NUM" val="3"/>
</p:tagLst>
</file>

<file path=ppt/tags/tag167.xml><?xml version="1.0" encoding="utf-8"?>
<p:tagLst xmlns:a="http://schemas.openxmlformats.org/drawingml/2006/main" xmlns:r="http://schemas.openxmlformats.org/officeDocument/2006/relationships" xmlns:p="http://schemas.openxmlformats.org/presentationml/2006/main">
  <p:tag name="NUM" val="4"/>
</p:tagLst>
</file>

<file path=ppt/tags/tag168.xml><?xml version="1.0" encoding="utf-8"?>
<p:tagLst xmlns:a="http://schemas.openxmlformats.org/drawingml/2006/main" xmlns:r="http://schemas.openxmlformats.org/officeDocument/2006/relationships" xmlns:p="http://schemas.openxmlformats.org/presentationml/2006/main">
  <p:tag name="NUM" val="5"/>
</p:tagLst>
</file>

<file path=ppt/tags/tag169.xml><?xml version="1.0" encoding="utf-8"?>
<p:tagLst xmlns:a="http://schemas.openxmlformats.org/drawingml/2006/main" xmlns:r="http://schemas.openxmlformats.org/officeDocument/2006/relationships" xmlns:p="http://schemas.openxmlformats.org/presentationml/2006/main">
  <p:tag name="NUM" val="6"/>
</p:tagLst>
</file>

<file path=ppt/tags/tag170.xml><?xml version="1.0" encoding="utf-8"?>
<p:tagLst xmlns:a="http://schemas.openxmlformats.org/drawingml/2006/main" xmlns:r="http://schemas.openxmlformats.org/officeDocument/2006/relationships" xmlns:p="http://schemas.openxmlformats.org/presentationml/2006/main">
  <p:tag name="NUM" val="7"/>
</p:tagLst>
</file>

<file path=ppt/tags/tag171.xml><?xml version="1.0" encoding="utf-8"?>
<p:tagLst xmlns:a="http://schemas.openxmlformats.org/drawingml/2006/main" xmlns:r="http://schemas.openxmlformats.org/officeDocument/2006/relationships" xmlns:p="http://schemas.openxmlformats.org/presentationml/2006/main">
  <p:tag name="NUM" val="8"/>
</p:tagLst>
</file>

<file path=ppt/tags/tag172.xml><?xml version="1.0" encoding="utf-8"?>
<p:tagLst xmlns:a="http://schemas.openxmlformats.org/drawingml/2006/main" xmlns:r="http://schemas.openxmlformats.org/officeDocument/2006/relationships" xmlns:p="http://schemas.openxmlformats.org/presentationml/2006/main">
  <p:tag name="NUM" val="9"/>
</p:tagLst>
</file>

<file path=ppt/tags/tag173.xml><?xml version="1.0" encoding="utf-8"?>
<p:tagLst xmlns:a="http://schemas.openxmlformats.org/drawingml/2006/main" xmlns:r="http://schemas.openxmlformats.org/officeDocument/2006/relationships" xmlns:p="http://schemas.openxmlformats.org/presentationml/2006/main">
  <p:tag name="NUM" val="10"/>
</p:tagLst>
</file>

<file path=ppt/tags/tag174.xml><?xml version="1.0" encoding="utf-8"?>
<p:tagLst xmlns:a="http://schemas.openxmlformats.org/drawingml/2006/main" xmlns:r="http://schemas.openxmlformats.org/officeDocument/2006/relationships" xmlns:p="http://schemas.openxmlformats.org/presentationml/2006/main">
  <p:tag name="NUM" val="11"/>
</p:tagLst>
</file>

<file path=ppt/tags/tag175.xml><?xml version="1.0" encoding="utf-8"?>
<p:tagLst xmlns:a="http://schemas.openxmlformats.org/drawingml/2006/main" xmlns:r="http://schemas.openxmlformats.org/officeDocument/2006/relationships" xmlns:p="http://schemas.openxmlformats.org/presentationml/2006/main">
  <p:tag name="NUM" val="12"/>
</p:tagLst>
</file>

<file path=ppt/tags/tag176.xml><?xml version="1.0" encoding="utf-8"?>
<p:tagLst xmlns:a="http://schemas.openxmlformats.org/drawingml/2006/main" xmlns:r="http://schemas.openxmlformats.org/officeDocument/2006/relationships" xmlns:p="http://schemas.openxmlformats.org/presentationml/2006/main">
  <p:tag name="NUM" val="13"/>
</p:tagLst>
</file>

<file path=ppt/tags/tag177.xml><?xml version="1.0" encoding="utf-8"?>
<p:tagLst xmlns:a="http://schemas.openxmlformats.org/drawingml/2006/main" xmlns:r="http://schemas.openxmlformats.org/officeDocument/2006/relationships" xmlns:p="http://schemas.openxmlformats.org/presentationml/2006/main">
  <p:tag name="NUM" val="14"/>
</p:tagLst>
</file>

<file path=ppt/tags/tag178.xml><?xml version="1.0" encoding="utf-8"?>
<p:tagLst xmlns:a="http://schemas.openxmlformats.org/drawingml/2006/main" xmlns:r="http://schemas.openxmlformats.org/officeDocument/2006/relationships" xmlns:p="http://schemas.openxmlformats.org/presentationml/2006/main">
  <p:tag name="NUM" val="15"/>
</p:tagLst>
</file>

<file path=ppt/tags/tag179.xml><?xml version="1.0" encoding="utf-8"?>
<p:tagLst xmlns:a="http://schemas.openxmlformats.org/drawingml/2006/main" xmlns:r="http://schemas.openxmlformats.org/officeDocument/2006/relationships" xmlns:p="http://schemas.openxmlformats.org/presentationml/2006/main">
  <p:tag name="NUM" val="1"/>
</p:tagLst>
</file>

<file path=ppt/tags/tag180.xml><?xml version="1.0" encoding="utf-8"?>
<p:tagLst xmlns:a="http://schemas.openxmlformats.org/drawingml/2006/main" xmlns:r="http://schemas.openxmlformats.org/officeDocument/2006/relationships" xmlns:p="http://schemas.openxmlformats.org/presentationml/2006/main">
  <p:tag name="NUM" val="2"/>
</p:tagLst>
</file>

<file path=ppt/tags/tag181.xml><?xml version="1.0" encoding="utf-8"?>
<p:tagLst xmlns:a="http://schemas.openxmlformats.org/drawingml/2006/main" xmlns:r="http://schemas.openxmlformats.org/officeDocument/2006/relationships" xmlns:p="http://schemas.openxmlformats.org/presentationml/2006/main">
  <p:tag name="NUM" val="1"/>
</p:tagLst>
</file>

<file path=ppt/tags/tag182.xml><?xml version="1.0" encoding="utf-8"?>
<p:tagLst xmlns:a="http://schemas.openxmlformats.org/drawingml/2006/main" xmlns:r="http://schemas.openxmlformats.org/officeDocument/2006/relationships" xmlns:p="http://schemas.openxmlformats.org/presentationml/2006/main">
  <p:tag name="NUM" val="2"/>
</p:tagLst>
</file>

<file path=ppt/tags/tag183.xml><?xml version="1.0" encoding="utf-8"?>
<p:tagLst xmlns:a="http://schemas.openxmlformats.org/drawingml/2006/main" xmlns:r="http://schemas.openxmlformats.org/officeDocument/2006/relationships" xmlns:p="http://schemas.openxmlformats.org/presentationml/2006/main">
  <p:tag name="NUM" val="3"/>
</p:tagLst>
</file>

<file path=ppt/tags/tag184.xml><?xml version="1.0" encoding="utf-8"?>
<p:tagLst xmlns:a="http://schemas.openxmlformats.org/drawingml/2006/main" xmlns:r="http://schemas.openxmlformats.org/officeDocument/2006/relationships" xmlns:p="http://schemas.openxmlformats.org/presentationml/2006/main">
  <p:tag name="NUM" val="4"/>
</p:tagLst>
</file>

<file path=ppt/tags/tag185.xml><?xml version="1.0" encoding="utf-8"?>
<p:tagLst xmlns:a="http://schemas.openxmlformats.org/drawingml/2006/main" xmlns:r="http://schemas.openxmlformats.org/officeDocument/2006/relationships" xmlns:p="http://schemas.openxmlformats.org/presentationml/2006/main">
  <p:tag name="NUM" val="5"/>
</p:tagLst>
</file>

<file path=ppt/tags/tag186.xml><?xml version="1.0" encoding="utf-8"?>
<p:tagLst xmlns:a="http://schemas.openxmlformats.org/drawingml/2006/main" xmlns:r="http://schemas.openxmlformats.org/officeDocument/2006/relationships" xmlns:p="http://schemas.openxmlformats.org/presentationml/2006/main">
  <p:tag name="NUM" val="6"/>
</p:tagLst>
</file>

<file path=ppt/tags/tag187.xml><?xml version="1.0" encoding="utf-8"?>
<p:tagLst xmlns:a="http://schemas.openxmlformats.org/drawingml/2006/main" xmlns:r="http://schemas.openxmlformats.org/officeDocument/2006/relationships" xmlns:p="http://schemas.openxmlformats.org/presentationml/2006/main">
  <p:tag name="NUM" val="1"/>
</p:tagLst>
</file>

<file path=ppt/tags/tag188.xml><?xml version="1.0" encoding="utf-8"?>
<p:tagLst xmlns:a="http://schemas.openxmlformats.org/drawingml/2006/main" xmlns:r="http://schemas.openxmlformats.org/officeDocument/2006/relationships" xmlns:p="http://schemas.openxmlformats.org/presentationml/2006/main">
  <p:tag name="NUM" val="2"/>
</p:tagLst>
</file>

<file path=ppt/tags/tag189.xml><?xml version="1.0" encoding="utf-8"?>
<p:tagLst xmlns:a="http://schemas.openxmlformats.org/drawingml/2006/main" xmlns:r="http://schemas.openxmlformats.org/officeDocument/2006/relationships" xmlns:p="http://schemas.openxmlformats.org/presentationml/2006/main">
  <p:tag name="NUM" val="3"/>
</p:tagLst>
</file>

<file path=ppt/tags/tag190.xml><?xml version="1.0" encoding="utf-8"?>
<p:tagLst xmlns:a="http://schemas.openxmlformats.org/drawingml/2006/main" xmlns:r="http://schemas.openxmlformats.org/officeDocument/2006/relationships" xmlns:p="http://schemas.openxmlformats.org/presentationml/2006/main">
  <p:tag name="NUM" val="4"/>
</p:tagLst>
</file>

<file path=ppt/tags/tag191.xml><?xml version="1.0" encoding="utf-8"?>
<p:tagLst xmlns:a="http://schemas.openxmlformats.org/drawingml/2006/main" xmlns:r="http://schemas.openxmlformats.org/officeDocument/2006/relationships" xmlns:p="http://schemas.openxmlformats.org/presentationml/2006/main">
  <p:tag name="NUM" val="5"/>
</p:tagLst>
</file>

<file path=ppt/tags/tag192.xml><?xml version="1.0" encoding="utf-8"?>
<p:tagLst xmlns:a="http://schemas.openxmlformats.org/drawingml/2006/main" xmlns:r="http://schemas.openxmlformats.org/officeDocument/2006/relationships" xmlns:p="http://schemas.openxmlformats.org/presentationml/2006/main">
  <p:tag name="NUM" val="6"/>
</p:tagLst>
</file>

<file path=ppt/tags/tag193.xml><?xml version="1.0" encoding="utf-8"?>
<p:tagLst xmlns:a="http://schemas.openxmlformats.org/drawingml/2006/main" xmlns:r="http://schemas.openxmlformats.org/officeDocument/2006/relationships" xmlns:p="http://schemas.openxmlformats.org/presentationml/2006/main">
  <p:tag name="NUM" val="7"/>
</p:tagLst>
</file>

<file path=ppt/tags/tag194.xml><?xml version="1.0" encoding="utf-8"?>
<p:tagLst xmlns:a="http://schemas.openxmlformats.org/drawingml/2006/main" xmlns:r="http://schemas.openxmlformats.org/officeDocument/2006/relationships" xmlns:p="http://schemas.openxmlformats.org/presentationml/2006/main">
  <p:tag name="NUM" val="8"/>
</p:tagLst>
</file>

<file path=ppt/tags/tag195.xml><?xml version="1.0" encoding="utf-8"?>
<p:tagLst xmlns:a="http://schemas.openxmlformats.org/drawingml/2006/main" xmlns:r="http://schemas.openxmlformats.org/officeDocument/2006/relationships" xmlns:p="http://schemas.openxmlformats.org/presentationml/2006/main">
  <p:tag name="NUM" val="9"/>
</p:tagLst>
</file>

<file path=ppt/tags/tag196.xml><?xml version="1.0" encoding="utf-8"?>
<p:tagLst xmlns:a="http://schemas.openxmlformats.org/drawingml/2006/main" xmlns:r="http://schemas.openxmlformats.org/officeDocument/2006/relationships" xmlns:p="http://schemas.openxmlformats.org/presentationml/2006/main">
  <p:tag name="NUM" val="1"/>
</p:tagLst>
</file>

<file path=ppt/tags/tag197.xml><?xml version="1.0" encoding="utf-8"?>
<p:tagLst xmlns:a="http://schemas.openxmlformats.org/drawingml/2006/main" xmlns:r="http://schemas.openxmlformats.org/officeDocument/2006/relationships" xmlns:p="http://schemas.openxmlformats.org/presentationml/2006/main">
  <p:tag name="NUM" val="2"/>
</p:tagLst>
</file>

<file path=ppt/tags/tag198.xml><?xml version="1.0" encoding="utf-8"?>
<p:tagLst xmlns:a="http://schemas.openxmlformats.org/drawingml/2006/main" xmlns:r="http://schemas.openxmlformats.org/officeDocument/2006/relationships" xmlns:p="http://schemas.openxmlformats.org/presentationml/2006/main">
  <p:tag name="NUM" val="3"/>
</p:tagLst>
</file>

<file path=ppt/tags/tag199.xml><?xml version="1.0" encoding="utf-8"?>
<p:tagLst xmlns:a="http://schemas.openxmlformats.org/drawingml/2006/main" xmlns:r="http://schemas.openxmlformats.org/officeDocument/2006/relationships" xmlns:p="http://schemas.openxmlformats.org/presentationml/2006/main">
  <p:tag name="NUM" val="4"/>
</p:tagLst>
</file>

<file path=ppt/tags/tag200.xml><?xml version="1.0" encoding="utf-8"?>
<p:tagLst xmlns:a="http://schemas.openxmlformats.org/drawingml/2006/main" xmlns:r="http://schemas.openxmlformats.org/officeDocument/2006/relationships" xmlns:p="http://schemas.openxmlformats.org/presentationml/2006/main">
  <p:tag name="NUM" val="5"/>
</p:tagLst>
</file>

<file path=ppt/tags/tag201.xml><?xml version="1.0" encoding="utf-8"?>
<p:tagLst xmlns:a="http://schemas.openxmlformats.org/drawingml/2006/main" xmlns:r="http://schemas.openxmlformats.org/officeDocument/2006/relationships" xmlns:p="http://schemas.openxmlformats.org/presentationml/2006/main">
  <p:tag name="NUM" val="6"/>
</p:tagLst>
</file>

<file path=ppt/tags/tag202.xml><?xml version="1.0" encoding="utf-8"?>
<p:tagLst xmlns:a="http://schemas.openxmlformats.org/drawingml/2006/main" xmlns:r="http://schemas.openxmlformats.org/officeDocument/2006/relationships" xmlns:p="http://schemas.openxmlformats.org/presentationml/2006/main">
  <p:tag name="NUM" val="7"/>
</p:tagLst>
</file>

<file path=ppt/tags/tag203.xml><?xml version="1.0" encoding="utf-8"?>
<p:tagLst xmlns:a="http://schemas.openxmlformats.org/drawingml/2006/main" xmlns:r="http://schemas.openxmlformats.org/officeDocument/2006/relationships" xmlns:p="http://schemas.openxmlformats.org/presentationml/2006/main">
  <p:tag name="NUM" val="1"/>
</p:tagLst>
</file>

<file path=ppt/tags/tag204.xml><?xml version="1.0" encoding="utf-8"?>
<p:tagLst xmlns:a="http://schemas.openxmlformats.org/drawingml/2006/main" xmlns:r="http://schemas.openxmlformats.org/officeDocument/2006/relationships" xmlns:p="http://schemas.openxmlformats.org/presentationml/2006/main">
  <p:tag name="NUM" val="2"/>
</p:tagLst>
</file>

<file path=ppt/tags/tag205.xml><?xml version="1.0" encoding="utf-8"?>
<p:tagLst xmlns:a="http://schemas.openxmlformats.org/drawingml/2006/main" xmlns:r="http://schemas.openxmlformats.org/officeDocument/2006/relationships" xmlns:p="http://schemas.openxmlformats.org/presentationml/2006/main">
  <p:tag name="NUM" val="3"/>
</p:tagLst>
</file>

<file path=ppt/tags/tag206.xml><?xml version="1.0" encoding="utf-8"?>
<p:tagLst xmlns:a="http://schemas.openxmlformats.org/drawingml/2006/main" xmlns:r="http://schemas.openxmlformats.org/officeDocument/2006/relationships" xmlns:p="http://schemas.openxmlformats.org/presentationml/2006/main">
  <p:tag name="NUM" val="4"/>
</p:tagLst>
</file>

<file path=ppt/tags/tag207.xml><?xml version="1.0" encoding="utf-8"?>
<p:tagLst xmlns:a="http://schemas.openxmlformats.org/drawingml/2006/main" xmlns:r="http://schemas.openxmlformats.org/officeDocument/2006/relationships" xmlns:p="http://schemas.openxmlformats.org/presentationml/2006/main">
  <p:tag name="NUM" val="5"/>
</p:tagLst>
</file>

<file path=ppt/tags/tag208.xml><?xml version="1.0" encoding="utf-8"?>
<p:tagLst xmlns:a="http://schemas.openxmlformats.org/drawingml/2006/main" xmlns:r="http://schemas.openxmlformats.org/officeDocument/2006/relationships" xmlns:p="http://schemas.openxmlformats.org/presentationml/2006/main">
  <p:tag name="NUM" val="6"/>
</p:tagLst>
</file>

<file path=ppt/tags/tag209.xml><?xml version="1.0" encoding="utf-8"?>
<p:tagLst xmlns:a="http://schemas.openxmlformats.org/drawingml/2006/main" xmlns:r="http://schemas.openxmlformats.org/officeDocument/2006/relationships" xmlns:p="http://schemas.openxmlformats.org/presentationml/2006/main">
  <p:tag name="NUM" val="1"/>
</p:tagLst>
</file>

<file path=ppt/tags/tag210.xml><?xml version="1.0" encoding="utf-8"?>
<p:tagLst xmlns:a="http://schemas.openxmlformats.org/drawingml/2006/main" xmlns:r="http://schemas.openxmlformats.org/officeDocument/2006/relationships" xmlns:p="http://schemas.openxmlformats.org/presentationml/2006/main">
  <p:tag name="NUM" val="2"/>
</p:tagLst>
</file>

<file path=ppt/tags/tag211.xml><?xml version="1.0" encoding="utf-8"?>
<p:tagLst xmlns:a="http://schemas.openxmlformats.org/drawingml/2006/main" xmlns:r="http://schemas.openxmlformats.org/officeDocument/2006/relationships" xmlns:p="http://schemas.openxmlformats.org/presentationml/2006/main">
  <p:tag name="NUM" val="3"/>
</p:tagLst>
</file>

<file path=ppt/tags/tag212.xml><?xml version="1.0" encoding="utf-8"?>
<p:tagLst xmlns:a="http://schemas.openxmlformats.org/drawingml/2006/main" xmlns:r="http://schemas.openxmlformats.org/officeDocument/2006/relationships" xmlns:p="http://schemas.openxmlformats.org/presentationml/2006/main">
  <p:tag name="NUM" val="1"/>
</p:tagLst>
</file>

<file path=ppt/tags/tag213.xml><?xml version="1.0" encoding="utf-8"?>
<p:tagLst xmlns:a="http://schemas.openxmlformats.org/drawingml/2006/main" xmlns:r="http://schemas.openxmlformats.org/officeDocument/2006/relationships" xmlns:p="http://schemas.openxmlformats.org/presentationml/2006/main">
  <p:tag name="NUM" val="2"/>
</p:tagLst>
</file>

<file path=ppt/tags/tag214.xml><?xml version="1.0" encoding="utf-8"?>
<p:tagLst xmlns:a="http://schemas.openxmlformats.org/drawingml/2006/main" xmlns:r="http://schemas.openxmlformats.org/officeDocument/2006/relationships" xmlns:p="http://schemas.openxmlformats.org/presentationml/2006/main">
  <p:tag name="NUM" val="1"/>
</p:tagLst>
</file>

<file path=ppt/tags/tag215.xml><?xml version="1.0" encoding="utf-8"?>
<p:tagLst xmlns:a="http://schemas.openxmlformats.org/drawingml/2006/main" xmlns:r="http://schemas.openxmlformats.org/officeDocument/2006/relationships" xmlns:p="http://schemas.openxmlformats.org/presentationml/2006/main">
  <p:tag name="NUM" val="2"/>
</p:tagLst>
</file>

<file path=ppt/tags/tag216.xml><?xml version="1.0" encoding="utf-8"?>
<p:tagLst xmlns:a="http://schemas.openxmlformats.org/drawingml/2006/main" xmlns:r="http://schemas.openxmlformats.org/officeDocument/2006/relationships" xmlns:p="http://schemas.openxmlformats.org/presentationml/2006/main">
  <p:tag name="NUM" val="3"/>
</p:tagLst>
</file>

<file path=ppt/tags/tag217.xml><?xml version="1.0" encoding="utf-8"?>
<p:tagLst xmlns:a="http://schemas.openxmlformats.org/drawingml/2006/main" xmlns:r="http://schemas.openxmlformats.org/officeDocument/2006/relationships" xmlns:p="http://schemas.openxmlformats.org/presentationml/2006/main">
  <p:tag name="NUM" val="4"/>
</p:tagLst>
</file>

<file path=ppt/tags/tag218.xml><?xml version="1.0" encoding="utf-8"?>
<p:tagLst xmlns:a="http://schemas.openxmlformats.org/drawingml/2006/main" xmlns:r="http://schemas.openxmlformats.org/officeDocument/2006/relationships" xmlns:p="http://schemas.openxmlformats.org/presentationml/2006/main">
  <p:tag name="NUM" val="1"/>
</p:tagLst>
</file>

<file path=ppt/tags/tag219.xml><?xml version="1.0" encoding="utf-8"?>
<p:tagLst xmlns:a="http://schemas.openxmlformats.org/drawingml/2006/main" xmlns:r="http://schemas.openxmlformats.org/officeDocument/2006/relationships" xmlns:p="http://schemas.openxmlformats.org/presentationml/2006/main">
  <p:tag name="NUM" val="2"/>
</p:tagLst>
</file>

<file path=ppt/tags/tag220.xml><?xml version="1.0" encoding="utf-8"?>
<p:tagLst xmlns:a="http://schemas.openxmlformats.org/drawingml/2006/main" xmlns:r="http://schemas.openxmlformats.org/officeDocument/2006/relationships" xmlns:p="http://schemas.openxmlformats.org/presentationml/2006/main">
  <p:tag name="NUM" val="3"/>
</p:tagLst>
</file>

<file path=ppt/tags/tag221.xml><?xml version="1.0" encoding="utf-8"?>
<p:tagLst xmlns:a="http://schemas.openxmlformats.org/drawingml/2006/main" xmlns:r="http://schemas.openxmlformats.org/officeDocument/2006/relationships" xmlns:p="http://schemas.openxmlformats.org/presentationml/2006/main">
  <p:tag name="NUM" val="4"/>
</p:tagLst>
</file>

<file path=ppt/tags/tag222.xml><?xml version="1.0" encoding="utf-8"?>
<p:tagLst xmlns:a="http://schemas.openxmlformats.org/drawingml/2006/main" xmlns:r="http://schemas.openxmlformats.org/officeDocument/2006/relationships" xmlns:p="http://schemas.openxmlformats.org/presentationml/2006/main">
  <p:tag name="NUM" val="1"/>
</p:tagLst>
</file>

<file path=ppt/tags/tag223.xml><?xml version="1.0" encoding="utf-8"?>
<p:tagLst xmlns:a="http://schemas.openxmlformats.org/drawingml/2006/main" xmlns:r="http://schemas.openxmlformats.org/officeDocument/2006/relationships" xmlns:p="http://schemas.openxmlformats.org/presentationml/2006/main">
  <p:tag name="NUM" val="2"/>
</p:tagLst>
</file>

<file path=ppt/tags/tag224.xml><?xml version="1.0" encoding="utf-8"?>
<p:tagLst xmlns:a="http://schemas.openxmlformats.org/drawingml/2006/main" xmlns:r="http://schemas.openxmlformats.org/officeDocument/2006/relationships" xmlns:p="http://schemas.openxmlformats.org/presentationml/2006/main">
  <p:tag name="NUM" val="3"/>
</p:tagLst>
</file>

<file path=ppt/tags/tag225.xml><?xml version="1.0" encoding="utf-8"?>
<p:tagLst xmlns:a="http://schemas.openxmlformats.org/drawingml/2006/main" xmlns:r="http://schemas.openxmlformats.org/officeDocument/2006/relationships" xmlns:p="http://schemas.openxmlformats.org/presentationml/2006/main">
  <p:tag name="NUM" val="1"/>
</p:tagLst>
</file>

<file path=ppt/tags/tag226.xml><?xml version="1.0" encoding="utf-8"?>
<p:tagLst xmlns:a="http://schemas.openxmlformats.org/drawingml/2006/main" xmlns:r="http://schemas.openxmlformats.org/officeDocument/2006/relationships" xmlns:p="http://schemas.openxmlformats.org/presentationml/2006/main">
  <p:tag name="NUM" val="2"/>
</p:tagLst>
</file>

<file path=ppt/tags/tag227.xml><?xml version="1.0" encoding="utf-8"?>
<p:tagLst xmlns:a="http://schemas.openxmlformats.org/drawingml/2006/main" xmlns:r="http://schemas.openxmlformats.org/officeDocument/2006/relationships" xmlns:p="http://schemas.openxmlformats.org/presentationml/2006/main">
  <p:tag name="NUM" val="3"/>
</p:tagLst>
</file>

<file path=ppt/tags/tag228.xml><?xml version="1.0" encoding="utf-8"?>
<p:tagLst xmlns:a="http://schemas.openxmlformats.org/drawingml/2006/main" xmlns:r="http://schemas.openxmlformats.org/officeDocument/2006/relationships" xmlns:p="http://schemas.openxmlformats.org/presentationml/2006/main">
  <p:tag name="NUM" val="4"/>
</p:tagLst>
</file>

<file path=ppt/tags/tag229.xml><?xml version="1.0" encoding="utf-8"?>
<p:tagLst xmlns:a="http://schemas.openxmlformats.org/drawingml/2006/main" xmlns:r="http://schemas.openxmlformats.org/officeDocument/2006/relationships" xmlns:p="http://schemas.openxmlformats.org/presentationml/2006/main">
  <p:tag name="NUM" val="1"/>
</p:tagLst>
</file>

<file path=ppt/tags/tag230.xml><?xml version="1.0" encoding="utf-8"?>
<p:tagLst xmlns:a="http://schemas.openxmlformats.org/drawingml/2006/main" xmlns:r="http://schemas.openxmlformats.org/officeDocument/2006/relationships" xmlns:p="http://schemas.openxmlformats.org/presentationml/2006/main">
  <p:tag name="NUM" val="2"/>
</p:tagLst>
</file>

<file path=ppt/tags/tag231.xml><?xml version="1.0" encoding="utf-8"?>
<p:tagLst xmlns:a="http://schemas.openxmlformats.org/drawingml/2006/main" xmlns:r="http://schemas.openxmlformats.org/officeDocument/2006/relationships" xmlns:p="http://schemas.openxmlformats.org/presentationml/2006/main">
  <p:tag name="NUM" val="3"/>
</p:tagLst>
</file>

<file path=ppt/tags/tag232.xml><?xml version="1.0" encoding="utf-8"?>
<p:tagLst xmlns:a="http://schemas.openxmlformats.org/drawingml/2006/main" xmlns:r="http://schemas.openxmlformats.org/officeDocument/2006/relationships" xmlns:p="http://schemas.openxmlformats.org/presentationml/2006/main">
  <p:tag name="NUM" val="1"/>
</p:tagLst>
</file>

<file path=ppt/tags/tag233.xml><?xml version="1.0" encoding="utf-8"?>
<p:tagLst xmlns:a="http://schemas.openxmlformats.org/drawingml/2006/main" xmlns:r="http://schemas.openxmlformats.org/officeDocument/2006/relationships" xmlns:p="http://schemas.openxmlformats.org/presentationml/2006/main">
  <p:tag name="NUM" val="2"/>
</p:tagLst>
</file>

<file path=ppt/tags/tag234.xml><?xml version="1.0" encoding="utf-8"?>
<p:tagLst xmlns:a="http://schemas.openxmlformats.org/drawingml/2006/main" xmlns:r="http://schemas.openxmlformats.org/officeDocument/2006/relationships" xmlns:p="http://schemas.openxmlformats.org/presentationml/2006/main">
  <p:tag name="NUM" val="3"/>
</p:tagLst>
</file>

<file path=ppt/tags/tag235.xml><?xml version="1.0" encoding="utf-8"?>
<p:tagLst xmlns:a="http://schemas.openxmlformats.org/drawingml/2006/main" xmlns:r="http://schemas.openxmlformats.org/officeDocument/2006/relationships" xmlns:p="http://schemas.openxmlformats.org/presentationml/2006/main">
  <p:tag name="NUM" val="1"/>
</p:tagLst>
</file>

<file path=ppt/tags/tag236.xml><?xml version="1.0" encoding="utf-8"?>
<p:tagLst xmlns:a="http://schemas.openxmlformats.org/drawingml/2006/main" xmlns:r="http://schemas.openxmlformats.org/officeDocument/2006/relationships" xmlns:p="http://schemas.openxmlformats.org/presentationml/2006/main">
  <p:tag name="NUM" val="2"/>
</p:tagLst>
</file>

<file path=ppt/tags/tag237.xml><?xml version="1.0" encoding="utf-8"?>
<p:tagLst xmlns:a="http://schemas.openxmlformats.org/drawingml/2006/main" xmlns:r="http://schemas.openxmlformats.org/officeDocument/2006/relationships" xmlns:p="http://schemas.openxmlformats.org/presentationml/2006/main">
  <p:tag name="NUM" val="3"/>
</p:tagLst>
</file>

<file path=ppt/tags/tag238.xml><?xml version="1.0" encoding="utf-8"?>
<p:tagLst xmlns:a="http://schemas.openxmlformats.org/drawingml/2006/main" xmlns:r="http://schemas.openxmlformats.org/officeDocument/2006/relationships" xmlns:p="http://schemas.openxmlformats.org/presentationml/2006/main">
  <p:tag name="NUM" val="1"/>
</p:tagLst>
</file>

<file path=ppt/tags/tag239.xml><?xml version="1.0" encoding="utf-8"?>
<p:tagLst xmlns:a="http://schemas.openxmlformats.org/drawingml/2006/main" xmlns:r="http://schemas.openxmlformats.org/officeDocument/2006/relationships" xmlns:p="http://schemas.openxmlformats.org/presentationml/2006/main">
  <p:tag name="NUM" val="2"/>
</p:tagLst>
</file>

<file path=ppt/tags/tag240.xml><?xml version="1.0" encoding="utf-8"?>
<p:tagLst xmlns:a="http://schemas.openxmlformats.org/drawingml/2006/main" xmlns:r="http://schemas.openxmlformats.org/officeDocument/2006/relationships" xmlns:p="http://schemas.openxmlformats.org/presentationml/2006/main">
  <p:tag name="NUM" val="3"/>
</p:tagLst>
</file>

<file path=ppt/tags/tag241.xml><?xml version="1.0" encoding="utf-8"?>
<p:tagLst xmlns:a="http://schemas.openxmlformats.org/drawingml/2006/main" xmlns:r="http://schemas.openxmlformats.org/officeDocument/2006/relationships" xmlns:p="http://schemas.openxmlformats.org/presentationml/2006/main">
  <p:tag name="NUM" val="1"/>
</p:tagLst>
</file>

<file path=ppt/tags/tag242.xml><?xml version="1.0" encoding="utf-8"?>
<p:tagLst xmlns:a="http://schemas.openxmlformats.org/drawingml/2006/main" xmlns:r="http://schemas.openxmlformats.org/officeDocument/2006/relationships" xmlns:p="http://schemas.openxmlformats.org/presentationml/2006/main">
  <p:tag name="NUM" val="2"/>
</p:tagLst>
</file>

<file path=ppt/tags/tag243.xml><?xml version="1.0" encoding="utf-8"?>
<p:tagLst xmlns:a="http://schemas.openxmlformats.org/drawingml/2006/main" xmlns:r="http://schemas.openxmlformats.org/officeDocument/2006/relationships" xmlns:p="http://schemas.openxmlformats.org/presentationml/2006/main">
  <p:tag name="NUM" val="3"/>
</p:tagLst>
</file>

<file path=ppt/tags/tag244.xml><?xml version="1.0" encoding="utf-8"?>
<p:tagLst xmlns:a="http://schemas.openxmlformats.org/drawingml/2006/main" xmlns:r="http://schemas.openxmlformats.org/officeDocument/2006/relationships" xmlns:p="http://schemas.openxmlformats.org/presentationml/2006/main">
  <p:tag name="NUM" val="4"/>
</p:tagLst>
</file>

<file path=ppt/tags/tag245.xml><?xml version="1.0" encoding="utf-8"?>
<p:tagLst xmlns:a="http://schemas.openxmlformats.org/drawingml/2006/main" xmlns:r="http://schemas.openxmlformats.org/officeDocument/2006/relationships" xmlns:p="http://schemas.openxmlformats.org/presentationml/2006/main">
  <p:tag name="NUM" val="1"/>
</p:tagLst>
</file>

<file path=ppt/tags/tag246.xml><?xml version="1.0" encoding="utf-8"?>
<p:tagLst xmlns:a="http://schemas.openxmlformats.org/drawingml/2006/main" xmlns:r="http://schemas.openxmlformats.org/officeDocument/2006/relationships" xmlns:p="http://schemas.openxmlformats.org/presentationml/2006/main">
  <p:tag name="NUM" val="2"/>
</p:tagLst>
</file>

<file path=ppt/tags/tag247.xml><?xml version="1.0" encoding="utf-8"?>
<p:tagLst xmlns:a="http://schemas.openxmlformats.org/drawingml/2006/main" xmlns:r="http://schemas.openxmlformats.org/officeDocument/2006/relationships" xmlns:p="http://schemas.openxmlformats.org/presentationml/2006/main">
  <p:tag name="NUM" val="3"/>
</p:tagLst>
</file>

<file path=ppt/tags/tag248.xml><?xml version="1.0" encoding="utf-8"?>
<p:tagLst xmlns:a="http://schemas.openxmlformats.org/drawingml/2006/main" xmlns:r="http://schemas.openxmlformats.org/officeDocument/2006/relationships" xmlns:p="http://schemas.openxmlformats.org/presentationml/2006/main">
  <p:tag name="NUM" val="1"/>
</p:tagLst>
</file>

<file path=ppt/tags/tag249.xml><?xml version="1.0" encoding="utf-8"?>
<p:tagLst xmlns:a="http://schemas.openxmlformats.org/drawingml/2006/main" xmlns:r="http://schemas.openxmlformats.org/officeDocument/2006/relationships" xmlns:p="http://schemas.openxmlformats.org/presentationml/2006/main">
  <p:tag name="NUM" val="2"/>
</p:tagLst>
</file>

<file path=ppt/tags/tag250.xml><?xml version="1.0" encoding="utf-8"?>
<p:tagLst xmlns:a="http://schemas.openxmlformats.org/drawingml/2006/main" xmlns:r="http://schemas.openxmlformats.org/officeDocument/2006/relationships" xmlns:p="http://schemas.openxmlformats.org/presentationml/2006/main">
  <p:tag name="NUM" val="3"/>
</p:tagLst>
</file>

<file path=ppt/tags/tag251.xml><?xml version="1.0" encoding="utf-8"?>
<p:tagLst xmlns:a="http://schemas.openxmlformats.org/drawingml/2006/main" xmlns:r="http://schemas.openxmlformats.org/officeDocument/2006/relationships" xmlns:p="http://schemas.openxmlformats.org/presentationml/2006/main">
  <p:tag name="NUM" val="1"/>
</p:tagLst>
</file>

<file path=ppt/tags/tag252.xml><?xml version="1.0" encoding="utf-8"?>
<p:tagLst xmlns:a="http://schemas.openxmlformats.org/drawingml/2006/main" xmlns:r="http://schemas.openxmlformats.org/officeDocument/2006/relationships" xmlns:p="http://schemas.openxmlformats.org/presentationml/2006/main">
  <p:tag name="NUM" val="2"/>
</p:tagLst>
</file>

<file path=ppt/tags/tag253.xml><?xml version="1.0" encoding="utf-8"?>
<p:tagLst xmlns:a="http://schemas.openxmlformats.org/drawingml/2006/main" xmlns:r="http://schemas.openxmlformats.org/officeDocument/2006/relationships" xmlns:p="http://schemas.openxmlformats.org/presentationml/2006/main">
  <p:tag name="NUM" val="3"/>
</p:tagLst>
</file>

<file path=ppt/tags/tag254.xml><?xml version="1.0" encoding="utf-8"?>
<p:tagLst xmlns:a="http://schemas.openxmlformats.org/drawingml/2006/main" xmlns:r="http://schemas.openxmlformats.org/officeDocument/2006/relationships" xmlns:p="http://schemas.openxmlformats.org/presentationml/2006/main">
  <p:tag name="NUM" val="4"/>
</p:tagLst>
</file>

<file path=ppt/tags/tag255.xml><?xml version="1.0" encoding="utf-8"?>
<p:tagLst xmlns:a="http://schemas.openxmlformats.org/drawingml/2006/main" xmlns:r="http://schemas.openxmlformats.org/officeDocument/2006/relationships" xmlns:p="http://schemas.openxmlformats.org/presentationml/2006/main">
  <p:tag name="NUM" val="1"/>
</p:tagLst>
</file>

<file path=ppt/tags/tag256.xml><?xml version="1.0" encoding="utf-8"?>
<p:tagLst xmlns:a="http://schemas.openxmlformats.org/drawingml/2006/main" xmlns:r="http://schemas.openxmlformats.org/officeDocument/2006/relationships" xmlns:p="http://schemas.openxmlformats.org/presentationml/2006/main">
  <p:tag name="NUM" val="2"/>
</p:tagLst>
</file>

<file path=ppt/tags/tag257.xml><?xml version="1.0" encoding="utf-8"?>
<p:tagLst xmlns:a="http://schemas.openxmlformats.org/drawingml/2006/main" xmlns:r="http://schemas.openxmlformats.org/officeDocument/2006/relationships" xmlns:p="http://schemas.openxmlformats.org/presentationml/2006/main">
  <p:tag name="NUM" val="3"/>
</p:tagLst>
</file>

<file path=ppt/tags/tag258.xml><?xml version="1.0" encoding="utf-8"?>
<p:tagLst xmlns:a="http://schemas.openxmlformats.org/drawingml/2006/main" xmlns:r="http://schemas.openxmlformats.org/officeDocument/2006/relationships" xmlns:p="http://schemas.openxmlformats.org/presentationml/2006/main">
  <p:tag name="NUM" val="4"/>
</p:tagLst>
</file>

<file path=ppt/tags/tag259.xml><?xml version="1.0" encoding="utf-8"?>
<p:tagLst xmlns:a="http://schemas.openxmlformats.org/drawingml/2006/main" xmlns:r="http://schemas.openxmlformats.org/officeDocument/2006/relationships" xmlns:p="http://schemas.openxmlformats.org/presentationml/2006/main">
  <p:tag name="NUM" val="1"/>
</p:tagLst>
</file>

<file path=ppt/tags/tag260.xml><?xml version="1.0" encoding="utf-8"?>
<p:tagLst xmlns:a="http://schemas.openxmlformats.org/drawingml/2006/main" xmlns:r="http://schemas.openxmlformats.org/officeDocument/2006/relationships" xmlns:p="http://schemas.openxmlformats.org/presentationml/2006/main">
  <p:tag name="NUM" val="2"/>
</p:tagLst>
</file>

<file path=ppt/tags/tag261.xml><?xml version="1.0" encoding="utf-8"?>
<p:tagLst xmlns:a="http://schemas.openxmlformats.org/drawingml/2006/main" xmlns:r="http://schemas.openxmlformats.org/officeDocument/2006/relationships" xmlns:p="http://schemas.openxmlformats.org/presentationml/2006/main">
  <p:tag name="NUM" val="3"/>
</p:tagLst>
</file>

<file path=ppt/tags/tag262.xml><?xml version="1.0" encoding="utf-8"?>
<p:tagLst xmlns:a="http://schemas.openxmlformats.org/drawingml/2006/main" xmlns:r="http://schemas.openxmlformats.org/officeDocument/2006/relationships" xmlns:p="http://schemas.openxmlformats.org/presentationml/2006/main">
  <p:tag name="NUM" val="1"/>
</p:tagLst>
</file>

<file path=ppt/tags/tag263.xml><?xml version="1.0" encoding="utf-8"?>
<p:tagLst xmlns:a="http://schemas.openxmlformats.org/drawingml/2006/main" xmlns:r="http://schemas.openxmlformats.org/officeDocument/2006/relationships" xmlns:p="http://schemas.openxmlformats.org/presentationml/2006/main">
  <p:tag name="NUM" val="2"/>
</p:tagLst>
</file>

<file path=ppt/tags/tag264.xml><?xml version="1.0" encoding="utf-8"?>
<p:tagLst xmlns:a="http://schemas.openxmlformats.org/drawingml/2006/main" xmlns:r="http://schemas.openxmlformats.org/officeDocument/2006/relationships" xmlns:p="http://schemas.openxmlformats.org/presentationml/2006/main">
  <p:tag name="NUM" val="3"/>
</p:tagLst>
</file>

<file path=ppt/tags/tag265.xml><?xml version="1.0" encoding="utf-8"?>
<p:tagLst xmlns:a="http://schemas.openxmlformats.org/drawingml/2006/main" xmlns:r="http://schemas.openxmlformats.org/officeDocument/2006/relationships" xmlns:p="http://schemas.openxmlformats.org/presentationml/2006/main">
  <p:tag name="NUM" val="4"/>
</p:tagLst>
</file>

<file path=ppt/tags/tag266.xml><?xml version="1.0" encoding="utf-8"?>
<p:tagLst xmlns:a="http://schemas.openxmlformats.org/drawingml/2006/main" xmlns:r="http://schemas.openxmlformats.org/officeDocument/2006/relationships" xmlns:p="http://schemas.openxmlformats.org/presentationml/2006/main">
  <p:tag name="NUM" val="1"/>
</p:tagLst>
</file>

<file path=ppt/tags/tag267.xml><?xml version="1.0" encoding="utf-8"?>
<p:tagLst xmlns:a="http://schemas.openxmlformats.org/drawingml/2006/main" xmlns:r="http://schemas.openxmlformats.org/officeDocument/2006/relationships" xmlns:p="http://schemas.openxmlformats.org/presentationml/2006/main">
  <p:tag name="NUM" val="2"/>
</p:tagLst>
</file>

<file path=ppt/tags/tag268.xml><?xml version="1.0" encoding="utf-8"?>
<p:tagLst xmlns:a="http://schemas.openxmlformats.org/drawingml/2006/main" xmlns:r="http://schemas.openxmlformats.org/officeDocument/2006/relationships" xmlns:p="http://schemas.openxmlformats.org/presentationml/2006/main">
  <p:tag name="NUM" val="1"/>
</p:tagLst>
</file>

<file path=ppt/tags/tag269.xml><?xml version="1.0" encoding="utf-8"?>
<p:tagLst xmlns:a="http://schemas.openxmlformats.org/drawingml/2006/main" xmlns:r="http://schemas.openxmlformats.org/officeDocument/2006/relationships" xmlns:p="http://schemas.openxmlformats.org/presentationml/2006/main">
  <p:tag name="NUM" val="2"/>
</p:tagLst>
</file>

<file path=ppt/tags/tag270.xml><?xml version="1.0" encoding="utf-8"?>
<p:tagLst xmlns:a="http://schemas.openxmlformats.org/drawingml/2006/main" xmlns:r="http://schemas.openxmlformats.org/officeDocument/2006/relationships" xmlns:p="http://schemas.openxmlformats.org/presentationml/2006/main">
  <p:tag name="NUM" val="3"/>
</p:tagLst>
</file>

<file path=ppt/tags/tag271.xml><?xml version="1.0" encoding="utf-8"?>
<p:tagLst xmlns:a="http://schemas.openxmlformats.org/drawingml/2006/main" xmlns:r="http://schemas.openxmlformats.org/officeDocument/2006/relationships" xmlns:p="http://schemas.openxmlformats.org/presentationml/2006/main">
  <p:tag name="NUM" val="4"/>
</p:tagLst>
</file>

<file path=ppt/tags/tag272.xml><?xml version="1.0" encoding="utf-8"?>
<p:tagLst xmlns:a="http://schemas.openxmlformats.org/drawingml/2006/main" xmlns:r="http://schemas.openxmlformats.org/officeDocument/2006/relationships" xmlns:p="http://schemas.openxmlformats.org/presentationml/2006/main">
  <p:tag name="NUM" val="5"/>
</p:tagLst>
</file>

<file path=ppt/tags/tag273.xml><?xml version="1.0" encoding="utf-8"?>
<p:tagLst xmlns:a="http://schemas.openxmlformats.org/drawingml/2006/main" xmlns:r="http://schemas.openxmlformats.org/officeDocument/2006/relationships" xmlns:p="http://schemas.openxmlformats.org/presentationml/2006/main">
  <p:tag name="NUM" val="6"/>
</p:tagLst>
</file>

<file path=ppt/tags/tag274.xml><?xml version="1.0" encoding="utf-8"?>
<p:tagLst xmlns:a="http://schemas.openxmlformats.org/drawingml/2006/main" xmlns:r="http://schemas.openxmlformats.org/officeDocument/2006/relationships" xmlns:p="http://schemas.openxmlformats.org/presentationml/2006/main">
  <p:tag name="NUM" val="7"/>
</p:tagLst>
</file>

<file path=ppt/tags/tag275.xml><?xml version="1.0" encoding="utf-8"?>
<p:tagLst xmlns:a="http://schemas.openxmlformats.org/drawingml/2006/main" xmlns:r="http://schemas.openxmlformats.org/officeDocument/2006/relationships" xmlns:p="http://schemas.openxmlformats.org/presentationml/2006/main">
  <p:tag name="NUM" val="8"/>
</p:tagLst>
</file>

<file path=ppt/tags/tag276.xml><?xml version="1.0" encoding="utf-8"?>
<p:tagLst xmlns:a="http://schemas.openxmlformats.org/drawingml/2006/main" xmlns:r="http://schemas.openxmlformats.org/officeDocument/2006/relationships" xmlns:p="http://schemas.openxmlformats.org/presentationml/2006/main">
  <p:tag name="NUM" val="9"/>
</p:tagLst>
</file>

<file path=ppt/tags/tag277.xml><?xml version="1.0" encoding="utf-8"?>
<p:tagLst xmlns:a="http://schemas.openxmlformats.org/drawingml/2006/main" xmlns:r="http://schemas.openxmlformats.org/officeDocument/2006/relationships" xmlns:p="http://schemas.openxmlformats.org/presentationml/2006/main">
  <p:tag name="NUM" val="10"/>
</p:tagLst>
</file>

<file path=ppt/tags/tag278.xml><?xml version="1.0" encoding="utf-8"?>
<p:tagLst xmlns:a="http://schemas.openxmlformats.org/drawingml/2006/main" xmlns:r="http://schemas.openxmlformats.org/officeDocument/2006/relationships" xmlns:p="http://schemas.openxmlformats.org/presentationml/2006/main">
  <p:tag name="NUM" val="11"/>
</p:tagLst>
</file>

<file path=ppt/tags/tag279.xml><?xml version="1.0" encoding="utf-8"?>
<p:tagLst xmlns:a="http://schemas.openxmlformats.org/drawingml/2006/main" xmlns:r="http://schemas.openxmlformats.org/officeDocument/2006/relationships" xmlns:p="http://schemas.openxmlformats.org/presentationml/2006/main">
  <p:tag name="NUM" val="12"/>
</p:tagLst>
</file>

<file path=ppt/tags/tag280.xml><?xml version="1.0" encoding="utf-8"?>
<p:tagLst xmlns:a="http://schemas.openxmlformats.org/drawingml/2006/main" xmlns:r="http://schemas.openxmlformats.org/officeDocument/2006/relationships" xmlns:p="http://schemas.openxmlformats.org/presentationml/2006/main">
  <p:tag name="NUM" val="13"/>
</p:tagLst>
</file>

<file path=ppt/tags/tag281.xml><?xml version="1.0" encoding="utf-8"?>
<p:tagLst xmlns:a="http://schemas.openxmlformats.org/drawingml/2006/main" xmlns:r="http://schemas.openxmlformats.org/officeDocument/2006/relationships" xmlns:p="http://schemas.openxmlformats.org/presentationml/2006/main">
  <p:tag name="NUM" val="14"/>
</p:tagLst>
</file>

<file path=ppt/tags/tag282.xml><?xml version="1.0" encoding="utf-8"?>
<p:tagLst xmlns:a="http://schemas.openxmlformats.org/drawingml/2006/main" xmlns:r="http://schemas.openxmlformats.org/officeDocument/2006/relationships" xmlns:p="http://schemas.openxmlformats.org/presentationml/2006/main">
  <p:tag name="NUM" val="15"/>
</p:tagLst>
</file>

<file path=ppt/tags/tag283.xml><?xml version="1.0" encoding="utf-8"?>
<p:tagLst xmlns:a="http://schemas.openxmlformats.org/drawingml/2006/main" xmlns:r="http://schemas.openxmlformats.org/officeDocument/2006/relationships" xmlns:p="http://schemas.openxmlformats.org/presentationml/2006/main">
  <p:tag name="NUM" val="16"/>
</p:tagLst>
</file>

<file path=ppt/tags/tag284.xml><?xml version="1.0" encoding="utf-8"?>
<p:tagLst xmlns:a="http://schemas.openxmlformats.org/drawingml/2006/main" xmlns:r="http://schemas.openxmlformats.org/officeDocument/2006/relationships" xmlns:p="http://schemas.openxmlformats.org/presentationml/2006/main">
  <p:tag name="NUM" val="1"/>
</p:tagLst>
</file>

<file path=ppt/tags/tag285.xml><?xml version="1.0" encoding="utf-8"?>
<p:tagLst xmlns:a="http://schemas.openxmlformats.org/drawingml/2006/main" xmlns:r="http://schemas.openxmlformats.org/officeDocument/2006/relationships" xmlns:p="http://schemas.openxmlformats.org/presentationml/2006/main">
  <p:tag name="NUM" val="2"/>
</p:tagLst>
</file>

<file path=ppt/tags/tag286.xml><?xml version="1.0" encoding="utf-8"?>
<p:tagLst xmlns:a="http://schemas.openxmlformats.org/drawingml/2006/main" xmlns:r="http://schemas.openxmlformats.org/officeDocument/2006/relationships" xmlns:p="http://schemas.openxmlformats.org/presentationml/2006/main">
  <p:tag name="NUM" val="1"/>
</p:tagLst>
</file>

<file path=ppt/tags/tag287.xml><?xml version="1.0" encoding="utf-8"?>
<p:tagLst xmlns:a="http://schemas.openxmlformats.org/drawingml/2006/main" xmlns:r="http://schemas.openxmlformats.org/officeDocument/2006/relationships" xmlns:p="http://schemas.openxmlformats.org/presentationml/2006/main">
  <p:tag name="NUM" val="2"/>
</p:tagLst>
</file>

<file path=ppt/tags/tag288.xml><?xml version="1.0" encoding="utf-8"?>
<p:tagLst xmlns:a="http://schemas.openxmlformats.org/drawingml/2006/main" xmlns:r="http://schemas.openxmlformats.org/officeDocument/2006/relationships" xmlns:p="http://schemas.openxmlformats.org/presentationml/2006/main">
  <p:tag name="NUM" val="1"/>
</p:tagLst>
</file>

<file path=ppt/tags/tag289.xml><?xml version="1.0" encoding="utf-8"?>
<p:tagLst xmlns:a="http://schemas.openxmlformats.org/drawingml/2006/main" xmlns:r="http://schemas.openxmlformats.org/officeDocument/2006/relationships" xmlns:p="http://schemas.openxmlformats.org/presentationml/2006/main">
  <p:tag name="NUM" val="2"/>
</p:tagLst>
</file>

<file path=ppt/tags/tag290.xml><?xml version="1.0" encoding="utf-8"?>
<p:tagLst xmlns:a="http://schemas.openxmlformats.org/drawingml/2006/main" xmlns:r="http://schemas.openxmlformats.org/officeDocument/2006/relationships" xmlns:p="http://schemas.openxmlformats.org/presentationml/2006/main">
  <p:tag name="NUM" val="3"/>
</p:tagLst>
</file>

<file path=ppt/tags/tag291.xml><?xml version="1.0" encoding="utf-8"?>
<p:tagLst xmlns:a="http://schemas.openxmlformats.org/drawingml/2006/main" xmlns:r="http://schemas.openxmlformats.org/officeDocument/2006/relationships" xmlns:p="http://schemas.openxmlformats.org/presentationml/2006/main">
  <p:tag name="NUM" val="1"/>
</p:tagLst>
</file>

<file path=ppt/tags/tag292.xml><?xml version="1.0" encoding="utf-8"?>
<p:tagLst xmlns:a="http://schemas.openxmlformats.org/drawingml/2006/main" xmlns:r="http://schemas.openxmlformats.org/officeDocument/2006/relationships" xmlns:p="http://schemas.openxmlformats.org/presentationml/2006/main">
  <p:tag name="NUM" val="2"/>
</p:tagLst>
</file>

<file path=ppt/tags/tag293.xml><?xml version="1.0" encoding="utf-8"?>
<p:tagLst xmlns:a="http://schemas.openxmlformats.org/drawingml/2006/main" xmlns:r="http://schemas.openxmlformats.org/officeDocument/2006/relationships" xmlns:p="http://schemas.openxmlformats.org/presentationml/2006/main">
  <p:tag name="NUM" val="3"/>
</p:tagLst>
</file>

<file path=ppt/tags/tag294.xml><?xml version="1.0" encoding="utf-8"?>
<p:tagLst xmlns:a="http://schemas.openxmlformats.org/drawingml/2006/main" xmlns:r="http://schemas.openxmlformats.org/officeDocument/2006/relationships" xmlns:p="http://schemas.openxmlformats.org/presentationml/2006/main">
  <p:tag name="NUM" val="1"/>
</p:tagLst>
</file>

<file path=ppt/tags/tag295.xml><?xml version="1.0" encoding="utf-8"?>
<p:tagLst xmlns:a="http://schemas.openxmlformats.org/drawingml/2006/main" xmlns:r="http://schemas.openxmlformats.org/officeDocument/2006/relationships" xmlns:p="http://schemas.openxmlformats.org/presentationml/2006/main">
  <p:tag name="NUM" val="2"/>
</p:tagLst>
</file>

<file path=ppt/tags/tag296.xml><?xml version="1.0" encoding="utf-8"?>
<p:tagLst xmlns:a="http://schemas.openxmlformats.org/drawingml/2006/main" xmlns:r="http://schemas.openxmlformats.org/officeDocument/2006/relationships" xmlns:p="http://schemas.openxmlformats.org/presentationml/2006/main">
  <p:tag name="NUM" val="1"/>
</p:tagLst>
</file>

<file path=ppt/tags/tag297.xml><?xml version="1.0" encoding="utf-8"?>
<p:tagLst xmlns:a="http://schemas.openxmlformats.org/drawingml/2006/main" xmlns:r="http://schemas.openxmlformats.org/officeDocument/2006/relationships" xmlns:p="http://schemas.openxmlformats.org/presentationml/2006/main">
  <p:tag name="NUM" val="2"/>
</p:tagLst>
</file>

<file path=ppt/tags/tag298.xml><?xml version="1.0" encoding="utf-8"?>
<p:tagLst xmlns:a="http://schemas.openxmlformats.org/drawingml/2006/main" xmlns:r="http://schemas.openxmlformats.org/officeDocument/2006/relationships" xmlns:p="http://schemas.openxmlformats.org/presentationml/2006/main">
  <p:tag name="NUM" val="3"/>
</p:tagLst>
</file>

<file path=ppt/tags/tag299.xml><?xml version="1.0" encoding="utf-8"?>
<p:tagLst xmlns:a="http://schemas.openxmlformats.org/drawingml/2006/main" xmlns:r="http://schemas.openxmlformats.org/officeDocument/2006/relationships" xmlns:p="http://schemas.openxmlformats.org/presentationml/2006/main">
  <p:tag name="NUM" val="4"/>
</p:tagLst>
</file>

<file path=ppt/tags/tag300.xml><?xml version="1.0" encoding="utf-8"?>
<p:tagLst xmlns:a="http://schemas.openxmlformats.org/drawingml/2006/main" xmlns:r="http://schemas.openxmlformats.org/officeDocument/2006/relationships" xmlns:p="http://schemas.openxmlformats.org/presentationml/2006/main">
  <p:tag name="NUM" val="5"/>
</p:tagLst>
</file>

<file path=ppt/tags/tag301.xml><?xml version="1.0" encoding="utf-8"?>
<p:tagLst xmlns:a="http://schemas.openxmlformats.org/drawingml/2006/main" xmlns:r="http://schemas.openxmlformats.org/officeDocument/2006/relationships" xmlns:p="http://schemas.openxmlformats.org/presentationml/2006/main">
  <p:tag name="NUM" val="6"/>
</p:tagLst>
</file>

<file path=ppt/tags/tag302.xml><?xml version="1.0" encoding="utf-8"?>
<p:tagLst xmlns:a="http://schemas.openxmlformats.org/drawingml/2006/main" xmlns:r="http://schemas.openxmlformats.org/officeDocument/2006/relationships" xmlns:p="http://schemas.openxmlformats.org/presentationml/2006/main">
  <p:tag name="NUM" val="1"/>
</p:tagLst>
</file>

<file path=ppt/tags/tag303.xml><?xml version="1.0" encoding="utf-8"?>
<p:tagLst xmlns:a="http://schemas.openxmlformats.org/drawingml/2006/main" xmlns:r="http://schemas.openxmlformats.org/officeDocument/2006/relationships" xmlns:p="http://schemas.openxmlformats.org/presentationml/2006/main">
  <p:tag name="NUM" val="2"/>
</p:tagLst>
</file>

<file path=ppt/tags/tag304.xml><?xml version="1.0" encoding="utf-8"?>
<p:tagLst xmlns:a="http://schemas.openxmlformats.org/drawingml/2006/main" xmlns:r="http://schemas.openxmlformats.org/officeDocument/2006/relationships" xmlns:p="http://schemas.openxmlformats.org/presentationml/2006/main">
  <p:tag name="NUM" val="3"/>
</p:tagLst>
</file>

<file path=ppt/tags/tag305.xml><?xml version="1.0" encoding="utf-8"?>
<p:tagLst xmlns:a="http://schemas.openxmlformats.org/drawingml/2006/main" xmlns:r="http://schemas.openxmlformats.org/officeDocument/2006/relationships" xmlns:p="http://schemas.openxmlformats.org/presentationml/2006/main">
  <p:tag name="NUM" val="4"/>
</p:tagLst>
</file>

<file path=ppt/tags/tag306.xml><?xml version="1.0" encoding="utf-8"?>
<p:tagLst xmlns:a="http://schemas.openxmlformats.org/drawingml/2006/main" xmlns:r="http://schemas.openxmlformats.org/officeDocument/2006/relationships" xmlns:p="http://schemas.openxmlformats.org/presentationml/2006/main">
  <p:tag name="NUM" val="5"/>
</p:tagLst>
</file>

<file path=ppt/tags/tag307.xml><?xml version="1.0" encoding="utf-8"?>
<p:tagLst xmlns:a="http://schemas.openxmlformats.org/drawingml/2006/main" xmlns:r="http://schemas.openxmlformats.org/officeDocument/2006/relationships" xmlns:p="http://schemas.openxmlformats.org/presentationml/2006/main">
  <p:tag name="NUM" val="6"/>
</p:tagLst>
</file>

<file path=ppt/tags/tag308.xml><?xml version="1.0" encoding="utf-8"?>
<p:tagLst xmlns:a="http://schemas.openxmlformats.org/drawingml/2006/main" xmlns:r="http://schemas.openxmlformats.org/officeDocument/2006/relationships" xmlns:p="http://schemas.openxmlformats.org/presentationml/2006/main">
  <p:tag name="NUM" val="7"/>
</p:tagLst>
</file>

<file path=ppt/tags/tag309.xml><?xml version="1.0" encoding="utf-8"?>
<p:tagLst xmlns:a="http://schemas.openxmlformats.org/drawingml/2006/main" xmlns:r="http://schemas.openxmlformats.org/officeDocument/2006/relationships" xmlns:p="http://schemas.openxmlformats.org/presentationml/2006/main">
  <p:tag name="NUM" val="1"/>
</p:tagLst>
</file>

<file path=ppt/tags/tag310.xml><?xml version="1.0" encoding="utf-8"?>
<p:tagLst xmlns:a="http://schemas.openxmlformats.org/drawingml/2006/main" xmlns:r="http://schemas.openxmlformats.org/officeDocument/2006/relationships" xmlns:p="http://schemas.openxmlformats.org/presentationml/2006/main">
  <p:tag name="NUM" val="2"/>
</p:tagLst>
</file>

<file path=ppt/tags/tag311.xml><?xml version="1.0" encoding="utf-8"?>
<p:tagLst xmlns:a="http://schemas.openxmlformats.org/drawingml/2006/main" xmlns:r="http://schemas.openxmlformats.org/officeDocument/2006/relationships" xmlns:p="http://schemas.openxmlformats.org/presentationml/2006/main">
  <p:tag name="NUM" val="3"/>
</p:tagLst>
</file>

<file path=ppt/tags/tag312.xml><?xml version="1.0" encoding="utf-8"?>
<p:tagLst xmlns:a="http://schemas.openxmlformats.org/drawingml/2006/main" xmlns:r="http://schemas.openxmlformats.org/officeDocument/2006/relationships" xmlns:p="http://schemas.openxmlformats.org/presentationml/2006/main">
  <p:tag name="NUM" val="4"/>
</p:tagLst>
</file>

<file path=ppt/tags/tag313.xml><?xml version="1.0" encoding="utf-8"?>
<p:tagLst xmlns:a="http://schemas.openxmlformats.org/drawingml/2006/main" xmlns:r="http://schemas.openxmlformats.org/officeDocument/2006/relationships" xmlns:p="http://schemas.openxmlformats.org/presentationml/2006/main">
  <p:tag name="NUM" val="5"/>
</p:tagLst>
</file>

<file path=ppt/tags/tag314.xml><?xml version="1.0" encoding="utf-8"?>
<p:tagLst xmlns:a="http://schemas.openxmlformats.org/drawingml/2006/main" xmlns:r="http://schemas.openxmlformats.org/officeDocument/2006/relationships" xmlns:p="http://schemas.openxmlformats.org/presentationml/2006/main">
  <p:tag name="NUM" val="6"/>
</p:tagLst>
</file>

<file path=ppt/tags/tag315.xml><?xml version="1.0" encoding="utf-8"?>
<p:tagLst xmlns:a="http://schemas.openxmlformats.org/drawingml/2006/main" xmlns:r="http://schemas.openxmlformats.org/officeDocument/2006/relationships" xmlns:p="http://schemas.openxmlformats.org/presentationml/2006/main">
  <p:tag name="NUM" val="1"/>
</p:tagLst>
</file>

<file path=ppt/tags/tag316.xml><?xml version="1.0" encoding="utf-8"?>
<p:tagLst xmlns:a="http://schemas.openxmlformats.org/drawingml/2006/main" xmlns:r="http://schemas.openxmlformats.org/officeDocument/2006/relationships" xmlns:p="http://schemas.openxmlformats.org/presentationml/2006/main">
  <p:tag name="NUM" val="2"/>
</p:tagLst>
</file>

<file path=ppt/tags/tag317.xml><?xml version="1.0" encoding="utf-8"?>
<p:tagLst xmlns:a="http://schemas.openxmlformats.org/drawingml/2006/main" xmlns:r="http://schemas.openxmlformats.org/officeDocument/2006/relationships" xmlns:p="http://schemas.openxmlformats.org/presentationml/2006/main">
  <p:tag name="NUM" val="1"/>
</p:tagLst>
</file>

<file path=ppt/tags/tag318.xml><?xml version="1.0" encoding="utf-8"?>
<p:tagLst xmlns:a="http://schemas.openxmlformats.org/drawingml/2006/main" xmlns:r="http://schemas.openxmlformats.org/officeDocument/2006/relationships" xmlns:p="http://schemas.openxmlformats.org/presentationml/2006/main">
  <p:tag name="NUM" val="2"/>
</p:tagLst>
</file>

<file path=ppt/tags/tag319.xml><?xml version="1.0" encoding="utf-8"?>
<p:tagLst xmlns:a="http://schemas.openxmlformats.org/drawingml/2006/main" xmlns:r="http://schemas.openxmlformats.org/officeDocument/2006/relationships" xmlns:p="http://schemas.openxmlformats.org/presentationml/2006/main">
  <p:tag name="NUM" val="3"/>
</p:tagLst>
</file>

<file path=ppt/tags/tag320.xml><?xml version="1.0" encoding="utf-8"?>
<p:tagLst xmlns:a="http://schemas.openxmlformats.org/drawingml/2006/main" xmlns:r="http://schemas.openxmlformats.org/officeDocument/2006/relationships" xmlns:p="http://schemas.openxmlformats.org/presentationml/2006/main">
  <p:tag name="NUM" val="4"/>
</p:tagLst>
</file>

<file path=ppt/tags/tag321.xml><?xml version="1.0" encoding="utf-8"?>
<p:tagLst xmlns:a="http://schemas.openxmlformats.org/drawingml/2006/main" xmlns:r="http://schemas.openxmlformats.org/officeDocument/2006/relationships" xmlns:p="http://schemas.openxmlformats.org/presentationml/2006/main">
  <p:tag name="NUM" val="5"/>
</p:tagLst>
</file>

<file path=ppt/tags/tag322.xml><?xml version="1.0" encoding="utf-8"?>
<p:tagLst xmlns:a="http://schemas.openxmlformats.org/drawingml/2006/main" xmlns:r="http://schemas.openxmlformats.org/officeDocument/2006/relationships" xmlns:p="http://schemas.openxmlformats.org/presentationml/2006/main">
  <p:tag name="NUM" val="1"/>
</p:tagLst>
</file>

<file path=ppt/tags/tag323.xml><?xml version="1.0" encoding="utf-8"?>
<p:tagLst xmlns:a="http://schemas.openxmlformats.org/drawingml/2006/main" xmlns:r="http://schemas.openxmlformats.org/officeDocument/2006/relationships" xmlns:p="http://schemas.openxmlformats.org/presentationml/2006/main">
  <p:tag name="NUM" val="2"/>
</p:tagLst>
</file>

<file path=ppt/tags/tag324.xml><?xml version="1.0" encoding="utf-8"?>
<p:tagLst xmlns:a="http://schemas.openxmlformats.org/drawingml/2006/main" xmlns:r="http://schemas.openxmlformats.org/officeDocument/2006/relationships" xmlns:p="http://schemas.openxmlformats.org/presentationml/2006/main">
  <p:tag name="NUM" val="3"/>
</p:tagLst>
</file>

<file path=ppt/tags/tag325.xml><?xml version="1.0" encoding="utf-8"?>
<p:tagLst xmlns:a="http://schemas.openxmlformats.org/drawingml/2006/main" xmlns:r="http://schemas.openxmlformats.org/officeDocument/2006/relationships" xmlns:p="http://schemas.openxmlformats.org/presentationml/2006/main">
  <p:tag name="NUM" val="4"/>
</p:tagLst>
</file>

<file path=ppt/tags/tag326.xml><?xml version="1.0" encoding="utf-8"?>
<p:tagLst xmlns:a="http://schemas.openxmlformats.org/drawingml/2006/main" xmlns:r="http://schemas.openxmlformats.org/officeDocument/2006/relationships" xmlns:p="http://schemas.openxmlformats.org/presentationml/2006/main">
  <p:tag name="NUM" val="5"/>
</p:tagLst>
</file>

<file path=ppt/tags/tag327.xml><?xml version="1.0" encoding="utf-8"?>
<p:tagLst xmlns:a="http://schemas.openxmlformats.org/drawingml/2006/main" xmlns:r="http://schemas.openxmlformats.org/officeDocument/2006/relationships" xmlns:p="http://schemas.openxmlformats.org/presentationml/2006/main">
  <p:tag name="NUM" val="6"/>
</p:tagLst>
</file>

<file path=ppt/tags/tag328.xml><?xml version="1.0" encoding="utf-8"?>
<p:tagLst xmlns:a="http://schemas.openxmlformats.org/drawingml/2006/main" xmlns:r="http://schemas.openxmlformats.org/officeDocument/2006/relationships" xmlns:p="http://schemas.openxmlformats.org/presentationml/2006/main">
  <p:tag name="NUM" val="7"/>
</p:tagLst>
</file>

<file path=ppt/tags/tag329.xml><?xml version="1.0" encoding="utf-8"?>
<p:tagLst xmlns:a="http://schemas.openxmlformats.org/drawingml/2006/main" xmlns:r="http://schemas.openxmlformats.org/officeDocument/2006/relationships" xmlns:p="http://schemas.openxmlformats.org/presentationml/2006/main">
  <p:tag name="NUM" val="8"/>
</p:tagLst>
</file>

<file path=ppt/tags/tag330.xml><?xml version="1.0" encoding="utf-8"?>
<p:tagLst xmlns:a="http://schemas.openxmlformats.org/drawingml/2006/main" xmlns:r="http://schemas.openxmlformats.org/officeDocument/2006/relationships" xmlns:p="http://schemas.openxmlformats.org/presentationml/2006/main">
  <p:tag name="NUM" val="1"/>
</p:tagLst>
</file>

<file path=ppt/tags/tag331.xml><?xml version="1.0" encoding="utf-8"?>
<p:tagLst xmlns:a="http://schemas.openxmlformats.org/drawingml/2006/main" xmlns:r="http://schemas.openxmlformats.org/officeDocument/2006/relationships" xmlns:p="http://schemas.openxmlformats.org/presentationml/2006/main">
  <p:tag name="NUM" val="2"/>
</p:tagLst>
</file>

<file path=ppt/tags/tag332.xml><?xml version="1.0" encoding="utf-8"?>
<p:tagLst xmlns:a="http://schemas.openxmlformats.org/drawingml/2006/main" xmlns:r="http://schemas.openxmlformats.org/officeDocument/2006/relationships" xmlns:p="http://schemas.openxmlformats.org/presentationml/2006/main">
  <p:tag name="NUM" val="3"/>
</p:tagLst>
</file>

<file path=ppt/tags/tag333.xml><?xml version="1.0" encoding="utf-8"?>
<p:tagLst xmlns:a="http://schemas.openxmlformats.org/drawingml/2006/main" xmlns:r="http://schemas.openxmlformats.org/officeDocument/2006/relationships" xmlns:p="http://schemas.openxmlformats.org/presentationml/2006/main">
  <p:tag name="NUM" val="1"/>
</p:tagLst>
</file>

<file path=ppt/tags/tag334.xml><?xml version="1.0" encoding="utf-8"?>
<p:tagLst xmlns:a="http://schemas.openxmlformats.org/drawingml/2006/main" xmlns:r="http://schemas.openxmlformats.org/officeDocument/2006/relationships" xmlns:p="http://schemas.openxmlformats.org/presentationml/2006/main">
  <p:tag name="NUM" val="2"/>
</p:tagLst>
</file>

<file path=ppt/tags/tag335.xml><?xml version="1.0" encoding="utf-8"?>
<p:tagLst xmlns:a="http://schemas.openxmlformats.org/drawingml/2006/main" xmlns:r="http://schemas.openxmlformats.org/officeDocument/2006/relationships" xmlns:p="http://schemas.openxmlformats.org/presentationml/2006/main">
  <p:tag name="NUM" val="3"/>
</p:tagLst>
</file>

<file path=ppt/tags/tag336.xml><?xml version="1.0" encoding="utf-8"?>
<p:tagLst xmlns:a="http://schemas.openxmlformats.org/drawingml/2006/main" xmlns:r="http://schemas.openxmlformats.org/officeDocument/2006/relationships" xmlns:p="http://schemas.openxmlformats.org/presentationml/2006/main">
  <p:tag name="NUM" val="4"/>
</p:tagLst>
</file>

<file path=ppt/tags/tag337.xml><?xml version="1.0" encoding="utf-8"?>
<p:tagLst xmlns:a="http://schemas.openxmlformats.org/drawingml/2006/main" xmlns:r="http://schemas.openxmlformats.org/officeDocument/2006/relationships" xmlns:p="http://schemas.openxmlformats.org/presentationml/2006/main">
  <p:tag name="NUM" val="5"/>
</p:tagLst>
</file>

<file path=ppt/tags/tag338.xml><?xml version="1.0" encoding="utf-8"?>
<p:tagLst xmlns:a="http://schemas.openxmlformats.org/drawingml/2006/main" xmlns:r="http://schemas.openxmlformats.org/officeDocument/2006/relationships" xmlns:p="http://schemas.openxmlformats.org/presentationml/2006/main">
  <p:tag name="NUM" val="6"/>
</p:tagLst>
</file>

<file path=ppt/tags/tag339.xml><?xml version="1.0" encoding="utf-8"?>
<p:tagLst xmlns:a="http://schemas.openxmlformats.org/drawingml/2006/main" xmlns:r="http://schemas.openxmlformats.org/officeDocument/2006/relationships" xmlns:p="http://schemas.openxmlformats.org/presentationml/2006/main">
  <p:tag name="NUM" val="7"/>
</p:tagLst>
</file>

<file path=ppt/tags/tag340.xml><?xml version="1.0" encoding="utf-8"?>
<p:tagLst xmlns:a="http://schemas.openxmlformats.org/drawingml/2006/main" xmlns:r="http://schemas.openxmlformats.org/officeDocument/2006/relationships" xmlns:p="http://schemas.openxmlformats.org/presentationml/2006/main">
  <p:tag name="NUM" val="8"/>
</p:tagLst>
</file>

<file path=ppt/tags/tag341.xml><?xml version="1.0" encoding="utf-8"?>
<p:tagLst xmlns:a="http://schemas.openxmlformats.org/drawingml/2006/main" xmlns:r="http://schemas.openxmlformats.org/officeDocument/2006/relationships" xmlns:p="http://schemas.openxmlformats.org/presentationml/2006/main">
  <p:tag name="NUM" val="9"/>
</p:tagLst>
</file>

<file path=ppt/tags/tag342.xml><?xml version="1.0" encoding="utf-8"?>
<p:tagLst xmlns:a="http://schemas.openxmlformats.org/drawingml/2006/main" xmlns:r="http://schemas.openxmlformats.org/officeDocument/2006/relationships" xmlns:p="http://schemas.openxmlformats.org/presentationml/2006/main">
  <p:tag name="NUM" val="10"/>
</p:tagLst>
</file>

<file path=ppt/tags/tag343.xml><?xml version="1.0" encoding="utf-8"?>
<p:tagLst xmlns:a="http://schemas.openxmlformats.org/drawingml/2006/main" xmlns:r="http://schemas.openxmlformats.org/officeDocument/2006/relationships" xmlns:p="http://schemas.openxmlformats.org/presentationml/2006/main">
  <p:tag name="NUM" val="11"/>
</p:tagLst>
</file>

<file path=ppt/tags/tag344.xml><?xml version="1.0" encoding="utf-8"?>
<p:tagLst xmlns:a="http://schemas.openxmlformats.org/drawingml/2006/main" xmlns:r="http://schemas.openxmlformats.org/officeDocument/2006/relationships" xmlns:p="http://schemas.openxmlformats.org/presentationml/2006/main">
  <p:tag name="NUM" val="12"/>
</p:tagLst>
</file>

<file path=ppt/tags/tag345.xml><?xml version="1.0" encoding="utf-8"?>
<p:tagLst xmlns:a="http://schemas.openxmlformats.org/drawingml/2006/main" xmlns:r="http://schemas.openxmlformats.org/officeDocument/2006/relationships" xmlns:p="http://schemas.openxmlformats.org/presentationml/2006/main">
  <p:tag name="NUM" val="1"/>
</p:tagLst>
</file>

<file path=ppt/tags/tag346.xml><?xml version="1.0" encoding="utf-8"?>
<p:tagLst xmlns:a="http://schemas.openxmlformats.org/drawingml/2006/main" xmlns:r="http://schemas.openxmlformats.org/officeDocument/2006/relationships" xmlns:p="http://schemas.openxmlformats.org/presentationml/2006/main">
  <p:tag name="NUM" val="2"/>
</p:tagLst>
</file>

<file path=ppt/tags/tag347.xml><?xml version="1.0" encoding="utf-8"?>
<p:tagLst xmlns:a="http://schemas.openxmlformats.org/drawingml/2006/main" xmlns:r="http://schemas.openxmlformats.org/officeDocument/2006/relationships" xmlns:p="http://schemas.openxmlformats.org/presentationml/2006/main">
  <p:tag name="NUM" val="3"/>
</p:tagLst>
</file>

<file path=ppt/tags/tag348.xml><?xml version="1.0" encoding="utf-8"?>
<p:tagLst xmlns:a="http://schemas.openxmlformats.org/drawingml/2006/main" xmlns:r="http://schemas.openxmlformats.org/officeDocument/2006/relationships" xmlns:p="http://schemas.openxmlformats.org/presentationml/2006/main">
  <p:tag name="NUM" val="1"/>
</p:tagLst>
</file>

<file path=ppt/tags/tag349.xml><?xml version="1.0" encoding="utf-8"?>
<p:tagLst xmlns:a="http://schemas.openxmlformats.org/drawingml/2006/main" xmlns:r="http://schemas.openxmlformats.org/officeDocument/2006/relationships" xmlns:p="http://schemas.openxmlformats.org/presentationml/2006/main">
  <p:tag name="NUM" val="2"/>
</p:tagLst>
</file>

<file path=ppt/tags/tag350.xml><?xml version="1.0" encoding="utf-8"?>
<p:tagLst xmlns:a="http://schemas.openxmlformats.org/drawingml/2006/main" xmlns:r="http://schemas.openxmlformats.org/officeDocument/2006/relationships" xmlns:p="http://schemas.openxmlformats.org/presentationml/2006/main">
  <p:tag name="NUM" val="3"/>
</p:tagLst>
</file>

<file path=ppt/tags/tag351.xml><?xml version="1.0" encoding="utf-8"?>
<p:tagLst xmlns:a="http://schemas.openxmlformats.org/drawingml/2006/main" xmlns:r="http://schemas.openxmlformats.org/officeDocument/2006/relationships" xmlns:p="http://schemas.openxmlformats.org/presentationml/2006/main">
  <p:tag name="NUM" val="1"/>
</p:tagLst>
</file>

<file path=ppt/tags/tag352.xml><?xml version="1.0" encoding="utf-8"?>
<p:tagLst xmlns:a="http://schemas.openxmlformats.org/drawingml/2006/main" xmlns:r="http://schemas.openxmlformats.org/officeDocument/2006/relationships" xmlns:p="http://schemas.openxmlformats.org/presentationml/2006/main">
  <p:tag name="NUM" val="2"/>
</p:tagLst>
</file>

<file path=ppt/tags/tag353.xml><?xml version="1.0" encoding="utf-8"?>
<p:tagLst xmlns:a="http://schemas.openxmlformats.org/drawingml/2006/main" xmlns:r="http://schemas.openxmlformats.org/officeDocument/2006/relationships" xmlns:p="http://schemas.openxmlformats.org/presentationml/2006/main">
  <p:tag name="NUM" val="1"/>
</p:tagLst>
</file>

<file path=ppt/tags/tag354.xml><?xml version="1.0" encoding="utf-8"?>
<p:tagLst xmlns:a="http://schemas.openxmlformats.org/drawingml/2006/main" xmlns:r="http://schemas.openxmlformats.org/officeDocument/2006/relationships" xmlns:p="http://schemas.openxmlformats.org/presentationml/2006/main">
  <p:tag name="NUM" val="2"/>
</p:tagLst>
</file>

<file path=ppt/tags/tag355.xml><?xml version="1.0" encoding="utf-8"?>
<p:tagLst xmlns:a="http://schemas.openxmlformats.org/drawingml/2006/main" xmlns:r="http://schemas.openxmlformats.org/officeDocument/2006/relationships" xmlns:p="http://schemas.openxmlformats.org/presentationml/2006/main">
  <p:tag name="NUM" val="1"/>
</p:tagLst>
</file>

<file path=ppt/tags/tag356.xml><?xml version="1.0" encoding="utf-8"?>
<p:tagLst xmlns:a="http://schemas.openxmlformats.org/drawingml/2006/main" xmlns:r="http://schemas.openxmlformats.org/officeDocument/2006/relationships" xmlns:p="http://schemas.openxmlformats.org/presentationml/2006/main">
  <p:tag name="NUM" val="2"/>
</p:tagLst>
</file>

<file path=ppt/tags/tag357.xml><?xml version="1.0" encoding="utf-8"?>
<p:tagLst xmlns:a="http://schemas.openxmlformats.org/drawingml/2006/main" xmlns:r="http://schemas.openxmlformats.org/officeDocument/2006/relationships" xmlns:p="http://schemas.openxmlformats.org/presentationml/2006/main">
  <p:tag name="NUM" val="1"/>
</p:tagLst>
</file>

<file path=ppt/tags/tag358.xml><?xml version="1.0" encoding="utf-8"?>
<p:tagLst xmlns:a="http://schemas.openxmlformats.org/drawingml/2006/main" xmlns:r="http://schemas.openxmlformats.org/officeDocument/2006/relationships" xmlns:p="http://schemas.openxmlformats.org/presentationml/2006/main">
  <p:tag name="NUM" val="2"/>
</p:tagLst>
</file>

<file path=ppt/tags/tag359.xml><?xml version="1.0" encoding="utf-8"?>
<p:tagLst xmlns:a="http://schemas.openxmlformats.org/drawingml/2006/main" xmlns:r="http://schemas.openxmlformats.org/officeDocument/2006/relationships" xmlns:p="http://schemas.openxmlformats.org/presentationml/2006/main">
  <p:tag name="NUM" val="1"/>
</p:tagLst>
</file>

<file path=ppt/tags/tag360.xml><?xml version="1.0" encoding="utf-8"?>
<p:tagLst xmlns:a="http://schemas.openxmlformats.org/drawingml/2006/main" xmlns:r="http://schemas.openxmlformats.org/officeDocument/2006/relationships" xmlns:p="http://schemas.openxmlformats.org/presentationml/2006/main">
  <p:tag name="NUM" val="2"/>
</p:tagLst>
</file>

<file path=ppt/tags/tag361.xml><?xml version="1.0" encoding="utf-8"?>
<p:tagLst xmlns:a="http://schemas.openxmlformats.org/drawingml/2006/main" xmlns:r="http://schemas.openxmlformats.org/officeDocument/2006/relationships" xmlns:p="http://schemas.openxmlformats.org/presentationml/2006/main">
  <p:tag name="NUM" val="3"/>
</p:tagLst>
</file>

<file path=ppt/tags/tag362.xml><?xml version="1.0" encoding="utf-8"?>
<p:tagLst xmlns:a="http://schemas.openxmlformats.org/drawingml/2006/main" xmlns:r="http://schemas.openxmlformats.org/officeDocument/2006/relationships" xmlns:p="http://schemas.openxmlformats.org/presentationml/2006/main">
  <p:tag name="NUM" val="4"/>
</p:tagLst>
</file>

<file path=ppt/tags/tag363.xml><?xml version="1.0" encoding="utf-8"?>
<p:tagLst xmlns:a="http://schemas.openxmlformats.org/drawingml/2006/main" xmlns:r="http://schemas.openxmlformats.org/officeDocument/2006/relationships" xmlns:p="http://schemas.openxmlformats.org/presentationml/2006/main">
  <p:tag name="NUM" val="5"/>
</p:tagLst>
</file>

<file path=ppt/tags/tag364.xml><?xml version="1.0" encoding="utf-8"?>
<p:tagLst xmlns:a="http://schemas.openxmlformats.org/drawingml/2006/main" xmlns:r="http://schemas.openxmlformats.org/officeDocument/2006/relationships" xmlns:p="http://schemas.openxmlformats.org/presentationml/2006/main">
  <p:tag name="NUM" val="6"/>
</p:tagLst>
</file>

<file path=ppt/tags/tag365.xml><?xml version="1.0" encoding="utf-8"?>
<p:tagLst xmlns:a="http://schemas.openxmlformats.org/drawingml/2006/main" xmlns:r="http://schemas.openxmlformats.org/officeDocument/2006/relationships" xmlns:p="http://schemas.openxmlformats.org/presentationml/2006/main">
  <p:tag name="NUM" val="7"/>
</p:tagLst>
</file>

<file path=ppt/tags/tag366.xml><?xml version="1.0" encoding="utf-8"?>
<p:tagLst xmlns:a="http://schemas.openxmlformats.org/drawingml/2006/main" xmlns:r="http://schemas.openxmlformats.org/officeDocument/2006/relationships" xmlns:p="http://schemas.openxmlformats.org/presentationml/2006/main">
  <p:tag name="NUM" val="8"/>
</p:tagLst>
</file>

<file path=ppt/tags/tag367.xml><?xml version="1.0" encoding="utf-8"?>
<p:tagLst xmlns:a="http://schemas.openxmlformats.org/drawingml/2006/main" xmlns:r="http://schemas.openxmlformats.org/officeDocument/2006/relationships" xmlns:p="http://schemas.openxmlformats.org/presentationml/2006/main">
  <p:tag name="NUM" val="9"/>
</p:tagLst>
</file>

<file path=ppt/tags/tag368.xml><?xml version="1.0" encoding="utf-8"?>
<p:tagLst xmlns:a="http://schemas.openxmlformats.org/drawingml/2006/main" xmlns:r="http://schemas.openxmlformats.org/officeDocument/2006/relationships" xmlns:p="http://schemas.openxmlformats.org/presentationml/2006/main">
  <p:tag name="NUM" val="10"/>
</p:tagLst>
</file>

<file path=ppt/tags/tag369.xml><?xml version="1.0" encoding="utf-8"?>
<p:tagLst xmlns:a="http://schemas.openxmlformats.org/drawingml/2006/main" xmlns:r="http://schemas.openxmlformats.org/officeDocument/2006/relationships" xmlns:p="http://schemas.openxmlformats.org/presentationml/2006/main">
  <p:tag name="NUM" val="11"/>
</p:tagLst>
</file>

<file path=ppt/tags/tag370.xml><?xml version="1.0" encoding="utf-8"?>
<p:tagLst xmlns:a="http://schemas.openxmlformats.org/drawingml/2006/main" xmlns:r="http://schemas.openxmlformats.org/officeDocument/2006/relationships" xmlns:p="http://schemas.openxmlformats.org/presentationml/2006/main">
  <p:tag name="NUM" val="12"/>
</p:tagLst>
</file>

<file path=ppt/tags/tag371.xml><?xml version="1.0" encoding="utf-8"?>
<p:tagLst xmlns:a="http://schemas.openxmlformats.org/drawingml/2006/main" xmlns:r="http://schemas.openxmlformats.org/officeDocument/2006/relationships" xmlns:p="http://schemas.openxmlformats.org/presentationml/2006/main">
  <p:tag name="NUM" val="1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2.xml><?xml version="1.0" encoding="utf-8"?>
<ds:datastoreItem xmlns:ds="http://schemas.openxmlformats.org/officeDocument/2006/customXml" ds:itemID="{1C0D2C95-BABC-47AD-A1E1-702DCD8872B0}">
  <ds:schemaRefs>
    <ds:schemaRef ds:uri="c7454f8d-4c17-43a4-bc16-0cf0fc914fca"/>
    <ds:schemaRef ds:uri="eb899797-80f6-4e69-af82-8dc567209eda"/>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ACD8FF2-6643-4FA0-BBC1-DCDFDD9ED4DF}"/>
</file>

<file path=docProps/app.xml><?xml version="1.0" encoding="utf-8"?>
<Properties xmlns="http://schemas.openxmlformats.org/officeDocument/2006/extended-properties" xmlns:vt="http://schemas.openxmlformats.org/officeDocument/2006/docPropsVTypes">
  <TotalTime>3765</TotalTime>
  <Words>4249</Words>
  <Application>Microsoft Office PowerPoint</Application>
  <PresentationFormat>Grand écran</PresentationFormat>
  <Paragraphs>731</Paragraphs>
  <Slides>82</Slides>
  <Notes>28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82</vt:i4>
      </vt:variant>
    </vt:vector>
  </HeadingPairs>
  <TitlesOfParts>
    <vt:vector size="88" baseType="lpstr">
      <vt:lpstr>Arial</vt:lpstr>
      <vt:lpstr>Calibri</vt:lpstr>
      <vt:lpstr>Calibri Light</vt:lpstr>
      <vt:lpstr>Courier New</vt:lpstr>
      <vt:lpstr>Wingdings</vt:lpstr>
      <vt:lpstr>Office Theme</vt:lpstr>
      <vt:lpstr>WMS Navigation</vt:lpstr>
      <vt:lpstr>Table of Contents</vt:lpstr>
      <vt:lpstr>Overview of WMS</vt:lpstr>
      <vt:lpstr>Overview of WMS</vt:lpstr>
      <vt:lpstr>Overview of WMS</vt:lpstr>
      <vt:lpstr>WMS Portal Login and Launching the WMS</vt:lpstr>
      <vt:lpstr>Login and Launching the WMS Homepage Login</vt:lpstr>
      <vt:lpstr>Login and Launching the WMS Session Parameters </vt:lpstr>
      <vt:lpstr>Login and Launching the WMS Launching WMS</vt:lpstr>
      <vt:lpstr>WMS Portal Main Portal Areas</vt:lpstr>
      <vt:lpstr>Main Portal Areas</vt:lpstr>
      <vt:lpstr>WMS Portal Menu Bar Navigation</vt:lpstr>
      <vt:lpstr>Menu Bar Navigation Overview</vt:lpstr>
      <vt:lpstr>Menu Bar Navigation Details</vt:lpstr>
      <vt:lpstr>Menu Bar Navigation Details</vt:lpstr>
      <vt:lpstr>Menu Bar Navigation Details</vt:lpstr>
      <vt:lpstr>WMS Portal Access a Resource</vt:lpstr>
      <vt:lpstr>Access a Resource </vt:lpstr>
      <vt:lpstr>Access a Resource </vt:lpstr>
      <vt:lpstr>WMS Portal Search Bar</vt:lpstr>
      <vt:lpstr>Search Bar  Resource Code </vt:lpstr>
      <vt:lpstr>Search Bar  Resource Code </vt:lpstr>
      <vt:lpstr>Search Bar  Go &amp; Search</vt:lpstr>
      <vt:lpstr>WMS Portal Toolbox Panel</vt:lpstr>
      <vt:lpstr>Toolbox Panel  Collapse Panel</vt:lpstr>
      <vt:lpstr>Toolbox Panel  Bookmarks</vt:lpstr>
      <vt:lpstr>Toolbox Panel  Add a Bookmark</vt:lpstr>
      <vt:lpstr>Toolbox Panel  Add a Bookmark</vt:lpstr>
      <vt:lpstr>Toolbox Panel  Remove a Bookmark</vt:lpstr>
      <vt:lpstr>Toolbox Panel  Remove a Bookmark</vt:lpstr>
      <vt:lpstr>Toolbox Panel  Change Display Order of Bookmarks</vt:lpstr>
      <vt:lpstr>Toolbox Panel  Change Display Order of Bookmarks</vt:lpstr>
      <vt:lpstr>Resource Access a Resource</vt:lpstr>
      <vt:lpstr>Access a Resource</vt:lpstr>
      <vt:lpstr>Resource Overview of a Resource</vt:lpstr>
      <vt:lpstr>Overview of a Resource</vt:lpstr>
      <vt:lpstr>Resource Search Criteria View</vt:lpstr>
      <vt:lpstr>Search Criteria View</vt:lpstr>
      <vt:lpstr>Resource Search Criteria Helpers</vt:lpstr>
      <vt:lpstr>Search Criteria Helpers</vt:lpstr>
      <vt:lpstr>Search Criteria Helpers</vt:lpstr>
      <vt:lpstr>Search Criteria Helpers</vt:lpstr>
      <vt:lpstr>Search Criteria Helpers</vt:lpstr>
      <vt:lpstr>Search Criteria Helpers</vt:lpstr>
      <vt:lpstr>Resource Auto-Fill Criteria</vt:lpstr>
      <vt:lpstr>Auto-Fill Criteria Overview </vt:lpstr>
      <vt:lpstr>Auto-Fill Criteria Overview </vt:lpstr>
      <vt:lpstr>Auto-Fill Criteria  Create a Criteria Set</vt:lpstr>
      <vt:lpstr>Auto-Fill Criteria  Create a Criteria Set</vt:lpstr>
      <vt:lpstr>Auto-Fill Criteria  Create a Criteria Set</vt:lpstr>
      <vt:lpstr>Auto-Fill Criteria  Use a Criteria Set</vt:lpstr>
      <vt:lpstr>Auto-Fill Criteria  Use a Criteria Set</vt:lpstr>
      <vt:lpstr>Auto-Fill Criteria  Modify a Criteria Set</vt:lpstr>
      <vt:lpstr>Auto-Fill Criteria  Modify a Criteria Set</vt:lpstr>
      <vt:lpstr>Auto-Fill Criteria  Modify a Criteria Set</vt:lpstr>
      <vt:lpstr>Auto-Fill Criteria  Copy a Criteria Set</vt:lpstr>
      <vt:lpstr>Auto-Fill Criteria  Copy a Criteria Set</vt:lpstr>
      <vt:lpstr>Auto-Fill Criteria  Copy a Criteria Set</vt:lpstr>
      <vt:lpstr>Auto-Fill Criteria  Delete a Criteria Set</vt:lpstr>
      <vt:lpstr>Auto-Fill Criteria  Delete a Criteria Set</vt:lpstr>
      <vt:lpstr>Resource Search Results View</vt:lpstr>
      <vt:lpstr>Search Results View</vt:lpstr>
      <vt:lpstr>Resource Hot Keys </vt:lpstr>
      <vt:lpstr>Hot Keys  Overview</vt:lpstr>
      <vt:lpstr>Hot Keys Application Actions</vt:lpstr>
      <vt:lpstr>Hot Keys Page Actions</vt:lpstr>
      <vt:lpstr>Hot Keys Page-Level Edit Actions</vt:lpstr>
      <vt:lpstr>Hot Keys Search Navigation Actions</vt:lpstr>
      <vt:lpstr>Hot Keys Array-Level Edit Actions &amp; Record Navigation Actions </vt:lpstr>
      <vt:lpstr>Hot Keys Field-Dependent Actions*</vt:lpstr>
      <vt:lpstr>Resource How to Personalize Business Views?</vt:lpstr>
      <vt:lpstr>How to Personalize Business Views? Personalize Search Criteria View</vt:lpstr>
      <vt:lpstr>How to Personalize Business Views? Personalize Search Criteria View</vt:lpstr>
      <vt:lpstr>How to Personalize Business Views? Personalize Search Criteria View</vt:lpstr>
      <vt:lpstr>How to Personalize Business Views? Personalize Search Results View</vt:lpstr>
      <vt:lpstr>How to Personalize Business Views? Personalize Details of a Search Result</vt:lpstr>
      <vt:lpstr>How to Personalize Business Views? Setting More Options  </vt:lpstr>
      <vt:lpstr>How to Personalize Business Views? Setting More Options  </vt:lpstr>
      <vt:lpstr>How to Personalize Business Views? Setting More Options  </vt:lpstr>
      <vt:lpstr>How to Personalize Business Views? Setting More Options  </vt:lpstr>
      <vt:lpstr>Resource Need Help?</vt:lpstr>
      <vt:lpstr>Need Help?</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344</cp:revision>
  <dcterms:created xsi:type="dcterms:W3CDTF">2016-08-24T13:01:38Z</dcterms:created>
  <dcterms:modified xsi:type="dcterms:W3CDTF">2020-10-22T11:58:38Z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