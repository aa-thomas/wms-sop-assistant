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4.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5.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6.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7.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8.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9.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0.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11.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12.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13.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14.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notesSlides/notesSlide15.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16.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17.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18.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19.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20.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21.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22.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notesSlides/notesSlide23.xml" ContentType="application/vnd.openxmlformats-officedocument.presentationml.notesSlide+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2"/>
  </p:notesMasterIdLst>
  <p:handoutMasterIdLst>
    <p:handoutMasterId r:id="rId63"/>
  </p:handoutMasterIdLst>
  <p:sldIdLst>
    <p:sldId id="256" r:id="rId5"/>
    <p:sldId id="286" r:id="rId6"/>
    <p:sldId id="347" r:id="rId7"/>
    <p:sldId id="330" r:id="rId8"/>
    <p:sldId id="350" r:id="rId9"/>
    <p:sldId id="353" r:id="rId10"/>
    <p:sldId id="354" r:id="rId11"/>
    <p:sldId id="355" r:id="rId12"/>
    <p:sldId id="358" r:id="rId13"/>
    <p:sldId id="356" r:id="rId14"/>
    <p:sldId id="357" r:id="rId15"/>
    <p:sldId id="315" r:id="rId16"/>
    <p:sldId id="331" r:id="rId17"/>
    <p:sldId id="351" r:id="rId18"/>
    <p:sldId id="359" r:id="rId19"/>
    <p:sldId id="360" r:id="rId20"/>
    <p:sldId id="361" r:id="rId21"/>
    <p:sldId id="362" r:id="rId22"/>
    <p:sldId id="316" r:id="rId23"/>
    <p:sldId id="332" r:id="rId24"/>
    <p:sldId id="352" r:id="rId25"/>
    <p:sldId id="363" r:id="rId26"/>
    <p:sldId id="364" r:id="rId27"/>
    <p:sldId id="365" r:id="rId28"/>
    <p:sldId id="366" r:id="rId29"/>
    <p:sldId id="367" r:id="rId30"/>
    <p:sldId id="369" r:id="rId31"/>
    <p:sldId id="370" r:id="rId32"/>
    <p:sldId id="371" r:id="rId33"/>
    <p:sldId id="374" r:id="rId34"/>
    <p:sldId id="375" r:id="rId35"/>
    <p:sldId id="372" r:id="rId36"/>
    <p:sldId id="383" r:id="rId37"/>
    <p:sldId id="378" r:id="rId38"/>
    <p:sldId id="388" r:id="rId39"/>
    <p:sldId id="387" r:id="rId40"/>
    <p:sldId id="379" r:id="rId41"/>
    <p:sldId id="380" r:id="rId42"/>
    <p:sldId id="381" r:id="rId43"/>
    <p:sldId id="382" r:id="rId44"/>
    <p:sldId id="377" r:id="rId45"/>
    <p:sldId id="373" r:id="rId46"/>
    <p:sldId id="384" r:id="rId47"/>
    <p:sldId id="389" r:id="rId48"/>
    <p:sldId id="368" r:id="rId49"/>
    <p:sldId id="390" r:id="rId50"/>
    <p:sldId id="391" r:id="rId51"/>
    <p:sldId id="392" r:id="rId52"/>
    <p:sldId id="393" r:id="rId53"/>
    <p:sldId id="394" r:id="rId54"/>
    <p:sldId id="397" r:id="rId55"/>
    <p:sldId id="395" r:id="rId56"/>
    <p:sldId id="396" r:id="rId57"/>
    <p:sldId id="398" r:id="rId58"/>
    <p:sldId id="399" r:id="rId59"/>
    <p:sldId id="400" r:id="rId60"/>
    <p:sldId id="401"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4"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FE276C-407B-4F83-BDB7-42FEB3DE1FC4}" v="579" dt="2020-10-09T17:27:08.8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82" autoAdjust="0"/>
    <p:restoredTop sz="82931" autoAdjust="0"/>
  </p:normalViewPr>
  <p:slideViewPr>
    <p:cSldViewPr snapToGrid="0">
      <p:cViewPr varScale="1">
        <p:scale>
          <a:sx n="61" d="100"/>
          <a:sy n="61" d="100"/>
        </p:scale>
        <p:origin x="270" y="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7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A65C12B9-E9A2-40CE-9D73-AD0AA03AE054}"/>
    <pc:docChg chg="modSld">
      <pc:chgData name="Ella Vetter" userId="c6918cf5-f6c0-43cc-8499-a1f635017de9" providerId="ADAL" clId="{A65C12B9-E9A2-40CE-9D73-AD0AA03AE054}" dt="2020-09-18T11:38:21.318" v="84" actId="113"/>
      <pc:docMkLst>
        <pc:docMk/>
      </pc:docMkLst>
      <pc:sldChg chg="modSp mod">
        <pc:chgData name="Ella Vetter" userId="c6918cf5-f6c0-43cc-8499-a1f635017de9" providerId="ADAL" clId="{A65C12B9-E9A2-40CE-9D73-AD0AA03AE054}" dt="2020-09-18T11:38:21.318" v="84" actId="113"/>
        <pc:sldMkLst>
          <pc:docMk/>
          <pc:sldMk cId="4108423597" sldId="256"/>
        </pc:sldMkLst>
        <pc:spChg chg="mod">
          <ac:chgData name="Ella Vetter" userId="c6918cf5-f6c0-43cc-8499-a1f635017de9" providerId="ADAL" clId="{A65C12B9-E9A2-40CE-9D73-AD0AA03AE054}" dt="2020-09-18T11:38:21.318" v="84" actId="113"/>
          <ac:spMkLst>
            <pc:docMk/>
            <pc:sldMk cId="4108423597" sldId="256"/>
            <ac:spMk id="2" creationId="{00000000-0000-0000-0000-000000000000}"/>
          </ac:spMkLst>
        </pc:spChg>
      </pc:sldChg>
    </pc:docChg>
  </pc:docChgLst>
  <pc:docChgLst>
    <pc:chgData name="Ella Vetter" userId="c6918cf5-f6c0-43cc-8499-a1f635017de9" providerId="ADAL" clId="{03D8DEAE-739D-469B-904C-2522E9DFB65E}"/>
    <pc:docChg chg="undo custSel mod addSld delSld modSld sldOrd">
      <pc:chgData name="Ella Vetter" userId="c6918cf5-f6c0-43cc-8499-a1f635017de9" providerId="ADAL" clId="{03D8DEAE-739D-469B-904C-2522E9DFB65E}" dt="2020-08-19T20:56:21.320" v="9023" actId="478"/>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8T20:07:57.301" v="8697" actId="123"/>
        <pc:sldMkLst>
          <pc:docMk/>
          <pc:sldMk cId="1993397138" sldId="286"/>
        </pc:sldMkLst>
        <pc:spChg chg="mod">
          <ac:chgData name="Ella Vetter" userId="c6918cf5-f6c0-43cc-8499-a1f635017de9" providerId="ADAL" clId="{03D8DEAE-739D-469B-904C-2522E9DFB65E}" dt="2020-08-18T20:07:57.301" v="8697" actId="123"/>
          <ac:spMkLst>
            <pc:docMk/>
            <pc:sldMk cId="1993397138" sldId="286"/>
            <ac:spMk id="3" creationId="{37B56F8A-6BEF-459C-AFA4-6D790D24F1CB}"/>
          </ac:spMkLst>
        </pc:spChg>
      </pc:sldChg>
      <pc:sldChg chg="delSp modSp add mod">
        <pc:chgData name="Ella Vetter" userId="c6918cf5-f6c0-43cc-8499-a1f635017de9" providerId="ADAL" clId="{03D8DEAE-739D-469B-904C-2522E9DFB65E}" dt="2020-08-18T14:34:07.098" v="5418" actId="478"/>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pChg chg="del">
          <ac:chgData name="Ella Vetter" userId="c6918cf5-f6c0-43cc-8499-a1f635017de9" providerId="ADAL" clId="{03D8DEAE-739D-469B-904C-2522E9DFB65E}" dt="2020-08-18T14:34:07.098" v="5418" actId="478"/>
          <ac:spMkLst>
            <pc:docMk/>
            <pc:sldMk cId="1119100617" sldId="287"/>
            <ac:spMk id="3" creationId="{EEF38455-45AA-47D0-8328-2077E428FA3B}"/>
          </ac:spMkLst>
        </pc:spChg>
      </pc:sldChg>
      <pc:sldChg chg="delSp modSp add mod">
        <pc:chgData name="Ella Vetter" userId="c6918cf5-f6c0-43cc-8499-a1f635017de9" providerId="ADAL" clId="{03D8DEAE-739D-469B-904C-2522E9DFB65E}" dt="2020-08-18T14:34:10.543" v="5419" actId="478"/>
        <pc:sldMkLst>
          <pc:docMk/>
          <pc:sldMk cId="185546831" sldId="288"/>
        </pc:sldMkLst>
        <pc:spChg chg="mod">
          <ac:chgData name="Ella Vetter" userId="c6918cf5-f6c0-43cc-8499-a1f635017de9" providerId="ADAL" clId="{03D8DEAE-739D-469B-904C-2522E9DFB65E}" dt="2020-08-18T14:32:49.627" v="5388" actId="20577"/>
          <ac:spMkLst>
            <pc:docMk/>
            <pc:sldMk cId="185546831" sldId="288"/>
            <ac:spMk id="2" creationId="{BD0A18F3-9F12-464B-BC50-F741E79EDDDA}"/>
          </ac:spMkLst>
        </pc:spChg>
        <pc:spChg chg="del">
          <ac:chgData name="Ella Vetter" userId="c6918cf5-f6c0-43cc-8499-a1f635017de9" providerId="ADAL" clId="{03D8DEAE-739D-469B-904C-2522E9DFB65E}" dt="2020-08-18T14:34:10.543" v="5419" actId="478"/>
          <ac:spMkLst>
            <pc:docMk/>
            <pc:sldMk cId="185546831" sldId="288"/>
            <ac:spMk id="3" creationId="{EEF38455-45AA-47D0-8328-2077E428FA3B}"/>
          </ac:spMkLst>
        </pc:spChg>
      </pc:sldChg>
      <pc:sldChg chg="delSp modSp add mod">
        <pc:chgData name="Ella Vetter" userId="c6918cf5-f6c0-43cc-8499-a1f635017de9" providerId="ADAL" clId="{03D8DEAE-739D-469B-904C-2522E9DFB65E}" dt="2020-08-18T14:34:16.018" v="5421" actId="478"/>
        <pc:sldMkLst>
          <pc:docMk/>
          <pc:sldMk cId="103818715" sldId="289"/>
        </pc:sldMkLst>
        <pc:spChg chg="mod">
          <ac:chgData name="Ella Vetter" userId="c6918cf5-f6c0-43cc-8499-a1f635017de9" providerId="ADAL" clId="{03D8DEAE-739D-469B-904C-2522E9DFB65E}" dt="2020-08-18T14:29:54.892" v="5276" actId="20577"/>
          <ac:spMkLst>
            <pc:docMk/>
            <pc:sldMk cId="103818715" sldId="289"/>
            <ac:spMk id="2" creationId="{BD0A18F3-9F12-464B-BC50-F741E79EDDDA}"/>
          </ac:spMkLst>
        </pc:spChg>
        <pc:spChg chg="del">
          <ac:chgData name="Ella Vetter" userId="c6918cf5-f6c0-43cc-8499-a1f635017de9" providerId="ADAL" clId="{03D8DEAE-739D-469B-904C-2522E9DFB65E}" dt="2020-08-18T14:34:16.018" v="5421" actId="478"/>
          <ac:spMkLst>
            <pc:docMk/>
            <pc:sldMk cId="103818715" sldId="289"/>
            <ac:spMk id="3" creationId="{EEF38455-45AA-47D0-8328-2077E428FA3B}"/>
          </ac:spMkLst>
        </pc:spChg>
      </pc:sldChg>
      <pc:sldChg chg="delSp modSp add mod">
        <pc:chgData name="Ella Vetter" userId="c6918cf5-f6c0-43cc-8499-a1f635017de9" providerId="ADAL" clId="{03D8DEAE-739D-469B-904C-2522E9DFB65E}" dt="2020-08-18T18:08:44.524" v="8253" actId="478"/>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pChg chg="del">
          <ac:chgData name="Ella Vetter" userId="c6918cf5-f6c0-43cc-8499-a1f635017de9" providerId="ADAL" clId="{03D8DEAE-739D-469B-904C-2522E9DFB65E}" dt="2020-08-18T18:08:44.524" v="8253" actId="478"/>
          <ac:spMkLst>
            <pc:docMk/>
            <pc:sldMk cId="871549301" sldId="290"/>
            <ac:spMk id="3" creationId="{EEF38455-45AA-47D0-8328-2077E428FA3B}"/>
          </ac:spMkLst>
        </pc:spChg>
      </pc:sldChg>
      <pc:sldChg chg="delSp modSp add mod">
        <pc:chgData name="Ella Vetter" userId="c6918cf5-f6c0-43cc-8499-a1f635017de9" providerId="ADAL" clId="{03D8DEAE-739D-469B-904C-2522E9DFB65E}" dt="2020-08-18T18:09:09.820" v="8254" actId="478"/>
        <pc:sldMkLst>
          <pc:docMk/>
          <pc:sldMk cId="2770565150" sldId="291"/>
        </pc:sldMkLst>
        <pc:spChg chg="mod">
          <ac:chgData name="Ella Vetter" userId="c6918cf5-f6c0-43cc-8499-a1f635017de9" providerId="ADAL" clId="{03D8DEAE-739D-469B-904C-2522E9DFB65E}" dt="2020-08-18T15:57:12.557" v="7533" actId="313"/>
          <ac:spMkLst>
            <pc:docMk/>
            <pc:sldMk cId="2770565150" sldId="291"/>
            <ac:spMk id="2" creationId="{BD0A18F3-9F12-464B-BC50-F741E79EDDDA}"/>
          </ac:spMkLst>
        </pc:spChg>
        <pc:spChg chg="del">
          <ac:chgData name="Ella Vetter" userId="c6918cf5-f6c0-43cc-8499-a1f635017de9" providerId="ADAL" clId="{03D8DEAE-739D-469B-904C-2522E9DFB65E}" dt="2020-08-18T18:09:09.820" v="8254" actId="478"/>
          <ac:spMkLst>
            <pc:docMk/>
            <pc:sldMk cId="2770565150" sldId="291"/>
            <ac:spMk id="3" creationId="{EEF38455-45AA-47D0-8328-2077E428FA3B}"/>
          </ac:spMkLst>
        </pc:spChg>
      </pc:sldChg>
      <pc:sldChg chg="delSp modSp add mod">
        <pc:chgData name="Ella Vetter" userId="c6918cf5-f6c0-43cc-8499-a1f635017de9" providerId="ADAL" clId="{03D8DEAE-739D-469B-904C-2522E9DFB65E}" dt="2020-08-19T20:56:21.320" v="9023" actId="478"/>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pChg chg="del">
          <ac:chgData name="Ella Vetter" userId="c6918cf5-f6c0-43cc-8499-a1f635017de9" providerId="ADAL" clId="{03D8DEAE-739D-469B-904C-2522E9DFB65E}" dt="2020-08-19T20:56:21.320" v="9023" actId="478"/>
          <ac:spMkLst>
            <pc:docMk/>
            <pc:sldMk cId="2581183036" sldId="292"/>
            <ac:spMk id="3" creationId="{EEF38455-45AA-47D0-8328-2077E428FA3B}"/>
          </ac:spMkLst>
        </pc:spChg>
      </pc:sldChg>
      <pc:sldChg chg="delSp modSp add mod ord">
        <pc:chgData name="Ella Vetter" userId="c6918cf5-f6c0-43cc-8499-a1f635017de9" providerId="ADAL" clId="{03D8DEAE-739D-469B-904C-2522E9DFB65E}" dt="2020-08-18T18:10:10.698" v="8255" actId="478"/>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pChg chg="del">
          <ac:chgData name="Ella Vetter" userId="c6918cf5-f6c0-43cc-8499-a1f635017de9" providerId="ADAL" clId="{03D8DEAE-739D-469B-904C-2522E9DFB65E}" dt="2020-08-18T18:10:10.698" v="8255" actId="478"/>
          <ac:spMkLst>
            <pc:docMk/>
            <pc:sldMk cId="363628062" sldId="293"/>
            <ac:spMk id="3" creationId="{EEF38455-45AA-47D0-8328-2077E428FA3B}"/>
          </ac:spMkLst>
        </pc:spChg>
      </pc:sldChg>
      <pc:sldChg chg="addSp delSp modSp new mod ord">
        <pc:chgData name="Ella Vetter" userId="c6918cf5-f6c0-43cc-8499-a1f635017de9" providerId="ADAL" clId="{03D8DEAE-739D-469B-904C-2522E9DFB65E}" dt="2020-08-18T17:56:03.781" v="8252" actId="20577"/>
        <pc:sldMkLst>
          <pc:docMk/>
          <pc:sldMk cId="459683926" sldId="294"/>
        </pc:sldMkLst>
        <pc:spChg chg="mod">
          <ac:chgData name="Ella Vetter" userId="c6918cf5-f6c0-43cc-8499-a1f635017de9" providerId="ADAL" clId="{03D8DEAE-739D-469B-904C-2522E9DFB65E}" dt="2020-08-18T13:39:15.755" v="4171" actId="1076"/>
          <ac:spMkLst>
            <pc:docMk/>
            <pc:sldMk cId="459683926" sldId="294"/>
            <ac:spMk id="2" creationId="{67990642-98C9-4E05-8DEA-8CB111834A2B}"/>
          </ac:spMkLst>
        </pc:spChg>
        <pc:spChg chg="del">
          <ac:chgData name="Ella Vetter" userId="c6918cf5-f6c0-43cc-8499-a1f635017de9" providerId="ADAL" clId="{03D8DEAE-739D-469B-904C-2522E9DFB65E}" dt="2020-08-18T13:33:35.579" v="4086" actId="478"/>
          <ac:spMkLst>
            <pc:docMk/>
            <pc:sldMk cId="459683926" sldId="294"/>
            <ac:spMk id="3" creationId="{0C44F08A-E79C-46C7-8576-79BD89EBE46B}"/>
          </ac:spMkLst>
        </pc:spChg>
        <pc:spChg chg="add mod">
          <ac:chgData name="Ella Vetter" userId="c6918cf5-f6c0-43cc-8499-a1f635017de9" providerId="ADAL" clId="{03D8DEAE-739D-469B-904C-2522E9DFB65E}" dt="2020-08-18T17:56:03.781" v="8252" actId="20577"/>
          <ac:spMkLst>
            <pc:docMk/>
            <pc:sldMk cId="459683926" sldId="294"/>
            <ac:spMk id="4" creationId="{EB1BD3C0-FF3E-4E6D-9033-B223EF53FA24}"/>
          </ac:spMkLst>
        </pc:spChg>
        <pc:picChg chg="add del mod">
          <ac:chgData name="Ella Vetter" userId="c6918cf5-f6c0-43cc-8499-a1f635017de9" providerId="ADAL" clId="{03D8DEAE-739D-469B-904C-2522E9DFB65E}" dt="2020-08-18T13:37:47.399" v="4092" actId="478"/>
          <ac:picMkLst>
            <pc:docMk/>
            <pc:sldMk cId="459683926" sldId="294"/>
            <ac:picMk id="6" creationId="{5FE5A14B-BEA2-4C4A-98CC-A9FD4E735B04}"/>
          </ac:picMkLst>
        </pc:picChg>
        <pc:picChg chg="add mod">
          <ac:chgData name="Ella Vetter" userId="c6918cf5-f6c0-43cc-8499-a1f635017de9" providerId="ADAL" clId="{03D8DEAE-739D-469B-904C-2522E9DFB65E}" dt="2020-08-18T13:37:51.108" v="4095" actId="1076"/>
          <ac:picMkLst>
            <pc:docMk/>
            <pc:sldMk cId="459683926" sldId="294"/>
            <ac:picMk id="8" creationId="{9AE14368-4327-482C-9E6F-88344B771F4B}"/>
          </ac:picMkLst>
        </pc:picChg>
      </pc:sldChg>
      <pc:sldChg chg="addSp delSp modSp add mod">
        <pc:chgData name="Ella Vetter" userId="c6918cf5-f6c0-43cc-8499-a1f635017de9" providerId="ADAL" clId="{03D8DEAE-739D-469B-904C-2522E9DFB65E}" dt="2020-08-18T20:20:20.751" v="8789" actId="20577"/>
        <pc:sldMkLst>
          <pc:docMk/>
          <pc:sldMk cId="2937015379" sldId="295"/>
        </pc:sldMkLst>
        <pc:spChg chg="mod">
          <ac:chgData name="Ella Vetter" userId="c6918cf5-f6c0-43cc-8499-a1f635017de9" providerId="ADAL" clId="{03D8DEAE-739D-469B-904C-2522E9DFB65E}" dt="2020-08-18T20:20:20.751" v="8789" actId="20577"/>
          <ac:spMkLst>
            <pc:docMk/>
            <pc:sldMk cId="2937015379" sldId="295"/>
            <ac:spMk id="4" creationId="{EB1BD3C0-FF3E-4E6D-9033-B223EF53FA24}"/>
          </ac:spMkLst>
        </pc:spChg>
        <pc:picChg chg="add del mod">
          <ac:chgData name="Ella Vetter" userId="c6918cf5-f6c0-43cc-8499-a1f635017de9" providerId="ADAL" clId="{03D8DEAE-739D-469B-904C-2522E9DFB65E}" dt="2020-08-18T13:58:45.042" v="4671" actId="478"/>
          <ac:picMkLst>
            <pc:docMk/>
            <pc:sldMk cId="2937015379" sldId="295"/>
            <ac:picMk id="5" creationId="{18F13F68-31A4-44C3-A204-1BAF662F94A0}"/>
          </ac:picMkLst>
        </pc:picChg>
        <pc:picChg chg="add del mod">
          <ac:chgData name="Ella Vetter" userId="c6918cf5-f6c0-43cc-8499-a1f635017de9" providerId="ADAL" clId="{03D8DEAE-739D-469B-904C-2522E9DFB65E}" dt="2020-08-18T14:00:35.252" v="4688" actId="478"/>
          <ac:picMkLst>
            <pc:docMk/>
            <pc:sldMk cId="2937015379" sldId="295"/>
            <ac:picMk id="7" creationId="{AB53E41E-8838-4038-91B1-63DDF57E5AAA}"/>
          </ac:picMkLst>
        </pc:picChg>
        <pc:picChg chg="del">
          <ac:chgData name="Ella Vetter" userId="c6918cf5-f6c0-43cc-8499-a1f635017de9" providerId="ADAL" clId="{03D8DEAE-739D-469B-904C-2522E9DFB65E}" dt="2020-08-18T13:40:03.716" v="4224" actId="478"/>
          <ac:picMkLst>
            <pc:docMk/>
            <pc:sldMk cId="2937015379" sldId="295"/>
            <ac:picMk id="8" creationId="{9AE14368-4327-482C-9E6F-88344B771F4B}"/>
          </ac:picMkLst>
        </pc:picChg>
        <pc:picChg chg="add mod">
          <ac:chgData name="Ella Vetter" userId="c6918cf5-f6c0-43cc-8499-a1f635017de9" providerId="ADAL" clId="{03D8DEAE-739D-469B-904C-2522E9DFB65E}" dt="2020-08-18T14:00:40.492" v="4692" actId="1076"/>
          <ac:picMkLst>
            <pc:docMk/>
            <pc:sldMk cId="2937015379" sldId="295"/>
            <ac:picMk id="10" creationId="{C0CDFA4D-9547-46B4-97C7-07DA2A629DD4}"/>
          </ac:picMkLst>
        </pc:picChg>
      </pc:sldChg>
      <pc:sldChg chg="delSp add mod">
        <pc:chgData name="Ella Vetter" userId="c6918cf5-f6c0-43cc-8499-a1f635017de9" providerId="ADAL" clId="{03D8DEAE-739D-469B-904C-2522E9DFB65E}" dt="2020-08-18T14:34:12.433" v="5420" actId="478"/>
        <pc:sldMkLst>
          <pc:docMk/>
          <pc:sldMk cId="4190825100" sldId="296"/>
        </pc:sldMkLst>
        <pc:spChg chg="del">
          <ac:chgData name="Ella Vetter" userId="c6918cf5-f6c0-43cc-8499-a1f635017de9" providerId="ADAL" clId="{03D8DEAE-739D-469B-904C-2522E9DFB65E}" dt="2020-08-18T14:34:12.433" v="5420" actId="478"/>
          <ac:spMkLst>
            <pc:docMk/>
            <pc:sldMk cId="4190825100" sldId="296"/>
            <ac:spMk id="3" creationId="{EEF38455-45AA-47D0-8328-2077E428FA3B}"/>
          </ac:spMkLst>
        </pc:spChg>
      </pc:sldChg>
      <pc:sldChg chg="addSp delSp modSp add mod ord">
        <pc:chgData name="Ella Vetter" userId="c6918cf5-f6c0-43cc-8499-a1f635017de9" providerId="ADAL" clId="{03D8DEAE-739D-469B-904C-2522E9DFB65E}" dt="2020-08-18T14:11:22.502" v="4814" actId="20577"/>
        <pc:sldMkLst>
          <pc:docMk/>
          <pc:sldMk cId="762950747" sldId="297"/>
        </pc:sldMkLst>
        <pc:spChg chg="mod">
          <ac:chgData name="Ella Vetter" userId="c6918cf5-f6c0-43cc-8499-a1f635017de9" providerId="ADAL" clId="{03D8DEAE-739D-469B-904C-2522E9DFB65E}" dt="2020-08-18T13:47:15.163" v="4336" actId="20577"/>
          <ac:spMkLst>
            <pc:docMk/>
            <pc:sldMk cId="762950747" sldId="297"/>
            <ac:spMk id="2" creationId="{67990642-98C9-4E05-8DEA-8CB111834A2B}"/>
          </ac:spMkLst>
        </pc:spChg>
        <pc:spChg chg="mod">
          <ac:chgData name="Ella Vetter" userId="c6918cf5-f6c0-43cc-8499-a1f635017de9" providerId="ADAL" clId="{03D8DEAE-739D-469B-904C-2522E9DFB65E}" dt="2020-08-18T14:11:22.502" v="4814" actId="20577"/>
          <ac:spMkLst>
            <pc:docMk/>
            <pc:sldMk cId="762950747" sldId="297"/>
            <ac:spMk id="4" creationId="{EB1BD3C0-FF3E-4E6D-9033-B223EF53FA24}"/>
          </ac:spMkLst>
        </pc:spChg>
        <pc:picChg chg="add mod">
          <ac:chgData name="Ella Vetter" userId="c6918cf5-f6c0-43cc-8499-a1f635017de9" providerId="ADAL" clId="{03D8DEAE-739D-469B-904C-2522E9DFB65E}" dt="2020-08-18T13:49:56.736" v="4341" actId="1076"/>
          <ac:picMkLst>
            <pc:docMk/>
            <pc:sldMk cId="762950747" sldId="297"/>
            <ac:picMk id="5" creationId="{22F7D2FB-96DD-4A20-A26C-C3F2E4437829}"/>
          </ac:picMkLst>
        </pc:picChg>
        <pc:picChg chg="del">
          <ac:chgData name="Ella Vetter" userId="c6918cf5-f6c0-43cc-8499-a1f635017de9" providerId="ADAL" clId="{03D8DEAE-739D-469B-904C-2522E9DFB65E}" dt="2020-08-18T13:47:16.861" v="4337" actId="478"/>
          <ac:picMkLst>
            <pc:docMk/>
            <pc:sldMk cId="762950747" sldId="297"/>
            <ac:picMk id="8" creationId="{9AE14368-4327-482C-9E6F-88344B771F4B}"/>
          </ac:picMkLst>
        </pc:picChg>
      </pc:sldChg>
      <pc:sldChg chg="addSp delSp modSp add mod ord">
        <pc:chgData name="Ella Vetter" userId="c6918cf5-f6c0-43cc-8499-a1f635017de9" providerId="ADAL" clId="{03D8DEAE-739D-469B-904C-2522E9DFB65E}" dt="2020-08-18T14:02:06.951" v="4722" actId="20577"/>
        <pc:sldMkLst>
          <pc:docMk/>
          <pc:sldMk cId="1051219299" sldId="298"/>
        </pc:sldMkLst>
        <pc:spChg chg="mod">
          <ac:chgData name="Ella Vetter" userId="c6918cf5-f6c0-43cc-8499-a1f635017de9" providerId="ADAL" clId="{03D8DEAE-739D-469B-904C-2522E9DFB65E}" dt="2020-08-18T14:01:34.030" v="4697" actId="1076"/>
          <ac:spMkLst>
            <pc:docMk/>
            <pc:sldMk cId="1051219299" sldId="298"/>
            <ac:spMk id="2" creationId="{67990642-98C9-4E05-8DEA-8CB111834A2B}"/>
          </ac:spMkLst>
        </pc:spChg>
        <pc:spChg chg="mod">
          <ac:chgData name="Ella Vetter" userId="c6918cf5-f6c0-43cc-8499-a1f635017de9" providerId="ADAL" clId="{03D8DEAE-739D-469B-904C-2522E9DFB65E}" dt="2020-08-18T14:02:06.951" v="4722" actId="20577"/>
          <ac:spMkLst>
            <pc:docMk/>
            <pc:sldMk cId="1051219299" sldId="298"/>
            <ac:spMk id="4" creationId="{EB1BD3C0-FF3E-4E6D-9033-B223EF53FA24}"/>
          </ac:spMkLst>
        </pc:spChg>
        <pc:picChg chg="del">
          <ac:chgData name="Ella Vetter" userId="c6918cf5-f6c0-43cc-8499-a1f635017de9" providerId="ADAL" clId="{03D8DEAE-739D-469B-904C-2522E9DFB65E}" dt="2020-08-18T13:52:34.878" v="4472" actId="478"/>
          <ac:picMkLst>
            <pc:docMk/>
            <pc:sldMk cId="1051219299" sldId="298"/>
            <ac:picMk id="5" creationId="{18F13F68-31A4-44C3-A204-1BAF662F94A0}"/>
          </ac:picMkLst>
        </pc:picChg>
        <pc:picChg chg="add mod">
          <ac:chgData name="Ella Vetter" userId="c6918cf5-f6c0-43cc-8499-a1f635017de9" providerId="ADAL" clId="{03D8DEAE-739D-469B-904C-2522E9DFB65E}" dt="2020-08-18T14:01:51.220" v="4704" actId="1076"/>
          <ac:picMkLst>
            <pc:docMk/>
            <pc:sldMk cId="1051219299" sldId="298"/>
            <ac:picMk id="6" creationId="{C3D66F7A-74D1-42AF-833B-FDBB476FF694}"/>
          </ac:picMkLst>
        </pc:picChg>
      </pc:sldChg>
      <pc:sldChg chg="delSp modSp add mod">
        <pc:chgData name="Ella Vetter" userId="c6918cf5-f6c0-43cc-8499-a1f635017de9" providerId="ADAL" clId="{03D8DEAE-739D-469B-904C-2522E9DFB65E}" dt="2020-08-18T14:06:03.097" v="4799" actId="1076"/>
        <pc:sldMkLst>
          <pc:docMk/>
          <pc:sldMk cId="1260842860" sldId="299"/>
        </pc:sldMkLst>
        <pc:spChg chg="mod">
          <ac:chgData name="Ella Vetter" userId="c6918cf5-f6c0-43cc-8499-a1f635017de9" providerId="ADAL" clId="{03D8DEAE-739D-469B-904C-2522E9DFB65E}" dt="2020-08-18T14:02:30.514" v="4726" actId="1076"/>
          <ac:spMkLst>
            <pc:docMk/>
            <pc:sldMk cId="1260842860" sldId="299"/>
            <ac:spMk id="2" creationId="{67990642-98C9-4E05-8DEA-8CB111834A2B}"/>
          </ac:spMkLst>
        </pc:spChg>
        <pc:spChg chg="mod">
          <ac:chgData name="Ella Vetter" userId="c6918cf5-f6c0-43cc-8499-a1f635017de9" providerId="ADAL" clId="{03D8DEAE-739D-469B-904C-2522E9DFB65E}" dt="2020-08-18T14:06:03.097" v="4799" actId="1076"/>
          <ac:spMkLst>
            <pc:docMk/>
            <pc:sldMk cId="1260842860" sldId="299"/>
            <ac:spMk id="4" creationId="{EB1BD3C0-FF3E-4E6D-9033-B223EF53FA24}"/>
          </ac:spMkLst>
        </pc:spChg>
        <pc:picChg chg="del">
          <ac:chgData name="Ella Vetter" userId="c6918cf5-f6c0-43cc-8499-a1f635017de9" providerId="ADAL" clId="{03D8DEAE-739D-469B-904C-2522E9DFB65E}" dt="2020-08-18T14:02:29.289" v="4724" actId="478"/>
          <ac:picMkLst>
            <pc:docMk/>
            <pc:sldMk cId="1260842860" sldId="299"/>
            <ac:picMk id="6" creationId="{C3D66F7A-74D1-42AF-833B-FDBB476FF694}"/>
          </ac:picMkLst>
        </pc:picChg>
      </pc:sldChg>
      <pc:sldChg chg="addSp delSp new del mod">
        <pc:chgData name="Ella Vetter" userId="c6918cf5-f6c0-43cc-8499-a1f635017de9" providerId="ADAL" clId="{03D8DEAE-739D-469B-904C-2522E9DFB65E}" dt="2020-08-18T14:12:50.243" v="4880" actId="47"/>
        <pc:sldMkLst>
          <pc:docMk/>
          <pc:sldMk cId="4110648707" sldId="300"/>
        </pc:sldMkLst>
        <pc:spChg chg="del">
          <ac:chgData name="Ella Vetter" userId="c6918cf5-f6c0-43cc-8499-a1f635017de9" providerId="ADAL" clId="{03D8DEAE-739D-469B-904C-2522E9DFB65E}" dt="2020-08-18T14:10:46.017" v="4801" actId="478"/>
          <ac:spMkLst>
            <pc:docMk/>
            <pc:sldMk cId="4110648707" sldId="300"/>
            <ac:spMk id="3" creationId="{3A29EF87-A7F7-49F3-8649-E5CEEA374DA6}"/>
          </ac:spMkLst>
        </pc:spChg>
        <pc:picChg chg="add del">
          <ac:chgData name="Ella Vetter" userId="c6918cf5-f6c0-43cc-8499-a1f635017de9" providerId="ADAL" clId="{03D8DEAE-739D-469B-904C-2522E9DFB65E}" dt="2020-08-18T14:11:03.368" v="4809" actId="21"/>
          <ac:picMkLst>
            <pc:docMk/>
            <pc:sldMk cId="4110648707" sldId="300"/>
            <ac:picMk id="5" creationId="{06E1EC75-37F3-4792-BC34-AF6F50ADF113}"/>
          </ac:picMkLst>
        </pc:picChg>
      </pc:sldChg>
      <pc:sldChg chg="addSp delSp modSp add mod ord">
        <pc:chgData name="Ella Vetter" userId="c6918cf5-f6c0-43cc-8499-a1f635017de9" providerId="ADAL" clId="{03D8DEAE-739D-469B-904C-2522E9DFB65E}" dt="2020-08-18T14:30:29.765" v="5295" actId="14100"/>
        <pc:sldMkLst>
          <pc:docMk/>
          <pc:sldMk cId="2307844789" sldId="301"/>
        </pc:sldMkLst>
        <pc:spChg chg="mod">
          <ac:chgData name="Ella Vetter" userId="c6918cf5-f6c0-43cc-8499-a1f635017de9" providerId="ADAL" clId="{03D8DEAE-739D-469B-904C-2522E9DFB65E}" dt="2020-08-18T14:30:29.765" v="5295" actId="14100"/>
          <ac:spMkLst>
            <pc:docMk/>
            <pc:sldMk cId="2307844789" sldId="301"/>
            <ac:spMk id="2" creationId="{67990642-98C9-4E05-8DEA-8CB111834A2B}"/>
          </ac:spMkLst>
        </pc:spChg>
        <pc:spChg chg="mod">
          <ac:chgData name="Ella Vetter" userId="c6918cf5-f6c0-43cc-8499-a1f635017de9" providerId="ADAL" clId="{03D8DEAE-739D-469B-904C-2522E9DFB65E}" dt="2020-08-18T14:30:09.896" v="5289" actId="14100"/>
          <ac:spMkLst>
            <pc:docMk/>
            <pc:sldMk cId="2307844789" sldId="301"/>
            <ac:spMk id="4" creationId="{EB1BD3C0-FF3E-4E6D-9033-B223EF53FA24}"/>
          </ac:spMkLst>
        </pc:spChg>
        <pc:picChg chg="add mod">
          <ac:chgData name="Ella Vetter" userId="c6918cf5-f6c0-43cc-8499-a1f635017de9" providerId="ADAL" clId="{03D8DEAE-739D-469B-904C-2522E9DFB65E}" dt="2020-08-18T14:11:08.309" v="4812" actId="1076"/>
          <ac:picMkLst>
            <pc:docMk/>
            <pc:sldMk cId="2307844789" sldId="301"/>
            <ac:picMk id="3" creationId="{730165D7-2D78-42A7-ADF3-60FF3A41AC03}"/>
          </ac:picMkLst>
        </pc:picChg>
        <pc:picChg chg="del">
          <ac:chgData name="Ella Vetter" userId="c6918cf5-f6c0-43cc-8499-a1f635017de9" providerId="ADAL" clId="{03D8DEAE-739D-469B-904C-2522E9DFB65E}" dt="2020-08-18T14:11:00.907" v="4808" actId="478"/>
          <ac:picMkLst>
            <pc:docMk/>
            <pc:sldMk cId="2307844789" sldId="301"/>
            <ac:picMk id="5" creationId="{22F7D2FB-96DD-4A20-A26C-C3F2E4437829}"/>
          </ac:picMkLst>
        </pc:picChg>
      </pc:sldChg>
      <pc:sldChg chg="addSp delSp modSp add mod">
        <pc:chgData name="Ella Vetter" userId="c6918cf5-f6c0-43cc-8499-a1f635017de9" providerId="ADAL" clId="{03D8DEAE-739D-469B-904C-2522E9DFB65E}" dt="2020-08-18T14:30:25.251" v="5294" actId="14100"/>
        <pc:sldMkLst>
          <pc:docMk/>
          <pc:sldMk cId="3124823203" sldId="302"/>
        </pc:sldMkLst>
        <pc:spChg chg="del">
          <ac:chgData name="Ella Vetter" userId="c6918cf5-f6c0-43cc-8499-a1f635017de9" providerId="ADAL" clId="{03D8DEAE-739D-469B-904C-2522E9DFB65E}" dt="2020-08-18T14:30:15.982" v="5290" actId="478"/>
          <ac:spMkLst>
            <pc:docMk/>
            <pc:sldMk cId="3124823203" sldId="302"/>
            <ac:spMk id="2" creationId="{67990642-98C9-4E05-8DEA-8CB111834A2B}"/>
          </ac:spMkLst>
        </pc:spChg>
        <pc:spChg chg="mod">
          <ac:chgData name="Ella Vetter" userId="c6918cf5-f6c0-43cc-8499-a1f635017de9" providerId="ADAL" clId="{03D8DEAE-739D-469B-904C-2522E9DFB65E}" dt="2020-08-18T14:30:21.396" v="5293" actId="14100"/>
          <ac:spMkLst>
            <pc:docMk/>
            <pc:sldMk cId="3124823203" sldId="302"/>
            <ac:spMk id="4" creationId="{EB1BD3C0-FF3E-4E6D-9033-B223EF53FA24}"/>
          </ac:spMkLst>
        </pc:spChg>
        <pc:spChg chg="add del mod">
          <ac:chgData name="Ella Vetter" userId="c6918cf5-f6c0-43cc-8499-a1f635017de9" providerId="ADAL" clId="{03D8DEAE-739D-469B-904C-2522E9DFB65E}" dt="2020-08-18T14:30:18.102" v="5292" actId="478"/>
          <ac:spMkLst>
            <pc:docMk/>
            <pc:sldMk cId="3124823203" sldId="302"/>
            <ac:spMk id="8" creationId="{366D18DF-0CB9-4388-9031-9BC2E99B9650}"/>
          </ac:spMkLst>
        </pc:spChg>
        <pc:spChg chg="add mod">
          <ac:chgData name="Ella Vetter" userId="c6918cf5-f6c0-43cc-8499-a1f635017de9" providerId="ADAL" clId="{03D8DEAE-739D-469B-904C-2522E9DFB65E}" dt="2020-08-18T14:30:25.251" v="5294" actId="14100"/>
          <ac:spMkLst>
            <pc:docMk/>
            <pc:sldMk cId="3124823203" sldId="302"/>
            <ac:spMk id="9" creationId="{15F419EE-59D4-4AEC-AC5D-6911E0DE8B82}"/>
          </ac:spMkLst>
        </pc:spChg>
        <pc:picChg chg="del">
          <ac:chgData name="Ella Vetter" userId="c6918cf5-f6c0-43cc-8499-a1f635017de9" providerId="ADAL" clId="{03D8DEAE-739D-469B-904C-2522E9DFB65E}" dt="2020-08-18T14:12:54.604" v="4882" actId="478"/>
          <ac:picMkLst>
            <pc:docMk/>
            <pc:sldMk cId="3124823203" sldId="302"/>
            <ac:picMk id="3" creationId="{730165D7-2D78-42A7-ADF3-60FF3A41AC03}"/>
          </ac:picMkLst>
        </pc:picChg>
        <pc:picChg chg="add mod">
          <ac:chgData name="Ella Vetter" userId="c6918cf5-f6c0-43cc-8499-a1f635017de9" providerId="ADAL" clId="{03D8DEAE-739D-469B-904C-2522E9DFB65E}" dt="2020-08-18T14:15:08.923" v="4969" actId="1076"/>
          <ac:picMkLst>
            <pc:docMk/>
            <pc:sldMk cId="3124823203" sldId="302"/>
            <ac:picMk id="6" creationId="{D746C555-403C-4446-9D53-5D2E54BF683B}"/>
          </ac:picMkLst>
        </pc:picChg>
      </pc:sldChg>
      <pc:sldChg chg="addSp delSp modSp add mod">
        <pc:chgData name="Ella Vetter" userId="c6918cf5-f6c0-43cc-8499-a1f635017de9" providerId="ADAL" clId="{03D8DEAE-739D-469B-904C-2522E9DFB65E}" dt="2020-08-18T20:01:53.328" v="8652" actId="11"/>
        <pc:sldMkLst>
          <pc:docMk/>
          <pc:sldMk cId="2314639853" sldId="303"/>
        </pc:sldMkLst>
        <pc:spChg chg="del">
          <ac:chgData name="Ella Vetter" userId="c6918cf5-f6c0-43cc-8499-a1f635017de9" providerId="ADAL" clId="{03D8DEAE-739D-469B-904C-2522E9DFB65E}" dt="2020-08-18T14:30:36.918" v="5296" actId="478"/>
          <ac:spMkLst>
            <pc:docMk/>
            <pc:sldMk cId="2314639853" sldId="303"/>
            <ac:spMk id="2" creationId="{67990642-98C9-4E05-8DEA-8CB111834A2B}"/>
          </ac:spMkLst>
        </pc:spChg>
        <pc:spChg chg="mod">
          <ac:chgData name="Ella Vetter" userId="c6918cf5-f6c0-43cc-8499-a1f635017de9" providerId="ADAL" clId="{03D8DEAE-739D-469B-904C-2522E9DFB65E}" dt="2020-08-18T20:01:53.328" v="8652" actId="11"/>
          <ac:spMkLst>
            <pc:docMk/>
            <pc:sldMk cId="2314639853" sldId="303"/>
            <ac:spMk id="4" creationId="{EB1BD3C0-FF3E-4E6D-9033-B223EF53FA24}"/>
          </ac:spMkLst>
        </pc:spChg>
        <pc:spChg chg="add del mod">
          <ac:chgData name="Ella Vetter" userId="c6918cf5-f6c0-43cc-8499-a1f635017de9" providerId="ADAL" clId="{03D8DEAE-739D-469B-904C-2522E9DFB65E}" dt="2020-08-18T14:30:39.126" v="5298" actId="478"/>
          <ac:spMkLst>
            <pc:docMk/>
            <pc:sldMk cId="2314639853" sldId="303"/>
            <ac:spMk id="8" creationId="{951CF073-C05B-46C8-9A05-760C991F7F2A}"/>
          </ac:spMkLst>
        </pc:spChg>
        <pc:spChg chg="add">
          <ac:chgData name="Ella Vetter" userId="c6918cf5-f6c0-43cc-8499-a1f635017de9" providerId="ADAL" clId="{03D8DEAE-739D-469B-904C-2522E9DFB65E}" dt="2020-08-18T14:30:37.235" v="5297" actId="22"/>
          <ac:spMkLst>
            <pc:docMk/>
            <pc:sldMk cId="2314639853" sldId="303"/>
            <ac:spMk id="10" creationId="{C822AC81-D4A6-475A-97B4-0B1E95B693EE}"/>
          </ac:spMkLst>
        </pc:spChg>
        <pc:picChg chg="add mod">
          <ac:chgData name="Ella Vetter" userId="c6918cf5-f6c0-43cc-8499-a1f635017de9" providerId="ADAL" clId="{03D8DEAE-739D-469B-904C-2522E9DFB65E}" dt="2020-08-18T14:23:07.671" v="5034" actId="14100"/>
          <ac:picMkLst>
            <pc:docMk/>
            <pc:sldMk cId="2314639853" sldId="303"/>
            <ac:picMk id="5" creationId="{91B01B0B-801D-4ED1-83DA-55863D643211}"/>
          </ac:picMkLst>
        </pc:picChg>
        <pc:picChg chg="del">
          <ac:chgData name="Ella Vetter" userId="c6918cf5-f6c0-43cc-8499-a1f635017de9" providerId="ADAL" clId="{03D8DEAE-739D-469B-904C-2522E9DFB65E}" dt="2020-08-18T14:15:22.413" v="4973" actId="478"/>
          <ac:picMkLst>
            <pc:docMk/>
            <pc:sldMk cId="2314639853" sldId="303"/>
            <ac:picMk id="6" creationId="{D746C555-403C-4446-9D53-5D2E54BF683B}"/>
          </ac:picMkLst>
        </pc:picChg>
      </pc:sldChg>
      <pc:sldChg chg="addSp delSp modSp add mod">
        <pc:chgData name="Ella Vetter" userId="c6918cf5-f6c0-43cc-8499-a1f635017de9" providerId="ADAL" clId="{03D8DEAE-739D-469B-904C-2522E9DFB65E}" dt="2020-08-18T20:01:59.848" v="8653" actId="11"/>
        <pc:sldMkLst>
          <pc:docMk/>
          <pc:sldMk cId="479836661" sldId="304"/>
        </pc:sldMkLst>
        <pc:spChg chg="del">
          <ac:chgData name="Ella Vetter" userId="c6918cf5-f6c0-43cc-8499-a1f635017de9" providerId="ADAL" clId="{03D8DEAE-739D-469B-904C-2522E9DFB65E}" dt="2020-08-18T14:30:46.059" v="5300" actId="478"/>
          <ac:spMkLst>
            <pc:docMk/>
            <pc:sldMk cId="479836661" sldId="304"/>
            <ac:spMk id="2" creationId="{67990642-98C9-4E05-8DEA-8CB111834A2B}"/>
          </ac:spMkLst>
        </pc:spChg>
        <pc:spChg chg="mod">
          <ac:chgData name="Ella Vetter" userId="c6918cf5-f6c0-43cc-8499-a1f635017de9" providerId="ADAL" clId="{03D8DEAE-739D-469B-904C-2522E9DFB65E}" dt="2020-08-18T20:01:59.848" v="8653" actId="11"/>
          <ac:spMkLst>
            <pc:docMk/>
            <pc:sldMk cId="479836661" sldId="304"/>
            <ac:spMk id="4" creationId="{EB1BD3C0-FF3E-4E6D-9033-B223EF53FA24}"/>
          </ac:spMkLst>
        </pc:spChg>
        <pc:spChg chg="add del mod">
          <ac:chgData name="Ella Vetter" userId="c6918cf5-f6c0-43cc-8499-a1f635017de9" providerId="ADAL" clId="{03D8DEAE-739D-469B-904C-2522E9DFB65E}" dt="2020-08-18T14:30:49.953" v="5302" actId="478"/>
          <ac:spMkLst>
            <pc:docMk/>
            <pc:sldMk cId="479836661" sldId="304"/>
            <ac:spMk id="11" creationId="{EB4100AE-35D4-4979-9CC0-337D916A4DD4}"/>
          </ac:spMkLst>
        </pc:spChg>
        <pc:spChg chg="add mod">
          <ac:chgData name="Ella Vetter" userId="c6918cf5-f6c0-43cc-8499-a1f635017de9" providerId="ADAL" clId="{03D8DEAE-739D-469B-904C-2522E9DFB65E}" dt="2020-08-18T14:30:52.106" v="5303" actId="14100"/>
          <ac:spMkLst>
            <pc:docMk/>
            <pc:sldMk cId="479836661" sldId="304"/>
            <ac:spMk id="13" creationId="{9BD8847A-8F96-4556-A3A8-DBA070EDD55A}"/>
          </ac:spMkLst>
        </pc:spChg>
        <pc:grpChg chg="add mod">
          <ac:chgData name="Ella Vetter" userId="c6918cf5-f6c0-43cc-8499-a1f635017de9" providerId="ADAL" clId="{03D8DEAE-739D-469B-904C-2522E9DFB65E}" dt="2020-08-18T14:39:00.339" v="5667" actId="1076"/>
          <ac:grpSpMkLst>
            <pc:docMk/>
            <pc:sldMk cId="479836661" sldId="304"/>
            <ac:grpSpMk id="9" creationId="{46EEBFB4-F061-4EB9-92D8-1A4DC4055E7F}"/>
          </ac:grpSpMkLst>
        </pc:grpChg>
        <pc:picChg chg="del">
          <ac:chgData name="Ella Vetter" userId="c6918cf5-f6c0-43cc-8499-a1f635017de9" providerId="ADAL" clId="{03D8DEAE-739D-469B-904C-2522E9DFB65E}" dt="2020-08-18T14:24:54.410" v="5104" actId="478"/>
          <ac:picMkLst>
            <pc:docMk/>
            <pc:sldMk cId="479836661" sldId="304"/>
            <ac:picMk id="5" creationId="{91B01B0B-801D-4ED1-83DA-55863D643211}"/>
          </ac:picMkLst>
        </pc:picChg>
        <pc:picChg chg="add mod modCrop">
          <ac:chgData name="Ella Vetter" userId="c6918cf5-f6c0-43cc-8499-a1f635017de9" providerId="ADAL" clId="{03D8DEAE-739D-469B-904C-2522E9DFB65E}" dt="2020-08-18T14:25:50.993" v="5117" actId="164"/>
          <ac:picMkLst>
            <pc:docMk/>
            <pc:sldMk cId="479836661" sldId="304"/>
            <ac:picMk id="6" creationId="{EB155448-AC48-4E62-8DBD-C02F41B61F43}"/>
          </ac:picMkLst>
        </pc:picChg>
        <pc:picChg chg="add mod modCrop">
          <ac:chgData name="Ella Vetter" userId="c6918cf5-f6c0-43cc-8499-a1f635017de9" providerId="ADAL" clId="{03D8DEAE-739D-469B-904C-2522E9DFB65E}" dt="2020-08-18T14:25:50.993" v="5117" actId="164"/>
          <ac:picMkLst>
            <pc:docMk/>
            <pc:sldMk cId="479836661" sldId="304"/>
            <ac:picMk id="8" creationId="{27ACF8F8-C63B-43F6-B183-788B3775F69A}"/>
          </ac:picMkLst>
        </pc:picChg>
      </pc:sldChg>
      <pc:sldChg chg="addSp delSp modSp add mod addCm modCm">
        <pc:chgData name="Ella Vetter" userId="c6918cf5-f6c0-43cc-8499-a1f635017de9" providerId="ADAL" clId="{03D8DEAE-739D-469B-904C-2522E9DFB65E}" dt="2020-08-18T20:02:08.287" v="8654" actId="11"/>
        <pc:sldMkLst>
          <pc:docMk/>
          <pc:sldMk cId="3678233466" sldId="305"/>
        </pc:sldMkLst>
        <pc:spChg chg="del">
          <ac:chgData name="Ella Vetter" userId="c6918cf5-f6c0-43cc-8499-a1f635017de9" providerId="ADAL" clId="{03D8DEAE-739D-469B-904C-2522E9DFB65E}" dt="2020-08-18T14:31:06.996" v="5307" actId="478"/>
          <ac:spMkLst>
            <pc:docMk/>
            <pc:sldMk cId="3678233466" sldId="305"/>
            <ac:spMk id="2" creationId="{67990642-98C9-4E05-8DEA-8CB111834A2B}"/>
          </ac:spMkLst>
        </pc:spChg>
        <pc:spChg chg="mod">
          <ac:chgData name="Ella Vetter" userId="c6918cf5-f6c0-43cc-8499-a1f635017de9" providerId="ADAL" clId="{03D8DEAE-739D-469B-904C-2522E9DFB65E}" dt="2020-08-18T20:02:08.287" v="8654" actId="11"/>
          <ac:spMkLst>
            <pc:docMk/>
            <pc:sldMk cId="3678233466" sldId="305"/>
            <ac:spMk id="4" creationId="{EB1BD3C0-FF3E-4E6D-9033-B223EF53FA24}"/>
          </ac:spMkLst>
        </pc:spChg>
        <pc:spChg chg="add del mod">
          <ac:chgData name="Ella Vetter" userId="c6918cf5-f6c0-43cc-8499-a1f635017de9" providerId="ADAL" clId="{03D8DEAE-739D-469B-904C-2522E9DFB65E}" dt="2020-08-18T14:31:09.025" v="5309" actId="478"/>
          <ac:spMkLst>
            <pc:docMk/>
            <pc:sldMk cId="3678233466" sldId="305"/>
            <ac:spMk id="5" creationId="{D5579207-FAD2-495F-9F0C-99C6159CDF1C}"/>
          </ac:spMkLst>
        </pc:spChg>
        <pc:spChg chg="add mod">
          <ac:chgData name="Ella Vetter" userId="c6918cf5-f6c0-43cc-8499-a1f635017de9" providerId="ADAL" clId="{03D8DEAE-739D-469B-904C-2522E9DFB65E}" dt="2020-08-18T14:36:30.743" v="5429" actId="14100"/>
          <ac:spMkLst>
            <pc:docMk/>
            <pc:sldMk cId="3678233466" sldId="305"/>
            <ac:spMk id="7" creationId="{733E857A-7829-4616-9B6C-3539713A6D57}"/>
          </ac:spMkLst>
        </pc:spChg>
        <pc:grpChg chg="del">
          <ac:chgData name="Ella Vetter" userId="c6918cf5-f6c0-43cc-8499-a1f635017de9" providerId="ADAL" clId="{03D8DEAE-739D-469B-904C-2522E9DFB65E}" dt="2020-08-18T14:27:39.098" v="5156" actId="478"/>
          <ac:grpSpMkLst>
            <pc:docMk/>
            <pc:sldMk cId="3678233466" sldId="305"/>
            <ac:grpSpMk id="9" creationId="{46EEBFB4-F061-4EB9-92D8-1A4DC4055E7F}"/>
          </ac:grpSpMkLst>
        </pc:grpChg>
        <pc:picChg chg="add del">
          <ac:chgData name="Ella Vetter" userId="c6918cf5-f6c0-43cc-8499-a1f635017de9" providerId="ADAL" clId="{03D8DEAE-739D-469B-904C-2522E9DFB65E}" dt="2020-08-18T14:36:20.659" v="5423" actId="478"/>
          <ac:picMkLst>
            <pc:docMk/>
            <pc:sldMk cId="3678233466" sldId="305"/>
            <ac:picMk id="12" creationId="{ED852CA5-12EF-48E5-98D4-F4E216D9D53B}"/>
          </ac:picMkLst>
        </pc:picChg>
        <pc:picChg chg="add mod">
          <ac:chgData name="Ella Vetter" userId="c6918cf5-f6c0-43cc-8499-a1f635017de9" providerId="ADAL" clId="{03D8DEAE-739D-469B-904C-2522E9DFB65E}" dt="2020-08-18T14:39:07.405" v="5673" actId="1076"/>
          <ac:picMkLst>
            <pc:docMk/>
            <pc:sldMk cId="3678233466" sldId="305"/>
            <ac:picMk id="14" creationId="{0C1F5A63-B4E4-487A-ADAE-F4F2CFFA1A2A}"/>
          </ac:picMkLst>
        </pc:picChg>
      </pc:sldChg>
      <pc:sldChg chg="new del">
        <pc:chgData name="Ella Vetter" userId="c6918cf5-f6c0-43cc-8499-a1f635017de9" providerId="ADAL" clId="{03D8DEAE-739D-469B-904C-2522E9DFB65E}" dt="2020-08-18T14:32:31.720" v="5379" actId="47"/>
        <pc:sldMkLst>
          <pc:docMk/>
          <pc:sldMk cId="2068146712" sldId="306"/>
        </pc:sldMkLst>
      </pc:sldChg>
      <pc:sldChg chg="addSp delSp modSp add mod ord">
        <pc:chgData name="Ella Vetter" userId="c6918cf5-f6c0-43cc-8499-a1f635017de9" providerId="ADAL" clId="{03D8DEAE-739D-469B-904C-2522E9DFB65E}" dt="2020-08-18T20:19:44.810" v="8785" actId="20577"/>
        <pc:sldMkLst>
          <pc:docMk/>
          <pc:sldMk cId="3024852514" sldId="306"/>
        </pc:sldMkLst>
        <pc:spChg chg="mod">
          <ac:chgData name="Ella Vetter" userId="c6918cf5-f6c0-43cc-8499-a1f635017de9" providerId="ADAL" clId="{03D8DEAE-739D-469B-904C-2522E9DFB65E}" dt="2020-08-18T20:18:56.527" v="8783" actId="13926"/>
          <ac:spMkLst>
            <pc:docMk/>
            <pc:sldMk cId="3024852514" sldId="306"/>
            <ac:spMk id="2" creationId="{67990642-98C9-4E05-8DEA-8CB111834A2B}"/>
          </ac:spMkLst>
        </pc:spChg>
        <pc:spChg chg="del mod">
          <ac:chgData name="Ella Vetter" userId="c6918cf5-f6c0-43cc-8499-a1f635017de9" providerId="ADAL" clId="{03D8DEAE-739D-469B-904C-2522E9DFB65E}" dt="2020-08-18T20:15:18.943" v="8703" actId="22"/>
          <ac:spMkLst>
            <pc:docMk/>
            <pc:sldMk cId="3024852514" sldId="306"/>
            <ac:spMk id="4" creationId="{EB1BD3C0-FF3E-4E6D-9033-B223EF53FA24}"/>
          </ac:spMkLst>
        </pc:spChg>
        <pc:spChg chg="add mod">
          <ac:chgData name="Ella Vetter" userId="c6918cf5-f6c0-43cc-8499-a1f635017de9" providerId="ADAL" clId="{03D8DEAE-739D-469B-904C-2522E9DFB65E}" dt="2020-08-18T20:19:44.810" v="8785" actId="20577"/>
          <ac:spMkLst>
            <pc:docMk/>
            <pc:sldMk cId="3024852514" sldId="306"/>
            <ac:spMk id="7" creationId="{12D004DF-5DD8-41D5-86AA-AACBE4E3EAC1}"/>
          </ac:spMkLst>
        </pc:spChg>
        <pc:picChg chg="add mod ord">
          <ac:chgData name="Ella Vetter" userId="c6918cf5-f6c0-43cc-8499-a1f635017de9" providerId="ADAL" clId="{03D8DEAE-739D-469B-904C-2522E9DFB65E}" dt="2020-08-18T20:19:42.336" v="8784" actId="1076"/>
          <ac:picMkLst>
            <pc:docMk/>
            <pc:sldMk cId="3024852514" sldId="306"/>
            <ac:picMk id="5" creationId="{864BC9CB-F1A3-425B-B847-299A03CE5075}"/>
          </ac:picMkLst>
        </pc:picChg>
        <pc:picChg chg="del">
          <ac:chgData name="Ella Vetter" userId="c6918cf5-f6c0-43cc-8499-a1f635017de9" providerId="ADAL" clId="{03D8DEAE-739D-469B-904C-2522E9DFB65E}" dt="2020-08-18T14:33:17.228" v="5398" actId="478"/>
          <ac:picMkLst>
            <pc:docMk/>
            <pc:sldMk cId="3024852514" sldId="306"/>
            <ac:picMk id="8" creationId="{9AE14368-4327-482C-9E6F-88344B771F4B}"/>
          </ac:picMkLst>
        </pc:picChg>
      </pc:sldChg>
      <pc:sldChg chg="delSp modSp add mod ord">
        <pc:chgData name="Ella Vetter" userId="c6918cf5-f6c0-43cc-8499-a1f635017de9" providerId="ADAL" clId="{03D8DEAE-739D-469B-904C-2522E9DFB65E}" dt="2020-08-19T20:46:30.241" v="9022" actId="1036"/>
        <pc:sldMkLst>
          <pc:docMk/>
          <pc:sldMk cId="863958273" sldId="307"/>
        </pc:sldMkLst>
        <pc:spChg chg="mod">
          <ac:chgData name="Ella Vetter" userId="c6918cf5-f6c0-43cc-8499-a1f635017de9" providerId="ADAL" clId="{03D8DEAE-739D-469B-904C-2522E9DFB65E}" dt="2020-08-19T20:46:30.241" v="9022" actId="1036"/>
          <ac:spMkLst>
            <pc:docMk/>
            <pc:sldMk cId="863958273" sldId="307"/>
            <ac:spMk id="4" creationId="{EB1BD3C0-FF3E-4E6D-9033-B223EF53FA24}"/>
          </ac:spMkLst>
        </pc:spChg>
        <pc:spChg chg="mod">
          <ac:chgData name="Ella Vetter" userId="c6918cf5-f6c0-43cc-8499-a1f635017de9" providerId="ADAL" clId="{03D8DEAE-739D-469B-904C-2522E9DFB65E}" dt="2020-08-18T14:49:12.070" v="5891" actId="14100"/>
          <ac:spMkLst>
            <pc:docMk/>
            <pc:sldMk cId="863958273" sldId="307"/>
            <ac:spMk id="7" creationId="{733E857A-7829-4616-9B6C-3539713A6D57}"/>
          </ac:spMkLst>
        </pc:spChg>
        <pc:picChg chg="del">
          <ac:chgData name="Ella Vetter" userId="c6918cf5-f6c0-43cc-8499-a1f635017de9" providerId="ADAL" clId="{03D8DEAE-739D-469B-904C-2522E9DFB65E}" dt="2020-08-18T14:38:16.428" v="5636" actId="478"/>
          <ac:picMkLst>
            <pc:docMk/>
            <pc:sldMk cId="863958273" sldId="307"/>
            <ac:picMk id="14" creationId="{0C1F5A63-B4E4-487A-ADAE-F4F2CFFA1A2A}"/>
          </ac:picMkLst>
        </pc:picChg>
      </pc:sldChg>
      <pc:sldChg chg="modSp add del mod">
        <pc:chgData name="Ella Vetter" userId="c6918cf5-f6c0-43cc-8499-a1f635017de9" providerId="ADAL" clId="{03D8DEAE-739D-469B-904C-2522E9DFB65E}" dt="2020-08-18T14:49:26.840" v="5910" actId="47"/>
        <pc:sldMkLst>
          <pc:docMk/>
          <pc:sldMk cId="3414845168" sldId="308"/>
        </pc:sldMkLst>
        <pc:spChg chg="mod">
          <ac:chgData name="Ella Vetter" userId="c6918cf5-f6c0-43cc-8499-a1f635017de9" providerId="ADAL" clId="{03D8DEAE-739D-469B-904C-2522E9DFB65E}" dt="2020-08-18T14:49:08.062" v="5890" actId="20577"/>
          <ac:spMkLst>
            <pc:docMk/>
            <pc:sldMk cId="3414845168" sldId="308"/>
            <ac:spMk id="4" creationId="{EB1BD3C0-FF3E-4E6D-9033-B223EF53FA24}"/>
          </ac:spMkLst>
        </pc:spChg>
      </pc:sldChg>
      <pc:sldChg chg="modSp add mod">
        <pc:chgData name="Ella Vetter" userId="c6918cf5-f6c0-43cc-8499-a1f635017de9" providerId="ADAL" clId="{03D8DEAE-739D-469B-904C-2522E9DFB65E}" dt="2020-08-18T14:59:44.495" v="6111" actId="20577"/>
        <pc:sldMkLst>
          <pc:docMk/>
          <pc:sldMk cId="967811762" sldId="309"/>
        </pc:sldMkLst>
        <pc:spChg chg="mod">
          <ac:chgData name="Ella Vetter" userId="c6918cf5-f6c0-43cc-8499-a1f635017de9" providerId="ADAL" clId="{03D8DEAE-739D-469B-904C-2522E9DFB65E}" dt="2020-08-18T14:59:44.495" v="6111" actId="20577"/>
          <ac:spMkLst>
            <pc:docMk/>
            <pc:sldMk cId="967811762" sldId="309"/>
            <ac:spMk id="4" creationId="{EB1BD3C0-FF3E-4E6D-9033-B223EF53FA24}"/>
          </ac:spMkLst>
        </pc:spChg>
      </pc:sldChg>
      <pc:sldChg chg="addSp delSp modSp add mod setBg setClrOvrMap">
        <pc:chgData name="Ella Vetter" userId="c6918cf5-f6c0-43cc-8499-a1f635017de9" providerId="ADAL" clId="{03D8DEAE-739D-469B-904C-2522E9DFB65E}" dt="2020-08-18T14:58:10.675" v="6026" actId="20577"/>
        <pc:sldMkLst>
          <pc:docMk/>
          <pc:sldMk cId="2087496391" sldId="310"/>
        </pc:sldMkLst>
        <pc:spChg chg="mod ord">
          <ac:chgData name="Ella Vetter" userId="c6918cf5-f6c0-43cc-8499-a1f635017de9" providerId="ADAL" clId="{03D8DEAE-739D-469B-904C-2522E9DFB65E}" dt="2020-08-18T14:58:10.675" v="6026" actId="20577"/>
          <ac:spMkLst>
            <pc:docMk/>
            <pc:sldMk cId="2087496391" sldId="310"/>
            <ac:spMk id="4" creationId="{EB1BD3C0-FF3E-4E6D-9033-B223EF53FA24}"/>
          </ac:spMkLst>
        </pc:spChg>
        <pc:spChg chg="mod">
          <ac:chgData name="Ella Vetter" userId="c6918cf5-f6c0-43cc-8499-a1f635017de9" providerId="ADAL" clId="{03D8DEAE-739D-469B-904C-2522E9DFB65E}" dt="2020-08-18T14:55:02.916" v="5980" actId="26606"/>
          <ac:spMkLst>
            <pc:docMk/>
            <pc:sldMk cId="2087496391" sldId="310"/>
            <ac:spMk id="7" creationId="{733E857A-7829-4616-9B6C-3539713A6D57}"/>
          </ac:spMkLst>
        </pc:spChg>
        <pc:spChg chg="add del">
          <ac:chgData name="Ella Vetter" userId="c6918cf5-f6c0-43cc-8499-a1f635017de9" providerId="ADAL" clId="{03D8DEAE-739D-469B-904C-2522E9DFB65E}" dt="2020-08-18T14:55:02.916" v="5980" actId="26606"/>
          <ac:spMkLst>
            <pc:docMk/>
            <pc:sldMk cId="2087496391" sldId="310"/>
            <ac:spMk id="12" creationId="{A3BAF07C-C39E-42EB-BB22-8D46691D9735}"/>
          </ac:spMkLst>
        </pc:spChg>
        <pc:spChg chg="add del">
          <ac:chgData name="Ella Vetter" userId="c6918cf5-f6c0-43cc-8499-a1f635017de9" providerId="ADAL" clId="{03D8DEAE-739D-469B-904C-2522E9DFB65E}" dt="2020-08-18T14:55:02.916" v="5980" actId="26606"/>
          <ac:spMkLst>
            <pc:docMk/>
            <pc:sldMk cId="2087496391" sldId="310"/>
            <ac:spMk id="35" creationId="{44C110BA-81E8-4247-853A-5F2B93E92E46}"/>
          </ac:spMkLst>
        </pc:spChg>
        <pc:grpChg chg="add del">
          <ac:chgData name="Ella Vetter" userId="c6918cf5-f6c0-43cc-8499-a1f635017de9" providerId="ADAL" clId="{03D8DEAE-739D-469B-904C-2522E9DFB65E}" dt="2020-08-18T14:55:02.916" v="5980" actId="26606"/>
          <ac:grpSpMkLst>
            <pc:docMk/>
            <pc:sldMk cId="2087496391" sldId="310"/>
            <ac:grpSpMk id="14" creationId="{D8E9CF54-0466-4261-9E62-0249E60E1886}"/>
          </ac:grpSpMkLst>
        </pc:grpChg>
        <pc:picChg chg="add mod">
          <ac:chgData name="Ella Vetter" userId="c6918cf5-f6c0-43cc-8499-a1f635017de9" providerId="ADAL" clId="{03D8DEAE-739D-469B-904C-2522E9DFB65E}" dt="2020-08-18T14:55:31.262" v="5983" actId="1076"/>
          <ac:picMkLst>
            <pc:docMk/>
            <pc:sldMk cId="2087496391" sldId="310"/>
            <ac:picMk id="3" creationId="{654791F9-0F9D-43BE-9F31-06C8AF764A4C}"/>
          </ac:picMkLst>
        </pc:picChg>
      </pc:sldChg>
      <pc:sldChg chg="delSp modSp add mod">
        <pc:chgData name="Ella Vetter" userId="c6918cf5-f6c0-43cc-8499-a1f635017de9" providerId="ADAL" clId="{03D8DEAE-739D-469B-904C-2522E9DFB65E}" dt="2020-08-18T20:02:17.388" v="8655" actId="11"/>
        <pc:sldMkLst>
          <pc:docMk/>
          <pc:sldMk cId="2405233228" sldId="311"/>
        </pc:sldMkLst>
        <pc:spChg chg="mod">
          <ac:chgData name="Ella Vetter" userId="c6918cf5-f6c0-43cc-8499-a1f635017de9" providerId="ADAL" clId="{03D8DEAE-739D-469B-904C-2522E9DFB65E}" dt="2020-08-18T20:02:17.388" v="8655" actId="11"/>
          <ac:spMkLst>
            <pc:docMk/>
            <pc:sldMk cId="2405233228" sldId="311"/>
            <ac:spMk id="4" creationId="{EB1BD3C0-FF3E-4E6D-9033-B223EF53FA24}"/>
          </ac:spMkLst>
        </pc:spChg>
        <pc:picChg chg="del">
          <ac:chgData name="Ella Vetter" userId="c6918cf5-f6c0-43cc-8499-a1f635017de9" providerId="ADAL" clId="{03D8DEAE-739D-469B-904C-2522E9DFB65E}" dt="2020-08-18T14:56:43.066" v="5985" actId="478"/>
          <ac:picMkLst>
            <pc:docMk/>
            <pc:sldMk cId="2405233228" sldId="311"/>
            <ac:picMk id="14" creationId="{0C1F5A63-B4E4-487A-ADAE-F4F2CFFA1A2A}"/>
          </ac:picMkLst>
        </pc:picChg>
      </pc:sldChg>
      <pc:sldChg chg="addSp delSp modSp add mod ord">
        <pc:chgData name="Ella Vetter" userId="c6918cf5-f6c0-43cc-8499-a1f635017de9" providerId="ADAL" clId="{03D8DEAE-739D-469B-904C-2522E9DFB65E}" dt="2020-08-18T20:02:36.531" v="8656" actId="11"/>
        <pc:sldMkLst>
          <pc:docMk/>
          <pc:sldMk cId="417122223" sldId="312"/>
        </pc:sldMkLst>
        <pc:spChg chg="mod">
          <ac:chgData name="Ella Vetter" userId="c6918cf5-f6c0-43cc-8499-a1f635017de9" providerId="ADAL" clId="{03D8DEAE-739D-469B-904C-2522E9DFB65E}" dt="2020-08-18T15:05:56.624" v="6285" actId="20577"/>
          <ac:spMkLst>
            <pc:docMk/>
            <pc:sldMk cId="417122223" sldId="312"/>
            <ac:spMk id="2" creationId="{67990642-98C9-4E05-8DEA-8CB111834A2B}"/>
          </ac:spMkLst>
        </pc:spChg>
        <pc:spChg chg="mod">
          <ac:chgData name="Ella Vetter" userId="c6918cf5-f6c0-43cc-8499-a1f635017de9" providerId="ADAL" clId="{03D8DEAE-739D-469B-904C-2522E9DFB65E}" dt="2020-08-18T20:02:36.531" v="8656" actId="11"/>
          <ac:spMkLst>
            <pc:docMk/>
            <pc:sldMk cId="417122223" sldId="312"/>
            <ac:spMk id="4" creationId="{EB1BD3C0-FF3E-4E6D-9033-B223EF53FA24}"/>
          </ac:spMkLst>
        </pc:spChg>
        <pc:picChg chg="del">
          <ac:chgData name="Ella Vetter" userId="c6918cf5-f6c0-43cc-8499-a1f635017de9" providerId="ADAL" clId="{03D8DEAE-739D-469B-904C-2522E9DFB65E}" dt="2020-08-18T15:05:58.349" v="6286" actId="478"/>
          <ac:picMkLst>
            <pc:docMk/>
            <pc:sldMk cId="417122223" sldId="312"/>
            <ac:picMk id="3" creationId="{730165D7-2D78-42A7-ADF3-60FF3A41AC03}"/>
          </ac:picMkLst>
        </pc:picChg>
        <pc:picChg chg="add mod">
          <ac:chgData name="Ella Vetter" userId="c6918cf5-f6c0-43cc-8499-a1f635017de9" providerId="ADAL" clId="{03D8DEAE-739D-469B-904C-2522E9DFB65E}" dt="2020-08-18T15:09:34.584" v="6420" actId="1076"/>
          <ac:picMkLst>
            <pc:docMk/>
            <pc:sldMk cId="417122223" sldId="312"/>
            <ac:picMk id="6" creationId="{528B8F39-9A90-4725-9E4F-D5EC0F2BD06C}"/>
          </ac:picMkLst>
        </pc:picChg>
      </pc:sldChg>
      <pc:sldChg chg="addSp delSp modSp add mod">
        <pc:chgData name="Ella Vetter" userId="c6918cf5-f6c0-43cc-8499-a1f635017de9" providerId="ADAL" clId="{03D8DEAE-739D-469B-904C-2522E9DFB65E}" dt="2020-08-18T20:02:51.816" v="8657" actId="11"/>
        <pc:sldMkLst>
          <pc:docMk/>
          <pc:sldMk cId="7312146" sldId="313"/>
        </pc:sldMkLst>
        <pc:spChg chg="mod">
          <ac:chgData name="Ella Vetter" userId="c6918cf5-f6c0-43cc-8499-a1f635017de9" providerId="ADAL" clId="{03D8DEAE-739D-469B-904C-2522E9DFB65E}" dt="2020-08-18T20:02:51.816" v="8657" actId="11"/>
          <ac:spMkLst>
            <pc:docMk/>
            <pc:sldMk cId="7312146" sldId="313"/>
            <ac:spMk id="4" creationId="{EB1BD3C0-FF3E-4E6D-9033-B223EF53FA24}"/>
          </ac:spMkLst>
        </pc:spChg>
        <pc:picChg chg="add del mod">
          <ac:chgData name="Ella Vetter" userId="c6918cf5-f6c0-43cc-8499-a1f635017de9" providerId="ADAL" clId="{03D8DEAE-739D-469B-904C-2522E9DFB65E}" dt="2020-08-18T15:13:04.019" v="6564" actId="478"/>
          <ac:picMkLst>
            <pc:docMk/>
            <pc:sldMk cId="7312146" sldId="313"/>
            <ac:picMk id="5" creationId="{5AEFE114-24D3-438A-881B-102BD14B3CF3}"/>
          </ac:picMkLst>
        </pc:picChg>
        <pc:picChg chg="del">
          <ac:chgData name="Ella Vetter" userId="c6918cf5-f6c0-43cc-8499-a1f635017de9" providerId="ADAL" clId="{03D8DEAE-739D-469B-904C-2522E9DFB65E}" dt="2020-08-18T15:09:40.662" v="6422" actId="478"/>
          <ac:picMkLst>
            <pc:docMk/>
            <pc:sldMk cId="7312146" sldId="313"/>
            <ac:picMk id="6" creationId="{528B8F39-9A90-4725-9E4F-D5EC0F2BD06C}"/>
          </ac:picMkLst>
        </pc:picChg>
        <pc:picChg chg="add del mod">
          <ac:chgData name="Ella Vetter" userId="c6918cf5-f6c0-43cc-8499-a1f635017de9" providerId="ADAL" clId="{03D8DEAE-739D-469B-904C-2522E9DFB65E}" dt="2020-08-18T15:18:41.523" v="6585" actId="478"/>
          <ac:picMkLst>
            <pc:docMk/>
            <pc:sldMk cId="7312146" sldId="313"/>
            <ac:picMk id="8" creationId="{52BEA557-77C1-458B-88B3-5683DBCD5E12}"/>
          </ac:picMkLst>
        </pc:picChg>
        <pc:picChg chg="add mod">
          <ac:chgData name="Ella Vetter" userId="c6918cf5-f6c0-43cc-8499-a1f635017de9" providerId="ADAL" clId="{03D8DEAE-739D-469B-904C-2522E9DFB65E}" dt="2020-08-18T15:18:58.097" v="6589" actId="1076"/>
          <ac:picMkLst>
            <pc:docMk/>
            <pc:sldMk cId="7312146" sldId="313"/>
            <ac:picMk id="10" creationId="{151E41D6-7933-4840-A5B7-E3236DDBE34C}"/>
          </ac:picMkLst>
        </pc:picChg>
      </pc:sldChg>
      <pc:sldChg chg="addSp delSp modSp add del mod">
        <pc:chgData name="Ella Vetter" userId="c6918cf5-f6c0-43cc-8499-a1f635017de9" providerId="ADAL" clId="{03D8DEAE-739D-469B-904C-2522E9DFB65E}" dt="2020-08-18T15:25:50.918" v="6760" actId="47"/>
        <pc:sldMkLst>
          <pc:docMk/>
          <pc:sldMk cId="1335106964" sldId="314"/>
        </pc:sldMkLst>
        <pc:spChg chg="mod">
          <ac:chgData name="Ella Vetter" userId="c6918cf5-f6c0-43cc-8499-a1f635017de9" providerId="ADAL" clId="{03D8DEAE-739D-469B-904C-2522E9DFB65E}" dt="2020-08-18T15:19:31.689" v="6607" actId="20577"/>
          <ac:spMkLst>
            <pc:docMk/>
            <pc:sldMk cId="1335106964" sldId="314"/>
            <ac:spMk id="4" creationId="{EB1BD3C0-FF3E-4E6D-9033-B223EF53FA24}"/>
          </ac:spMkLst>
        </pc:spChg>
        <pc:picChg chg="add del mod">
          <ac:chgData name="Ella Vetter" userId="c6918cf5-f6c0-43cc-8499-a1f635017de9" providerId="ADAL" clId="{03D8DEAE-739D-469B-904C-2522E9DFB65E}" dt="2020-08-18T15:25:41.296" v="6759" actId="478"/>
          <ac:picMkLst>
            <pc:docMk/>
            <pc:sldMk cId="1335106964" sldId="314"/>
            <ac:picMk id="5" creationId="{B6C628A1-C829-4669-82D2-6988AFDB2D93}"/>
          </ac:picMkLst>
        </pc:picChg>
        <pc:picChg chg="mod">
          <ac:chgData name="Ella Vetter" userId="c6918cf5-f6c0-43cc-8499-a1f635017de9" providerId="ADAL" clId="{03D8DEAE-739D-469B-904C-2522E9DFB65E}" dt="2020-08-18T15:25:40.781" v="6758" actId="1076"/>
          <ac:picMkLst>
            <pc:docMk/>
            <pc:sldMk cId="1335106964" sldId="314"/>
            <ac:picMk id="8" creationId="{52BEA557-77C1-458B-88B3-5683DBCD5E12}"/>
          </ac:picMkLst>
        </pc:picChg>
      </pc:sldChg>
      <pc:sldChg chg="modSp add mod addCm delCm modCm">
        <pc:chgData name="Ella Vetter" userId="c6918cf5-f6c0-43cc-8499-a1f635017de9" providerId="ADAL" clId="{03D8DEAE-739D-469B-904C-2522E9DFB65E}" dt="2020-08-19T20:37:06.056" v="8906" actId="20577"/>
        <pc:sldMkLst>
          <pc:docMk/>
          <pc:sldMk cId="18722152" sldId="315"/>
        </pc:sldMkLst>
        <pc:spChg chg="mod">
          <ac:chgData name="Ella Vetter" userId="c6918cf5-f6c0-43cc-8499-a1f635017de9" providerId="ADAL" clId="{03D8DEAE-739D-469B-904C-2522E9DFB65E}" dt="2020-08-19T20:31:58.682" v="8814" actId="1035"/>
          <ac:spMkLst>
            <pc:docMk/>
            <pc:sldMk cId="18722152" sldId="315"/>
            <ac:spMk id="2" creationId="{67990642-98C9-4E05-8DEA-8CB111834A2B}"/>
          </ac:spMkLst>
        </pc:spChg>
        <pc:spChg chg="mod">
          <ac:chgData name="Ella Vetter" userId="c6918cf5-f6c0-43cc-8499-a1f635017de9" providerId="ADAL" clId="{03D8DEAE-739D-469B-904C-2522E9DFB65E}" dt="2020-08-19T20:37:06.056" v="8906" actId="20577"/>
          <ac:spMkLst>
            <pc:docMk/>
            <pc:sldMk cId="18722152" sldId="315"/>
            <ac:spMk id="4" creationId="{EB1BD3C0-FF3E-4E6D-9033-B223EF53FA24}"/>
          </ac:spMkLst>
        </pc:spChg>
        <pc:picChg chg="mod">
          <ac:chgData name="Ella Vetter" userId="c6918cf5-f6c0-43cc-8499-a1f635017de9" providerId="ADAL" clId="{03D8DEAE-739D-469B-904C-2522E9DFB65E}" dt="2020-08-19T20:31:58.682" v="8814" actId="1035"/>
          <ac:picMkLst>
            <pc:docMk/>
            <pc:sldMk cId="18722152" sldId="315"/>
            <ac:picMk id="5" creationId="{B6C628A1-C829-4669-82D2-6988AFDB2D93}"/>
          </ac:picMkLst>
        </pc:picChg>
        <pc:picChg chg="mod">
          <ac:chgData name="Ella Vetter" userId="c6918cf5-f6c0-43cc-8499-a1f635017de9" providerId="ADAL" clId="{03D8DEAE-739D-469B-904C-2522E9DFB65E}" dt="2020-08-19T20:31:58.682" v="8814" actId="1035"/>
          <ac:picMkLst>
            <pc:docMk/>
            <pc:sldMk cId="18722152" sldId="315"/>
            <ac:picMk id="8" creationId="{52BEA557-77C1-458B-88B3-5683DBCD5E12}"/>
          </ac:picMkLst>
        </pc:picChg>
      </pc:sldChg>
      <pc:sldChg chg="addSp delSp modSp add mod ord">
        <pc:chgData name="Ella Vetter" userId="c6918cf5-f6c0-43cc-8499-a1f635017de9" providerId="ADAL" clId="{03D8DEAE-739D-469B-904C-2522E9DFB65E}" dt="2020-08-18T20:03:33.799" v="8660" actId="11"/>
        <pc:sldMkLst>
          <pc:docMk/>
          <pc:sldMk cId="3475848830" sldId="316"/>
        </pc:sldMkLst>
        <pc:spChg chg="add del mod">
          <ac:chgData name="Ella Vetter" userId="c6918cf5-f6c0-43cc-8499-a1f635017de9" providerId="ADAL" clId="{03D8DEAE-739D-469B-904C-2522E9DFB65E}" dt="2020-08-18T15:40:14.043" v="6940" actId="478"/>
          <ac:spMkLst>
            <pc:docMk/>
            <pc:sldMk cId="3475848830" sldId="316"/>
            <ac:spMk id="3" creationId="{9FC304E6-BCD5-44B4-BCF6-9F75DDFD8462}"/>
          </ac:spMkLst>
        </pc:spChg>
        <pc:spChg chg="del mod">
          <ac:chgData name="Ella Vetter" userId="c6918cf5-f6c0-43cc-8499-a1f635017de9" providerId="ADAL" clId="{03D8DEAE-739D-469B-904C-2522E9DFB65E}" dt="2020-08-18T15:40:12.313" v="6939" actId="478"/>
          <ac:spMkLst>
            <pc:docMk/>
            <pc:sldMk cId="3475848830" sldId="316"/>
            <ac:spMk id="4" creationId="{EB1BD3C0-FF3E-4E6D-9033-B223EF53FA24}"/>
          </ac:spMkLst>
        </pc:spChg>
        <pc:spChg chg="add mod">
          <ac:chgData name="Ella Vetter" userId="c6918cf5-f6c0-43cc-8499-a1f635017de9" providerId="ADAL" clId="{03D8DEAE-739D-469B-904C-2522E9DFB65E}" dt="2020-08-18T20:03:33.799" v="8660" actId="11"/>
          <ac:spMkLst>
            <pc:docMk/>
            <pc:sldMk cId="3475848830" sldId="316"/>
            <ac:spMk id="6" creationId="{EFA01FA0-64D5-4D2C-BCC5-C1ACEBA4711B}"/>
          </ac:spMkLst>
        </pc:spChg>
        <pc:spChg chg="mod">
          <ac:chgData name="Ella Vetter" userId="c6918cf5-f6c0-43cc-8499-a1f635017de9" providerId="ADAL" clId="{03D8DEAE-739D-469B-904C-2522E9DFB65E}" dt="2020-08-18T15:43:28.715" v="7055" actId="20577"/>
          <ac:spMkLst>
            <pc:docMk/>
            <pc:sldMk cId="3475848830" sldId="316"/>
            <ac:spMk id="7" creationId="{733E857A-7829-4616-9B6C-3539713A6D57}"/>
          </ac:spMkLst>
        </pc:spChg>
        <pc:picChg chg="add mod">
          <ac:chgData name="Ella Vetter" userId="c6918cf5-f6c0-43cc-8499-a1f635017de9" providerId="ADAL" clId="{03D8DEAE-739D-469B-904C-2522E9DFB65E}" dt="2020-08-18T15:42:51.441" v="6959" actId="14100"/>
          <ac:picMkLst>
            <pc:docMk/>
            <pc:sldMk cId="3475848830" sldId="316"/>
            <ac:picMk id="8" creationId="{A27B549F-3486-446F-8B1C-8A85CBDE71A4}"/>
          </ac:picMkLst>
        </pc:picChg>
      </pc:sldChg>
      <pc:sldChg chg="delSp modSp add mod ord">
        <pc:chgData name="Ella Vetter" userId="c6918cf5-f6c0-43cc-8499-a1f635017de9" providerId="ADAL" clId="{03D8DEAE-739D-469B-904C-2522E9DFB65E}" dt="2020-08-18T15:57:05.916" v="7531" actId="478"/>
        <pc:sldMkLst>
          <pc:docMk/>
          <pc:sldMk cId="4013056772" sldId="317"/>
        </pc:sldMkLst>
        <pc:spChg chg="mod">
          <ac:chgData name="Ella Vetter" userId="c6918cf5-f6c0-43cc-8499-a1f635017de9" providerId="ADAL" clId="{03D8DEAE-739D-469B-904C-2522E9DFB65E}" dt="2020-08-18T15:38:56.645" v="6861" actId="20577"/>
          <ac:spMkLst>
            <pc:docMk/>
            <pc:sldMk cId="4013056772" sldId="317"/>
            <ac:spMk id="2" creationId="{BD0A18F3-9F12-464B-BC50-F741E79EDDDA}"/>
          </ac:spMkLst>
        </pc:spChg>
        <pc:spChg chg="del">
          <ac:chgData name="Ella Vetter" userId="c6918cf5-f6c0-43cc-8499-a1f635017de9" providerId="ADAL" clId="{03D8DEAE-739D-469B-904C-2522E9DFB65E}" dt="2020-08-18T15:57:05.916" v="7531" actId="478"/>
          <ac:spMkLst>
            <pc:docMk/>
            <pc:sldMk cId="4013056772" sldId="317"/>
            <ac:spMk id="3" creationId="{EEF38455-45AA-47D0-8328-2077E428FA3B}"/>
          </ac:spMkLst>
        </pc:spChg>
      </pc:sldChg>
      <pc:sldChg chg="addSp delSp modSp add mod addCm delCm modCm">
        <pc:chgData name="Ella Vetter" userId="c6918cf5-f6c0-43cc-8499-a1f635017de9" providerId="ADAL" clId="{03D8DEAE-739D-469B-904C-2522E9DFB65E}" dt="2020-08-19T20:37:11.163" v="8907" actId="20577"/>
        <pc:sldMkLst>
          <pc:docMk/>
          <pc:sldMk cId="292048381" sldId="318"/>
        </pc:sldMkLst>
        <pc:spChg chg="mod">
          <ac:chgData name="Ella Vetter" userId="c6918cf5-f6c0-43cc-8499-a1f635017de9" providerId="ADAL" clId="{03D8DEAE-739D-469B-904C-2522E9DFB65E}" dt="2020-08-19T20:37:11.163" v="8907" actId="20577"/>
          <ac:spMkLst>
            <pc:docMk/>
            <pc:sldMk cId="292048381" sldId="318"/>
            <ac:spMk id="6" creationId="{EFA01FA0-64D5-4D2C-BCC5-C1ACEBA4711B}"/>
          </ac:spMkLst>
        </pc:spChg>
        <pc:spChg chg="mod">
          <ac:chgData name="Ella Vetter" userId="c6918cf5-f6c0-43cc-8499-a1f635017de9" providerId="ADAL" clId="{03D8DEAE-739D-469B-904C-2522E9DFB65E}" dt="2020-08-19T20:32:57.922" v="8892" actId="1035"/>
          <ac:spMkLst>
            <pc:docMk/>
            <pc:sldMk cId="292048381" sldId="318"/>
            <ac:spMk id="7" creationId="{733E857A-7829-4616-9B6C-3539713A6D57}"/>
          </ac:spMkLst>
        </pc:spChg>
        <pc:picChg chg="add mod">
          <ac:chgData name="Ella Vetter" userId="c6918cf5-f6c0-43cc-8499-a1f635017de9" providerId="ADAL" clId="{03D8DEAE-739D-469B-904C-2522E9DFB65E}" dt="2020-08-19T20:33:36.873" v="8904" actId="14100"/>
          <ac:picMkLst>
            <pc:docMk/>
            <pc:sldMk cId="292048381" sldId="318"/>
            <ac:picMk id="2" creationId="{9D7D9CBB-796D-46CE-94EA-E95204893861}"/>
          </ac:picMkLst>
        </pc:picChg>
        <pc:picChg chg="add del mod">
          <ac:chgData name="Ella Vetter" userId="c6918cf5-f6c0-43cc-8499-a1f635017de9" providerId="ADAL" clId="{03D8DEAE-739D-469B-904C-2522E9DFB65E}" dt="2020-08-18T15:50:53.491" v="7242" actId="478"/>
          <ac:picMkLst>
            <pc:docMk/>
            <pc:sldMk cId="292048381" sldId="318"/>
            <ac:picMk id="3" creationId="{AAB16AE3-1288-4A2D-8F56-0E3896B016AC}"/>
          </ac:picMkLst>
        </pc:picChg>
        <pc:picChg chg="add del mod">
          <ac:chgData name="Ella Vetter" userId="c6918cf5-f6c0-43cc-8499-a1f635017de9" providerId="ADAL" clId="{03D8DEAE-739D-469B-904C-2522E9DFB65E}" dt="2020-08-19T20:32:41.095" v="8870" actId="21"/>
          <ac:picMkLst>
            <pc:docMk/>
            <pc:sldMk cId="292048381" sldId="318"/>
            <ac:picMk id="5" creationId="{4150E863-E079-4558-BDEA-30EDA5D783E8}"/>
          </ac:picMkLst>
        </pc:picChg>
        <pc:picChg chg="del">
          <ac:chgData name="Ella Vetter" userId="c6918cf5-f6c0-43cc-8499-a1f635017de9" providerId="ADAL" clId="{03D8DEAE-739D-469B-904C-2522E9DFB65E}" dt="2020-08-18T15:43:20.459" v="7031" actId="478"/>
          <ac:picMkLst>
            <pc:docMk/>
            <pc:sldMk cId="292048381" sldId="318"/>
            <ac:picMk id="8" creationId="{A27B549F-3486-446F-8B1C-8A85CBDE71A4}"/>
          </ac:picMkLst>
        </pc:picChg>
      </pc:sldChg>
      <pc:sldChg chg="addSp delSp modSp add mod">
        <pc:chgData name="Ella Vetter" userId="c6918cf5-f6c0-43cc-8499-a1f635017de9" providerId="ADAL" clId="{03D8DEAE-739D-469B-904C-2522E9DFB65E}" dt="2020-08-18T20:04:14.743" v="8665" actId="11"/>
        <pc:sldMkLst>
          <pc:docMk/>
          <pc:sldMk cId="1681374144" sldId="319"/>
        </pc:sldMkLst>
        <pc:spChg chg="mod">
          <ac:chgData name="Ella Vetter" userId="c6918cf5-f6c0-43cc-8499-a1f635017de9" providerId="ADAL" clId="{03D8DEAE-739D-469B-904C-2522E9DFB65E}" dt="2020-08-18T20:04:14.743" v="8665" actId="11"/>
          <ac:spMkLst>
            <pc:docMk/>
            <pc:sldMk cId="1681374144" sldId="319"/>
            <ac:spMk id="6" creationId="{EFA01FA0-64D5-4D2C-BCC5-C1ACEBA4711B}"/>
          </ac:spMkLst>
        </pc:spChg>
        <pc:grpChg chg="add mod">
          <ac:chgData name="Ella Vetter" userId="c6918cf5-f6c0-43cc-8499-a1f635017de9" providerId="ADAL" clId="{03D8DEAE-739D-469B-904C-2522E9DFB65E}" dt="2020-08-18T15:53:30.505" v="7281" actId="1076"/>
          <ac:grpSpMkLst>
            <pc:docMk/>
            <pc:sldMk cId="1681374144" sldId="319"/>
            <ac:grpSpMk id="9" creationId="{A8BB2D83-0055-4063-9497-006CCCE86699}"/>
          </ac:grpSpMkLst>
        </pc:grpChg>
        <pc:picChg chg="del">
          <ac:chgData name="Ella Vetter" userId="c6918cf5-f6c0-43cc-8499-a1f635017de9" providerId="ADAL" clId="{03D8DEAE-739D-469B-904C-2522E9DFB65E}" dt="2020-08-18T15:49:33.050" v="7239" actId="478"/>
          <ac:picMkLst>
            <pc:docMk/>
            <pc:sldMk cId="1681374144" sldId="319"/>
            <ac:picMk id="3" creationId="{AAB16AE3-1288-4A2D-8F56-0E3896B016AC}"/>
          </ac:picMkLst>
        </pc:picChg>
        <pc:picChg chg="add del mod modCrop">
          <ac:chgData name="Ella Vetter" userId="c6918cf5-f6c0-43cc-8499-a1f635017de9" providerId="ADAL" clId="{03D8DEAE-739D-469B-904C-2522E9DFB65E}" dt="2020-08-18T15:53:27.447" v="7280" actId="164"/>
          <ac:picMkLst>
            <pc:docMk/>
            <pc:sldMk cId="1681374144" sldId="319"/>
            <ac:picMk id="4" creationId="{0D190938-B6D5-4D4E-B64E-222D40DF7DFE}"/>
          </ac:picMkLst>
        </pc:picChg>
        <pc:picChg chg="add mod modCrop">
          <ac:chgData name="Ella Vetter" userId="c6918cf5-f6c0-43cc-8499-a1f635017de9" providerId="ADAL" clId="{03D8DEAE-739D-469B-904C-2522E9DFB65E}" dt="2020-08-18T15:53:27.447" v="7280" actId="164"/>
          <ac:picMkLst>
            <pc:docMk/>
            <pc:sldMk cId="1681374144" sldId="319"/>
            <ac:picMk id="5" creationId="{77F539B9-40BB-4A94-8A6D-07E4D6A2B9FB}"/>
          </ac:picMkLst>
        </pc:picChg>
      </pc:sldChg>
      <pc:sldChg chg="addSp delSp modSp add mod ord">
        <pc:chgData name="Ella Vetter" userId="c6918cf5-f6c0-43cc-8499-a1f635017de9" providerId="ADAL" clId="{03D8DEAE-739D-469B-904C-2522E9DFB65E}" dt="2020-08-18T20:04:25.727" v="8666" actId="11"/>
        <pc:sldMkLst>
          <pc:docMk/>
          <pc:sldMk cId="3533470311" sldId="320"/>
        </pc:sldMkLst>
        <pc:spChg chg="del mod">
          <ac:chgData name="Ella Vetter" userId="c6918cf5-f6c0-43cc-8499-a1f635017de9" providerId="ADAL" clId="{03D8DEAE-739D-469B-904C-2522E9DFB65E}" dt="2020-08-18T19:51:31.973" v="8276" actId="478"/>
          <ac:spMkLst>
            <pc:docMk/>
            <pc:sldMk cId="3533470311" sldId="320"/>
            <ac:spMk id="6" creationId="{EFA01FA0-64D5-4D2C-BCC5-C1ACEBA4711B}"/>
          </ac:spMkLst>
        </pc:spChg>
        <pc:spChg chg="mod">
          <ac:chgData name="Ella Vetter" userId="c6918cf5-f6c0-43cc-8499-a1f635017de9" providerId="ADAL" clId="{03D8DEAE-739D-469B-904C-2522E9DFB65E}" dt="2020-08-18T15:56:40.107" v="7528" actId="20577"/>
          <ac:spMkLst>
            <pc:docMk/>
            <pc:sldMk cId="3533470311" sldId="320"/>
            <ac:spMk id="7" creationId="{733E857A-7829-4616-9B6C-3539713A6D57}"/>
          </ac:spMkLst>
        </pc:spChg>
        <pc:spChg chg="add del">
          <ac:chgData name="Ella Vetter" userId="c6918cf5-f6c0-43cc-8499-a1f635017de9" providerId="ADAL" clId="{03D8DEAE-739D-469B-904C-2522E9DFB65E}" dt="2020-08-18T19:51:34.102" v="8278" actId="22"/>
          <ac:spMkLst>
            <pc:docMk/>
            <pc:sldMk cId="3533470311" sldId="320"/>
            <ac:spMk id="9" creationId="{0A1ACA91-1285-4A3B-8F94-93256E090EAA}"/>
          </ac:spMkLst>
        </pc:spChg>
        <pc:spChg chg="add mod">
          <ac:chgData name="Ella Vetter" userId="c6918cf5-f6c0-43cc-8499-a1f635017de9" providerId="ADAL" clId="{03D8DEAE-739D-469B-904C-2522E9DFB65E}" dt="2020-08-18T20:04:25.727" v="8666" actId="11"/>
          <ac:spMkLst>
            <pc:docMk/>
            <pc:sldMk cId="3533470311" sldId="320"/>
            <ac:spMk id="10" creationId="{B1F8AFE3-3156-4B93-924A-D25DBF128A57}"/>
          </ac:spMkLst>
        </pc:spChg>
        <pc:picChg chg="add mod">
          <ac:chgData name="Ella Vetter" userId="c6918cf5-f6c0-43cc-8499-a1f635017de9" providerId="ADAL" clId="{03D8DEAE-739D-469B-904C-2522E9DFB65E}" dt="2020-08-18T19:53:08.052" v="8283" actId="14100"/>
          <ac:picMkLst>
            <pc:docMk/>
            <pc:sldMk cId="3533470311" sldId="320"/>
            <ac:picMk id="4" creationId="{F3E897A5-BCC9-43FF-BAE2-49E95EACF18B}"/>
          </ac:picMkLst>
        </pc:picChg>
        <pc:picChg chg="del">
          <ac:chgData name="Ella Vetter" userId="c6918cf5-f6c0-43cc-8499-a1f635017de9" providerId="ADAL" clId="{03D8DEAE-739D-469B-904C-2522E9DFB65E}" dt="2020-08-18T15:56:41.777" v="7529" actId="478"/>
          <ac:picMkLst>
            <pc:docMk/>
            <pc:sldMk cId="3533470311" sldId="320"/>
            <ac:picMk id="8" creationId="{A27B549F-3486-446F-8B1C-8A85CBDE71A4}"/>
          </ac:picMkLst>
        </pc:picChg>
      </pc:sldChg>
      <pc:sldChg chg="addSp modSp add mod ord">
        <pc:chgData name="Ella Vetter" userId="c6918cf5-f6c0-43cc-8499-a1f635017de9" providerId="ADAL" clId="{03D8DEAE-739D-469B-904C-2522E9DFB65E}" dt="2020-08-18T16:04:59.937" v="7682" actId="20577"/>
        <pc:sldMkLst>
          <pc:docMk/>
          <pc:sldMk cId="4105528555" sldId="321"/>
        </pc:sldMkLst>
        <pc:spChg chg="mod">
          <ac:chgData name="Ella Vetter" userId="c6918cf5-f6c0-43cc-8499-a1f635017de9" providerId="ADAL" clId="{03D8DEAE-739D-469B-904C-2522E9DFB65E}" dt="2020-08-18T16:04:59.937" v="7682" actId="20577"/>
          <ac:spMkLst>
            <pc:docMk/>
            <pc:sldMk cId="4105528555" sldId="321"/>
            <ac:spMk id="6" creationId="{EFA01FA0-64D5-4D2C-BCC5-C1ACEBA4711B}"/>
          </ac:spMkLst>
        </pc:spChg>
        <pc:spChg chg="mod">
          <ac:chgData name="Ella Vetter" userId="c6918cf5-f6c0-43cc-8499-a1f635017de9" providerId="ADAL" clId="{03D8DEAE-739D-469B-904C-2522E9DFB65E}" dt="2020-08-18T15:59:26.061" v="7556" actId="20577"/>
          <ac:spMkLst>
            <pc:docMk/>
            <pc:sldMk cId="4105528555" sldId="321"/>
            <ac:spMk id="7" creationId="{733E857A-7829-4616-9B6C-3539713A6D57}"/>
          </ac:spMkLst>
        </pc:spChg>
        <pc:picChg chg="add mod">
          <ac:chgData name="Ella Vetter" userId="c6918cf5-f6c0-43cc-8499-a1f635017de9" providerId="ADAL" clId="{03D8DEAE-739D-469B-904C-2522E9DFB65E}" dt="2020-08-18T16:04:29.873" v="7657" actId="14100"/>
          <ac:picMkLst>
            <pc:docMk/>
            <pc:sldMk cId="4105528555" sldId="321"/>
            <ac:picMk id="3" creationId="{FA1E427A-0EAA-40E5-9F01-9DB024A24671}"/>
          </ac:picMkLst>
        </pc:picChg>
      </pc:sldChg>
      <pc:sldChg chg="addSp delSp modSp new mod">
        <pc:chgData name="Ella Vetter" userId="c6918cf5-f6c0-43cc-8499-a1f635017de9" providerId="ADAL" clId="{03D8DEAE-739D-469B-904C-2522E9DFB65E}" dt="2020-08-18T17:28:12.667" v="7934" actId="1076"/>
        <pc:sldMkLst>
          <pc:docMk/>
          <pc:sldMk cId="462169597" sldId="322"/>
        </pc:sldMkLst>
        <pc:spChg chg="mod">
          <ac:chgData name="Ella Vetter" userId="c6918cf5-f6c0-43cc-8499-a1f635017de9" providerId="ADAL" clId="{03D8DEAE-739D-469B-904C-2522E9DFB65E}" dt="2020-08-18T16:04:39.160" v="7674" actId="20577"/>
          <ac:spMkLst>
            <pc:docMk/>
            <pc:sldMk cId="462169597" sldId="322"/>
            <ac:spMk id="2" creationId="{B17A42E8-0DE2-4963-A509-39B1AB49EE99}"/>
          </ac:spMkLst>
        </pc:spChg>
        <pc:spChg chg="del">
          <ac:chgData name="Ella Vetter" userId="c6918cf5-f6c0-43cc-8499-a1f635017de9" providerId="ADAL" clId="{03D8DEAE-739D-469B-904C-2522E9DFB65E}" dt="2020-08-18T17:22:03.199" v="7684" actId="478"/>
          <ac:spMkLst>
            <pc:docMk/>
            <pc:sldMk cId="462169597" sldId="322"/>
            <ac:spMk id="3" creationId="{16736300-AA14-45A8-AD02-266B972764DC}"/>
          </ac:spMkLst>
        </pc:spChg>
        <pc:spChg chg="add mod">
          <ac:chgData name="Ella Vetter" userId="c6918cf5-f6c0-43cc-8499-a1f635017de9" providerId="ADAL" clId="{03D8DEAE-739D-469B-904C-2522E9DFB65E}" dt="2020-08-18T17:25:01.022" v="7880" actId="1076"/>
          <ac:spMkLst>
            <pc:docMk/>
            <pc:sldMk cId="462169597" sldId="322"/>
            <ac:spMk id="4" creationId="{7DADA6BB-EA43-41A3-B382-88DA041AB1C5}"/>
          </ac:spMkLst>
        </pc:spChg>
        <pc:grpChg chg="add del mod">
          <ac:chgData name="Ella Vetter" userId="c6918cf5-f6c0-43cc-8499-a1f635017de9" providerId="ADAL" clId="{03D8DEAE-739D-469B-904C-2522E9DFB65E}" dt="2020-08-18T17:27:50.973" v="7924" actId="478"/>
          <ac:grpSpMkLst>
            <pc:docMk/>
            <pc:sldMk cId="462169597" sldId="322"/>
            <ac:grpSpMk id="9" creationId="{D3BE300B-6233-4850-83B6-0BCE1F77467B}"/>
          </ac:grpSpMkLst>
        </pc:grpChg>
        <pc:grpChg chg="add mod">
          <ac:chgData name="Ella Vetter" userId="c6918cf5-f6c0-43cc-8499-a1f635017de9" providerId="ADAL" clId="{03D8DEAE-739D-469B-904C-2522E9DFB65E}" dt="2020-08-18T17:28:12.667" v="7934" actId="1076"/>
          <ac:grpSpMkLst>
            <pc:docMk/>
            <pc:sldMk cId="462169597" sldId="322"/>
            <ac:grpSpMk id="14" creationId="{1B9A7860-F033-4D63-871A-13FBC9AC268B}"/>
          </ac:grpSpMkLst>
        </pc:grpChg>
        <pc:picChg chg="add mod modCrop">
          <ac:chgData name="Ella Vetter" userId="c6918cf5-f6c0-43cc-8499-a1f635017de9" providerId="ADAL" clId="{03D8DEAE-739D-469B-904C-2522E9DFB65E}" dt="2020-08-18T17:23:43.295" v="7740" actId="164"/>
          <ac:picMkLst>
            <pc:docMk/>
            <pc:sldMk cId="462169597" sldId="322"/>
            <ac:picMk id="6" creationId="{660C2896-6AAF-4023-8462-BEC421FA2F3D}"/>
          </ac:picMkLst>
        </pc:picChg>
        <pc:picChg chg="add mod modCrop">
          <ac:chgData name="Ella Vetter" userId="c6918cf5-f6c0-43cc-8499-a1f635017de9" providerId="ADAL" clId="{03D8DEAE-739D-469B-904C-2522E9DFB65E}" dt="2020-08-18T17:23:43.295" v="7740" actId="164"/>
          <ac:picMkLst>
            <pc:docMk/>
            <pc:sldMk cId="462169597" sldId="322"/>
            <ac:picMk id="8" creationId="{904EABCF-DFA6-4AF9-950B-A742D23A9D70}"/>
          </ac:picMkLst>
        </pc:picChg>
        <pc:picChg chg="add mod modCrop">
          <ac:chgData name="Ella Vetter" userId="c6918cf5-f6c0-43cc-8499-a1f635017de9" providerId="ADAL" clId="{03D8DEAE-739D-469B-904C-2522E9DFB65E}" dt="2020-08-18T17:28:07.807" v="7933" actId="164"/>
          <ac:picMkLst>
            <pc:docMk/>
            <pc:sldMk cId="462169597" sldId="322"/>
            <ac:picMk id="11" creationId="{0C998CE7-03C4-4A8F-8016-C8E5E23D1344}"/>
          </ac:picMkLst>
        </pc:picChg>
        <pc:picChg chg="add mod modCrop">
          <ac:chgData name="Ella Vetter" userId="c6918cf5-f6c0-43cc-8499-a1f635017de9" providerId="ADAL" clId="{03D8DEAE-739D-469B-904C-2522E9DFB65E}" dt="2020-08-18T17:28:07.807" v="7933" actId="164"/>
          <ac:picMkLst>
            <pc:docMk/>
            <pc:sldMk cId="462169597" sldId="322"/>
            <ac:picMk id="13" creationId="{84DC5716-ECAD-4E44-B897-CB36C814585C}"/>
          </ac:picMkLst>
        </pc:picChg>
      </pc:sldChg>
      <pc:sldChg chg="addSp delSp modSp add mod">
        <pc:chgData name="Ella Vetter" userId="c6918cf5-f6c0-43cc-8499-a1f635017de9" providerId="ADAL" clId="{03D8DEAE-739D-469B-904C-2522E9DFB65E}" dt="2020-08-18T20:05:10.259" v="8670" actId="11"/>
        <pc:sldMkLst>
          <pc:docMk/>
          <pc:sldMk cId="1572152252" sldId="323"/>
        </pc:sldMkLst>
        <pc:spChg chg="mod">
          <ac:chgData name="Ella Vetter" userId="c6918cf5-f6c0-43cc-8499-a1f635017de9" providerId="ADAL" clId="{03D8DEAE-739D-469B-904C-2522E9DFB65E}" dt="2020-08-18T20:05:10.259" v="8670" actId="11"/>
          <ac:spMkLst>
            <pc:docMk/>
            <pc:sldMk cId="1572152252" sldId="323"/>
            <ac:spMk id="4" creationId="{7DADA6BB-EA43-41A3-B382-88DA041AB1C5}"/>
          </ac:spMkLst>
        </pc:spChg>
        <pc:spChg chg="add mod">
          <ac:chgData name="Ella Vetter" userId="c6918cf5-f6c0-43cc-8499-a1f635017de9" providerId="ADAL" clId="{03D8DEAE-739D-469B-904C-2522E9DFB65E}" dt="2020-08-18T17:38:38.828" v="8239" actId="12"/>
          <ac:spMkLst>
            <pc:docMk/>
            <pc:sldMk cId="1572152252" sldId="323"/>
            <ac:spMk id="14" creationId="{A4C4E5FB-C3D4-48A8-8FB0-C7FA1E1147D7}"/>
          </ac:spMkLst>
        </pc:spChg>
        <pc:grpChg chg="del">
          <ac:chgData name="Ella Vetter" userId="c6918cf5-f6c0-43cc-8499-a1f635017de9" providerId="ADAL" clId="{03D8DEAE-739D-469B-904C-2522E9DFB65E}" dt="2020-08-18T17:25:55.753" v="7901" actId="478"/>
          <ac:grpSpMkLst>
            <pc:docMk/>
            <pc:sldMk cId="1572152252" sldId="323"/>
            <ac:grpSpMk id="9" creationId="{D3BE300B-6233-4850-83B6-0BCE1F77467B}"/>
          </ac:grpSpMkLst>
        </pc:grpChg>
        <pc:picChg chg="add del mod">
          <ac:chgData name="Ella Vetter" userId="c6918cf5-f6c0-43cc-8499-a1f635017de9" providerId="ADAL" clId="{03D8DEAE-739D-469B-904C-2522E9DFB65E}" dt="2020-08-18T17:31:50.214" v="7981" actId="478"/>
          <ac:picMkLst>
            <pc:docMk/>
            <pc:sldMk cId="1572152252" sldId="323"/>
            <ac:picMk id="5" creationId="{13E156AF-C0BA-4286-9090-968AA6E6B668}"/>
          </ac:picMkLst>
        </pc:picChg>
        <pc:picChg chg="add del mod">
          <ac:chgData name="Ella Vetter" userId="c6918cf5-f6c0-43cc-8499-a1f635017de9" providerId="ADAL" clId="{03D8DEAE-739D-469B-904C-2522E9DFB65E}" dt="2020-08-18T17:35:45.994" v="8137" actId="478"/>
          <ac:picMkLst>
            <pc:docMk/>
            <pc:sldMk cId="1572152252" sldId="323"/>
            <ac:picMk id="10" creationId="{13E05071-8274-4F0A-A652-A884C1AD612F}"/>
          </ac:picMkLst>
        </pc:picChg>
        <pc:picChg chg="add mod">
          <ac:chgData name="Ella Vetter" userId="c6918cf5-f6c0-43cc-8499-a1f635017de9" providerId="ADAL" clId="{03D8DEAE-739D-469B-904C-2522E9DFB65E}" dt="2020-08-18T17:38:19.119" v="8236" actId="1076"/>
          <ac:picMkLst>
            <pc:docMk/>
            <pc:sldMk cId="1572152252" sldId="323"/>
            <ac:picMk id="12" creationId="{7B13E586-8D4C-47F8-A38E-BC5A1DD56E9C}"/>
          </ac:picMkLst>
        </pc:picChg>
      </pc:sldChg>
      <pc:sldChg chg="addSp delSp modSp add mod">
        <pc:chgData name="Ella Vetter" userId="c6918cf5-f6c0-43cc-8499-a1f635017de9" providerId="ADAL" clId="{03D8DEAE-739D-469B-904C-2522E9DFB65E}" dt="2020-08-18T20:04:36.692" v="8667" actId="11"/>
        <pc:sldMkLst>
          <pc:docMk/>
          <pc:sldMk cId="801660138" sldId="324"/>
        </pc:sldMkLst>
        <pc:spChg chg="mod">
          <ac:chgData name="Ella Vetter" userId="c6918cf5-f6c0-43cc-8499-a1f635017de9" providerId="ADAL" clId="{03D8DEAE-739D-469B-904C-2522E9DFB65E}" dt="2020-08-18T20:04:36.692" v="8667" actId="11"/>
          <ac:spMkLst>
            <pc:docMk/>
            <pc:sldMk cId="801660138" sldId="324"/>
            <ac:spMk id="10" creationId="{B1F8AFE3-3156-4B93-924A-D25DBF128A57}"/>
          </ac:spMkLst>
        </pc:spChg>
        <pc:grpChg chg="add mod">
          <ac:chgData name="Ella Vetter" userId="c6918cf5-f6c0-43cc-8499-a1f635017de9" providerId="ADAL" clId="{03D8DEAE-739D-469B-904C-2522E9DFB65E}" dt="2020-08-18T19:56:49.241" v="8425" actId="1076"/>
          <ac:grpSpMkLst>
            <pc:docMk/>
            <pc:sldMk cId="801660138" sldId="324"/>
            <ac:grpSpMk id="6" creationId="{E5999FFC-65E7-4A26-ADFF-DD455F6543D4}"/>
          </ac:grpSpMkLst>
        </pc:grpChg>
        <pc:picChg chg="add mod modCrop">
          <ac:chgData name="Ella Vetter" userId="c6918cf5-f6c0-43cc-8499-a1f635017de9" providerId="ADAL" clId="{03D8DEAE-739D-469B-904C-2522E9DFB65E}" dt="2020-08-18T19:56:45.313" v="8423" actId="164"/>
          <ac:picMkLst>
            <pc:docMk/>
            <pc:sldMk cId="801660138" sldId="324"/>
            <ac:picMk id="3" creationId="{5FAE41CD-BEFE-42E3-A8AB-042A1F26462F}"/>
          </ac:picMkLst>
        </pc:picChg>
        <pc:picChg chg="del">
          <ac:chgData name="Ella Vetter" userId="c6918cf5-f6c0-43cc-8499-a1f635017de9" providerId="ADAL" clId="{03D8DEAE-739D-469B-904C-2522E9DFB65E}" dt="2020-08-18T19:53:53.496" v="8330" actId="478"/>
          <ac:picMkLst>
            <pc:docMk/>
            <pc:sldMk cId="801660138" sldId="324"/>
            <ac:picMk id="4" creationId="{F3E897A5-BCC9-43FF-BAE2-49E95EACF18B}"/>
          </ac:picMkLst>
        </pc:picChg>
        <pc:picChg chg="add mod modCrop">
          <ac:chgData name="Ella Vetter" userId="c6918cf5-f6c0-43cc-8499-a1f635017de9" providerId="ADAL" clId="{03D8DEAE-739D-469B-904C-2522E9DFB65E}" dt="2020-08-18T19:56:45.313" v="8423" actId="164"/>
          <ac:picMkLst>
            <pc:docMk/>
            <pc:sldMk cId="801660138" sldId="324"/>
            <ac:picMk id="5" creationId="{C239BAE8-55AC-4A0B-AE2B-ACF104C29779}"/>
          </ac:picMkLst>
        </pc:picChg>
      </pc:sldChg>
      <pc:sldChg chg="modSp add mod">
        <pc:chgData name="Ella Vetter" userId="c6918cf5-f6c0-43cc-8499-a1f635017de9" providerId="ADAL" clId="{03D8DEAE-739D-469B-904C-2522E9DFB65E}" dt="2020-08-18T20:04:46.433" v="8668" actId="11"/>
        <pc:sldMkLst>
          <pc:docMk/>
          <pc:sldMk cId="4095391555" sldId="325"/>
        </pc:sldMkLst>
        <pc:spChg chg="mod">
          <ac:chgData name="Ella Vetter" userId="c6918cf5-f6c0-43cc-8499-a1f635017de9" providerId="ADAL" clId="{03D8DEAE-739D-469B-904C-2522E9DFB65E}" dt="2020-08-18T20:04:46.433" v="8668" actId="11"/>
          <ac:spMkLst>
            <pc:docMk/>
            <pc:sldMk cId="4095391555" sldId="325"/>
            <ac:spMk id="10" creationId="{B1F8AFE3-3156-4B93-924A-D25DBF128A57}"/>
          </ac:spMkLst>
        </pc:spChg>
      </pc:sldChg>
      <pc:sldChg chg="addSp delSp modSp new mod">
        <pc:chgData name="Ella Vetter" userId="c6918cf5-f6c0-43cc-8499-a1f635017de9" providerId="ADAL" clId="{03D8DEAE-739D-469B-904C-2522E9DFB65E}" dt="2020-08-18T20:08:35.704" v="8701" actId="20577"/>
        <pc:sldMkLst>
          <pc:docMk/>
          <pc:sldMk cId="1661658181" sldId="326"/>
        </pc:sldMkLst>
        <pc:spChg chg="del">
          <ac:chgData name="Ella Vetter" userId="c6918cf5-f6c0-43cc-8499-a1f635017de9" providerId="ADAL" clId="{03D8DEAE-739D-469B-904C-2522E9DFB65E}" dt="2020-08-18T19:59:03.127" v="8429" actId="478"/>
          <ac:spMkLst>
            <pc:docMk/>
            <pc:sldMk cId="1661658181" sldId="326"/>
            <ac:spMk id="2" creationId="{2B2F4B10-DBCC-4874-9FFB-A6B0994043CA}"/>
          </ac:spMkLst>
        </pc:spChg>
        <pc:spChg chg="del">
          <ac:chgData name="Ella Vetter" userId="c6918cf5-f6c0-43cc-8499-a1f635017de9" providerId="ADAL" clId="{03D8DEAE-739D-469B-904C-2522E9DFB65E}" dt="2020-08-18T19:59:04.013" v="8430" actId="478"/>
          <ac:spMkLst>
            <pc:docMk/>
            <pc:sldMk cId="1661658181" sldId="326"/>
            <ac:spMk id="3" creationId="{91268AC6-1988-4C9E-A564-654FDE8D7859}"/>
          </ac:spMkLst>
        </pc:spChg>
        <pc:spChg chg="add mod">
          <ac:chgData name="Ella Vetter" userId="c6918cf5-f6c0-43cc-8499-a1f635017de9" providerId="ADAL" clId="{03D8DEAE-739D-469B-904C-2522E9DFB65E}" dt="2020-08-18T19:59:16.222" v="8434"/>
          <ac:spMkLst>
            <pc:docMk/>
            <pc:sldMk cId="1661658181" sldId="326"/>
            <ac:spMk id="6" creationId="{30A76EB6-03BC-475D-AF8F-3753B4B61224}"/>
          </ac:spMkLst>
        </pc:spChg>
        <pc:spChg chg="add mod">
          <ac:chgData name="Ella Vetter" userId="c6918cf5-f6c0-43cc-8499-a1f635017de9" providerId="ADAL" clId="{03D8DEAE-739D-469B-904C-2522E9DFB65E}" dt="2020-08-18T20:08:35.704" v="8701" actId="20577"/>
          <ac:spMkLst>
            <pc:docMk/>
            <pc:sldMk cId="1661658181" sldId="326"/>
            <ac:spMk id="7" creationId="{2102EDB5-1B3E-4A96-978B-6BE637F6A99D}"/>
          </ac:spMkLst>
        </pc:spChg>
        <pc:picChg chg="add mod">
          <ac:chgData name="Ella Vetter" userId="c6918cf5-f6c0-43cc-8499-a1f635017de9" providerId="ADAL" clId="{03D8DEAE-739D-469B-904C-2522E9DFB65E}" dt="2020-08-18T19:59:10.027" v="8433" actId="1076"/>
          <ac:picMkLst>
            <pc:docMk/>
            <pc:sldMk cId="1661658181" sldId="326"/>
            <ac:picMk id="5" creationId="{1DB63345-037A-4CB5-A11F-92197C6EEECF}"/>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docChgLst>
    <pc:chgData name="Ella Vetter" userId="c6918cf5-f6c0-43cc-8499-a1f635017de9" providerId="ADAL" clId="{AF2A365B-3B33-420F-B2C0-4BFE99A95748}"/>
    <pc:docChg chg="undo custSel addSld delSld modSld sldOrd">
      <pc:chgData name="Ella Vetter" userId="c6918cf5-f6c0-43cc-8499-a1f635017de9" providerId="ADAL" clId="{AF2A365B-3B33-420F-B2C0-4BFE99A95748}" dt="2020-09-11T01:28:21.491" v="4094" actId="20577"/>
      <pc:docMkLst>
        <pc:docMk/>
      </pc:docMkLst>
      <pc:sldChg chg="modSp mod">
        <pc:chgData name="Ella Vetter" userId="c6918cf5-f6c0-43cc-8499-a1f635017de9" providerId="ADAL" clId="{AF2A365B-3B33-420F-B2C0-4BFE99A95748}" dt="2020-09-10T21:01:31.643" v="1710" actId="1036"/>
        <pc:sldMkLst>
          <pc:docMk/>
          <pc:sldMk cId="1993397138" sldId="286"/>
        </pc:sldMkLst>
        <pc:spChg chg="mod">
          <ac:chgData name="Ella Vetter" userId="c6918cf5-f6c0-43cc-8499-a1f635017de9" providerId="ADAL" clId="{AF2A365B-3B33-420F-B2C0-4BFE99A95748}" dt="2020-09-10T21:01:31.643" v="1710" actId="1036"/>
          <ac:spMkLst>
            <pc:docMk/>
            <pc:sldMk cId="1993397138" sldId="286"/>
            <ac:spMk id="3" creationId="{37B56F8A-6BEF-459C-AFA4-6D790D24F1CB}"/>
          </ac:spMkLst>
        </pc:spChg>
      </pc:sldChg>
      <pc:sldChg chg="modSp mod">
        <pc:chgData name="Ella Vetter" userId="c6918cf5-f6c0-43cc-8499-a1f635017de9" providerId="ADAL" clId="{AF2A365B-3B33-420F-B2C0-4BFE99A95748}" dt="2020-09-10T20:41:50.834" v="1568" actId="13926"/>
        <pc:sldMkLst>
          <pc:docMk/>
          <pc:sldMk cId="493686755" sldId="302"/>
        </pc:sldMkLst>
        <pc:spChg chg="mod">
          <ac:chgData name="Ella Vetter" userId="c6918cf5-f6c0-43cc-8499-a1f635017de9" providerId="ADAL" clId="{AF2A365B-3B33-420F-B2C0-4BFE99A95748}" dt="2020-09-10T20:41:50.834" v="1568" actId="13926"/>
          <ac:spMkLst>
            <pc:docMk/>
            <pc:sldMk cId="493686755" sldId="302"/>
            <ac:spMk id="2" creationId="{BD0A18F3-9F12-464B-BC50-F741E79EDDDA}"/>
          </ac:spMkLst>
        </pc:spChg>
      </pc:sldChg>
      <pc:sldChg chg="modSp mod">
        <pc:chgData name="Ella Vetter" userId="c6918cf5-f6c0-43cc-8499-a1f635017de9" providerId="ADAL" clId="{AF2A365B-3B33-420F-B2C0-4BFE99A95748}" dt="2020-09-10T20:45:09.369" v="1612" actId="13926"/>
        <pc:sldMkLst>
          <pc:docMk/>
          <pc:sldMk cId="2864718476" sldId="306"/>
        </pc:sldMkLst>
        <pc:spChg chg="mod">
          <ac:chgData name="Ella Vetter" userId="c6918cf5-f6c0-43cc-8499-a1f635017de9" providerId="ADAL" clId="{AF2A365B-3B33-420F-B2C0-4BFE99A95748}" dt="2020-09-10T20:45:09.369" v="1612" actId="13926"/>
          <ac:spMkLst>
            <pc:docMk/>
            <pc:sldMk cId="2864718476" sldId="306"/>
            <ac:spMk id="2" creationId="{BD0A18F3-9F12-464B-BC50-F741E79EDDDA}"/>
          </ac:spMkLst>
        </pc:spChg>
      </pc:sldChg>
      <pc:sldChg chg="modSp mod">
        <pc:chgData name="Ella Vetter" userId="c6918cf5-f6c0-43cc-8499-a1f635017de9" providerId="ADAL" clId="{AF2A365B-3B33-420F-B2C0-4BFE99A95748}" dt="2020-09-10T23:24:15.945" v="2104" actId="13926"/>
        <pc:sldMkLst>
          <pc:docMk/>
          <pc:sldMk cId="381793790" sldId="310"/>
        </pc:sldMkLst>
        <pc:spChg chg="mod">
          <ac:chgData name="Ella Vetter" userId="c6918cf5-f6c0-43cc-8499-a1f635017de9" providerId="ADAL" clId="{AF2A365B-3B33-420F-B2C0-4BFE99A95748}" dt="2020-09-10T23:24:15.945" v="2104" actId="13926"/>
          <ac:spMkLst>
            <pc:docMk/>
            <pc:sldMk cId="381793790" sldId="310"/>
            <ac:spMk id="2" creationId="{BD0A18F3-9F12-464B-BC50-F741E79EDDDA}"/>
          </ac:spMkLst>
        </pc:spChg>
      </pc:sldChg>
      <pc:sldChg chg="modSp mod modNotesTx">
        <pc:chgData name="Ella Vetter" userId="c6918cf5-f6c0-43cc-8499-a1f635017de9" providerId="ADAL" clId="{AF2A365B-3B33-420F-B2C0-4BFE99A95748}" dt="2020-09-10T20:19:27.880" v="1235" actId="14100"/>
        <pc:sldMkLst>
          <pc:docMk/>
          <pc:sldMk cId="2947677619" sldId="311"/>
        </pc:sldMkLst>
        <pc:spChg chg="mod">
          <ac:chgData name="Ella Vetter" userId="c6918cf5-f6c0-43cc-8499-a1f635017de9" providerId="ADAL" clId="{AF2A365B-3B33-420F-B2C0-4BFE99A95748}" dt="2020-09-10T20:19:27.880" v="1235" actId="14100"/>
          <ac:spMkLst>
            <pc:docMk/>
            <pc:sldMk cId="2947677619" sldId="311"/>
            <ac:spMk id="8" creationId="{22D07A49-DCCF-4596-B459-F110CEA75CB0}"/>
          </ac:spMkLst>
        </pc:spChg>
      </pc:sldChg>
      <pc:sldChg chg="addSp delSp modSp mod">
        <pc:chgData name="Ella Vetter" userId="c6918cf5-f6c0-43cc-8499-a1f635017de9" providerId="ADAL" clId="{AF2A365B-3B33-420F-B2C0-4BFE99A95748}" dt="2020-09-10T20:21:14.695" v="1256" actId="20577"/>
        <pc:sldMkLst>
          <pc:docMk/>
          <pc:sldMk cId="3908242990" sldId="312"/>
        </pc:sldMkLst>
        <pc:spChg chg="mod">
          <ac:chgData name="Ella Vetter" userId="c6918cf5-f6c0-43cc-8499-a1f635017de9" providerId="ADAL" clId="{AF2A365B-3B33-420F-B2C0-4BFE99A95748}" dt="2020-09-10T20:21:14.695" v="1256" actId="20577"/>
          <ac:spMkLst>
            <pc:docMk/>
            <pc:sldMk cId="3908242990" sldId="312"/>
            <ac:spMk id="8" creationId="{22D07A49-DCCF-4596-B459-F110CEA75CB0}"/>
          </ac:spMkLst>
        </pc:spChg>
        <pc:picChg chg="add mod">
          <ac:chgData name="Ella Vetter" userId="c6918cf5-f6c0-43cc-8499-a1f635017de9" providerId="ADAL" clId="{AF2A365B-3B33-420F-B2C0-4BFE99A95748}" dt="2020-09-10T20:19:04.180" v="1234" actId="1076"/>
          <ac:picMkLst>
            <pc:docMk/>
            <pc:sldMk cId="3908242990" sldId="312"/>
            <ac:picMk id="4" creationId="{006AFD4C-9FD4-4E7C-8A4A-C32541337E49}"/>
          </ac:picMkLst>
        </pc:picChg>
        <pc:picChg chg="del">
          <ac:chgData name="Ella Vetter" userId="c6918cf5-f6c0-43cc-8499-a1f635017de9" providerId="ADAL" clId="{AF2A365B-3B33-420F-B2C0-4BFE99A95748}" dt="2020-09-10T20:18:51.506" v="1228" actId="478"/>
          <ac:picMkLst>
            <pc:docMk/>
            <pc:sldMk cId="3908242990" sldId="312"/>
            <ac:picMk id="7" creationId="{0F334E87-7DF3-4520-856B-AB53C0CA2859}"/>
          </ac:picMkLst>
        </pc:picChg>
      </pc:sldChg>
      <pc:sldChg chg="addSp delSp modSp mod modNotesTx">
        <pc:chgData name="Ella Vetter" userId="c6918cf5-f6c0-43cc-8499-a1f635017de9" providerId="ADAL" clId="{AF2A365B-3B33-420F-B2C0-4BFE99A95748}" dt="2020-09-10T20:22:20.521" v="1260" actId="14100"/>
        <pc:sldMkLst>
          <pc:docMk/>
          <pc:sldMk cId="1704682077" sldId="313"/>
        </pc:sldMkLst>
        <pc:spChg chg="add del mod">
          <ac:chgData name="Ella Vetter" userId="c6918cf5-f6c0-43cc-8499-a1f635017de9" providerId="ADAL" clId="{AF2A365B-3B33-420F-B2C0-4BFE99A95748}" dt="2020-09-10T20:14:57.044" v="1209"/>
          <ac:spMkLst>
            <pc:docMk/>
            <pc:sldMk cId="1704682077" sldId="313"/>
            <ac:spMk id="4" creationId="{CC731633-6F4A-4E5C-BC28-615C73F3122D}"/>
          </ac:spMkLst>
        </pc:spChg>
        <pc:spChg chg="mod">
          <ac:chgData name="Ella Vetter" userId="c6918cf5-f6c0-43cc-8499-a1f635017de9" providerId="ADAL" clId="{AF2A365B-3B33-420F-B2C0-4BFE99A95748}" dt="2020-09-10T20:22:20.521" v="1260" actId="14100"/>
          <ac:spMkLst>
            <pc:docMk/>
            <pc:sldMk cId="1704682077" sldId="313"/>
            <ac:spMk id="8" creationId="{22D07A49-DCCF-4596-B459-F110CEA75CB0}"/>
          </ac:spMkLst>
        </pc:spChg>
        <pc:picChg chg="add mod">
          <ac:chgData name="Ella Vetter" userId="c6918cf5-f6c0-43cc-8499-a1f635017de9" providerId="ADAL" clId="{AF2A365B-3B33-420F-B2C0-4BFE99A95748}" dt="2020-09-10T20:22:18.197" v="1259" actId="1076"/>
          <ac:picMkLst>
            <pc:docMk/>
            <pc:sldMk cId="1704682077" sldId="313"/>
            <ac:picMk id="5" creationId="{82CB38D3-09CC-431E-89BF-6A98B950B6FA}"/>
          </ac:picMkLst>
        </pc:picChg>
      </pc:sldChg>
      <pc:sldChg chg="addSp delSp modSp mod">
        <pc:chgData name="Ella Vetter" userId="c6918cf5-f6c0-43cc-8499-a1f635017de9" providerId="ADAL" clId="{AF2A365B-3B33-420F-B2C0-4BFE99A95748}" dt="2020-09-10T22:42:42.079" v="1914" actId="1076"/>
        <pc:sldMkLst>
          <pc:docMk/>
          <pc:sldMk cId="3930836728" sldId="315"/>
        </pc:sldMkLst>
        <pc:picChg chg="add mod">
          <ac:chgData name="Ella Vetter" userId="c6918cf5-f6c0-43cc-8499-a1f635017de9" providerId="ADAL" clId="{AF2A365B-3B33-420F-B2C0-4BFE99A95748}" dt="2020-09-10T22:42:42.079" v="1914" actId="1076"/>
          <ac:picMkLst>
            <pc:docMk/>
            <pc:sldMk cId="3930836728" sldId="315"/>
            <ac:picMk id="5" creationId="{85A94349-D6CC-4B0E-BC40-B2A56D77A124}"/>
          </ac:picMkLst>
        </pc:picChg>
        <pc:picChg chg="del">
          <ac:chgData name="Ella Vetter" userId="c6918cf5-f6c0-43cc-8499-a1f635017de9" providerId="ADAL" clId="{AF2A365B-3B33-420F-B2C0-4BFE99A95748}" dt="2020-09-10T22:42:32.971" v="1909" actId="478"/>
          <ac:picMkLst>
            <pc:docMk/>
            <pc:sldMk cId="3930836728" sldId="315"/>
            <ac:picMk id="6" creationId="{CDBD2FF4-9A55-46C5-8C7D-24F530FB3C31}"/>
          </ac:picMkLst>
        </pc:picChg>
      </pc:sldChg>
      <pc:sldChg chg="modSp mod">
        <pc:chgData name="Ella Vetter" userId="c6918cf5-f6c0-43cc-8499-a1f635017de9" providerId="ADAL" clId="{AF2A365B-3B33-420F-B2C0-4BFE99A95748}" dt="2020-09-11T01:23:27.703" v="4083" actId="20577"/>
        <pc:sldMkLst>
          <pc:docMk/>
          <pc:sldMk cId="3005518000" sldId="319"/>
        </pc:sldMkLst>
        <pc:spChg chg="mod">
          <ac:chgData name="Ella Vetter" userId="c6918cf5-f6c0-43cc-8499-a1f635017de9" providerId="ADAL" clId="{AF2A365B-3B33-420F-B2C0-4BFE99A95748}" dt="2020-09-11T01:23:27.703" v="4083" actId="20577"/>
          <ac:spMkLst>
            <pc:docMk/>
            <pc:sldMk cId="3005518000" sldId="319"/>
            <ac:spMk id="3" creationId="{B584D2A3-1D1C-476A-A570-786965AA5368}"/>
          </ac:spMkLst>
        </pc:spChg>
      </pc:sldChg>
      <pc:sldChg chg="modSp mod">
        <pc:chgData name="Ella Vetter" userId="c6918cf5-f6c0-43cc-8499-a1f635017de9" providerId="ADAL" clId="{AF2A365B-3B33-420F-B2C0-4BFE99A95748}" dt="2020-09-10T20:46:30.305" v="1618" actId="1035"/>
        <pc:sldMkLst>
          <pc:docMk/>
          <pc:sldMk cId="3375760838" sldId="323"/>
        </pc:sldMkLst>
        <pc:spChg chg="mod">
          <ac:chgData name="Ella Vetter" userId="c6918cf5-f6c0-43cc-8499-a1f635017de9" providerId="ADAL" clId="{AF2A365B-3B33-420F-B2C0-4BFE99A95748}" dt="2020-09-10T20:46:30.305" v="1618" actId="1035"/>
          <ac:spMkLst>
            <pc:docMk/>
            <pc:sldMk cId="3375760838" sldId="323"/>
            <ac:spMk id="3" creationId="{A16F4027-4326-4165-B019-E06A987A21AF}"/>
          </ac:spMkLst>
        </pc:spChg>
      </pc:sldChg>
      <pc:sldChg chg="modSp mod">
        <pc:chgData name="Ella Vetter" userId="c6918cf5-f6c0-43cc-8499-a1f635017de9" providerId="ADAL" clId="{AF2A365B-3B33-420F-B2C0-4BFE99A95748}" dt="2020-09-11T01:23:40.197" v="4084" actId="20577"/>
        <pc:sldMkLst>
          <pc:docMk/>
          <pc:sldMk cId="2194755350" sldId="324"/>
        </pc:sldMkLst>
        <pc:spChg chg="mod">
          <ac:chgData name="Ella Vetter" userId="c6918cf5-f6c0-43cc-8499-a1f635017de9" providerId="ADAL" clId="{AF2A365B-3B33-420F-B2C0-4BFE99A95748}" dt="2020-09-11T01:23:40.197" v="4084" actId="20577"/>
          <ac:spMkLst>
            <pc:docMk/>
            <pc:sldMk cId="2194755350" sldId="324"/>
            <ac:spMk id="6" creationId="{09D6F496-7F57-4A57-99BC-0BA114BB93EF}"/>
          </ac:spMkLst>
        </pc:spChg>
      </pc:sldChg>
      <pc:sldChg chg="modSp mod">
        <pc:chgData name="Ella Vetter" userId="c6918cf5-f6c0-43cc-8499-a1f635017de9" providerId="ADAL" clId="{AF2A365B-3B33-420F-B2C0-4BFE99A95748}" dt="2020-09-11T01:23:45.594" v="4085" actId="20577"/>
        <pc:sldMkLst>
          <pc:docMk/>
          <pc:sldMk cId="1361505430" sldId="325"/>
        </pc:sldMkLst>
        <pc:spChg chg="mod">
          <ac:chgData name="Ella Vetter" userId="c6918cf5-f6c0-43cc-8499-a1f635017de9" providerId="ADAL" clId="{AF2A365B-3B33-420F-B2C0-4BFE99A95748}" dt="2020-09-11T01:23:45.594" v="4085" actId="20577"/>
          <ac:spMkLst>
            <pc:docMk/>
            <pc:sldMk cId="1361505430" sldId="325"/>
            <ac:spMk id="3" creationId="{E7B5DD0D-3A09-4349-AE2A-75A1296510D5}"/>
          </ac:spMkLst>
        </pc:spChg>
      </pc:sldChg>
      <pc:sldChg chg="modSp mod">
        <pc:chgData name="Ella Vetter" userId="c6918cf5-f6c0-43cc-8499-a1f635017de9" providerId="ADAL" clId="{AF2A365B-3B33-420F-B2C0-4BFE99A95748}" dt="2020-09-11T01:14:22.567" v="4053" actId="11"/>
        <pc:sldMkLst>
          <pc:docMk/>
          <pc:sldMk cId="1614685867" sldId="326"/>
        </pc:sldMkLst>
        <pc:spChg chg="mod">
          <ac:chgData name="Ella Vetter" userId="c6918cf5-f6c0-43cc-8499-a1f635017de9" providerId="ADAL" clId="{AF2A365B-3B33-420F-B2C0-4BFE99A95748}" dt="2020-09-11T01:14:22.567" v="4053" actId="11"/>
          <ac:spMkLst>
            <pc:docMk/>
            <pc:sldMk cId="1614685867" sldId="326"/>
            <ac:spMk id="4" creationId="{FEA8498E-4378-4185-A3DA-8D26C2722108}"/>
          </ac:spMkLst>
        </pc:spChg>
      </pc:sldChg>
      <pc:sldChg chg="modSp mod">
        <pc:chgData name="Ella Vetter" userId="c6918cf5-f6c0-43cc-8499-a1f635017de9" providerId="ADAL" clId="{AF2A365B-3B33-420F-B2C0-4BFE99A95748}" dt="2020-09-11T01:13:10.781" v="4048" actId="11"/>
        <pc:sldMkLst>
          <pc:docMk/>
          <pc:sldMk cId="3602066013" sldId="329"/>
        </pc:sldMkLst>
        <pc:spChg chg="mod">
          <ac:chgData name="Ella Vetter" userId="c6918cf5-f6c0-43cc-8499-a1f635017de9" providerId="ADAL" clId="{AF2A365B-3B33-420F-B2C0-4BFE99A95748}" dt="2020-09-11T01:13:10.781" v="4048" actId="11"/>
          <ac:spMkLst>
            <pc:docMk/>
            <pc:sldMk cId="3602066013" sldId="329"/>
            <ac:spMk id="6" creationId="{3A0FB1A5-17E5-46AC-BE8B-16CE6D28426F}"/>
          </ac:spMkLst>
        </pc:spChg>
      </pc:sldChg>
      <pc:sldChg chg="modSp mod">
        <pc:chgData name="Ella Vetter" userId="c6918cf5-f6c0-43cc-8499-a1f635017de9" providerId="ADAL" clId="{AF2A365B-3B33-420F-B2C0-4BFE99A95748}" dt="2020-09-11T01:13:21.439" v="4049" actId="11"/>
        <pc:sldMkLst>
          <pc:docMk/>
          <pc:sldMk cId="4195516329" sldId="330"/>
        </pc:sldMkLst>
        <pc:spChg chg="mod">
          <ac:chgData name="Ella Vetter" userId="c6918cf5-f6c0-43cc-8499-a1f635017de9" providerId="ADAL" clId="{AF2A365B-3B33-420F-B2C0-4BFE99A95748}" dt="2020-09-11T01:13:21.439" v="4049" actId="11"/>
          <ac:spMkLst>
            <pc:docMk/>
            <pc:sldMk cId="4195516329" sldId="330"/>
            <ac:spMk id="3" creationId="{A9896BE8-AC01-476B-A8C7-6F1E890C5E66}"/>
          </ac:spMkLst>
        </pc:spChg>
      </pc:sldChg>
      <pc:sldChg chg="modSp mod">
        <pc:chgData name="Ella Vetter" userId="c6918cf5-f6c0-43cc-8499-a1f635017de9" providerId="ADAL" clId="{AF2A365B-3B33-420F-B2C0-4BFE99A95748}" dt="2020-09-11T01:21:46.534" v="4078" actId="20577"/>
        <pc:sldMkLst>
          <pc:docMk/>
          <pc:sldMk cId="796556504" sldId="331"/>
        </pc:sldMkLst>
        <pc:spChg chg="mod">
          <ac:chgData name="Ella Vetter" userId="c6918cf5-f6c0-43cc-8499-a1f635017de9" providerId="ADAL" clId="{AF2A365B-3B33-420F-B2C0-4BFE99A95748}" dt="2020-09-11T01:21:46.534" v="4078" actId="20577"/>
          <ac:spMkLst>
            <pc:docMk/>
            <pc:sldMk cId="796556504" sldId="331"/>
            <ac:spMk id="3" creationId="{A9896BE8-AC01-476B-A8C7-6F1E890C5E66}"/>
          </ac:spMkLst>
        </pc:spChg>
      </pc:sldChg>
      <pc:sldChg chg="modSp mod">
        <pc:chgData name="Ella Vetter" userId="c6918cf5-f6c0-43cc-8499-a1f635017de9" providerId="ADAL" clId="{AF2A365B-3B33-420F-B2C0-4BFE99A95748}" dt="2020-09-11T01:21:52.305" v="4079" actId="20577"/>
        <pc:sldMkLst>
          <pc:docMk/>
          <pc:sldMk cId="3215793146" sldId="332"/>
        </pc:sldMkLst>
        <pc:spChg chg="mod">
          <ac:chgData name="Ella Vetter" userId="c6918cf5-f6c0-43cc-8499-a1f635017de9" providerId="ADAL" clId="{AF2A365B-3B33-420F-B2C0-4BFE99A95748}" dt="2020-09-11T01:21:52.305" v="4079" actId="20577"/>
          <ac:spMkLst>
            <pc:docMk/>
            <pc:sldMk cId="3215793146" sldId="332"/>
            <ac:spMk id="3" creationId="{A9896BE8-AC01-476B-A8C7-6F1E890C5E66}"/>
          </ac:spMkLst>
        </pc:spChg>
      </pc:sldChg>
      <pc:sldChg chg="modSp mod">
        <pc:chgData name="Ella Vetter" userId="c6918cf5-f6c0-43cc-8499-a1f635017de9" providerId="ADAL" clId="{AF2A365B-3B33-420F-B2C0-4BFE99A95748}" dt="2020-09-11T01:17:18.670" v="4063" actId="11"/>
        <pc:sldMkLst>
          <pc:docMk/>
          <pc:sldMk cId="1637666732" sldId="337"/>
        </pc:sldMkLst>
        <pc:spChg chg="mod">
          <ac:chgData name="Ella Vetter" userId="c6918cf5-f6c0-43cc-8499-a1f635017de9" providerId="ADAL" clId="{AF2A365B-3B33-420F-B2C0-4BFE99A95748}" dt="2020-09-11T01:17:18.670" v="4063" actId="11"/>
          <ac:spMkLst>
            <pc:docMk/>
            <pc:sldMk cId="1637666732" sldId="337"/>
            <ac:spMk id="3" creationId="{0361543A-A802-4FDD-9B60-B511A19F13B5}"/>
          </ac:spMkLst>
        </pc:spChg>
      </pc:sldChg>
      <pc:sldChg chg="modSp mod">
        <pc:chgData name="Ella Vetter" userId="c6918cf5-f6c0-43cc-8499-a1f635017de9" providerId="ADAL" clId="{AF2A365B-3B33-420F-B2C0-4BFE99A95748}" dt="2020-09-11T01:23:13.745" v="4082" actId="20577"/>
        <pc:sldMkLst>
          <pc:docMk/>
          <pc:sldMk cId="170518012" sldId="339"/>
        </pc:sldMkLst>
        <pc:spChg chg="mod">
          <ac:chgData name="Ella Vetter" userId="c6918cf5-f6c0-43cc-8499-a1f635017de9" providerId="ADAL" clId="{AF2A365B-3B33-420F-B2C0-4BFE99A95748}" dt="2020-09-11T01:23:13.745" v="4082" actId="20577"/>
          <ac:spMkLst>
            <pc:docMk/>
            <pc:sldMk cId="170518012" sldId="339"/>
            <ac:spMk id="3" creationId="{F2EFAB54-0658-4BAC-B313-232B2F5CDB50}"/>
          </ac:spMkLst>
        </pc:spChg>
      </pc:sldChg>
      <pc:sldChg chg="addSp delSp modSp mod">
        <pc:chgData name="Ella Vetter" userId="c6918cf5-f6c0-43cc-8499-a1f635017de9" providerId="ADAL" clId="{AF2A365B-3B33-420F-B2C0-4BFE99A95748}" dt="2020-09-11T01:18:25.561" v="4076" actId="20577"/>
        <pc:sldMkLst>
          <pc:docMk/>
          <pc:sldMk cId="2964312040" sldId="340"/>
        </pc:sldMkLst>
        <pc:spChg chg="mod">
          <ac:chgData name="Ella Vetter" userId="c6918cf5-f6c0-43cc-8499-a1f635017de9" providerId="ADAL" clId="{AF2A365B-3B33-420F-B2C0-4BFE99A95748}" dt="2020-09-11T01:18:25.561" v="4076" actId="20577"/>
          <ac:spMkLst>
            <pc:docMk/>
            <pc:sldMk cId="2964312040" sldId="340"/>
            <ac:spMk id="3" creationId="{1C90E9B4-97B9-4379-87C4-57EC8D7C1A2F}"/>
          </ac:spMkLst>
        </pc:spChg>
        <pc:grpChg chg="add mod">
          <ac:chgData name="Ella Vetter" userId="c6918cf5-f6c0-43cc-8499-a1f635017de9" providerId="ADAL" clId="{AF2A365B-3B33-420F-B2C0-4BFE99A95748}" dt="2020-09-10T03:58:05.138" v="18" actId="1076"/>
          <ac:grpSpMkLst>
            <pc:docMk/>
            <pc:sldMk cId="2964312040" sldId="340"/>
            <ac:grpSpMk id="12" creationId="{73FBBAB2-8435-409A-9FC6-599B2CAA1B0D}"/>
          </ac:grpSpMkLst>
        </pc:grpChg>
        <pc:picChg chg="add mod">
          <ac:chgData name="Ella Vetter" userId="c6918cf5-f6c0-43cc-8499-a1f635017de9" providerId="ADAL" clId="{AF2A365B-3B33-420F-B2C0-4BFE99A95748}" dt="2020-09-10T03:58:00.032" v="16" actId="164"/>
          <ac:picMkLst>
            <pc:docMk/>
            <pc:sldMk cId="2964312040" sldId="340"/>
            <ac:picMk id="5" creationId="{E44C9E0A-5FBA-43CE-9C91-7D012E3A305A}"/>
          </ac:picMkLst>
        </pc:picChg>
        <pc:picChg chg="add del">
          <ac:chgData name="Ella Vetter" userId="c6918cf5-f6c0-43cc-8499-a1f635017de9" providerId="ADAL" clId="{AF2A365B-3B33-420F-B2C0-4BFE99A95748}" dt="2020-09-10T03:57:18.420" v="5" actId="478"/>
          <ac:picMkLst>
            <pc:docMk/>
            <pc:sldMk cId="2964312040" sldId="340"/>
            <ac:picMk id="7" creationId="{4D4DC6E3-6396-413A-9EE9-BD0195683DBA}"/>
          </ac:picMkLst>
        </pc:picChg>
        <pc:picChg chg="add del mod">
          <ac:chgData name="Ella Vetter" userId="c6918cf5-f6c0-43cc-8499-a1f635017de9" providerId="ADAL" clId="{AF2A365B-3B33-420F-B2C0-4BFE99A95748}" dt="2020-09-10T03:57:40.206" v="9" actId="478"/>
          <ac:picMkLst>
            <pc:docMk/>
            <pc:sldMk cId="2964312040" sldId="340"/>
            <ac:picMk id="9" creationId="{6694DA7C-C375-48CF-8D9E-CD31C68AC50A}"/>
          </ac:picMkLst>
        </pc:picChg>
        <pc:picChg chg="add mod">
          <ac:chgData name="Ella Vetter" userId="c6918cf5-f6c0-43cc-8499-a1f635017de9" providerId="ADAL" clId="{AF2A365B-3B33-420F-B2C0-4BFE99A95748}" dt="2020-09-10T03:58:00.032" v="16" actId="164"/>
          <ac:picMkLst>
            <pc:docMk/>
            <pc:sldMk cId="2964312040" sldId="340"/>
            <ac:picMk id="11" creationId="{F978DB9D-9C07-431A-B9B2-7DC68FCF7E40}"/>
          </ac:picMkLst>
        </pc:picChg>
      </pc:sldChg>
      <pc:sldChg chg="addSp modSp mod modNotesTx">
        <pc:chgData name="Ella Vetter" userId="c6918cf5-f6c0-43cc-8499-a1f635017de9" providerId="ADAL" clId="{AF2A365B-3B33-420F-B2C0-4BFE99A95748}" dt="2020-09-10T12:04:12.976" v="245" actId="13926"/>
        <pc:sldMkLst>
          <pc:docMk/>
          <pc:sldMk cId="132058968" sldId="341"/>
        </pc:sldMkLst>
        <pc:spChg chg="mod">
          <ac:chgData name="Ella Vetter" userId="c6918cf5-f6c0-43cc-8499-a1f635017de9" providerId="ADAL" clId="{AF2A365B-3B33-420F-B2C0-4BFE99A95748}" dt="2020-09-10T12:04:12.976" v="245" actId="13926"/>
          <ac:spMkLst>
            <pc:docMk/>
            <pc:sldMk cId="132058968" sldId="341"/>
            <ac:spMk id="2" creationId="{1003867E-A049-416A-A856-2C89183523CF}"/>
          </ac:spMkLst>
        </pc:spChg>
        <pc:spChg chg="mod">
          <ac:chgData name="Ella Vetter" userId="c6918cf5-f6c0-43cc-8499-a1f635017de9" providerId="ADAL" clId="{AF2A365B-3B33-420F-B2C0-4BFE99A95748}" dt="2020-09-10T12:04:07.530" v="244" actId="1035"/>
          <ac:spMkLst>
            <pc:docMk/>
            <pc:sldMk cId="132058968" sldId="341"/>
            <ac:spMk id="6" creationId="{C69CF398-2AFA-4A38-9C5A-90B081F9FE66}"/>
          </ac:spMkLst>
        </pc:spChg>
        <pc:picChg chg="add mod">
          <ac:chgData name="Ella Vetter" userId="c6918cf5-f6c0-43cc-8499-a1f635017de9" providerId="ADAL" clId="{AF2A365B-3B33-420F-B2C0-4BFE99A95748}" dt="2020-09-10T12:03:43.035" v="235" actId="1076"/>
          <ac:picMkLst>
            <pc:docMk/>
            <pc:sldMk cId="132058968" sldId="341"/>
            <ac:picMk id="4" creationId="{19CC366E-CD6E-4F12-8F7C-C9F4ED97C655}"/>
          </ac:picMkLst>
        </pc:picChg>
      </pc:sldChg>
      <pc:sldChg chg="addSp modSp mod modNotesTx">
        <pc:chgData name="Ella Vetter" userId="c6918cf5-f6c0-43cc-8499-a1f635017de9" providerId="ADAL" clId="{AF2A365B-3B33-420F-B2C0-4BFE99A95748}" dt="2020-09-11T01:23:13.647" v="4081" actId="20577"/>
        <pc:sldMkLst>
          <pc:docMk/>
          <pc:sldMk cId="190349217" sldId="343"/>
        </pc:sldMkLst>
        <pc:spChg chg="mod">
          <ac:chgData name="Ella Vetter" userId="c6918cf5-f6c0-43cc-8499-a1f635017de9" providerId="ADAL" clId="{AF2A365B-3B33-420F-B2C0-4BFE99A95748}" dt="2020-09-11T01:23:13.647" v="4081" actId="20577"/>
          <ac:spMkLst>
            <pc:docMk/>
            <pc:sldMk cId="190349217" sldId="343"/>
            <ac:spMk id="4" creationId="{CFC03315-D7FD-40F5-AFB7-08434ACB01DF}"/>
          </ac:spMkLst>
        </pc:spChg>
        <pc:picChg chg="add mod">
          <ac:chgData name="Ella Vetter" userId="c6918cf5-f6c0-43cc-8499-a1f635017de9" providerId="ADAL" clId="{AF2A365B-3B33-420F-B2C0-4BFE99A95748}" dt="2020-09-10T20:45:02.447" v="1609" actId="1076"/>
          <ac:picMkLst>
            <pc:docMk/>
            <pc:sldMk cId="190349217" sldId="343"/>
            <ac:picMk id="5" creationId="{EF65A07A-DAE2-4B71-A405-E2B74EBED38C}"/>
          </ac:picMkLst>
        </pc:picChg>
      </pc:sldChg>
      <pc:sldChg chg="addSp modSp mod modNotesTx">
        <pc:chgData name="Ella Vetter" userId="c6918cf5-f6c0-43cc-8499-a1f635017de9" providerId="ADAL" clId="{AF2A365B-3B33-420F-B2C0-4BFE99A95748}" dt="2020-09-10T20:46:49.559" v="1619" actId="11"/>
        <pc:sldMkLst>
          <pc:docMk/>
          <pc:sldMk cId="3399199631" sldId="344"/>
        </pc:sldMkLst>
        <pc:spChg chg="mod">
          <ac:chgData name="Ella Vetter" userId="c6918cf5-f6c0-43cc-8499-a1f635017de9" providerId="ADAL" clId="{AF2A365B-3B33-420F-B2C0-4BFE99A95748}" dt="2020-09-10T11:20:29.063" v="59" actId="13926"/>
          <ac:spMkLst>
            <pc:docMk/>
            <pc:sldMk cId="3399199631" sldId="344"/>
            <ac:spMk id="2" creationId="{1003867E-A049-416A-A856-2C89183523CF}"/>
          </ac:spMkLst>
        </pc:spChg>
        <pc:spChg chg="mod">
          <ac:chgData name="Ella Vetter" userId="c6918cf5-f6c0-43cc-8499-a1f635017de9" providerId="ADAL" clId="{AF2A365B-3B33-420F-B2C0-4BFE99A95748}" dt="2020-09-10T20:46:49.559" v="1619" actId="11"/>
          <ac:spMkLst>
            <pc:docMk/>
            <pc:sldMk cId="3399199631" sldId="344"/>
            <ac:spMk id="3" creationId="{20FF138D-2BCD-49F0-8E8D-8AF91465113B}"/>
          </ac:spMkLst>
        </pc:spChg>
        <pc:picChg chg="add mod">
          <ac:chgData name="Ella Vetter" userId="c6918cf5-f6c0-43cc-8499-a1f635017de9" providerId="ADAL" clId="{AF2A365B-3B33-420F-B2C0-4BFE99A95748}" dt="2020-09-10T11:20:21.577" v="58" actId="1036"/>
          <ac:picMkLst>
            <pc:docMk/>
            <pc:sldMk cId="3399199631" sldId="344"/>
            <ac:picMk id="5" creationId="{D2FB4BA9-765B-4B59-B96B-0527F0E850CF}"/>
          </ac:picMkLst>
        </pc:picChg>
      </pc:sldChg>
      <pc:sldChg chg="addSp modSp mod">
        <pc:chgData name="Ella Vetter" userId="c6918cf5-f6c0-43cc-8499-a1f635017de9" providerId="ADAL" clId="{AF2A365B-3B33-420F-B2C0-4BFE99A95748}" dt="2020-09-10T20:46:59.076" v="1620" actId="11"/>
        <pc:sldMkLst>
          <pc:docMk/>
          <pc:sldMk cId="2596221304" sldId="345"/>
        </pc:sldMkLst>
        <pc:spChg chg="mod">
          <ac:chgData name="Ella Vetter" userId="c6918cf5-f6c0-43cc-8499-a1f635017de9" providerId="ADAL" clId="{AF2A365B-3B33-420F-B2C0-4BFE99A95748}" dt="2020-09-10T12:04:28.104" v="246" actId="13926"/>
          <ac:spMkLst>
            <pc:docMk/>
            <pc:sldMk cId="2596221304" sldId="345"/>
            <ac:spMk id="2" creationId="{1003867E-A049-416A-A856-2C89183523CF}"/>
          </ac:spMkLst>
        </pc:spChg>
        <pc:spChg chg="mod">
          <ac:chgData name="Ella Vetter" userId="c6918cf5-f6c0-43cc-8499-a1f635017de9" providerId="ADAL" clId="{AF2A365B-3B33-420F-B2C0-4BFE99A95748}" dt="2020-09-10T20:46:59.076" v="1620" actId="11"/>
          <ac:spMkLst>
            <pc:docMk/>
            <pc:sldMk cId="2596221304" sldId="345"/>
            <ac:spMk id="4" creationId="{2C5E0776-6C3D-466B-9C00-B4AEB73007F5}"/>
          </ac:spMkLst>
        </pc:spChg>
        <pc:picChg chg="add mod">
          <ac:chgData name="Ella Vetter" userId="c6918cf5-f6c0-43cc-8499-a1f635017de9" providerId="ADAL" clId="{AF2A365B-3B33-420F-B2C0-4BFE99A95748}" dt="2020-09-10T11:28:30.909" v="152"/>
          <ac:picMkLst>
            <pc:docMk/>
            <pc:sldMk cId="2596221304" sldId="345"/>
            <ac:picMk id="5" creationId="{8D9C93E9-FCA2-4BAD-A470-D273BB4CC6CA}"/>
          </ac:picMkLst>
        </pc:picChg>
      </pc:sldChg>
      <pc:sldChg chg="addSp delSp modSp mod modNotesTx">
        <pc:chgData name="Ella Vetter" userId="c6918cf5-f6c0-43cc-8499-a1f635017de9" providerId="ADAL" clId="{AF2A365B-3B33-420F-B2C0-4BFE99A95748}" dt="2020-09-10T20:47:23.332" v="1625" actId="11"/>
        <pc:sldMkLst>
          <pc:docMk/>
          <pc:sldMk cId="90620544" sldId="346"/>
        </pc:sldMkLst>
        <pc:spChg chg="mod">
          <ac:chgData name="Ella Vetter" userId="c6918cf5-f6c0-43cc-8499-a1f635017de9" providerId="ADAL" clId="{AF2A365B-3B33-420F-B2C0-4BFE99A95748}" dt="2020-09-10T12:07:11.743" v="297" actId="13926"/>
          <ac:spMkLst>
            <pc:docMk/>
            <pc:sldMk cId="90620544" sldId="346"/>
            <ac:spMk id="2" creationId="{7CF4D56A-7A6F-4534-9BEB-FAE8CF35118B}"/>
          </ac:spMkLst>
        </pc:spChg>
        <pc:spChg chg="del">
          <ac:chgData name="Ella Vetter" userId="c6918cf5-f6c0-43cc-8499-a1f635017de9" providerId="ADAL" clId="{AF2A365B-3B33-420F-B2C0-4BFE99A95748}" dt="2020-09-10T11:23:44.142" v="90" actId="478"/>
          <ac:spMkLst>
            <pc:docMk/>
            <pc:sldMk cId="90620544" sldId="346"/>
            <ac:spMk id="3" creationId="{711FB825-E5B6-458C-BEDA-C2292237AE62}"/>
          </ac:spMkLst>
        </pc:spChg>
        <pc:spChg chg="add mod">
          <ac:chgData name="Ella Vetter" userId="c6918cf5-f6c0-43cc-8499-a1f635017de9" providerId="ADAL" clId="{AF2A365B-3B33-420F-B2C0-4BFE99A95748}" dt="2020-09-10T20:47:23.332" v="1625" actId="11"/>
          <ac:spMkLst>
            <pc:docMk/>
            <pc:sldMk cId="90620544" sldId="346"/>
            <ac:spMk id="5" creationId="{27E53B09-9A94-474D-8876-783255985D9F}"/>
          </ac:spMkLst>
        </pc:spChg>
        <pc:picChg chg="add del mod">
          <ac:chgData name="Ella Vetter" userId="c6918cf5-f6c0-43cc-8499-a1f635017de9" providerId="ADAL" clId="{AF2A365B-3B33-420F-B2C0-4BFE99A95748}" dt="2020-09-10T11:31:20.231" v="228" actId="478"/>
          <ac:picMkLst>
            <pc:docMk/>
            <pc:sldMk cId="90620544" sldId="346"/>
            <ac:picMk id="7" creationId="{56CD984C-772D-4D26-ADB4-B9DE33922D2F}"/>
          </ac:picMkLst>
        </pc:picChg>
        <pc:picChg chg="add mod">
          <ac:chgData name="Ella Vetter" userId="c6918cf5-f6c0-43cc-8499-a1f635017de9" providerId="ADAL" clId="{AF2A365B-3B33-420F-B2C0-4BFE99A95748}" dt="2020-09-10T12:06:42.380" v="280" actId="1076"/>
          <ac:picMkLst>
            <pc:docMk/>
            <pc:sldMk cId="90620544" sldId="346"/>
            <ac:picMk id="9" creationId="{BF757C45-5D07-4740-AC3A-32DB9C738154}"/>
          </ac:picMkLst>
        </pc:picChg>
        <pc:picChg chg="add mod">
          <ac:chgData name="Ella Vetter" userId="c6918cf5-f6c0-43cc-8499-a1f635017de9" providerId="ADAL" clId="{AF2A365B-3B33-420F-B2C0-4BFE99A95748}" dt="2020-09-10T12:06:48.215" v="285" actId="1035"/>
          <ac:picMkLst>
            <pc:docMk/>
            <pc:sldMk cId="90620544" sldId="346"/>
            <ac:picMk id="11" creationId="{DB889140-8773-4448-93CB-D712D4106074}"/>
          </ac:picMkLst>
        </pc:picChg>
      </pc:sldChg>
      <pc:sldChg chg="modSp mod">
        <pc:chgData name="Ella Vetter" userId="c6918cf5-f6c0-43cc-8499-a1f635017de9" providerId="ADAL" clId="{AF2A365B-3B33-420F-B2C0-4BFE99A95748}" dt="2020-09-11T01:23:13.568" v="4080" actId="20577"/>
        <pc:sldMkLst>
          <pc:docMk/>
          <pc:sldMk cId="1463868808" sldId="349"/>
        </pc:sldMkLst>
        <pc:spChg chg="mod">
          <ac:chgData name="Ella Vetter" userId="c6918cf5-f6c0-43cc-8499-a1f635017de9" providerId="ADAL" clId="{AF2A365B-3B33-420F-B2C0-4BFE99A95748}" dt="2020-09-11T01:23:13.568" v="4080" actId="20577"/>
          <ac:spMkLst>
            <pc:docMk/>
            <pc:sldMk cId="1463868808" sldId="349"/>
            <ac:spMk id="4" creationId="{63B5BC74-1981-41C4-8868-0D2C7BEE5A19}"/>
          </ac:spMkLst>
        </pc:spChg>
      </pc:sldChg>
      <pc:sldChg chg="modSp mod">
        <pc:chgData name="Ella Vetter" userId="c6918cf5-f6c0-43cc-8499-a1f635017de9" providerId="ADAL" clId="{AF2A365B-3B33-420F-B2C0-4BFE99A95748}" dt="2020-09-11T01:15:06.430" v="4054" actId="11"/>
        <pc:sldMkLst>
          <pc:docMk/>
          <pc:sldMk cId="4260857195" sldId="350"/>
        </pc:sldMkLst>
        <pc:spChg chg="mod">
          <ac:chgData name="Ella Vetter" userId="c6918cf5-f6c0-43cc-8499-a1f635017de9" providerId="ADAL" clId="{AF2A365B-3B33-420F-B2C0-4BFE99A95748}" dt="2020-09-11T01:15:06.430" v="4054" actId="11"/>
          <ac:spMkLst>
            <pc:docMk/>
            <pc:sldMk cId="4260857195" sldId="350"/>
            <ac:spMk id="3" creationId="{E66FD1A9-40DD-416D-9054-AF7CC4AAB9B0}"/>
          </ac:spMkLst>
        </pc:spChg>
      </pc:sldChg>
      <pc:sldChg chg="modSp mod">
        <pc:chgData name="Ella Vetter" userId="c6918cf5-f6c0-43cc-8499-a1f635017de9" providerId="ADAL" clId="{AF2A365B-3B33-420F-B2C0-4BFE99A95748}" dt="2020-09-11T01:15:25.942" v="4056" actId="11"/>
        <pc:sldMkLst>
          <pc:docMk/>
          <pc:sldMk cId="3702495995" sldId="351"/>
        </pc:sldMkLst>
        <pc:spChg chg="mod">
          <ac:chgData name="Ella Vetter" userId="c6918cf5-f6c0-43cc-8499-a1f635017de9" providerId="ADAL" clId="{AF2A365B-3B33-420F-B2C0-4BFE99A95748}" dt="2020-09-11T01:15:25.942" v="4056" actId="11"/>
          <ac:spMkLst>
            <pc:docMk/>
            <pc:sldMk cId="3702495995" sldId="351"/>
            <ac:spMk id="6" creationId="{2BD25D4E-C2C8-454B-80CA-CF040A48D46E}"/>
          </ac:spMkLst>
        </pc:spChg>
      </pc:sldChg>
      <pc:sldChg chg="modSp mod">
        <pc:chgData name="Ella Vetter" userId="c6918cf5-f6c0-43cc-8499-a1f635017de9" providerId="ADAL" clId="{AF2A365B-3B33-420F-B2C0-4BFE99A95748}" dt="2020-09-11T01:15:39.043" v="4057" actId="11"/>
        <pc:sldMkLst>
          <pc:docMk/>
          <pc:sldMk cId="2102270504" sldId="352"/>
        </pc:sldMkLst>
        <pc:spChg chg="mod">
          <ac:chgData name="Ella Vetter" userId="c6918cf5-f6c0-43cc-8499-a1f635017de9" providerId="ADAL" clId="{AF2A365B-3B33-420F-B2C0-4BFE99A95748}" dt="2020-09-11T01:15:39.043" v="4057" actId="11"/>
          <ac:spMkLst>
            <pc:docMk/>
            <pc:sldMk cId="2102270504" sldId="352"/>
            <ac:spMk id="7" creationId="{DCF401E9-BC8B-4A2A-8B90-3BB0AEAF7665}"/>
          </ac:spMkLst>
        </pc:spChg>
      </pc:sldChg>
      <pc:sldChg chg="modSp mod">
        <pc:chgData name="Ella Vetter" userId="c6918cf5-f6c0-43cc-8499-a1f635017de9" providerId="ADAL" clId="{AF2A365B-3B33-420F-B2C0-4BFE99A95748}" dt="2020-09-11T01:15:55.593" v="4058" actId="11"/>
        <pc:sldMkLst>
          <pc:docMk/>
          <pc:sldMk cId="2476861534" sldId="354"/>
        </pc:sldMkLst>
        <pc:spChg chg="mod">
          <ac:chgData name="Ella Vetter" userId="c6918cf5-f6c0-43cc-8499-a1f635017de9" providerId="ADAL" clId="{AF2A365B-3B33-420F-B2C0-4BFE99A95748}" dt="2020-09-11T01:15:55.593" v="4058" actId="11"/>
          <ac:spMkLst>
            <pc:docMk/>
            <pc:sldMk cId="2476861534" sldId="354"/>
            <ac:spMk id="7" creationId="{4D5F75AC-249D-41CF-BBF9-8A3022F93EFF}"/>
          </ac:spMkLst>
        </pc:spChg>
      </pc:sldChg>
      <pc:sldChg chg="modSp mod">
        <pc:chgData name="Ella Vetter" userId="c6918cf5-f6c0-43cc-8499-a1f635017de9" providerId="ADAL" clId="{AF2A365B-3B33-420F-B2C0-4BFE99A95748}" dt="2020-09-11T01:24:25.927" v="4086" actId="20577"/>
        <pc:sldMkLst>
          <pc:docMk/>
          <pc:sldMk cId="1299363713" sldId="355"/>
        </pc:sldMkLst>
        <pc:spChg chg="mod">
          <ac:chgData name="Ella Vetter" userId="c6918cf5-f6c0-43cc-8499-a1f635017de9" providerId="ADAL" clId="{AF2A365B-3B33-420F-B2C0-4BFE99A95748}" dt="2020-09-11T01:24:25.927" v="4086" actId="20577"/>
          <ac:spMkLst>
            <pc:docMk/>
            <pc:sldMk cId="1299363713" sldId="355"/>
            <ac:spMk id="11" creationId="{264FEF17-13D9-4AC0-9B0D-248B1CCF857F}"/>
          </ac:spMkLst>
        </pc:spChg>
      </pc:sldChg>
      <pc:sldChg chg="modSp mod">
        <pc:chgData name="Ella Vetter" userId="c6918cf5-f6c0-43cc-8499-a1f635017de9" providerId="ADAL" clId="{AF2A365B-3B33-420F-B2C0-4BFE99A95748}" dt="2020-09-11T01:16:21.438" v="4060" actId="11"/>
        <pc:sldMkLst>
          <pc:docMk/>
          <pc:sldMk cId="1743523007" sldId="356"/>
        </pc:sldMkLst>
        <pc:spChg chg="mod">
          <ac:chgData name="Ella Vetter" userId="c6918cf5-f6c0-43cc-8499-a1f635017de9" providerId="ADAL" clId="{AF2A365B-3B33-420F-B2C0-4BFE99A95748}" dt="2020-09-11T01:16:21.438" v="4060" actId="11"/>
          <ac:spMkLst>
            <pc:docMk/>
            <pc:sldMk cId="1743523007" sldId="356"/>
            <ac:spMk id="12" creationId="{947AC910-F1C6-4B54-93D8-7787DDFD1357}"/>
          </ac:spMkLst>
        </pc:spChg>
      </pc:sldChg>
      <pc:sldChg chg="modSp mod">
        <pc:chgData name="Ella Vetter" userId="c6918cf5-f6c0-43cc-8499-a1f635017de9" providerId="ADAL" clId="{AF2A365B-3B33-420F-B2C0-4BFE99A95748}" dt="2020-09-11T01:16:29.733" v="4061" actId="11"/>
        <pc:sldMkLst>
          <pc:docMk/>
          <pc:sldMk cId="2795961728" sldId="357"/>
        </pc:sldMkLst>
        <pc:spChg chg="mod">
          <ac:chgData name="Ella Vetter" userId="c6918cf5-f6c0-43cc-8499-a1f635017de9" providerId="ADAL" clId="{AF2A365B-3B33-420F-B2C0-4BFE99A95748}" dt="2020-09-11T01:16:29.733" v="4061" actId="11"/>
          <ac:spMkLst>
            <pc:docMk/>
            <pc:sldMk cId="2795961728" sldId="357"/>
            <ac:spMk id="7" creationId="{CDD00C26-CB91-4BA5-9BED-9ACC47F25F11}"/>
          </ac:spMkLst>
        </pc:spChg>
      </pc:sldChg>
      <pc:sldChg chg="addSp modSp new mod ord modNotesTx">
        <pc:chgData name="Ella Vetter" userId="c6918cf5-f6c0-43cc-8499-a1f635017de9" providerId="ADAL" clId="{AF2A365B-3B33-420F-B2C0-4BFE99A95748}" dt="2020-09-10T20:47:09.473" v="1623" actId="11"/>
        <pc:sldMkLst>
          <pc:docMk/>
          <pc:sldMk cId="760980716" sldId="366"/>
        </pc:sldMkLst>
        <pc:spChg chg="mod">
          <ac:chgData name="Ella Vetter" userId="c6918cf5-f6c0-43cc-8499-a1f635017de9" providerId="ADAL" clId="{AF2A365B-3B33-420F-B2C0-4BFE99A95748}" dt="2020-09-10T12:04:49.753" v="273" actId="13926"/>
          <ac:spMkLst>
            <pc:docMk/>
            <pc:sldMk cId="760980716" sldId="366"/>
            <ac:spMk id="2" creationId="{0B301652-CD43-4806-98FA-66DE766DDFED}"/>
          </ac:spMkLst>
        </pc:spChg>
        <pc:spChg chg="mod">
          <ac:chgData name="Ella Vetter" userId="c6918cf5-f6c0-43cc-8499-a1f635017de9" providerId="ADAL" clId="{AF2A365B-3B33-420F-B2C0-4BFE99A95748}" dt="2020-09-10T20:47:09.473" v="1623" actId="11"/>
          <ac:spMkLst>
            <pc:docMk/>
            <pc:sldMk cId="760980716" sldId="366"/>
            <ac:spMk id="3" creationId="{7240C353-9B80-44B1-BCED-82825036FE57}"/>
          </ac:spMkLst>
        </pc:spChg>
        <pc:picChg chg="add mod modCrop">
          <ac:chgData name="Ella Vetter" userId="c6918cf5-f6c0-43cc-8499-a1f635017de9" providerId="ADAL" clId="{AF2A365B-3B33-420F-B2C0-4BFE99A95748}" dt="2020-09-10T12:05:07.353" v="276" actId="14100"/>
          <ac:picMkLst>
            <pc:docMk/>
            <pc:sldMk cId="760980716" sldId="366"/>
            <ac:picMk id="5" creationId="{4EB52FBB-CB46-4EC0-9580-C2634AC508A6}"/>
          </ac:picMkLst>
        </pc:picChg>
      </pc:sldChg>
      <pc:sldChg chg="addSp modSp new mod modNotesTx">
        <pc:chgData name="Ella Vetter" userId="c6918cf5-f6c0-43cc-8499-a1f635017de9" providerId="ADAL" clId="{AF2A365B-3B33-420F-B2C0-4BFE99A95748}" dt="2020-09-11T01:12:39.595" v="4046" actId="255"/>
        <pc:sldMkLst>
          <pc:docMk/>
          <pc:sldMk cId="290223264" sldId="367"/>
        </pc:sldMkLst>
        <pc:spChg chg="mod">
          <ac:chgData name="Ella Vetter" userId="c6918cf5-f6c0-43cc-8499-a1f635017de9" providerId="ADAL" clId="{AF2A365B-3B33-420F-B2C0-4BFE99A95748}" dt="2020-09-10T20:17:14.727" v="1223"/>
          <ac:spMkLst>
            <pc:docMk/>
            <pc:sldMk cId="290223264" sldId="367"/>
            <ac:spMk id="2" creationId="{2B232A6E-BA12-463E-8167-7A7D8D3F4C78}"/>
          </ac:spMkLst>
        </pc:spChg>
        <pc:spChg chg="mod">
          <ac:chgData name="Ella Vetter" userId="c6918cf5-f6c0-43cc-8499-a1f635017de9" providerId="ADAL" clId="{AF2A365B-3B33-420F-B2C0-4BFE99A95748}" dt="2020-09-11T01:12:39.595" v="4046" actId="255"/>
          <ac:spMkLst>
            <pc:docMk/>
            <pc:sldMk cId="290223264" sldId="367"/>
            <ac:spMk id="3" creationId="{C49B89C3-A00A-42F6-A397-9DC65037FCFA}"/>
          </ac:spMkLst>
        </pc:spChg>
        <pc:picChg chg="add mod">
          <ac:chgData name="Ella Vetter" userId="c6918cf5-f6c0-43cc-8499-a1f635017de9" providerId="ADAL" clId="{AF2A365B-3B33-420F-B2C0-4BFE99A95748}" dt="2020-09-11T01:12:35.054" v="4045" actId="1036"/>
          <ac:picMkLst>
            <pc:docMk/>
            <pc:sldMk cId="290223264" sldId="367"/>
            <ac:picMk id="5" creationId="{060C5D8B-A8CB-47D1-A025-7687F6E3916A}"/>
          </ac:picMkLst>
        </pc:picChg>
      </pc:sldChg>
      <pc:sldChg chg="new del">
        <pc:chgData name="Ella Vetter" userId="c6918cf5-f6c0-43cc-8499-a1f635017de9" providerId="ADAL" clId="{AF2A365B-3B33-420F-B2C0-4BFE99A95748}" dt="2020-09-10T12:06:05.056" v="278" actId="680"/>
        <pc:sldMkLst>
          <pc:docMk/>
          <pc:sldMk cId="3326033845" sldId="367"/>
        </pc:sldMkLst>
      </pc:sldChg>
      <pc:sldChg chg="modSp new del mod">
        <pc:chgData name="Ella Vetter" userId="c6918cf5-f6c0-43cc-8499-a1f635017de9" providerId="ADAL" clId="{AF2A365B-3B33-420F-B2C0-4BFE99A95748}" dt="2020-09-10T20:31:14.763" v="1352" actId="47"/>
        <pc:sldMkLst>
          <pc:docMk/>
          <pc:sldMk cId="2889692925" sldId="368"/>
        </pc:sldMkLst>
        <pc:spChg chg="mod">
          <ac:chgData name="Ella Vetter" userId="c6918cf5-f6c0-43cc-8499-a1f635017de9" providerId="ADAL" clId="{AF2A365B-3B33-420F-B2C0-4BFE99A95748}" dt="2020-09-10T20:29:39.393" v="1262"/>
          <ac:spMkLst>
            <pc:docMk/>
            <pc:sldMk cId="2889692925" sldId="368"/>
            <ac:spMk id="2" creationId="{3E391F90-BCAB-45EB-8302-8F5B24DD8955}"/>
          </ac:spMkLst>
        </pc:spChg>
      </pc:sldChg>
      <pc:sldChg chg="addSp modSp new mod">
        <pc:chgData name="Ella Vetter" userId="c6918cf5-f6c0-43cc-8499-a1f635017de9" providerId="ADAL" clId="{AF2A365B-3B33-420F-B2C0-4BFE99A95748}" dt="2020-09-11T01:12:49.706" v="4047" actId="255"/>
        <pc:sldMkLst>
          <pc:docMk/>
          <pc:sldMk cId="4290262589" sldId="368"/>
        </pc:sldMkLst>
        <pc:spChg chg="mod">
          <ac:chgData name="Ella Vetter" userId="c6918cf5-f6c0-43cc-8499-a1f635017de9" providerId="ADAL" clId="{AF2A365B-3B33-420F-B2C0-4BFE99A95748}" dt="2020-09-10T20:35:00.378" v="1429"/>
          <ac:spMkLst>
            <pc:docMk/>
            <pc:sldMk cId="4290262589" sldId="368"/>
            <ac:spMk id="2" creationId="{C3B0E3F7-7D27-4FD7-A268-BAB2C5C4465C}"/>
          </ac:spMkLst>
        </pc:spChg>
        <pc:spChg chg="mod">
          <ac:chgData name="Ella Vetter" userId="c6918cf5-f6c0-43cc-8499-a1f635017de9" providerId="ADAL" clId="{AF2A365B-3B33-420F-B2C0-4BFE99A95748}" dt="2020-09-11T01:12:49.706" v="4047" actId="255"/>
          <ac:spMkLst>
            <pc:docMk/>
            <pc:sldMk cId="4290262589" sldId="368"/>
            <ac:spMk id="3" creationId="{5972EC9B-13E3-4EAE-A130-98977CDDACA7}"/>
          </ac:spMkLst>
        </pc:spChg>
        <pc:picChg chg="add mod">
          <ac:chgData name="Ella Vetter" userId="c6918cf5-f6c0-43cc-8499-a1f635017de9" providerId="ADAL" clId="{AF2A365B-3B33-420F-B2C0-4BFE99A95748}" dt="2020-09-10T20:40:54.063" v="1565" actId="1035"/>
          <ac:picMkLst>
            <pc:docMk/>
            <pc:sldMk cId="4290262589" sldId="368"/>
            <ac:picMk id="5" creationId="{63788A86-91D1-491E-B1B2-C2D7DD7AA9FF}"/>
          </ac:picMkLst>
        </pc:picChg>
      </pc:sldChg>
      <pc:sldChg chg="addSp modSp new mod">
        <pc:chgData name="Ella Vetter" userId="c6918cf5-f6c0-43cc-8499-a1f635017de9" providerId="ADAL" clId="{AF2A365B-3B33-420F-B2C0-4BFE99A95748}" dt="2020-09-11T01:25:19.868" v="4087" actId="20577"/>
        <pc:sldMkLst>
          <pc:docMk/>
          <pc:sldMk cId="254936619" sldId="369"/>
        </pc:sldMkLst>
        <pc:spChg chg="mod">
          <ac:chgData name="Ella Vetter" userId="c6918cf5-f6c0-43cc-8499-a1f635017de9" providerId="ADAL" clId="{AF2A365B-3B33-420F-B2C0-4BFE99A95748}" dt="2020-09-10T21:00:49.340" v="1706" actId="20577"/>
          <ac:spMkLst>
            <pc:docMk/>
            <pc:sldMk cId="254936619" sldId="369"/>
            <ac:spMk id="2" creationId="{E3E06216-1C5B-43DC-A8A9-C5904A2BA465}"/>
          </ac:spMkLst>
        </pc:spChg>
        <pc:spChg chg="mod">
          <ac:chgData name="Ella Vetter" userId="c6918cf5-f6c0-43cc-8499-a1f635017de9" providerId="ADAL" clId="{AF2A365B-3B33-420F-B2C0-4BFE99A95748}" dt="2020-09-11T01:25:19.868" v="4087" actId="20577"/>
          <ac:spMkLst>
            <pc:docMk/>
            <pc:sldMk cId="254936619" sldId="369"/>
            <ac:spMk id="3" creationId="{F30BA8DC-9C7A-4B2C-895E-1B631BC9F3F9}"/>
          </ac:spMkLst>
        </pc:spChg>
        <pc:picChg chg="add">
          <ac:chgData name="Ella Vetter" userId="c6918cf5-f6c0-43cc-8499-a1f635017de9" providerId="ADAL" clId="{AF2A365B-3B33-420F-B2C0-4BFE99A95748}" dt="2020-09-10T21:08:59.985" v="1749" actId="22"/>
          <ac:picMkLst>
            <pc:docMk/>
            <pc:sldMk cId="254936619" sldId="369"/>
            <ac:picMk id="5" creationId="{190B5FC0-3A67-4027-BE2E-885AFA8D28CE}"/>
          </ac:picMkLst>
        </pc:picChg>
      </pc:sldChg>
      <pc:sldChg chg="addSp modSp add mod">
        <pc:chgData name="Ella Vetter" userId="c6918cf5-f6c0-43cc-8499-a1f635017de9" providerId="ADAL" clId="{AF2A365B-3B33-420F-B2C0-4BFE99A95748}" dt="2020-09-10T23:29:47.750" v="2352" actId="1035"/>
        <pc:sldMkLst>
          <pc:docMk/>
          <pc:sldMk cId="2226125750" sldId="370"/>
        </pc:sldMkLst>
        <pc:spChg chg="mod">
          <ac:chgData name="Ella Vetter" userId="c6918cf5-f6c0-43cc-8499-a1f635017de9" providerId="ADAL" clId="{AF2A365B-3B33-420F-B2C0-4BFE99A95748}" dt="2020-09-10T23:29:44.262" v="2344" actId="255"/>
          <ac:spMkLst>
            <pc:docMk/>
            <pc:sldMk cId="2226125750" sldId="370"/>
            <ac:spMk id="3" creationId="{F30BA8DC-9C7A-4B2C-895E-1B631BC9F3F9}"/>
          </ac:spMkLst>
        </pc:spChg>
        <pc:picChg chg="add mod">
          <ac:chgData name="Ella Vetter" userId="c6918cf5-f6c0-43cc-8499-a1f635017de9" providerId="ADAL" clId="{AF2A365B-3B33-420F-B2C0-4BFE99A95748}" dt="2020-09-10T23:29:47.750" v="2352" actId="1035"/>
          <ac:picMkLst>
            <pc:docMk/>
            <pc:sldMk cId="2226125750" sldId="370"/>
            <ac:picMk id="5" creationId="{4AA55E62-F78F-4789-89D4-7462E939F454}"/>
          </ac:picMkLst>
        </pc:picChg>
      </pc:sldChg>
      <pc:sldChg chg="addSp modSp add mod">
        <pc:chgData name="Ella Vetter" userId="c6918cf5-f6c0-43cc-8499-a1f635017de9" providerId="ADAL" clId="{AF2A365B-3B33-420F-B2C0-4BFE99A95748}" dt="2020-09-10T23:27:53.503" v="2260" actId="20577"/>
        <pc:sldMkLst>
          <pc:docMk/>
          <pc:sldMk cId="4050674769" sldId="371"/>
        </pc:sldMkLst>
        <pc:spChg chg="mod">
          <ac:chgData name="Ella Vetter" userId="c6918cf5-f6c0-43cc-8499-a1f635017de9" providerId="ADAL" clId="{AF2A365B-3B33-420F-B2C0-4BFE99A95748}" dt="2020-09-10T23:27:53.503" v="2260" actId="20577"/>
          <ac:spMkLst>
            <pc:docMk/>
            <pc:sldMk cId="4050674769" sldId="371"/>
            <ac:spMk id="3" creationId="{F30BA8DC-9C7A-4B2C-895E-1B631BC9F3F9}"/>
          </ac:spMkLst>
        </pc:spChg>
        <pc:picChg chg="add mod">
          <ac:chgData name="Ella Vetter" userId="c6918cf5-f6c0-43cc-8499-a1f635017de9" providerId="ADAL" clId="{AF2A365B-3B33-420F-B2C0-4BFE99A95748}" dt="2020-09-10T23:27:04.720" v="2214" actId="1036"/>
          <ac:picMkLst>
            <pc:docMk/>
            <pc:sldMk cId="4050674769" sldId="371"/>
            <ac:picMk id="5" creationId="{2AB0A8C5-FC40-46A3-8CF6-6B9F43C7815E}"/>
          </ac:picMkLst>
        </pc:picChg>
        <pc:picChg chg="add mod modCrop">
          <ac:chgData name="Ella Vetter" userId="c6918cf5-f6c0-43cc-8499-a1f635017de9" providerId="ADAL" clId="{AF2A365B-3B33-420F-B2C0-4BFE99A95748}" dt="2020-09-10T23:27:46.801" v="2258" actId="732"/>
          <ac:picMkLst>
            <pc:docMk/>
            <pc:sldMk cId="4050674769" sldId="371"/>
            <ac:picMk id="7" creationId="{95DA7C62-C738-4A32-B0B9-24499DDA2B45}"/>
          </ac:picMkLst>
        </pc:picChg>
      </pc:sldChg>
      <pc:sldChg chg="addSp modSp new mod">
        <pc:chgData name="Ella Vetter" userId="c6918cf5-f6c0-43cc-8499-a1f635017de9" providerId="ADAL" clId="{AF2A365B-3B33-420F-B2C0-4BFE99A95748}" dt="2020-09-10T23:29:38.082" v="2343" actId="1036"/>
        <pc:sldMkLst>
          <pc:docMk/>
          <pc:sldMk cId="2131112464" sldId="372"/>
        </pc:sldMkLst>
        <pc:spChg chg="mod">
          <ac:chgData name="Ella Vetter" userId="c6918cf5-f6c0-43cc-8499-a1f635017de9" providerId="ADAL" clId="{AF2A365B-3B33-420F-B2C0-4BFE99A95748}" dt="2020-09-10T21:09:08.515" v="1751"/>
          <ac:spMkLst>
            <pc:docMk/>
            <pc:sldMk cId="2131112464" sldId="372"/>
            <ac:spMk id="2" creationId="{CCC38B92-EC24-4967-AC50-080DF8F23118}"/>
          </ac:spMkLst>
        </pc:spChg>
        <pc:spChg chg="mod">
          <ac:chgData name="Ella Vetter" userId="c6918cf5-f6c0-43cc-8499-a1f635017de9" providerId="ADAL" clId="{AF2A365B-3B33-420F-B2C0-4BFE99A95748}" dt="2020-09-10T23:29:38.082" v="2343" actId="1036"/>
          <ac:spMkLst>
            <pc:docMk/>
            <pc:sldMk cId="2131112464" sldId="372"/>
            <ac:spMk id="3" creationId="{F77C5C24-5487-40C5-8EBB-A5A88A70FF2A}"/>
          </ac:spMkLst>
        </pc:spChg>
        <pc:picChg chg="add mod">
          <ac:chgData name="Ella Vetter" userId="c6918cf5-f6c0-43cc-8499-a1f635017de9" providerId="ADAL" clId="{AF2A365B-3B33-420F-B2C0-4BFE99A95748}" dt="2020-09-10T21:10:56.956" v="1842" actId="1076"/>
          <ac:picMkLst>
            <pc:docMk/>
            <pc:sldMk cId="2131112464" sldId="372"/>
            <ac:picMk id="5" creationId="{C00F8DC5-31E1-465E-89A9-35ACA01CE832}"/>
          </ac:picMkLst>
        </pc:picChg>
      </pc:sldChg>
      <pc:sldChg chg="addSp delSp modSp add mod">
        <pc:chgData name="Ella Vetter" userId="c6918cf5-f6c0-43cc-8499-a1f635017de9" providerId="ADAL" clId="{AF2A365B-3B33-420F-B2C0-4BFE99A95748}" dt="2020-09-10T23:30:06.164" v="2353" actId="11"/>
        <pc:sldMkLst>
          <pc:docMk/>
          <pc:sldMk cId="552881126" sldId="373"/>
        </pc:sldMkLst>
        <pc:spChg chg="del">
          <ac:chgData name="Ella Vetter" userId="c6918cf5-f6c0-43cc-8499-a1f635017de9" providerId="ADAL" clId="{AF2A365B-3B33-420F-B2C0-4BFE99A95748}" dt="2020-09-10T23:29:09.842" v="2333" actId="478"/>
          <ac:spMkLst>
            <pc:docMk/>
            <pc:sldMk cId="552881126" sldId="373"/>
            <ac:spMk id="3" creationId="{F30BA8DC-9C7A-4B2C-895E-1B631BC9F3F9}"/>
          </ac:spMkLst>
        </pc:spChg>
        <pc:spChg chg="add mod">
          <ac:chgData name="Ella Vetter" userId="c6918cf5-f6c0-43cc-8499-a1f635017de9" providerId="ADAL" clId="{AF2A365B-3B33-420F-B2C0-4BFE99A95748}" dt="2020-09-10T23:30:06.164" v="2353" actId="11"/>
          <ac:spMkLst>
            <pc:docMk/>
            <pc:sldMk cId="552881126" sldId="373"/>
            <ac:spMk id="8" creationId="{AF802A76-54E3-4F53-A3A8-885CACC77E66}"/>
          </ac:spMkLst>
        </pc:spChg>
        <pc:picChg chg="add del">
          <ac:chgData name="Ella Vetter" userId="c6918cf5-f6c0-43cc-8499-a1f635017de9" providerId="ADAL" clId="{AF2A365B-3B33-420F-B2C0-4BFE99A95748}" dt="2020-09-10T21:23:56.797" v="1899" actId="478"/>
          <ac:picMkLst>
            <pc:docMk/>
            <pc:sldMk cId="552881126" sldId="373"/>
            <ac:picMk id="5" creationId="{826ED211-14EB-4112-AB35-B3060D163A78}"/>
          </ac:picMkLst>
        </pc:picChg>
        <pc:picChg chg="add mod">
          <ac:chgData name="Ella Vetter" userId="c6918cf5-f6c0-43cc-8499-a1f635017de9" providerId="ADAL" clId="{AF2A365B-3B33-420F-B2C0-4BFE99A95748}" dt="2020-09-10T23:29:21.389" v="2336" actId="1076"/>
          <ac:picMkLst>
            <pc:docMk/>
            <pc:sldMk cId="552881126" sldId="373"/>
            <ac:picMk id="7" creationId="{8563707F-7AD3-4ECF-937B-6B7D9171A60C}"/>
          </ac:picMkLst>
        </pc:picChg>
      </pc:sldChg>
      <pc:sldChg chg="addSp delSp modSp add mod">
        <pc:chgData name="Ella Vetter" userId="c6918cf5-f6c0-43cc-8499-a1f635017de9" providerId="ADAL" clId="{AF2A365B-3B33-420F-B2C0-4BFE99A95748}" dt="2020-09-10T23:33:22.715" v="2476" actId="14100"/>
        <pc:sldMkLst>
          <pc:docMk/>
          <pc:sldMk cId="1583568315" sldId="374"/>
        </pc:sldMkLst>
        <pc:spChg chg="add del">
          <ac:chgData name="Ella Vetter" userId="c6918cf5-f6c0-43cc-8499-a1f635017de9" providerId="ADAL" clId="{AF2A365B-3B33-420F-B2C0-4BFE99A95748}" dt="2020-09-10T23:31:11.148" v="2359" actId="478"/>
          <ac:spMkLst>
            <pc:docMk/>
            <pc:sldMk cId="1583568315" sldId="374"/>
            <ac:spMk id="3" creationId="{F30BA8DC-9C7A-4B2C-895E-1B631BC9F3F9}"/>
          </ac:spMkLst>
        </pc:spChg>
        <pc:spChg chg="add mod">
          <ac:chgData name="Ella Vetter" userId="c6918cf5-f6c0-43cc-8499-a1f635017de9" providerId="ADAL" clId="{AF2A365B-3B33-420F-B2C0-4BFE99A95748}" dt="2020-09-10T23:33:22.715" v="2476" actId="14100"/>
          <ac:spMkLst>
            <pc:docMk/>
            <pc:sldMk cId="1583568315" sldId="374"/>
            <ac:spMk id="7" creationId="{2AA38099-5985-40BC-889A-69A33F34FE89}"/>
          </ac:spMkLst>
        </pc:spChg>
        <pc:picChg chg="add mod">
          <ac:chgData name="Ella Vetter" userId="c6918cf5-f6c0-43cc-8499-a1f635017de9" providerId="ADAL" clId="{AF2A365B-3B33-420F-B2C0-4BFE99A95748}" dt="2020-09-10T23:32:39.191" v="2457" actId="1076"/>
          <ac:picMkLst>
            <pc:docMk/>
            <pc:sldMk cId="1583568315" sldId="374"/>
            <ac:picMk id="5" creationId="{9927C7C2-E8CC-46D4-BAFF-C1A79E539B29}"/>
          </ac:picMkLst>
        </pc:picChg>
      </pc:sldChg>
      <pc:sldChg chg="addSp modSp add mod">
        <pc:chgData name="Ella Vetter" userId="c6918cf5-f6c0-43cc-8499-a1f635017de9" providerId="ADAL" clId="{AF2A365B-3B33-420F-B2C0-4BFE99A95748}" dt="2020-09-10T23:36:01.007" v="2726" actId="20577"/>
        <pc:sldMkLst>
          <pc:docMk/>
          <pc:sldMk cId="135991387" sldId="375"/>
        </pc:sldMkLst>
        <pc:spChg chg="mod">
          <ac:chgData name="Ella Vetter" userId="c6918cf5-f6c0-43cc-8499-a1f635017de9" providerId="ADAL" clId="{AF2A365B-3B33-420F-B2C0-4BFE99A95748}" dt="2020-09-10T23:36:01.007" v="2726" actId="20577"/>
          <ac:spMkLst>
            <pc:docMk/>
            <pc:sldMk cId="135991387" sldId="375"/>
            <ac:spMk id="3" creationId="{F30BA8DC-9C7A-4B2C-895E-1B631BC9F3F9}"/>
          </ac:spMkLst>
        </pc:spChg>
        <pc:grpChg chg="add mod">
          <ac:chgData name="Ella Vetter" userId="c6918cf5-f6c0-43cc-8499-a1f635017de9" providerId="ADAL" clId="{AF2A365B-3B33-420F-B2C0-4BFE99A95748}" dt="2020-09-10T23:35:51.193" v="2725" actId="1036"/>
          <ac:grpSpMkLst>
            <pc:docMk/>
            <pc:sldMk cId="135991387" sldId="375"/>
            <ac:grpSpMk id="10" creationId="{0BDF2E30-A9F1-4516-85CF-510045360F12}"/>
          </ac:grpSpMkLst>
        </pc:grpChg>
        <pc:picChg chg="add mod modCrop">
          <ac:chgData name="Ella Vetter" userId="c6918cf5-f6c0-43cc-8499-a1f635017de9" providerId="ADAL" clId="{AF2A365B-3B33-420F-B2C0-4BFE99A95748}" dt="2020-09-10T23:35:25.828" v="2708" actId="164"/>
          <ac:picMkLst>
            <pc:docMk/>
            <pc:sldMk cId="135991387" sldId="375"/>
            <ac:picMk id="5" creationId="{561CCED2-62C5-4269-9ACA-CBED07C54FE4}"/>
          </ac:picMkLst>
        </pc:picChg>
        <pc:picChg chg="add mod">
          <ac:chgData name="Ella Vetter" userId="c6918cf5-f6c0-43cc-8499-a1f635017de9" providerId="ADAL" clId="{AF2A365B-3B33-420F-B2C0-4BFE99A95748}" dt="2020-09-10T23:35:44.896" v="2716" actId="14100"/>
          <ac:picMkLst>
            <pc:docMk/>
            <pc:sldMk cId="135991387" sldId="375"/>
            <ac:picMk id="7" creationId="{83B51389-C291-46CC-AA65-B7E576389FAE}"/>
          </ac:picMkLst>
        </pc:picChg>
        <pc:picChg chg="add mod modCrop">
          <ac:chgData name="Ella Vetter" userId="c6918cf5-f6c0-43cc-8499-a1f635017de9" providerId="ADAL" clId="{AF2A365B-3B33-420F-B2C0-4BFE99A95748}" dt="2020-09-10T23:35:25.828" v="2708" actId="164"/>
          <ac:picMkLst>
            <pc:docMk/>
            <pc:sldMk cId="135991387" sldId="375"/>
            <ac:picMk id="9" creationId="{BDDF91DB-EEC3-4DC9-841D-8902C05C87AC}"/>
          </ac:picMkLst>
        </pc:picChg>
      </pc:sldChg>
      <pc:sldChg chg="addSp modSp add mod modNotesTx">
        <pc:chgData name="Ella Vetter" userId="c6918cf5-f6c0-43cc-8499-a1f635017de9" providerId="ADAL" clId="{AF2A365B-3B33-420F-B2C0-4BFE99A95748}" dt="2020-09-11T01:25:44.910" v="4088" actId="20577"/>
        <pc:sldMkLst>
          <pc:docMk/>
          <pc:sldMk cId="827311530" sldId="376"/>
        </pc:sldMkLst>
        <pc:spChg chg="mod">
          <ac:chgData name="Ella Vetter" userId="c6918cf5-f6c0-43cc-8499-a1f635017de9" providerId="ADAL" clId="{AF2A365B-3B33-420F-B2C0-4BFE99A95748}" dt="2020-09-11T01:25:44.910" v="4088" actId="20577"/>
          <ac:spMkLst>
            <pc:docMk/>
            <pc:sldMk cId="827311530" sldId="376"/>
            <ac:spMk id="3" creationId="{F30BA8DC-9C7A-4B2C-895E-1B631BC9F3F9}"/>
          </ac:spMkLst>
        </pc:spChg>
        <pc:picChg chg="add mod">
          <ac:chgData name="Ella Vetter" userId="c6918cf5-f6c0-43cc-8499-a1f635017de9" providerId="ADAL" clId="{AF2A365B-3B33-420F-B2C0-4BFE99A95748}" dt="2020-09-10T23:38:10.772" v="2858" actId="1035"/>
          <ac:picMkLst>
            <pc:docMk/>
            <pc:sldMk cId="827311530" sldId="376"/>
            <ac:picMk id="5" creationId="{1ED87E26-0C3A-47CA-9E58-49211F859F93}"/>
          </ac:picMkLst>
        </pc:picChg>
      </pc:sldChg>
      <pc:sldChg chg="addSp delSp modSp add mod modNotesTx">
        <pc:chgData name="Ella Vetter" userId="c6918cf5-f6c0-43cc-8499-a1f635017de9" providerId="ADAL" clId="{AF2A365B-3B33-420F-B2C0-4BFE99A95748}" dt="2020-09-10T23:51:55.901" v="2885" actId="11"/>
        <pc:sldMkLst>
          <pc:docMk/>
          <pc:sldMk cId="1994227182" sldId="377"/>
        </pc:sldMkLst>
        <pc:spChg chg="del mod">
          <ac:chgData name="Ella Vetter" userId="c6918cf5-f6c0-43cc-8499-a1f635017de9" providerId="ADAL" clId="{AF2A365B-3B33-420F-B2C0-4BFE99A95748}" dt="2020-09-10T23:17:28.963" v="2085" actId="478"/>
          <ac:spMkLst>
            <pc:docMk/>
            <pc:sldMk cId="1994227182" sldId="377"/>
            <ac:spMk id="3" creationId="{F30BA8DC-9C7A-4B2C-895E-1B631BC9F3F9}"/>
          </ac:spMkLst>
        </pc:spChg>
        <pc:spChg chg="add mod">
          <ac:chgData name="Ella Vetter" userId="c6918cf5-f6c0-43cc-8499-a1f635017de9" providerId="ADAL" clId="{AF2A365B-3B33-420F-B2C0-4BFE99A95748}" dt="2020-09-10T23:51:55.901" v="2885" actId="11"/>
          <ac:spMkLst>
            <pc:docMk/>
            <pc:sldMk cId="1994227182" sldId="377"/>
            <ac:spMk id="12" creationId="{438BD7B8-DE0F-4F7B-B671-399E40009095}"/>
          </ac:spMkLst>
        </pc:spChg>
        <pc:picChg chg="add del">
          <ac:chgData name="Ella Vetter" userId="c6918cf5-f6c0-43cc-8499-a1f635017de9" providerId="ADAL" clId="{AF2A365B-3B33-420F-B2C0-4BFE99A95748}" dt="2020-09-10T22:53:04.016" v="1932" actId="22"/>
          <ac:picMkLst>
            <pc:docMk/>
            <pc:sldMk cId="1994227182" sldId="377"/>
            <ac:picMk id="5" creationId="{9BEBD119-586C-41ED-A0A4-A0650EFF8640}"/>
          </ac:picMkLst>
        </pc:picChg>
        <pc:picChg chg="add del mod">
          <ac:chgData name="Ella Vetter" userId="c6918cf5-f6c0-43cc-8499-a1f635017de9" providerId="ADAL" clId="{AF2A365B-3B33-420F-B2C0-4BFE99A95748}" dt="2020-09-10T23:18:24.807" v="2098" actId="478"/>
          <ac:picMkLst>
            <pc:docMk/>
            <pc:sldMk cId="1994227182" sldId="377"/>
            <ac:picMk id="7" creationId="{6BDBF1F0-0D94-41FC-9A4A-461BE6A778D6}"/>
          </ac:picMkLst>
        </pc:picChg>
        <pc:picChg chg="add del mod">
          <ac:chgData name="Ella Vetter" userId="c6918cf5-f6c0-43cc-8499-a1f635017de9" providerId="ADAL" clId="{AF2A365B-3B33-420F-B2C0-4BFE99A95748}" dt="2020-09-10T23:18:26.273" v="2099" actId="21"/>
          <ac:picMkLst>
            <pc:docMk/>
            <pc:sldMk cId="1994227182" sldId="377"/>
            <ac:picMk id="9" creationId="{5E600EC4-41BE-41A3-8307-74F4D6ABFE8D}"/>
          </ac:picMkLst>
        </pc:picChg>
        <pc:picChg chg="add mod">
          <ac:chgData name="Ella Vetter" userId="c6918cf5-f6c0-43cc-8499-a1f635017de9" providerId="ADAL" clId="{AF2A365B-3B33-420F-B2C0-4BFE99A95748}" dt="2020-09-10T23:38:49.885" v="2863" actId="1076"/>
          <ac:picMkLst>
            <pc:docMk/>
            <pc:sldMk cId="1994227182" sldId="377"/>
            <ac:picMk id="11" creationId="{B53D9509-B822-4368-ACA9-142A8F2524DE}"/>
          </ac:picMkLst>
        </pc:picChg>
      </pc:sldChg>
      <pc:sldChg chg="addSp delSp modSp add mod modNotesTx">
        <pc:chgData name="Ella Vetter" userId="c6918cf5-f6c0-43cc-8499-a1f635017de9" providerId="ADAL" clId="{AF2A365B-3B33-420F-B2C0-4BFE99A95748}" dt="2020-09-10T23:55:17.608" v="2929" actId="11"/>
        <pc:sldMkLst>
          <pc:docMk/>
          <pc:sldMk cId="1958168636" sldId="378"/>
        </pc:sldMkLst>
        <pc:spChg chg="del">
          <ac:chgData name="Ella Vetter" userId="c6918cf5-f6c0-43cc-8499-a1f635017de9" providerId="ADAL" clId="{AF2A365B-3B33-420F-B2C0-4BFE99A95748}" dt="2020-09-10T23:53:44.933" v="2902" actId="478"/>
          <ac:spMkLst>
            <pc:docMk/>
            <pc:sldMk cId="1958168636" sldId="378"/>
            <ac:spMk id="3" creationId="{F30BA8DC-9C7A-4B2C-895E-1B631BC9F3F9}"/>
          </ac:spMkLst>
        </pc:spChg>
        <pc:spChg chg="add mod">
          <ac:chgData name="Ella Vetter" userId="c6918cf5-f6c0-43cc-8499-a1f635017de9" providerId="ADAL" clId="{AF2A365B-3B33-420F-B2C0-4BFE99A95748}" dt="2020-09-10T23:55:17.608" v="2929" actId="11"/>
          <ac:spMkLst>
            <pc:docMk/>
            <pc:sldMk cId="1958168636" sldId="378"/>
            <ac:spMk id="9" creationId="{8329EE8A-4097-4E11-99B6-A5F6BA92EAB7}"/>
          </ac:spMkLst>
        </pc:spChg>
        <pc:grpChg chg="add mod">
          <ac:chgData name="Ella Vetter" userId="c6918cf5-f6c0-43cc-8499-a1f635017de9" providerId="ADAL" clId="{AF2A365B-3B33-420F-B2C0-4BFE99A95748}" dt="2020-09-10T23:55:05.522" v="2928" actId="1035"/>
          <ac:grpSpMkLst>
            <pc:docMk/>
            <pc:sldMk cId="1958168636" sldId="378"/>
            <ac:grpSpMk id="8" creationId="{D242070E-16C6-4BE1-B48B-8D063F89528D}"/>
          </ac:grpSpMkLst>
        </pc:grpChg>
        <pc:picChg chg="add mod modCrop">
          <ac:chgData name="Ella Vetter" userId="c6918cf5-f6c0-43cc-8499-a1f635017de9" providerId="ADAL" clId="{AF2A365B-3B33-420F-B2C0-4BFE99A95748}" dt="2020-09-10T23:53:43.254" v="2901" actId="164"/>
          <ac:picMkLst>
            <pc:docMk/>
            <pc:sldMk cId="1958168636" sldId="378"/>
            <ac:picMk id="5" creationId="{21E521F9-7AF6-457B-8B1F-96C770E2162B}"/>
          </ac:picMkLst>
        </pc:picChg>
        <pc:picChg chg="add mod modCrop">
          <ac:chgData name="Ella Vetter" userId="c6918cf5-f6c0-43cc-8499-a1f635017de9" providerId="ADAL" clId="{AF2A365B-3B33-420F-B2C0-4BFE99A95748}" dt="2020-09-10T23:53:43.254" v="2901" actId="164"/>
          <ac:picMkLst>
            <pc:docMk/>
            <pc:sldMk cId="1958168636" sldId="378"/>
            <ac:picMk id="7" creationId="{0CCBF39B-252F-4A23-8BD0-EBCA8C566931}"/>
          </ac:picMkLst>
        </pc:picChg>
      </pc:sldChg>
      <pc:sldChg chg="addSp delSp modSp add mod modNotesTx">
        <pc:chgData name="Ella Vetter" userId="c6918cf5-f6c0-43cc-8499-a1f635017de9" providerId="ADAL" clId="{AF2A365B-3B33-420F-B2C0-4BFE99A95748}" dt="2020-09-11T01:26:00.281" v="4089" actId="20577"/>
        <pc:sldMkLst>
          <pc:docMk/>
          <pc:sldMk cId="2092140594" sldId="379"/>
        </pc:sldMkLst>
        <pc:spChg chg="mod">
          <ac:chgData name="Ella Vetter" userId="c6918cf5-f6c0-43cc-8499-a1f635017de9" providerId="ADAL" clId="{AF2A365B-3B33-420F-B2C0-4BFE99A95748}" dt="2020-09-11T00:14:57.134" v="3373" actId="13926"/>
          <ac:spMkLst>
            <pc:docMk/>
            <pc:sldMk cId="2092140594" sldId="379"/>
            <ac:spMk id="2" creationId="{E3E06216-1C5B-43DC-A8A9-C5904A2BA465}"/>
          </ac:spMkLst>
        </pc:spChg>
        <pc:spChg chg="del">
          <ac:chgData name="Ella Vetter" userId="c6918cf5-f6c0-43cc-8499-a1f635017de9" providerId="ADAL" clId="{AF2A365B-3B33-420F-B2C0-4BFE99A95748}" dt="2020-09-10T22:57:24.509" v="1961" actId="22"/>
          <ac:spMkLst>
            <pc:docMk/>
            <pc:sldMk cId="2092140594" sldId="379"/>
            <ac:spMk id="3" creationId="{F30BA8DC-9C7A-4B2C-895E-1B631BC9F3F9}"/>
          </ac:spMkLst>
        </pc:spChg>
        <pc:spChg chg="add mod">
          <ac:chgData name="Ella Vetter" userId="c6918cf5-f6c0-43cc-8499-a1f635017de9" providerId="ADAL" clId="{AF2A365B-3B33-420F-B2C0-4BFE99A95748}" dt="2020-09-11T01:26:00.281" v="4089" actId="20577"/>
          <ac:spMkLst>
            <pc:docMk/>
            <pc:sldMk cId="2092140594" sldId="379"/>
            <ac:spMk id="10" creationId="{EE5F7FF5-313E-4CD8-A3DD-E1443DEAAA3B}"/>
          </ac:spMkLst>
        </pc:spChg>
        <pc:spChg chg="add del mod">
          <ac:chgData name="Ella Vetter" userId="c6918cf5-f6c0-43cc-8499-a1f635017de9" providerId="ADAL" clId="{AF2A365B-3B33-420F-B2C0-4BFE99A95748}" dt="2020-09-11T00:14:36.243" v="3350" actId="478"/>
          <ac:spMkLst>
            <pc:docMk/>
            <pc:sldMk cId="2092140594" sldId="379"/>
            <ac:spMk id="14" creationId="{C2BE70CE-DCF0-478F-B114-1A843915C416}"/>
          </ac:spMkLst>
        </pc:spChg>
        <pc:picChg chg="add del mod ord">
          <ac:chgData name="Ella Vetter" userId="c6918cf5-f6c0-43cc-8499-a1f635017de9" providerId="ADAL" clId="{AF2A365B-3B33-420F-B2C0-4BFE99A95748}" dt="2020-09-11T00:14:19.435" v="3346" actId="478"/>
          <ac:picMkLst>
            <pc:docMk/>
            <pc:sldMk cId="2092140594" sldId="379"/>
            <ac:picMk id="5" creationId="{A7D65BED-16AC-4A9A-B4CF-DDE9EC745FE9}"/>
          </ac:picMkLst>
        </pc:picChg>
        <pc:picChg chg="add mod">
          <ac:chgData name="Ella Vetter" userId="c6918cf5-f6c0-43cc-8499-a1f635017de9" providerId="ADAL" clId="{AF2A365B-3B33-420F-B2C0-4BFE99A95748}" dt="2020-09-11T00:14:49.226" v="3361" actId="1036"/>
          <ac:picMkLst>
            <pc:docMk/>
            <pc:sldMk cId="2092140594" sldId="379"/>
            <ac:picMk id="7" creationId="{38CA9A2C-5BCA-41A2-B3F9-0DFC9C4173E6}"/>
          </ac:picMkLst>
        </pc:picChg>
        <pc:picChg chg="add del mod">
          <ac:chgData name="Ella Vetter" userId="c6918cf5-f6c0-43cc-8499-a1f635017de9" providerId="ADAL" clId="{AF2A365B-3B33-420F-B2C0-4BFE99A95748}" dt="2020-09-11T00:14:37.971" v="3351" actId="478"/>
          <ac:picMkLst>
            <pc:docMk/>
            <pc:sldMk cId="2092140594" sldId="379"/>
            <ac:picMk id="9" creationId="{C4BFF504-EB5E-452C-A597-90E15CA35CDF}"/>
          </ac:picMkLst>
        </pc:picChg>
        <pc:picChg chg="add mod">
          <ac:chgData name="Ella Vetter" userId="c6918cf5-f6c0-43cc-8499-a1f635017de9" providerId="ADAL" clId="{AF2A365B-3B33-420F-B2C0-4BFE99A95748}" dt="2020-09-11T00:14:46.574" v="3354" actId="1076"/>
          <ac:picMkLst>
            <pc:docMk/>
            <pc:sldMk cId="2092140594" sldId="379"/>
            <ac:picMk id="12" creationId="{EC031E41-84BC-48C3-B401-DD6EBFC71A00}"/>
          </ac:picMkLst>
        </pc:picChg>
      </pc:sldChg>
      <pc:sldChg chg="addSp delSp modSp add mod modNotesTx">
        <pc:chgData name="Ella Vetter" userId="c6918cf5-f6c0-43cc-8499-a1f635017de9" providerId="ADAL" clId="{AF2A365B-3B33-420F-B2C0-4BFE99A95748}" dt="2020-09-11T01:26:26.300" v="4091" actId="20577"/>
        <pc:sldMkLst>
          <pc:docMk/>
          <pc:sldMk cId="1627355907" sldId="380"/>
        </pc:sldMkLst>
        <pc:spChg chg="del">
          <ac:chgData name="Ella Vetter" userId="c6918cf5-f6c0-43cc-8499-a1f635017de9" providerId="ADAL" clId="{AF2A365B-3B33-420F-B2C0-4BFE99A95748}" dt="2020-09-11T00:00:11.765" v="3006" actId="478"/>
          <ac:spMkLst>
            <pc:docMk/>
            <pc:sldMk cId="1627355907" sldId="380"/>
            <ac:spMk id="3" creationId="{F30BA8DC-9C7A-4B2C-895E-1B631BC9F3F9}"/>
          </ac:spMkLst>
        </pc:spChg>
        <pc:spChg chg="add mod">
          <ac:chgData name="Ella Vetter" userId="c6918cf5-f6c0-43cc-8499-a1f635017de9" providerId="ADAL" clId="{AF2A365B-3B33-420F-B2C0-4BFE99A95748}" dt="2020-09-11T01:26:26.300" v="4091" actId="20577"/>
          <ac:spMkLst>
            <pc:docMk/>
            <pc:sldMk cId="1627355907" sldId="380"/>
            <ac:spMk id="6" creationId="{8EA52189-6EC2-485F-9AC8-5BCBB574B2DA}"/>
          </ac:spMkLst>
        </pc:spChg>
        <pc:picChg chg="add mod">
          <ac:chgData name="Ella Vetter" userId="c6918cf5-f6c0-43cc-8499-a1f635017de9" providerId="ADAL" clId="{AF2A365B-3B33-420F-B2C0-4BFE99A95748}" dt="2020-09-11T00:01:19.265" v="3087" actId="14100"/>
          <ac:picMkLst>
            <pc:docMk/>
            <pc:sldMk cId="1627355907" sldId="380"/>
            <ac:picMk id="5" creationId="{88F202AB-2A82-4742-9BF9-2F1DE33E22EC}"/>
          </ac:picMkLst>
        </pc:picChg>
      </pc:sldChg>
      <pc:sldChg chg="addSp delSp modSp add mod modNotesTx">
        <pc:chgData name="Ella Vetter" userId="c6918cf5-f6c0-43cc-8499-a1f635017de9" providerId="ADAL" clId="{AF2A365B-3B33-420F-B2C0-4BFE99A95748}" dt="2020-09-11T00:02:49.719" v="3150" actId="11"/>
        <pc:sldMkLst>
          <pc:docMk/>
          <pc:sldMk cId="154384816" sldId="381"/>
        </pc:sldMkLst>
        <pc:spChg chg="del">
          <ac:chgData name="Ella Vetter" userId="c6918cf5-f6c0-43cc-8499-a1f635017de9" providerId="ADAL" clId="{AF2A365B-3B33-420F-B2C0-4BFE99A95748}" dt="2020-09-11T00:01:45.542" v="3089" actId="478"/>
          <ac:spMkLst>
            <pc:docMk/>
            <pc:sldMk cId="154384816" sldId="381"/>
            <ac:spMk id="3" creationId="{F30BA8DC-9C7A-4B2C-895E-1B631BC9F3F9}"/>
          </ac:spMkLst>
        </pc:spChg>
        <pc:spChg chg="add mod">
          <ac:chgData name="Ella Vetter" userId="c6918cf5-f6c0-43cc-8499-a1f635017de9" providerId="ADAL" clId="{AF2A365B-3B33-420F-B2C0-4BFE99A95748}" dt="2020-09-11T00:02:49.719" v="3150" actId="11"/>
          <ac:spMkLst>
            <pc:docMk/>
            <pc:sldMk cId="154384816" sldId="381"/>
            <ac:spMk id="7" creationId="{9CE190B1-2E6C-40F9-988D-53D70398A1A4}"/>
          </ac:spMkLst>
        </pc:spChg>
        <pc:picChg chg="add mod">
          <ac:chgData name="Ella Vetter" userId="c6918cf5-f6c0-43cc-8499-a1f635017de9" providerId="ADAL" clId="{AF2A365B-3B33-420F-B2C0-4BFE99A95748}" dt="2020-09-11T00:01:40.389" v="3088" actId="1076"/>
          <ac:picMkLst>
            <pc:docMk/>
            <pc:sldMk cId="154384816" sldId="381"/>
            <ac:picMk id="5" creationId="{400F38A8-41D8-40FE-9857-58F66DCFC625}"/>
          </ac:picMkLst>
        </pc:picChg>
      </pc:sldChg>
      <pc:sldChg chg="addSp delSp modSp new mod modNotesTx">
        <pc:chgData name="Ella Vetter" userId="c6918cf5-f6c0-43cc-8499-a1f635017de9" providerId="ADAL" clId="{AF2A365B-3B33-420F-B2C0-4BFE99A95748}" dt="2020-09-11T01:18:59.838" v="4077" actId="13926"/>
        <pc:sldMkLst>
          <pc:docMk/>
          <pc:sldMk cId="1676511026" sldId="382"/>
        </pc:sldMkLst>
        <pc:spChg chg="mod">
          <ac:chgData name="Ella Vetter" userId="c6918cf5-f6c0-43cc-8499-a1f635017de9" providerId="ADAL" clId="{AF2A365B-3B33-420F-B2C0-4BFE99A95748}" dt="2020-09-11T00:02:58.682" v="3151"/>
          <ac:spMkLst>
            <pc:docMk/>
            <pc:sldMk cId="1676511026" sldId="382"/>
            <ac:spMk id="2" creationId="{9023D04A-D6FF-47DC-B380-57662546DB73}"/>
          </ac:spMkLst>
        </pc:spChg>
        <pc:spChg chg="del">
          <ac:chgData name="Ella Vetter" userId="c6918cf5-f6c0-43cc-8499-a1f635017de9" providerId="ADAL" clId="{AF2A365B-3B33-420F-B2C0-4BFE99A95748}" dt="2020-09-11T00:03:43.613" v="3156" actId="478"/>
          <ac:spMkLst>
            <pc:docMk/>
            <pc:sldMk cId="1676511026" sldId="382"/>
            <ac:spMk id="3" creationId="{5EE4D437-C138-4EF5-B2EF-070AF82900ED}"/>
          </ac:spMkLst>
        </pc:spChg>
        <pc:spChg chg="add mod">
          <ac:chgData name="Ella Vetter" userId="c6918cf5-f6c0-43cc-8499-a1f635017de9" providerId="ADAL" clId="{AF2A365B-3B33-420F-B2C0-4BFE99A95748}" dt="2020-09-11T01:18:59.838" v="4077" actId="13926"/>
          <ac:spMkLst>
            <pc:docMk/>
            <pc:sldMk cId="1676511026" sldId="382"/>
            <ac:spMk id="7" creationId="{5D633073-D697-4433-80C0-FC38B5D55B04}"/>
          </ac:spMkLst>
        </pc:spChg>
        <pc:picChg chg="add mod">
          <ac:chgData name="Ella Vetter" userId="c6918cf5-f6c0-43cc-8499-a1f635017de9" providerId="ADAL" clId="{AF2A365B-3B33-420F-B2C0-4BFE99A95748}" dt="2020-09-11T00:07:47.224" v="3325" actId="1076"/>
          <ac:picMkLst>
            <pc:docMk/>
            <pc:sldMk cId="1676511026" sldId="382"/>
            <ac:picMk id="5" creationId="{E20C3FF3-0C4C-4236-A401-35BC01C5A351}"/>
          </ac:picMkLst>
        </pc:picChg>
      </pc:sldChg>
      <pc:sldChg chg="addSp delSp modSp new mod modNotesTx">
        <pc:chgData name="Ella Vetter" userId="c6918cf5-f6c0-43cc-8499-a1f635017de9" providerId="ADAL" clId="{AF2A365B-3B33-420F-B2C0-4BFE99A95748}" dt="2020-09-11T00:26:46.413" v="3566" actId="11"/>
        <pc:sldMkLst>
          <pc:docMk/>
          <pc:sldMk cId="976555450" sldId="383"/>
        </pc:sldMkLst>
        <pc:spChg chg="mod">
          <ac:chgData name="Ella Vetter" userId="c6918cf5-f6c0-43cc-8499-a1f635017de9" providerId="ADAL" clId="{AF2A365B-3B33-420F-B2C0-4BFE99A95748}" dt="2020-09-11T00:08:07.530" v="3328"/>
          <ac:spMkLst>
            <pc:docMk/>
            <pc:sldMk cId="976555450" sldId="383"/>
            <ac:spMk id="2" creationId="{E621C343-F798-4153-8D13-3A79BDC0ACC2}"/>
          </ac:spMkLst>
        </pc:spChg>
        <pc:spChg chg="del">
          <ac:chgData name="Ella Vetter" userId="c6918cf5-f6c0-43cc-8499-a1f635017de9" providerId="ADAL" clId="{AF2A365B-3B33-420F-B2C0-4BFE99A95748}" dt="2020-09-11T00:08:20.189" v="3332" actId="478"/>
          <ac:spMkLst>
            <pc:docMk/>
            <pc:sldMk cId="976555450" sldId="383"/>
            <ac:spMk id="3" creationId="{47F9D3FF-667E-4A83-B3DD-87826C8D9ED7}"/>
          </ac:spMkLst>
        </pc:spChg>
        <pc:spChg chg="add mod">
          <ac:chgData name="Ella Vetter" userId="c6918cf5-f6c0-43cc-8499-a1f635017de9" providerId="ADAL" clId="{AF2A365B-3B33-420F-B2C0-4BFE99A95748}" dt="2020-09-11T00:26:46.413" v="3566" actId="11"/>
          <ac:spMkLst>
            <pc:docMk/>
            <pc:sldMk cId="976555450" sldId="383"/>
            <ac:spMk id="13" creationId="{B2FD6BB1-6DB2-41F7-A0EA-FE4C15729DA9}"/>
          </ac:spMkLst>
        </pc:spChg>
        <pc:picChg chg="add del mod">
          <ac:chgData name="Ella Vetter" userId="c6918cf5-f6c0-43cc-8499-a1f635017de9" providerId="ADAL" clId="{AF2A365B-3B33-420F-B2C0-4BFE99A95748}" dt="2020-09-11T00:11:14.735" v="3341" actId="478"/>
          <ac:picMkLst>
            <pc:docMk/>
            <pc:sldMk cId="976555450" sldId="383"/>
            <ac:picMk id="5" creationId="{CDE8E75F-FA19-4EA9-9EF6-C1683CCF9141}"/>
          </ac:picMkLst>
        </pc:picChg>
        <pc:picChg chg="add mod">
          <ac:chgData name="Ella Vetter" userId="c6918cf5-f6c0-43cc-8499-a1f635017de9" providerId="ADAL" clId="{AF2A365B-3B33-420F-B2C0-4BFE99A95748}" dt="2020-09-11T00:24:54.505" v="3408" actId="1076"/>
          <ac:picMkLst>
            <pc:docMk/>
            <pc:sldMk cId="976555450" sldId="383"/>
            <ac:picMk id="7" creationId="{12CC2F7D-AB96-45A5-994F-88B13C2559C8}"/>
          </ac:picMkLst>
        </pc:picChg>
        <pc:picChg chg="add del mod">
          <ac:chgData name="Ella Vetter" userId="c6918cf5-f6c0-43cc-8499-a1f635017de9" providerId="ADAL" clId="{AF2A365B-3B33-420F-B2C0-4BFE99A95748}" dt="2020-09-11T00:10:23.161" v="3338" actId="22"/>
          <ac:picMkLst>
            <pc:docMk/>
            <pc:sldMk cId="976555450" sldId="383"/>
            <ac:picMk id="9" creationId="{4ABC58C9-0DD0-491E-A7AD-C1B327B4E808}"/>
          </ac:picMkLst>
        </pc:picChg>
        <pc:picChg chg="add mod">
          <ac:chgData name="Ella Vetter" userId="c6918cf5-f6c0-43cc-8499-a1f635017de9" providerId="ADAL" clId="{AF2A365B-3B33-420F-B2C0-4BFE99A95748}" dt="2020-09-11T00:25:02.629" v="3410" actId="1076"/>
          <ac:picMkLst>
            <pc:docMk/>
            <pc:sldMk cId="976555450" sldId="383"/>
            <ac:picMk id="11" creationId="{02B87418-EFE7-4A13-8B98-E74C2A33A237}"/>
          </ac:picMkLst>
        </pc:picChg>
      </pc:sldChg>
      <pc:sldChg chg="addSp delSp modSp new mod">
        <pc:chgData name="Ella Vetter" userId="c6918cf5-f6c0-43cc-8499-a1f635017de9" providerId="ADAL" clId="{AF2A365B-3B33-420F-B2C0-4BFE99A95748}" dt="2020-09-11T00:27:56.499" v="3596" actId="1076"/>
        <pc:sldMkLst>
          <pc:docMk/>
          <pc:sldMk cId="1539436406" sldId="384"/>
        </pc:sldMkLst>
        <pc:spChg chg="mod">
          <ac:chgData name="Ella Vetter" userId="c6918cf5-f6c0-43cc-8499-a1f635017de9" providerId="ADAL" clId="{AF2A365B-3B33-420F-B2C0-4BFE99A95748}" dt="2020-09-11T00:25:11.364" v="3411"/>
          <ac:spMkLst>
            <pc:docMk/>
            <pc:sldMk cId="1539436406" sldId="384"/>
            <ac:spMk id="2" creationId="{5A287F5A-E3A0-4A5D-B4F0-F3D4F98147DE}"/>
          </ac:spMkLst>
        </pc:spChg>
        <pc:spChg chg="del">
          <ac:chgData name="Ella Vetter" userId="c6918cf5-f6c0-43cc-8499-a1f635017de9" providerId="ADAL" clId="{AF2A365B-3B33-420F-B2C0-4BFE99A95748}" dt="2020-09-11T00:25:27.579" v="3415" actId="478"/>
          <ac:spMkLst>
            <pc:docMk/>
            <pc:sldMk cId="1539436406" sldId="384"/>
            <ac:spMk id="3" creationId="{39B85F23-1A9F-40B5-AEE8-B52B6E17FDF1}"/>
          </ac:spMkLst>
        </pc:spChg>
        <pc:spChg chg="add mod">
          <ac:chgData name="Ella Vetter" userId="c6918cf5-f6c0-43cc-8499-a1f635017de9" providerId="ADAL" clId="{AF2A365B-3B33-420F-B2C0-4BFE99A95748}" dt="2020-09-11T00:27:48.642" v="3594" actId="113"/>
          <ac:spMkLst>
            <pc:docMk/>
            <pc:sldMk cId="1539436406" sldId="384"/>
            <ac:spMk id="7" creationId="{0E725FD3-4C59-4D24-8B1C-4562CD3E8E77}"/>
          </ac:spMkLst>
        </pc:spChg>
        <pc:picChg chg="add mod">
          <ac:chgData name="Ella Vetter" userId="c6918cf5-f6c0-43cc-8499-a1f635017de9" providerId="ADAL" clId="{AF2A365B-3B33-420F-B2C0-4BFE99A95748}" dt="2020-09-11T00:27:56.499" v="3596" actId="1076"/>
          <ac:picMkLst>
            <pc:docMk/>
            <pc:sldMk cId="1539436406" sldId="384"/>
            <ac:picMk id="5" creationId="{42154CC3-D597-40BA-946E-07B6D606E8BE}"/>
          </ac:picMkLst>
        </pc:picChg>
      </pc:sldChg>
      <pc:sldChg chg="addSp delSp modSp new mod modNotesTx">
        <pc:chgData name="Ella Vetter" userId="c6918cf5-f6c0-43cc-8499-a1f635017de9" providerId="ADAL" clId="{AF2A365B-3B33-420F-B2C0-4BFE99A95748}" dt="2020-09-11T01:28:21.491" v="4094" actId="20577"/>
        <pc:sldMkLst>
          <pc:docMk/>
          <pc:sldMk cId="2398487438" sldId="385"/>
        </pc:sldMkLst>
        <pc:spChg chg="mod">
          <ac:chgData name="Ella Vetter" userId="c6918cf5-f6c0-43cc-8499-a1f635017de9" providerId="ADAL" clId="{AF2A365B-3B33-420F-B2C0-4BFE99A95748}" dt="2020-09-11T00:32:04.782" v="3690" actId="13926"/>
          <ac:spMkLst>
            <pc:docMk/>
            <pc:sldMk cId="2398487438" sldId="385"/>
            <ac:spMk id="2" creationId="{DFE4C2A5-4920-4306-B6C0-2EE6AD1F4930}"/>
          </ac:spMkLst>
        </pc:spChg>
        <pc:spChg chg="del">
          <ac:chgData name="Ella Vetter" userId="c6918cf5-f6c0-43cc-8499-a1f635017de9" providerId="ADAL" clId="{AF2A365B-3B33-420F-B2C0-4BFE99A95748}" dt="2020-09-11T00:28:30.279" v="3600" actId="478"/>
          <ac:spMkLst>
            <pc:docMk/>
            <pc:sldMk cId="2398487438" sldId="385"/>
            <ac:spMk id="3" creationId="{1277A919-38C4-49C3-BB4A-2BEA4E3B667A}"/>
          </ac:spMkLst>
        </pc:spChg>
        <pc:spChg chg="add mod">
          <ac:chgData name="Ella Vetter" userId="c6918cf5-f6c0-43cc-8499-a1f635017de9" providerId="ADAL" clId="{AF2A365B-3B33-420F-B2C0-4BFE99A95748}" dt="2020-09-11T01:28:21.491" v="4094" actId="20577"/>
          <ac:spMkLst>
            <pc:docMk/>
            <pc:sldMk cId="2398487438" sldId="385"/>
            <ac:spMk id="9" creationId="{5A4CF031-D73C-4D8F-A3E2-A17622567119}"/>
          </ac:spMkLst>
        </pc:spChg>
        <pc:picChg chg="add mod">
          <ac:chgData name="Ella Vetter" userId="c6918cf5-f6c0-43cc-8499-a1f635017de9" providerId="ADAL" clId="{AF2A365B-3B33-420F-B2C0-4BFE99A95748}" dt="2020-09-11T00:30:37.246" v="3684" actId="1076"/>
          <ac:picMkLst>
            <pc:docMk/>
            <pc:sldMk cId="2398487438" sldId="385"/>
            <ac:picMk id="5" creationId="{33283A3A-CF7F-4CA8-B7B3-A4B3BA563B4C}"/>
          </ac:picMkLst>
        </pc:picChg>
        <pc:picChg chg="add del mod">
          <ac:chgData name="Ella Vetter" userId="c6918cf5-f6c0-43cc-8499-a1f635017de9" providerId="ADAL" clId="{AF2A365B-3B33-420F-B2C0-4BFE99A95748}" dt="2020-09-10T23:13:40.418" v="2037" actId="21"/>
          <ac:picMkLst>
            <pc:docMk/>
            <pc:sldMk cId="2398487438" sldId="385"/>
            <ac:picMk id="7" creationId="{08F5081D-2FB7-4514-A40C-4D61CAD141AC}"/>
          </ac:picMkLst>
        </pc:picChg>
      </pc:sldChg>
      <pc:sldChg chg="addSp delSp modSp new mod modNotesTx">
        <pc:chgData name="Ella Vetter" userId="c6918cf5-f6c0-43cc-8499-a1f635017de9" providerId="ADAL" clId="{AF2A365B-3B33-420F-B2C0-4BFE99A95748}" dt="2020-09-11T00:37:24.121" v="4030" actId="11"/>
        <pc:sldMkLst>
          <pc:docMk/>
          <pc:sldMk cId="2855755633" sldId="386"/>
        </pc:sldMkLst>
        <pc:spChg chg="mod">
          <ac:chgData name="Ella Vetter" userId="c6918cf5-f6c0-43cc-8499-a1f635017de9" providerId="ADAL" clId="{AF2A365B-3B33-420F-B2C0-4BFE99A95748}" dt="2020-09-11T00:36:57.891" v="4027" actId="13926"/>
          <ac:spMkLst>
            <pc:docMk/>
            <pc:sldMk cId="2855755633" sldId="386"/>
            <ac:spMk id="2" creationId="{8A0E83AD-9060-4127-948F-242A7BAF1BB8}"/>
          </ac:spMkLst>
        </pc:spChg>
        <pc:spChg chg="del">
          <ac:chgData name="Ella Vetter" userId="c6918cf5-f6c0-43cc-8499-a1f635017de9" providerId="ADAL" clId="{AF2A365B-3B33-420F-B2C0-4BFE99A95748}" dt="2020-09-11T00:35:32.973" v="3999" actId="478"/>
          <ac:spMkLst>
            <pc:docMk/>
            <pc:sldMk cId="2855755633" sldId="386"/>
            <ac:spMk id="3" creationId="{700DA06C-CE7A-44A6-85F8-A1C7507CFE94}"/>
          </ac:spMkLst>
        </pc:spChg>
        <pc:spChg chg="add mod ord">
          <ac:chgData name="Ella Vetter" userId="c6918cf5-f6c0-43cc-8499-a1f635017de9" providerId="ADAL" clId="{AF2A365B-3B33-420F-B2C0-4BFE99A95748}" dt="2020-09-11T00:37:24.121" v="4030" actId="11"/>
          <ac:spMkLst>
            <pc:docMk/>
            <pc:sldMk cId="2855755633" sldId="386"/>
            <ac:spMk id="11" creationId="{60994629-C3A2-43E0-A0D2-B178F096ABE8}"/>
          </ac:spMkLst>
        </pc:spChg>
        <pc:picChg chg="add mod">
          <ac:chgData name="Ella Vetter" userId="c6918cf5-f6c0-43cc-8499-a1f635017de9" providerId="ADAL" clId="{AF2A365B-3B33-420F-B2C0-4BFE99A95748}" dt="2020-09-11T00:36:22.085" v="4017" actId="14100"/>
          <ac:picMkLst>
            <pc:docMk/>
            <pc:sldMk cId="2855755633" sldId="386"/>
            <ac:picMk id="5" creationId="{95532FE2-C8A9-4A59-B250-B32529081C87}"/>
          </ac:picMkLst>
        </pc:picChg>
        <pc:picChg chg="add mod">
          <ac:chgData name="Ella Vetter" userId="c6918cf5-f6c0-43cc-8499-a1f635017de9" providerId="ADAL" clId="{AF2A365B-3B33-420F-B2C0-4BFE99A95748}" dt="2020-09-11T00:36:53.530" v="4026" actId="1076"/>
          <ac:picMkLst>
            <pc:docMk/>
            <pc:sldMk cId="2855755633" sldId="386"/>
            <ac:picMk id="7" creationId="{93B07298-BF60-49ED-8527-3F147414DA33}"/>
          </ac:picMkLst>
        </pc:picChg>
        <pc:picChg chg="add mod">
          <ac:chgData name="Ella Vetter" userId="c6918cf5-f6c0-43cc-8499-a1f635017de9" providerId="ADAL" clId="{AF2A365B-3B33-420F-B2C0-4BFE99A95748}" dt="2020-09-11T00:36:31.873" v="4020" actId="1076"/>
          <ac:picMkLst>
            <pc:docMk/>
            <pc:sldMk cId="2855755633" sldId="386"/>
            <ac:picMk id="9" creationId="{F288AEFF-12D5-4CCB-96D3-6DCA484E9BB8}"/>
          </ac:picMkLst>
        </pc:picChg>
      </pc:sldChg>
    </pc:docChg>
  </pc:docChgLst>
  <pc:docChgLst>
    <pc:chgData name="Ella Vetter" userId="c6918cf5-f6c0-43cc-8499-a1f635017de9" providerId="ADAL" clId="{E8CAE533-5900-48F1-9375-A0F1AFC6DE31}"/>
    <pc:docChg chg="undo redo custSel addSld delSld modSld sldOrd">
      <pc:chgData name="Ella Vetter" userId="c6918cf5-f6c0-43cc-8499-a1f635017de9" providerId="ADAL" clId="{E8CAE533-5900-48F1-9375-A0F1AFC6DE31}" dt="2020-09-16T20:23:20.247" v="3279" actId="20577"/>
      <pc:docMkLst>
        <pc:docMk/>
      </pc:docMkLst>
      <pc:sldChg chg="modSp mod">
        <pc:chgData name="Ella Vetter" userId="c6918cf5-f6c0-43cc-8499-a1f635017de9" providerId="ADAL" clId="{E8CAE533-5900-48F1-9375-A0F1AFC6DE31}" dt="2020-09-16T19:46:07.935" v="3226" actId="20577"/>
        <pc:sldMkLst>
          <pc:docMk/>
          <pc:sldMk cId="1993397138" sldId="286"/>
        </pc:sldMkLst>
        <pc:spChg chg="mod">
          <ac:chgData name="Ella Vetter" userId="c6918cf5-f6c0-43cc-8499-a1f635017de9" providerId="ADAL" clId="{E8CAE533-5900-48F1-9375-A0F1AFC6DE31}" dt="2020-09-16T19:46:07.935" v="3226" actId="20577"/>
          <ac:spMkLst>
            <pc:docMk/>
            <pc:sldMk cId="1993397138" sldId="286"/>
            <ac:spMk id="3" creationId="{37B56F8A-6BEF-459C-AFA4-6D790D24F1CB}"/>
          </ac:spMkLst>
        </pc:spChg>
      </pc:sldChg>
      <pc:sldChg chg="modSp mod">
        <pc:chgData name="Ella Vetter" userId="c6918cf5-f6c0-43cc-8499-a1f635017de9" providerId="ADAL" clId="{E8CAE533-5900-48F1-9375-A0F1AFC6DE31}" dt="2020-09-16T16:03:25.573" v="1477" actId="13926"/>
        <pc:sldMkLst>
          <pc:docMk/>
          <pc:sldMk cId="3712023851" sldId="313"/>
        </pc:sldMkLst>
        <pc:spChg chg="mod">
          <ac:chgData name="Ella Vetter" userId="c6918cf5-f6c0-43cc-8499-a1f635017de9" providerId="ADAL" clId="{E8CAE533-5900-48F1-9375-A0F1AFC6DE31}" dt="2020-09-16T16:03:25.573" v="1477" actId="13926"/>
          <ac:spMkLst>
            <pc:docMk/>
            <pc:sldMk cId="3712023851" sldId="313"/>
            <ac:spMk id="2" creationId="{BD0A18F3-9F12-464B-BC50-F741E79EDDDA}"/>
          </ac:spMkLst>
        </pc:spChg>
      </pc:sldChg>
      <pc:sldChg chg="modSp mod">
        <pc:chgData name="Ella Vetter" userId="c6918cf5-f6c0-43cc-8499-a1f635017de9" providerId="ADAL" clId="{E8CAE533-5900-48F1-9375-A0F1AFC6DE31}" dt="2020-09-16T19:46:23.957" v="3228" actId="11"/>
        <pc:sldMkLst>
          <pc:docMk/>
          <pc:sldMk cId="4231542497" sldId="318"/>
        </pc:sldMkLst>
        <pc:spChg chg="mod">
          <ac:chgData name="Ella Vetter" userId="c6918cf5-f6c0-43cc-8499-a1f635017de9" providerId="ADAL" clId="{E8CAE533-5900-48F1-9375-A0F1AFC6DE31}" dt="2020-09-16T19:46:23.957" v="3228" actId="11"/>
          <ac:spMkLst>
            <pc:docMk/>
            <pc:sldMk cId="4231542497" sldId="318"/>
            <ac:spMk id="3" creationId="{53474193-55DD-4B03-A625-1686DEAA14EF}"/>
          </ac:spMkLst>
        </pc:spChg>
      </pc:sldChg>
      <pc:sldChg chg="modSp mod">
        <pc:chgData name="Ella Vetter" userId="c6918cf5-f6c0-43cc-8499-a1f635017de9" providerId="ADAL" clId="{E8CAE533-5900-48F1-9375-A0F1AFC6DE31}" dt="2020-09-16T19:46:30.663" v="3229" actId="11"/>
        <pc:sldMkLst>
          <pc:docMk/>
          <pc:sldMk cId="2141601583" sldId="320"/>
        </pc:sldMkLst>
        <pc:spChg chg="mod">
          <ac:chgData name="Ella Vetter" userId="c6918cf5-f6c0-43cc-8499-a1f635017de9" providerId="ADAL" clId="{E8CAE533-5900-48F1-9375-A0F1AFC6DE31}" dt="2020-09-16T19:46:30.663" v="3229" actId="11"/>
          <ac:spMkLst>
            <pc:docMk/>
            <pc:sldMk cId="2141601583" sldId="320"/>
            <ac:spMk id="3" creationId="{88A62F98-1398-4388-B088-C11376F92F3D}"/>
          </ac:spMkLst>
        </pc:spChg>
      </pc:sldChg>
      <pc:sldChg chg="modSp mod">
        <pc:chgData name="Ella Vetter" userId="c6918cf5-f6c0-43cc-8499-a1f635017de9" providerId="ADAL" clId="{E8CAE533-5900-48F1-9375-A0F1AFC6DE31}" dt="2020-09-16T20:02:55.293" v="3273" actId="20577"/>
        <pc:sldMkLst>
          <pc:docMk/>
          <pc:sldMk cId="701220366" sldId="321"/>
        </pc:sldMkLst>
        <pc:spChg chg="mod">
          <ac:chgData name="Ella Vetter" userId="c6918cf5-f6c0-43cc-8499-a1f635017de9" providerId="ADAL" clId="{E8CAE533-5900-48F1-9375-A0F1AFC6DE31}" dt="2020-09-16T20:02:55.293" v="3273" actId="20577"/>
          <ac:spMkLst>
            <pc:docMk/>
            <pc:sldMk cId="701220366" sldId="321"/>
            <ac:spMk id="3" creationId="{88A62F98-1398-4388-B088-C11376F92F3D}"/>
          </ac:spMkLst>
        </pc:spChg>
      </pc:sldChg>
      <pc:sldChg chg="modSp mod">
        <pc:chgData name="Ella Vetter" userId="c6918cf5-f6c0-43cc-8499-a1f635017de9" providerId="ADAL" clId="{E8CAE533-5900-48F1-9375-A0F1AFC6DE31}" dt="2020-09-16T19:46:19.390" v="3227" actId="11"/>
        <pc:sldMkLst>
          <pc:docMk/>
          <pc:sldMk cId="1043915023" sldId="322"/>
        </pc:sldMkLst>
        <pc:spChg chg="mod">
          <ac:chgData name="Ella Vetter" userId="c6918cf5-f6c0-43cc-8499-a1f635017de9" providerId="ADAL" clId="{E8CAE533-5900-48F1-9375-A0F1AFC6DE31}" dt="2020-09-16T19:46:19.390" v="3227" actId="11"/>
          <ac:spMkLst>
            <pc:docMk/>
            <pc:sldMk cId="1043915023" sldId="322"/>
            <ac:spMk id="9" creationId="{D13DA46D-CD64-490C-80E5-4DDD30392637}"/>
          </ac:spMkLst>
        </pc:spChg>
      </pc:sldChg>
      <pc:sldChg chg="modSp mod">
        <pc:chgData name="Ella Vetter" userId="c6918cf5-f6c0-43cc-8499-a1f635017de9" providerId="ADAL" clId="{E8CAE533-5900-48F1-9375-A0F1AFC6DE31}" dt="2020-09-16T19:46:36.378" v="3230" actId="11"/>
        <pc:sldMkLst>
          <pc:docMk/>
          <pc:sldMk cId="1935364617" sldId="323"/>
        </pc:sldMkLst>
        <pc:spChg chg="mod">
          <ac:chgData name="Ella Vetter" userId="c6918cf5-f6c0-43cc-8499-a1f635017de9" providerId="ADAL" clId="{E8CAE533-5900-48F1-9375-A0F1AFC6DE31}" dt="2020-09-16T19:46:36.378" v="3230" actId="11"/>
          <ac:spMkLst>
            <pc:docMk/>
            <pc:sldMk cId="1935364617" sldId="323"/>
            <ac:spMk id="3" creationId="{88A62F98-1398-4388-B088-C11376F92F3D}"/>
          </ac:spMkLst>
        </pc:spChg>
      </pc:sldChg>
      <pc:sldChg chg="modSp mod">
        <pc:chgData name="Ella Vetter" userId="c6918cf5-f6c0-43cc-8499-a1f635017de9" providerId="ADAL" clId="{E8CAE533-5900-48F1-9375-A0F1AFC6DE31}" dt="2020-09-16T19:46:48.896" v="3231" actId="11"/>
        <pc:sldMkLst>
          <pc:docMk/>
          <pc:sldMk cId="3819862748" sldId="325"/>
        </pc:sldMkLst>
        <pc:spChg chg="mod">
          <ac:chgData name="Ella Vetter" userId="c6918cf5-f6c0-43cc-8499-a1f635017de9" providerId="ADAL" clId="{E8CAE533-5900-48F1-9375-A0F1AFC6DE31}" dt="2020-09-16T19:46:48.896" v="3231" actId="11"/>
          <ac:spMkLst>
            <pc:docMk/>
            <pc:sldMk cId="3819862748" sldId="325"/>
            <ac:spMk id="6" creationId="{C815A54D-D680-47D0-A530-05229ED955FA}"/>
          </ac:spMkLst>
        </pc:spChg>
      </pc:sldChg>
      <pc:sldChg chg="modSp mod">
        <pc:chgData name="Ella Vetter" userId="c6918cf5-f6c0-43cc-8499-a1f635017de9" providerId="ADAL" clId="{E8CAE533-5900-48F1-9375-A0F1AFC6DE31}" dt="2020-09-16T19:47:10.589" v="3235" actId="11"/>
        <pc:sldMkLst>
          <pc:docMk/>
          <pc:sldMk cId="3051631181" sldId="326"/>
        </pc:sldMkLst>
        <pc:spChg chg="mod">
          <ac:chgData name="Ella Vetter" userId="c6918cf5-f6c0-43cc-8499-a1f635017de9" providerId="ADAL" clId="{E8CAE533-5900-48F1-9375-A0F1AFC6DE31}" dt="2020-09-16T19:47:10.589" v="3235" actId="11"/>
          <ac:spMkLst>
            <pc:docMk/>
            <pc:sldMk cId="3051631181" sldId="326"/>
            <ac:spMk id="6" creationId="{90D78095-06B4-428B-A1D1-FA185E91F4DB}"/>
          </ac:spMkLst>
        </pc:spChg>
      </pc:sldChg>
      <pc:sldChg chg="modSp mod">
        <pc:chgData name="Ella Vetter" userId="c6918cf5-f6c0-43cc-8499-a1f635017de9" providerId="ADAL" clId="{E8CAE533-5900-48F1-9375-A0F1AFC6DE31}" dt="2020-09-16T19:46:54.715" v="3232" actId="11"/>
        <pc:sldMkLst>
          <pc:docMk/>
          <pc:sldMk cId="877782285" sldId="327"/>
        </pc:sldMkLst>
        <pc:spChg chg="mod">
          <ac:chgData name="Ella Vetter" userId="c6918cf5-f6c0-43cc-8499-a1f635017de9" providerId="ADAL" clId="{E8CAE533-5900-48F1-9375-A0F1AFC6DE31}" dt="2020-09-16T19:46:54.715" v="3232" actId="11"/>
          <ac:spMkLst>
            <pc:docMk/>
            <pc:sldMk cId="877782285" sldId="327"/>
            <ac:spMk id="4" creationId="{7F8C2603-D7E4-4895-AB2C-372ECA0993A9}"/>
          </ac:spMkLst>
        </pc:spChg>
      </pc:sldChg>
      <pc:sldChg chg="modSp mod">
        <pc:chgData name="Ella Vetter" userId="c6918cf5-f6c0-43cc-8499-a1f635017de9" providerId="ADAL" clId="{E8CAE533-5900-48F1-9375-A0F1AFC6DE31}" dt="2020-09-16T19:47:00.035" v="3233" actId="11"/>
        <pc:sldMkLst>
          <pc:docMk/>
          <pc:sldMk cId="334261442" sldId="328"/>
        </pc:sldMkLst>
        <pc:spChg chg="mod">
          <ac:chgData name="Ella Vetter" userId="c6918cf5-f6c0-43cc-8499-a1f635017de9" providerId="ADAL" clId="{E8CAE533-5900-48F1-9375-A0F1AFC6DE31}" dt="2020-09-16T19:47:00.035" v="3233" actId="11"/>
          <ac:spMkLst>
            <pc:docMk/>
            <pc:sldMk cId="334261442" sldId="328"/>
            <ac:spMk id="6" creationId="{23380FDD-29B9-48D1-805D-66E391BA7387}"/>
          </ac:spMkLst>
        </pc:spChg>
      </pc:sldChg>
      <pc:sldChg chg="modSp mod">
        <pc:chgData name="Ella Vetter" userId="c6918cf5-f6c0-43cc-8499-a1f635017de9" providerId="ADAL" clId="{E8CAE533-5900-48F1-9375-A0F1AFC6DE31}" dt="2020-09-16T19:47:05.411" v="3234" actId="11"/>
        <pc:sldMkLst>
          <pc:docMk/>
          <pc:sldMk cId="3503232561" sldId="329"/>
        </pc:sldMkLst>
        <pc:spChg chg="mod">
          <ac:chgData name="Ella Vetter" userId="c6918cf5-f6c0-43cc-8499-a1f635017de9" providerId="ADAL" clId="{E8CAE533-5900-48F1-9375-A0F1AFC6DE31}" dt="2020-09-16T19:47:05.411" v="3234" actId="11"/>
          <ac:spMkLst>
            <pc:docMk/>
            <pc:sldMk cId="3503232561" sldId="329"/>
            <ac:spMk id="6" creationId="{FB2F8FD9-EEF7-460D-A9DD-C60B151D1FD0}"/>
          </ac:spMkLst>
        </pc:spChg>
      </pc:sldChg>
      <pc:sldChg chg="modSp mod modNotesTx">
        <pc:chgData name="Ella Vetter" userId="c6918cf5-f6c0-43cc-8499-a1f635017de9" providerId="ADAL" clId="{E8CAE533-5900-48F1-9375-A0F1AFC6DE31}" dt="2020-09-16T15:29:30.369" v="703"/>
        <pc:sldMkLst>
          <pc:docMk/>
          <pc:sldMk cId="375912605" sldId="331"/>
        </pc:sldMkLst>
        <pc:spChg chg="mod">
          <ac:chgData name="Ella Vetter" userId="c6918cf5-f6c0-43cc-8499-a1f635017de9" providerId="ADAL" clId="{E8CAE533-5900-48F1-9375-A0F1AFC6DE31}" dt="2020-09-16T15:23:34.672" v="529" actId="115"/>
          <ac:spMkLst>
            <pc:docMk/>
            <pc:sldMk cId="375912605" sldId="331"/>
            <ac:spMk id="3" creationId="{8221F274-BC26-4E74-AB9D-71F773282F5F}"/>
          </ac:spMkLst>
        </pc:spChg>
      </pc:sldChg>
      <pc:sldChg chg="modSp mod modNotesTx">
        <pc:chgData name="Ella Vetter" userId="c6918cf5-f6c0-43cc-8499-a1f635017de9" providerId="ADAL" clId="{E8CAE533-5900-48F1-9375-A0F1AFC6DE31}" dt="2020-09-16T15:48:22.508" v="1361" actId="20577"/>
        <pc:sldMkLst>
          <pc:docMk/>
          <pc:sldMk cId="2949972059" sldId="332"/>
        </pc:sldMkLst>
        <pc:spChg chg="mod">
          <ac:chgData name="Ella Vetter" userId="c6918cf5-f6c0-43cc-8499-a1f635017de9" providerId="ADAL" clId="{E8CAE533-5900-48F1-9375-A0F1AFC6DE31}" dt="2020-09-16T15:48:22.508" v="1361" actId="20577"/>
          <ac:spMkLst>
            <pc:docMk/>
            <pc:sldMk cId="2949972059" sldId="332"/>
            <ac:spMk id="3" creationId="{7E54F556-4D48-4B26-B56B-14903DBF0227}"/>
          </ac:spMkLst>
        </pc:spChg>
      </pc:sldChg>
      <pc:sldChg chg="modSp mod">
        <pc:chgData name="Ella Vetter" userId="c6918cf5-f6c0-43cc-8499-a1f635017de9" providerId="ADAL" clId="{E8CAE533-5900-48F1-9375-A0F1AFC6DE31}" dt="2020-09-16T19:47:16.949" v="3236" actId="11"/>
        <pc:sldMkLst>
          <pc:docMk/>
          <pc:sldMk cId="770859312" sldId="333"/>
        </pc:sldMkLst>
        <pc:spChg chg="mod">
          <ac:chgData name="Ella Vetter" userId="c6918cf5-f6c0-43cc-8499-a1f635017de9" providerId="ADAL" clId="{E8CAE533-5900-48F1-9375-A0F1AFC6DE31}" dt="2020-09-16T19:47:16.949" v="3236" actId="11"/>
          <ac:spMkLst>
            <pc:docMk/>
            <pc:sldMk cId="770859312" sldId="333"/>
            <ac:spMk id="4" creationId="{707C5EBC-6A0E-4D35-ACE9-9DC27564C9E4}"/>
          </ac:spMkLst>
        </pc:spChg>
      </pc:sldChg>
      <pc:sldChg chg="modSp mod">
        <pc:chgData name="Ella Vetter" userId="c6918cf5-f6c0-43cc-8499-a1f635017de9" providerId="ADAL" clId="{E8CAE533-5900-48F1-9375-A0F1AFC6DE31}" dt="2020-09-16T19:47:23.105" v="3237" actId="11"/>
        <pc:sldMkLst>
          <pc:docMk/>
          <pc:sldMk cId="3805342586" sldId="334"/>
        </pc:sldMkLst>
        <pc:spChg chg="mod">
          <ac:chgData name="Ella Vetter" userId="c6918cf5-f6c0-43cc-8499-a1f635017de9" providerId="ADAL" clId="{E8CAE533-5900-48F1-9375-A0F1AFC6DE31}" dt="2020-09-16T19:47:23.105" v="3237" actId="11"/>
          <ac:spMkLst>
            <pc:docMk/>
            <pc:sldMk cId="3805342586" sldId="334"/>
            <ac:spMk id="4" creationId="{54DA42CC-40CB-4A2F-8973-73781A249AF0}"/>
          </ac:spMkLst>
        </pc:spChg>
      </pc:sldChg>
      <pc:sldChg chg="modSp mod">
        <pc:chgData name="Ella Vetter" userId="c6918cf5-f6c0-43cc-8499-a1f635017de9" providerId="ADAL" clId="{E8CAE533-5900-48F1-9375-A0F1AFC6DE31}" dt="2020-09-16T19:47:29.346" v="3238" actId="11"/>
        <pc:sldMkLst>
          <pc:docMk/>
          <pc:sldMk cId="1594842008" sldId="335"/>
        </pc:sldMkLst>
        <pc:spChg chg="mod">
          <ac:chgData name="Ella Vetter" userId="c6918cf5-f6c0-43cc-8499-a1f635017de9" providerId="ADAL" clId="{E8CAE533-5900-48F1-9375-A0F1AFC6DE31}" dt="2020-09-16T19:47:29.346" v="3238" actId="11"/>
          <ac:spMkLst>
            <pc:docMk/>
            <pc:sldMk cId="1594842008" sldId="335"/>
            <ac:spMk id="4" creationId="{894ADE61-8434-47F9-A2E8-8F1D725EA5D2}"/>
          </ac:spMkLst>
        </pc:spChg>
      </pc:sldChg>
      <pc:sldChg chg="modSp mod">
        <pc:chgData name="Ella Vetter" userId="c6918cf5-f6c0-43cc-8499-a1f635017de9" providerId="ADAL" clId="{E8CAE533-5900-48F1-9375-A0F1AFC6DE31}" dt="2020-09-16T19:47:36.507" v="3239" actId="11"/>
        <pc:sldMkLst>
          <pc:docMk/>
          <pc:sldMk cId="513000458" sldId="336"/>
        </pc:sldMkLst>
        <pc:spChg chg="mod">
          <ac:chgData name="Ella Vetter" userId="c6918cf5-f6c0-43cc-8499-a1f635017de9" providerId="ADAL" clId="{E8CAE533-5900-48F1-9375-A0F1AFC6DE31}" dt="2020-09-16T19:47:36.507" v="3239" actId="11"/>
          <ac:spMkLst>
            <pc:docMk/>
            <pc:sldMk cId="513000458" sldId="336"/>
            <ac:spMk id="4" creationId="{9A2FBEA7-2905-4EB0-9760-20C7AB016556}"/>
          </ac:spMkLst>
        </pc:spChg>
      </pc:sldChg>
      <pc:sldChg chg="modSp mod">
        <pc:chgData name="Ella Vetter" userId="c6918cf5-f6c0-43cc-8499-a1f635017de9" providerId="ADAL" clId="{E8CAE533-5900-48F1-9375-A0F1AFC6DE31}" dt="2020-09-16T19:47:53.393" v="3241" actId="11"/>
        <pc:sldMkLst>
          <pc:docMk/>
          <pc:sldMk cId="2497133131" sldId="338"/>
        </pc:sldMkLst>
        <pc:spChg chg="mod">
          <ac:chgData name="Ella Vetter" userId="c6918cf5-f6c0-43cc-8499-a1f635017de9" providerId="ADAL" clId="{E8CAE533-5900-48F1-9375-A0F1AFC6DE31}" dt="2020-09-16T19:47:53.393" v="3241" actId="11"/>
          <ac:spMkLst>
            <pc:docMk/>
            <pc:sldMk cId="2497133131" sldId="338"/>
            <ac:spMk id="4" creationId="{3C6A5C21-4E07-4F33-9198-1792FD7F3D1C}"/>
          </ac:spMkLst>
        </pc:spChg>
      </pc:sldChg>
      <pc:sldChg chg="modSp mod">
        <pc:chgData name="Ella Vetter" userId="c6918cf5-f6c0-43cc-8499-a1f635017de9" providerId="ADAL" clId="{E8CAE533-5900-48F1-9375-A0F1AFC6DE31}" dt="2020-09-16T19:48:08.301" v="3243" actId="11"/>
        <pc:sldMkLst>
          <pc:docMk/>
          <pc:sldMk cId="1524780563" sldId="339"/>
        </pc:sldMkLst>
        <pc:spChg chg="mod">
          <ac:chgData name="Ella Vetter" userId="c6918cf5-f6c0-43cc-8499-a1f635017de9" providerId="ADAL" clId="{E8CAE533-5900-48F1-9375-A0F1AFC6DE31}" dt="2020-09-16T19:48:08.301" v="3243" actId="11"/>
          <ac:spMkLst>
            <pc:docMk/>
            <pc:sldMk cId="1524780563" sldId="339"/>
            <ac:spMk id="4" creationId="{2F129AF8-57D0-4CE0-8DE1-C396C1E6CF8D}"/>
          </ac:spMkLst>
        </pc:spChg>
      </pc:sldChg>
      <pc:sldChg chg="modSp mod">
        <pc:chgData name="Ella Vetter" userId="c6918cf5-f6c0-43cc-8499-a1f635017de9" providerId="ADAL" clId="{E8CAE533-5900-48F1-9375-A0F1AFC6DE31}" dt="2020-09-16T19:48:19.711" v="3244" actId="11"/>
        <pc:sldMkLst>
          <pc:docMk/>
          <pc:sldMk cId="3408288368" sldId="340"/>
        </pc:sldMkLst>
        <pc:spChg chg="mod">
          <ac:chgData name="Ella Vetter" userId="c6918cf5-f6c0-43cc-8499-a1f635017de9" providerId="ADAL" clId="{E8CAE533-5900-48F1-9375-A0F1AFC6DE31}" dt="2020-09-16T19:48:19.711" v="3244" actId="11"/>
          <ac:spMkLst>
            <pc:docMk/>
            <pc:sldMk cId="3408288368" sldId="340"/>
            <ac:spMk id="4" creationId="{04763771-6C82-4162-A5AC-F3602FF29FF6}"/>
          </ac:spMkLst>
        </pc:spChg>
      </pc:sldChg>
      <pc:sldChg chg="modSp mod">
        <pc:chgData name="Ella Vetter" userId="c6918cf5-f6c0-43cc-8499-a1f635017de9" providerId="ADAL" clId="{E8CAE533-5900-48F1-9375-A0F1AFC6DE31}" dt="2020-09-16T19:48:34.768" v="3246" actId="11"/>
        <pc:sldMkLst>
          <pc:docMk/>
          <pc:sldMk cId="437802711" sldId="341"/>
        </pc:sldMkLst>
        <pc:spChg chg="mod">
          <ac:chgData name="Ella Vetter" userId="c6918cf5-f6c0-43cc-8499-a1f635017de9" providerId="ADAL" clId="{E8CAE533-5900-48F1-9375-A0F1AFC6DE31}" dt="2020-09-16T19:48:34.768" v="3246" actId="11"/>
          <ac:spMkLst>
            <pc:docMk/>
            <pc:sldMk cId="437802711" sldId="341"/>
            <ac:spMk id="4" creationId="{D73DF70C-A971-4ABC-B0EC-BF457A93F4A7}"/>
          </ac:spMkLst>
        </pc:spChg>
      </pc:sldChg>
      <pc:sldChg chg="addSp delSp modSp mod">
        <pc:chgData name="Ella Vetter" userId="c6918cf5-f6c0-43cc-8499-a1f635017de9" providerId="ADAL" clId="{E8CAE533-5900-48F1-9375-A0F1AFC6DE31}" dt="2020-09-16T16:38:04.395" v="1851" actId="1035"/>
        <pc:sldMkLst>
          <pc:docMk/>
          <pc:sldMk cId="2321047472" sldId="343"/>
        </pc:sldMkLst>
        <pc:spChg chg="mod">
          <ac:chgData name="Ella Vetter" userId="c6918cf5-f6c0-43cc-8499-a1f635017de9" providerId="ADAL" clId="{E8CAE533-5900-48F1-9375-A0F1AFC6DE31}" dt="2020-09-16T16:37:20.518" v="1809" actId="13926"/>
          <ac:spMkLst>
            <pc:docMk/>
            <pc:sldMk cId="2321047472" sldId="343"/>
            <ac:spMk id="2" creationId="{C272E50E-403C-4E30-9B26-79AF2EFEA227}"/>
          </ac:spMkLst>
        </pc:spChg>
        <pc:spChg chg="mod">
          <ac:chgData name="Ella Vetter" userId="c6918cf5-f6c0-43cc-8499-a1f635017de9" providerId="ADAL" clId="{E8CAE533-5900-48F1-9375-A0F1AFC6DE31}" dt="2020-09-16T16:38:04.395" v="1851" actId="1035"/>
          <ac:spMkLst>
            <pc:docMk/>
            <pc:sldMk cId="2321047472" sldId="343"/>
            <ac:spMk id="3" creationId="{1C8AA331-7FFE-4074-8CB6-F8F6058B9498}"/>
          </ac:spMkLst>
        </pc:spChg>
        <pc:spChg chg="add del">
          <ac:chgData name="Ella Vetter" userId="c6918cf5-f6c0-43cc-8499-a1f635017de9" providerId="ADAL" clId="{E8CAE533-5900-48F1-9375-A0F1AFC6DE31}" dt="2020-09-16T16:07:27.964" v="1547"/>
          <ac:spMkLst>
            <pc:docMk/>
            <pc:sldMk cId="2321047472" sldId="343"/>
            <ac:spMk id="4" creationId="{E71F04E5-6DCA-42B1-8B06-9E1FD7CDD44F}"/>
          </ac:spMkLst>
        </pc:spChg>
        <pc:spChg chg="add del">
          <ac:chgData name="Ella Vetter" userId="c6918cf5-f6c0-43cc-8499-a1f635017de9" providerId="ADAL" clId="{E8CAE533-5900-48F1-9375-A0F1AFC6DE31}" dt="2020-09-16T16:07:30.299" v="1550"/>
          <ac:spMkLst>
            <pc:docMk/>
            <pc:sldMk cId="2321047472" sldId="343"/>
            <ac:spMk id="5" creationId="{35B8488A-C5CE-48B5-A725-CE19F2B260FF}"/>
          </ac:spMkLst>
        </pc:spChg>
        <pc:spChg chg="add del">
          <ac:chgData name="Ella Vetter" userId="c6918cf5-f6c0-43cc-8499-a1f635017de9" providerId="ADAL" clId="{E8CAE533-5900-48F1-9375-A0F1AFC6DE31}" dt="2020-09-16T16:32:52.315" v="1556"/>
          <ac:spMkLst>
            <pc:docMk/>
            <pc:sldMk cId="2321047472" sldId="343"/>
            <ac:spMk id="6" creationId="{C915BF67-1442-4222-82EB-6ECD0ED36C0C}"/>
          </ac:spMkLst>
        </pc:spChg>
      </pc:sldChg>
      <pc:sldChg chg="modSp mod">
        <pc:chgData name="Ella Vetter" userId="c6918cf5-f6c0-43cc-8499-a1f635017de9" providerId="ADAL" clId="{E8CAE533-5900-48F1-9375-A0F1AFC6DE31}" dt="2020-09-16T20:00:19.707" v="3271" actId="20577"/>
        <pc:sldMkLst>
          <pc:docMk/>
          <pc:sldMk cId="883250627" sldId="348"/>
        </pc:sldMkLst>
        <pc:spChg chg="mod">
          <ac:chgData name="Ella Vetter" userId="c6918cf5-f6c0-43cc-8499-a1f635017de9" providerId="ADAL" clId="{E8CAE533-5900-48F1-9375-A0F1AFC6DE31}" dt="2020-09-16T20:00:19.707" v="3271" actId="20577"/>
          <ac:spMkLst>
            <pc:docMk/>
            <pc:sldMk cId="883250627" sldId="348"/>
            <ac:spMk id="4" creationId="{66B87A78-20EF-4FCF-ACED-88D05806FC80}"/>
          </ac:spMkLst>
        </pc:spChg>
      </pc:sldChg>
      <pc:sldChg chg="modSp mod">
        <pc:chgData name="Ella Vetter" userId="c6918cf5-f6c0-43cc-8499-a1f635017de9" providerId="ADAL" clId="{E8CAE533-5900-48F1-9375-A0F1AFC6DE31}" dt="2020-09-16T19:48:00.485" v="3242" actId="11"/>
        <pc:sldMkLst>
          <pc:docMk/>
          <pc:sldMk cId="193838983" sldId="349"/>
        </pc:sldMkLst>
        <pc:spChg chg="mod">
          <ac:chgData name="Ella Vetter" userId="c6918cf5-f6c0-43cc-8499-a1f635017de9" providerId="ADAL" clId="{E8CAE533-5900-48F1-9375-A0F1AFC6DE31}" dt="2020-09-16T19:48:00.485" v="3242" actId="11"/>
          <ac:spMkLst>
            <pc:docMk/>
            <pc:sldMk cId="193838983" sldId="349"/>
            <ac:spMk id="8" creationId="{8D65FE5C-734C-4F70-95ED-19062B16A210}"/>
          </ac:spMkLst>
        </pc:spChg>
      </pc:sldChg>
      <pc:sldChg chg="modSp mod">
        <pc:chgData name="Ella Vetter" userId="c6918cf5-f6c0-43cc-8499-a1f635017de9" providerId="ADAL" clId="{E8CAE533-5900-48F1-9375-A0F1AFC6DE31}" dt="2020-09-16T14:44:28.371" v="16" actId="123"/>
        <pc:sldMkLst>
          <pc:docMk/>
          <pc:sldMk cId="3144359919" sldId="353"/>
        </pc:sldMkLst>
        <pc:spChg chg="mod">
          <ac:chgData name="Ella Vetter" userId="c6918cf5-f6c0-43cc-8499-a1f635017de9" providerId="ADAL" clId="{E8CAE533-5900-48F1-9375-A0F1AFC6DE31}" dt="2020-09-16T14:44:28.371" v="16" actId="123"/>
          <ac:spMkLst>
            <pc:docMk/>
            <pc:sldMk cId="3144359919" sldId="353"/>
            <ac:spMk id="3" creationId="{A43BF2BD-459D-4482-B43A-4B0F359FB02F}"/>
          </ac:spMkLst>
        </pc:spChg>
      </pc:sldChg>
      <pc:sldChg chg="modSp mod">
        <pc:chgData name="Ella Vetter" userId="c6918cf5-f6c0-43cc-8499-a1f635017de9" providerId="ADAL" clId="{E8CAE533-5900-48F1-9375-A0F1AFC6DE31}" dt="2020-09-16T15:40:05.172" v="1180" actId="20577"/>
        <pc:sldMkLst>
          <pc:docMk/>
          <pc:sldMk cId="110084408" sldId="357"/>
        </pc:sldMkLst>
        <pc:spChg chg="mod">
          <ac:chgData name="Ella Vetter" userId="c6918cf5-f6c0-43cc-8499-a1f635017de9" providerId="ADAL" clId="{E8CAE533-5900-48F1-9375-A0F1AFC6DE31}" dt="2020-09-16T15:40:05.172" v="1180" actId="20577"/>
          <ac:spMkLst>
            <pc:docMk/>
            <pc:sldMk cId="110084408" sldId="357"/>
            <ac:spMk id="4" creationId="{E0C5F203-6934-4EFB-90B8-43BB503E1648}"/>
          </ac:spMkLst>
        </pc:spChg>
      </pc:sldChg>
      <pc:sldChg chg="addSp delSp modSp mod">
        <pc:chgData name="Ella Vetter" userId="c6918cf5-f6c0-43cc-8499-a1f635017de9" providerId="ADAL" clId="{E8CAE533-5900-48F1-9375-A0F1AFC6DE31}" dt="2020-09-16T14:46:00.204" v="20" actId="13926"/>
        <pc:sldMkLst>
          <pc:docMk/>
          <pc:sldMk cId="256788973" sldId="359"/>
        </pc:sldMkLst>
        <pc:spChg chg="mod">
          <ac:chgData name="Ella Vetter" userId="c6918cf5-f6c0-43cc-8499-a1f635017de9" providerId="ADAL" clId="{E8CAE533-5900-48F1-9375-A0F1AFC6DE31}" dt="2020-09-16T14:46:00.204" v="20" actId="13926"/>
          <ac:spMkLst>
            <pc:docMk/>
            <pc:sldMk cId="256788973" sldId="359"/>
            <ac:spMk id="2" creationId="{00FBE098-62C7-45A7-B789-152A90C3515D}"/>
          </ac:spMkLst>
        </pc:spChg>
        <pc:spChg chg="del">
          <ac:chgData name="Ella Vetter" userId="c6918cf5-f6c0-43cc-8499-a1f635017de9" providerId="ADAL" clId="{E8CAE533-5900-48F1-9375-A0F1AFC6DE31}" dt="2020-09-16T14:44:07.593" v="7" actId="478"/>
          <ac:spMkLst>
            <pc:docMk/>
            <pc:sldMk cId="256788973" sldId="359"/>
            <ac:spMk id="3" creationId="{C922F6C7-2428-4B4A-A46A-AAD5A2E61970}"/>
          </ac:spMkLst>
        </pc:spChg>
        <pc:spChg chg="add mod">
          <ac:chgData name="Ella Vetter" userId="c6918cf5-f6c0-43cc-8499-a1f635017de9" providerId="ADAL" clId="{E8CAE533-5900-48F1-9375-A0F1AFC6DE31}" dt="2020-09-16T14:44:23.346" v="15" actId="123"/>
          <ac:spMkLst>
            <pc:docMk/>
            <pc:sldMk cId="256788973" sldId="359"/>
            <ac:spMk id="4" creationId="{25CC2C86-E122-46DA-9E54-3A51AB62D03F}"/>
          </ac:spMkLst>
        </pc:spChg>
        <pc:picChg chg="add mod">
          <ac:chgData name="Ella Vetter" userId="c6918cf5-f6c0-43cc-8499-a1f635017de9" providerId="ADAL" clId="{E8CAE533-5900-48F1-9375-A0F1AFC6DE31}" dt="2020-09-16T14:45:54.912" v="19" actId="1076"/>
          <ac:picMkLst>
            <pc:docMk/>
            <pc:sldMk cId="256788973" sldId="359"/>
            <ac:picMk id="6" creationId="{3753803C-A1EA-4138-B553-63756C180EB9}"/>
          </ac:picMkLst>
        </pc:picChg>
      </pc:sldChg>
      <pc:sldChg chg="addSp delSp modSp new mod modNotesTx">
        <pc:chgData name="Ella Vetter" userId="c6918cf5-f6c0-43cc-8499-a1f635017de9" providerId="ADAL" clId="{E8CAE533-5900-48F1-9375-A0F1AFC6DE31}" dt="2020-09-16T15:09:58.567" v="509" actId="13926"/>
        <pc:sldMkLst>
          <pc:docMk/>
          <pc:sldMk cId="2074887566" sldId="360"/>
        </pc:sldMkLst>
        <pc:spChg chg="mod">
          <ac:chgData name="Ella Vetter" userId="c6918cf5-f6c0-43cc-8499-a1f635017de9" providerId="ADAL" clId="{E8CAE533-5900-48F1-9375-A0F1AFC6DE31}" dt="2020-09-16T15:09:58.567" v="509" actId="13926"/>
          <ac:spMkLst>
            <pc:docMk/>
            <pc:sldMk cId="2074887566" sldId="360"/>
            <ac:spMk id="2" creationId="{C35BEF80-5534-4040-BBCC-5882A9DC8FE4}"/>
          </ac:spMkLst>
        </pc:spChg>
        <pc:spChg chg="del">
          <ac:chgData name="Ella Vetter" userId="c6918cf5-f6c0-43cc-8499-a1f635017de9" providerId="ADAL" clId="{E8CAE533-5900-48F1-9375-A0F1AFC6DE31}" dt="2020-09-16T14:46:22.509" v="21" actId="478"/>
          <ac:spMkLst>
            <pc:docMk/>
            <pc:sldMk cId="2074887566" sldId="360"/>
            <ac:spMk id="3" creationId="{5AE33263-E175-4015-99FE-E0BE73F3CDE7}"/>
          </ac:spMkLst>
        </pc:spChg>
        <pc:spChg chg="add mod">
          <ac:chgData name="Ella Vetter" userId="c6918cf5-f6c0-43cc-8499-a1f635017de9" providerId="ADAL" clId="{E8CAE533-5900-48F1-9375-A0F1AFC6DE31}" dt="2020-09-16T14:46:41.754" v="59" actId="113"/>
          <ac:spMkLst>
            <pc:docMk/>
            <pc:sldMk cId="2074887566" sldId="360"/>
            <ac:spMk id="4" creationId="{0350A024-20D5-463D-9952-60A8E354EA8C}"/>
          </ac:spMkLst>
        </pc:spChg>
        <pc:spChg chg="add mod">
          <ac:chgData name="Ella Vetter" userId="c6918cf5-f6c0-43cc-8499-a1f635017de9" providerId="ADAL" clId="{E8CAE533-5900-48F1-9375-A0F1AFC6DE31}" dt="2020-09-16T15:09:53.658" v="508" actId="1036"/>
          <ac:spMkLst>
            <pc:docMk/>
            <pc:sldMk cId="2074887566" sldId="360"/>
            <ac:spMk id="12" creationId="{CF91E8CF-455F-47B7-A966-4A6C09F88A76}"/>
          </ac:spMkLst>
        </pc:spChg>
        <pc:spChg chg="add mod">
          <ac:chgData name="Ella Vetter" userId="c6918cf5-f6c0-43cc-8499-a1f635017de9" providerId="ADAL" clId="{E8CAE533-5900-48F1-9375-A0F1AFC6DE31}" dt="2020-09-16T15:09:53.658" v="508" actId="1036"/>
          <ac:spMkLst>
            <pc:docMk/>
            <pc:sldMk cId="2074887566" sldId="360"/>
            <ac:spMk id="14" creationId="{19E7CB55-3991-4EE6-BA2F-398BECB67FD3}"/>
          </ac:spMkLst>
        </pc:spChg>
        <pc:spChg chg="add mod">
          <ac:chgData name="Ella Vetter" userId="c6918cf5-f6c0-43cc-8499-a1f635017de9" providerId="ADAL" clId="{E8CAE533-5900-48F1-9375-A0F1AFC6DE31}" dt="2020-09-16T15:09:53.658" v="508" actId="1036"/>
          <ac:spMkLst>
            <pc:docMk/>
            <pc:sldMk cId="2074887566" sldId="360"/>
            <ac:spMk id="16" creationId="{17D384F3-E4F7-487E-B9CC-C6BF5136D54A}"/>
          </ac:spMkLst>
        </pc:spChg>
        <pc:spChg chg="add mod">
          <ac:chgData name="Ella Vetter" userId="c6918cf5-f6c0-43cc-8499-a1f635017de9" providerId="ADAL" clId="{E8CAE533-5900-48F1-9375-A0F1AFC6DE31}" dt="2020-09-16T15:09:53.658" v="508" actId="1036"/>
          <ac:spMkLst>
            <pc:docMk/>
            <pc:sldMk cId="2074887566" sldId="360"/>
            <ac:spMk id="20" creationId="{122CF506-ACA6-4B40-A6DE-D0A6218DEA65}"/>
          </ac:spMkLst>
        </pc:spChg>
        <pc:spChg chg="add mod">
          <ac:chgData name="Ella Vetter" userId="c6918cf5-f6c0-43cc-8499-a1f635017de9" providerId="ADAL" clId="{E8CAE533-5900-48F1-9375-A0F1AFC6DE31}" dt="2020-09-16T15:09:53.658" v="508" actId="1036"/>
          <ac:spMkLst>
            <pc:docMk/>
            <pc:sldMk cId="2074887566" sldId="360"/>
            <ac:spMk id="26" creationId="{13B1B233-1A03-4618-9CFC-CA2C81663317}"/>
          </ac:spMkLst>
        </pc:spChg>
        <pc:picChg chg="add mod">
          <ac:chgData name="Ella Vetter" userId="c6918cf5-f6c0-43cc-8499-a1f635017de9" providerId="ADAL" clId="{E8CAE533-5900-48F1-9375-A0F1AFC6DE31}" dt="2020-09-16T15:09:53.658" v="508" actId="1036"/>
          <ac:picMkLst>
            <pc:docMk/>
            <pc:sldMk cId="2074887566" sldId="360"/>
            <ac:picMk id="6" creationId="{9882E3A4-343C-446E-9C74-242DB57913D5}"/>
          </ac:picMkLst>
        </pc:picChg>
        <pc:cxnChg chg="add mod">
          <ac:chgData name="Ella Vetter" userId="c6918cf5-f6c0-43cc-8499-a1f635017de9" providerId="ADAL" clId="{E8CAE533-5900-48F1-9375-A0F1AFC6DE31}" dt="2020-09-16T15:09:53.658" v="508" actId="1036"/>
          <ac:cxnSpMkLst>
            <pc:docMk/>
            <pc:sldMk cId="2074887566" sldId="360"/>
            <ac:cxnSpMk id="7" creationId="{A3A7A5CE-2EE1-4FA1-A364-1E6EA827161C}"/>
          </ac:cxnSpMkLst>
        </pc:cxnChg>
        <pc:cxnChg chg="add mod">
          <ac:chgData name="Ella Vetter" userId="c6918cf5-f6c0-43cc-8499-a1f635017de9" providerId="ADAL" clId="{E8CAE533-5900-48F1-9375-A0F1AFC6DE31}" dt="2020-09-16T15:09:53.658" v="508" actId="1036"/>
          <ac:cxnSpMkLst>
            <pc:docMk/>
            <pc:sldMk cId="2074887566" sldId="360"/>
            <ac:cxnSpMk id="8" creationId="{35732108-FFD2-47A1-9754-25F2CC8EBEDC}"/>
          </ac:cxnSpMkLst>
        </pc:cxnChg>
        <pc:cxnChg chg="add mod">
          <ac:chgData name="Ella Vetter" userId="c6918cf5-f6c0-43cc-8499-a1f635017de9" providerId="ADAL" clId="{E8CAE533-5900-48F1-9375-A0F1AFC6DE31}" dt="2020-09-16T15:09:53.658" v="508" actId="1036"/>
          <ac:cxnSpMkLst>
            <pc:docMk/>
            <pc:sldMk cId="2074887566" sldId="360"/>
            <ac:cxnSpMk id="9" creationId="{EE5AC546-42C8-4391-92DA-0A486F1F25BA}"/>
          </ac:cxnSpMkLst>
        </pc:cxnChg>
        <pc:cxnChg chg="add mod">
          <ac:chgData name="Ella Vetter" userId="c6918cf5-f6c0-43cc-8499-a1f635017de9" providerId="ADAL" clId="{E8CAE533-5900-48F1-9375-A0F1AFC6DE31}" dt="2020-09-16T15:09:53.658" v="508" actId="1036"/>
          <ac:cxnSpMkLst>
            <pc:docMk/>
            <pc:sldMk cId="2074887566" sldId="360"/>
            <ac:cxnSpMk id="10" creationId="{4B391B2C-C843-4423-A394-891EB409CF5B}"/>
          </ac:cxnSpMkLst>
        </pc:cxnChg>
        <pc:cxnChg chg="add mod">
          <ac:chgData name="Ella Vetter" userId="c6918cf5-f6c0-43cc-8499-a1f635017de9" providerId="ADAL" clId="{E8CAE533-5900-48F1-9375-A0F1AFC6DE31}" dt="2020-09-16T15:09:53.658" v="508" actId="1036"/>
          <ac:cxnSpMkLst>
            <pc:docMk/>
            <pc:sldMk cId="2074887566" sldId="360"/>
            <ac:cxnSpMk id="21" creationId="{DB3F08EA-19CC-4EE1-976E-287A602A867B}"/>
          </ac:cxnSpMkLst>
        </pc:cxnChg>
      </pc:sldChg>
      <pc:sldChg chg="addSp delSp modSp add mod">
        <pc:chgData name="Ella Vetter" userId="c6918cf5-f6c0-43cc-8499-a1f635017de9" providerId="ADAL" clId="{E8CAE533-5900-48F1-9375-A0F1AFC6DE31}" dt="2020-09-16T15:10:03.469" v="513" actId="1035"/>
        <pc:sldMkLst>
          <pc:docMk/>
          <pc:sldMk cId="2368709295" sldId="361"/>
        </pc:sldMkLst>
        <pc:spChg chg="del">
          <ac:chgData name="Ella Vetter" userId="c6918cf5-f6c0-43cc-8499-a1f635017de9" providerId="ADAL" clId="{E8CAE533-5900-48F1-9375-A0F1AFC6DE31}" dt="2020-09-16T14:55:33.237" v="155" actId="478"/>
          <ac:spMkLst>
            <pc:docMk/>
            <pc:sldMk cId="2368709295" sldId="361"/>
            <ac:spMk id="3" creationId="{5AE33263-E175-4015-99FE-E0BE73F3CDE7}"/>
          </ac:spMkLst>
        </pc:spChg>
        <pc:spChg chg="add mod">
          <ac:chgData name="Ella Vetter" userId="c6918cf5-f6c0-43cc-8499-a1f635017de9" providerId="ADAL" clId="{E8CAE533-5900-48F1-9375-A0F1AFC6DE31}" dt="2020-09-16T15:10:03.469" v="513" actId="1035"/>
          <ac:spMkLst>
            <pc:docMk/>
            <pc:sldMk cId="2368709295" sldId="361"/>
            <ac:spMk id="4" creationId="{5913F759-147C-4879-BD6B-2D7E6FEB7E38}"/>
          </ac:spMkLst>
        </pc:spChg>
        <pc:picChg chg="add del mod">
          <ac:chgData name="Ella Vetter" userId="c6918cf5-f6c0-43cc-8499-a1f635017de9" providerId="ADAL" clId="{E8CAE533-5900-48F1-9375-A0F1AFC6DE31}" dt="2020-09-16T14:59:15.291" v="286" actId="478"/>
          <ac:picMkLst>
            <pc:docMk/>
            <pc:sldMk cId="2368709295" sldId="361"/>
            <ac:picMk id="6" creationId="{A167F272-BB3E-484D-9927-52703B6CD038}"/>
          </ac:picMkLst>
        </pc:picChg>
        <pc:picChg chg="add mod">
          <ac:chgData name="Ella Vetter" userId="c6918cf5-f6c0-43cc-8499-a1f635017de9" providerId="ADAL" clId="{E8CAE533-5900-48F1-9375-A0F1AFC6DE31}" dt="2020-09-16T14:59:14.470" v="285" actId="571"/>
          <ac:picMkLst>
            <pc:docMk/>
            <pc:sldMk cId="2368709295" sldId="361"/>
            <ac:picMk id="7" creationId="{820C73E2-0082-4E78-9522-475B67C2DF76}"/>
          </ac:picMkLst>
        </pc:picChg>
        <pc:picChg chg="add mod">
          <ac:chgData name="Ella Vetter" userId="c6918cf5-f6c0-43cc-8499-a1f635017de9" providerId="ADAL" clId="{E8CAE533-5900-48F1-9375-A0F1AFC6DE31}" dt="2020-09-16T14:59:22.948" v="291" actId="208"/>
          <ac:picMkLst>
            <pc:docMk/>
            <pc:sldMk cId="2368709295" sldId="361"/>
            <ac:picMk id="9" creationId="{6A700751-3312-4331-8A64-BE6044D18491}"/>
          </ac:picMkLst>
        </pc:picChg>
      </pc:sldChg>
      <pc:sldChg chg="addSp delSp modSp add mod">
        <pc:chgData name="Ella Vetter" userId="c6918cf5-f6c0-43cc-8499-a1f635017de9" providerId="ADAL" clId="{E8CAE533-5900-48F1-9375-A0F1AFC6DE31}" dt="2020-09-16T15:40:09.689" v="1188" actId="20577"/>
        <pc:sldMkLst>
          <pc:docMk/>
          <pc:sldMk cId="882960040" sldId="362"/>
        </pc:sldMkLst>
        <pc:spChg chg="del">
          <ac:chgData name="Ella Vetter" userId="c6918cf5-f6c0-43cc-8499-a1f635017de9" providerId="ADAL" clId="{E8CAE533-5900-48F1-9375-A0F1AFC6DE31}" dt="2020-09-16T14:59:39.912" v="293" actId="478"/>
          <ac:spMkLst>
            <pc:docMk/>
            <pc:sldMk cId="882960040" sldId="362"/>
            <ac:spMk id="3" creationId="{5AE33263-E175-4015-99FE-E0BE73F3CDE7}"/>
          </ac:spMkLst>
        </pc:spChg>
        <pc:spChg chg="add mod">
          <ac:chgData name="Ella Vetter" userId="c6918cf5-f6c0-43cc-8499-a1f635017de9" providerId="ADAL" clId="{E8CAE533-5900-48F1-9375-A0F1AFC6DE31}" dt="2020-09-16T15:40:09.689" v="1188" actId="20577"/>
          <ac:spMkLst>
            <pc:docMk/>
            <pc:sldMk cId="882960040" sldId="362"/>
            <ac:spMk id="4" creationId="{1A7F3C11-AC58-48A9-A1AF-E8BD47BCBCBE}"/>
          </ac:spMkLst>
        </pc:spChg>
        <pc:picChg chg="add mod">
          <ac:chgData name="Ella Vetter" userId="c6918cf5-f6c0-43cc-8499-a1f635017de9" providerId="ADAL" clId="{E8CAE533-5900-48F1-9375-A0F1AFC6DE31}" dt="2020-09-16T15:00:46.250" v="313" actId="1076"/>
          <ac:picMkLst>
            <pc:docMk/>
            <pc:sldMk cId="882960040" sldId="362"/>
            <ac:picMk id="6" creationId="{FA4969C7-26DC-400C-8AA4-A151D43EA457}"/>
          </ac:picMkLst>
        </pc:picChg>
        <pc:picChg chg="add mod">
          <ac:chgData name="Ella Vetter" userId="c6918cf5-f6c0-43cc-8499-a1f635017de9" providerId="ADAL" clId="{E8CAE533-5900-48F1-9375-A0F1AFC6DE31}" dt="2020-09-16T15:01:18.586" v="316" actId="14100"/>
          <ac:picMkLst>
            <pc:docMk/>
            <pc:sldMk cId="882960040" sldId="362"/>
            <ac:picMk id="8" creationId="{EA51F1F0-C9F7-4C94-B68E-8678CC185D6C}"/>
          </ac:picMkLst>
        </pc:picChg>
      </pc:sldChg>
      <pc:sldChg chg="add del">
        <pc:chgData name="Ella Vetter" userId="c6918cf5-f6c0-43cc-8499-a1f635017de9" providerId="ADAL" clId="{E8CAE533-5900-48F1-9375-A0F1AFC6DE31}" dt="2020-09-16T15:10:10.951" v="514" actId="47"/>
        <pc:sldMkLst>
          <pc:docMk/>
          <pc:sldMk cId="1197592500" sldId="363"/>
        </pc:sldMkLst>
      </pc:sldChg>
      <pc:sldChg chg="addSp delSp modSp new mod">
        <pc:chgData name="Ella Vetter" userId="c6918cf5-f6c0-43cc-8499-a1f635017de9" providerId="ADAL" clId="{E8CAE533-5900-48F1-9375-A0F1AFC6DE31}" dt="2020-09-16T15:42:42" v="1303" actId="1076"/>
        <pc:sldMkLst>
          <pc:docMk/>
          <pc:sldMk cId="1575101120" sldId="363"/>
        </pc:sldMkLst>
        <pc:spChg chg="mod">
          <ac:chgData name="Ella Vetter" userId="c6918cf5-f6c0-43cc-8499-a1f635017de9" providerId="ADAL" clId="{E8CAE533-5900-48F1-9375-A0F1AFC6DE31}" dt="2020-09-16T15:11:11.984" v="516"/>
          <ac:spMkLst>
            <pc:docMk/>
            <pc:sldMk cId="1575101120" sldId="363"/>
            <ac:spMk id="2" creationId="{295736AC-1300-421A-BA2B-344D7EC8967F}"/>
          </ac:spMkLst>
        </pc:spChg>
        <pc:spChg chg="del">
          <ac:chgData name="Ella Vetter" userId="c6918cf5-f6c0-43cc-8499-a1f635017de9" providerId="ADAL" clId="{E8CAE533-5900-48F1-9375-A0F1AFC6DE31}" dt="2020-09-16T15:11:24.583" v="520" actId="478"/>
          <ac:spMkLst>
            <pc:docMk/>
            <pc:sldMk cId="1575101120" sldId="363"/>
            <ac:spMk id="3" creationId="{5103F989-0416-4068-9E6F-CCE29817A01F}"/>
          </ac:spMkLst>
        </pc:spChg>
        <pc:spChg chg="add mod">
          <ac:chgData name="Ella Vetter" userId="c6918cf5-f6c0-43cc-8499-a1f635017de9" providerId="ADAL" clId="{E8CAE533-5900-48F1-9375-A0F1AFC6DE31}" dt="2020-09-16T15:42:38.370" v="1302" actId="1036"/>
          <ac:spMkLst>
            <pc:docMk/>
            <pc:sldMk cId="1575101120" sldId="363"/>
            <ac:spMk id="4" creationId="{ADEAE891-F8BC-49BC-96A0-54B1AD69DE72}"/>
          </ac:spMkLst>
        </pc:spChg>
        <pc:picChg chg="add del mod">
          <ac:chgData name="Ella Vetter" userId="c6918cf5-f6c0-43cc-8499-a1f635017de9" providerId="ADAL" clId="{E8CAE533-5900-48F1-9375-A0F1AFC6DE31}" dt="2020-09-16T15:22:04.134" v="525" actId="478"/>
          <ac:picMkLst>
            <pc:docMk/>
            <pc:sldMk cId="1575101120" sldId="363"/>
            <ac:picMk id="6" creationId="{A328B34E-99D5-4DF7-8FAA-F377F407854B}"/>
          </ac:picMkLst>
        </pc:picChg>
        <pc:picChg chg="add mod">
          <ac:chgData name="Ella Vetter" userId="c6918cf5-f6c0-43cc-8499-a1f635017de9" providerId="ADAL" clId="{E8CAE533-5900-48F1-9375-A0F1AFC6DE31}" dt="2020-09-16T15:42:42" v="1303" actId="1076"/>
          <ac:picMkLst>
            <pc:docMk/>
            <pc:sldMk cId="1575101120" sldId="363"/>
            <ac:picMk id="8" creationId="{0173BCBD-D0B2-4D9E-B571-004AB9F82489}"/>
          </ac:picMkLst>
        </pc:picChg>
      </pc:sldChg>
      <pc:sldChg chg="addSp delSp modSp add mod">
        <pc:chgData name="Ella Vetter" userId="c6918cf5-f6c0-43cc-8499-a1f635017de9" providerId="ADAL" clId="{E8CAE533-5900-48F1-9375-A0F1AFC6DE31}" dt="2020-09-16T19:54:53.737" v="3247" actId="11"/>
        <pc:sldMkLst>
          <pc:docMk/>
          <pc:sldMk cId="1795387855" sldId="364"/>
        </pc:sldMkLst>
        <pc:spChg chg="mod">
          <ac:chgData name="Ella Vetter" userId="c6918cf5-f6c0-43cc-8499-a1f635017de9" providerId="ADAL" clId="{E8CAE533-5900-48F1-9375-A0F1AFC6DE31}" dt="2020-09-16T15:34:08.482" v="766" actId="1076"/>
          <ac:spMkLst>
            <pc:docMk/>
            <pc:sldMk cId="1795387855" sldId="364"/>
            <ac:spMk id="2" creationId="{295736AC-1300-421A-BA2B-344D7EC8967F}"/>
          </ac:spMkLst>
        </pc:spChg>
        <pc:spChg chg="del">
          <ac:chgData name="Ella Vetter" userId="c6918cf5-f6c0-43cc-8499-a1f635017de9" providerId="ADAL" clId="{E8CAE533-5900-48F1-9375-A0F1AFC6DE31}" dt="2020-09-16T15:32:19.869" v="715" actId="478"/>
          <ac:spMkLst>
            <pc:docMk/>
            <pc:sldMk cId="1795387855" sldId="364"/>
            <ac:spMk id="3" creationId="{5103F989-0416-4068-9E6F-CCE29817A01F}"/>
          </ac:spMkLst>
        </pc:spChg>
        <pc:spChg chg="add mod">
          <ac:chgData name="Ella Vetter" userId="c6918cf5-f6c0-43cc-8499-a1f635017de9" providerId="ADAL" clId="{E8CAE533-5900-48F1-9375-A0F1AFC6DE31}" dt="2020-09-16T19:54:53.737" v="3247" actId="11"/>
          <ac:spMkLst>
            <pc:docMk/>
            <pc:sldMk cId="1795387855" sldId="364"/>
            <ac:spMk id="4" creationId="{18F3D4D7-4D3A-4AAA-83B2-3B96265F8C6A}"/>
          </ac:spMkLst>
        </pc:spChg>
        <pc:picChg chg="add mod">
          <ac:chgData name="Ella Vetter" userId="c6918cf5-f6c0-43cc-8499-a1f635017de9" providerId="ADAL" clId="{E8CAE533-5900-48F1-9375-A0F1AFC6DE31}" dt="2020-09-16T15:38:35.884" v="1096" actId="1036"/>
          <ac:picMkLst>
            <pc:docMk/>
            <pc:sldMk cId="1795387855" sldId="364"/>
            <ac:picMk id="6" creationId="{EE874ADD-30FC-43BE-A4D9-5523F3668750}"/>
          </ac:picMkLst>
        </pc:picChg>
        <pc:picChg chg="add mod">
          <ac:chgData name="Ella Vetter" userId="c6918cf5-f6c0-43cc-8499-a1f635017de9" providerId="ADAL" clId="{E8CAE533-5900-48F1-9375-A0F1AFC6DE31}" dt="2020-09-16T15:38:49.125" v="1103" actId="14100"/>
          <ac:picMkLst>
            <pc:docMk/>
            <pc:sldMk cId="1795387855" sldId="364"/>
            <ac:picMk id="8" creationId="{A07D5CD1-BF14-4E93-8391-30886040865F}"/>
          </ac:picMkLst>
        </pc:picChg>
      </pc:sldChg>
      <pc:sldChg chg="addSp delSp modSp add mod">
        <pc:chgData name="Ella Vetter" userId="c6918cf5-f6c0-43cc-8499-a1f635017de9" providerId="ADAL" clId="{E8CAE533-5900-48F1-9375-A0F1AFC6DE31}" dt="2020-09-16T20:05:10.428" v="3274" actId="20577"/>
        <pc:sldMkLst>
          <pc:docMk/>
          <pc:sldMk cId="3018599899" sldId="365"/>
        </pc:sldMkLst>
        <pc:spChg chg="del">
          <ac:chgData name="Ella Vetter" userId="c6918cf5-f6c0-43cc-8499-a1f635017de9" providerId="ADAL" clId="{E8CAE533-5900-48F1-9375-A0F1AFC6DE31}" dt="2020-09-16T15:35:42.783" v="881" actId="478"/>
          <ac:spMkLst>
            <pc:docMk/>
            <pc:sldMk cId="3018599899" sldId="365"/>
            <ac:spMk id="3" creationId="{5103F989-0416-4068-9E6F-CCE29817A01F}"/>
          </ac:spMkLst>
        </pc:spChg>
        <pc:spChg chg="add mod">
          <ac:chgData name="Ella Vetter" userId="c6918cf5-f6c0-43cc-8499-a1f635017de9" providerId="ADAL" clId="{E8CAE533-5900-48F1-9375-A0F1AFC6DE31}" dt="2020-09-16T20:05:10.428" v="3274" actId="20577"/>
          <ac:spMkLst>
            <pc:docMk/>
            <pc:sldMk cId="3018599899" sldId="365"/>
            <ac:spMk id="4" creationId="{135412F4-4223-4159-964F-F2E724B1E621}"/>
          </ac:spMkLst>
        </pc:spChg>
        <pc:picChg chg="add mod">
          <ac:chgData name="Ella Vetter" userId="c6918cf5-f6c0-43cc-8499-a1f635017de9" providerId="ADAL" clId="{E8CAE533-5900-48F1-9375-A0F1AFC6DE31}" dt="2020-09-16T15:43:32.359" v="1317" actId="1076"/>
          <ac:picMkLst>
            <pc:docMk/>
            <pc:sldMk cId="3018599899" sldId="365"/>
            <ac:picMk id="6" creationId="{F60BAF2D-4787-43F3-B9C0-2A4556A96F22}"/>
          </ac:picMkLst>
        </pc:picChg>
        <pc:picChg chg="add del mod">
          <ac:chgData name="Ella Vetter" userId="c6918cf5-f6c0-43cc-8499-a1f635017de9" providerId="ADAL" clId="{E8CAE533-5900-48F1-9375-A0F1AFC6DE31}" dt="2020-09-16T15:43:23.101" v="1313" actId="21"/>
          <ac:picMkLst>
            <pc:docMk/>
            <pc:sldMk cId="3018599899" sldId="365"/>
            <ac:picMk id="8" creationId="{4AC48F6D-EF9E-47B6-AEF1-D5097C9CE2DF}"/>
          </ac:picMkLst>
        </pc:picChg>
      </pc:sldChg>
      <pc:sldChg chg="addSp delSp modSp add del mod">
        <pc:chgData name="Ella Vetter" userId="c6918cf5-f6c0-43cc-8499-a1f635017de9" providerId="ADAL" clId="{E8CAE533-5900-48F1-9375-A0F1AFC6DE31}" dt="2020-09-16T15:40:59.324" v="1265" actId="47"/>
        <pc:sldMkLst>
          <pc:docMk/>
          <pc:sldMk cId="2447537763" sldId="366"/>
        </pc:sldMkLst>
        <pc:spChg chg="del">
          <ac:chgData name="Ella Vetter" userId="c6918cf5-f6c0-43cc-8499-a1f635017de9" providerId="ADAL" clId="{E8CAE533-5900-48F1-9375-A0F1AFC6DE31}" dt="2020-09-16T15:39:01.941" v="1104" actId="478"/>
          <ac:spMkLst>
            <pc:docMk/>
            <pc:sldMk cId="2447537763" sldId="366"/>
            <ac:spMk id="3" creationId="{5103F989-0416-4068-9E6F-CCE29817A01F}"/>
          </ac:spMkLst>
        </pc:spChg>
        <pc:spChg chg="add mod">
          <ac:chgData name="Ella Vetter" userId="c6918cf5-f6c0-43cc-8499-a1f635017de9" providerId="ADAL" clId="{E8CAE533-5900-48F1-9375-A0F1AFC6DE31}" dt="2020-09-16T15:40:54.204" v="1259" actId="21"/>
          <ac:spMkLst>
            <pc:docMk/>
            <pc:sldMk cId="2447537763" sldId="366"/>
            <ac:spMk id="4" creationId="{3CFB0801-17A8-4B50-BDDB-CB89263A99E8}"/>
          </ac:spMkLst>
        </pc:spChg>
      </pc:sldChg>
      <pc:sldChg chg="addSp modSp new mod">
        <pc:chgData name="Ella Vetter" userId="c6918cf5-f6c0-43cc-8499-a1f635017de9" providerId="ADAL" clId="{E8CAE533-5900-48F1-9375-A0F1AFC6DE31}" dt="2020-09-16T19:55:11.344" v="3249" actId="11"/>
        <pc:sldMkLst>
          <pc:docMk/>
          <pc:sldMk cId="2456304505" sldId="366"/>
        </pc:sldMkLst>
        <pc:spChg chg="mod">
          <ac:chgData name="Ella Vetter" userId="c6918cf5-f6c0-43cc-8499-a1f635017de9" providerId="ADAL" clId="{E8CAE533-5900-48F1-9375-A0F1AFC6DE31}" dt="2020-09-16T15:43:04.299" v="1305"/>
          <ac:spMkLst>
            <pc:docMk/>
            <pc:sldMk cId="2456304505" sldId="366"/>
            <ac:spMk id="2" creationId="{DCE6CC1B-F3BB-43FB-86AC-C4161D2DEFC3}"/>
          </ac:spMkLst>
        </pc:spChg>
        <pc:spChg chg="mod">
          <ac:chgData name="Ella Vetter" userId="c6918cf5-f6c0-43cc-8499-a1f635017de9" providerId="ADAL" clId="{E8CAE533-5900-48F1-9375-A0F1AFC6DE31}" dt="2020-09-16T19:55:11.344" v="3249" actId="11"/>
          <ac:spMkLst>
            <pc:docMk/>
            <pc:sldMk cId="2456304505" sldId="366"/>
            <ac:spMk id="3" creationId="{D5D596DB-88FA-4D57-8277-AAE265DF59AB}"/>
          </ac:spMkLst>
        </pc:spChg>
        <pc:picChg chg="add mod">
          <ac:chgData name="Ella Vetter" userId="c6918cf5-f6c0-43cc-8499-a1f635017de9" providerId="ADAL" clId="{E8CAE533-5900-48F1-9375-A0F1AFC6DE31}" dt="2020-09-16T15:43:26.039" v="1315" actId="1076"/>
          <ac:picMkLst>
            <pc:docMk/>
            <pc:sldMk cId="2456304505" sldId="366"/>
            <ac:picMk id="5" creationId="{AEF83D90-9885-4C68-80F0-13267004EE71}"/>
          </ac:picMkLst>
        </pc:picChg>
      </pc:sldChg>
      <pc:sldChg chg="addSp delSp modSp new mod">
        <pc:chgData name="Ella Vetter" userId="c6918cf5-f6c0-43cc-8499-a1f635017de9" providerId="ADAL" clId="{E8CAE533-5900-48F1-9375-A0F1AFC6DE31}" dt="2020-09-16T17:42:48.305" v="2003" actId="1035"/>
        <pc:sldMkLst>
          <pc:docMk/>
          <pc:sldMk cId="761110323" sldId="367"/>
        </pc:sldMkLst>
        <pc:spChg chg="mod">
          <ac:chgData name="Ella Vetter" userId="c6918cf5-f6c0-43cc-8499-a1f635017de9" providerId="ADAL" clId="{E8CAE533-5900-48F1-9375-A0F1AFC6DE31}" dt="2020-09-16T16:03:31.789" v="1478"/>
          <ac:spMkLst>
            <pc:docMk/>
            <pc:sldMk cId="761110323" sldId="367"/>
            <ac:spMk id="2" creationId="{7466FB1F-0C9C-48C8-BC71-4AD81EDA0135}"/>
          </ac:spMkLst>
        </pc:spChg>
        <pc:spChg chg="del">
          <ac:chgData name="Ella Vetter" userId="c6918cf5-f6c0-43cc-8499-a1f635017de9" providerId="ADAL" clId="{E8CAE533-5900-48F1-9375-A0F1AFC6DE31}" dt="2020-09-16T16:02:51.457" v="1467" actId="478"/>
          <ac:spMkLst>
            <pc:docMk/>
            <pc:sldMk cId="761110323" sldId="367"/>
            <ac:spMk id="3" creationId="{10465C3C-9478-42B5-975E-2B116C6D73B3}"/>
          </ac:spMkLst>
        </pc:spChg>
        <pc:spChg chg="add mod">
          <ac:chgData name="Ella Vetter" userId="c6918cf5-f6c0-43cc-8499-a1f635017de9" providerId="ADAL" clId="{E8CAE533-5900-48F1-9375-A0F1AFC6DE31}" dt="2020-09-16T17:42:48.305" v="2003" actId="1035"/>
          <ac:spMkLst>
            <pc:docMk/>
            <pc:sldMk cId="761110323" sldId="367"/>
            <ac:spMk id="4" creationId="{63898B1F-9222-441C-BD20-FEA04488D03C}"/>
          </ac:spMkLst>
        </pc:spChg>
        <pc:picChg chg="add mod">
          <ac:chgData name="Ella Vetter" userId="c6918cf5-f6c0-43cc-8499-a1f635017de9" providerId="ADAL" clId="{E8CAE533-5900-48F1-9375-A0F1AFC6DE31}" dt="2020-09-16T16:04:29.559" v="1494" actId="1076"/>
          <ac:picMkLst>
            <pc:docMk/>
            <pc:sldMk cId="761110323" sldId="367"/>
            <ac:picMk id="6" creationId="{8C878D34-387C-42B0-8084-CBD6F7EDB34C}"/>
          </ac:picMkLst>
        </pc:picChg>
      </pc:sldChg>
      <pc:sldChg chg="addSp modSp new mod modNotesTx">
        <pc:chgData name="Ella Vetter" userId="c6918cf5-f6c0-43cc-8499-a1f635017de9" providerId="ADAL" clId="{E8CAE533-5900-48F1-9375-A0F1AFC6DE31}" dt="2020-09-16T17:49:23.028" v="2150" actId="208"/>
        <pc:sldMkLst>
          <pc:docMk/>
          <pc:sldMk cId="1336207614" sldId="368"/>
        </pc:sldMkLst>
        <pc:spChg chg="mod">
          <ac:chgData name="Ella Vetter" userId="c6918cf5-f6c0-43cc-8499-a1f635017de9" providerId="ADAL" clId="{E8CAE533-5900-48F1-9375-A0F1AFC6DE31}" dt="2020-09-16T16:04:36.505" v="1496"/>
          <ac:spMkLst>
            <pc:docMk/>
            <pc:sldMk cId="1336207614" sldId="368"/>
            <ac:spMk id="2" creationId="{CBC00CA2-84F0-4E5A-AFE5-8D8827F798C7}"/>
          </ac:spMkLst>
        </pc:spChg>
        <pc:spChg chg="mod">
          <ac:chgData name="Ella Vetter" userId="c6918cf5-f6c0-43cc-8499-a1f635017de9" providerId="ADAL" clId="{E8CAE533-5900-48F1-9375-A0F1AFC6DE31}" dt="2020-09-16T16:41:26.860" v="1924" actId="20577"/>
          <ac:spMkLst>
            <pc:docMk/>
            <pc:sldMk cId="1336207614" sldId="368"/>
            <ac:spMk id="3" creationId="{F90B97E0-829E-4982-A618-ED033F02687E}"/>
          </ac:spMkLst>
        </pc:spChg>
        <pc:picChg chg="add mod">
          <ac:chgData name="Ella Vetter" userId="c6918cf5-f6c0-43cc-8499-a1f635017de9" providerId="ADAL" clId="{E8CAE533-5900-48F1-9375-A0F1AFC6DE31}" dt="2020-09-16T17:49:23.028" v="2150" actId="208"/>
          <ac:picMkLst>
            <pc:docMk/>
            <pc:sldMk cId="1336207614" sldId="368"/>
            <ac:picMk id="5" creationId="{05C6D86A-C229-487C-964F-D23E943AD525}"/>
          </ac:picMkLst>
        </pc:picChg>
      </pc:sldChg>
      <pc:sldChg chg="addSp delSp modSp add mod modNotesTx">
        <pc:chgData name="Ella Vetter" userId="c6918cf5-f6c0-43cc-8499-a1f635017de9" providerId="ADAL" clId="{E8CAE533-5900-48F1-9375-A0F1AFC6DE31}" dt="2020-09-16T17:48:30.065" v="2145" actId="108"/>
        <pc:sldMkLst>
          <pc:docMk/>
          <pc:sldMk cId="2150884908" sldId="369"/>
        </pc:sldMkLst>
        <pc:spChg chg="del">
          <ac:chgData name="Ella Vetter" userId="c6918cf5-f6c0-43cc-8499-a1f635017de9" providerId="ADAL" clId="{E8CAE533-5900-48F1-9375-A0F1AFC6DE31}" dt="2020-09-16T16:39:19.262" v="1858" actId="478"/>
          <ac:spMkLst>
            <pc:docMk/>
            <pc:sldMk cId="2150884908" sldId="369"/>
            <ac:spMk id="3" creationId="{F90B97E0-829E-4982-A618-ED033F02687E}"/>
          </ac:spMkLst>
        </pc:spChg>
        <pc:spChg chg="add del mod">
          <ac:chgData name="Ella Vetter" userId="c6918cf5-f6c0-43cc-8499-a1f635017de9" providerId="ADAL" clId="{E8CAE533-5900-48F1-9375-A0F1AFC6DE31}" dt="2020-09-16T16:39:20.615" v="1860"/>
          <ac:spMkLst>
            <pc:docMk/>
            <pc:sldMk cId="2150884908" sldId="369"/>
            <ac:spMk id="4" creationId="{F452B51E-2E3C-409E-BFEB-F56C4BC4C352}"/>
          </ac:spMkLst>
        </pc:spChg>
        <pc:spChg chg="add mod">
          <ac:chgData name="Ella Vetter" userId="c6918cf5-f6c0-43cc-8499-a1f635017de9" providerId="ADAL" clId="{E8CAE533-5900-48F1-9375-A0F1AFC6DE31}" dt="2020-09-16T16:41:07.841" v="1915" actId="20577"/>
          <ac:spMkLst>
            <pc:docMk/>
            <pc:sldMk cId="2150884908" sldId="369"/>
            <ac:spMk id="7" creationId="{41711A73-D3A3-4695-BB4E-DBCEBDFB87F6}"/>
          </ac:spMkLst>
        </pc:spChg>
        <pc:graphicFrameChg chg="add mod modGraphic">
          <ac:chgData name="Ella Vetter" userId="c6918cf5-f6c0-43cc-8499-a1f635017de9" providerId="ADAL" clId="{E8CAE533-5900-48F1-9375-A0F1AFC6DE31}" dt="2020-09-16T17:48:30.065" v="2145" actId="108"/>
          <ac:graphicFrameMkLst>
            <pc:docMk/>
            <pc:sldMk cId="2150884908" sldId="369"/>
            <ac:graphicFrameMk id="6" creationId="{FD836CE0-63A6-43DF-9F00-8BFF2AB8A5A7}"/>
          </ac:graphicFrameMkLst>
        </pc:graphicFrameChg>
      </pc:sldChg>
      <pc:sldChg chg="addSp delSp modSp add mod">
        <pc:chgData name="Ella Vetter" userId="c6918cf5-f6c0-43cc-8499-a1f635017de9" providerId="ADAL" clId="{E8CAE533-5900-48F1-9375-A0F1AFC6DE31}" dt="2020-09-16T18:36:44.905" v="2872" actId="1076"/>
        <pc:sldMkLst>
          <pc:docMk/>
          <pc:sldMk cId="1780659734" sldId="370"/>
        </pc:sldMkLst>
        <pc:spChg chg="del">
          <ac:chgData name="Ella Vetter" userId="c6918cf5-f6c0-43cc-8499-a1f635017de9" providerId="ADAL" clId="{E8CAE533-5900-48F1-9375-A0F1AFC6DE31}" dt="2020-09-16T16:42:01.732" v="1928" actId="478"/>
          <ac:spMkLst>
            <pc:docMk/>
            <pc:sldMk cId="1780659734" sldId="370"/>
            <ac:spMk id="3" creationId="{F90B97E0-829E-4982-A618-ED033F02687E}"/>
          </ac:spMkLst>
        </pc:spChg>
        <pc:spChg chg="add mod">
          <ac:chgData name="Ella Vetter" userId="c6918cf5-f6c0-43cc-8499-a1f635017de9" providerId="ADAL" clId="{E8CAE533-5900-48F1-9375-A0F1AFC6DE31}" dt="2020-09-16T16:42:19.863" v="1947" actId="113"/>
          <ac:spMkLst>
            <pc:docMk/>
            <pc:sldMk cId="1780659734" sldId="370"/>
            <ac:spMk id="4" creationId="{3681721F-BC20-4B5D-9B15-7C50903BE682}"/>
          </ac:spMkLst>
        </pc:spChg>
        <pc:picChg chg="add mod">
          <ac:chgData name="Ella Vetter" userId="c6918cf5-f6c0-43cc-8499-a1f635017de9" providerId="ADAL" clId="{E8CAE533-5900-48F1-9375-A0F1AFC6DE31}" dt="2020-09-16T18:36:18.444" v="2870" actId="1076"/>
          <ac:picMkLst>
            <pc:docMk/>
            <pc:sldMk cId="1780659734" sldId="370"/>
            <ac:picMk id="6" creationId="{B32F10BA-275E-4B61-B15D-7C221EB43110}"/>
          </ac:picMkLst>
        </pc:picChg>
        <pc:picChg chg="add mod">
          <ac:chgData name="Ella Vetter" userId="c6918cf5-f6c0-43cc-8499-a1f635017de9" providerId="ADAL" clId="{E8CAE533-5900-48F1-9375-A0F1AFC6DE31}" dt="2020-09-16T18:36:44.905" v="2872" actId="1076"/>
          <ac:picMkLst>
            <pc:docMk/>
            <pc:sldMk cId="1780659734" sldId="370"/>
            <ac:picMk id="8" creationId="{B55AC654-0659-49D4-A9A8-A0CB2F0FF1FE}"/>
          </ac:picMkLst>
        </pc:picChg>
      </pc:sldChg>
      <pc:sldChg chg="add del">
        <pc:chgData name="Ella Vetter" userId="c6918cf5-f6c0-43cc-8499-a1f635017de9" providerId="ADAL" clId="{E8CAE533-5900-48F1-9375-A0F1AFC6DE31}" dt="2020-09-16T16:42:46.073" v="1952" actId="47"/>
        <pc:sldMkLst>
          <pc:docMk/>
          <pc:sldMk cId="758003449" sldId="371"/>
        </pc:sldMkLst>
      </pc:sldChg>
      <pc:sldChg chg="add del">
        <pc:chgData name="Ella Vetter" userId="c6918cf5-f6c0-43cc-8499-a1f635017de9" providerId="ADAL" clId="{E8CAE533-5900-48F1-9375-A0F1AFC6DE31}" dt="2020-09-16T16:42:46.459" v="1953" actId="47"/>
        <pc:sldMkLst>
          <pc:docMk/>
          <pc:sldMk cId="1552811755" sldId="372"/>
        </pc:sldMkLst>
      </pc:sldChg>
      <pc:sldChg chg="add del">
        <pc:chgData name="Ella Vetter" userId="c6918cf5-f6c0-43cc-8499-a1f635017de9" providerId="ADAL" clId="{E8CAE533-5900-48F1-9375-A0F1AFC6DE31}" dt="2020-09-16T16:42:46.890" v="1954" actId="47"/>
        <pc:sldMkLst>
          <pc:docMk/>
          <pc:sldMk cId="4012308329" sldId="373"/>
        </pc:sldMkLst>
      </pc:sldChg>
      <pc:sldChg chg="modSp add mod ord">
        <pc:chgData name="Ella Vetter" userId="c6918cf5-f6c0-43cc-8499-a1f635017de9" providerId="ADAL" clId="{E8CAE533-5900-48F1-9375-A0F1AFC6DE31}" dt="2020-09-16T18:08:12.264" v="2454" actId="2164"/>
        <pc:sldMkLst>
          <pc:docMk/>
          <pc:sldMk cId="1113797894" sldId="374"/>
        </pc:sldMkLst>
        <pc:spChg chg="mod">
          <ac:chgData name="Ella Vetter" userId="c6918cf5-f6c0-43cc-8499-a1f635017de9" providerId="ADAL" clId="{E8CAE533-5900-48F1-9375-A0F1AFC6DE31}" dt="2020-09-16T18:07:57.928" v="2451" actId="1076"/>
          <ac:spMkLst>
            <pc:docMk/>
            <pc:sldMk cId="1113797894" sldId="374"/>
            <ac:spMk id="7" creationId="{41711A73-D3A3-4695-BB4E-DBCEBDFB87F6}"/>
          </ac:spMkLst>
        </pc:spChg>
        <pc:graphicFrameChg chg="mod modGraphic">
          <ac:chgData name="Ella Vetter" userId="c6918cf5-f6c0-43cc-8499-a1f635017de9" providerId="ADAL" clId="{E8CAE533-5900-48F1-9375-A0F1AFC6DE31}" dt="2020-09-16T18:08:12.264" v="2454" actId="2164"/>
          <ac:graphicFrameMkLst>
            <pc:docMk/>
            <pc:sldMk cId="1113797894" sldId="374"/>
            <ac:graphicFrameMk id="6" creationId="{FD836CE0-63A6-43DF-9F00-8BFF2AB8A5A7}"/>
          </ac:graphicFrameMkLst>
        </pc:graphicFrameChg>
      </pc:sldChg>
      <pc:sldChg chg="addSp modSp add mod ord">
        <pc:chgData name="Ella Vetter" userId="c6918cf5-f6c0-43cc-8499-a1f635017de9" providerId="ADAL" clId="{E8CAE533-5900-48F1-9375-A0F1AFC6DE31}" dt="2020-09-16T18:42:09.154" v="2937" actId="1076"/>
        <pc:sldMkLst>
          <pc:docMk/>
          <pc:sldMk cId="3873869221" sldId="375"/>
        </pc:sldMkLst>
        <pc:spChg chg="mod">
          <ac:chgData name="Ella Vetter" userId="c6918cf5-f6c0-43cc-8499-a1f635017de9" providerId="ADAL" clId="{E8CAE533-5900-48F1-9375-A0F1AFC6DE31}" dt="2020-09-16T16:43:28.922" v="1981" actId="20577"/>
          <ac:spMkLst>
            <pc:docMk/>
            <pc:sldMk cId="3873869221" sldId="375"/>
            <ac:spMk id="4" creationId="{3681721F-BC20-4B5D-9B15-7C50903BE682}"/>
          </ac:spMkLst>
        </pc:spChg>
        <pc:picChg chg="add mod">
          <ac:chgData name="Ella Vetter" userId="c6918cf5-f6c0-43cc-8499-a1f635017de9" providerId="ADAL" clId="{E8CAE533-5900-48F1-9375-A0F1AFC6DE31}" dt="2020-09-16T18:41:48.023" v="2935" actId="14100"/>
          <ac:picMkLst>
            <pc:docMk/>
            <pc:sldMk cId="3873869221" sldId="375"/>
            <ac:picMk id="5" creationId="{C12C5B95-042C-42FD-8863-6B4DFAEF03B4}"/>
          </ac:picMkLst>
        </pc:picChg>
        <pc:picChg chg="add mod">
          <ac:chgData name="Ella Vetter" userId="c6918cf5-f6c0-43cc-8499-a1f635017de9" providerId="ADAL" clId="{E8CAE533-5900-48F1-9375-A0F1AFC6DE31}" dt="2020-09-16T18:42:09.154" v="2937" actId="1076"/>
          <ac:picMkLst>
            <pc:docMk/>
            <pc:sldMk cId="3873869221" sldId="375"/>
            <ac:picMk id="7" creationId="{CC62A0D6-EB6C-48A1-8D0B-EA620AF7A39D}"/>
          </ac:picMkLst>
        </pc:picChg>
      </pc:sldChg>
      <pc:sldChg chg="add del">
        <pc:chgData name="Ella Vetter" userId="c6918cf5-f6c0-43cc-8499-a1f635017de9" providerId="ADAL" clId="{E8CAE533-5900-48F1-9375-A0F1AFC6DE31}" dt="2020-09-16T16:42:52.984" v="1956" actId="47"/>
        <pc:sldMkLst>
          <pc:docMk/>
          <pc:sldMk cId="3881321785" sldId="375"/>
        </pc:sldMkLst>
      </pc:sldChg>
      <pc:sldChg chg="add del ord">
        <pc:chgData name="Ella Vetter" userId="c6918cf5-f6c0-43cc-8499-a1f635017de9" providerId="ADAL" clId="{E8CAE533-5900-48F1-9375-A0F1AFC6DE31}" dt="2020-09-16T16:43:14.682" v="1975" actId="47"/>
        <pc:sldMkLst>
          <pc:docMk/>
          <pc:sldMk cId="1894828138" sldId="376"/>
        </pc:sldMkLst>
      </pc:sldChg>
      <pc:sldChg chg="modSp add mod ord">
        <pc:chgData name="Ella Vetter" userId="c6918cf5-f6c0-43cc-8499-a1f635017de9" providerId="ADAL" clId="{E8CAE533-5900-48F1-9375-A0F1AFC6DE31}" dt="2020-09-16T19:40:04.451" v="3216" actId="1035"/>
        <pc:sldMkLst>
          <pc:docMk/>
          <pc:sldMk cId="3117034548" sldId="376"/>
        </pc:sldMkLst>
        <pc:spChg chg="mod">
          <ac:chgData name="Ella Vetter" userId="c6918cf5-f6c0-43cc-8499-a1f635017de9" providerId="ADAL" clId="{E8CAE533-5900-48F1-9375-A0F1AFC6DE31}" dt="2020-09-16T19:40:04.451" v="3216" actId="1035"/>
          <ac:spMkLst>
            <pc:docMk/>
            <pc:sldMk cId="3117034548" sldId="376"/>
            <ac:spMk id="7" creationId="{41711A73-D3A3-4695-BB4E-DBCEBDFB87F6}"/>
          </ac:spMkLst>
        </pc:spChg>
        <pc:graphicFrameChg chg="mod modGraphic">
          <ac:chgData name="Ella Vetter" userId="c6918cf5-f6c0-43cc-8499-a1f635017de9" providerId="ADAL" clId="{E8CAE533-5900-48F1-9375-A0F1AFC6DE31}" dt="2020-09-16T19:35:25.058" v="3149" actId="1076"/>
          <ac:graphicFrameMkLst>
            <pc:docMk/>
            <pc:sldMk cId="3117034548" sldId="376"/>
            <ac:graphicFrameMk id="6" creationId="{FD836CE0-63A6-43DF-9F00-8BFF2AB8A5A7}"/>
          </ac:graphicFrameMkLst>
        </pc:graphicFrameChg>
      </pc:sldChg>
      <pc:sldChg chg="addSp delSp modSp add mod ord">
        <pc:chgData name="Ella Vetter" userId="c6918cf5-f6c0-43cc-8499-a1f635017de9" providerId="ADAL" clId="{E8CAE533-5900-48F1-9375-A0F1AFC6DE31}" dt="2020-09-16T20:23:20.247" v="3279" actId="20577"/>
        <pc:sldMkLst>
          <pc:docMk/>
          <pc:sldMk cId="3207609551" sldId="377"/>
        </pc:sldMkLst>
        <pc:spChg chg="mod">
          <ac:chgData name="Ella Vetter" userId="c6918cf5-f6c0-43cc-8499-a1f635017de9" providerId="ADAL" clId="{E8CAE533-5900-48F1-9375-A0F1AFC6DE31}" dt="2020-09-16T20:23:20.247" v="3279" actId="20577"/>
          <ac:spMkLst>
            <pc:docMk/>
            <pc:sldMk cId="3207609551" sldId="377"/>
            <ac:spMk id="2" creationId="{DC1F2BA1-F687-44F6-8A6B-FDEE5E3CA2FA}"/>
          </ac:spMkLst>
        </pc:spChg>
        <pc:spChg chg="mod">
          <ac:chgData name="Ella Vetter" userId="c6918cf5-f6c0-43cc-8499-a1f635017de9" providerId="ADAL" clId="{E8CAE533-5900-48F1-9375-A0F1AFC6DE31}" dt="2020-09-16T16:44:48.833" v="1997" actId="20577"/>
          <ac:spMkLst>
            <pc:docMk/>
            <pc:sldMk cId="3207609551" sldId="377"/>
            <ac:spMk id="4" creationId="{D73DF70C-A971-4ABC-B0EC-BF457A93F4A7}"/>
          </ac:spMkLst>
        </pc:spChg>
        <pc:picChg chg="add mod">
          <ac:chgData name="Ella Vetter" userId="c6918cf5-f6c0-43cc-8499-a1f635017de9" providerId="ADAL" clId="{E8CAE533-5900-48F1-9375-A0F1AFC6DE31}" dt="2020-09-16T16:44:37.343" v="1990" actId="14100"/>
          <ac:picMkLst>
            <pc:docMk/>
            <pc:sldMk cId="3207609551" sldId="377"/>
            <ac:picMk id="5" creationId="{EE6972F7-BDCC-46B5-AF32-6D78EF719D2C}"/>
          </ac:picMkLst>
        </pc:picChg>
        <pc:picChg chg="del">
          <ac:chgData name="Ella Vetter" userId="c6918cf5-f6c0-43cc-8499-a1f635017de9" providerId="ADAL" clId="{E8CAE533-5900-48F1-9375-A0F1AFC6DE31}" dt="2020-09-16T16:44:07.171" v="1987" actId="478"/>
          <ac:picMkLst>
            <pc:docMk/>
            <pc:sldMk cId="3207609551" sldId="377"/>
            <ac:picMk id="6" creationId="{5697C4D1-F69F-4150-BFE5-F23C2BF4B75C}"/>
          </ac:picMkLst>
        </pc:picChg>
        <pc:picChg chg="del">
          <ac:chgData name="Ella Vetter" userId="c6918cf5-f6c0-43cc-8499-a1f635017de9" providerId="ADAL" clId="{E8CAE533-5900-48F1-9375-A0F1AFC6DE31}" dt="2020-09-16T16:44:42.610" v="1992" actId="478"/>
          <ac:picMkLst>
            <pc:docMk/>
            <pc:sldMk cId="3207609551" sldId="377"/>
            <ac:picMk id="8" creationId="{15B0F498-27CC-407D-9E71-F1390FD6D500}"/>
          </ac:picMkLst>
        </pc:picChg>
        <pc:picChg chg="add mod">
          <ac:chgData name="Ella Vetter" userId="c6918cf5-f6c0-43cc-8499-a1f635017de9" providerId="ADAL" clId="{E8CAE533-5900-48F1-9375-A0F1AFC6DE31}" dt="2020-09-16T16:45:20.867" v="2000" actId="14100"/>
          <ac:picMkLst>
            <pc:docMk/>
            <pc:sldMk cId="3207609551" sldId="377"/>
            <ac:picMk id="9" creationId="{0C3D1E0C-45C3-4976-A15D-48F38E448297}"/>
          </ac:picMkLst>
        </pc:picChg>
      </pc:sldChg>
      <pc:sldChg chg="addSp delSp modSp add mod">
        <pc:chgData name="Ella Vetter" userId="c6918cf5-f6c0-43cc-8499-a1f635017de9" providerId="ADAL" clId="{E8CAE533-5900-48F1-9375-A0F1AFC6DE31}" dt="2020-09-16T18:18:17.926" v="2697" actId="1076"/>
        <pc:sldMkLst>
          <pc:docMk/>
          <pc:sldMk cId="2744915173" sldId="378"/>
        </pc:sldMkLst>
        <pc:graphicFrameChg chg="add del">
          <ac:chgData name="Ella Vetter" userId="c6918cf5-f6c0-43cc-8499-a1f635017de9" providerId="ADAL" clId="{E8CAE533-5900-48F1-9375-A0F1AFC6DE31}" dt="2020-09-16T18:16:02.478" v="2661"/>
          <ac:graphicFrameMkLst>
            <pc:docMk/>
            <pc:sldMk cId="2744915173" sldId="378"/>
            <ac:graphicFrameMk id="3" creationId="{C198C9A5-C914-4431-9985-D1326742DCAC}"/>
          </ac:graphicFrameMkLst>
        </pc:graphicFrameChg>
        <pc:graphicFrameChg chg="mod modGraphic">
          <ac:chgData name="Ella Vetter" userId="c6918cf5-f6c0-43cc-8499-a1f635017de9" providerId="ADAL" clId="{E8CAE533-5900-48F1-9375-A0F1AFC6DE31}" dt="2020-09-16T18:18:17.926" v="2697" actId="1076"/>
          <ac:graphicFrameMkLst>
            <pc:docMk/>
            <pc:sldMk cId="2744915173" sldId="378"/>
            <ac:graphicFrameMk id="6" creationId="{FD836CE0-63A6-43DF-9F00-8BFF2AB8A5A7}"/>
          </ac:graphicFrameMkLst>
        </pc:graphicFrameChg>
      </pc:sldChg>
      <pc:sldChg chg="add del">
        <pc:chgData name="Ella Vetter" userId="c6918cf5-f6c0-43cc-8499-a1f635017de9" providerId="ADAL" clId="{E8CAE533-5900-48F1-9375-A0F1AFC6DE31}" dt="2020-09-16T18:08:37.432" v="2462"/>
        <pc:sldMkLst>
          <pc:docMk/>
          <pc:sldMk cId="2454877183" sldId="379"/>
        </pc:sldMkLst>
      </pc:sldChg>
      <pc:sldChg chg="modSp add mod">
        <pc:chgData name="Ella Vetter" userId="c6918cf5-f6c0-43cc-8499-a1f635017de9" providerId="ADAL" clId="{E8CAE533-5900-48F1-9375-A0F1AFC6DE31}" dt="2020-09-16T18:27:32.375" v="2766" actId="2164"/>
        <pc:sldMkLst>
          <pc:docMk/>
          <pc:sldMk cId="4141574913" sldId="379"/>
        </pc:sldMkLst>
        <pc:graphicFrameChg chg="mod modGraphic">
          <ac:chgData name="Ella Vetter" userId="c6918cf5-f6c0-43cc-8499-a1f635017de9" providerId="ADAL" clId="{E8CAE533-5900-48F1-9375-A0F1AFC6DE31}" dt="2020-09-16T18:27:32.375" v="2766" actId="2164"/>
          <ac:graphicFrameMkLst>
            <pc:docMk/>
            <pc:sldMk cId="4141574913" sldId="379"/>
            <ac:graphicFrameMk id="6" creationId="{FD836CE0-63A6-43DF-9F00-8BFF2AB8A5A7}"/>
          </ac:graphicFrameMkLst>
        </pc:graphicFrameChg>
      </pc:sldChg>
      <pc:sldChg chg="modSp add mod">
        <pc:chgData name="Ella Vetter" userId="c6918cf5-f6c0-43cc-8499-a1f635017de9" providerId="ADAL" clId="{E8CAE533-5900-48F1-9375-A0F1AFC6DE31}" dt="2020-09-16T18:35:43.579" v="2866" actId="2164"/>
        <pc:sldMkLst>
          <pc:docMk/>
          <pc:sldMk cId="1292852785" sldId="380"/>
        </pc:sldMkLst>
        <pc:graphicFrameChg chg="mod modGraphic">
          <ac:chgData name="Ella Vetter" userId="c6918cf5-f6c0-43cc-8499-a1f635017de9" providerId="ADAL" clId="{E8CAE533-5900-48F1-9375-A0F1AFC6DE31}" dt="2020-09-16T18:35:43.579" v="2866" actId="2164"/>
          <ac:graphicFrameMkLst>
            <pc:docMk/>
            <pc:sldMk cId="1292852785" sldId="380"/>
            <ac:graphicFrameMk id="6" creationId="{FD836CE0-63A6-43DF-9F00-8BFF2AB8A5A7}"/>
          </ac:graphicFrameMkLst>
        </pc:graphicFrameChg>
      </pc:sldChg>
      <pc:sldChg chg="modSp add mod">
        <pc:chgData name="Ella Vetter" userId="c6918cf5-f6c0-43cc-8499-a1f635017de9" providerId="ADAL" clId="{E8CAE533-5900-48F1-9375-A0F1AFC6DE31}" dt="2020-09-16T18:35:48.209" v="2867" actId="2164"/>
        <pc:sldMkLst>
          <pc:docMk/>
          <pc:sldMk cId="3591556102" sldId="381"/>
        </pc:sldMkLst>
        <pc:graphicFrameChg chg="modGraphic">
          <ac:chgData name="Ella Vetter" userId="c6918cf5-f6c0-43cc-8499-a1f635017de9" providerId="ADAL" clId="{E8CAE533-5900-48F1-9375-A0F1AFC6DE31}" dt="2020-09-16T18:35:48.209" v="2867" actId="2164"/>
          <ac:graphicFrameMkLst>
            <pc:docMk/>
            <pc:sldMk cId="3591556102" sldId="381"/>
            <ac:graphicFrameMk id="6" creationId="{FD836CE0-63A6-43DF-9F00-8BFF2AB8A5A7}"/>
          </ac:graphicFrameMkLst>
        </pc:graphicFrameChg>
      </pc:sldChg>
      <pc:sldChg chg="modSp add mod">
        <pc:chgData name="Ella Vetter" userId="c6918cf5-f6c0-43cc-8499-a1f635017de9" providerId="ADAL" clId="{E8CAE533-5900-48F1-9375-A0F1AFC6DE31}" dt="2020-09-16T19:40:08.731" v="3221" actId="1036"/>
        <pc:sldMkLst>
          <pc:docMk/>
          <pc:sldMk cId="1457977687" sldId="382"/>
        </pc:sldMkLst>
        <pc:spChg chg="mod">
          <ac:chgData name="Ella Vetter" userId="c6918cf5-f6c0-43cc-8499-a1f635017de9" providerId="ADAL" clId="{E8CAE533-5900-48F1-9375-A0F1AFC6DE31}" dt="2020-09-16T19:40:08.731" v="3221" actId="1036"/>
          <ac:spMkLst>
            <pc:docMk/>
            <pc:sldMk cId="1457977687" sldId="382"/>
            <ac:spMk id="7" creationId="{41711A73-D3A3-4695-BB4E-DBCEBDFB87F6}"/>
          </ac:spMkLst>
        </pc:spChg>
        <pc:graphicFrameChg chg="mod modGraphic">
          <ac:chgData name="Ella Vetter" userId="c6918cf5-f6c0-43cc-8499-a1f635017de9" providerId="ADAL" clId="{E8CAE533-5900-48F1-9375-A0F1AFC6DE31}" dt="2020-09-16T19:39:48.157" v="3201" actId="1035"/>
          <ac:graphicFrameMkLst>
            <pc:docMk/>
            <pc:sldMk cId="1457977687" sldId="382"/>
            <ac:graphicFrameMk id="6" creationId="{FD836CE0-63A6-43DF-9F00-8BFF2AB8A5A7}"/>
          </ac:graphicFrameMkLst>
        </pc:graphicFrameChg>
      </pc:sldChg>
      <pc:sldChg chg="modSp add mod ord">
        <pc:chgData name="Ella Vetter" userId="c6918cf5-f6c0-43cc-8499-a1f635017de9" providerId="ADAL" clId="{E8CAE533-5900-48F1-9375-A0F1AFC6DE31}" dt="2020-09-16T19:40:12.223" v="3224" actId="1035"/>
        <pc:sldMkLst>
          <pc:docMk/>
          <pc:sldMk cId="2738995133" sldId="383"/>
        </pc:sldMkLst>
        <pc:spChg chg="mod">
          <ac:chgData name="Ella Vetter" userId="c6918cf5-f6c0-43cc-8499-a1f635017de9" providerId="ADAL" clId="{E8CAE533-5900-48F1-9375-A0F1AFC6DE31}" dt="2020-09-16T19:40:12.223" v="3224" actId="1035"/>
          <ac:spMkLst>
            <pc:docMk/>
            <pc:sldMk cId="2738995133" sldId="383"/>
            <ac:spMk id="7" creationId="{41711A73-D3A3-4695-BB4E-DBCEBDFB87F6}"/>
          </ac:spMkLst>
        </pc:spChg>
        <pc:graphicFrameChg chg="mod modGraphic">
          <ac:chgData name="Ella Vetter" userId="c6918cf5-f6c0-43cc-8499-a1f635017de9" providerId="ADAL" clId="{E8CAE533-5900-48F1-9375-A0F1AFC6DE31}" dt="2020-09-16T19:39:57.204" v="3207" actId="1076"/>
          <ac:graphicFrameMkLst>
            <pc:docMk/>
            <pc:sldMk cId="2738995133" sldId="383"/>
            <ac:graphicFrameMk id="6" creationId="{FD836CE0-63A6-43DF-9F00-8BFF2AB8A5A7}"/>
          </ac:graphicFrameMkLst>
        </pc:graphicFrameChg>
      </pc:sldChg>
    </pc:docChg>
  </pc:docChgLst>
  <pc:docChgLst>
    <pc:chgData name="Ella Vetter" userId="c6918cf5-f6c0-43cc-8499-a1f635017de9" providerId="ADAL" clId="{91FE276C-407B-4F83-BDB7-42FEB3DE1FC4}"/>
    <pc:docChg chg="undo redo custSel modSld">
      <pc:chgData name="Ella Vetter" userId="c6918cf5-f6c0-43cc-8499-a1f635017de9" providerId="ADAL" clId="{91FE276C-407B-4F83-BDB7-42FEB3DE1FC4}" dt="2020-10-09T17:28:51.149" v="68" actId="20577"/>
      <pc:docMkLst>
        <pc:docMk/>
      </pc:docMkLst>
      <pc:sldChg chg="modSp mod">
        <pc:chgData name="Ella Vetter" userId="c6918cf5-f6c0-43cc-8499-a1f635017de9" providerId="ADAL" clId="{91FE276C-407B-4F83-BDB7-42FEB3DE1FC4}" dt="2020-10-09T14:07:44.963" v="2" actId="14100"/>
        <pc:sldMkLst>
          <pc:docMk/>
          <pc:sldMk cId="1993397138" sldId="286"/>
        </pc:sldMkLst>
        <pc:spChg chg="mod">
          <ac:chgData name="Ella Vetter" userId="c6918cf5-f6c0-43cc-8499-a1f635017de9" providerId="ADAL" clId="{91FE276C-407B-4F83-BDB7-42FEB3DE1FC4}" dt="2020-10-09T14:07:44.963" v="2" actId="14100"/>
          <ac:spMkLst>
            <pc:docMk/>
            <pc:sldMk cId="1993397138" sldId="286"/>
            <ac:spMk id="3" creationId="{37B56F8A-6BEF-459C-AFA4-6D790D24F1CB}"/>
          </ac:spMkLst>
        </pc:spChg>
      </pc:sldChg>
      <pc:sldChg chg="modSp mod">
        <pc:chgData name="Ella Vetter" userId="c6918cf5-f6c0-43cc-8499-a1f635017de9" providerId="ADAL" clId="{91FE276C-407B-4F83-BDB7-42FEB3DE1FC4}" dt="2020-10-09T17:26:41.794" v="65" actId="20577"/>
        <pc:sldMkLst>
          <pc:docMk/>
          <pc:sldMk cId="2949972059" sldId="332"/>
        </pc:sldMkLst>
        <pc:spChg chg="mod">
          <ac:chgData name="Ella Vetter" userId="c6918cf5-f6c0-43cc-8499-a1f635017de9" providerId="ADAL" clId="{91FE276C-407B-4F83-BDB7-42FEB3DE1FC4}" dt="2020-10-09T17:26:41.794" v="65" actId="20577"/>
          <ac:spMkLst>
            <pc:docMk/>
            <pc:sldMk cId="2949972059" sldId="332"/>
            <ac:spMk id="3" creationId="{7E54F556-4D48-4B26-B56B-14903DBF0227}"/>
          </ac:spMkLst>
        </pc:spChg>
      </pc:sldChg>
      <pc:sldChg chg="modSp mod">
        <pc:chgData name="Ella Vetter" userId="c6918cf5-f6c0-43cc-8499-a1f635017de9" providerId="ADAL" clId="{91FE276C-407B-4F83-BDB7-42FEB3DE1FC4}" dt="2020-10-09T17:26:31.492" v="60" actId="20577"/>
        <pc:sldMkLst>
          <pc:docMk/>
          <pc:sldMk cId="110084408" sldId="357"/>
        </pc:sldMkLst>
        <pc:spChg chg="mod">
          <ac:chgData name="Ella Vetter" userId="c6918cf5-f6c0-43cc-8499-a1f635017de9" providerId="ADAL" clId="{91FE276C-407B-4F83-BDB7-42FEB3DE1FC4}" dt="2020-10-09T17:26:31.492" v="60" actId="20577"/>
          <ac:spMkLst>
            <pc:docMk/>
            <pc:sldMk cId="110084408" sldId="357"/>
            <ac:spMk id="4" creationId="{E0C5F203-6934-4EFB-90B8-43BB503E1648}"/>
          </ac:spMkLst>
        </pc:spChg>
      </pc:sldChg>
      <pc:sldChg chg="modSp mod">
        <pc:chgData name="Ella Vetter" userId="c6918cf5-f6c0-43cc-8499-a1f635017de9" providerId="ADAL" clId="{91FE276C-407B-4F83-BDB7-42FEB3DE1FC4}" dt="2020-10-09T14:41:57" v="32" actId="20577"/>
        <pc:sldMkLst>
          <pc:docMk/>
          <pc:sldMk cId="1369638370" sldId="358"/>
        </pc:sldMkLst>
        <pc:spChg chg="mod">
          <ac:chgData name="Ella Vetter" userId="c6918cf5-f6c0-43cc-8499-a1f635017de9" providerId="ADAL" clId="{91FE276C-407B-4F83-BDB7-42FEB3DE1FC4}" dt="2020-10-09T14:41:57" v="32" actId="20577"/>
          <ac:spMkLst>
            <pc:docMk/>
            <pc:sldMk cId="1369638370" sldId="358"/>
            <ac:spMk id="4" creationId="{1EB0B600-E5A4-45A9-AED7-ACB9F2BBB11D}"/>
          </ac:spMkLst>
        </pc:spChg>
      </pc:sldChg>
      <pc:sldChg chg="modSp mod">
        <pc:chgData name="Ella Vetter" userId="c6918cf5-f6c0-43cc-8499-a1f635017de9" providerId="ADAL" clId="{91FE276C-407B-4F83-BDB7-42FEB3DE1FC4}" dt="2020-10-09T17:27:21.432" v="66" actId="20577"/>
        <pc:sldMkLst>
          <pc:docMk/>
          <pc:sldMk cId="3018599899" sldId="365"/>
        </pc:sldMkLst>
        <pc:spChg chg="mod">
          <ac:chgData name="Ella Vetter" userId="c6918cf5-f6c0-43cc-8499-a1f635017de9" providerId="ADAL" clId="{91FE276C-407B-4F83-BDB7-42FEB3DE1FC4}" dt="2020-10-09T17:27:21.432" v="66" actId="20577"/>
          <ac:spMkLst>
            <pc:docMk/>
            <pc:sldMk cId="3018599899" sldId="365"/>
            <ac:spMk id="4" creationId="{135412F4-4223-4159-964F-F2E724B1E621}"/>
          </ac:spMkLst>
        </pc:spChg>
      </pc:sldChg>
      <pc:sldChg chg="modSp mod">
        <pc:chgData name="Ella Vetter" userId="c6918cf5-f6c0-43cc-8499-a1f635017de9" providerId="ADAL" clId="{91FE276C-407B-4F83-BDB7-42FEB3DE1FC4}" dt="2020-10-09T17:27:33.650" v="67" actId="20577"/>
        <pc:sldMkLst>
          <pc:docMk/>
          <pc:sldMk cId="2456304505" sldId="366"/>
        </pc:sldMkLst>
        <pc:spChg chg="mod">
          <ac:chgData name="Ella Vetter" userId="c6918cf5-f6c0-43cc-8499-a1f635017de9" providerId="ADAL" clId="{91FE276C-407B-4F83-BDB7-42FEB3DE1FC4}" dt="2020-10-09T17:27:33.650" v="67" actId="20577"/>
          <ac:spMkLst>
            <pc:docMk/>
            <pc:sldMk cId="2456304505" sldId="366"/>
            <ac:spMk id="3" creationId="{D5D596DB-88FA-4D57-8277-AAE265DF59AB}"/>
          </ac:spMkLst>
        </pc:spChg>
      </pc:sldChg>
      <pc:sldChg chg="modSp mod">
        <pc:chgData name="Ella Vetter" userId="c6918cf5-f6c0-43cc-8499-a1f635017de9" providerId="ADAL" clId="{91FE276C-407B-4F83-BDB7-42FEB3DE1FC4}" dt="2020-10-09T17:28:51.149" v="68" actId="20577"/>
        <pc:sldMkLst>
          <pc:docMk/>
          <pc:sldMk cId="3845638730" sldId="382"/>
        </pc:sldMkLst>
        <pc:spChg chg="mod">
          <ac:chgData name="Ella Vetter" userId="c6918cf5-f6c0-43cc-8499-a1f635017de9" providerId="ADAL" clId="{91FE276C-407B-4F83-BDB7-42FEB3DE1FC4}" dt="2020-10-09T17:28:51.149" v="68" actId="20577"/>
          <ac:spMkLst>
            <pc:docMk/>
            <pc:sldMk cId="3845638730" sldId="382"/>
            <ac:spMk id="4" creationId="{A69AB5AA-43C0-4E25-ACCA-532060E3A4C0}"/>
          </ac:spMkLst>
        </pc:spChg>
      </pc:sldChg>
      <pc:sldChg chg="modSp mod">
        <pc:chgData name="Ella Vetter" userId="c6918cf5-f6c0-43cc-8499-a1f635017de9" providerId="ADAL" clId="{91FE276C-407B-4F83-BDB7-42FEB3DE1FC4}" dt="2020-10-09T16:58:00.571" v="50" actId="20577"/>
        <pc:sldMkLst>
          <pc:docMk/>
          <pc:sldMk cId="41744175" sldId="390"/>
        </pc:sldMkLst>
        <pc:spChg chg="mod">
          <ac:chgData name="Ella Vetter" userId="c6918cf5-f6c0-43cc-8499-a1f635017de9" providerId="ADAL" clId="{91FE276C-407B-4F83-BDB7-42FEB3DE1FC4}" dt="2020-10-09T16:58:00.571" v="50" actId="20577"/>
          <ac:spMkLst>
            <pc:docMk/>
            <pc:sldMk cId="41744175" sldId="390"/>
            <ac:spMk id="3" creationId="{FBB294F5-79F2-4460-AD2D-0457A7042C4D}"/>
          </ac:spMkLst>
        </pc:spChg>
      </pc:sldChg>
      <pc:sldChg chg="modSp mod">
        <pc:chgData name="Ella Vetter" userId="c6918cf5-f6c0-43cc-8499-a1f635017de9" providerId="ADAL" clId="{91FE276C-407B-4F83-BDB7-42FEB3DE1FC4}" dt="2020-10-09T14:17:52.036" v="5" actId="20577"/>
        <pc:sldMkLst>
          <pc:docMk/>
          <pc:sldMk cId="3645563717" sldId="392"/>
        </pc:sldMkLst>
        <pc:spChg chg="mod">
          <ac:chgData name="Ella Vetter" userId="c6918cf5-f6c0-43cc-8499-a1f635017de9" providerId="ADAL" clId="{91FE276C-407B-4F83-BDB7-42FEB3DE1FC4}" dt="2020-10-09T14:17:52.036" v="5" actId="20577"/>
          <ac:spMkLst>
            <pc:docMk/>
            <pc:sldMk cId="3645563717" sldId="392"/>
            <ac:spMk id="4" creationId="{47F79E1B-9C25-4D33-A82B-9F37A56A6237}"/>
          </ac:spMkLst>
        </pc:spChg>
      </pc:sldChg>
      <pc:sldChg chg="modSp mod">
        <pc:chgData name="Ella Vetter" userId="c6918cf5-f6c0-43cc-8499-a1f635017de9" providerId="ADAL" clId="{91FE276C-407B-4F83-BDB7-42FEB3DE1FC4}" dt="2020-10-09T16:58:45.929" v="51" actId="20577"/>
        <pc:sldMkLst>
          <pc:docMk/>
          <pc:sldMk cId="37957990" sldId="393"/>
        </pc:sldMkLst>
        <pc:spChg chg="mod">
          <ac:chgData name="Ella Vetter" userId="c6918cf5-f6c0-43cc-8499-a1f635017de9" providerId="ADAL" clId="{91FE276C-407B-4F83-BDB7-42FEB3DE1FC4}" dt="2020-10-09T16:58:45.929" v="51" actId="20577"/>
          <ac:spMkLst>
            <pc:docMk/>
            <pc:sldMk cId="37957990" sldId="393"/>
            <ac:spMk id="4" creationId="{C01F08F8-4D9C-403F-AD2A-FCCB5C0C2D71}"/>
          </ac:spMkLst>
        </pc:spChg>
      </pc:sldChg>
      <pc:sldChg chg="modSp mod">
        <pc:chgData name="Ella Vetter" userId="c6918cf5-f6c0-43cc-8499-a1f635017de9" providerId="ADAL" clId="{91FE276C-407B-4F83-BDB7-42FEB3DE1FC4}" dt="2020-10-09T14:18:01.819" v="12" actId="20577"/>
        <pc:sldMkLst>
          <pc:docMk/>
          <pc:sldMk cId="1394911306" sldId="394"/>
        </pc:sldMkLst>
        <pc:spChg chg="mod">
          <ac:chgData name="Ella Vetter" userId="c6918cf5-f6c0-43cc-8499-a1f635017de9" providerId="ADAL" clId="{91FE276C-407B-4F83-BDB7-42FEB3DE1FC4}" dt="2020-10-09T14:18:01.819" v="12" actId="20577"/>
          <ac:spMkLst>
            <pc:docMk/>
            <pc:sldMk cId="1394911306" sldId="394"/>
            <ac:spMk id="4" creationId="{826CE4EF-4E05-4ECB-8775-0DF2F217C37B}"/>
          </ac:spMkLst>
        </pc:spChg>
      </pc:sldChg>
      <pc:sldChg chg="modSp mod">
        <pc:chgData name="Ella Vetter" userId="c6918cf5-f6c0-43cc-8499-a1f635017de9" providerId="ADAL" clId="{91FE276C-407B-4F83-BDB7-42FEB3DE1FC4}" dt="2020-10-09T14:18:07.058" v="14" actId="20577"/>
        <pc:sldMkLst>
          <pc:docMk/>
          <pc:sldMk cId="1318642779" sldId="395"/>
        </pc:sldMkLst>
        <pc:spChg chg="mod">
          <ac:chgData name="Ella Vetter" userId="c6918cf5-f6c0-43cc-8499-a1f635017de9" providerId="ADAL" clId="{91FE276C-407B-4F83-BDB7-42FEB3DE1FC4}" dt="2020-10-09T14:18:07.058" v="14" actId="20577"/>
          <ac:spMkLst>
            <pc:docMk/>
            <pc:sldMk cId="1318642779" sldId="395"/>
            <ac:spMk id="4" creationId="{AE16E9BB-3B53-40E8-B24F-00E07C9AC609}"/>
          </ac:spMkLst>
        </pc:spChg>
      </pc:sldChg>
      <pc:sldChg chg="modSp mod">
        <pc:chgData name="Ella Vetter" userId="c6918cf5-f6c0-43cc-8499-a1f635017de9" providerId="ADAL" clId="{91FE276C-407B-4F83-BDB7-42FEB3DE1FC4}" dt="2020-10-09T14:18:10.389" v="15" actId="20577"/>
        <pc:sldMkLst>
          <pc:docMk/>
          <pc:sldMk cId="404388484" sldId="396"/>
        </pc:sldMkLst>
        <pc:spChg chg="mod">
          <ac:chgData name="Ella Vetter" userId="c6918cf5-f6c0-43cc-8499-a1f635017de9" providerId="ADAL" clId="{91FE276C-407B-4F83-BDB7-42FEB3DE1FC4}" dt="2020-10-09T14:18:10.389" v="15" actId="20577"/>
          <ac:spMkLst>
            <pc:docMk/>
            <pc:sldMk cId="404388484" sldId="396"/>
            <ac:spMk id="4" creationId="{F3F5C409-A4E0-4D24-9F5C-469E6EB8B1E9}"/>
          </ac:spMkLst>
        </pc:spChg>
      </pc:sldChg>
      <pc:sldChg chg="modSp mod">
        <pc:chgData name="Ella Vetter" userId="c6918cf5-f6c0-43cc-8499-a1f635017de9" providerId="ADAL" clId="{91FE276C-407B-4F83-BDB7-42FEB3DE1FC4}" dt="2020-10-09T14:18:04.345" v="13" actId="20577"/>
        <pc:sldMkLst>
          <pc:docMk/>
          <pc:sldMk cId="3906019701" sldId="397"/>
        </pc:sldMkLst>
        <pc:spChg chg="mod">
          <ac:chgData name="Ella Vetter" userId="c6918cf5-f6c0-43cc-8499-a1f635017de9" providerId="ADAL" clId="{91FE276C-407B-4F83-BDB7-42FEB3DE1FC4}" dt="2020-10-09T14:18:04.345" v="13" actId="20577"/>
          <ac:spMkLst>
            <pc:docMk/>
            <pc:sldMk cId="3906019701" sldId="397"/>
            <ac:spMk id="4" creationId="{826CE4EF-4E05-4ECB-8775-0DF2F217C37B}"/>
          </ac:spMkLst>
        </pc:spChg>
      </pc:sldChg>
      <pc:sldChg chg="modSp mod">
        <pc:chgData name="Ella Vetter" userId="c6918cf5-f6c0-43cc-8499-a1f635017de9" providerId="ADAL" clId="{91FE276C-407B-4F83-BDB7-42FEB3DE1FC4}" dt="2020-10-09T14:18:13.094" v="16" actId="20577"/>
        <pc:sldMkLst>
          <pc:docMk/>
          <pc:sldMk cId="1455314679" sldId="398"/>
        </pc:sldMkLst>
        <pc:spChg chg="mod">
          <ac:chgData name="Ella Vetter" userId="c6918cf5-f6c0-43cc-8499-a1f635017de9" providerId="ADAL" clId="{91FE276C-407B-4F83-BDB7-42FEB3DE1FC4}" dt="2020-10-09T14:18:13.094" v="16" actId="20577"/>
          <ac:spMkLst>
            <pc:docMk/>
            <pc:sldMk cId="1455314679" sldId="398"/>
            <ac:spMk id="5" creationId="{F5D80B86-E7C7-44EA-A553-29A1D98F46F3}"/>
          </ac:spMkLst>
        </pc:spChg>
      </pc:sldChg>
      <pc:sldChg chg="modSp mod">
        <pc:chgData name="Ella Vetter" userId="c6918cf5-f6c0-43cc-8499-a1f635017de9" providerId="ADAL" clId="{91FE276C-407B-4F83-BDB7-42FEB3DE1FC4}" dt="2020-10-09T14:18:15.802" v="17" actId="20577"/>
        <pc:sldMkLst>
          <pc:docMk/>
          <pc:sldMk cId="1893464992" sldId="399"/>
        </pc:sldMkLst>
        <pc:spChg chg="mod">
          <ac:chgData name="Ella Vetter" userId="c6918cf5-f6c0-43cc-8499-a1f635017de9" providerId="ADAL" clId="{91FE276C-407B-4F83-BDB7-42FEB3DE1FC4}" dt="2020-10-09T14:18:15.802" v="17" actId="20577"/>
          <ac:spMkLst>
            <pc:docMk/>
            <pc:sldMk cId="1893464992" sldId="399"/>
            <ac:spMk id="5" creationId="{4ED336DA-AF05-4D3A-A800-A9344F84059D}"/>
          </ac:spMkLst>
        </pc:spChg>
      </pc:sldChg>
      <pc:sldChg chg="modSp mod">
        <pc:chgData name="Ella Vetter" userId="c6918cf5-f6c0-43cc-8499-a1f635017de9" providerId="ADAL" clId="{91FE276C-407B-4F83-BDB7-42FEB3DE1FC4}" dt="2020-10-09T14:18:23.943" v="20" actId="20577"/>
        <pc:sldMkLst>
          <pc:docMk/>
          <pc:sldMk cId="2679345019" sldId="400"/>
        </pc:sldMkLst>
        <pc:spChg chg="mod">
          <ac:chgData name="Ella Vetter" userId="c6918cf5-f6c0-43cc-8499-a1f635017de9" providerId="ADAL" clId="{91FE276C-407B-4F83-BDB7-42FEB3DE1FC4}" dt="2020-10-09T14:18:23.943" v="20" actId="20577"/>
          <ac:spMkLst>
            <pc:docMk/>
            <pc:sldMk cId="2679345019" sldId="400"/>
            <ac:spMk id="4" creationId="{DE139EEF-415C-4428-8AD7-362AFBBD561F}"/>
          </ac:spMkLst>
        </pc:spChg>
      </pc:sldChg>
      <pc:sldChg chg="modSp mod">
        <pc:chgData name="Ella Vetter" userId="c6918cf5-f6c0-43cc-8499-a1f635017de9" providerId="ADAL" clId="{91FE276C-407B-4F83-BDB7-42FEB3DE1FC4}" dt="2020-10-09T14:18:29.254" v="24" actId="20577"/>
        <pc:sldMkLst>
          <pc:docMk/>
          <pc:sldMk cId="1459112264" sldId="401"/>
        </pc:sldMkLst>
        <pc:spChg chg="mod">
          <ac:chgData name="Ella Vetter" userId="c6918cf5-f6c0-43cc-8499-a1f635017de9" providerId="ADAL" clId="{91FE276C-407B-4F83-BDB7-42FEB3DE1FC4}" dt="2020-10-09T14:18:29.254" v="24" actId="20577"/>
          <ac:spMkLst>
            <pc:docMk/>
            <pc:sldMk cId="1459112264" sldId="401"/>
            <ac:spMk id="4" creationId="{B370D963-B9D3-4DB3-8158-41D68314244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10/22/2020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2020-10-22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a:t>
            </a:fld>
            <a:endParaRPr lang="en-CA"/>
          </a:p>
        </p:txBody>
      </p:sp>
    </p:spTree>
    <p:extLst>
      <p:ext uri="{BB962C8B-B14F-4D97-AF65-F5344CB8AC3E}">
        <p14:creationId xmlns:p14="http://schemas.microsoft.com/office/powerpoint/2010/main" val="3496648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a:t>
            </a:fld>
            <a:endParaRPr lang="en-CA"/>
          </a:p>
        </p:txBody>
      </p:sp>
    </p:spTree>
    <p:extLst>
      <p:ext uri="{BB962C8B-B14F-4D97-AF65-F5344CB8AC3E}">
        <p14:creationId xmlns:p14="http://schemas.microsoft.com/office/powerpoint/2010/main" val="2824162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a:t>
            </a:fld>
            <a:endParaRPr lang="en-CA"/>
          </a:p>
        </p:txBody>
      </p:sp>
    </p:spTree>
    <p:extLst>
      <p:ext uri="{BB962C8B-B14F-4D97-AF65-F5344CB8AC3E}">
        <p14:creationId xmlns:p14="http://schemas.microsoft.com/office/powerpoint/2010/main" val="2341592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10</a:t>
            </a:fld>
            <a:endParaRPr lang="en-CA"/>
          </a:p>
        </p:txBody>
      </p:sp>
    </p:spTree>
    <p:extLst>
      <p:ext uri="{BB962C8B-B14F-4D97-AF65-F5344CB8AC3E}">
        <p14:creationId xmlns:p14="http://schemas.microsoft.com/office/powerpoint/2010/main" val="3145028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13</a:t>
            </a:fld>
            <a:endParaRPr lang="en-CA"/>
          </a:p>
        </p:txBody>
      </p:sp>
    </p:spTree>
    <p:extLst>
      <p:ext uri="{BB962C8B-B14F-4D97-AF65-F5344CB8AC3E}">
        <p14:creationId xmlns:p14="http://schemas.microsoft.com/office/powerpoint/2010/main" val="3647780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16</a:t>
            </a:fld>
            <a:endParaRPr lang="en-CA"/>
          </a:p>
        </p:txBody>
      </p:sp>
    </p:spTree>
    <p:extLst>
      <p:ext uri="{BB962C8B-B14F-4D97-AF65-F5344CB8AC3E}">
        <p14:creationId xmlns:p14="http://schemas.microsoft.com/office/powerpoint/2010/main" val="917831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17</a:t>
            </a:fld>
            <a:endParaRPr lang="en-CA"/>
          </a:p>
        </p:txBody>
      </p:sp>
    </p:spTree>
    <p:extLst>
      <p:ext uri="{BB962C8B-B14F-4D97-AF65-F5344CB8AC3E}">
        <p14:creationId xmlns:p14="http://schemas.microsoft.com/office/powerpoint/2010/main" val="1902305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20</a:t>
            </a:fld>
            <a:endParaRPr lang="en-CA"/>
          </a:p>
        </p:txBody>
      </p:sp>
    </p:spTree>
    <p:extLst>
      <p:ext uri="{BB962C8B-B14F-4D97-AF65-F5344CB8AC3E}">
        <p14:creationId xmlns:p14="http://schemas.microsoft.com/office/powerpoint/2010/main" val="1752722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23</a:t>
            </a:fld>
            <a:endParaRPr lang="en-CA"/>
          </a:p>
        </p:txBody>
      </p:sp>
    </p:spTree>
    <p:extLst>
      <p:ext uri="{BB962C8B-B14F-4D97-AF65-F5344CB8AC3E}">
        <p14:creationId xmlns:p14="http://schemas.microsoft.com/office/powerpoint/2010/main" val="2820813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30</a:t>
            </a:fld>
            <a:endParaRPr lang="en-CA"/>
          </a:p>
        </p:txBody>
      </p:sp>
    </p:spTree>
    <p:extLst>
      <p:ext uri="{BB962C8B-B14F-4D97-AF65-F5344CB8AC3E}">
        <p14:creationId xmlns:p14="http://schemas.microsoft.com/office/powerpoint/2010/main" val="826161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31</a:t>
            </a:fld>
            <a:endParaRPr lang="en-CA"/>
          </a:p>
        </p:txBody>
      </p:sp>
    </p:spTree>
    <p:extLst>
      <p:ext uri="{BB962C8B-B14F-4D97-AF65-F5344CB8AC3E}">
        <p14:creationId xmlns:p14="http://schemas.microsoft.com/office/powerpoint/2010/main" val="1003530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32</a:t>
            </a:fld>
            <a:endParaRPr lang="en-CA"/>
          </a:p>
        </p:txBody>
      </p:sp>
    </p:spTree>
    <p:extLst>
      <p:ext uri="{BB962C8B-B14F-4D97-AF65-F5344CB8AC3E}">
        <p14:creationId xmlns:p14="http://schemas.microsoft.com/office/powerpoint/2010/main" val="3552711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34</a:t>
            </a:fld>
            <a:endParaRPr lang="en-CA"/>
          </a:p>
        </p:txBody>
      </p:sp>
    </p:spTree>
    <p:extLst>
      <p:ext uri="{BB962C8B-B14F-4D97-AF65-F5344CB8AC3E}">
        <p14:creationId xmlns:p14="http://schemas.microsoft.com/office/powerpoint/2010/main" val="3106477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35</a:t>
            </a:fld>
            <a:endParaRPr lang="en-CA"/>
          </a:p>
        </p:txBody>
      </p:sp>
    </p:spTree>
    <p:extLst>
      <p:ext uri="{BB962C8B-B14F-4D97-AF65-F5344CB8AC3E}">
        <p14:creationId xmlns:p14="http://schemas.microsoft.com/office/powerpoint/2010/main" val="3333911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36</a:t>
            </a:fld>
            <a:endParaRPr lang="en-CA"/>
          </a:p>
        </p:txBody>
      </p:sp>
    </p:spTree>
    <p:extLst>
      <p:ext uri="{BB962C8B-B14F-4D97-AF65-F5344CB8AC3E}">
        <p14:creationId xmlns:p14="http://schemas.microsoft.com/office/powerpoint/2010/main" val="4236019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37</a:t>
            </a:fld>
            <a:endParaRPr lang="en-CA"/>
          </a:p>
        </p:txBody>
      </p:sp>
    </p:spTree>
    <p:extLst>
      <p:ext uri="{BB962C8B-B14F-4D97-AF65-F5344CB8AC3E}">
        <p14:creationId xmlns:p14="http://schemas.microsoft.com/office/powerpoint/2010/main" val="28193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38</a:t>
            </a:fld>
            <a:endParaRPr lang="en-CA"/>
          </a:p>
        </p:txBody>
      </p:sp>
    </p:spTree>
    <p:extLst>
      <p:ext uri="{BB962C8B-B14F-4D97-AF65-F5344CB8AC3E}">
        <p14:creationId xmlns:p14="http://schemas.microsoft.com/office/powerpoint/2010/main" val="3157307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39</a:t>
            </a:fld>
            <a:endParaRPr lang="en-CA"/>
          </a:p>
        </p:txBody>
      </p:sp>
    </p:spTree>
    <p:extLst>
      <p:ext uri="{BB962C8B-B14F-4D97-AF65-F5344CB8AC3E}">
        <p14:creationId xmlns:p14="http://schemas.microsoft.com/office/powerpoint/2010/main" val="4261859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40</a:t>
            </a:fld>
            <a:endParaRPr lang="en-CA"/>
          </a:p>
        </p:txBody>
      </p:sp>
    </p:spTree>
    <p:extLst>
      <p:ext uri="{BB962C8B-B14F-4D97-AF65-F5344CB8AC3E}">
        <p14:creationId xmlns:p14="http://schemas.microsoft.com/office/powerpoint/2010/main" val="41395423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41</a:t>
            </a:fld>
            <a:endParaRPr lang="en-CA"/>
          </a:p>
        </p:txBody>
      </p:sp>
    </p:spTree>
    <p:extLst>
      <p:ext uri="{BB962C8B-B14F-4D97-AF65-F5344CB8AC3E}">
        <p14:creationId xmlns:p14="http://schemas.microsoft.com/office/powerpoint/2010/main" val="8838373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42</a:t>
            </a:fld>
            <a:endParaRPr lang="en-CA"/>
          </a:p>
        </p:txBody>
      </p:sp>
    </p:spTree>
    <p:extLst>
      <p:ext uri="{BB962C8B-B14F-4D97-AF65-F5344CB8AC3E}">
        <p14:creationId xmlns:p14="http://schemas.microsoft.com/office/powerpoint/2010/main" val="3926495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5"/>
          </p:nvPr>
        </p:nvSpPr>
        <p:spPr/>
        <p:txBody>
          <a:bodyPr/>
          <a:lstStyle/>
          <a:p>
            <a:fld id="{B4FA5FA9-7139-4C72-AA69-017BCD15C1C5}" type="slidenum">
              <a:rPr lang="en-CA" smtClean="0"/>
              <a:t>49</a:t>
            </a:fld>
            <a:endParaRPr lang="en-CA"/>
          </a:p>
        </p:txBody>
      </p:sp>
    </p:spTree>
    <p:extLst>
      <p:ext uri="{BB962C8B-B14F-4D97-AF65-F5344CB8AC3E}">
        <p14:creationId xmlns:p14="http://schemas.microsoft.com/office/powerpoint/2010/main" val="3150043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Layout" Target="../slideLayouts/slideLayout2.xml"/><Relationship Id="rId7" Type="http://schemas.openxmlformats.org/officeDocument/2006/relationships/slide" Target="slide1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 Target="slide12.xml"/><Relationship Id="rId5" Type="http://schemas.openxmlformats.org/officeDocument/2006/relationships/slide" Target="slide3.xml"/><Relationship Id="rId4" Type="http://schemas.openxmlformats.org/officeDocument/2006/relationships/notesSlide" Target="../notesSlides/notesSlide1.xml"/><Relationship Id="rId9" Type="http://schemas.openxmlformats.org/officeDocument/2006/relationships/slide" Target="slide45.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4.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3.png"/><Relationship Id="rId5" Type="http://schemas.openxmlformats.org/officeDocument/2006/relationships/slideLayout" Target="../slideLayouts/slideLayout2.xml"/><Relationship Id="rId4" Type="http://schemas.openxmlformats.org/officeDocument/2006/relationships/tags" Target="../tags/tag18.xml"/></Relationships>
</file>

<file path=ppt/slides/_rels/slide8.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5.pn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notesSlide" Target="../notesSlides/notesSlide3.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Layout" Target="../slideLayouts/slideLayout2.xml"/><Relationship Id="rId5" Type="http://schemas.openxmlformats.org/officeDocument/2006/relationships/tags" Target="../tags/tag2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s>
</file>

<file path=ppt/slides/_rels/slide9.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6.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18" Type="http://schemas.openxmlformats.org/officeDocument/2006/relationships/slideLayout" Target="../slideLayouts/slideLayout2.xml"/><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tags" Target="../tags/tag43.xml"/><Relationship Id="rId17" Type="http://schemas.openxmlformats.org/officeDocument/2006/relationships/tags" Target="../tags/tag48.xml"/><Relationship Id="rId2" Type="http://schemas.openxmlformats.org/officeDocument/2006/relationships/tags" Target="../tags/tag33.xml"/><Relationship Id="rId16" Type="http://schemas.openxmlformats.org/officeDocument/2006/relationships/tags" Target="../tags/tag47.xml"/><Relationship Id="rId20" Type="http://schemas.openxmlformats.org/officeDocument/2006/relationships/image" Target="../media/image7.png"/><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5" Type="http://schemas.openxmlformats.org/officeDocument/2006/relationships/tags" Target="../tags/tag36.xml"/><Relationship Id="rId15" Type="http://schemas.openxmlformats.org/officeDocument/2006/relationships/tags" Target="../tags/tag46.xml"/><Relationship Id="rId10" Type="http://schemas.openxmlformats.org/officeDocument/2006/relationships/tags" Target="../tags/tag41.xml"/><Relationship Id="rId19" Type="http://schemas.openxmlformats.org/officeDocument/2006/relationships/notesSlide" Target="../notesSlides/notesSlide5.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tags" Target="../tags/tag45.xml"/></Relationships>
</file>

<file path=ppt/slides/_rels/slide11.xml.rels><?xml version="1.0" encoding="UTF-8" standalone="yes"?>
<Relationships xmlns="http://schemas.openxmlformats.org/package/2006/relationships"><Relationship Id="rId3" Type="http://schemas.openxmlformats.org/officeDocument/2006/relationships/tags" Target="../tags/tag51.xml"/><Relationship Id="rId7" Type="http://schemas.openxmlformats.org/officeDocument/2006/relationships/image" Target="../media/image9.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8.png"/><Relationship Id="rId5" Type="http://schemas.openxmlformats.org/officeDocument/2006/relationships/slideLayout" Target="../slideLayouts/slideLayout2.xml"/><Relationship Id="rId4" Type="http://schemas.openxmlformats.org/officeDocument/2006/relationships/tags" Target="../tags/tag5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 Target="slide19.xml"/><Relationship Id="rId4"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10.pn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11.png"/><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tags" Target="../tags/tag75.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tags" Target="../tags/tag74.xml"/><Relationship Id="rId2" Type="http://schemas.openxmlformats.org/officeDocument/2006/relationships/tags" Target="../tags/tag64.xml"/><Relationship Id="rId16" Type="http://schemas.openxmlformats.org/officeDocument/2006/relationships/image" Target="../media/image12.png"/><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5" Type="http://schemas.openxmlformats.org/officeDocument/2006/relationships/notesSlide" Target="../notesSlides/notesSlide7.xml"/><Relationship Id="rId10" Type="http://schemas.openxmlformats.org/officeDocument/2006/relationships/tags" Target="../tags/tag72.xml"/><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image" Target="../media/image13.png"/><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slide" Target="slide19.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81.xml"/><Relationship Id="rId7" Type="http://schemas.openxmlformats.org/officeDocument/2006/relationships/image" Target="../media/image15.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14.png"/><Relationship Id="rId5" Type="http://schemas.openxmlformats.org/officeDocument/2006/relationships/slideLayout" Target="../slideLayouts/slideLayout2.xml"/><Relationship Id="rId4" Type="http://schemas.openxmlformats.org/officeDocument/2006/relationships/tags" Target="../tags/tag8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4.xml"/><Relationship Id="rId1" Type="http://schemas.openxmlformats.org/officeDocument/2006/relationships/tags" Target="../tags/tag83.xml"/><Relationship Id="rId4" Type="http://schemas.openxmlformats.org/officeDocument/2006/relationships/slide" Target="slide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 Id="rId4"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5" Type="http://schemas.openxmlformats.org/officeDocument/2006/relationships/image" Target="../media/image16.png"/><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image" Target="../media/image17.png"/><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95.xml"/><Relationship Id="rId7" Type="http://schemas.openxmlformats.org/officeDocument/2006/relationships/image" Target="../media/image18.pn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96.xml"/></Relationships>
</file>

<file path=ppt/slides/_rels/slide24.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image" Target="../media/image20.png"/><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21.png"/><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4.xml"/><Relationship Id="rId1" Type="http://schemas.openxmlformats.org/officeDocument/2006/relationships/tags" Target="../tags/tag103.xml"/><Relationship Id="rId4" Type="http://schemas.openxmlformats.org/officeDocument/2006/relationships/slide" Target="slide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6.xml"/><Relationship Id="rId1" Type="http://schemas.openxmlformats.org/officeDocument/2006/relationships/tags" Target="../tags/tag105.xml"/></Relationships>
</file>

<file path=ppt/slides/_rels/slide28.xml.rels><?xml version="1.0" encoding="UTF-8" standalone="yes"?>
<Relationships xmlns="http://schemas.openxmlformats.org/package/2006/relationships"><Relationship Id="rId3" Type="http://schemas.openxmlformats.org/officeDocument/2006/relationships/tags" Target="../tags/tag109.xml"/><Relationship Id="rId7" Type="http://schemas.openxmlformats.org/officeDocument/2006/relationships/image" Target="../media/image16.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22.png"/><Relationship Id="rId5" Type="http://schemas.openxmlformats.org/officeDocument/2006/relationships/slideLayout" Target="../slideLayouts/slideLayout2.xml"/><Relationship Id="rId4" Type="http://schemas.openxmlformats.org/officeDocument/2006/relationships/tags" Target="../tags/tag110.xml"/></Relationships>
</file>

<file path=ppt/slides/_rels/slide29.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image" Target="../media/image23.png"/><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116.xml"/><Relationship Id="rId7" Type="http://schemas.openxmlformats.org/officeDocument/2006/relationships/image" Target="../media/image24.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ags" Target="../tags/tag117.xml"/></Relationships>
</file>

<file path=ppt/slides/_rels/slide31.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26.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123.xml"/><Relationship Id="rId7" Type="http://schemas.openxmlformats.org/officeDocument/2006/relationships/image" Target="../media/image28.png"/><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image" Target="../media/image27.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 Id="rId5" Type="http://schemas.openxmlformats.org/officeDocument/2006/relationships/image" Target="../media/image29.png"/><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slide" Target="slide38.xml"/><Relationship Id="rId3" Type="http://schemas.openxmlformats.org/officeDocument/2006/relationships/tags" Target="../tags/tag129.xml"/><Relationship Id="rId7" Type="http://schemas.openxmlformats.org/officeDocument/2006/relationships/slide" Target="slide37.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slide" Target="slide36.xml"/><Relationship Id="rId11" Type="http://schemas.openxmlformats.org/officeDocument/2006/relationships/image" Target="../media/image30.png"/><Relationship Id="rId5" Type="http://schemas.openxmlformats.org/officeDocument/2006/relationships/notesSlide" Target="../notesSlides/notesSlide14.xml"/><Relationship Id="rId10" Type="http://schemas.openxmlformats.org/officeDocument/2006/relationships/slide" Target="slide40.xml"/><Relationship Id="rId4" Type="http://schemas.openxmlformats.org/officeDocument/2006/relationships/slideLayout" Target="../slideLayouts/slideLayout2.xml"/><Relationship Id="rId9" Type="http://schemas.openxmlformats.org/officeDocument/2006/relationships/slide" Target="slide3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image" Target="../media/image31.png"/><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32.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image" Target="../media/image33.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image" Target="../media/image34.png"/><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image" Target="../media/image35.png"/><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image" Target="../media/image36.png"/><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image" Target="../media/image37.png"/><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tags" Target="../tags/tag155.xml"/><Relationship Id="rId7" Type="http://schemas.openxmlformats.org/officeDocument/2006/relationships/image" Target="../media/image38.png"/><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slide" Target="slide34.xml"/><Relationship Id="rId5" Type="http://schemas.openxmlformats.org/officeDocument/2006/relationships/slide" Target="slide33.xml"/><Relationship Id="rId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39.png"/><Relationship Id="rId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0.xml"/><Relationship Id="rId1" Type="http://schemas.openxmlformats.org/officeDocument/2006/relationships/tags" Target="../tags/tag159.xml"/><Relationship Id="rId4" Type="http://schemas.openxmlformats.org/officeDocument/2006/relationships/slide" Target="slide2.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2.xml"/><Relationship Id="rId1" Type="http://schemas.openxmlformats.org/officeDocument/2006/relationships/tags" Target="../tags/tag161.xml"/></Relationships>
</file>

<file path=ppt/slides/_rels/slide47.xml.rels><?xml version="1.0" encoding="UTF-8" standalone="yes"?>
<Relationships xmlns="http://schemas.openxmlformats.org/package/2006/relationships"><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 Id="rId5" Type="http://schemas.openxmlformats.org/officeDocument/2006/relationships/image" Target="../media/image40.png"/><Relationship Id="rId4"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5" Type="http://schemas.openxmlformats.org/officeDocument/2006/relationships/image" Target="../media/image41.png"/><Relationship Id="rId4"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image" Target="../media/image42.png"/><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 Id="rId5" Type="http://schemas.openxmlformats.org/officeDocument/2006/relationships/image" Target="../media/image43.png"/><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6.xml"/><Relationship Id="rId1" Type="http://schemas.openxmlformats.org/officeDocument/2006/relationships/tags" Target="../tags/tag175.xml"/></Relationships>
</file>

<file path=ppt/slides/_rels/slide52.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image" Target="../media/image44.png"/><Relationship Id="rId4"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5" Type="http://schemas.openxmlformats.org/officeDocument/2006/relationships/image" Target="../media/image45.png"/><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5" Type="http://schemas.openxmlformats.org/officeDocument/2006/relationships/image" Target="../media/image46.png"/><Relationship Id="rId4"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5" Type="http://schemas.openxmlformats.org/officeDocument/2006/relationships/image" Target="../media/image47.png"/><Relationship Id="rId4"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5" Type="http://schemas.openxmlformats.org/officeDocument/2006/relationships/image" Target="../media/image48.png"/><Relationship Id="rId4"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image" Target="../media/image49.png"/><Relationship Id="rId5" Type="http://schemas.openxmlformats.org/officeDocument/2006/relationships/slide" Target="slide50.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dirty="0"/>
              <a:t>System Administration</a:t>
            </a:r>
            <a:br>
              <a:rPr lang="en-CA" sz="4400" b="1" dirty="0"/>
            </a:br>
            <a:r>
              <a:rPr lang="en-CA" sz="4400" dirty="0"/>
              <a:t>Inventory Management </a:t>
            </a:r>
            <a:br>
              <a:rPr lang="en-CA" sz="4400" dirty="0"/>
            </a:br>
            <a:r>
              <a:rPr lang="en-CA" sz="4400" dirty="0"/>
              <a:t>&amp; Labor Management</a:t>
            </a:r>
            <a:endParaRPr lang="en-US" sz="4400" dirty="0"/>
          </a:p>
        </p:txBody>
      </p:sp>
      <p:sp>
        <p:nvSpPr>
          <p:cNvPr id="3" name="Subtitle 2"/>
          <p:cNvSpPr>
            <a:spLocks noGrp="1"/>
          </p:cNvSpPr>
          <p:nvPr>
            <p:ph type="subTitle" idx="1"/>
            <p:custDataLst>
              <p:tags r:id="rId2"/>
            </p:custDataLst>
          </p:nvPr>
        </p:nvSpPr>
        <p:spPr/>
        <p:txBody>
          <a:bodyPr/>
          <a:lstStyle/>
          <a:p>
            <a:r>
              <a:rPr lang="en-CA" sz="2800" dirty="0"/>
              <a:t> WMS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xmlns="" id="{37B56F8A-6BEF-459C-AFA4-6D790D24F1CB}"/>
              </a:ext>
            </a:extLst>
          </p:cNvPr>
          <p:cNvSpPr>
            <a:spLocks noGrp="1"/>
          </p:cNvSpPr>
          <p:nvPr>
            <p:ph idx="1"/>
            <p:custDataLst>
              <p:tags r:id="rId2"/>
            </p:custDataLst>
          </p:nvPr>
        </p:nvSpPr>
        <p:spPr>
          <a:xfrm>
            <a:off x="838200" y="1326524"/>
            <a:ext cx="10515600" cy="4390050"/>
          </a:xfrm>
        </p:spPr>
        <p:txBody>
          <a:bodyPr/>
          <a:lstStyle/>
          <a:p>
            <a:pPr marL="0" indent="0" algn="just">
              <a:lnSpc>
                <a:spcPct val="150000"/>
              </a:lnSpc>
              <a:buNone/>
            </a:pPr>
            <a:r>
              <a:rPr lang="en-CA" dirty="0">
                <a:hlinkClick r:id="rId5" action="ppaction://hlinksldjump"/>
              </a:rPr>
              <a:t>Inventory Management</a:t>
            </a:r>
            <a:r>
              <a:rPr lang="en-CA" dirty="0"/>
              <a:t>.………..…………….……...............................................................3</a:t>
            </a:r>
            <a:endParaRPr lang="en-CA" dirty="0">
              <a:hlinkClick r:id="rId5" action="ppaction://hlinksldjump"/>
            </a:endParaRPr>
          </a:p>
          <a:p>
            <a:pPr marL="0" indent="0" algn="just">
              <a:lnSpc>
                <a:spcPct val="150000"/>
              </a:lnSpc>
              <a:buNone/>
            </a:pPr>
            <a:r>
              <a:rPr lang="en-CA" dirty="0"/>
              <a:t>	</a:t>
            </a:r>
            <a:r>
              <a:rPr lang="en-CA" dirty="0">
                <a:hlinkClick r:id="rId5" action="ppaction://hlinksldjump"/>
              </a:rPr>
              <a:t>Item UOM Maintenance</a:t>
            </a:r>
            <a:r>
              <a:rPr lang="en-CA" dirty="0"/>
              <a:t>………..…………….……...................................................3</a:t>
            </a:r>
          </a:p>
          <a:p>
            <a:pPr marL="0" indent="0" algn="just">
              <a:lnSpc>
                <a:spcPct val="150000"/>
              </a:lnSpc>
              <a:buNone/>
            </a:pPr>
            <a:r>
              <a:rPr lang="en-CA" dirty="0"/>
              <a:t>	</a:t>
            </a:r>
            <a:r>
              <a:rPr lang="en-CA" dirty="0">
                <a:hlinkClick r:id="rId6" action="ppaction://hlinksldjump"/>
              </a:rPr>
              <a:t>Item Volumetrics Maintenance</a:t>
            </a:r>
            <a:r>
              <a:rPr lang="en-CA" dirty="0"/>
              <a:t>.………..…………..…..........................................12 </a:t>
            </a:r>
          </a:p>
          <a:p>
            <a:pPr marL="0" indent="0" algn="just">
              <a:lnSpc>
                <a:spcPct val="150000"/>
              </a:lnSpc>
              <a:buNone/>
            </a:pPr>
            <a:r>
              <a:rPr lang="en-CA" dirty="0"/>
              <a:t>	</a:t>
            </a:r>
            <a:r>
              <a:rPr lang="en-CA" dirty="0">
                <a:hlinkClick r:id="rId7" action="ppaction://hlinksldjump"/>
              </a:rPr>
              <a:t>Inventory Volumetrics Maintenance</a:t>
            </a:r>
            <a:r>
              <a:rPr lang="en-CA" dirty="0"/>
              <a:t>..…..……..…............................................19</a:t>
            </a:r>
          </a:p>
          <a:p>
            <a:pPr marL="0" indent="0" algn="just">
              <a:lnSpc>
                <a:spcPct val="150000"/>
              </a:lnSpc>
              <a:buNone/>
            </a:pPr>
            <a:r>
              <a:rPr lang="en-CA" dirty="0"/>
              <a:t>	</a:t>
            </a:r>
            <a:r>
              <a:rPr lang="en-CA" dirty="0">
                <a:hlinkClick r:id="rId8" action="ppaction://hlinksldjump"/>
              </a:rPr>
              <a:t>Inventory Status Modification</a:t>
            </a:r>
            <a:r>
              <a:rPr lang="en-CA" dirty="0"/>
              <a:t>…………………………………………………………………..26</a:t>
            </a:r>
          </a:p>
          <a:p>
            <a:pPr marL="0" indent="0" algn="just">
              <a:lnSpc>
                <a:spcPct val="150000"/>
              </a:lnSpc>
              <a:buNone/>
            </a:pPr>
            <a:r>
              <a:rPr lang="en-CA" dirty="0">
                <a:hlinkClick r:id="rId9" action="ppaction://hlinksldjump"/>
              </a:rPr>
              <a:t>Labor Management</a:t>
            </a:r>
            <a:r>
              <a:rPr lang="en-CA" dirty="0"/>
              <a:t>.……………………………………………………………...……………………….…...45</a:t>
            </a:r>
          </a:p>
          <a:p>
            <a:pPr marL="0" indent="0" algn="just">
              <a:lnSpc>
                <a:spcPct val="150000"/>
              </a:lnSpc>
              <a:buNone/>
            </a:pPr>
            <a:r>
              <a:rPr lang="en-CA" dirty="0"/>
              <a:t>	</a:t>
            </a:r>
            <a:r>
              <a:rPr lang="en-CA" dirty="0">
                <a:hlinkClick r:id="rId9" action="ppaction://hlinksldjump"/>
              </a:rPr>
              <a:t>Task Management</a:t>
            </a:r>
            <a:r>
              <a:rPr lang="en-CA" dirty="0"/>
              <a:t>.……………………………………………………………………………………45</a:t>
            </a:r>
          </a:p>
          <a:p>
            <a:pPr marL="0" indent="0" algn="just">
              <a:lnSpc>
                <a:spcPct val="150000"/>
              </a:lnSpc>
              <a:buNone/>
            </a:pPr>
            <a:r>
              <a:rPr lang="en-CA" dirty="0"/>
              <a:t>	</a:t>
            </a:r>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Inventory Management</a:t>
            </a:r>
            <a:br>
              <a:rPr lang="en-CA" sz="4400" b="1" dirty="0"/>
            </a:br>
            <a:r>
              <a:rPr lang="en-CA" sz="4400" dirty="0"/>
              <a:t>Item UOM Maintenance</a:t>
            </a:r>
          </a:p>
        </p:txBody>
      </p:sp>
      <p:sp>
        <p:nvSpPr>
          <p:cNvPr id="4" name="TextBox 3">
            <a:extLst>
              <a:ext uri="{FF2B5EF4-FFF2-40B4-BE49-F238E27FC236}">
                <a16:creationId xmlns:a16="http://schemas.microsoft.com/office/drawing/2014/main" xmlns="" id="{4D9C7287-DDD8-4CC5-BD7F-1873453132F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2541174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54B958-5933-4838-9951-7DFEFFB9AE7C}"/>
              </a:ext>
            </a:extLst>
          </p:cNvPr>
          <p:cNvSpPr>
            <a:spLocks noGrp="1"/>
          </p:cNvSpPr>
          <p:nvPr>
            <p:ph type="title"/>
            <p:custDataLst>
              <p:tags r:id="rId1"/>
            </p:custDataLst>
          </p:nvPr>
        </p:nvSpPr>
        <p:spPr/>
        <p:txBody>
          <a:bodyPr/>
          <a:lstStyle/>
          <a:p>
            <a:r>
              <a:rPr lang="fr-CA" dirty="0"/>
              <a:t>Item UOM Maintenance</a:t>
            </a:r>
            <a:endParaRPr lang="en-CA" dirty="0"/>
          </a:p>
        </p:txBody>
      </p:sp>
      <p:sp>
        <p:nvSpPr>
          <p:cNvPr id="3" name="Content Placeholder 2">
            <a:extLst>
              <a:ext uri="{FF2B5EF4-FFF2-40B4-BE49-F238E27FC236}">
                <a16:creationId xmlns:a16="http://schemas.microsoft.com/office/drawing/2014/main" xmlns="" id="{8B0FDF20-2195-4CCD-8E3D-4FF9D45E3BD5}"/>
              </a:ext>
            </a:extLst>
          </p:cNvPr>
          <p:cNvSpPr>
            <a:spLocks noGrp="1"/>
          </p:cNvSpPr>
          <p:nvPr>
            <p:ph idx="1"/>
            <p:custDataLst>
              <p:tags r:id="rId2"/>
            </p:custDataLst>
          </p:nvPr>
        </p:nvSpPr>
        <p:spPr>
          <a:xfrm>
            <a:off x="838200" y="1215231"/>
            <a:ext cx="10515600" cy="4351338"/>
          </a:xfrm>
        </p:spPr>
        <p:txBody>
          <a:bodyPr/>
          <a:lstStyle/>
          <a:p>
            <a:pPr algn="just">
              <a:lnSpc>
                <a:spcPct val="150000"/>
              </a:lnSpc>
            </a:pPr>
            <a:r>
              <a:rPr lang="en-US" dirty="0"/>
              <a:t>The Item UOM Maintenance view is an item maintenance view that allows </a:t>
            </a:r>
            <a:r>
              <a:rPr lang="en-US" b="1" dirty="0"/>
              <a:t>modification of item unit of measure (UOM) data </a:t>
            </a:r>
            <a:r>
              <a:rPr lang="en-CA" b="1" dirty="0"/>
              <a:t>even if there is inventory for this item </a:t>
            </a:r>
            <a:r>
              <a:rPr lang="en-CA" dirty="0"/>
              <a:t>in the warehouse</a:t>
            </a:r>
            <a:r>
              <a:rPr lang="en-US" b="1" dirty="0"/>
              <a:t>. </a:t>
            </a:r>
          </a:p>
          <a:p>
            <a:pPr algn="just">
              <a:lnSpc>
                <a:spcPct val="150000"/>
              </a:lnSpc>
            </a:pPr>
            <a:r>
              <a:rPr lang="en-US" dirty="0"/>
              <a:t>This allows for changes to all </a:t>
            </a:r>
            <a:r>
              <a:rPr lang="en-US" b="1" dirty="0"/>
              <a:t>UOM descriptors </a:t>
            </a:r>
            <a:r>
              <a:rPr lang="en-US" dirty="0"/>
              <a:t>except for UOM 1.</a:t>
            </a:r>
          </a:p>
          <a:p>
            <a:pPr algn="just">
              <a:lnSpc>
                <a:spcPct val="150000"/>
              </a:lnSpc>
            </a:pPr>
            <a:r>
              <a:rPr lang="en-US" dirty="0"/>
              <a:t>The maintenance of UOM is </a:t>
            </a:r>
            <a:r>
              <a:rPr lang="en-US" b="1" dirty="0"/>
              <a:t>not allowed when there is one or more queued command(s)</a:t>
            </a:r>
            <a:r>
              <a:rPr lang="en-US" dirty="0"/>
              <a:t> in the WMS for this item.</a:t>
            </a:r>
          </a:p>
          <a:p>
            <a:pPr algn="just">
              <a:lnSpc>
                <a:spcPct val="150000"/>
              </a:lnSpc>
            </a:pPr>
            <a:r>
              <a:rPr lang="en-US" dirty="0"/>
              <a:t>Changes to the item UOM descriptors through this view will automatically </a:t>
            </a:r>
            <a:r>
              <a:rPr lang="en-US" b="1" dirty="0"/>
              <a:t>update all the existing inventory</a:t>
            </a:r>
            <a:r>
              <a:rPr lang="en-US" dirty="0"/>
              <a:t> for this item in the system. </a:t>
            </a:r>
            <a:endParaRPr lang="en-CA" dirty="0">
              <a:highlight>
                <a:srgbClr val="FFFF00"/>
              </a:highlight>
            </a:endParaRPr>
          </a:p>
        </p:txBody>
      </p:sp>
    </p:spTree>
    <p:extLst>
      <p:ext uri="{BB962C8B-B14F-4D97-AF65-F5344CB8AC3E}">
        <p14:creationId xmlns:p14="http://schemas.microsoft.com/office/powerpoint/2010/main" val="1221810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1B079-227E-4525-A4E4-8189208312FF}"/>
              </a:ext>
            </a:extLst>
          </p:cNvPr>
          <p:cNvSpPr>
            <a:spLocks noGrp="1"/>
          </p:cNvSpPr>
          <p:nvPr>
            <p:ph type="title"/>
            <p:custDataLst>
              <p:tags r:id="rId1"/>
            </p:custDataLst>
          </p:nvPr>
        </p:nvSpPr>
        <p:spPr/>
        <p:txBody>
          <a:bodyPr/>
          <a:lstStyle/>
          <a:p>
            <a:r>
              <a:rPr lang="fr-CA" dirty="0"/>
              <a:t>Item UOM Maintenance </a:t>
            </a:r>
            <a:endParaRPr lang="en-CA" dirty="0"/>
          </a:p>
        </p:txBody>
      </p:sp>
      <p:sp>
        <p:nvSpPr>
          <p:cNvPr id="4" name="Content Placeholder 2">
            <a:extLst>
              <a:ext uri="{FF2B5EF4-FFF2-40B4-BE49-F238E27FC236}">
                <a16:creationId xmlns:a16="http://schemas.microsoft.com/office/drawing/2014/main" xmlns="" id="{D6AF953B-1654-46D4-B1A3-1597147A6C5F}"/>
              </a:ext>
            </a:extLst>
          </p:cNvPr>
          <p:cNvSpPr>
            <a:spLocks noGrp="1"/>
          </p:cNvSpPr>
          <p:nvPr>
            <p:ph idx="1"/>
            <p:custDataLst>
              <p:tags r:id="rId2"/>
            </p:custDataLst>
          </p:nvPr>
        </p:nvSpPr>
        <p:spPr>
          <a:xfrm>
            <a:off x="669387" y="1344706"/>
            <a:ext cx="6742066"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Inventory Management </a:t>
            </a:r>
            <a:r>
              <a:rPr lang="en-US" sz="2300" dirty="0"/>
              <a:t>resource</a:t>
            </a:r>
            <a:r>
              <a:rPr lang="en-US" sz="2300" b="1" dirty="0"/>
              <a:t>. </a:t>
            </a:r>
            <a:endParaRPr lang="en-US" sz="2300" dirty="0"/>
          </a:p>
          <a:p>
            <a:pPr marL="457200" indent="-457200" algn="just">
              <a:lnSpc>
                <a:spcPct val="150000"/>
              </a:lnSpc>
              <a:buFont typeface="+mj-lt"/>
              <a:buAutoNum type="arabicPeriod"/>
            </a:pPr>
            <a:r>
              <a:rPr lang="en-US" sz="2300" dirty="0"/>
              <a:t>Under Inventory Management, click on </a:t>
            </a:r>
            <a:r>
              <a:rPr lang="en-US" sz="2300" b="1" dirty="0"/>
              <a:t>Inventory</a:t>
            </a:r>
            <a:r>
              <a:rPr lang="en-US" sz="2300" dirty="0"/>
              <a:t>.</a:t>
            </a:r>
          </a:p>
          <a:p>
            <a:pPr marL="457200" indent="-457200" algn="just">
              <a:lnSpc>
                <a:spcPct val="150000"/>
              </a:lnSpc>
              <a:buFont typeface="+mj-lt"/>
              <a:buAutoNum type="arabicPeriod"/>
            </a:pPr>
            <a:r>
              <a:rPr lang="en-US" sz="2300" dirty="0"/>
              <a:t>Under Inventory, click on </a:t>
            </a:r>
            <a:r>
              <a:rPr lang="en-US" sz="2300" b="1" dirty="0"/>
              <a:t>Item UOM Maintenance.</a:t>
            </a:r>
            <a:endParaRPr lang="en-US" sz="2300" dirty="0"/>
          </a:p>
          <a:p>
            <a:pPr marL="0" indent="0" algn="just">
              <a:lnSpc>
                <a:spcPct val="150000"/>
              </a:lnSpc>
              <a:buNone/>
            </a:pPr>
            <a:endParaRPr lang="en-US" sz="2200" dirty="0"/>
          </a:p>
        </p:txBody>
      </p:sp>
      <p:pic>
        <p:nvPicPr>
          <p:cNvPr id="6" name="Picture 5">
            <a:extLst>
              <a:ext uri="{FF2B5EF4-FFF2-40B4-BE49-F238E27FC236}">
                <a16:creationId xmlns:a16="http://schemas.microsoft.com/office/drawing/2014/main" xmlns="" id="{709D4D52-BE1F-4892-AFB9-6D5EED9C88E3}"/>
              </a:ext>
            </a:extLst>
          </p:cNvPr>
          <p:cNvPicPr>
            <a:picLocks noChangeAspect="1"/>
          </p:cNvPicPr>
          <p:nvPr>
            <p:custDataLst>
              <p:tags r:id="rId3"/>
            </p:custDataLst>
          </p:nvPr>
        </p:nvPicPr>
        <p:blipFill>
          <a:blip r:embed="rId5"/>
          <a:stretch>
            <a:fillRect/>
          </a:stretch>
        </p:blipFill>
        <p:spPr>
          <a:xfrm>
            <a:off x="7989465" y="522908"/>
            <a:ext cx="3364336" cy="5555581"/>
          </a:xfrm>
          <a:prstGeom prst="rect">
            <a:avLst/>
          </a:prstGeom>
        </p:spPr>
      </p:pic>
    </p:spTree>
    <p:extLst>
      <p:ext uri="{BB962C8B-B14F-4D97-AF65-F5344CB8AC3E}">
        <p14:creationId xmlns:p14="http://schemas.microsoft.com/office/powerpoint/2010/main" val="1703881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875E23-F211-4748-B246-9F35946BD17D}"/>
              </a:ext>
            </a:extLst>
          </p:cNvPr>
          <p:cNvSpPr>
            <a:spLocks noGrp="1"/>
          </p:cNvSpPr>
          <p:nvPr>
            <p:ph type="title"/>
            <p:custDataLst>
              <p:tags r:id="rId1"/>
            </p:custDataLst>
          </p:nvPr>
        </p:nvSpPr>
        <p:spPr/>
        <p:txBody>
          <a:bodyPr/>
          <a:lstStyle/>
          <a:p>
            <a:r>
              <a:rPr lang="en-CA" sz="3600" dirty="0"/>
              <a:t>Item UOM Maintenance</a:t>
            </a:r>
            <a:endParaRPr lang="en-CA" dirty="0"/>
          </a:p>
        </p:txBody>
      </p:sp>
      <p:sp>
        <p:nvSpPr>
          <p:cNvPr id="3" name="Content Placeholder 2">
            <a:extLst>
              <a:ext uri="{FF2B5EF4-FFF2-40B4-BE49-F238E27FC236}">
                <a16:creationId xmlns:a16="http://schemas.microsoft.com/office/drawing/2014/main" xmlns="" id="{A43BF2BD-459D-4482-B43A-4B0F359FB02F}"/>
              </a:ext>
            </a:extLst>
          </p:cNvPr>
          <p:cNvSpPr>
            <a:spLocks noGrp="1"/>
          </p:cNvSpPr>
          <p:nvPr>
            <p:ph idx="1"/>
            <p:custDataLst>
              <p:tags r:id="rId2"/>
            </p:custDataLst>
          </p:nvPr>
        </p:nvSpPr>
        <p:spPr>
          <a:xfrm>
            <a:off x="838200" y="1352550"/>
            <a:ext cx="10515600" cy="4824413"/>
          </a:xfrm>
        </p:spPr>
        <p:txBody>
          <a:bodyPr/>
          <a:lstStyle/>
          <a:p>
            <a:pPr marL="457200" indent="-457200" algn="just">
              <a:lnSpc>
                <a:spcPct val="150000"/>
              </a:lnSpc>
              <a:buFont typeface="+mj-lt"/>
              <a:buAutoNum type="arabicPeriod" startAt="5"/>
            </a:pPr>
            <a:r>
              <a:rPr lang="en-US" sz="2400" dirty="0"/>
              <a:t>Perform a search to retrieve the item you wish to update and click on View Record Details. </a:t>
            </a:r>
            <a:endParaRPr lang="en-US" dirty="0"/>
          </a:p>
          <a:p>
            <a:endParaRPr lang="en-CA" dirty="0"/>
          </a:p>
        </p:txBody>
      </p:sp>
      <p:pic>
        <p:nvPicPr>
          <p:cNvPr id="5" name="Picture 4">
            <a:extLst>
              <a:ext uri="{FF2B5EF4-FFF2-40B4-BE49-F238E27FC236}">
                <a16:creationId xmlns:a16="http://schemas.microsoft.com/office/drawing/2014/main" xmlns="" id="{CD6AE71E-691D-407A-AB2D-626CA361C027}"/>
              </a:ext>
            </a:extLst>
          </p:cNvPr>
          <p:cNvPicPr>
            <a:picLocks noChangeAspect="1"/>
          </p:cNvPicPr>
          <p:nvPr>
            <p:custDataLst>
              <p:tags r:id="rId3"/>
            </p:custDataLst>
          </p:nvPr>
        </p:nvPicPr>
        <p:blipFill>
          <a:blip r:embed="rId5"/>
          <a:stretch>
            <a:fillRect/>
          </a:stretch>
        </p:blipFill>
        <p:spPr>
          <a:xfrm>
            <a:off x="689814" y="2723679"/>
            <a:ext cx="10812372" cy="2458392"/>
          </a:xfrm>
          <a:prstGeom prst="rect">
            <a:avLst/>
          </a:prstGeom>
        </p:spPr>
      </p:pic>
    </p:spTree>
    <p:extLst>
      <p:ext uri="{BB962C8B-B14F-4D97-AF65-F5344CB8AC3E}">
        <p14:creationId xmlns:p14="http://schemas.microsoft.com/office/powerpoint/2010/main" val="3144359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195A08-C1D5-492A-AE70-8F3A830D7909}"/>
              </a:ext>
            </a:extLst>
          </p:cNvPr>
          <p:cNvSpPr>
            <a:spLocks noGrp="1"/>
          </p:cNvSpPr>
          <p:nvPr>
            <p:ph type="title"/>
            <p:custDataLst>
              <p:tags r:id="rId1"/>
            </p:custDataLst>
          </p:nvPr>
        </p:nvSpPr>
        <p:spPr/>
        <p:txBody>
          <a:bodyPr/>
          <a:lstStyle/>
          <a:p>
            <a:r>
              <a:rPr lang="en-CA" sz="3600" dirty="0"/>
              <a:t>Item UOM Maintenance</a:t>
            </a:r>
            <a:endParaRPr lang="en-CA" dirty="0"/>
          </a:p>
        </p:txBody>
      </p:sp>
      <p:sp>
        <p:nvSpPr>
          <p:cNvPr id="4" name="Content Placeholder 2">
            <a:extLst>
              <a:ext uri="{FF2B5EF4-FFF2-40B4-BE49-F238E27FC236}">
                <a16:creationId xmlns:a16="http://schemas.microsoft.com/office/drawing/2014/main" xmlns="" id="{4EFA8D3B-DA0E-477D-B00F-F50E27D5D50F}"/>
              </a:ext>
            </a:extLst>
          </p:cNvPr>
          <p:cNvSpPr>
            <a:spLocks noGrp="1"/>
          </p:cNvSpPr>
          <p:nvPr>
            <p:ph idx="1"/>
            <p:custDataLst>
              <p:tags r:id="rId2"/>
            </p:custDataLst>
          </p:nvPr>
        </p:nvSpPr>
        <p:spPr>
          <a:xfrm>
            <a:off x="838200" y="1352550"/>
            <a:ext cx="10515600" cy="4824413"/>
          </a:xfrm>
        </p:spPr>
        <p:txBody>
          <a:bodyPr/>
          <a:lstStyle/>
          <a:p>
            <a:pPr marL="457200" indent="-457200" algn="just">
              <a:lnSpc>
                <a:spcPct val="150000"/>
              </a:lnSpc>
              <a:buFont typeface="+mj-lt"/>
              <a:buAutoNum type="arabicPeriod" startAt="6"/>
            </a:pPr>
            <a:r>
              <a:rPr lang="en-US" sz="2400" dirty="0"/>
              <a:t>In the new window that appears, note that the </a:t>
            </a:r>
            <a:r>
              <a:rPr lang="en-US" sz="2400" b="1" dirty="0"/>
              <a:t>General and UOM 1 sections </a:t>
            </a:r>
            <a:r>
              <a:rPr lang="en-CA" dirty="0"/>
              <a:t>will be grayed out and </a:t>
            </a:r>
            <a:r>
              <a:rPr lang="en-US" sz="2400" dirty="0"/>
              <a:t>cannot be modified if you are updating an item for which there is inventory in the warehouse. </a:t>
            </a:r>
            <a:endParaRPr lang="en-US" dirty="0"/>
          </a:p>
          <a:p>
            <a:pPr algn="just"/>
            <a:endParaRPr lang="en-CA" dirty="0"/>
          </a:p>
        </p:txBody>
      </p:sp>
      <p:pic>
        <p:nvPicPr>
          <p:cNvPr id="6" name="Picture 5">
            <a:extLst>
              <a:ext uri="{FF2B5EF4-FFF2-40B4-BE49-F238E27FC236}">
                <a16:creationId xmlns:a16="http://schemas.microsoft.com/office/drawing/2014/main" xmlns="" id="{C3240574-C521-4A40-A317-EC124B79A5C9}"/>
              </a:ext>
            </a:extLst>
          </p:cNvPr>
          <p:cNvPicPr>
            <a:picLocks noChangeAspect="1"/>
          </p:cNvPicPr>
          <p:nvPr>
            <p:custDataLst>
              <p:tags r:id="rId3"/>
            </p:custDataLst>
          </p:nvPr>
        </p:nvPicPr>
        <p:blipFill>
          <a:blip r:embed="rId6"/>
          <a:stretch>
            <a:fillRect/>
          </a:stretch>
        </p:blipFill>
        <p:spPr>
          <a:xfrm>
            <a:off x="765493" y="3429000"/>
            <a:ext cx="5529757" cy="2324100"/>
          </a:xfrm>
          <a:prstGeom prst="rect">
            <a:avLst/>
          </a:prstGeom>
          <a:ln>
            <a:solidFill>
              <a:schemeClr val="tx1">
                <a:lumMod val="65000"/>
                <a:lumOff val="35000"/>
              </a:schemeClr>
            </a:solidFill>
          </a:ln>
        </p:spPr>
      </p:pic>
      <p:pic>
        <p:nvPicPr>
          <p:cNvPr id="8" name="Picture 7">
            <a:extLst>
              <a:ext uri="{FF2B5EF4-FFF2-40B4-BE49-F238E27FC236}">
                <a16:creationId xmlns:a16="http://schemas.microsoft.com/office/drawing/2014/main" xmlns="" id="{8AC39807-3ED9-4407-8B9E-64F71388F96B}"/>
              </a:ext>
            </a:extLst>
          </p:cNvPr>
          <p:cNvPicPr>
            <a:picLocks noChangeAspect="1"/>
          </p:cNvPicPr>
          <p:nvPr>
            <p:custDataLst>
              <p:tags r:id="rId4"/>
            </p:custDataLst>
          </p:nvPr>
        </p:nvPicPr>
        <p:blipFill>
          <a:blip r:embed="rId7"/>
          <a:stretch>
            <a:fillRect/>
          </a:stretch>
        </p:blipFill>
        <p:spPr>
          <a:xfrm>
            <a:off x="7004122" y="3142049"/>
            <a:ext cx="4078955" cy="2611051"/>
          </a:xfrm>
          <a:prstGeom prst="rect">
            <a:avLst/>
          </a:prstGeom>
          <a:ln>
            <a:solidFill>
              <a:schemeClr val="tx1">
                <a:lumMod val="65000"/>
                <a:lumOff val="35000"/>
              </a:schemeClr>
            </a:solidFill>
          </a:ln>
        </p:spPr>
      </p:pic>
    </p:spTree>
    <p:extLst>
      <p:ext uri="{BB962C8B-B14F-4D97-AF65-F5344CB8AC3E}">
        <p14:creationId xmlns:p14="http://schemas.microsoft.com/office/powerpoint/2010/main" val="1533360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xmlns="" id="{5A37E2D2-C0AF-4FD9-A141-5A3FA7FCB0A7}"/>
              </a:ext>
            </a:extLst>
          </p:cNvPr>
          <p:cNvSpPr>
            <a:spLocks noGrp="1"/>
          </p:cNvSpPr>
          <p:nvPr>
            <p:ph idx="1"/>
            <p:custDataLst>
              <p:tags r:id="rId1"/>
            </p:custDataLst>
          </p:nvPr>
        </p:nvSpPr>
        <p:spPr>
          <a:xfrm>
            <a:off x="838200" y="1295400"/>
            <a:ext cx="10515600" cy="4824413"/>
          </a:xfrm>
        </p:spPr>
        <p:txBody>
          <a:bodyPr/>
          <a:lstStyle/>
          <a:p>
            <a:pPr marL="457200" indent="-457200" algn="just">
              <a:lnSpc>
                <a:spcPct val="150000"/>
              </a:lnSpc>
              <a:buFont typeface="+mj-lt"/>
              <a:buAutoNum type="arabicPeriod" startAt="7"/>
            </a:pPr>
            <a:r>
              <a:rPr lang="en-US" sz="2400" dirty="0"/>
              <a:t>In the </a:t>
            </a:r>
            <a:r>
              <a:rPr lang="en-US" sz="2400" b="1" dirty="0"/>
              <a:t>UOM 2 section</a:t>
            </a:r>
            <a:r>
              <a:rPr lang="en-US" sz="2400" dirty="0"/>
              <a:t>, update the desired fields as follows: </a:t>
            </a:r>
          </a:p>
        </p:txBody>
      </p:sp>
      <p:sp>
        <p:nvSpPr>
          <p:cNvPr id="2" name="Title 1">
            <a:extLst>
              <a:ext uri="{FF2B5EF4-FFF2-40B4-BE49-F238E27FC236}">
                <a16:creationId xmlns:a16="http://schemas.microsoft.com/office/drawing/2014/main" xmlns="" id="{F0648641-9AEA-44CC-81A8-B1DB4ABA7182}"/>
              </a:ext>
            </a:extLst>
          </p:cNvPr>
          <p:cNvSpPr>
            <a:spLocks noGrp="1"/>
          </p:cNvSpPr>
          <p:nvPr>
            <p:ph type="title"/>
            <p:custDataLst>
              <p:tags r:id="rId2"/>
            </p:custDataLst>
          </p:nvPr>
        </p:nvSpPr>
        <p:spPr/>
        <p:txBody>
          <a:bodyPr/>
          <a:lstStyle/>
          <a:p>
            <a:r>
              <a:rPr lang="en-CA" sz="3600" dirty="0"/>
              <a:t>Item UOM Maintenance</a:t>
            </a:r>
            <a:endParaRPr lang="en-CA" dirty="0"/>
          </a:p>
        </p:txBody>
      </p:sp>
      <p:pic>
        <p:nvPicPr>
          <p:cNvPr id="6" name="Picture 5">
            <a:extLst>
              <a:ext uri="{FF2B5EF4-FFF2-40B4-BE49-F238E27FC236}">
                <a16:creationId xmlns:a16="http://schemas.microsoft.com/office/drawing/2014/main" xmlns="" id="{EE7468BC-3B6B-47E5-AAB8-8490D0A1371F}"/>
              </a:ext>
            </a:extLst>
          </p:cNvPr>
          <p:cNvPicPr>
            <a:picLocks noChangeAspect="1"/>
          </p:cNvPicPr>
          <p:nvPr>
            <p:custDataLst>
              <p:tags r:id="rId3"/>
            </p:custDataLst>
          </p:nvPr>
        </p:nvPicPr>
        <p:blipFill>
          <a:blip r:embed="rId13"/>
          <a:stretch>
            <a:fillRect/>
          </a:stretch>
        </p:blipFill>
        <p:spPr>
          <a:xfrm>
            <a:off x="729813" y="2257424"/>
            <a:ext cx="4967183" cy="3590926"/>
          </a:xfrm>
          <a:prstGeom prst="rect">
            <a:avLst/>
          </a:prstGeom>
          <a:ln>
            <a:solidFill>
              <a:schemeClr val="tx1">
                <a:lumMod val="65000"/>
                <a:lumOff val="35000"/>
              </a:schemeClr>
            </a:solidFill>
          </a:ln>
        </p:spPr>
      </p:pic>
      <p:cxnSp>
        <p:nvCxnSpPr>
          <p:cNvPr id="8" name="Straight Arrow Connector 7">
            <a:extLst>
              <a:ext uri="{FF2B5EF4-FFF2-40B4-BE49-F238E27FC236}">
                <a16:creationId xmlns:a16="http://schemas.microsoft.com/office/drawing/2014/main" xmlns="" id="{9CBE81BB-E6E6-4292-97E1-37B6AD2547FF}"/>
              </a:ext>
            </a:extLst>
          </p:cNvPr>
          <p:cNvCxnSpPr>
            <a:cxnSpLocks/>
          </p:cNvCxnSpPr>
          <p:nvPr>
            <p:custDataLst>
              <p:tags r:id="rId4"/>
            </p:custDataLst>
          </p:nvPr>
        </p:nvCxnSpPr>
        <p:spPr>
          <a:xfrm>
            <a:off x="3842481" y="3008396"/>
            <a:ext cx="3010529"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xmlns="" id="{C8082ED4-6A79-4A0F-9F98-776AF66995C8}"/>
              </a:ext>
            </a:extLst>
          </p:cNvPr>
          <p:cNvSpPr/>
          <p:nvPr>
            <p:custDataLst>
              <p:tags r:id="rId5"/>
            </p:custDataLst>
          </p:nvPr>
        </p:nvSpPr>
        <p:spPr>
          <a:xfrm>
            <a:off x="6982112" y="2823730"/>
            <a:ext cx="3625731" cy="369332"/>
          </a:xfrm>
          <a:prstGeom prst="rect">
            <a:avLst/>
          </a:prstGeom>
        </p:spPr>
        <p:txBody>
          <a:bodyPr wrap="square">
            <a:spAutoFit/>
          </a:bodyPr>
          <a:lstStyle/>
          <a:p>
            <a:r>
              <a:rPr lang="en-US" dirty="0"/>
              <a:t>The level 2 unit of measure.</a:t>
            </a:r>
          </a:p>
        </p:txBody>
      </p:sp>
      <p:cxnSp>
        <p:nvCxnSpPr>
          <p:cNvPr id="10" name="Straight Arrow Connector 9">
            <a:extLst>
              <a:ext uri="{FF2B5EF4-FFF2-40B4-BE49-F238E27FC236}">
                <a16:creationId xmlns:a16="http://schemas.microsoft.com/office/drawing/2014/main" xmlns="" id="{B1DAC0CE-C442-473D-B480-EF25D39C7802}"/>
              </a:ext>
            </a:extLst>
          </p:cNvPr>
          <p:cNvCxnSpPr>
            <a:cxnSpLocks/>
          </p:cNvCxnSpPr>
          <p:nvPr>
            <p:custDataLst>
              <p:tags r:id="rId6"/>
            </p:custDataLst>
          </p:nvPr>
        </p:nvCxnSpPr>
        <p:spPr>
          <a:xfrm>
            <a:off x="3842481" y="3409950"/>
            <a:ext cx="3010529"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1" name="Rectangle 10">
            <a:extLst>
              <a:ext uri="{FF2B5EF4-FFF2-40B4-BE49-F238E27FC236}">
                <a16:creationId xmlns:a16="http://schemas.microsoft.com/office/drawing/2014/main" xmlns="" id="{3E499938-DC85-4566-A238-303ED2405A0E}"/>
              </a:ext>
            </a:extLst>
          </p:cNvPr>
          <p:cNvSpPr/>
          <p:nvPr>
            <p:custDataLst>
              <p:tags r:id="rId7"/>
            </p:custDataLst>
          </p:nvPr>
        </p:nvSpPr>
        <p:spPr>
          <a:xfrm>
            <a:off x="6982112" y="3225284"/>
            <a:ext cx="4711582" cy="92333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unique identifier for the item's UOM 2 according to the GS1 Global Trade Item Number standards.</a:t>
            </a:r>
          </a:p>
        </p:txBody>
      </p:sp>
      <p:cxnSp>
        <p:nvCxnSpPr>
          <p:cNvPr id="12" name="Straight Arrow Connector 11">
            <a:extLst>
              <a:ext uri="{FF2B5EF4-FFF2-40B4-BE49-F238E27FC236}">
                <a16:creationId xmlns:a16="http://schemas.microsoft.com/office/drawing/2014/main" xmlns="" id="{9228F13F-E071-4E72-9F4A-38AE4A5448E0}"/>
              </a:ext>
            </a:extLst>
          </p:cNvPr>
          <p:cNvCxnSpPr>
            <a:cxnSpLocks/>
          </p:cNvCxnSpPr>
          <p:nvPr>
            <p:custDataLst>
              <p:tags r:id="rId8"/>
            </p:custDataLst>
          </p:nvPr>
        </p:nvCxnSpPr>
        <p:spPr>
          <a:xfrm>
            <a:off x="3140244" y="4800600"/>
            <a:ext cx="371276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xmlns="" id="{26EC66E4-2A9D-4929-98C2-C92E2A33ABC4}"/>
              </a:ext>
            </a:extLst>
          </p:cNvPr>
          <p:cNvCxnSpPr>
            <a:cxnSpLocks/>
          </p:cNvCxnSpPr>
          <p:nvPr>
            <p:custDataLst>
              <p:tags r:id="rId9"/>
            </p:custDataLst>
          </p:nvPr>
        </p:nvCxnSpPr>
        <p:spPr>
          <a:xfrm flipV="1">
            <a:off x="3140244" y="4038600"/>
            <a:ext cx="0" cy="7620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xmlns="" id="{648F0BCA-7E66-46AD-A902-C930E67134B4}"/>
              </a:ext>
            </a:extLst>
          </p:cNvPr>
          <p:cNvSpPr/>
          <p:nvPr>
            <p:custDataLst>
              <p:tags r:id="rId10"/>
            </p:custDataLst>
          </p:nvPr>
        </p:nvSpPr>
        <p:spPr>
          <a:xfrm>
            <a:off x="6982112" y="4615934"/>
            <a:ext cx="5161764"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number of UOM 1 it takes to make one UOM 2.</a:t>
            </a:r>
          </a:p>
        </p:txBody>
      </p:sp>
    </p:spTree>
    <p:extLst>
      <p:ext uri="{BB962C8B-B14F-4D97-AF65-F5344CB8AC3E}">
        <p14:creationId xmlns:p14="http://schemas.microsoft.com/office/powerpoint/2010/main" val="1389723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77BC4E-12B8-4F11-A8EC-F847214423B7}"/>
              </a:ext>
            </a:extLst>
          </p:cNvPr>
          <p:cNvSpPr>
            <a:spLocks noGrp="1"/>
          </p:cNvSpPr>
          <p:nvPr>
            <p:ph type="title"/>
            <p:custDataLst>
              <p:tags r:id="rId1"/>
            </p:custDataLst>
          </p:nvPr>
        </p:nvSpPr>
        <p:spPr/>
        <p:txBody>
          <a:bodyPr/>
          <a:lstStyle/>
          <a:p>
            <a:r>
              <a:rPr lang="en-CA" sz="3600" dirty="0"/>
              <a:t>Item UOM Maintenance</a:t>
            </a:r>
            <a:endParaRPr lang="en-CA" dirty="0"/>
          </a:p>
        </p:txBody>
      </p:sp>
      <p:sp>
        <p:nvSpPr>
          <p:cNvPr id="4" name="Content Placeholder 2">
            <a:extLst>
              <a:ext uri="{FF2B5EF4-FFF2-40B4-BE49-F238E27FC236}">
                <a16:creationId xmlns:a16="http://schemas.microsoft.com/office/drawing/2014/main" xmlns="" id="{1EB0B600-E5A4-45A9-AED7-ACB9F2BBB11D}"/>
              </a:ext>
            </a:extLst>
          </p:cNvPr>
          <p:cNvSpPr>
            <a:spLocks noGrp="1"/>
          </p:cNvSpPr>
          <p:nvPr>
            <p:ph idx="1"/>
            <p:custDataLst>
              <p:tags r:id="rId2"/>
            </p:custDataLst>
          </p:nvPr>
        </p:nvSpPr>
        <p:spPr>
          <a:xfrm>
            <a:off x="838200" y="1047178"/>
            <a:ext cx="10515600" cy="4824413"/>
          </a:xfrm>
        </p:spPr>
        <p:txBody>
          <a:bodyPr/>
          <a:lstStyle/>
          <a:p>
            <a:pPr marL="457200" indent="-457200" algn="just">
              <a:lnSpc>
                <a:spcPct val="150000"/>
              </a:lnSpc>
              <a:buFont typeface="+mj-lt"/>
              <a:buAutoNum type="arabicPeriod" startAt="8"/>
            </a:pPr>
            <a:r>
              <a:rPr lang="en-US" sz="2400" dirty="0"/>
              <a:t>Repeat the step </a:t>
            </a:r>
            <a:r>
              <a:rPr lang="en-US" dirty="0"/>
              <a:t>7 </a:t>
            </a:r>
            <a:r>
              <a:rPr lang="en-US" sz="2400" dirty="0"/>
              <a:t>for the </a:t>
            </a:r>
            <a:r>
              <a:rPr lang="en-US" sz="2400" b="1" dirty="0"/>
              <a:t>UOM 3 to UOM 6 sections </a:t>
            </a:r>
            <a:r>
              <a:rPr lang="en-US" sz="2400" dirty="0"/>
              <a:t>as needed. </a:t>
            </a:r>
          </a:p>
        </p:txBody>
      </p:sp>
      <p:pic>
        <p:nvPicPr>
          <p:cNvPr id="14" name="Picture 13">
            <a:extLst>
              <a:ext uri="{FF2B5EF4-FFF2-40B4-BE49-F238E27FC236}">
                <a16:creationId xmlns:a16="http://schemas.microsoft.com/office/drawing/2014/main" xmlns="" id="{30EFB012-2C85-47AA-9394-AB89BFC5636E}"/>
              </a:ext>
            </a:extLst>
          </p:cNvPr>
          <p:cNvPicPr>
            <a:picLocks noChangeAspect="1"/>
          </p:cNvPicPr>
          <p:nvPr>
            <p:custDataLst>
              <p:tags r:id="rId3"/>
            </p:custDataLst>
          </p:nvPr>
        </p:nvPicPr>
        <p:blipFill>
          <a:blip r:embed="rId6"/>
          <a:stretch>
            <a:fillRect/>
          </a:stretch>
        </p:blipFill>
        <p:spPr>
          <a:xfrm>
            <a:off x="1341096" y="1782763"/>
            <a:ext cx="6714592" cy="4576762"/>
          </a:xfrm>
          <a:prstGeom prst="rect">
            <a:avLst/>
          </a:prstGeom>
        </p:spPr>
      </p:pic>
    </p:spTree>
    <p:extLst>
      <p:ext uri="{BB962C8B-B14F-4D97-AF65-F5344CB8AC3E}">
        <p14:creationId xmlns:p14="http://schemas.microsoft.com/office/powerpoint/2010/main" val="1369638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648641-9AEA-44CC-81A8-B1DB4ABA7182}"/>
              </a:ext>
            </a:extLst>
          </p:cNvPr>
          <p:cNvSpPr>
            <a:spLocks noGrp="1"/>
          </p:cNvSpPr>
          <p:nvPr>
            <p:ph type="title"/>
            <p:custDataLst>
              <p:tags r:id="rId1"/>
            </p:custDataLst>
          </p:nvPr>
        </p:nvSpPr>
        <p:spPr>
          <a:xfrm>
            <a:off x="838200" y="250825"/>
            <a:ext cx="10515600" cy="1325563"/>
          </a:xfrm>
        </p:spPr>
        <p:txBody>
          <a:bodyPr/>
          <a:lstStyle/>
          <a:p>
            <a:r>
              <a:rPr lang="en-CA" sz="3600" dirty="0"/>
              <a:t>Item UOM Maintenance</a:t>
            </a:r>
            <a:endParaRPr lang="en-CA" dirty="0"/>
          </a:p>
        </p:txBody>
      </p:sp>
      <p:pic>
        <p:nvPicPr>
          <p:cNvPr id="7" name="Picture 6">
            <a:extLst>
              <a:ext uri="{FF2B5EF4-FFF2-40B4-BE49-F238E27FC236}">
                <a16:creationId xmlns:a16="http://schemas.microsoft.com/office/drawing/2014/main" xmlns="" id="{F39667A6-208B-43FE-A413-238F04E5117A}"/>
              </a:ext>
            </a:extLst>
          </p:cNvPr>
          <p:cNvPicPr>
            <a:picLocks noChangeAspect="1"/>
          </p:cNvPicPr>
          <p:nvPr>
            <p:custDataLst>
              <p:tags r:id="rId2"/>
            </p:custDataLst>
          </p:nvPr>
        </p:nvPicPr>
        <p:blipFill>
          <a:blip r:embed="rId20"/>
          <a:stretch>
            <a:fillRect/>
          </a:stretch>
        </p:blipFill>
        <p:spPr>
          <a:xfrm>
            <a:off x="426864" y="2643026"/>
            <a:ext cx="9118222" cy="3191950"/>
          </a:xfrm>
          <a:prstGeom prst="rect">
            <a:avLst/>
          </a:prstGeom>
        </p:spPr>
      </p:pic>
      <p:sp>
        <p:nvSpPr>
          <p:cNvPr id="8" name="Content Placeholder 2">
            <a:extLst>
              <a:ext uri="{FF2B5EF4-FFF2-40B4-BE49-F238E27FC236}">
                <a16:creationId xmlns:a16="http://schemas.microsoft.com/office/drawing/2014/main" xmlns="" id="{5A0A93D7-C31D-408B-A0AB-9E22C3E5B0D1}"/>
              </a:ext>
            </a:extLst>
          </p:cNvPr>
          <p:cNvSpPr>
            <a:spLocks noGrp="1"/>
          </p:cNvSpPr>
          <p:nvPr>
            <p:ph idx="1"/>
            <p:custDataLst>
              <p:tags r:id="rId3"/>
            </p:custDataLst>
          </p:nvPr>
        </p:nvSpPr>
        <p:spPr>
          <a:xfrm>
            <a:off x="838200" y="916525"/>
            <a:ext cx="10515600" cy="4824413"/>
          </a:xfrm>
        </p:spPr>
        <p:txBody>
          <a:bodyPr/>
          <a:lstStyle/>
          <a:p>
            <a:pPr marL="457200" indent="-457200" algn="just">
              <a:lnSpc>
                <a:spcPct val="150000"/>
              </a:lnSpc>
              <a:buFont typeface="+mj-lt"/>
              <a:buAutoNum type="arabicPeriod" startAt="9"/>
            </a:pPr>
            <a:r>
              <a:rPr lang="en-US" sz="2400" dirty="0"/>
              <a:t>In the </a:t>
            </a:r>
            <a:r>
              <a:rPr lang="en-US" sz="2400" b="1" dirty="0"/>
              <a:t>UOMs section</a:t>
            </a:r>
            <a:r>
              <a:rPr lang="en-US" sz="2400" dirty="0"/>
              <a:t>, update the desired fields as follows: </a:t>
            </a:r>
          </a:p>
        </p:txBody>
      </p:sp>
      <p:cxnSp>
        <p:nvCxnSpPr>
          <p:cNvPr id="9" name="Straight Arrow Connector 8">
            <a:extLst>
              <a:ext uri="{FF2B5EF4-FFF2-40B4-BE49-F238E27FC236}">
                <a16:creationId xmlns:a16="http://schemas.microsoft.com/office/drawing/2014/main" xmlns="" id="{09D761F0-BA49-4893-8DD8-ECEA6ACF95E5}"/>
              </a:ext>
            </a:extLst>
          </p:cNvPr>
          <p:cNvCxnSpPr>
            <a:cxnSpLocks/>
          </p:cNvCxnSpPr>
          <p:nvPr>
            <p:custDataLst>
              <p:tags r:id="rId4"/>
            </p:custDataLst>
          </p:nvPr>
        </p:nvCxnSpPr>
        <p:spPr>
          <a:xfrm>
            <a:off x="4793000" y="3494375"/>
            <a:ext cx="475208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xmlns="" id="{37B7AA0D-5187-4AD3-A9A8-42962A1DF7CA}"/>
              </a:ext>
            </a:extLst>
          </p:cNvPr>
          <p:cNvSpPr/>
          <p:nvPr>
            <p:custDataLst>
              <p:tags r:id="rId5"/>
            </p:custDataLst>
          </p:nvPr>
        </p:nvSpPr>
        <p:spPr>
          <a:xfrm>
            <a:off x="9745496" y="2880310"/>
            <a:ext cx="2388044" cy="923330"/>
          </a:xfrm>
          <a:prstGeom prst="rect">
            <a:avLst/>
          </a:prstGeom>
        </p:spPr>
        <p:txBody>
          <a:bodyPr wrap="square">
            <a:spAutoFit/>
          </a:bodyPr>
          <a:lstStyle/>
          <a:p>
            <a:pPr algn="just"/>
            <a:r>
              <a:rPr lang="en-US" dirty="0"/>
              <a:t>UOM for which tag labels are printed on a receipt record.</a:t>
            </a:r>
          </a:p>
        </p:txBody>
      </p:sp>
      <p:cxnSp>
        <p:nvCxnSpPr>
          <p:cNvPr id="12" name="Straight Arrow Connector 11">
            <a:extLst>
              <a:ext uri="{FF2B5EF4-FFF2-40B4-BE49-F238E27FC236}">
                <a16:creationId xmlns:a16="http://schemas.microsoft.com/office/drawing/2014/main" xmlns="" id="{3D68C136-3A60-4AF4-9DC0-B739EB98119D}"/>
              </a:ext>
            </a:extLst>
          </p:cNvPr>
          <p:cNvCxnSpPr>
            <a:cxnSpLocks/>
          </p:cNvCxnSpPr>
          <p:nvPr>
            <p:custDataLst>
              <p:tags r:id="rId6"/>
            </p:custDataLst>
          </p:nvPr>
        </p:nvCxnSpPr>
        <p:spPr>
          <a:xfrm>
            <a:off x="4793000" y="4085564"/>
            <a:ext cx="475208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Rectangle 12">
            <a:extLst>
              <a:ext uri="{FF2B5EF4-FFF2-40B4-BE49-F238E27FC236}">
                <a16:creationId xmlns:a16="http://schemas.microsoft.com/office/drawing/2014/main" xmlns="" id="{19A9D4A5-E028-4AF2-A23D-D980937E9C6F}"/>
              </a:ext>
            </a:extLst>
          </p:cNvPr>
          <p:cNvSpPr/>
          <p:nvPr>
            <p:custDataLst>
              <p:tags r:id="rId7"/>
            </p:custDataLst>
          </p:nvPr>
        </p:nvSpPr>
        <p:spPr>
          <a:xfrm>
            <a:off x="9687036" y="3777336"/>
            <a:ext cx="2446504" cy="1200329"/>
          </a:xfrm>
          <a:prstGeom prst="rect">
            <a:avLst/>
          </a:prstGeom>
        </p:spPr>
        <p:txBody>
          <a:bodyPr wrap="square">
            <a:spAutoFit/>
          </a:bodyPr>
          <a:lstStyle/>
          <a:p>
            <a:pPr algn="just"/>
            <a:r>
              <a:rPr lang="en-US" dirty="0"/>
              <a:t>UOM that defines a shipping carton that can be shipped directly to a customer as is. </a:t>
            </a:r>
          </a:p>
        </p:txBody>
      </p:sp>
      <p:cxnSp>
        <p:nvCxnSpPr>
          <p:cNvPr id="14" name="Straight Arrow Connector 13">
            <a:extLst>
              <a:ext uri="{FF2B5EF4-FFF2-40B4-BE49-F238E27FC236}">
                <a16:creationId xmlns:a16="http://schemas.microsoft.com/office/drawing/2014/main" xmlns="" id="{F76F70AB-BDC9-4AB0-90FC-CEF1D27ED5B5}"/>
              </a:ext>
            </a:extLst>
          </p:cNvPr>
          <p:cNvCxnSpPr>
            <a:cxnSpLocks/>
          </p:cNvCxnSpPr>
          <p:nvPr>
            <p:custDataLst>
              <p:tags r:id="rId8"/>
            </p:custDataLst>
          </p:nvPr>
        </p:nvCxnSpPr>
        <p:spPr>
          <a:xfrm>
            <a:off x="6374150" y="5557950"/>
            <a:ext cx="337134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xmlns="" id="{900F5FA6-6DD7-4ED7-953D-5758C11E040E}"/>
              </a:ext>
            </a:extLst>
          </p:cNvPr>
          <p:cNvSpPr/>
          <p:nvPr>
            <p:custDataLst>
              <p:tags r:id="rId9"/>
            </p:custDataLst>
          </p:nvPr>
        </p:nvSpPr>
        <p:spPr>
          <a:xfrm>
            <a:off x="9745496" y="5183659"/>
            <a:ext cx="2446504" cy="923330"/>
          </a:xfrm>
          <a:prstGeom prst="rect">
            <a:avLst/>
          </a:prstGeom>
        </p:spPr>
        <p:txBody>
          <a:bodyPr wrap="square">
            <a:spAutoFit/>
          </a:bodyPr>
          <a:lstStyle/>
          <a:p>
            <a:pPr algn="just"/>
            <a:r>
              <a:rPr lang="en-US" dirty="0"/>
              <a:t>Cycle count trigger quantity for an item and its corresponding UOM</a:t>
            </a:r>
            <a:r>
              <a:rPr lang="en-US" sz="1800" kern="1200" dirty="0">
                <a:solidFill>
                  <a:schemeClr val="tx1">
                    <a:lumMod val="50000"/>
                    <a:lumOff val="50000"/>
                  </a:schemeClr>
                </a:solidFill>
                <a:latin typeface="+mn-lt"/>
                <a:ea typeface="+mn-ea"/>
                <a:cs typeface="+mn-cs"/>
              </a:rPr>
              <a:t>. </a:t>
            </a:r>
            <a:endParaRPr lang="en-CA" dirty="0"/>
          </a:p>
        </p:txBody>
      </p:sp>
      <p:cxnSp>
        <p:nvCxnSpPr>
          <p:cNvPr id="17" name="Straight Arrow Connector 16">
            <a:extLst>
              <a:ext uri="{FF2B5EF4-FFF2-40B4-BE49-F238E27FC236}">
                <a16:creationId xmlns:a16="http://schemas.microsoft.com/office/drawing/2014/main" xmlns="" id="{22915B75-25E6-4249-9E26-3B7660DB9236}"/>
              </a:ext>
            </a:extLst>
          </p:cNvPr>
          <p:cNvCxnSpPr>
            <a:cxnSpLocks/>
          </p:cNvCxnSpPr>
          <p:nvPr>
            <p:custDataLst>
              <p:tags r:id="rId10"/>
            </p:custDataLst>
          </p:nvPr>
        </p:nvCxnSpPr>
        <p:spPr>
          <a:xfrm>
            <a:off x="3725696" y="5374448"/>
            <a:ext cx="0" cy="488591"/>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1" name="Rectangle 20">
            <a:extLst>
              <a:ext uri="{FF2B5EF4-FFF2-40B4-BE49-F238E27FC236}">
                <a16:creationId xmlns:a16="http://schemas.microsoft.com/office/drawing/2014/main" xmlns="" id="{79F6F9D1-C2CB-471C-A858-B59AF05C710E}"/>
              </a:ext>
            </a:extLst>
          </p:cNvPr>
          <p:cNvSpPr/>
          <p:nvPr>
            <p:custDataLst>
              <p:tags r:id="rId11"/>
            </p:custDataLst>
          </p:nvPr>
        </p:nvSpPr>
        <p:spPr>
          <a:xfrm>
            <a:off x="2346496" y="5855557"/>
            <a:ext cx="3325416" cy="646331"/>
          </a:xfrm>
          <a:prstGeom prst="rect">
            <a:avLst/>
          </a:prstGeom>
        </p:spPr>
        <p:txBody>
          <a:bodyPr wrap="square">
            <a:spAutoFit/>
          </a:bodyPr>
          <a:lstStyle/>
          <a:p>
            <a:pPr algn="just"/>
            <a:r>
              <a:rPr lang="en-US" dirty="0"/>
              <a:t>The largest unit of measure for which a pick label will be printed. </a:t>
            </a:r>
          </a:p>
        </p:txBody>
      </p:sp>
      <p:cxnSp>
        <p:nvCxnSpPr>
          <p:cNvPr id="22" name="Straight Arrow Connector 21">
            <a:extLst>
              <a:ext uri="{FF2B5EF4-FFF2-40B4-BE49-F238E27FC236}">
                <a16:creationId xmlns:a16="http://schemas.microsoft.com/office/drawing/2014/main" xmlns="" id="{43DC2493-762F-4DB9-A473-CDAF5F38C6F1}"/>
              </a:ext>
            </a:extLst>
          </p:cNvPr>
          <p:cNvCxnSpPr>
            <a:cxnSpLocks/>
          </p:cNvCxnSpPr>
          <p:nvPr>
            <p:custDataLst>
              <p:tags r:id="rId12"/>
            </p:custDataLst>
          </p:nvPr>
        </p:nvCxnSpPr>
        <p:spPr>
          <a:xfrm flipH="1">
            <a:off x="2346496" y="3796386"/>
            <a:ext cx="742950" cy="7254"/>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6" name="Rectangle 25">
            <a:extLst>
              <a:ext uri="{FF2B5EF4-FFF2-40B4-BE49-F238E27FC236}">
                <a16:creationId xmlns:a16="http://schemas.microsoft.com/office/drawing/2014/main" xmlns="" id="{D951A2DE-CF2F-4DFE-BED7-683AB06AA21F}"/>
              </a:ext>
            </a:extLst>
          </p:cNvPr>
          <p:cNvSpPr/>
          <p:nvPr>
            <p:custDataLst>
              <p:tags r:id="rId13"/>
            </p:custDataLst>
          </p:nvPr>
        </p:nvSpPr>
        <p:spPr>
          <a:xfrm>
            <a:off x="260091" y="3507260"/>
            <a:ext cx="1983303" cy="1200329"/>
          </a:xfrm>
          <a:prstGeom prst="rect">
            <a:avLst/>
          </a:prstGeom>
        </p:spPr>
        <p:txBody>
          <a:bodyPr wrap="square">
            <a:spAutoFit/>
          </a:bodyPr>
          <a:lstStyle/>
          <a:p>
            <a:pPr algn="just"/>
            <a:r>
              <a:rPr lang="en-US" dirty="0"/>
              <a:t>Commands are displayed to users in this UOM whenever possible. </a:t>
            </a:r>
          </a:p>
        </p:txBody>
      </p:sp>
      <p:cxnSp>
        <p:nvCxnSpPr>
          <p:cNvPr id="29" name="Straight Arrow Connector 28">
            <a:extLst>
              <a:ext uri="{FF2B5EF4-FFF2-40B4-BE49-F238E27FC236}">
                <a16:creationId xmlns:a16="http://schemas.microsoft.com/office/drawing/2014/main" xmlns="" id="{7BD70FF9-F90D-44F8-AA07-6DC002BC07E1}"/>
              </a:ext>
            </a:extLst>
          </p:cNvPr>
          <p:cNvCxnSpPr>
            <a:cxnSpLocks/>
          </p:cNvCxnSpPr>
          <p:nvPr>
            <p:custDataLst>
              <p:tags r:id="rId14"/>
            </p:custDataLst>
          </p:nvPr>
        </p:nvCxnSpPr>
        <p:spPr>
          <a:xfrm flipV="1">
            <a:off x="5040650" y="2643026"/>
            <a:ext cx="0" cy="40915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4" name="Rectangle 33">
            <a:extLst>
              <a:ext uri="{FF2B5EF4-FFF2-40B4-BE49-F238E27FC236}">
                <a16:creationId xmlns:a16="http://schemas.microsoft.com/office/drawing/2014/main" xmlns="" id="{EF9A6E51-1805-49FF-94C0-98FE8DDAC636}"/>
              </a:ext>
            </a:extLst>
          </p:cNvPr>
          <p:cNvSpPr/>
          <p:nvPr>
            <p:custDataLst>
              <p:tags r:id="rId15"/>
            </p:custDataLst>
          </p:nvPr>
        </p:nvSpPr>
        <p:spPr>
          <a:xfrm>
            <a:off x="2310422" y="1905886"/>
            <a:ext cx="3486440" cy="923330"/>
          </a:xfrm>
          <a:prstGeom prst="rect">
            <a:avLst/>
          </a:prstGeom>
        </p:spPr>
        <p:txBody>
          <a:bodyPr wrap="square">
            <a:spAutoFit/>
          </a:bodyPr>
          <a:lstStyle/>
          <a:p>
            <a:pPr algn="just"/>
            <a:r>
              <a:rPr lang="en-US" dirty="0"/>
              <a:t>Quantity per Tag which defines the unit of measure for which a tag ID is generated. </a:t>
            </a:r>
          </a:p>
        </p:txBody>
      </p:sp>
      <p:cxnSp>
        <p:nvCxnSpPr>
          <p:cNvPr id="35" name="Straight Arrow Connector 34">
            <a:extLst>
              <a:ext uri="{FF2B5EF4-FFF2-40B4-BE49-F238E27FC236}">
                <a16:creationId xmlns:a16="http://schemas.microsoft.com/office/drawing/2014/main" xmlns="" id="{698491B9-27D4-4FAC-8789-665358BED638}"/>
              </a:ext>
            </a:extLst>
          </p:cNvPr>
          <p:cNvCxnSpPr>
            <a:cxnSpLocks/>
          </p:cNvCxnSpPr>
          <p:nvPr>
            <p:custDataLst>
              <p:tags r:id="rId16"/>
            </p:custDataLst>
          </p:nvPr>
        </p:nvCxnSpPr>
        <p:spPr>
          <a:xfrm flipV="1">
            <a:off x="7745750" y="2643026"/>
            <a:ext cx="0" cy="40915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7" name="Rectangle 36">
            <a:extLst>
              <a:ext uri="{FF2B5EF4-FFF2-40B4-BE49-F238E27FC236}">
                <a16:creationId xmlns:a16="http://schemas.microsoft.com/office/drawing/2014/main" xmlns="" id="{17E9273D-79A6-4C8C-A146-4448C575A321}"/>
              </a:ext>
            </a:extLst>
          </p:cNvPr>
          <p:cNvSpPr/>
          <p:nvPr>
            <p:custDataLst>
              <p:tags r:id="rId17"/>
            </p:custDataLst>
          </p:nvPr>
        </p:nvSpPr>
        <p:spPr>
          <a:xfrm>
            <a:off x="5963634" y="1713539"/>
            <a:ext cx="3639907" cy="1200329"/>
          </a:xfrm>
          <a:prstGeom prst="rect">
            <a:avLst/>
          </a:prstGeom>
        </p:spPr>
        <p:txBody>
          <a:bodyPr wrap="square">
            <a:spAutoFit/>
          </a:bodyPr>
          <a:lstStyle/>
          <a:p>
            <a:pPr algn="just"/>
            <a:r>
              <a:rPr lang="en-US" dirty="0"/>
              <a:t>Minimum and maximum quantity (in the lowest UOM) of inventory that can be associated with a full load for the item.</a:t>
            </a:r>
          </a:p>
        </p:txBody>
      </p:sp>
    </p:spTree>
    <p:extLst>
      <p:ext uri="{BB962C8B-B14F-4D97-AF65-F5344CB8AC3E}">
        <p14:creationId xmlns:p14="http://schemas.microsoft.com/office/powerpoint/2010/main" val="3204026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648641-9AEA-44CC-81A8-B1DB4ABA7182}"/>
              </a:ext>
            </a:extLst>
          </p:cNvPr>
          <p:cNvSpPr>
            <a:spLocks noGrp="1"/>
          </p:cNvSpPr>
          <p:nvPr>
            <p:ph type="title"/>
            <p:custDataLst>
              <p:tags r:id="rId1"/>
            </p:custDataLst>
          </p:nvPr>
        </p:nvSpPr>
        <p:spPr/>
        <p:txBody>
          <a:bodyPr/>
          <a:lstStyle/>
          <a:p>
            <a:r>
              <a:rPr lang="en-CA" sz="3600" dirty="0"/>
              <a:t>Item UOM Maintenance</a:t>
            </a:r>
            <a:endParaRPr lang="en-CA" dirty="0"/>
          </a:p>
        </p:txBody>
      </p:sp>
      <p:sp>
        <p:nvSpPr>
          <p:cNvPr id="4" name="Content Placeholder 2">
            <a:extLst>
              <a:ext uri="{FF2B5EF4-FFF2-40B4-BE49-F238E27FC236}">
                <a16:creationId xmlns:a16="http://schemas.microsoft.com/office/drawing/2014/main" xmlns="" id="{E0C5F203-6934-4EFB-90B8-43BB503E1648}"/>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10"/>
            </a:pPr>
            <a:r>
              <a:rPr lang="en-US" dirty="0"/>
              <a:t>Once all the required fields in the sections have been completed, click Submit.</a:t>
            </a:r>
          </a:p>
          <a:p>
            <a:pPr marL="457200" indent="-457200" algn="just">
              <a:lnSpc>
                <a:spcPct val="130000"/>
              </a:lnSpc>
              <a:buFont typeface="+mj-lt"/>
              <a:buAutoNum type="arabicPeriod" startAt="10"/>
            </a:pPr>
            <a:endParaRPr lang="en-US" dirty="0"/>
          </a:p>
          <a:p>
            <a:pPr marL="457200" indent="-457200" algn="just">
              <a:lnSpc>
                <a:spcPct val="130000"/>
              </a:lnSpc>
              <a:buFont typeface="+mj-lt"/>
              <a:buAutoNum type="arabicPeriod" startAt="10"/>
            </a:pPr>
            <a:endParaRPr lang="en-US" dirty="0"/>
          </a:p>
          <a:p>
            <a:pPr marL="457200" indent="-457200" algn="just">
              <a:lnSpc>
                <a:spcPct val="130000"/>
              </a:lnSpc>
              <a:buFont typeface="+mj-lt"/>
              <a:buAutoNum type="arabicPeriod" startAt="10"/>
            </a:pPr>
            <a:endParaRPr lang="en-US" dirty="0"/>
          </a:p>
          <a:p>
            <a:pPr marL="0" indent="0" algn="just">
              <a:lnSpc>
                <a:spcPct val="130000"/>
              </a:lnSpc>
              <a:buNone/>
            </a:pPr>
            <a:endParaRPr lang="en-US" sz="1600" dirty="0"/>
          </a:p>
          <a:p>
            <a:pPr marL="457200" indent="-457200" algn="just">
              <a:lnSpc>
                <a:spcPct val="130000"/>
              </a:lnSpc>
              <a:buFont typeface="+mj-lt"/>
              <a:buAutoNum type="arabicPeriod" startAt="11"/>
            </a:pPr>
            <a:r>
              <a:rPr lang="en-US" dirty="0"/>
              <a:t>Click on Close to exit the Item UOM Maintenance resource.</a:t>
            </a:r>
            <a:endParaRPr lang="en-CA" dirty="0"/>
          </a:p>
          <a:p>
            <a:pPr marL="457200" indent="-457200" algn="just">
              <a:lnSpc>
                <a:spcPct val="130000"/>
              </a:lnSpc>
              <a:buFont typeface="+mj-lt"/>
              <a:buAutoNum type="arabicPeriod" startAt="11"/>
            </a:pPr>
            <a:endParaRPr lang="en-CA" dirty="0"/>
          </a:p>
        </p:txBody>
      </p:sp>
      <p:pic>
        <p:nvPicPr>
          <p:cNvPr id="6" name="Picture 5">
            <a:extLst>
              <a:ext uri="{FF2B5EF4-FFF2-40B4-BE49-F238E27FC236}">
                <a16:creationId xmlns:a16="http://schemas.microsoft.com/office/drawing/2014/main" xmlns="" id="{4788C662-E33F-4A01-9F78-52C7F4087C4D}"/>
              </a:ext>
            </a:extLst>
          </p:cNvPr>
          <p:cNvPicPr>
            <a:picLocks noChangeAspect="1"/>
          </p:cNvPicPr>
          <p:nvPr>
            <p:custDataLst>
              <p:tags r:id="rId3"/>
            </p:custDataLst>
          </p:nvPr>
        </p:nvPicPr>
        <p:blipFill>
          <a:blip r:embed="rId6"/>
          <a:stretch>
            <a:fillRect/>
          </a:stretch>
        </p:blipFill>
        <p:spPr>
          <a:xfrm>
            <a:off x="838200" y="2136839"/>
            <a:ext cx="11021704" cy="1624496"/>
          </a:xfrm>
          <a:prstGeom prst="rect">
            <a:avLst/>
          </a:prstGeom>
        </p:spPr>
      </p:pic>
      <p:pic>
        <p:nvPicPr>
          <p:cNvPr id="8" name="Picture 7">
            <a:extLst>
              <a:ext uri="{FF2B5EF4-FFF2-40B4-BE49-F238E27FC236}">
                <a16:creationId xmlns:a16="http://schemas.microsoft.com/office/drawing/2014/main" xmlns="" id="{CE3B16E7-3510-4FC9-98BA-80D8877B3033}"/>
              </a:ext>
            </a:extLst>
          </p:cNvPr>
          <p:cNvPicPr>
            <a:picLocks noChangeAspect="1"/>
          </p:cNvPicPr>
          <p:nvPr>
            <p:custDataLst>
              <p:tags r:id="rId4"/>
            </p:custDataLst>
          </p:nvPr>
        </p:nvPicPr>
        <p:blipFill>
          <a:blip r:embed="rId7"/>
          <a:stretch>
            <a:fillRect/>
          </a:stretch>
        </p:blipFill>
        <p:spPr>
          <a:xfrm>
            <a:off x="332096" y="4897658"/>
            <a:ext cx="11687033" cy="1095148"/>
          </a:xfrm>
          <a:prstGeom prst="rect">
            <a:avLst/>
          </a:prstGeom>
        </p:spPr>
      </p:pic>
    </p:spTree>
    <p:extLst>
      <p:ext uri="{BB962C8B-B14F-4D97-AF65-F5344CB8AC3E}">
        <p14:creationId xmlns:p14="http://schemas.microsoft.com/office/powerpoint/2010/main" val="110084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Inventory Management</a:t>
            </a:r>
            <a:br>
              <a:rPr lang="en-CA" sz="4400" b="1" dirty="0"/>
            </a:br>
            <a:r>
              <a:rPr lang="en-CA" sz="4400" dirty="0"/>
              <a:t>Item Volumetrics Maintenance</a:t>
            </a:r>
          </a:p>
        </p:txBody>
      </p:sp>
      <p:sp>
        <p:nvSpPr>
          <p:cNvPr id="4" name="TextBox 3">
            <a:extLst>
              <a:ext uri="{FF2B5EF4-FFF2-40B4-BE49-F238E27FC236}">
                <a16:creationId xmlns:a16="http://schemas.microsoft.com/office/drawing/2014/main" xmlns="" id="{852DBB9E-6255-4F73-AFE4-3D6C12214A5D}"/>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623725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953860-89EB-4CEF-8ABE-CEE1A00FC114}"/>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3" name="Content Placeholder 2">
            <a:extLst>
              <a:ext uri="{FF2B5EF4-FFF2-40B4-BE49-F238E27FC236}">
                <a16:creationId xmlns:a16="http://schemas.microsoft.com/office/drawing/2014/main" xmlns="" id="{8221F274-BC26-4E74-AB9D-71F773282F5F}"/>
              </a:ext>
            </a:extLst>
          </p:cNvPr>
          <p:cNvSpPr>
            <a:spLocks noGrp="1"/>
          </p:cNvSpPr>
          <p:nvPr>
            <p:ph idx="1"/>
            <p:custDataLst>
              <p:tags r:id="rId2"/>
            </p:custDataLst>
          </p:nvPr>
        </p:nvSpPr>
        <p:spPr>
          <a:xfrm>
            <a:off x="838200" y="1066800"/>
            <a:ext cx="10515600" cy="5110163"/>
          </a:xfrm>
        </p:spPr>
        <p:txBody>
          <a:bodyPr/>
          <a:lstStyle/>
          <a:p>
            <a:pPr algn="just">
              <a:lnSpc>
                <a:spcPct val="150000"/>
              </a:lnSpc>
            </a:pPr>
            <a:r>
              <a:rPr lang="en-US" sz="2200" dirty="0"/>
              <a:t>The Item Volumetrics Maintenance view is an item maintenance view that enables the </a:t>
            </a:r>
            <a:r>
              <a:rPr lang="en-US" sz="2200" b="1" dirty="0"/>
              <a:t>modification of item volumetrics data </a:t>
            </a:r>
            <a:r>
              <a:rPr lang="en-CA" sz="2200" b="1" dirty="0"/>
              <a:t>even if there is inventory for this item </a:t>
            </a:r>
            <a:r>
              <a:rPr lang="en-CA" sz="2200" dirty="0"/>
              <a:t>in the warehouse</a:t>
            </a:r>
            <a:r>
              <a:rPr lang="en-US" sz="2200" b="1" dirty="0"/>
              <a:t>. </a:t>
            </a:r>
          </a:p>
          <a:p>
            <a:pPr algn="just">
              <a:lnSpc>
                <a:spcPct val="150000"/>
              </a:lnSpc>
            </a:pPr>
            <a:r>
              <a:rPr lang="en-US" sz="2200" dirty="0"/>
              <a:t>This view allows changes to the </a:t>
            </a:r>
            <a:r>
              <a:rPr lang="en-US" sz="2200" b="1" dirty="0"/>
              <a:t>dimensions and weight </a:t>
            </a:r>
            <a:r>
              <a:rPr lang="en-US" sz="2200" dirty="0"/>
              <a:t>of each UOM.</a:t>
            </a:r>
          </a:p>
          <a:p>
            <a:pPr algn="just">
              <a:lnSpc>
                <a:spcPct val="150000"/>
              </a:lnSpc>
            </a:pPr>
            <a:r>
              <a:rPr lang="en-US" sz="2200" dirty="0"/>
              <a:t>The maintenance of item volumetrics is </a:t>
            </a:r>
            <a:r>
              <a:rPr lang="en-US" sz="2200" b="1" dirty="0"/>
              <a:t>not allowed when there is one or more queued command(s)</a:t>
            </a:r>
            <a:r>
              <a:rPr lang="en-US" sz="2200" dirty="0"/>
              <a:t> in the WMS for this item.</a:t>
            </a:r>
          </a:p>
          <a:p>
            <a:pPr algn="just">
              <a:lnSpc>
                <a:spcPct val="150000"/>
              </a:lnSpc>
            </a:pPr>
            <a:r>
              <a:rPr lang="en-US" sz="2200" dirty="0"/>
              <a:t>Changes to the item volumetrics through this view </a:t>
            </a:r>
            <a:r>
              <a:rPr lang="en-US" sz="2200" b="1" u="sng" dirty="0"/>
              <a:t>will be applied to all new inventory</a:t>
            </a:r>
            <a:r>
              <a:rPr lang="en-US" sz="2200" dirty="0"/>
              <a:t>. If you wish to change some or all the existing inventory records with new volumetrics, this can be achieved through the </a:t>
            </a:r>
            <a:r>
              <a:rPr lang="en-US" sz="2200" dirty="0">
                <a:hlinkClick r:id="rId5" action="ppaction://hlinksldjump"/>
              </a:rPr>
              <a:t>Inventory Volumetrics Maintenance</a:t>
            </a:r>
            <a:r>
              <a:rPr lang="en-US" sz="2200" dirty="0"/>
              <a:t> resource.</a:t>
            </a:r>
          </a:p>
          <a:p>
            <a:pPr algn="just">
              <a:lnSpc>
                <a:spcPct val="150000"/>
              </a:lnSpc>
            </a:pPr>
            <a:endParaRPr lang="en-CA" sz="2200" dirty="0">
              <a:highlight>
                <a:srgbClr val="FFFF00"/>
              </a:highlight>
            </a:endParaRPr>
          </a:p>
          <a:p>
            <a:pPr algn="just">
              <a:lnSpc>
                <a:spcPct val="150000"/>
              </a:lnSpc>
            </a:pPr>
            <a:endParaRPr lang="en-CA" sz="2200" dirty="0"/>
          </a:p>
        </p:txBody>
      </p:sp>
    </p:spTree>
    <p:extLst>
      <p:ext uri="{BB962C8B-B14F-4D97-AF65-F5344CB8AC3E}">
        <p14:creationId xmlns:p14="http://schemas.microsoft.com/office/powerpoint/2010/main" val="375912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1B079-227E-4525-A4E4-8189208312FF}"/>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xmlns="" id="{D6AF953B-1654-46D4-B1A3-1597147A6C5F}"/>
              </a:ext>
            </a:extLst>
          </p:cNvPr>
          <p:cNvSpPr>
            <a:spLocks noGrp="1"/>
          </p:cNvSpPr>
          <p:nvPr>
            <p:ph idx="1"/>
            <p:custDataLst>
              <p:tags r:id="rId2"/>
            </p:custDataLst>
          </p:nvPr>
        </p:nvSpPr>
        <p:spPr>
          <a:xfrm>
            <a:off x="669387" y="1344706"/>
            <a:ext cx="6742066"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Inventory Management </a:t>
            </a:r>
            <a:r>
              <a:rPr lang="en-US" sz="2300" dirty="0"/>
              <a:t>resource</a:t>
            </a:r>
            <a:r>
              <a:rPr lang="en-US" sz="2300" b="1" dirty="0"/>
              <a:t>. </a:t>
            </a:r>
            <a:endParaRPr lang="en-US" sz="2300" dirty="0"/>
          </a:p>
          <a:p>
            <a:pPr marL="457200" indent="-457200" algn="just">
              <a:lnSpc>
                <a:spcPct val="150000"/>
              </a:lnSpc>
              <a:buFont typeface="+mj-lt"/>
              <a:buAutoNum type="arabicPeriod"/>
            </a:pPr>
            <a:r>
              <a:rPr lang="en-US" sz="2300" dirty="0"/>
              <a:t>Under Inventory Management, click on </a:t>
            </a:r>
            <a:r>
              <a:rPr lang="en-US" sz="2300" b="1" dirty="0"/>
              <a:t>Inventory</a:t>
            </a:r>
            <a:r>
              <a:rPr lang="en-US" sz="2300" dirty="0"/>
              <a:t>.</a:t>
            </a:r>
          </a:p>
          <a:p>
            <a:pPr marL="457200" indent="-457200" algn="just">
              <a:lnSpc>
                <a:spcPct val="150000"/>
              </a:lnSpc>
              <a:buFont typeface="+mj-lt"/>
              <a:buAutoNum type="arabicPeriod"/>
            </a:pPr>
            <a:r>
              <a:rPr lang="en-US" sz="2300" dirty="0"/>
              <a:t>Under Inventory, click on </a:t>
            </a:r>
            <a:r>
              <a:rPr lang="en-US" sz="2300" b="1" dirty="0"/>
              <a:t>Item Volumetrics Maintenance.</a:t>
            </a:r>
            <a:endParaRPr lang="en-US" sz="2300" dirty="0"/>
          </a:p>
          <a:p>
            <a:pPr marL="0" indent="0" algn="just">
              <a:lnSpc>
                <a:spcPct val="150000"/>
              </a:lnSpc>
              <a:buNone/>
            </a:pPr>
            <a:endParaRPr lang="en-US" sz="2200" dirty="0"/>
          </a:p>
        </p:txBody>
      </p:sp>
      <p:pic>
        <p:nvPicPr>
          <p:cNvPr id="5" name="Picture 4">
            <a:extLst>
              <a:ext uri="{FF2B5EF4-FFF2-40B4-BE49-F238E27FC236}">
                <a16:creationId xmlns:a16="http://schemas.microsoft.com/office/drawing/2014/main" xmlns="" id="{779A9056-4CBE-4AFD-9F24-7DF2ABF0371C}"/>
              </a:ext>
            </a:extLst>
          </p:cNvPr>
          <p:cNvPicPr>
            <a:picLocks noChangeAspect="1"/>
          </p:cNvPicPr>
          <p:nvPr>
            <p:custDataLst>
              <p:tags r:id="rId3"/>
            </p:custDataLst>
          </p:nvPr>
        </p:nvPicPr>
        <p:blipFill>
          <a:blip r:embed="rId5"/>
          <a:stretch>
            <a:fillRect/>
          </a:stretch>
        </p:blipFill>
        <p:spPr>
          <a:xfrm>
            <a:off x="8020050" y="365125"/>
            <a:ext cx="3502563" cy="5822141"/>
          </a:xfrm>
          <a:prstGeom prst="rect">
            <a:avLst/>
          </a:prstGeom>
        </p:spPr>
      </p:pic>
    </p:spTree>
    <p:extLst>
      <p:ext uri="{BB962C8B-B14F-4D97-AF65-F5344CB8AC3E}">
        <p14:creationId xmlns:p14="http://schemas.microsoft.com/office/powerpoint/2010/main" val="3596813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FBE098-62C7-45A7-B789-152A90C3515D}"/>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xmlns="" id="{25CC2C86-E122-46DA-9E54-3A51AB62D03F}"/>
              </a:ext>
            </a:extLst>
          </p:cNvPr>
          <p:cNvSpPr>
            <a:spLocks noGrp="1"/>
          </p:cNvSpPr>
          <p:nvPr>
            <p:ph idx="1"/>
            <p:custDataLst>
              <p:tags r:id="rId2"/>
            </p:custDataLst>
          </p:nvPr>
        </p:nvSpPr>
        <p:spPr>
          <a:xfrm>
            <a:off x="838200" y="1352550"/>
            <a:ext cx="10515600" cy="4824413"/>
          </a:xfrm>
        </p:spPr>
        <p:txBody>
          <a:bodyPr/>
          <a:lstStyle/>
          <a:p>
            <a:pPr marL="457200" indent="-457200" algn="just">
              <a:lnSpc>
                <a:spcPct val="150000"/>
              </a:lnSpc>
              <a:buFont typeface="+mj-lt"/>
              <a:buAutoNum type="arabicPeriod" startAt="5"/>
            </a:pPr>
            <a:r>
              <a:rPr lang="en-US" sz="2400" dirty="0"/>
              <a:t>Perform a search to retrieve the item you wish to update and click on View Record Details. </a:t>
            </a:r>
            <a:endParaRPr lang="en-US" dirty="0"/>
          </a:p>
          <a:p>
            <a:endParaRPr lang="en-CA" dirty="0"/>
          </a:p>
        </p:txBody>
      </p:sp>
      <p:pic>
        <p:nvPicPr>
          <p:cNvPr id="6" name="Picture 5">
            <a:extLst>
              <a:ext uri="{FF2B5EF4-FFF2-40B4-BE49-F238E27FC236}">
                <a16:creationId xmlns:a16="http://schemas.microsoft.com/office/drawing/2014/main" xmlns="" id="{3753803C-A1EA-4138-B553-63756C180EB9}"/>
              </a:ext>
            </a:extLst>
          </p:cNvPr>
          <p:cNvPicPr>
            <a:picLocks noChangeAspect="1"/>
          </p:cNvPicPr>
          <p:nvPr>
            <p:custDataLst>
              <p:tags r:id="rId3"/>
            </p:custDataLst>
          </p:nvPr>
        </p:nvPicPr>
        <p:blipFill>
          <a:blip r:embed="rId5"/>
          <a:stretch>
            <a:fillRect/>
          </a:stretch>
        </p:blipFill>
        <p:spPr>
          <a:xfrm>
            <a:off x="310551" y="2678113"/>
            <a:ext cx="11570898" cy="2374352"/>
          </a:xfrm>
          <a:prstGeom prst="rect">
            <a:avLst/>
          </a:prstGeom>
        </p:spPr>
      </p:pic>
    </p:spTree>
    <p:extLst>
      <p:ext uri="{BB962C8B-B14F-4D97-AF65-F5344CB8AC3E}">
        <p14:creationId xmlns:p14="http://schemas.microsoft.com/office/powerpoint/2010/main" val="256788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5BEF80-5534-4040-BBCC-5882A9DC8FE4}"/>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xmlns="" id="{0350A024-20D5-463D-9952-60A8E354EA8C}"/>
              </a:ext>
            </a:extLst>
          </p:cNvPr>
          <p:cNvSpPr>
            <a:spLocks noGrp="1"/>
          </p:cNvSpPr>
          <p:nvPr>
            <p:ph idx="1"/>
            <p:custDataLst>
              <p:tags r:id="rId2"/>
            </p:custDataLst>
          </p:nvPr>
        </p:nvSpPr>
        <p:spPr>
          <a:xfrm>
            <a:off x="838200" y="1295400"/>
            <a:ext cx="10515600" cy="4824413"/>
          </a:xfrm>
        </p:spPr>
        <p:txBody>
          <a:bodyPr/>
          <a:lstStyle/>
          <a:p>
            <a:pPr marL="457200" indent="-457200" algn="just">
              <a:lnSpc>
                <a:spcPct val="150000"/>
              </a:lnSpc>
              <a:buFont typeface="+mj-lt"/>
              <a:buAutoNum type="arabicPeriod" startAt="6"/>
            </a:pPr>
            <a:r>
              <a:rPr lang="en-US" sz="2400" dirty="0"/>
              <a:t>In the </a:t>
            </a:r>
            <a:r>
              <a:rPr lang="en-US" sz="2400" b="1" dirty="0"/>
              <a:t>Volume and Weight </a:t>
            </a:r>
            <a:r>
              <a:rPr lang="en-US" sz="2400" dirty="0"/>
              <a:t>section, update the desired fields as follows: </a:t>
            </a:r>
          </a:p>
        </p:txBody>
      </p:sp>
      <p:pic>
        <p:nvPicPr>
          <p:cNvPr id="6" name="Picture 5">
            <a:extLst>
              <a:ext uri="{FF2B5EF4-FFF2-40B4-BE49-F238E27FC236}">
                <a16:creationId xmlns:a16="http://schemas.microsoft.com/office/drawing/2014/main" xmlns="" id="{9882E3A4-343C-446E-9C74-242DB57913D5}"/>
              </a:ext>
            </a:extLst>
          </p:cNvPr>
          <p:cNvPicPr>
            <a:picLocks noChangeAspect="1"/>
          </p:cNvPicPr>
          <p:nvPr>
            <p:custDataLst>
              <p:tags r:id="rId3"/>
            </p:custDataLst>
          </p:nvPr>
        </p:nvPicPr>
        <p:blipFill>
          <a:blip r:embed="rId16"/>
          <a:stretch>
            <a:fillRect/>
          </a:stretch>
        </p:blipFill>
        <p:spPr>
          <a:xfrm>
            <a:off x="126964" y="3188782"/>
            <a:ext cx="10167949" cy="2043913"/>
          </a:xfrm>
          <a:prstGeom prst="rect">
            <a:avLst/>
          </a:prstGeom>
        </p:spPr>
      </p:pic>
      <p:cxnSp>
        <p:nvCxnSpPr>
          <p:cNvPr id="7" name="Straight Arrow Connector 6">
            <a:extLst>
              <a:ext uri="{FF2B5EF4-FFF2-40B4-BE49-F238E27FC236}">
                <a16:creationId xmlns:a16="http://schemas.microsoft.com/office/drawing/2014/main" xmlns="" id="{A3A7A5CE-2EE1-4FA1-A364-1E6EA827161C}"/>
              </a:ext>
            </a:extLst>
          </p:cNvPr>
          <p:cNvCxnSpPr>
            <a:cxnSpLocks/>
          </p:cNvCxnSpPr>
          <p:nvPr>
            <p:custDataLst>
              <p:tags r:id="rId4"/>
            </p:custDataLst>
          </p:nvPr>
        </p:nvCxnSpPr>
        <p:spPr>
          <a:xfrm flipV="1">
            <a:off x="4277657" y="3154276"/>
            <a:ext cx="0" cy="40915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xmlns="" id="{35732108-FFD2-47A1-9754-25F2CC8EBEDC}"/>
              </a:ext>
            </a:extLst>
          </p:cNvPr>
          <p:cNvCxnSpPr>
            <a:cxnSpLocks/>
          </p:cNvCxnSpPr>
          <p:nvPr>
            <p:custDataLst>
              <p:tags r:id="rId5"/>
            </p:custDataLst>
          </p:nvPr>
        </p:nvCxnSpPr>
        <p:spPr>
          <a:xfrm flipV="1">
            <a:off x="6396876" y="3154276"/>
            <a:ext cx="0" cy="40915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xmlns="" id="{EE5AC546-42C8-4391-92DA-0A486F1F25BA}"/>
              </a:ext>
            </a:extLst>
          </p:cNvPr>
          <p:cNvCxnSpPr>
            <a:cxnSpLocks/>
          </p:cNvCxnSpPr>
          <p:nvPr>
            <p:custDataLst>
              <p:tags r:id="rId6"/>
            </p:custDataLst>
          </p:nvPr>
        </p:nvCxnSpPr>
        <p:spPr>
          <a:xfrm flipV="1">
            <a:off x="8843906" y="3154275"/>
            <a:ext cx="0" cy="40915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xmlns="" id="{4B391B2C-C843-4423-A394-891EB409CF5B}"/>
              </a:ext>
            </a:extLst>
          </p:cNvPr>
          <p:cNvCxnSpPr>
            <a:cxnSpLocks/>
          </p:cNvCxnSpPr>
          <p:nvPr>
            <p:custDataLst>
              <p:tags r:id="rId7"/>
            </p:custDataLst>
          </p:nvPr>
        </p:nvCxnSpPr>
        <p:spPr>
          <a:xfrm flipV="1">
            <a:off x="10134993" y="3684207"/>
            <a:ext cx="316349" cy="1"/>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2" name="Rectangle 11">
            <a:extLst>
              <a:ext uri="{FF2B5EF4-FFF2-40B4-BE49-F238E27FC236}">
                <a16:creationId xmlns:a16="http://schemas.microsoft.com/office/drawing/2014/main" xmlns="" id="{CF91E8CF-455F-47B7-A966-4A6C09F88A76}"/>
              </a:ext>
            </a:extLst>
          </p:cNvPr>
          <p:cNvSpPr/>
          <p:nvPr>
            <p:custDataLst>
              <p:tags r:id="rId8"/>
            </p:custDataLst>
          </p:nvPr>
        </p:nvSpPr>
        <p:spPr>
          <a:xfrm>
            <a:off x="3082033" y="2156521"/>
            <a:ext cx="2388044" cy="9233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The level 1 height of the specified UOM inventory.</a:t>
            </a:r>
          </a:p>
        </p:txBody>
      </p:sp>
      <p:sp>
        <p:nvSpPr>
          <p:cNvPr id="14" name="Rectangle 13">
            <a:extLst>
              <a:ext uri="{FF2B5EF4-FFF2-40B4-BE49-F238E27FC236}">
                <a16:creationId xmlns:a16="http://schemas.microsoft.com/office/drawing/2014/main" xmlns="" id="{19E7CB55-3991-4EE6-BA2F-398BECB67FD3}"/>
              </a:ext>
            </a:extLst>
          </p:cNvPr>
          <p:cNvSpPr/>
          <p:nvPr>
            <p:custDataLst>
              <p:tags r:id="rId9"/>
            </p:custDataLst>
          </p:nvPr>
        </p:nvSpPr>
        <p:spPr>
          <a:xfrm>
            <a:off x="3861100" y="5611506"/>
            <a:ext cx="5810860"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The level 2 to 6 height/width/depth/gross weight of the specified UOM inventory (if applicable).</a:t>
            </a:r>
          </a:p>
        </p:txBody>
      </p:sp>
      <p:sp>
        <p:nvSpPr>
          <p:cNvPr id="16" name="Rectangle 15">
            <a:extLst>
              <a:ext uri="{FF2B5EF4-FFF2-40B4-BE49-F238E27FC236}">
                <a16:creationId xmlns:a16="http://schemas.microsoft.com/office/drawing/2014/main" xmlns="" id="{17D384F3-E4F7-487E-B9CC-C6BF5136D54A}"/>
              </a:ext>
            </a:extLst>
          </p:cNvPr>
          <p:cNvSpPr/>
          <p:nvPr>
            <p:custDataLst>
              <p:tags r:id="rId10"/>
            </p:custDataLst>
          </p:nvPr>
        </p:nvSpPr>
        <p:spPr>
          <a:xfrm>
            <a:off x="7808152" y="2156521"/>
            <a:ext cx="2486768" cy="9233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The level 1 depth of the specified UOM inventory.</a:t>
            </a:r>
          </a:p>
        </p:txBody>
      </p:sp>
      <p:sp>
        <p:nvSpPr>
          <p:cNvPr id="20" name="Rectangle 19">
            <a:extLst>
              <a:ext uri="{FF2B5EF4-FFF2-40B4-BE49-F238E27FC236}">
                <a16:creationId xmlns:a16="http://schemas.microsoft.com/office/drawing/2014/main" xmlns="" id="{122CF506-ACA6-4B40-A6DE-D0A6218DEA65}"/>
              </a:ext>
            </a:extLst>
          </p:cNvPr>
          <p:cNvSpPr/>
          <p:nvPr>
            <p:custDataLst>
              <p:tags r:id="rId11"/>
            </p:custDataLst>
          </p:nvPr>
        </p:nvSpPr>
        <p:spPr>
          <a:xfrm>
            <a:off x="10551549" y="2945543"/>
            <a:ext cx="1605945" cy="14773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The level 1 gross weight of the specified UOM inventory.</a:t>
            </a:r>
          </a:p>
        </p:txBody>
      </p:sp>
      <p:cxnSp>
        <p:nvCxnSpPr>
          <p:cNvPr id="21" name="Straight Arrow Connector 20">
            <a:extLst>
              <a:ext uri="{FF2B5EF4-FFF2-40B4-BE49-F238E27FC236}">
                <a16:creationId xmlns:a16="http://schemas.microsoft.com/office/drawing/2014/main" xmlns="" id="{DB3F08EA-19CC-4EE1-976E-287A602A867B}"/>
              </a:ext>
            </a:extLst>
          </p:cNvPr>
          <p:cNvCxnSpPr>
            <a:cxnSpLocks/>
          </p:cNvCxnSpPr>
          <p:nvPr>
            <p:custDataLst>
              <p:tags r:id="rId12"/>
            </p:custDataLst>
          </p:nvPr>
        </p:nvCxnSpPr>
        <p:spPr>
          <a:xfrm>
            <a:off x="6576698" y="5141068"/>
            <a:ext cx="0" cy="426185"/>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6" name="Rectangle 25">
            <a:extLst>
              <a:ext uri="{FF2B5EF4-FFF2-40B4-BE49-F238E27FC236}">
                <a16:creationId xmlns:a16="http://schemas.microsoft.com/office/drawing/2014/main" xmlns="" id="{13B1B233-1A03-4618-9CFC-CA2C81663317}"/>
              </a:ext>
            </a:extLst>
          </p:cNvPr>
          <p:cNvSpPr/>
          <p:nvPr>
            <p:custDataLst>
              <p:tags r:id="rId13"/>
            </p:custDataLst>
          </p:nvPr>
        </p:nvSpPr>
        <p:spPr>
          <a:xfrm>
            <a:off x="5462346" y="2170815"/>
            <a:ext cx="2388044" cy="9233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The level 1 width of the specified UOM inventory.</a:t>
            </a:r>
          </a:p>
        </p:txBody>
      </p:sp>
    </p:spTree>
    <p:extLst>
      <p:ext uri="{BB962C8B-B14F-4D97-AF65-F5344CB8AC3E}">
        <p14:creationId xmlns:p14="http://schemas.microsoft.com/office/powerpoint/2010/main" val="2074887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5BEF80-5534-4040-BBCC-5882A9DC8FE4}"/>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xmlns="" id="{5913F759-147C-4879-BD6B-2D7E6FEB7E38}"/>
              </a:ext>
            </a:extLst>
          </p:cNvPr>
          <p:cNvSpPr>
            <a:spLocks noGrp="1"/>
          </p:cNvSpPr>
          <p:nvPr>
            <p:ph idx="1"/>
            <p:custDataLst>
              <p:tags r:id="rId2"/>
            </p:custDataLst>
          </p:nvPr>
        </p:nvSpPr>
        <p:spPr>
          <a:xfrm>
            <a:off x="838200" y="1088364"/>
            <a:ext cx="10515600" cy="4824413"/>
          </a:xfrm>
        </p:spPr>
        <p:txBody>
          <a:bodyPr/>
          <a:lstStyle/>
          <a:p>
            <a:pPr marL="457200" indent="-457200" algn="just">
              <a:lnSpc>
                <a:spcPct val="150000"/>
              </a:lnSpc>
              <a:buFont typeface="+mj-lt"/>
              <a:buAutoNum type="arabicPeriod" startAt="7"/>
            </a:pPr>
            <a:r>
              <a:rPr lang="en-US" sz="2400" dirty="0"/>
              <a:t>Once the Volume and Weight section updated, you als</a:t>
            </a:r>
            <a:r>
              <a:rPr lang="en-US" dirty="0"/>
              <a:t>o have the option to update the </a:t>
            </a:r>
            <a:r>
              <a:rPr lang="en-CA" b="1" dirty="0"/>
              <a:t>Inventory Volumetrics Maintenance</a:t>
            </a:r>
            <a:r>
              <a:rPr lang="en-US" b="1" dirty="0"/>
              <a:t> </a:t>
            </a:r>
            <a:r>
              <a:rPr lang="en-US" dirty="0"/>
              <a:t>section. Note that this second section corresponds to the Inventory Volumetrics Maintenance resource available in the WMS: refer to the </a:t>
            </a:r>
            <a:r>
              <a:rPr lang="en-US" dirty="0">
                <a:hlinkClick r:id="rId6" action="ppaction://hlinksldjump"/>
              </a:rPr>
              <a:t>next section</a:t>
            </a:r>
            <a:r>
              <a:rPr lang="en-US" dirty="0"/>
              <a:t> of this document to complete this step.</a:t>
            </a:r>
            <a:endParaRPr lang="en-US" sz="2400" dirty="0"/>
          </a:p>
        </p:txBody>
      </p:sp>
      <p:pic>
        <p:nvPicPr>
          <p:cNvPr id="9" name="Picture 8">
            <a:extLst>
              <a:ext uri="{FF2B5EF4-FFF2-40B4-BE49-F238E27FC236}">
                <a16:creationId xmlns:a16="http://schemas.microsoft.com/office/drawing/2014/main" xmlns="" id="{6A700751-3312-4331-8A64-BE6044D18491}"/>
              </a:ext>
            </a:extLst>
          </p:cNvPr>
          <p:cNvPicPr>
            <a:picLocks noChangeAspect="1"/>
          </p:cNvPicPr>
          <p:nvPr>
            <p:custDataLst>
              <p:tags r:id="rId3"/>
            </p:custDataLst>
          </p:nvPr>
        </p:nvPicPr>
        <p:blipFill>
          <a:blip r:embed="rId7"/>
          <a:stretch>
            <a:fillRect/>
          </a:stretch>
        </p:blipFill>
        <p:spPr>
          <a:xfrm>
            <a:off x="290422" y="4021526"/>
            <a:ext cx="11611156" cy="2304318"/>
          </a:xfrm>
          <a:prstGeom prst="rect">
            <a:avLst/>
          </a:prstGeom>
          <a:ln>
            <a:solidFill>
              <a:schemeClr val="tx1">
                <a:lumMod val="65000"/>
                <a:lumOff val="35000"/>
              </a:schemeClr>
            </a:solidFill>
          </a:ln>
        </p:spPr>
      </p:pic>
    </p:spTree>
    <p:extLst>
      <p:ext uri="{BB962C8B-B14F-4D97-AF65-F5344CB8AC3E}">
        <p14:creationId xmlns:p14="http://schemas.microsoft.com/office/powerpoint/2010/main" val="2368709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5BEF80-5534-4040-BBCC-5882A9DC8FE4}"/>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xmlns="" id="{1A7F3C11-AC58-48A9-A1AF-E8BD47BCBCBE}"/>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8"/>
            </a:pPr>
            <a:r>
              <a:rPr lang="en-US" dirty="0"/>
              <a:t>Once all the required fields in the sections have been completed, click Submit.</a:t>
            </a:r>
          </a:p>
          <a:p>
            <a:pPr marL="457200" indent="-457200" algn="just">
              <a:lnSpc>
                <a:spcPct val="130000"/>
              </a:lnSpc>
              <a:buFont typeface="+mj-lt"/>
              <a:buAutoNum type="arabicPeriod" startAt="8"/>
            </a:pPr>
            <a:endParaRPr lang="en-US" dirty="0"/>
          </a:p>
          <a:p>
            <a:pPr marL="0" indent="0" algn="just">
              <a:lnSpc>
                <a:spcPct val="130000"/>
              </a:lnSpc>
              <a:buNone/>
            </a:pPr>
            <a:endParaRPr lang="en-US" dirty="0"/>
          </a:p>
          <a:p>
            <a:pPr marL="457200" indent="-457200" algn="just">
              <a:lnSpc>
                <a:spcPct val="130000"/>
              </a:lnSpc>
              <a:buFont typeface="+mj-lt"/>
              <a:buAutoNum type="arabicPeriod" startAt="10"/>
            </a:pPr>
            <a:endParaRPr lang="en-US" dirty="0"/>
          </a:p>
          <a:p>
            <a:pPr marL="0" indent="0" algn="just">
              <a:lnSpc>
                <a:spcPct val="130000"/>
              </a:lnSpc>
              <a:buNone/>
            </a:pPr>
            <a:endParaRPr lang="en-US" sz="1600" dirty="0"/>
          </a:p>
          <a:p>
            <a:pPr marL="457200" indent="-457200" algn="just">
              <a:lnSpc>
                <a:spcPct val="130000"/>
              </a:lnSpc>
              <a:buFont typeface="+mj-lt"/>
              <a:buAutoNum type="arabicPeriod" startAt="9"/>
            </a:pPr>
            <a:r>
              <a:rPr lang="en-US" dirty="0"/>
              <a:t>Click Close to exit the Item Volumetrics Maintenance resource.</a:t>
            </a:r>
            <a:endParaRPr lang="en-CA" dirty="0"/>
          </a:p>
          <a:p>
            <a:pPr marL="457200" indent="-457200" algn="just">
              <a:lnSpc>
                <a:spcPct val="130000"/>
              </a:lnSpc>
              <a:buFont typeface="+mj-lt"/>
              <a:buAutoNum type="arabicPeriod" startAt="9"/>
            </a:pPr>
            <a:endParaRPr lang="en-CA" dirty="0"/>
          </a:p>
        </p:txBody>
      </p:sp>
      <p:pic>
        <p:nvPicPr>
          <p:cNvPr id="6" name="Picture 5">
            <a:extLst>
              <a:ext uri="{FF2B5EF4-FFF2-40B4-BE49-F238E27FC236}">
                <a16:creationId xmlns:a16="http://schemas.microsoft.com/office/drawing/2014/main" xmlns="" id="{FA4969C7-26DC-400C-8AA4-A151D43EA457}"/>
              </a:ext>
            </a:extLst>
          </p:cNvPr>
          <p:cNvPicPr>
            <a:picLocks noChangeAspect="1"/>
          </p:cNvPicPr>
          <p:nvPr>
            <p:custDataLst>
              <p:tags r:id="rId3"/>
            </p:custDataLst>
          </p:nvPr>
        </p:nvPicPr>
        <p:blipFill>
          <a:blip r:embed="rId6"/>
          <a:stretch>
            <a:fillRect/>
          </a:stretch>
        </p:blipFill>
        <p:spPr>
          <a:xfrm>
            <a:off x="419818" y="4892349"/>
            <a:ext cx="11352363" cy="764380"/>
          </a:xfrm>
          <a:prstGeom prst="rect">
            <a:avLst/>
          </a:prstGeom>
        </p:spPr>
      </p:pic>
      <p:pic>
        <p:nvPicPr>
          <p:cNvPr id="8" name="Picture 7">
            <a:extLst>
              <a:ext uri="{FF2B5EF4-FFF2-40B4-BE49-F238E27FC236}">
                <a16:creationId xmlns:a16="http://schemas.microsoft.com/office/drawing/2014/main" xmlns="" id="{EA51F1F0-C9F7-4C94-B68E-8678CC185D6C}"/>
              </a:ext>
            </a:extLst>
          </p:cNvPr>
          <p:cNvPicPr>
            <a:picLocks noChangeAspect="1"/>
          </p:cNvPicPr>
          <p:nvPr>
            <p:custDataLst>
              <p:tags r:id="rId4"/>
            </p:custDataLst>
          </p:nvPr>
        </p:nvPicPr>
        <p:blipFill>
          <a:blip r:embed="rId7"/>
          <a:stretch>
            <a:fillRect/>
          </a:stretch>
        </p:blipFill>
        <p:spPr>
          <a:xfrm>
            <a:off x="419818" y="2275758"/>
            <a:ext cx="11588152" cy="1465727"/>
          </a:xfrm>
          <a:prstGeom prst="rect">
            <a:avLst/>
          </a:prstGeom>
        </p:spPr>
      </p:pic>
    </p:spTree>
    <p:extLst>
      <p:ext uri="{BB962C8B-B14F-4D97-AF65-F5344CB8AC3E}">
        <p14:creationId xmlns:p14="http://schemas.microsoft.com/office/powerpoint/2010/main" val="882960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Inventory Management</a:t>
            </a:r>
            <a:br>
              <a:rPr lang="en-CA" sz="4400" b="1" dirty="0"/>
            </a:br>
            <a:r>
              <a:rPr lang="en-CA" sz="4400" dirty="0"/>
              <a:t>Inventory Volumetrics Maintenance</a:t>
            </a:r>
          </a:p>
        </p:txBody>
      </p:sp>
      <p:sp>
        <p:nvSpPr>
          <p:cNvPr id="4" name="TextBox 3">
            <a:extLst>
              <a:ext uri="{FF2B5EF4-FFF2-40B4-BE49-F238E27FC236}">
                <a16:creationId xmlns:a16="http://schemas.microsoft.com/office/drawing/2014/main" xmlns="" id="{AC09C280-05BC-49DE-9CFA-CB9A744C1FA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4101420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063F7A-7E0B-4DB7-B7DB-4921B0ACBEB6}"/>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3" name="Content Placeholder 2">
            <a:extLst>
              <a:ext uri="{FF2B5EF4-FFF2-40B4-BE49-F238E27FC236}">
                <a16:creationId xmlns:a16="http://schemas.microsoft.com/office/drawing/2014/main" xmlns="" id="{7E54F556-4D48-4B26-B56B-14903DBF0227}"/>
              </a:ext>
            </a:extLst>
          </p:cNvPr>
          <p:cNvSpPr>
            <a:spLocks noGrp="1"/>
          </p:cNvSpPr>
          <p:nvPr>
            <p:ph idx="1"/>
            <p:custDataLst>
              <p:tags r:id="rId2"/>
            </p:custDataLst>
          </p:nvPr>
        </p:nvSpPr>
        <p:spPr>
          <a:xfrm>
            <a:off x="838200" y="1186774"/>
            <a:ext cx="10515600" cy="4990189"/>
          </a:xfrm>
        </p:spPr>
        <p:txBody>
          <a:bodyPr/>
          <a:lstStyle/>
          <a:p>
            <a:pPr algn="just">
              <a:lnSpc>
                <a:spcPct val="150000"/>
              </a:lnSpc>
              <a:defRPr/>
            </a:pPr>
            <a:r>
              <a:rPr lang="en-US" sz="2200" dirty="0"/>
              <a:t>While the Item Volumetrics Maintenance resource (explained in the previous section) will apply the changes to all new inventory, the Inventory Volumetrics Maintenance view </a:t>
            </a:r>
            <a:r>
              <a:rPr lang="en-US" sz="2200" b="1" u="sng" dirty="0"/>
              <a:t>allows modification of existing inventory</a:t>
            </a:r>
            <a:r>
              <a:rPr lang="en-US" sz="2200" b="1" dirty="0"/>
              <a:t> </a:t>
            </a:r>
            <a:r>
              <a:rPr lang="en-US" sz="2200" dirty="0"/>
              <a:t>with the current item unit volumetric data. </a:t>
            </a:r>
          </a:p>
          <a:p>
            <a:pPr algn="just">
              <a:lnSpc>
                <a:spcPct val="150000"/>
              </a:lnSpc>
              <a:defRPr/>
            </a:pPr>
            <a:r>
              <a:rPr lang="en-US" sz="2200" dirty="0"/>
              <a:t>Therefore, </a:t>
            </a:r>
            <a:r>
              <a:rPr lang="en-US" sz="2200" b="1" dirty="0"/>
              <a:t>if you wish your old inventory to remain at the same UOM, you should not realize this resource</a:t>
            </a:r>
            <a:r>
              <a:rPr lang="en-US" sz="2200" dirty="0"/>
              <a:t>. In this way, having performed the Item Volumetrics Maintenance resource beforehand, only the new inventory received for this item will be updated with the new UOM(s).</a:t>
            </a:r>
          </a:p>
          <a:p>
            <a:pPr marR="0" lvl="0" algn="just" fontAlgn="auto">
              <a:lnSpc>
                <a:spcPct val="150000"/>
              </a:lnSpc>
              <a:spcAft>
                <a:spcPts val="0"/>
              </a:spcAft>
              <a:buSzTx/>
              <a:tabLst/>
              <a:defRPr/>
            </a:pPr>
            <a:r>
              <a:rPr lang="en-US" sz="2200" dirty="0"/>
              <a:t>Changes to existing inventory that has already been picked are not supported. If required, unpick or repack procedures are required to update this data.</a:t>
            </a:r>
            <a:endParaRPr lang="en-CA" sz="2200" dirty="0"/>
          </a:p>
          <a:p>
            <a:pPr>
              <a:lnSpc>
                <a:spcPct val="150000"/>
              </a:lnSpc>
            </a:pPr>
            <a:endParaRPr lang="en-CA" sz="2200" dirty="0"/>
          </a:p>
          <a:p>
            <a:pPr>
              <a:lnSpc>
                <a:spcPct val="150000"/>
              </a:lnSpc>
            </a:pPr>
            <a:endParaRPr lang="en-CA" sz="2200" dirty="0">
              <a:highlight>
                <a:srgbClr val="FFFF00"/>
              </a:highlight>
            </a:endParaRPr>
          </a:p>
          <a:p>
            <a:pPr>
              <a:lnSpc>
                <a:spcPct val="150000"/>
              </a:lnSpc>
            </a:pPr>
            <a:endParaRPr lang="en-CA" sz="2200" dirty="0"/>
          </a:p>
        </p:txBody>
      </p:sp>
    </p:spTree>
    <p:extLst>
      <p:ext uri="{BB962C8B-B14F-4D97-AF65-F5344CB8AC3E}">
        <p14:creationId xmlns:p14="http://schemas.microsoft.com/office/powerpoint/2010/main" val="2949972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1B079-227E-4525-A4E4-8189208312FF}"/>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xmlns="" id="{D6AF953B-1654-46D4-B1A3-1597147A6C5F}"/>
              </a:ext>
            </a:extLst>
          </p:cNvPr>
          <p:cNvSpPr>
            <a:spLocks noGrp="1"/>
          </p:cNvSpPr>
          <p:nvPr>
            <p:ph idx="1"/>
            <p:custDataLst>
              <p:tags r:id="rId2"/>
            </p:custDataLst>
          </p:nvPr>
        </p:nvSpPr>
        <p:spPr>
          <a:xfrm>
            <a:off x="669387" y="1344706"/>
            <a:ext cx="6742066"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Inventory Management </a:t>
            </a:r>
            <a:r>
              <a:rPr lang="en-US" sz="2300" dirty="0"/>
              <a:t>resource</a:t>
            </a:r>
            <a:r>
              <a:rPr lang="en-US" sz="2300" b="1" dirty="0"/>
              <a:t>. </a:t>
            </a:r>
            <a:endParaRPr lang="en-US" sz="2300" dirty="0"/>
          </a:p>
          <a:p>
            <a:pPr marL="457200" indent="-457200" algn="just">
              <a:lnSpc>
                <a:spcPct val="150000"/>
              </a:lnSpc>
              <a:buFont typeface="+mj-lt"/>
              <a:buAutoNum type="arabicPeriod"/>
            </a:pPr>
            <a:r>
              <a:rPr lang="en-US" sz="2300" dirty="0"/>
              <a:t>Under Inventory Management, click on </a:t>
            </a:r>
            <a:r>
              <a:rPr lang="en-US" sz="2300" b="1" dirty="0"/>
              <a:t>Inventory</a:t>
            </a:r>
            <a:r>
              <a:rPr lang="en-US" sz="2300" dirty="0"/>
              <a:t>.</a:t>
            </a:r>
          </a:p>
          <a:p>
            <a:pPr marL="457200" indent="-457200" algn="just">
              <a:lnSpc>
                <a:spcPct val="150000"/>
              </a:lnSpc>
              <a:buFont typeface="+mj-lt"/>
              <a:buAutoNum type="arabicPeriod"/>
            </a:pPr>
            <a:r>
              <a:rPr lang="en-US" sz="2300" dirty="0"/>
              <a:t>Under Inventory, click on </a:t>
            </a:r>
            <a:r>
              <a:rPr lang="en-US" sz="2300" b="1" dirty="0"/>
              <a:t>Inventory Volumetrics Maintenance.</a:t>
            </a:r>
            <a:endParaRPr lang="en-US" sz="2300" dirty="0"/>
          </a:p>
          <a:p>
            <a:pPr marL="0" indent="0" algn="just">
              <a:lnSpc>
                <a:spcPct val="150000"/>
              </a:lnSpc>
              <a:buNone/>
            </a:pPr>
            <a:endParaRPr lang="en-US" sz="2200" dirty="0"/>
          </a:p>
        </p:txBody>
      </p:sp>
      <p:pic>
        <p:nvPicPr>
          <p:cNvPr id="6" name="Picture 5">
            <a:extLst>
              <a:ext uri="{FF2B5EF4-FFF2-40B4-BE49-F238E27FC236}">
                <a16:creationId xmlns:a16="http://schemas.microsoft.com/office/drawing/2014/main" xmlns="" id="{9C93F14B-FF36-4A9C-AD75-DD646809E2D3}"/>
              </a:ext>
            </a:extLst>
          </p:cNvPr>
          <p:cNvPicPr>
            <a:picLocks noChangeAspect="1"/>
          </p:cNvPicPr>
          <p:nvPr>
            <p:custDataLst>
              <p:tags r:id="rId3"/>
            </p:custDataLst>
          </p:nvPr>
        </p:nvPicPr>
        <p:blipFill>
          <a:blip r:embed="rId5"/>
          <a:stretch>
            <a:fillRect/>
          </a:stretch>
        </p:blipFill>
        <p:spPr>
          <a:xfrm>
            <a:off x="7981950" y="492124"/>
            <a:ext cx="3371850" cy="5586365"/>
          </a:xfrm>
          <a:prstGeom prst="rect">
            <a:avLst/>
          </a:prstGeom>
        </p:spPr>
      </p:pic>
    </p:spTree>
    <p:extLst>
      <p:ext uri="{BB962C8B-B14F-4D97-AF65-F5344CB8AC3E}">
        <p14:creationId xmlns:p14="http://schemas.microsoft.com/office/powerpoint/2010/main" val="3692672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5736AC-1300-421A-BA2B-344D7EC8967F}"/>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xmlns="" id="{ADEAE891-F8BC-49BC-96A0-54B1AD69DE72}"/>
              </a:ext>
            </a:extLst>
          </p:cNvPr>
          <p:cNvSpPr>
            <a:spLocks noGrp="1"/>
          </p:cNvSpPr>
          <p:nvPr>
            <p:ph idx="1"/>
            <p:custDataLst>
              <p:tags r:id="rId2"/>
            </p:custDataLst>
          </p:nvPr>
        </p:nvSpPr>
        <p:spPr>
          <a:xfrm>
            <a:off x="838200" y="1333095"/>
            <a:ext cx="10515600" cy="4824413"/>
          </a:xfrm>
        </p:spPr>
        <p:txBody>
          <a:bodyPr/>
          <a:lstStyle/>
          <a:p>
            <a:pPr marL="457200" indent="-457200" algn="just">
              <a:lnSpc>
                <a:spcPct val="150000"/>
              </a:lnSpc>
              <a:buFont typeface="+mj-lt"/>
              <a:buAutoNum type="arabicPeriod" startAt="5"/>
            </a:pPr>
            <a:r>
              <a:rPr lang="en-US" sz="2400" dirty="0"/>
              <a:t>Perform a search to retrieve the item you wish to update.</a:t>
            </a:r>
            <a:endParaRPr lang="en-US" dirty="0"/>
          </a:p>
          <a:p>
            <a:endParaRPr lang="en-CA" dirty="0"/>
          </a:p>
        </p:txBody>
      </p:sp>
      <p:pic>
        <p:nvPicPr>
          <p:cNvPr id="8" name="Picture 7">
            <a:extLst>
              <a:ext uri="{FF2B5EF4-FFF2-40B4-BE49-F238E27FC236}">
                <a16:creationId xmlns:a16="http://schemas.microsoft.com/office/drawing/2014/main" xmlns="" id="{0173BCBD-D0B2-4D9E-B571-004AB9F82489}"/>
              </a:ext>
            </a:extLst>
          </p:cNvPr>
          <p:cNvPicPr>
            <a:picLocks noChangeAspect="1"/>
          </p:cNvPicPr>
          <p:nvPr>
            <p:custDataLst>
              <p:tags r:id="rId3"/>
            </p:custDataLst>
          </p:nvPr>
        </p:nvPicPr>
        <p:blipFill>
          <a:blip r:embed="rId5"/>
          <a:stretch>
            <a:fillRect/>
          </a:stretch>
        </p:blipFill>
        <p:spPr>
          <a:xfrm>
            <a:off x="255917" y="2283625"/>
            <a:ext cx="11680166" cy="3280945"/>
          </a:xfrm>
          <a:prstGeom prst="rect">
            <a:avLst/>
          </a:prstGeom>
        </p:spPr>
      </p:pic>
    </p:spTree>
    <p:extLst>
      <p:ext uri="{BB962C8B-B14F-4D97-AF65-F5344CB8AC3E}">
        <p14:creationId xmlns:p14="http://schemas.microsoft.com/office/powerpoint/2010/main" val="1575101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5736AC-1300-421A-BA2B-344D7EC8967F}"/>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xmlns="" id="{18F3D4D7-4D3A-4AAA-83B2-3B96265F8C6A}"/>
              </a:ext>
            </a:extLst>
          </p:cNvPr>
          <p:cNvSpPr>
            <a:spLocks noGrp="1"/>
          </p:cNvSpPr>
          <p:nvPr>
            <p:ph idx="1"/>
            <p:custDataLst>
              <p:tags r:id="rId2"/>
            </p:custDataLst>
          </p:nvPr>
        </p:nvSpPr>
        <p:spPr>
          <a:xfrm>
            <a:off x="838200" y="1119086"/>
            <a:ext cx="10515600" cy="4824413"/>
          </a:xfrm>
        </p:spPr>
        <p:txBody>
          <a:bodyPr/>
          <a:lstStyle/>
          <a:p>
            <a:pPr marL="457200" indent="-457200" algn="just">
              <a:lnSpc>
                <a:spcPct val="150000"/>
              </a:lnSpc>
              <a:buFont typeface="+mj-lt"/>
              <a:buAutoNum type="arabicPeriod" startAt="6"/>
            </a:pPr>
            <a:r>
              <a:rPr lang="en-US" sz="2400" dirty="0"/>
              <a:t>Choose the line of inventory you wish to update. </a:t>
            </a:r>
          </a:p>
          <a:p>
            <a:pPr marL="457200" indent="-457200" algn="just">
              <a:lnSpc>
                <a:spcPct val="150000"/>
              </a:lnSpc>
              <a:buFont typeface="+mj-lt"/>
              <a:buAutoNum type="arabicPeriod" startAt="6"/>
            </a:pPr>
            <a:r>
              <a:rPr lang="en-US" dirty="0"/>
              <a:t>Select the Use Record as Criteria for Action button and click on the Change Volumetrics action.</a:t>
            </a:r>
          </a:p>
          <a:p>
            <a:pPr marL="457200" indent="-457200" algn="just">
              <a:lnSpc>
                <a:spcPct val="150000"/>
              </a:lnSpc>
              <a:buFont typeface="+mj-lt"/>
              <a:buAutoNum type="arabicPeriod" startAt="6"/>
            </a:pPr>
            <a:endParaRPr lang="en-US" dirty="0"/>
          </a:p>
          <a:p>
            <a:pPr marL="457200" indent="-457200" algn="just">
              <a:lnSpc>
                <a:spcPct val="150000"/>
              </a:lnSpc>
              <a:buFont typeface="+mj-lt"/>
              <a:buAutoNum type="arabicPeriod" startAt="6"/>
            </a:pPr>
            <a:endParaRPr lang="en-US" dirty="0"/>
          </a:p>
          <a:p>
            <a:pPr marL="0" indent="0" algn="just">
              <a:lnSpc>
                <a:spcPct val="150000"/>
              </a:lnSpc>
              <a:buNone/>
            </a:pPr>
            <a:endParaRPr lang="en-US" sz="1600" dirty="0"/>
          </a:p>
          <a:p>
            <a:pPr marL="0" indent="0" algn="just">
              <a:lnSpc>
                <a:spcPct val="150000"/>
              </a:lnSpc>
              <a:buNone/>
            </a:pPr>
            <a:r>
              <a:rPr lang="en-US" dirty="0"/>
              <a:t>A confirmation message will appear:</a:t>
            </a:r>
          </a:p>
          <a:p>
            <a:pPr marL="457200" indent="-457200" algn="just">
              <a:lnSpc>
                <a:spcPct val="150000"/>
              </a:lnSpc>
              <a:buFont typeface="+mj-lt"/>
              <a:buAutoNum type="arabicPeriod" startAt="5"/>
            </a:pPr>
            <a:endParaRPr lang="en-US" sz="2400" dirty="0"/>
          </a:p>
          <a:p>
            <a:pPr marL="457200" indent="-457200" algn="just">
              <a:lnSpc>
                <a:spcPct val="150000"/>
              </a:lnSpc>
              <a:buFont typeface="+mj-lt"/>
              <a:buAutoNum type="arabicPeriod" startAt="5"/>
            </a:pPr>
            <a:endParaRPr lang="en-US" dirty="0"/>
          </a:p>
          <a:p>
            <a:pPr marL="457200" indent="-457200" algn="just">
              <a:lnSpc>
                <a:spcPct val="150000"/>
              </a:lnSpc>
              <a:buFont typeface="+mj-lt"/>
              <a:buAutoNum type="arabicPeriod" startAt="5"/>
            </a:pPr>
            <a:endParaRPr lang="en-US" sz="2400" dirty="0"/>
          </a:p>
          <a:p>
            <a:pPr marL="457200" indent="-457200" algn="just">
              <a:lnSpc>
                <a:spcPct val="150000"/>
              </a:lnSpc>
              <a:buFont typeface="+mj-lt"/>
              <a:buAutoNum type="arabicPeriod" startAt="5"/>
            </a:pPr>
            <a:endParaRPr lang="en-US" sz="2400" dirty="0"/>
          </a:p>
          <a:p>
            <a:pPr marL="457200" indent="-457200" algn="just">
              <a:lnSpc>
                <a:spcPct val="150000"/>
              </a:lnSpc>
              <a:buFont typeface="+mj-lt"/>
              <a:buAutoNum type="arabicPeriod" startAt="5"/>
            </a:pPr>
            <a:endParaRPr lang="en-US" dirty="0"/>
          </a:p>
          <a:p>
            <a:endParaRPr lang="en-CA" dirty="0"/>
          </a:p>
        </p:txBody>
      </p:sp>
      <p:pic>
        <p:nvPicPr>
          <p:cNvPr id="6" name="Picture 5">
            <a:extLst>
              <a:ext uri="{FF2B5EF4-FFF2-40B4-BE49-F238E27FC236}">
                <a16:creationId xmlns:a16="http://schemas.microsoft.com/office/drawing/2014/main" xmlns="" id="{EE874ADD-30FC-43BE-A4D9-5523F3668750}"/>
              </a:ext>
            </a:extLst>
          </p:cNvPr>
          <p:cNvPicPr>
            <a:picLocks noChangeAspect="1"/>
          </p:cNvPicPr>
          <p:nvPr>
            <p:custDataLst>
              <p:tags r:id="rId3"/>
            </p:custDataLst>
          </p:nvPr>
        </p:nvPicPr>
        <p:blipFill>
          <a:blip r:embed="rId7"/>
          <a:stretch>
            <a:fillRect/>
          </a:stretch>
        </p:blipFill>
        <p:spPr>
          <a:xfrm>
            <a:off x="366408" y="2985377"/>
            <a:ext cx="11459183" cy="1853927"/>
          </a:xfrm>
          <a:prstGeom prst="rect">
            <a:avLst/>
          </a:prstGeom>
        </p:spPr>
      </p:pic>
      <p:pic>
        <p:nvPicPr>
          <p:cNvPr id="8" name="Picture 7">
            <a:extLst>
              <a:ext uri="{FF2B5EF4-FFF2-40B4-BE49-F238E27FC236}">
                <a16:creationId xmlns:a16="http://schemas.microsoft.com/office/drawing/2014/main" xmlns="" id="{A07D5CD1-BF14-4E93-8391-30886040865F}"/>
              </a:ext>
            </a:extLst>
          </p:cNvPr>
          <p:cNvPicPr>
            <a:picLocks noChangeAspect="1"/>
          </p:cNvPicPr>
          <p:nvPr>
            <p:custDataLst>
              <p:tags r:id="rId4"/>
            </p:custDataLst>
          </p:nvPr>
        </p:nvPicPr>
        <p:blipFill>
          <a:blip r:embed="rId8"/>
          <a:stretch>
            <a:fillRect/>
          </a:stretch>
        </p:blipFill>
        <p:spPr>
          <a:xfrm>
            <a:off x="838200" y="5574456"/>
            <a:ext cx="3653709" cy="767977"/>
          </a:xfrm>
          <a:prstGeom prst="rect">
            <a:avLst/>
          </a:prstGeom>
        </p:spPr>
      </p:pic>
    </p:spTree>
    <p:extLst>
      <p:ext uri="{BB962C8B-B14F-4D97-AF65-F5344CB8AC3E}">
        <p14:creationId xmlns:p14="http://schemas.microsoft.com/office/powerpoint/2010/main" val="1795387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5736AC-1300-421A-BA2B-344D7EC8967F}"/>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xmlns="" id="{135412F4-4223-4159-964F-F2E724B1E621}"/>
              </a:ext>
            </a:extLst>
          </p:cNvPr>
          <p:cNvSpPr>
            <a:spLocks noGrp="1"/>
          </p:cNvSpPr>
          <p:nvPr>
            <p:ph idx="1"/>
            <p:custDataLst>
              <p:tags r:id="rId2"/>
            </p:custDataLst>
          </p:nvPr>
        </p:nvSpPr>
        <p:spPr>
          <a:xfrm>
            <a:off x="838200" y="1099632"/>
            <a:ext cx="10515600" cy="4824413"/>
          </a:xfrm>
        </p:spPr>
        <p:txBody>
          <a:bodyPr/>
          <a:lstStyle/>
          <a:p>
            <a:pPr marL="457200" indent="-457200" algn="just">
              <a:lnSpc>
                <a:spcPct val="150000"/>
              </a:lnSpc>
              <a:buFont typeface="+mj-lt"/>
              <a:buAutoNum type="arabicPeriod" startAt="8"/>
            </a:pPr>
            <a:r>
              <a:rPr lang="en-US" sz="2400" dirty="0"/>
              <a:t>Repeat steps 6 and 7 for each inventory line of items </a:t>
            </a:r>
            <a:r>
              <a:rPr lang="en-US" dirty="0"/>
              <a:t>for which you wish to update the volumetrics data. </a:t>
            </a:r>
            <a:r>
              <a:rPr lang="en-US" sz="2400" dirty="0"/>
              <a:t> </a:t>
            </a:r>
          </a:p>
          <a:p>
            <a:pPr marL="457200" indent="-457200" algn="just">
              <a:lnSpc>
                <a:spcPct val="150000"/>
              </a:lnSpc>
              <a:buFont typeface="+mj-lt"/>
              <a:buAutoNum type="arabicPeriod" startAt="8"/>
            </a:pPr>
            <a:endParaRPr lang="en-US" dirty="0"/>
          </a:p>
          <a:p>
            <a:pPr marL="457200" indent="-457200" algn="just">
              <a:lnSpc>
                <a:spcPct val="150000"/>
              </a:lnSpc>
              <a:buFont typeface="+mj-lt"/>
              <a:buAutoNum type="arabicPeriod" startAt="8"/>
            </a:pPr>
            <a:endParaRPr lang="en-US" sz="2400" dirty="0"/>
          </a:p>
          <a:p>
            <a:pPr marL="457200" indent="-457200" algn="just">
              <a:lnSpc>
                <a:spcPct val="150000"/>
              </a:lnSpc>
              <a:buFont typeface="+mj-lt"/>
              <a:buAutoNum type="arabicPeriod" startAt="8"/>
            </a:pPr>
            <a:endParaRPr lang="en-US" dirty="0"/>
          </a:p>
          <a:p>
            <a:pPr marL="0" indent="0" algn="just">
              <a:lnSpc>
                <a:spcPct val="150000"/>
              </a:lnSpc>
              <a:buNone/>
            </a:pPr>
            <a:r>
              <a:rPr lang="en-US" sz="2400" dirty="0"/>
              <a:t>Note: As explained previously, these steps can be performed directly from the Item Volumetrics Maintenance resource if desired.</a:t>
            </a:r>
          </a:p>
          <a:p>
            <a:pPr marL="457200" indent="-457200" algn="just">
              <a:lnSpc>
                <a:spcPct val="150000"/>
              </a:lnSpc>
              <a:buFont typeface="+mj-lt"/>
              <a:buAutoNum type="arabicPeriod" startAt="7"/>
            </a:pPr>
            <a:endParaRPr lang="en-US" dirty="0"/>
          </a:p>
          <a:p>
            <a:pPr marL="457200" indent="-457200" algn="just">
              <a:lnSpc>
                <a:spcPct val="150000"/>
              </a:lnSpc>
              <a:buFont typeface="+mj-lt"/>
              <a:buAutoNum type="arabicPeriod" startAt="7"/>
            </a:pPr>
            <a:endParaRPr lang="en-US" dirty="0"/>
          </a:p>
          <a:p>
            <a:pPr marL="457200" indent="-457200" algn="just">
              <a:lnSpc>
                <a:spcPct val="150000"/>
              </a:lnSpc>
              <a:buFont typeface="+mj-lt"/>
              <a:buAutoNum type="arabicPeriod" startAt="7"/>
            </a:pPr>
            <a:endParaRPr lang="en-US" sz="1500" dirty="0"/>
          </a:p>
          <a:p>
            <a:pPr marL="457200" indent="-457200" algn="just">
              <a:lnSpc>
                <a:spcPct val="150000"/>
              </a:lnSpc>
              <a:buFont typeface="+mj-lt"/>
              <a:buAutoNum type="arabicPeriod" startAt="7"/>
            </a:pPr>
            <a:endParaRPr lang="en-US" dirty="0"/>
          </a:p>
          <a:p>
            <a:pPr marL="457200" indent="-457200" algn="just">
              <a:lnSpc>
                <a:spcPct val="150000"/>
              </a:lnSpc>
              <a:buFont typeface="+mj-lt"/>
              <a:buAutoNum type="arabicPeriod" startAt="7"/>
            </a:pPr>
            <a:endParaRPr lang="en-US" sz="2400" dirty="0"/>
          </a:p>
          <a:p>
            <a:pPr marL="457200" indent="-457200" algn="just">
              <a:lnSpc>
                <a:spcPct val="150000"/>
              </a:lnSpc>
              <a:buFont typeface="+mj-lt"/>
              <a:buAutoNum type="arabicPeriod" startAt="7"/>
            </a:pPr>
            <a:endParaRPr lang="en-US" dirty="0"/>
          </a:p>
          <a:p>
            <a:pPr marL="457200" indent="-457200" algn="just">
              <a:lnSpc>
                <a:spcPct val="150000"/>
              </a:lnSpc>
              <a:buFont typeface="+mj-lt"/>
              <a:buAutoNum type="arabicPeriod" startAt="7"/>
            </a:pPr>
            <a:endParaRPr lang="en-US" sz="2400" dirty="0"/>
          </a:p>
          <a:p>
            <a:pPr marL="457200" indent="-457200" algn="just">
              <a:lnSpc>
                <a:spcPct val="150000"/>
              </a:lnSpc>
              <a:buFont typeface="+mj-lt"/>
              <a:buAutoNum type="arabicPeriod" startAt="7"/>
            </a:pPr>
            <a:endParaRPr lang="en-US" sz="2400" dirty="0"/>
          </a:p>
          <a:p>
            <a:pPr marL="457200" indent="-457200" algn="just">
              <a:lnSpc>
                <a:spcPct val="150000"/>
              </a:lnSpc>
              <a:buFont typeface="+mj-lt"/>
              <a:buAutoNum type="arabicPeriod" startAt="7"/>
            </a:pPr>
            <a:endParaRPr lang="en-US" dirty="0"/>
          </a:p>
          <a:p>
            <a:endParaRPr lang="en-CA" dirty="0"/>
          </a:p>
        </p:txBody>
      </p:sp>
      <p:pic>
        <p:nvPicPr>
          <p:cNvPr id="6" name="Picture 5">
            <a:extLst>
              <a:ext uri="{FF2B5EF4-FFF2-40B4-BE49-F238E27FC236}">
                <a16:creationId xmlns:a16="http://schemas.microsoft.com/office/drawing/2014/main" xmlns="" id="{F60BAF2D-4787-43F3-B9C0-2A4556A96F22}"/>
              </a:ext>
            </a:extLst>
          </p:cNvPr>
          <p:cNvPicPr>
            <a:picLocks noChangeAspect="1"/>
          </p:cNvPicPr>
          <p:nvPr>
            <p:custDataLst>
              <p:tags r:id="rId3"/>
            </p:custDataLst>
          </p:nvPr>
        </p:nvPicPr>
        <p:blipFill>
          <a:blip r:embed="rId5"/>
          <a:stretch>
            <a:fillRect/>
          </a:stretch>
        </p:blipFill>
        <p:spPr>
          <a:xfrm>
            <a:off x="297172" y="2425195"/>
            <a:ext cx="11597655" cy="1794292"/>
          </a:xfrm>
          <a:prstGeom prst="rect">
            <a:avLst/>
          </a:prstGeom>
        </p:spPr>
      </p:pic>
    </p:spTree>
    <p:extLst>
      <p:ext uri="{BB962C8B-B14F-4D97-AF65-F5344CB8AC3E}">
        <p14:creationId xmlns:p14="http://schemas.microsoft.com/office/powerpoint/2010/main" val="3018599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E6CC1B-F3BB-43FB-86AC-C4161D2DEFC3}"/>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3" name="Content Placeholder 2">
            <a:extLst>
              <a:ext uri="{FF2B5EF4-FFF2-40B4-BE49-F238E27FC236}">
                <a16:creationId xmlns:a16="http://schemas.microsoft.com/office/drawing/2014/main" xmlns="" id="{D5D596DB-88FA-4D57-8277-AAE265DF59AB}"/>
              </a:ext>
            </a:extLst>
          </p:cNvPr>
          <p:cNvSpPr>
            <a:spLocks noGrp="1"/>
          </p:cNvSpPr>
          <p:nvPr>
            <p:ph idx="1"/>
            <p:custDataLst>
              <p:tags r:id="rId2"/>
            </p:custDataLst>
          </p:nvPr>
        </p:nvSpPr>
        <p:spPr>
          <a:xfrm>
            <a:off x="838200" y="1498060"/>
            <a:ext cx="10515600" cy="4678903"/>
          </a:xfrm>
        </p:spPr>
        <p:txBody>
          <a:bodyPr/>
          <a:lstStyle/>
          <a:p>
            <a:pPr marL="457200" indent="-457200">
              <a:lnSpc>
                <a:spcPct val="150000"/>
              </a:lnSpc>
              <a:buFont typeface="+mj-lt"/>
              <a:buAutoNum type="arabicPeriod" startAt="9"/>
            </a:pPr>
            <a:r>
              <a:rPr lang="en-US" dirty="0"/>
              <a:t>Once all the desired volumetrics data updated, click on Close to exit the Inventory Volumetrics Maintenance resource. </a:t>
            </a:r>
          </a:p>
          <a:p>
            <a:pPr>
              <a:lnSpc>
                <a:spcPct val="150000"/>
              </a:lnSpc>
            </a:pPr>
            <a:endParaRPr lang="en-CA" dirty="0"/>
          </a:p>
        </p:txBody>
      </p:sp>
      <p:pic>
        <p:nvPicPr>
          <p:cNvPr id="5" name="Picture 4">
            <a:extLst>
              <a:ext uri="{FF2B5EF4-FFF2-40B4-BE49-F238E27FC236}">
                <a16:creationId xmlns:a16="http://schemas.microsoft.com/office/drawing/2014/main" xmlns="" id="{AEF83D90-9885-4C68-80F0-13267004EE71}"/>
              </a:ext>
            </a:extLst>
          </p:cNvPr>
          <p:cNvPicPr>
            <a:picLocks noChangeAspect="1"/>
          </p:cNvPicPr>
          <p:nvPr>
            <p:custDataLst>
              <p:tags r:id="rId3"/>
            </p:custDataLst>
          </p:nvPr>
        </p:nvPicPr>
        <p:blipFill>
          <a:blip r:embed="rId5"/>
          <a:stretch>
            <a:fillRect/>
          </a:stretch>
        </p:blipFill>
        <p:spPr>
          <a:xfrm>
            <a:off x="297172" y="3035472"/>
            <a:ext cx="11597655" cy="898353"/>
          </a:xfrm>
          <a:prstGeom prst="rect">
            <a:avLst/>
          </a:prstGeom>
        </p:spPr>
      </p:pic>
    </p:spTree>
    <p:extLst>
      <p:ext uri="{BB962C8B-B14F-4D97-AF65-F5344CB8AC3E}">
        <p14:creationId xmlns:p14="http://schemas.microsoft.com/office/powerpoint/2010/main" val="2456304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Inventory Management </a:t>
            </a:r>
            <a:br>
              <a:rPr lang="en-CA" sz="4400" b="1" dirty="0"/>
            </a:br>
            <a:r>
              <a:rPr lang="en-CA" sz="4400" dirty="0"/>
              <a:t>Inventory Status Modification</a:t>
            </a:r>
          </a:p>
        </p:txBody>
      </p:sp>
      <p:sp>
        <p:nvSpPr>
          <p:cNvPr id="4" name="TextBox 3">
            <a:extLst>
              <a:ext uri="{FF2B5EF4-FFF2-40B4-BE49-F238E27FC236}">
                <a16:creationId xmlns:a16="http://schemas.microsoft.com/office/drawing/2014/main" xmlns="" id="{4D9C7287-DDD8-4CC5-BD7F-1873453132F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2597517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F17102-F8BC-46A9-ADAF-8A28D118272B}"/>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3" name="Content Placeholder 2">
            <a:extLst>
              <a:ext uri="{FF2B5EF4-FFF2-40B4-BE49-F238E27FC236}">
                <a16:creationId xmlns:a16="http://schemas.microsoft.com/office/drawing/2014/main" xmlns="" id="{A52B2FF6-DFA8-479A-B87F-97B437A5C7D7}"/>
              </a:ext>
            </a:extLst>
          </p:cNvPr>
          <p:cNvSpPr>
            <a:spLocks noGrp="1"/>
          </p:cNvSpPr>
          <p:nvPr>
            <p:ph idx="1"/>
            <p:custDataLst>
              <p:tags r:id="rId2"/>
            </p:custDataLst>
          </p:nvPr>
        </p:nvSpPr>
        <p:spPr>
          <a:xfrm>
            <a:off x="725905" y="1138989"/>
            <a:ext cx="10515600" cy="5085347"/>
          </a:xfrm>
        </p:spPr>
        <p:txBody>
          <a:bodyPr/>
          <a:lstStyle/>
          <a:p>
            <a:pPr algn="just">
              <a:lnSpc>
                <a:spcPct val="140000"/>
              </a:lnSpc>
            </a:pPr>
            <a:r>
              <a:rPr lang="en-US" sz="2300" dirty="0"/>
              <a:t>The Inventory Status Modification resource allows a user to modify the attributes of inventory records. </a:t>
            </a:r>
          </a:p>
          <a:p>
            <a:pPr lvl="1" algn="just">
              <a:lnSpc>
                <a:spcPct val="140000"/>
              </a:lnSpc>
              <a:buFont typeface="Wingdings" panose="05000000000000000000" pitchFamily="2" charset="2"/>
              <a:buChar char="ü"/>
            </a:pPr>
            <a:r>
              <a:rPr lang="en-US" sz="2300" dirty="0"/>
              <a:t> Attributes that may be changed are the reason code, the hold code, the receipt date and time, the item expiration date associated with the inventory and/or other inventory attributes. </a:t>
            </a:r>
          </a:p>
          <a:p>
            <a:pPr algn="just">
              <a:lnSpc>
                <a:spcPct val="140000"/>
              </a:lnSpc>
            </a:pPr>
            <a:r>
              <a:rPr lang="en-US" sz="2300" dirty="0"/>
              <a:t>You have the choice to modify the status of a single inventory record or multiple inventory records at once. </a:t>
            </a:r>
          </a:p>
          <a:p>
            <a:pPr lvl="1" algn="just">
              <a:lnSpc>
                <a:spcPct val="140000"/>
              </a:lnSpc>
              <a:buFont typeface="Wingdings" panose="05000000000000000000" pitchFamily="2" charset="2"/>
              <a:buChar char="ü"/>
            </a:pPr>
            <a:r>
              <a:rPr lang="en-US" sz="2300" dirty="0"/>
              <a:t> Example: When the expiration date is changed for a tag which is a lot-controlled item, the system will change it for every record with the same lot-controlled item.</a:t>
            </a:r>
            <a:endParaRPr lang="en-CA" sz="2300" dirty="0"/>
          </a:p>
        </p:txBody>
      </p:sp>
    </p:spTree>
    <p:extLst>
      <p:ext uri="{BB962C8B-B14F-4D97-AF65-F5344CB8AC3E}">
        <p14:creationId xmlns:p14="http://schemas.microsoft.com/office/powerpoint/2010/main" val="1399556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B16654-E169-45B5-B471-C7D068BBE573}"/>
              </a:ext>
            </a:extLst>
          </p:cNvPr>
          <p:cNvSpPr>
            <a:spLocks noGrp="1"/>
          </p:cNvSpPr>
          <p:nvPr>
            <p:ph type="title"/>
            <p:custDataLst>
              <p:tags r:id="rId1"/>
            </p:custDataLst>
          </p:nvPr>
        </p:nvSpPr>
        <p:spPr/>
        <p:txBody>
          <a:bodyPr/>
          <a:lstStyle/>
          <a:p>
            <a:r>
              <a:rPr lang="en-CA" sz="3600" dirty="0"/>
              <a:t>Inventory Status Modification</a:t>
            </a:r>
            <a:endParaRPr lang="en-CA" dirty="0"/>
          </a:p>
        </p:txBody>
      </p:sp>
      <p:grpSp>
        <p:nvGrpSpPr>
          <p:cNvPr id="8" name="Group 7">
            <a:extLst>
              <a:ext uri="{FF2B5EF4-FFF2-40B4-BE49-F238E27FC236}">
                <a16:creationId xmlns:a16="http://schemas.microsoft.com/office/drawing/2014/main" xmlns="" id="{B1A1E337-2C8C-4F47-903D-674BEB5FE29D}"/>
              </a:ext>
            </a:extLst>
          </p:cNvPr>
          <p:cNvGrpSpPr/>
          <p:nvPr>
            <p:custDataLst>
              <p:tags r:id="rId2"/>
            </p:custDataLst>
          </p:nvPr>
        </p:nvGrpSpPr>
        <p:grpSpPr>
          <a:xfrm>
            <a:off x="8243904" y="208547"/>
            <a:ext cx="3371850" cy="6162730"/>
            <a:chOff x="8275988" y="0"/>
            <a:chExt cx="3371850" cy="6162730"/>
          </a:xfrm>
        </p:grpSpPr>
        <p:pic>
          <p:nvPicPr>
            <p:cNvPr id="5" name="Picture 4">
              <a:extLst>
                <a:ext uri="{FF2B5EF4-FFF2-40B4-BE49-F238E27FC236}">
                  <a16:creationId xmlns:a16="http://schemas.microsoft.com/office/drawing/2014/main" xmlns="" id="{4B2B5FCC-0D64-43A6-92FB-0E412E462DA9}"/>
                </a:ext>
              </a:extLst>
            </p:cNvPr>
            <p:cNvPicPr>
              <a:picLocks noChangeAspect="1"/>
            </p:cNvPicPr>
            <p:nvPr/>
          </p:nvPicPr>
          <p:blipFill>
            <a:blip r:embed="rId6"/>
            <a:stretch>
              <a:fillRect/>
            </a:stretch>
          </p:blipFill>
          <p:spPr>
            <a:xfrm>
              <a:off x="8440615" y="236114"/>
              <a:ext cx="3207223" cy="5926616"/>
            </a:xfrm>
            <a:prstGeom prst="rect">
              <a:avLst/>
            </a:prstGeom>
          </p:spPr>
        </p:pic>
        <p:pic>
          <p:nvPicPr>
            <p:cNvPr id="7" name="Picture 6">
              <a:extLst>
                <a:ext uri="{FF2B5EF4-FFF2-40B4-BE49-F238E27FC236}">
                  <a16:creationId xmlns:a16="http://schemas.microsoft.com/office/drawing/2014/main" xmlns="" id="{2FBFBA54-AF4F-4C2E-BC38-7AF776C84B50}"/>
                </a:ext>
              </a:extLst>
            </p:cNvPr>
            <p:cNvPicPr>
              <a:picLocks noChangeAspect="1"/>
            </p:cNvPicPr>
            <p:nvPr>
              <p:custDataLst>
                <p:tags r:id="rId4"/>
              </p:custDataLst>
            </p:nvPr>
          </p:nvPicPr>
          <p:blipFill rotWithShape="1">
            <a:blip r:embed="rId7"/>
            <a:srcRect b="95081"/>
            <a:stretch/>
          </p:blipFill>
          <p:spPr>
            <a:xfrm>
              <a:off x="8275988" y="0"/>
              <a:ext cx="3371850" cy="274798"/>
            </a:xfrm>
            <a:prstGeom prst="rect">
              <a:avLst/>
            </a:prstGeom>
          </p:spPr>
        </p:pic>
      </p:grpSp>
      <p:sp>
        <p:nvSpPr>
          <p:cNvPr id="9" name="Content Placeholder 2">
            <a:extLst>
              <a:ext uri="{FF2B5EF4-FFF2-40B4-BE49-F238E27FC236}">
                <a16:creationId xmlns:a16="http://schemas.microsoft.com/office/drawing/2014/main" xmlns="" id="{7E87314D-20EA-4D60-BE12-342347C5A27D}"/>
              </a:ext>
            </a:extLst>
          </p:cNvPr>
          <p:cNvSpPr>
            <a:spLocks noGrp="1"/>
          </p:cNvSpPr>
          <p:nvPr>
            <p:ph idx="1"/>
            <p:custDataLst>
              <p:tags r:id="rId3"/>
            </p:custDataLst>
          </p:nvPr>
        </p:nvSpPr>
        <p:spPr>
          <a:xfrm>
            <a:off x="838199" y="1344706"/>
            <a:ext cx="6573253" cy="4733783"/>
          </a:xfrm>
        </p:spPr>
        <p:txBody>
          <a:bodyPr/>
          <a:lstStyle/>
          <a:p>
            <a:pPr marL="457200" indent="-457200" algn="just">
              <a:lnSpc>
                <a:spcPct val="150000"/>
              </a:lnSpc>
              <a:buFont typeface="+mj-lt"/>
              <a:buAutoNum type="arabicPeriod"/>
            </a:pPr>
            <a:r>
              <a:rPr lang="en-US" dirty="0"/>
              <a:t>With a </a:t>
            </a:r>
            <a:r>
              <a:rPr lang="en-US" u="sng" dirty="0"/>
              <a:t>desktop computer</a:t>
            </a:r>
            <a:r>
              <a:rPr lang="en-US" dirty="0"/>
              <a:t>, use the </a:t>
            </a:r>
            <a:r>
              <a:rPr lang="en-US" b="1" dirty="0"/>
              <a:t>Warehouse Management</a:t>
            </a:r>
            <a:r>
              <a:rPr lang="en-US" dirty="0"/>
              <a:t> menu.</a:t>
            </a:r>
          </a:p>
          <a:p>
            <a:pPr marL="457200" indent="-457200" algn="just">
              <a:lnSpc>
                <a:spcPct val="150000"/>
              </a:lnSpc>
              <a:buFont typeface="+mj-lt"/>
              <a:buAutoNum type="arabicPeriod"/>
            </a:pPr>
            <a:r>
              <a:rPr lang="en-US" dirty="0"/>
              <a:t>Select the </a:t>
            </a:r>
            <a:r>
              <a:rPr lang="en-US" b="1" dirty="0"/>
              <a:t>Inventory Management </a:t>
            </a:r>
            <a:r>
              <a:rPr lang="en-US" dirty="0"/>
              <a:t>resource</a:t>
            </a:r>
            <a:r>
              <a:rPr lang="en-US" b="1" dirty="0"/>
              <a:t>. </a:t>
            </a:r>
            <a:endParaRPr lang="en-US" dirty="0"/>
          </a:p>
          <a:p>
            <a:pPr marL="457200" indent="-457200" algn="just">
              <a:lnSpc>
                <a:spcPct val="150000"/>
              </a:lnSpc>
              <a:buFont typeface="+mj-lt"/>
              <a:buAutoNum type="arabicPeriod"/>
            </a:pPr>
            <a:r>
              <a:rPr lang="en-US" dirty="0"/>
              <a:t>Under Inventory Management, click on </a:t>
            </a:r>
            <a:r>
              <a:rPr lang="en-US" b="1" dirty="0"/>
              <a:t>Inventory</a:t>
            </a:r>
            <a:r>
              <a:rPr lang="en-US" dirty="0"/>
              <a:t>.</a:t>
            </a:r>
          </a:p>
          <a:p>
            <a:pPr marL="457200" indent="-457200" algn="just">
              <a:lnSpc>
                <a:spcPct val="150000"/>
              </a:lnSpc>
              <a:buFont typeface="+mj-lt"/>
              <a:buAutoNum type="arabicPeriod"/>
            </a:pPr>
            <a:r>
              <a:rPr lang="en-US" dirty="0"/>
              <a:t>Under Inventory, click on </a:t>
            </a:r>
            <a:r>
              <a:rPr lang="en-US" b="1" dirty="0"/>
              <a:t>Inventory Status Modification.</a:t>
            </a:r>
            <a:endParaRPr lang="en-US" dirty="0"/>
          </a:p>
          <a:p>
            <a:pPr marL="0" indent="0" algn="just">
              <a:lnSpc>
                <a:spcPct val="150000"/>
              </a:lnSpc>
              <a:buNone/>
            </a:pPr>
            <a:endParaRPr lang="en-US" dirty="0"/>
          </a:p>
        </p:txBody>
      </p:sp>
    </p:spTree>
    <p:extLst>
      <p:ext uri="{BB962C8B-B14F-4D97-AF65-F5344CB8AC3E}">
        <p14:creationId xmlns:p14="http://schemas.microsoft.com/office/powerpoint/2010/main" val="2721379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CBFEB1-D7A6-4978-835D-AA7E25920E2D}"/>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3" name="Content Placeholder 2">
            <a:extLst>
              <a:ext uri="{FF2B5EF4-FFF2-40B4-BE49-F238E27FC236}">
                <a16:creationId xmlns:a16="http://schemas.microsoft.com/office/drawing/2014/main" xmlns="" id="{4418A383-24BA-445F-ABBE-B18BFF1F078B}"/>
              </a:ext>
            </a:extLst>
          </p:cNvPr>
          <p:cNvSpPr>
            <a:spLocks noGrp="1"/>
          </p:cNvSpPr>
          <p:nvPr>
            <p:ph idx="1"/>
            <p:custDataLst>
              <p:tags r:id="rId2"/>
            </p:custDataLst>
          </p:nvPr>
        </p:nvSpPr>
        <p:spPr>
          <a:xfrm>
            <a:off x="725905" y="1155032"/>
            <a:ext cx="6878053" cy="5102142"/>
          </a:xfrm>
        </p:spPr>
        <p:txBody>
          <a:bodyPr/>
          <a:lstStyle/>
          <a:p>
            <a:pPr marL="0" indent="0" algn="just">
              <a:lnSpc>
                <a:spcPct val="150000"/>
              </a:lnSpc>
              <a:buNone/>
            </a:pPr>
            <a:r>
              <a:rPr lang="fr-CA" sz="2300" dirty="0">
                <a:latin typeface="Calibri (Body)"/>
              </a:rPr>
              <a:t>Note </a:t>
            </a:r>
            <a:r>
              <a:rPr lang="fr-CA" sz="2300" dirty="0" err="1">
                <a:latin typeface="Calibri (Body)"/>
              </a:rPr>
              <a:t>that</a:t>
            </a:r>
            <a:r>
              <a:rPr lang="fr-CA" sz="2300" dirty="0">
                <a:latin typeface="Calibri (Body)"/>
              </a:rPr>
              <a:t> </a:t>
            </a:r>
            <a:r>
              <a:rPr lang="fr-CA" sz="2300" dirty="0" err="1">
                <a:latin typeface="Calibri (Body)"/>
              </a:rPr>
              <a:t>you</a:t>
            </a:r>
            <a:r>
              <a:rPr lang="fr-CA" sz="2300" dirty="0">
                <a:latin typeface="Calibri (Body)"/>
              </a:rPr>
              <a:t> can </a:t>
            </a:r>
            <a:r>
              <a:rPr lang="fr-CA" sz="2300" dirty="0" err="1">
                <a:latin typeface="Calibri (Body)"/>
              </a:rPr>
              <a:t>also</a:t>
            </a:r>
            <a:r>
              <a:rPr lang="fr-CA" sz="2300" dirty="0">
                <a:latin typeface="Calibri (Body)"/>
              </a:rPr>
              <a:t> use </a:t>
            </a:r>
            <a:r>
              <a:rPr lang="fr-CA" sz="2300" dirty="0" err="1">
                <a:latin typeface="Calibri (Body)"/>
              </a:rPr>
              <a:t>this</a:t>
            </a:r>
            <a:r>
              <a:rPr lang="fr-CA" sz="2300" dirty="0">
                <a:latin typeface="Calibri (Body)"/>
              </a:rPr>
              <a:t> </a:t>
            </a:r>
            <a:r>
              <a:rPr lang="fr-CA" sz="2300" dirty="0" err="1">
                <a:latin typeface="Calibri (Body)"/>
              </a:rPr>
              <a:t>resource</a:t>
            </a:r>
            <a:r>
              <a:rPr lang="fr-CA" sz="2300" dirty="0">
                <a:latin typeface="Calibri (Body)"/>
              </a:rPr>
              <a:t> </a:t>
            </a:r>
            <a:r>
              <a:rPr lang="fr-CA" sz="2300" dirty="0" err="1">
                <a:latin typeface="Calibri (Body)"/>
              </a:rPr>
              <a:t>through</a:t>
            </a:r>
            <a:r>
              <a:rPr lang="fr-CA" sz="2300" dirty="0">
                <a:latin typeface="Calibri (Body)"/>
              </a:rPr>
              <a:t> a mobile </a:t>
            </a:r>
            <a:r>
              <a:rPr lang="fr-CA" sz="2300" dirty="0" err="1">
                <a:latin typeface="Calibri (Body)"/>
              </a:rPr>
              <a:t>device</a:t>
            </a:r>
            <a:r>
              <a:rPr lang="fr-CA" sz="2300" dirty="0">
                <a:latin typeface="Calibri (Body)"/>
              </a:rPr>
              <a:t>:</a:t>
            </a:r>
          </a:p>
          <a:p>
            <a:pPr marL="457200" indent="-457200" algn="just">
              <a:lnSpc>
                <a:spcPct val="150000"/>
              </a:lnSpc>
              <a:buFont typeface="+mj-lt"/>
              <a:buAutoNum type="arabicPeriod"/>
            </a:pPr>
            <a:r>
              <a:rPr lang="en-US" sz="2300" dirty="0">
                <a:latin typeface="Calibri (Body)"/>
              </a:rPr>
              <a:t>With a </a:t>
            </a:r>
            <a:r>
              <a:rPr lang="en-US" sz="2300" u="sng" dirty="0">
                <a:latin typeface="Calibri (Body)"/>
              </a:rPr>
              <a:t>mobile device</a:t>
            </a:r>
            <a:r>
              <a:rPr lang="en-US" sz="2300" dirty="0">
                <a:latin typeface="Calibri (Body)"/>
              </a:rPr>
              <a:t>, select the </a:t>
            </a:r>
            <a:r>
              <a:rPr lang="en-US" sz="2300" b="1" dirty="0">
                <a:latin typeface="Calibri (Body)"/>
              </a:rPr>
              <a:t>Inventory </a:t>
            </a:r>
            <a:r>
              <a:rPr lang="en-US" sz="2300" dirty="0">
                <a:latin typeface="Calibri (Body)"/>
              </a:rPr>
              <a:t>resource</a:t>
            </a:r>
            <a:r>
              <a:rPr lang="en-US" sz="2300" b="1" dirty="0">
                <a:latin typeface="Calibri (Body)"/>
              </a:rPr>
              <a:t>. </a:t>
            </a:r>
            <a:endParaRPr lang="en-US" sz="2300" dirty="0">
              <a:latin typeface="Calibri (Body)"/>
            </a:endParaRPr>
          </a:p>
          <a:p>
            <a:pPr marL="457200" indent="-457200" algn="just">
              <a:lnSpc>
                <a:spcPct val="150000"/>
              </a:lnSpc>
              <a:buFont typeface="+mj-lt"/>
              <a:buAutoNum type="arabicPeriod"/>
            </a:pPr>
            <a:r>
              <a:rPr lang="en-US" sz="2300" dirty="0">
                <a:latin typeface="Calibri (Body)"/>
              </a:rPr>
              <a:t>Under Inventory, click on </a:t>
            </a:r>
            <a:r>
              <a:rPr lang="en-US" sz="2300" b="1" dirty="0">
                <a:latin typeface="Calibri (Body)"/>
              </a:rPr>
              <a:t>Inventory Status Modification.</a:t>
            </a:r>
            <a:endParaRPr lang="en-US" sz="2300" dirty="0">
              <a:latin typeface="Calibri (Body)"/>
            </a:endParaRPr>
          </a:p>
          <a:p>
            <a:pPr marL="0" indent="0" algn="just">
              <a:lnSpc>
                <a:spcPct val="150000"/>
              </a:lnSpc>
              <a:buNone/>
            </a:pPr>
            <a:r>
              <a:rPr lang="en-US" sz="2300" dirty="0">
                <a:latin typeface="Calibri (Body)"/>
                <a:ea typeface="Segoe UI" panose="020B0502040204020203" pitchFamily="34" charset="0"/>
                <a:cs typeface="Segoe UI" panose="020B0502040204020203" pitchFamily="34" charset="0"/>
              </a:rPr>
              <a:t>The procedural steps and system behavior are the same for both the desktop and mobile device processes. Follow the same steps starting from the next slide. </a:t>
            </a:r>
          </a:p>
          <a:p>
            <a:pPr marL="0" indent="0" algn="just">
              <a:lnSpc>
                <a:spcPct val="150000"/>
              </a:lnSpc>
              <a:buNone/>
            </a:pPr>
            <a:endParaRPr lang="fr-CA" sz="2300" dirty="0">
              <a:latin typeface="Calibri (Body)"/>
            </a:endParaRPr>
          </a:p>
          <a:p>
            <a:pPr marL="0" indent="0" algn="just">
              <a:lnSpc>
                <a:spcPct val="150000"/>
              </a:lnSpc>
              <a:buNone/>
            </a:pPr>
            <a:endParaRPr lang="en-CA" sz="2300" dirty="0">
              <a:latin typeface="Calibri (Body)"/>
            </a:endParaRPr>
          </a:p>
        </p:txBody>
      </p:sp>
      <p:pic>
        <p:nvPicPr>
          <p:cNvPr id="5" name="Picture 4">
            <a:extLst>
              <a:ext uri="{FF2B5EF4-FFF2-40B4-BE49-F238E27FC236}">
                <a16:creationId xmlns:a16="http://schemas.microsoft.com/office/drawing/2014/main" xmlns="" id="{FBE2EB09-C205-45CD-80DB-71BFFCE7DB95}"/>
              </a:ext>
            </a:extLst>
          </p:cNvPr>
          <p:cNvPicPr>
            <a:picLocks noChangeAspect="1"/>
          </p:cNvPicPr>
          <p:nvPr>
            <p:custDataLst>
              <p:tags r:id="rId3"/>
            </p:custDataLst>
          </p:nvPr>
        </p:nvPicPr>
        <p:blipFill>
          <a:blip r:embed="rId5"/>
          <a:stretch>
            <a:fillRect/>
          </a:stretch>
        </p:blipFill>
        <p:spPr>
          <a:xfrm>
            <a:off x="7974738" y="1037326"/>
            <a:ext cx="3379062" cy="4783347"/>
          </a:xfrm>
          <a:prstGeom prst="rect">
            <a:avLst/>
          </a:prstGeom>
        </p:spPr>
      </p:pic>
    </p:spTree>
    <p:extLst>
      <p:ext uri="{BB962C8B-B14F-4D97-AF65-F5344CB8AC3E}">
        <p14:creationId xmlns:p14="http://schemas.microsoft.com/office/powerpoint/2010/main" val="1287651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6A4C45-2648-411E-BC9A-F93B1211B823}"/>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3" name="Content Placeholder 2">
            <a:extLst>
              <a:ext uri="{FF2B5EF4-FFF2-40B4-BE49-F238E27FC236}">
                <a16:creationId xmlns:a16="http://schemas.microsoft.com/office/drawing/2014/main" xmlns="" id="{CEC7BE28-81D1-4089-9A04-1D457AC3451D}"/>
              </a:ext>
            </a:extLst>
          </p:cNvPr>
          <p:cNvSpPr>
            <a:spLocks noGrp="1"/>
          </p:cNvSpPr>
          <p:nvPr>
            <p:ph idx="1"/>
            <p:custDataLst>
              <p:tags r:id="rId2"/>
            </p:custDataLst>
          </p:nvPr>
        </p:nvSpPr>
        <p:spPr>
          <a:xfrm>
            <a:off x="838200" y="1251284"/>
            <a:ext cx="10515600" cy="4925679"/>
          </a:xfrm>
        </p:spPr>
        <p:txBody>
          <a:bodyPr/>
          <a:lstStyle/>
          <a:p>
            <a:pPr marL="0" indent="0" algn="just">
              <a:lnSpc>
                <a:spcPct val="150000"/>
              </a:lnSpc>
              <a:buNone/>
            </a:pPr>
            <a:r>
              <a:rPr lang="en-US" dirty="0"/>
              <a:t>Additional Note – Once the resource is open, by clicking on            in the search criteria section, you may notice that the Current Quantity field has been assigned a permanent search criteria value of &gt;0. This is used to restrict the selection to positive current inventory records only.</a:t>
            </a:r>
            <a:endParaRPr lang="en-CA" dirty="0"/>
          </a:p>
        </p:txBody>
      </p:sp>
      <p:pic>
        <p:nvPicPr>
          <p:cNvPr id="5" name="Picture 4">
            <a:extLst>
              <a:ext uri="{FF2B5EF4-FFF2-40B4-BE49-F238E27FC236}">
                <a16:creationId xmlns:a16="http://schemas.microsoft.com/office/drawing/2014/main" xmlns="" id="{030CAF59-83FE-44AC-B6EB-A3D84857BC72}"/>
              </a:ext>
            </a:extLst>
          </p:cNvPr>
          <p:cNvPicPr>
            <a:picLocks noChangeAspect="1"/>
          </p:cNvPicPr>
          <p:nvPr>
            <p:custDataLst>
              <p:tags r:id="rId3"/>
            </p:custDataLst>
          </p:nvPr>
        </p:nvPicPr>
        <p:blipFill>
          <a:blip r:embed="rId7"/>
          <a:stretch>
            <a:fillRect/>
          </a:stretch>
        </p:blipFill>
        <p:spPr>
          <a:xfrm>
            <a:off x="8583669" y="1450277"/>
            <a:ext cx="913257" cy="352485"/>
          </a:xfrm>
          <a:prstGeom prst="rect">
            <a:avLst/>
          </a:prstGeom>
          <a:ln>
            <a:solidFill>
              <a:schemeClr val="bg1">
                <a:lumMod val="50000"/>
              </a:schemeClr>
            </a:solidFill>
          </a:ln>
        </p:spPr>
      </p:pic>
      <p:pic>
        <p:nvPicPr>
          <p:cNvPr id="9" name="Picture 8">
            <a:extLst>
              <a:ext uri="{FF2B5EF4-FFF2-40B4-BE49-F238E27FC236}">
                <a16:creationId xmlns:a16="http://schemas.microsoft.com/office/drawing/2014/main" xmlns="" id="{DE17D76B-1D47-43A6-A709-88DEDFFB1FA7}"/>
              </a:ext>
            </a:extLst>
          </p:cNvPr>
          <p:cNvPicPr>
            <a:picLocks noChangeAspect="1"/>
          </p:cNvPicPr>
          <p:nvPr>
            <p:custDataLst>
              <p:tags r:id="rId4"/>
            </p:custDataLst>
          </p:nvPr>
        </p:nvPicPr>
        <p:blipFill>
          <a:blip r:embed="rId8"/>
          <a:stretch>
            <a:fillRect/>
          </a:stretch>
        </p:blipFill>
        <p:spPr>
          <a:xfrm>
            <a:off x="616910" y="3789776"/>
            <a:ext cx="10958179" cy="2286924"/>
          </a:xfrm>
          <a:prstGeom prst="rect">
            <a:avLst/>
          </a:prstGeom>
        </p:spPr>
      </p:pic>
    </p:spTree>
    <p:extLst>
      <p:ext uri="{BB962C8B-B14F-4D97-AF65-F5344CB8AC3E}">
        <p14:creationId xmlns:p14="http://schemas.microsoft.com/office/powerpoint/2010/main" val="1239469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E24C99-ACD0-49DA-B4CB-07B6B00B1B07}"/>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9BE7F64E-A552-4653-B031-8EAE31476F67}"/>
              </a:ext>
            </a:extLst>
          </p:cNvPr>
          <p:cNvSpPr>
            <a:spLocks noGrp="1"/>
          </p:cNvSpPr>
          <p:nvPr>
            <p:ph idx="1"/>
            <p:custDataLst>
              <p:tags r:id="rId2"/>
            </p:custDataLst>
          </p:nvPr>
        </p:nvSpPr>
        <p:spPr>
          <a:xfrm>
            <a:off x="838199" y="994612"/>
            <a:ext cx="10920663" cy="5182352"/>
          </a:xfrm>
        </p:spPr>
        <p:txBody>
          <a:bodyPr/>
          <a:lstStyle/>
          <a:p>
            <a:pPr marL="457200" indent="-457200" algn="just">
              <a:lnSpc>
                <a:spcPct val="114000"/>
              </a:lnSpc>
              <a:buFont typeface="+mj-lt"/>
              <a:buAutoNum type="arabicPeriod" startAt="5"/>
            </a:pPr>
            <a:r>
              <a:rPr lang="fr-CA" sz="2200" dirty="0"/>
              <a:t>In the new </a:t>
            </a:r>
            <a:r>
              <a:rPr lang="fr-CA" sz="2200" dirty="0" err="1"/>
              <a:t>window</a:t>
            </a:r>
            <a:r>
              <a:rPr lang="fr-CA" sz="2200" dirty="0"/>
              <a:t>, </a:t>
            </a:r>
            <a:r>
              <a:rPr lang="en-US" sz="2200" dirty="0"/>
              <a:t>the inventory records in the WMS will be listed.</a:t>
            </a:r>
          </a:p>
          <a:p>
            <a:pPr marL="457200" indent="-457200" algn="just">
              <a:lnSpc>
                <a:spcPct val="114000"/>
              </a:lnSpc>
              <a:buFont typeface="+mj-lt"/>
              <a:buAutoNum type="arabicPeriod" startAt="5"/>
            </a:pPr>
            <a:r>
              <a:rPr lang="en-US" sz="2200" u="sng" dirty="0"/>
              <a:t>If you want to update the status of only one inventory record</a:t>
            </a:r>
            <a:r>
              <a:rPr lang="en-US" sz="2200" dirty="0"/>
              <a:t>, do this:</a:t>
            </a:r>
          </a:p>
          <a:p>
            <a:pPr marL="0" indent="0" algn="just">
              <a:lnSpc>
                <a:spcPct val="114000"/>
              </a:lnSpc>
              <a:buNone/>
            </a:pPr>
            <a:r>
              <a:rPr lang="fr-CA" sz="2200" dirty="0"/>
              <a:t>	</a:t>
            </a:r>
            <a:r>
              <a:rPr lang="fr-CA" sz="2200" dirty="0">
                <a:solidFill>
                  <a:schemeClr val="accent2"/>
                </a:solidFill>
              </a:rPr>
              <a:t>6.1</a:t>
            </a:r>
            <a:r>
              <a:rPr lang="fr-CA" sz="2200" dirty="0"/>
              <a:t> </a:t>
            </a:r>
            <a:r>
              <a:rPr lang="en-US" sz="2200" dirty="0"/>
              <a:t>Use the search criteria by using either the Tag or Item identifier to retrieve the 	desired instance of inventory and click on click on View Record Details. Note that only 	inventory identified as “Status Modifiable” can be selected.</a:t>
            </a:r>
            <a:endParaRPr lang="fr-CA" sz="2200" dirty="0"/>
          </a:p>
          <a:p>
            <a:pPr marL="0" indent="0" algn="just">
              <a:lnSpc>
                <a:spcPct val="114000"/>
              </a:lnSpc>
              <a:spcBef>
                <a:spcPts val="1000"/>
              </a:spcBef>
              <a:buClr>
                <a:srgbClr val="F58220"/>
              </a:buClr>
              <a:buNone/>
            </a:pPr>
            <a:r>
              <a:rPr lang="fr-CA" sz="2200" dirty="0">
                <a:solidFill>
                  <a:schemeClr val="accent2"/>
                </a:solidFill>
              </a:rPr>
              <a:t>	</a:t>
            </a:r>
            <a:endParaRPr lang="fr-CA" sz="2200" dirty="0"/>
          </a:p>
          <a:p>
            <a:pPr marL="0" indent="0" algn="just">
              <a:lnSpc>
                <a:spcPct val="114000"/>
              </a:lnSpc>
              <a:buNone/>
            </a:pPr>
            <a:endParaRPr lang="fr-CA" sz="2200" dirty="0"/>
          </a:p>
          <a:p>
            <a:pPr marL="0" indent="0" algn="just">
              <a:lnSpc>
                <a:spcPct val="114000"/>
              </a:lnSpc>
              <a:buNone/>
            </a:pPr>
            <a:endParaRPr lang="fr-CA" sz="2200" dirty="0"/>
          </a:p>
          <a:p>
            <a:pPr marL="0" indent="0" algn="just">
              <a:lnSpc>
                <a:spcPct val="114000"/>
              </a:lnSpc>
              <a:buNone/>
            </a:pPr>
            <a:endParaRPr lang="fr-CA" sz="2200" dirty="0"/>
          </a:p>
          <a:p>
            <a:pPr marL="0" indent="0" algn="just">
              <a:lnSpc>
                <a:spcPct val="114000"/>
              </a:lnSpc>
              <a:buNone/>
            </a:pPr>
            <a:endParaRPr lang="en-US" sz="2200" dirty="0"/>
          </a:p>
          <a:p>
            <a:pPr marL="0" indent="0" algn="just">
              <a:lnSpc>
                <a:spcPct val="114000"/>
              </a:lnSpc>
              <a:buNone/>
            </a:pPr>
            <a:endParaRPr lang="en-CA" sz="2200" dirty="0"/>
          </a:p>
        </p:txBody>
      </p:sp>
      <p:pic>
        <p:nvPicPr>
          <p:cNvPr id="10" name="Picture 9">
            <a:extLst>
              <a:ext uri="{FF2B5EF4-FFF2-40B4-BE49-F238E27FC236}">
                <a16:creationId xmlns:a16="http://schemas.microsoft.com/office/drawing/2014/main" xmlns="" id="{86AD0BD1-8AE0-434E-83D9-24071A9EBD3C}"/>
              </a:ext>
            </a:extLst>
          </p:cNvPr>
          <p:cNvPicPr>
            <a:picLocks noChangeAspect="1"/>
          </p:cNvPicPr>
          <p:nvPr>
            <p:custDataLst>
              <p:tags r:id="rId3"/>
            </p:custDataLst>
          </p:nvPr>
        </p:nvPicPr>
        <p:blipFill rotWithShape="1">
          <a:blip r:embed="rId6"/>
          <a:srcRect b="2294"/>
          <a:stretch/>
        </p:blipFill>
        <p:spPr>
          <a:xfrm>
            <a:off x="1844842" y="3259287"/>
            <a:ext cx="8050842" cy="3169420"/>
          </a:xfrm>
          <a:prstGeom prst="rect">
            <a:avLst/>
          </a:prstGeom>
        </p:spPr>
      </p:pic>
    </p:spTree>
    <p:extLst>
      <p:ext uri="{BB962C8B-B14F-4D97-AF65-F5344CB8AC3E}">
        <p14:creationId xmlns:p14="http://schemas.microsoft.com/office/powerpoint/2010/main" val="1336613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89C9FD-AA7B-4BF8-8DEF-D80B3AA56FD4}"/>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A69AB5AA-43C0-4E25-ACCA-532060E3A4C0}"/>
              </a:ext>
            </a:extLst>
          </p:cNvPr>
          <p:cNvSpPr>
            <a:spLocks noGrp="1"/>
          </p:cNvSpPr>
          <p:nvPr>
            <p:ph idx="1"/>
            <p:custDataLst>
              <p:tags r:id="rId2"/>
            </p:custDataLst>
          </p:nvPr>
        </p:nvSpPr>
        <p:spPr>
          <a:xfrm>
            <a:off x="838200" y="1090864"/>
            <a:ext cx="10214812" cy="4941721"/>
          </a:xfrm>
        </p:spPr>
        <p:txBody>
          <a:bodyPr/>
          <a:lstStyle/>
          <a:p>
            <a:pPr marL="0" indent="0" algn="just">
              <a:lnSpc>
                <a:spcPct val="150000"/>
              </a:lnSpc>
              <a:buNone/>
            </a:pPr>
            <a:r>
              <a:rPr lang="fr-CA" sz="2300" dirty="0">
                <a:solidFill>
                  <a:schemeClr val="accent2"/>
                </a:solidFill>
              </a:rPr>
              <a:t>6.2</a:t>
            </a:r>
            <a:r>
              <a:rPr lang="fr-CA" sz="2300" dirty="0"/>
              <a:t> </a:t>
            </a:r>
            <a:r>
              <a:rPr lang="fr-CA" sz="2300" dirty="0" err="1"/>
              <a:t>From</a:t>
            </a:r>
            <a:r>
              <a:rPr lang="fr-CA" sz="2300" dirty="0"/>
              <a:t> the Record Details </a:t>
            </a:r>
            <a:r>
              <a:rPr lang="fr-CA" sz="2300" dirty="0" err="1"/>
              <a:t>view</a:t>
            </a:r>
            <a:r>
              <a:rPr lang="fr-CA" sz="2300" dirty="0"/>
              <a:t> of the </a:t>
            </a:r>
            <a:r>
              <a:rPr lang="fr-CA" sz="2300" dirty="0" err="1"/>
              <a:t>inventory</a:t>
            </a:r>
            <a:r>
              <a:rPr lang="fr-CA" sz="2300" dirty="0"/>
              <a:t> record, click on Change </a:t>
            </a:r>
            <a:r>
              <a:rPr lang="fr-CA" sz="2300" dirty="0" err="1"/>
              <a:t>Status</a:t>
            </a:r>
            <a:r>
              <a:rPr lang="fr-CA" sz="2300" dirty="0"/>
              <a:t> in the </a:t>
            </a:r>
            <a:r>
              <a:rPr lang="fr-CA" sz="2300" dirty="0" err="1"/>
              <a:t>lower</a:t>
            </a:r>
            <a:r>
              <a:rPr lang="fr-CA" sz="2300" dirty="0"/>
              <a:t> right corner. </a:t>
            </a:r>
            <a:endParaRPr lang="en-CA" sz="2300" dirty="0"/>
          </a:p>
        </p:txBody>
      </p:sp>
      <p:grpSp>
        <p:nvGrpSpPr>
          <p:cNvPr id="11" name="Group 10">
            <a:extLst>
              <a:ext uri="{FF2B5EF4-FFF2-40B4-BE49-F238E27FC236}">
                <a16:creationId xmlns:a16="http://schemas.microsoft.com/office/drawing/2014/main" xmlns="" id="{E43E4AFE-63E6-4BAA-99D2-0EDA7A77E8B9}"/>
              </a:ext>
            </a:extLst>
          </p:cNvPr>
          <p:cNvGrpSpPr/>
          <p:nvPr>
            <p:custDataLst>
              <p:tags r:id="rId3"/>
            </p:custDataLst>
          </p:nvPr>
        </p:nvGrpSpPr>
        <p:grpSpPr>
          <a:xfrm>
            <a:off x="770020" y="2294021"/>
            <a:ext cx="10651960" cy="4198854"/>
            <a:chOff x="0" y="391755"/>
            <a:chExt cx="12192000" cy="4390098"/>
          </a:xfrm>
        </p:grpSpPr>
        <p:pic>
          <p:nvPicPr>
            <p:cNvPr id="6" name="Picture 5">
              <a:extLst>
                <a:ext uri="{FF2B5EF4-FFF2-40B4-BE49-F238E27FC236}">
                  <a16:creationId xmlns:a16="http://schemas.microsoft.com/office/drawing/2014/main" xmlns="" id="{37737A10-0624-4383-A59D-3BA8964F52D9}"/>
                </a:ext>
              </a:extLst>
            </p:cNvPr>
            <p:cNvPicPr>
              <a:picLocks noChangeAspect="1"/>
            </p:cNvPicPr>
            <p:nvPr/>
          </p:nvPicPr>
          <p:blipFill rotWithShape="1">
            <a:blip r:embed="rId6"/>
            <a:srcRect b="36465"/>
            <a:stretch/>
          </p:blipFill>
          <p:spPr>
            <a:xfrm>
              <a:off x="0" y="391755"/>
              <a:ext cx="12192000" cy="3859403"/>
            </a:xfrm>
            <a:prstGeom prst="rect">
              <a:avLst/>
            </a:prstGeom>
          </p:spPr>
        </p:pic>
        <p:pic>
          <p:nvPicPr>
            <p:cNvPr id="10" name="Picture 9">
              <a:extLst>
                <a:ext uri="{FF2B5EF4-FFF2-40B4-BE49-F238E27FC236}">
                  <a16:creationId xmlns:a16="http://schemas.microsoft.com/office/drawing/2014/main" xmlns="" id="{D5D9555E-9F39-4C0B-BA41-7570573611D2}"/>
                </a:ext>
              </a:extLst>
            </p:cNvPr>
            <p:cNvPicPr>
              <a:picLocks noChangeAspect="1"/>
            </p:cNvPicPr>
            <p:nvPr/>
          </p:nvPicPr>
          <p:blipFill>
            <a:blip r:embed="rId7"/>
            <a:stretch>
              <a:fillRect/>
            </a:stretch>
          </p:blipFill>
          <p:spPr>
            <a:xfrm>
              <a:off x="0" y="4193567"/>
              <a:ext cx="12192000" cy="588286"/>
            </a:xfrm>
            <a:prstGeom prst="rect">
              <a:avLst/>
            </a:prstGeom>
          </p:spPr>
        </p:pic>
      </p:grpSp>
    </p:spTree>
    <p:extLst>
      <p:ext uri="{BB962C8B-B14F-4D97-AF65-F5344CB8AC3E}">
        <p14:creationId xmlns:p14="http://schemas.microsoft.com/office/powerpoint/2010/main" val="2834745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10881C-8920-4C0E-B814-85677D4472C5}"/>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DA0AC687-237B-4A21-9FC7-B501CED4A857}"/>
              </a:ext>
            </a:extLst>
          </p:cNvPr>
          <p:cNvSpPr>
            <a:spLocks noGrp="1"/>
          </p:cNvSpPr>
          <p:nvPr>
            <p:ph idx="1"/>
            <p:custDataLst>
              <p:tags r:id="rId2"/>
            </p:custDataLst>
          </p:nvPr>
        </p:nvSpPr>
        <p:spPr>
          <a:xfrm>
            <a:off x="838200" y="1090864"/>
            <a:ext cx="10198768" cy="4941721"/>
          </a:xfrm>
        </p:spPr>
        <p:txBody>
          <a:bodyPr/>
          <a:lstStyle/>
          <a:p>
            <a:pPr marL="0" indent="0" algn="just">
              <a:lnSpc>
                <a:spcPct val="150000"/>
              </a:lnSpc>
              <a:buNone/>
            </a:pPr>
            <a:r>
              <a:rPr lang="fr-CA" sz="2100" dirty="0">
                <a:solidFill>
                  <a:schemeClr val="accent2"/>
                </a:solidFill>
              </a:rPr>
              <a:t>6.3</a:t>
            </a:r>
            <a:r>
              <a:rPr lang="fr-CA" sz="2100" dirty="0"/>
              <a:t> </a:t>
            </a:r>
            <a:r>
              <a:rPr lang="fr-CA" sz="2100" dirty="0" err="1"/>
              <a:t>From</a:t>
            </a:r>
            <a:r>
              <a:rPr lang="fr-CA" sz="2100" dirty="0"/>
              <a:t> the new </a:t>
            </a:r>
            <a:r>
              <a:rPr lang="fr-CA" sz="2100" dirty="0" err="1"/>
              <a:t>window</a:t>
            </a:r>
            <a:r>
              <a:rPr lang="fr-CA" sz="2100" dirty="0"/>
              <a:t>, </a:t>
            </a:r>
            <a:r>
              <a:rPr lang="fr-CA" sz="2100" dirty="0" err="1"/>
              <a:t>you</a:t>
            </a:r>
            <a:r>
              <a:rPr lang="fr-CA" sz="2100" dirty="0"/>
              <a:t> </a:t>
            </a:r>
            <a:r>
              <a:rPr lang="fr-CA" sz="2100" dirty="0" err="1"/>
              <a:t>need</a:t>
            </a:r>
            <a:r>
              <a:rPr lang="fr-CA" sz="2100" dirty="0"/>
              <a:t> first to enter a </a:t>
            </a:r>
            <a:r>
              <a:rPr lang="fr-CA" sz="2100" b="1" dirty="0"/>
              <a:t>Reason</a:t>
            </a:r>
            <a:r>
              <a:rPr lang="fr-CA" sz="2100" dirty="0"/>
              <a:t> code. </a:t>
            </a:r>
            <a:r>
              <a:rPr lang="en-US" sz="2100" dirty="0"/>
              <a:t>The reason code must be entered in this field to indicate why the change is being made, or why the inventory is being adjusted or moved.</a:t>
            </a:r>
            <a:endParaRPr lang="en-CA" sz="2100" dirty="0"/>
          </a:p>
        </p:txBody>
      </p:sp>
      <p:pic>
        <p:nvPicPr>
          <p:cNvPr id="6" name="Picture 5">
            <a:extLst>
              <a:ext uri="{FF2B5EF4-FFF2-40B4-BE49-F238E27FC236}">
                <a16:creationId xmlns:a16="http://schemas.microsoft.com/office/drawing/2014/main" xmlns="" id="{70B2885F-052B-4990-BCFA-2DDDAD269F5E}"/>
              </a:ext>
            </a:extLst>
          </p:cNvPr>
          <p:cNvPicPr>
            <a:picLocks noChangeAspect="1"/>
          </p:cNvPicPr>
          <p:nvPr>
            <p:custDataLst>
              <p:tags r:id="rId3"/>
            </p:custDataLst>
          </p:nvPr>
        </p:nvPicPr>
        <p:blipFill>
          <a:blip r:embed="rId5"/>
          <a:stretch>
            <a:fillRect/>
          </a:stretch>
        </p:blipFill>
        <p:spPr>
          <a:xfrm>
            <a:off x="1640305" y="2711872"/>
            <a:ext cx="6587408" cy="3544549"/>
          </a:xfrm>
          <a:prstGeom prst="rect">
            <a:avLst/>
          </a:prstGeom>
        </p:spPr>
      </p:pic>
    </p:spTree>
    <p:extLst>
      <p:ext uri="{BB962C8B-B14F-4D97-AF65-F5344CB8AC3E}">
        <p14:creationId xmlns:p14="http://schemas.microsoft.com/office/powerpoint/2010/main" val="3980213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89C9FD-AA7B-4BF8-8DEF-D80B3AA56FD4}"/>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A69AB5AA-43C0-4E25-ACCA-532060E3A4C0}"/>
              </a:ext>
            </a:extLst>
          </p:cNvPr>
          <p:cNvSpPr>
            <a:spLocks noGrp="1"/>
          </p:cNvSpPr>
          <p:nvPr>
            <p:ph idx="1"/>
            <p:custDataLst>
              <p:tags r:id="rId2"/>
            </p:custDataLst>
          </p:nvPr>
        </p:nvSpPr>
        <p:spPr>
          <a:xfrm>
            <a:off x="838198" y="1090864"/>
            <a:ext cx="10515601" cy="4941722"/>
          </a:xfrm>
        </p:spPr>
        <p:txBody>
          <a:bodyPr/>
          <a:lstStyle/>
          <a:p>
            <a:pPr marL="0" indent="0" algn="just">
              <a:lnSpc>
                <a:spcPct val="150000"/>
              </a:lnSpc>
              <a:buNone/>
            </a:pPr>
            <a:r>
              <a:rPr lang="fr-CA" sz="2100" dirty="0">
                <a:solidFill>
                  <a:schemeClr val="accent2"/>
                </a:solidFill>
              </a:rPr>
              <a:t>6.4</a:t>
            </a:r>
            <a:r>
              <a:rPr lang="fr-CA" sz="2100" dirty="0"/>
              <a:t> </a:t>
            </a:r>
            <a:r>
              <a:rPr lang="fr-CA" sz="2100" dirty="0" err="1"/>
              <a:t>Then</a:t>
            </a:r>
            <a:r>
              <a:rPr lang="fr-CA" sz="2100" dirty="0"/>
              <a:t>, </a:t>
            </a:r>
            <a:r>
              <a:rPr lang="fr-CA" sz="2100" dirty="0" err="1"/>
              <a:t>you</a:t>
            </a:r>
            <a:r>
              <a:rPr lang="fr-CA" sz="2100" dirty="0"/>
              <a:t> can </a:t>
            </a:r>
            <a:r>
              <a:rPr lang="fr-CA" sz="2100" dirty="0" err="1"/>
              <a:t>modify</a:t>
            </a:r>
            <a:r>
              <a:rPr lang="fr-CA" sz="2100" dirty="0"/>
              <a:t> </a:t>
            </a:r>
            <a:r>
              <a:rPr lang="fr-CA" sz="2100" dirty="0" err="1"/>
              <a:t>any</a:t>
            </a:r>
            <a:r>
              <a:rPr lang="fr-CA" sz="2100" dirty="0"/>
              <a:t> of the information </a:t>
            </a:r>
            <a:r>
              <a:rPr lang="en-US" sz="2100" dirty="0"/>
              <a:t>for the displayed fields: </a:t>
            </a:r>
            <a:r>
              <a:rPr lang="en-US" sz="2100" dirty="0">
                <a:hlinkClick r:id="rId6" action="ppaction://hlinksldjump"/>
              </a:rPr>
              <a:t>Hold Code</a:t>
            </a:r>
            <a:r>
              <a:rPr lang="en-US" sz="2100" dirty="0"/>
              <a:t>, </a:t>
            </a:r>
            <a:r>
              <a:rPr lang="en-US" sz="2100" dirty="0">
                <a:hlinkClick r:id="rId7" action="ppaction://hlinksldjump"/>
              </a:rPr>
              <a:t>Inventory Attribute 1/2/3</a:t>
            </a:r>
            <a:r>
              <a:rPr lang="en-US" sz="2100" dirty="0"/>
              <a:t>, </a:t>
            </a:r>
            <a:r>
              <a:rPr lang="en-US" sz="2100" dirty="0">
                <a:hlinkClick r:id="rId8" action="ppaction://hlinksldjump"/>
              </a:rPr>
              <a:t>Receipt Date and Time</a:t>
            </a:r>
            <a:r>
              <a:rPr lang="en-US" sz="2100" dirty="0"/>
              <a:t>, </a:t>
            </a:r>
            <a:r>
              <a:rPr lang="en-US" sz="2100" dirty="0">
                <a:hlinkClick r:id="rId9" action="ppaction://hlinksldjump"/>
              </a:rPr>
              <a:t>Item Expiration Date</a:t>
            </a:r>
            <a:r>
              <a:rPr lang="en-US" sz="2100" dirty="0"/>
              <a:t>, </a:t>
            </a:r>
            <a:r>
              <a:rPr lang="en-US" sz="2100" dirty="0">
                <a:hlinkClick r:id="rId10" action="ppaction://hlinksldjump"/>
              </a:rPr>
              <a:t>Use By Date and Time</a:t>
            </a:r>
            <a:r>
              <a:rPr lang="en-US" sz="2100" dirty="0"/>
              <a:t>. </a:t>
            </a:r>
          </a:p>
        </p:txBody>
      </p:sp>
      <p:grpSp>
        <p:nvGrpSpPr>
          <p:cNvPr id="12" name="Group 11">
            <a:extLst>
              <a:ext uri="{FF2B5EF4-FFF2-40B4-BE49-F238E27FC236}">
                <a16:creationId xmlns:a16="http://schemas.microsoft.com/office/drawing/2014/main" xmlns="" id="{0FECA7F0-34CF-4CFC-87C6-F74E1E4D5693}"/>
              </a:ext>
            </a:extLst>
          </p:cNvPr>
          <p:cNvGrpSpPr/>
          <p:nvPr>
            <p:custDataLst>
              <p:tags r:id="rId3"/>
            </p:custDataLst>
          </p:nvPr>
        </p:nvGrpSpPr>
        <p:grpSpPr>
          <a:xfrm>
            <a:off x="950494" y="2288090"/>
            <a:ext cx="4904875" cy="4022251"/>
            <a:chOff x="1608219" y="2229099"/>
            <a:chExt cx="4904875" cy="4022251"/>
          </a:xfrm>
        </p:grpSpPr>
        <p:pic>
          <p:nvPicPr>
            <p:cNvPr id="8" name="Picture 7">
              <a:extLst>
                <a:ext uri="{FF2B5EF4-FFF2-40B4-BE49-F238E27FC236}">
                  <a16:creationId xmlns:a16="http://schemas.microsoft.com/office/drawing/2014/main" xmlns="" id="{E5ED2BDA-91D7-4003-AAFB-ECFB791E06A6}"/>
                </a:ext>
              </a:extLst>
            </p:cNvPr>
            <p:cNvPicPr>
              <a:picLocks noChangeAspect="1"/>
            </p:cNvPicPr>
            <p:nvPr/>
          </p:nvPicPr>
          <p:blipFill rotWithShape="1">
            <a:blip r:embed="rId11"/>
            <a:srcRect b="42217"/>
            <a:stretch/>
          </p:blipFill>
          <p:spPr>
            <a:xfrm>
              <a:off x="1608219" y="2229099"/>
              <a:ext cx="4904873" cy="3609544"/>
            </a:xfrm>
            <a:prstGeom prst="rect">
              <a:avLst/>
            </a:prstGeom>
          </p:spPr>
        </p:pic>
        <p:pic>
          <p:nvPicPr>
            <p:cNvPr id="10" name="Picture 9">
              <a:extLst>
                <a:ext uri="{FF2B5EF4-FFF2-40B4-BE49-F238E27FC236}">
                  <a16:creationId xmlns:a16="http://schemas.microsoft.com/office/drawing/2014/main" xmlns="" id="{27B20EB3-B943-4D8E-B18D-CEBFE4B22521}"/>
                </a:ext>
              </a:extLst>
            </p:cNvPr>
            <p:cNvPicPr>
              <a:picLocks noChangeAspect="1"/>
            </p:cNvPicPr>
            <p:nvPr/>
          </p:nvPicPr>
          <p:blipFill rotWithShape="1">
            <a:blip r:embed="rId11"/>
            <a:srcRect t="86787"/>
            <a:stretch/>
          </p:blipFill>
          <p:spPr>
            <a:xfrm>
              <a:off x="1608221" y="5425935"/>
              <a:ext cx="4904873" cy="825415"/>
            </a:xfrm>
            <a:prstGeom prst="rect">
              <a:avLst/>
            </a:prstGeom>
          </p:spPr>
        </p:pic>
      </p:grpSp>
    </p:spTree>
    <p:extLst>
      <p:ext uri="{BB962C8B-B14F-4D97-AF65-F5344CB8AC3E}">
        <p14:creationId xmlns:p14="http://schemas.microsoft.com/office/powerpoint/2010/main" val="17967210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6B79B7-F0DC-47C9-98AD-D50BEB45C2EE}"/>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19184EA9-FB23-4EC0-8C71-8276558EAAD9}"/>
              </a:ext>
            </a:extLst>
          </p:cNvPr>
          <p:cNvSpPr>
            <a:spLocks noGrp="1"/>
          </p:cNvSpPr>
          <p:nvPr>
            <p:ph idx="1"/>
            <p:custDataLst>
              <p:tags r:id="rId2"/>
            </p:custDataLst>
          </p:nvPr>
        </p:nvSpPr>
        <p:spPr>
          <a:xfrm>
            <a:off x="838198" y="1090864"/>
            <a:ext cx="10515601" cy="4941721"/>
          </a:xfrm>
        </p:spPr>
        <p:txBody>
          <a:bodyPr/>
          <a:lstStyle/>
          <a:p>
            <a:pPr marL="0" indent="0" algn="just">
              <a:lnSpc>
                <a:spcPct val="150000"/>
              </a:lnSpc>
              <a:buNone/>
            </a:pPr>
            <a:r>
              <a:rPr lang="fr-CA" sz="2100" dirty="0">
                <a:solidFill>
                  <a:schemeClr val="accent2"/>
                </a:solidFill>
              </a:rPr>
              <a:t>6.4</a:t>
            </a:r>
            <a:r>
              <a:rPr lang="fr-CA" sz="2100" dirty="0"/>
              <a:t> (</a:t>
            </a:r>
            <a:r>
              <a:rPr lang="fr-CA" sz="2100" dirty="0" err="1"/>
              <a:t>Continued</a:t>
            </a:r>
            <a:r>
              <a:rPr lang="fr-CA" sz="2100" dirty="0"/>
              <a:t>). </a:t>
            </a:r>
          </a:p>
          <a:p>
            <a:pPr algn="just">
              <a:lnSpc>
                <a:spcPct val="150000"/>
              </a:lnSpc>
            </a:pPr>
            <a:r>
              <a:rPr lang="fr-CA" sz="2100" dirty="0"/>
              <a:t>For the </a:t>
            </a:r>
            <a:r>
              <a:rPr lang="en-US" sz="2100" b="1" dirty="0"/>
              <a:t>Hold Code </a:t>
            </a:r>
            <a:r>
              <a:rPr lang="en-US" sz="2100" dirty="0"/>
              <a:t>and </a:t>
            </a:r>
            <a:r>
              <a:rPr lang="en-US" sz="2100" b="1" dirty="0"/>
              <a:t>Inventory Attribute 1/2/3</a:t>
            </a:r>
            <a:r>
              <a:rPr lang="en-US" sz="2100" dirty="0"/>
              <a:t> fields, update the fields as follows: </a:t>
            </a:r>
          </a:p>
          <a:p>
            <a:pPr lvl="1" algn="just">
              <a:lnSpc>
                <a:spcPct val="150000"/>
              </a:lnSpc>
              <a:buFont typeface="Wingdings" panose="05000000000000000000" pitchFamily="2" charset="2"/>
              <a:buChar char="ü"/>
            </a:pPr>
            <a:r>
              <a:rPr lang="en-US" sz="2100" dirty="0"/>
              <a:t> Leave an asterisk (*) to indicate that the values for the field should not be changed, </a:t>
            </a:r>
          </a:p>
          <a:p>
            <a:pPr lvl="1" algn="just">
              <a:lnSpc>
                <a:spcPct val="150000"/>
              </a:lnSpc>
              <a:buFont typeface="Wingdings" panose="05000000000000000000" pitchFamily="2" charset="2"/>
              <a:buChar char="ü"/>
            </a:pPr>
            <a:r>
              <a:rPr lang="en-US" sz="2100" dirty="0"/>
              <a:t> Clear the field to indicate that the field should be blanked out, </a:t>
            </a:r>
          </a:p>
          <a:p>
            <a:pPr lvl="1" algn="just">
              <a:lnSpc>
                <a:spcPct val="150000"/>
              </a:lnSpc>
              <a:buFont typeface="Wingdings" panose="05000000000000000000" pitchFamily="2" charset="2"/>
              <a:buChar char="ü"/>
            </a:pPr>
            <a:r>
              <a:rPr lang="en-US" sz="2100" dirty="0"/>
              <a:t> Enter a new value in the field to update the values for the field with the specified entry.</a:t>
            </a:r>
          </a:p>
          <a:p>
            <a:pPr algn="just">
              <a:lnSpc>
                <a:spcPct val="150000"/>
              </a:lnSpc>
            </a:pPr>
            <a:r>
              <a:rPr lang="en-US" sz="2100" dirty="0"/>
              <a:t>For the </a:t>
            </a:r>
            <a:r>
              <a:rPr lang="en-CA" sz="2100" b="1" dirty="0"/>
              <a:t>Receipt Date and Time</a:t>
            </a:r>
            <a:r>
              <a:rPr lang="en-CA" sz="2100" dirty="0"/>
              <a:t>, </a:t>
            </a:r>
            <a:r>
              <a:rPr lang="en-CA" sz="2100" b="1" dirty="0"/>
              <a:t>Item Expiration Date </a:t>
            </a:r>
            <a:r>
              <a:rPr lang="en-CA" sz="2100" dirty="0"/>
              <a:t>and </a:t>
            </a:r>
            <a:r>
              <a:rPr lang="en-CA" sz="2100" b="1" dirty="0"/>
              <a:t>Use-By Date and Time </a:t>
            </a:r>
            <a:r>
              <a:rPr lang="en-CA" sz="2100" dirty="0"/>
              <a:t>fields, </a:t>
            </a:r>
            <a:r>
              <a:rPr lang="en-US" sz="2100" dirty="0"/>
              <a:t>update the fields as follows: </a:t>
            </a:r>
          </a:p>
          <a:p>
            <a:pPr lvl="1" algn="just">
              <a:lnSpc>
                <a:spcPct val="150000"/>
              </a:lnSpc>
              <a:buFont typeface="Wingdings" panose="05000000000000000000" pitchFamily="2" charset="2"/>
              <a:buChar char="ü"/>
            </a:pPr>
            <a:r>
              <a:rPr lang="en-US" sz="2100" dirty="0"/>
              <a:t> Leave the field empty to indicate that no modification is necessary, </a:t>
            </a:r>
          </a:p>
          <a:p>
            <a:pPr lvl="1" algn="just">
              <a:lnSpc>
                <a:spcPct val="150000"/>
              </a:lnSpc>
              <a:buFont typeface="Wingdings" panose="05000000000000000000" pitchFamily="2" charset="2"/>
              <a:buChar char="ü"/>
            </a:pPr>
            <a:r>
              <a:rPr lang="en-US" sz="2100" dirty="0"/>
              <a:t> Enter a new value in the field to update the values for the field with the specified entry.</a:t>
            </a:r>
          </a:p>
          <a:p>
            <a:pPr lvl="1" algn="just">
              <a:lnSpc>
                <a:spcPct val="150000"/>
              </a:lnSpc>
              <a:buFont typeface="Wingdings" panose="05000000000000000000" pitchFamily="2" charset="2"/>
              <a:buChar char="ü"/>
            </a:pPr>
            <a:endParaRPr lang="en-US" sz="2100" dirty="0"/>
          </a:p>
        </p:txBody>
      </p:sp>
    </p:spTree>
    <p:extLst>
      <p:ext uri="{BB962C8B-B14F-4D97-AF65-F5344CB8AC3E}">
        <p14:creationId xmlns:p14="http://schemas.microsoft.com/office/powerpoint/2010/main" val="39919445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89C9FD-AA7B-4BF8-8DEF-D80B3AA56FD4}"/>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A69AB5AA-43C0-4E25-ACCA-532060E3A4C0}"/>
              </a:ext>
            </a:extLst>
          </p:cNvPr>
          <p:cNvSpPr>
            <a:spLocks noGrp="1"/>
          </p:cNvSpPr>
          <p:nvPr>
            <p:ph idx="1"/>
            <p:custDataLst>
              <p:tags r:id="rId2"/>
            </p:custDataLst>
          </p:nvPr>
        </p:nvSpPr>
        <p:spPr>
          <a:xfrm>
            <a:off x="838200" y="1090864"/>
            <a:ext cx="10515600" cy="4941721"/>
          </a:xfrm>
        </p:spPr>
        <p:txBody>
          <a:bodyPr/>
          <a:lstStyle/>
          <a:p>
            <a:pPr marL="0" indent="0" algn="just">
              <a:lnSpc>
                <a:spcPct val="120000"/>
              </a:lnSpc>
              <a:buNone/>
            </a:pPr>
            <a:r>
              <a:rPr lang="fr-CA" sz="2100" dirty="0">
                <a:solidFill>
                  <a:schemeClr val="accent2"/>
                </a:solidFill>
              </a:rPr>
              <a:t>6.4</a:t>
            </a:r>
            <a:r>
              <a:rPr lang="fr-CA" sz="2100" dirty="0"/>
              <a:t> (</a:t>
            </a:r>
            <a:r>
              <a:rPr lang="fr-CA" sz="2100" dirty="0" err="1"/>
              <a:t>Continued</a:t>
            </a:r>
            <a:r>
              <a:rPr lang="fr-CA" sz="2100" dirty="0"/>
              <a:t>)</a:t>
            </a:r>
            <a:r>
              <a:rPr lang="en-US" sz="2100" dirty="0"/>
              <a:t> </a:t>
            </a:r>
          </a:p>
          <a:p>
            <a:pPr lvl="1" algn="just">
              <a:lnSpc>
                <a:spcPct val="120000"/>
              </a:lnSpc>
              <a:buFont typeface="Wingdings" panose="05000000000000000000" pitchFamily="2" charset="2"/>
              <a:buChar char="ü"/>
            </a:pPr>
            <a:r>
              <a:rPr lang="en-CA" sz="2100" dirty="0"/>
              <a:t> </a:t>
            </a:r>
            <a:r>
              <a:rPr lang="en-CA" sz="2100" b="1" dirty="0"/>
              <a:t>Hold Code</a:t>
            </a:r>
            <a:r>
              <a:rPr lang="en-CA" sz="2100" dirty="0"/>
              <a:t>: </a:t>
            </a:r>
            <a:r>
              <a:rPr lang="en-US" sz="2100" dirty="0"/>
              <a:t>This is the hold code of a full or partial load. This provides a means to identify inventory that is to be kept separate from similar inventory for disposal, a return to the vendor, testing, or inspection purposes. </a:t>
            </a:r>
            <a:endParaRPr lang="en-CA" sz="2100" dirty="0"/>
          </a:p>
        </p:txBody>
      </p:sp>
      <p:pic>
        <p:nvPicPr>
          <p:cNvPr id="6" name="Picture 5">
            <a:extLst>
              <a:ext uri="{FF2B5EF4-FFF2-40B4-BE49-F238E27FC236}">
                <a16:creationId xmlns:a16="http://schemas.microsoft.com/office/drawing/2014/main" xmlns="" id="{08738273-6CCA-4C39-8BE6-F5AA13A5E3F0}"/>
              </a:ext>
            </a:extLst>
          </p:cNvPr>
          <p:cNvPicPr>
            <a:picLocks noChangeAspect="1"/>
          </p:cNvPicPr>
          <p:nvPr>
            <p:custDataLst>
              <p:tags r:id="rId3"/>
            </p:custDataLst>
          </p:nvPr>
        </p:nvPicPr>
        <p:blipFill>
          <a:blip r:embed="rId6"/>
          <a:stretch>
            <a:fillRect/>
          </a:stretch>
        </p:blipFill>
        <p:spPr>
          <a:xfrm>
            <a:off x="1618840" y="2823787"/>
            <a:ext cx="6418085" cy="3416592"/>
          </a:xfrm>
          <a:prstGeom prst="rect">
            <a:avLst/>
          </a:prstGeom>
        </p:spPr>
      </p:pic>
    </p:spTree>
    <p:extLst>
      <p:ext uri="{BB962C8B-B14F-4D97-AF65-F5344CB8AC3E}">
        <p14:creationId xmlns:p14="http://schemas.microsoft.com/office/powerpoint/2010/main" val="601766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89C9FD-AA7B-4BF8-8DEF-D80B3AA56FD4}"/>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A69AB5AA-43C0-4E25-ACCA-532060E3A4C0}"/>
              </a:ext>
            </a:extLst>
          </p:cNvPr>
          <p:cNvSpPr>
            <a:spLocks noGrp="1"/>
          </p:cNvSpPr>
          <p:nvPr>
            <p:ph idx="1"/>
            <p:custDataLst>
              <p:tags r:id="rId2"/>
            </p:custDataLst>
          </p:nvPr>
        </p:nvSpPr>
        <p:spPr>
          <a:xfrm>
            <a:off x="838200" y="1090864"/>
            <a:ext cx="10515600" cy="4941721"/>
          </a:xfrm>
        </p:spPr>
        <p:txBody>
          <a:bodyPr/>
          <a:lstStyle/>
          <a:p>
            <a:pPr marL="0" indent="0" algn="just">
              <a:lnSpc>
                <a:spcPct val="120000"/>
              </a:lnSpc>
              <a:buNone/>
            </a:pPr>
            <a:r>
              <a:rPr lang="fr-CA" sz="2100" dirty="0">
                <a:solidFill>
                  <a:schemeClr val="accent2"/>
                </a:solidFill>
              </a:rPr>
              <a:t>6.4</a:t>
            </a:r>
            <a:r>
              <a:rPr lang="fr-CA" sz="2100" dirty="0"/>
              <a:t> (</a:t>
            </a:r>
            <a:r>
              <a:rPr lang="fr-CA" sz="2100" dirty="0" err="1"/>
              <a:t>Continued</a:t>
            </a:r>
            <a:r>
              <a:rPr lang="fr-CA" sz="2100" dirty="0"/>
              <a:t>)</a:t>
            </a:r>
            <a:endParaRPr lang="en-US" sz="2100" dirty="0"/>
          </a:p>
          <a:p>
            <a:pPr lvl="1" algn="just">
              <a:lnSpc>
                <a:spcPct val="120000"/>
              </a:lnSpc>
              <a:buFont typeface="Wingdings" panose="05000000000000000000" pitchFamily="2" charset="2"/>
              <a:buChar char="ü"/>
            </a:pPr>
            <a:r>
              <a:rPr lang="en-CA" sz="2100" dirty="0"/>
              <a:t> </a:t>
            </a:r>
            <a:r>
              <a:rPr lang="en-CA" sz="2100" b="1" dirty="0"/>
              <a:t>Inventory Attribute 1/2/3</a:t>
            </a:r>
            <a:r>
              <a:rPr lang="en-CA" sz="2100" dirty="0"/>
              <a:t>: </a:t>
            </a:r>
            <a:r>
              <a:rPr lang="en-US" sz="2100" dirty="0"/>
              <a:t>These fields correspond to user-defined attributes of inventory. They are used to differentiate inventory records of the same item/package code. </a:t>
            </a:r>
            <a:endParaRPr lang="en-CA" sz="2100" dirty="0"/>
          </a:p>
        </p:txBody>
      </p:sp>
      <p:pic>
        <p:nvPicPr>
          <p:cNvPr id="8" name="Picture 7">
            <a:extLst>
              <a:ext uri="{FF2B5EF4-FFF2-40B4-BE49-F238E27FC236}">
                <a16:creationId xmlns:a16="http://schemas.microsoft.com/office/drawing/2014/main" xmlns="" id="{2956F3F6-E6B3-444A-8FC7-F5DB91BC662E}"/>
              </a:ext>
            </a:extLst>
          </p:cNvPr>
          <p:cNvPicPr>
            <a:picLocks noChangeAspect="1"/>
          </p:cNvPicPr>
          <p:nvPr>
            <p:custDataLst>
              <p:tags r:id="rId3"/>
            </p:custDataLst>
          </p:nvPr>
        </p:nvPicPr>
        <p:blipFill>
          <a:blip r:embed="rId6"/>
          <a:stretch>
            <a:fillRect/>
          </a:stretch>
        </p:blipFill>
        <p:spPr>
          <a:xfrm>
            <a:off x="1607562" y="2815195"/>
            <a:ext cx="6105070" cy="3377058"/>
          </a:xfrm>
          <a:prstGeom prst="rect">
            <a:avLst/>
          </a:prstGeom>
        </p:spPr>
      </p:pic>
    </p:spTree>
    <p:extLst>
      <p:ext uri="{BB962C8B-B14F-4D97-AF65-F5344CB8AC3E}">
        <p14:creationId xmlns:p14="http://schemas.microsoft.com/office/powerpoint/2010/main" val="4287011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89C9FD-AA7B-4BF8-8DEF-D80B3AA56FD4}"/>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A69AB5AA-43C0-4E25-ACCA-532060E3A4C0}"/>
              </a:ext>
            </a:extLst>
          </p:cNvPr>
          <p:cNvSpPr>
            <a:spLocks noGrp="1"/>
          </p:cNvSpPr>
          <p:nvPr>
            <p:ph idx="1"/>
            <p:custDataLst>
              <p:tags r:id="rId2"/>
            </p:custDataLst>
          </p:nvPr>
        </p:nvSpPr>
        <p:spPr>
          <a:xfrm>
            <a:off x="838200" y="1090864"/>
            <a:ext cx="10515600" cy="4941721"/>
          </a:xfrm>
        </p:spPr>
        <p:txBody>
          <a:bodyPr/>
          <a:lstStyle/>
          <a:p>
            <a:pPr marL="0" indent="0" algn="just">
              <a:lnSpc>
                <a:spcPct val="150000"/>
              </a:lnSpc>
              <a:buNone/>
            </a:pPr>
            <a:r>
              <a:rPr lang="fr-CA" sz="2100" dirty="0">
                <a:solidFill>
                  <a:schemeClr val="accent2"/>
                </a:solidFill>
              </a:rPr>
              <a:t>6.4 </a:t>
            </a:r>
            <a:r>
              <a:rPr lang="fr-CA" sz="2100" dirty="0"/>
              <a:t>(</a:t>
            </a:r>
            <a:r>
              <a:rPr lang="fr-CA" sz="2100" dirty="0" err="1"/>
              <a:t>Continued</a:t>
            </a:r>
            <a:r>
              <a:rPr lang="fr-CA" sz="2100" dirty="0"/>
              <a:t>)</a:t>
            </a:r>
            <a:endParaRPr lang="en-US" sz="2100" dirty="0"/>
          </a:p>
          <a:p>
            <a:pPr lvl="1" algn="just">
              <a:lnSpc>
                <a:spcPct val="150000"/>
              </a:lnSpc>
              <a:buFont typeface="Wingdings" panose="05000000000000000000" pitchFamily="2" charset="2"/>
              <a:buChar char="ü"/>
            </a:pPr>
            <a:r>
              <a:rPr lang="en-CA" sz="2100" dirty="0"/>
              <a:t> </a:t>
            </a:r>
            <a:r>
              <a:rPr lang="en-CA" sz="2100" b="1" dirty="0"/>
              <a:t>Receipt Date and Time</a:t>
            </a:r>
            <a:r>
              <a:rPr lang="en-CA" sz="2100" dirty="0"/>
              <a:t>: This is </a:t>
            </a:r>
            <a:r>
              <a:rPr lang="en-US" sz="2100" dirty="0"/>
              <a:t>the date and time of the receipt. </a:t>
            </a:r>
            <a:endParaRPr lang="en-CA" sz="2100" dirty="0"/>
          </a:p>
        </p:txBody>
      </p:sp>
      <p:pic>
        <p:nvPicPr>
          <p:cNvPr id="8" name="Picture 7">
            <a:extLst>
              <a:ext uri="{FF2B5EF4-FFF2-40B4-BE49-F238E27FC236}">
                <a16:creationId xmlns:a16="http://schemas.microsoft.com/office/drawing/2014/main" xmlns="" id="{03B5D61D-DF41-442C-A4E7-3932E9B7CC4D}"/>
              </a:ext>
            </a:extLst>
          </p:cNvPr>
          <p:cNvPicPr>
            <a:picLocks noChangeAspect="1"/>
          </p:cNvPicPr>
          <p:nvPr>
            <p:custDataLst>
              <p:tags r:id="rId3"/>
            </p:custDataLst>
          </p:nvPr>
        </p:nvPicPr>
        <p:blipFill>
          <a:blip r:embed="rId6"/>
          <a:stretch>
            <a:fillRect/>
          </a:stretch>
        </p:blipFill>
        <p:spPr>
          <a:xfrm>
            <a:off x="1475727" y="2272801"/>
            <a:ext cx="6571355" cy="3759784"/>
          </a:xfrm>
          <a:prstGeom prst="rect">
            <a:avLst/>
          </a:prstGeom>
        </p:spPr>
      </p:pic>
    </p:spTree>
    <p:extLst>
      <p:ext uri="{BB962C8B-B14F-4D97-AF65-F5344CB8AC3E}">
        <p14:creationId xmlns:p14="http://schemas.microsoft.com/office/powerpoint/2010/main" val="410147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89C9FD-AA7B-4BF8-8DEF-D80B3AA56FD4}"/>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A69AB5AA-43C0-4E25-ACCA-532060E3A4C0}"/>
              </a:ext>
            </a:extLst>
          </p:cNvPr>
          <p:cNvSpPr>
            <a:spLocks noGrp="1"/>
          </p:cNvSpPr>
          <p:nvPr>
            <p:ph idx="1"/>
            <p:custDataLst>
              <p:tags r:id="rId2"/>
            </p:custDataLst>
          </p:nvPr>
        </p:nvSpPr>
        <p:spPr>
          <a:xfrm>
            <a:off x="838200" y="1090864"/>
            <a:ext cx="10515600" cy="4941721"/>
          </a:xfrm>
        </p:spPr>
        <p:txBody>
          <a:bodyPr/>
          <a:lstStyle/>
          <a:p>
            <a:pPr marL="0" indent="0" algn="just">
              <a:lnSpc>
                <a:spcPct val="150000"/>
              </a:lnSpc>
              <a:buNone/>
            </a:pPr>
            <a:r>
              <a:rPr lang="fr-CA" sz="2100" dirty="0">
                <a:solidFill>
                  <a:schemeClr val="accent2"/>
                </a:solidFill>
              </a:rPr>
              <a:t>6.4</a:t>
            </a:r>
            <a:r>
              <a:rPr lang="fr-CA" sz="2100" dirty="0"/>
              <a:t> (</a:t>
            </a:r>
            <a:r>
              <a:rPr lang="fr-CA" sz="2100" dirty="0" err="1"/>
              <a:t>Continued</a:t>
            </a:r>
            <a:r>
              <a:rPr lang="fr-CA" sz="2100" dirty="0"/>
              <a:t>)</a:t>
            </a:r>
            <a:endParaRPr lang="en-US" sz="2100" dirty="0"/>
          </a:p>
          <a:p>
            <a:pPr lvl="1" algn="just">
              <a:lnSpc>
                <a:spcPct val="150000"/>
              </a:lnSpc>
              <a:buFont typeface="Wingdings" panose="05000000000000000000" pitchFamily="2" charset="2"/>
              <a:buChar char="ü"/>
            </a:pPr>
            <a:r>
              <a:rPr lang="en-CA" sz="2100" dirty="0"/>
              <a:t> </a:t>
            </a:r>
            <a:r>
              <a:rPr lang="en-CA" sz="2100" b="1" dirty="0"/>
              <a:t>Item Expiration Date</a:t>
            </a:r>
            <a:r>
              <a:rPr lang="en-CA" sz="2100" dirty="0"/>
              <a:t>: This is </a:t>
            </a:r>
            <a:r>
              <a:rPr lang="en-US" sz="2100" dirty="0"/>
              <a:t>the item expiration date from the manufacturer. </a:t>
            </a:r>
            <a:endParaRPr lang="en-CA" sz="2100" dirty="0"/>
          </a:p>
        </p:txBody>
      </p:sp>
      <p:pic>
        <p:nvPicPr>
          <p:cNvPr id="7" name="Picture 6">
            <a:extLst>
              <a:ext uri="{FF2B5EF4-FFF2-40B4-BE49-F238E27FC236}">
                <a16:creationId xmlns:a16="http://schemas.microsoft.com/office/drawing/2014/main" xmlns="" id="{F401E89B-407C-4E67-A6C7-A4D33AE3527E}"/>
              </a:ext>
            </a:extLst>
          </p:cNvPr>
          <p:cNvPicPr>
            <a:picLocks noChangeAspect="1"/>
          </p:cNvPicPr>
          <p:nvPr>
            <p:custDataLst>
              <p:tags r:id="rId3"/>
            </p:custDataLst>
          </p:nvPr>
        </p:nvPicPr>
        <p:blipFill>
          <a:blip r:embed="rId6"/>
          <a:stretch>
            <a:fillRect/>
          </a:stretch>
        </p:blipFill>
        <p:spPr>
          <a:xfrm>
            <a:off x="1405528" y="2264893"/>
            <a:ext cx="6712937" cy="3767692"/>
          </a:xfrm>
          <a:prstGeom prst="rect">
            <a:avLst/>
          </a:prstGeom>
        </p:spPr>
      </p:pic>
    </p:spTree>
    <p:extLst>
      <p:ext uri="{BB962C8B-B14F-4D97-AF65-F5344CB8AC3E}">
        <p14:creationId xmlns:p14="http://schemas.microsoft.com/office/powerpoint/2010/main" val="2246219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89C9FD-AA7B-4BF8-8DEF-D80B3AA56FD4}"/>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A69AB5AA-43C0-4E25-ACCA-532060E3A4C0}"/>
              </a:ext>
            </a:extLst>
          </p:cNvPr>
          <p:cNvSpPr>
            <a:spLocks noGrp="1"/>
          </p:cNvSpPr>
          <p:nvPr>
            <p:ph idx="1"/>
            <p:custDataLst>
              <p:tags r:id="rId2"/>
            </p:custDataLst>
          </p:nvPr>
        </p:nvSpPr>
        <p:spPr>
          <a:xfrm>
            <a:off x="838200" y="1090864"/>
            <a:ext cx="10515600" cy="4941721"/>
          </a:xfrm>
        </p:spPr>
        <p:txBody>
          <a:bodyPr/>
          <a:lstStyle/>
          <a:p>
            <a:pPr marL="0" indent="0" algn="just">
              <a:lnSpc>
                <a:spcPct val="120000"/>
              </a:lnSpc>
              <a:buNone/>
            </a:pPr>
            <a:r>
              <a:rPr lang="fr-CA" sz="2100" dirty="0">
                <a:solidFill>
                  <a:schemeClr val="accent2"/>
                </a:solidFill>
              </a:rPr>
              <a:t>6.4</a:t>
            </a:r>
            <a:r>
              <a:rPr lang="fr-CA" sz="2100" dirty="0"/>
              <a:t> (</a:t>
            </a:r>
            <a:r>
              <a:rPr lang="fr-CA" sz="2100" dirty="0" err="1"/>
              <a:t>Continued</a:t>
            </a:r>
            <a:r>
              <a:rPr lang="fr-CA" sz="2100" dirty="0"/>
              <a:t>)</a:t>
            </a:r>
            <a:endParaRPr lang="en-US" sz="2100" dirty="0"/>
          </a:p>
          <a:p>
            <a:pPr lvl="1" algn="just">
              <a:lnSpc>
                <a:spcPct val="120000"/>
              </a:lnSpc>
              <a:buFont typeface="Wingdings" panose="05000000000000000000" pitchFamily="2" charset="2"/>
              <a:buChar char="ü"/>
            </a:pPr>
            <a:r>
              <a:rPr lang="en-CA" sz="2100" dirty="0"/>
              <a:t> </a:t>
            </a:r>
            <a:r>
              <a:rPr lang="en-CA" sz="2100" b="1" dirty="0"/>
              <a:t>Use-By Date and Time</a:t>
            </a:r>
            <a:r>
              <a:rPr lang="en-CA" sz="2100" dirty="0"/>
              <a:t>: </a:t>
            </a:r>
            <a:r>
              <a:rPr lang="en-US" sz="2100" dirty="0"/>
              <a:t>This is the date and time by which the product needs to be consumed. This field is populated at the time of picking based on the item setup for the Use-By Days, Use-By Hours, and Auto-Assign Use-By Date and Time flags. It can also be assigned using the Inventory Status Change resource or through Express Returns.</a:t>
            </a:r>
            <a:endParaRPr lang="en-CA" sz="2100" dirty="0"/>
          </a:p>
        </p:txBody>
      </p:sp>
      <p:pic>
        <p:nvPicPr>
          <p:cNvPr id="7" name="Picture 6">
            <a:extLst>
              <a:ext uri="{FF2B5EF4-FFF2-40B4-BE49-F238E27FC236}">
                <a16:creationId xmlns:a16="http://schemas.microsoft.com/office/drawing/2014/main" xmlns="" id="{DD17C378-39B0-4F43-B6B7-A8D23D2676CF}"/>
              </a:ext>
            </a:extLst>
          </p:cNvPr>
          <p:cNvPicPr>
            <a:picLocks noChangeAspect="1"/>
          </p:cNvPicPr>
          <p:nvPr>
            <p:custDataLst>
              <p:tags r:id="rId3"/>
            </p:custDataLst>
          </p:nvPr>
        </p:nvPicPr>
        <p:blipFill>
          <a:blip r:embed="rId6"/>
          <a:stretch>
            <a:fillRect/>
          </a:stretch>
        </p:blipFill>
        <p:spPr>
          <a:xfrm>
            <a:off x="1610578" y="3152802"/>
            <a:ext cx="5698253" cy="3239810"/>
          </a:xfrm>
          <a:prstGeom prst="rect">
            <a:avLst/>
          </a:prstGeom>
        </p:spPr>
      </p:pic>
    </p:spTree>
    <p:extLst>
      <p:ext uri="{BB962C8B-B14F-4D97-AF65-F5344CB8AC3E}">
        <p14:creationId xmlns:p14="http://schemas.microsoft.com/office/powerpoint/2010/main" val="3845638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B5878A-EB08-44F1-8D7A-A5F4D850C56C}"/>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3" name="Content Placeholder 2">
            <a:extLst>
              <a:ext uri="{FF2B5EF4-FFF2-40B4-BE49-F238E27FC236}">
                <a16:creationId xmlns:a16="http://schemas.microsoft.com/office/drawing/2014/main" xmlns="" id="{4D12ACC8-5612-44B2-A2BE-4AB1A59C07CF}"/>
              </a:ext>
            </a:extLst>
          </p:cNvPr>
          <p:cNvSpPr>
            <a:spLocks noGrp="1"/>
          </p:cNvSpPr>
          <p:nvPr>
            <p:ph idx="1"/>
            <p:custDataLst>
              <p:tags r:id="rId2"/>
            </p:custDataLst>
          </p:nvPr>
        </p:nvSpPr>
        <p:spPr>
          <a:xfrm>
            <a:off x="718588" y="1331495"/>
            <a:ext cx="4808621" cy="4478756"/>
          </a:xfrm>
        </p:spPr>
        <p:txBody>
          <a:bodyPr/>
          <a:lstStyle/>
          <a:p>
            <a:pPr marL="0" indent="0" algn="just">
              <a:lnSpc>
                <a:spcPct val="150000"/>
              </a:lnSpc>
              <a:buNone/>
            </a:pPr>
            <a:r>
              <a:rPr lang="fr-CA" sz="2100" dirty="0">
                <a:solidFill>
                  <a:schemeClr val="accent2"/>
                </a:solidFill>
              </a:rPr>
              <a:t>6.5</a:t>
            </a:r>
            <a:r>
              <a:rPr lang="fr-CA" sz="2100" dirty="0"/>
              <a:t> </a:t>
            </a:r>
            <a:r>
              <a:rPr lang="en-US" sz="2100" dirty="0"/>
              <a:t>Once all the fields properly entered, click on Submit. </a:t>
            </a:r>
          </a:p>
          <a:p>
            <a:pPr marL="0" indent="0" algn="just">
              <a:lnSpc>
                <a:spcPct val="150000"/>
              </a:lnSpc>
              <a:buNone/>
            </a:pPr>
            <a:endParaRPr lang="en-US" sz="2100" dirty="0"/>
          </a:p>
          <a:p>
            <a:pPr algn="just">
              <a:lnSpc>
                <a:spcPct val="150000"/>
              </a:lnSpc>
              <a:buFont typeface="Wingdings" panose="05000000000000000000" pitchFamily="2" charset="2"/>
              <a:buChar char="ü"/>
            </a:pPr>
            <a:r>
              <a:rPr lang="en-US" sz="2100" dirty="0"/>
              <a:t> A confirmation message will appear and the change(s) will be applied to the inventory record. </a:t>
            </a:r>
          </a:p>
          <a:p>
            <a:pPr marL="0" indent="0" algn="just">
              <a:lnSpc>
                <a:spcPct val="150000"/>
              </a:lnSpc>
              <a:buNone/>
            </a:pPr>
            <a:endParaRPr lang="en-CA" sz="2100" dirty="0"/>
          </a:p>
        </p:txBody>
      </p:sp>
      <p:grpSp>
        <p:nvGrpSpPr>
          <p:cNvPr id="11" name="Group 10">
            <a:extLst>
              <a:ext uri="{FF2B5EF4-FFF2-40B4-BE49-F238E27FC236}">
                <a16:creationId xmlns:a16="http://schemas.microsoft.com/office/drawing/2014/main" xmlns="" id="{74A3B003-0A63-4C24-B95F-44C81D4925F9}"/>
              </a:ext>
            </a:extLst>
          </p:cNvPr>
          <p:cNvGrpSpPr/>
          <p:nvPr>
            <p:custDataLst>
              <p:tags r:id="rId3"/>
            </p:custDataLst>
          </p:nvPr>
        </p:nvGrpSpPr>
        <p:grpSpPr>
          <a:xfrm>
            <a:off x="5855368" y="1027906"/>
            <a:ext cx="5826591" cy="5116171"/>
            <a:chOff x="6186940" y="1159043"/>
            <a:chExt cx="5698254" cy="4893329"/>
          </a:xfrm>
        </p:grpSpPr>
        <p:pic>
          <p:nvPicPr>
            <p:cNvPr id="7" name="Picture 6">
              <a:extLst>
                <a:ext uri="{FF2B5EF4-FFF2-40B4-BE49-F238E27FC236}">
                  <a16:creationId xmlns:a16="http://schemas.microsoft.com/office/drawing/2014/main" xmlns="" id="{42747783-F64D-49E6-B91D-8B895A1B9022}"/>
                </a:ext>
              </a:extLst>
            </p:cNvPr>
            <p:cNvPicPr>
              <a:picLocks noChangeAspect="1"/>
            </p:cNvPicPr>
            <p:nvPr/>
          </p:nvPicPr>
          <p:blipFill rotWithShape="1">
            <a:blip r:embed="rId6"/>
            <a:srcRect t="89107"/>
            <a:stretch/>
          </p:blipFill>
          <p:spPr>
            <a:xfrm>
              <a:off x="6186940" y="5345541"/>
              <a:ext cx="5698253" cy="706831"/>
            </a:xfrm>
            <a:prstGeom prst="rect">
              <a:avLst/>
            </a:prstGeom>
          </p:spPr>
        </p:pic>
        <p:pic>
          <p:nvPicPr>
            <p:cNvPr id="9" name="Picture 8">
              <a:extLst>
                <a:ext uri="{FF2B5EF4-FFF2-40B4-BE49-F238E27FC236}">
                  <a16:creationId xmlns:a16="http://schemas.microsoft.com/office/drawing/2014/main" xmlns="" id="{45EA5D26-A67E-487D-B125-921A68D3CCA2}"/>
                </a:ext>
              </a:extLst>
            </p:cNvPr>
            <p:cNvPicPr>
              <a:picLocks noChangeAspect="1"/>
            </p:cNvPicPr>
            <p:nvPr/>
          </p:nvPicPr>
          <p:blipFill rotWithShape="1">
            <a:blip r:embed="rId6"/>
            <a:srcRect b="35485"/>
            <a:stretch/>
          </p:blipFill>
          <p:spPr>
            <a:xfrm>
              <a:off x="6186941" y="1159043"/>
              <a:ext cx="5698253" cy="4186498"/>
            </a:xfrm>
            <a:prstGeom prst="rect">
              <a:avLst/>
            </a:prstGeom>
          </p:spPr>
        </p:pic>
      </p:grpSp>
    </p:spTree>
    <p:extLst>
      <p:ext uri="{BB962C8B-B14F-4D97-AF65-F5344CB8AC3E}">
        <p14:creationId xmlns:p14="http://schemas.microsoft.com/office/powerpoint/2010/main" val="9641272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7E230B-8EA7-4EE2-A771-5ECE8E8F2F78}"/>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5811553E-EA25-49CA-8018-40C7537DD96B}"/>
              </a:ext>
            </a:extLst>
          </p:cNvPr>
          <p:cNvSpPr>
            <a:spLocks noGrp="1"/>
          </p:cNvSpPr>
          <p:nvPr>
            <p:ph idx="1"/>
            <p:custDataLst>
              <p:tags r:id="rId2"/>
            </p:custDataLst>
          </p:nvPr>
        </p:nvSpPr>
        <p:spPr>
          <a:xfrm>
            <a:off x="838199" y="1187116"/>
            <a:ext cx="10920663" cy="4989848"/>
          </a:xfrm>
        </p:spPr>
        <p:txBody>
          <a:bodyPr/>
          <a:lstStyle/>
          <a:p>
            <a:pPr marL="457200" indent="-457200" algn="just">
              <a:lnSpc>
                <a:spcPct val="110000"/>
              </a:lnSpc>
              <a:buFont typeface="+mj-lt"/>
              <a:buAutoNum type="arabicPeriod" startAt="7"/>
            </a:pPr>
            <a:r>
              <a:rPr lang="en-US" sz="2200" u="sng" dirty="0"/>
              <a:t>If you want to update the status of multiple inventory records at once</a:t>
            </a:r>
            <a:r>
              <a:rPr lang="en-US" sz="2200" dirty="0"/>
              <a:t>, do this:</a:t>
            </a:r>
          </a:p>
          <a:p>
            <a:pPr marL="0" indent="0" algn="just">
              <a:lnSpc>
                <a:spcPct val="110000"/>
              </a:lnSpc>
              <a:buNone/>
            </a:pPr>
            <a:r>
              <a:rPr lang="fr-CA" sz="2200" dirty="0"/>
              <a:t>	</a:t>
            </a:r>
            <a:r>
              <a:rPr lang="fr-CA" sz="2200" dirty="0">
                <a:solidFill>
                  <a:schemeClr val="accent2"/>
                </a:solidFill>
              </a:rPr>
              <a:t>7.1</a:t>
            </a:r>
            <a:r>
              <a:rPr lang="fr-CA" sz="2200" dirty="0"/>
              <a:t> </a:t>
            </a:r>
            <a:r>
              <a:rPr lang="en-US" sz="2200" dirty="0"/>
              <a:t>Use the search criteria to retrieve the instances of inventory you want to update 	and click on the </a:t>
            </a:r>
            <a:r>
              <a:rPr lang="en-US" sz="2200" b="1" dirty="0"/>
              <a:t>Change Status </a:t>
            </a:r>
            <a:r>
              <a:rPr lang="en-US" sz="2200" dirty="0"/>
              <a:t>button. Note that only records identified as “Status 	Modifiable” can be selected.</a:t>
            </a:r>
            <a:endParaRPr lang="fr-CA" sz="2200" dirty="0"/>
          </a:p>
          <a:p>
            <a:pPr marL="0" indent="0" algn="just">
              <a:lnSpc>
                <a:spcPct val="110000"/>
              </a:lnSpc>
              <a:spcBef>
                <a:spcPts val="1000"/>
              </a:spcBef>
              <a:buClr>
                <a:srgbClr val="F58220"/>
              </a:buClr>
              <a:buNone/>
            </a:pPr>
            <a:r>
              <a:rPr lang="fr-CA" sz="2200" dirty="0">
                <a:solidFill>
                  <a:schemeClr val="accent2"/>
                </a:solidFill>
              </a:rPr>
              <a:t>	</a:t>
            </a:r>
            <a:endParaRPr lang="fr-CA" sz="2200" dirty="0"/>
          </a:p>
          <a:p>
            <a:pPr marL="0" indent="0" algn="just">
              <a:lnSpc>
                <a:spcPct val="110000"/>
              </a:lnSpc>
              <a:buNone/>
            </a:pPr>
            <a:endParaRPr lang="fr-CA" sz="2200" dirty="0"/>
          </a:p>
          <a:p>
            <a:pPr marL="0" indent="0" algn="just">
              <a:lnSpc>
                <a:spcPct val="110000"/>
              </a:lnSpc>
              <a:buNone/>
            </a:pPr>
            <a:endParaRPr lang="fr-CA" sz="2200" dirty="0"/>
          </a:p>
          <a:p>
            <a:pPr marL="0" indent="0" algn="just">
              <a:lnSpc>
                <a:spcPct val="110000"/>
              </a:lnSpc>
              <a:buNone/>
            </a:pPr>
            <a:endParaRPr lang="fr-CA" sz="2200" dirty="0"/>
          </a:p>
          <a:p>
            <a:pPr marL="0" indent="0" algn="just">
              <a:lnSpc>
                <a:spcPct val="110000"/>
              </a:lnSpc>
              <a:buNone/>
            </a:pPr>
            <a:endParaRPr lang="en-US" sz="2200" dirty="0"/>
          </a:p>
          <a:p>
            <a:pPr marL="0" indent="0" algn="just">
              <a:lnSpc>
                <a:spcPct val="110000"/>
              </a:lnSpc>
              <a:buNone/>
            </a:pPr>
            <a:endParaRPr lang="en-CA" sz="2200" dirty="0"/>
          </a:p>
        </p:txBody>
      </p:sp>
      <p:pic>
        <p:nvPicPr>
          <p:cNvPr id="8" name="Picture 7">
            <a:extLst>
              <a:ext uri="{FF2B5EF4-FFF2-40B4-BE49-F238E27FC236}">
                <a16:creationId xmlns:a16="http://schemas.microsoft.com/office/drawing/2014/main" xmlns="" id="{37092ECB-7747-4165-B9F8-5F6EA73F30CB}"/>
              </a:ext>
            </a:extLst>
          </p:cNvPr>
          <p:cNvPicPr>
            <a:picLocks noChangeAspect="1"/>
          </p:cNvPicPr>
          <p:nvPr>
            <p:custDataLst>
              <p:tags r:id="rId3"/>
            </p:custDataLst>
          </p:nvPr>
        </p:nvPicPr>
        <p:blipFill>
          <a:blip r:embed="rId6"/>
          <a:stretch>
            <a:fillRect/>
          </a:stretch>
        </p:blipFill>
        <p:spPr>
          <a:xfrm>
            <a:off x="1828799" y="2881312"/>
            <a:ext cx="8645127" cy="3455320"/>
          </a:xfrm>
          <a:prstGeom prst="rect">
            <a:avLst/>
          </a:prstGeom>
        </p:spPr>
      </p:pic>
    </p:spTree>
    <p:extLst>
      <p:ext uri="{BB962C8B-B14F-4D97-AF65-F5344CB8AC3E}">
        <p14:creationId xmlns:p14="http://schemas.microsoft.com/office/powerpoint/2010/main" val="29056266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CB067D-D2D0-4F00-9BC9-96FEEE8DC8A9}"/>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3EF76EE1-1516-48F1-AAB2-8B764D210B04}"/>
              </a:ext>
            </a:extLst>
          </p:cNvPr>
          <p:cNvSpPr>
            <a:spLocks noGrp="1"/>
          </p:cNvSpPr>
          <p:nvPr>
            <p:ph idx="1"/>
            <p:custDataLst>
              <p:tags r:id="rId2"/>
            </p:custDataLst>
          </p:nvPr>
        </p:nvSpPr>
        <p:spPr>
          <a:xfrm>
            <a:off x="838200" y="1187116"/>
            <a:ext cx="5844485" cy="4989848"/>
          </a:xfrm>
        </p:spPr>
        <p:txBody>
          <a:bodyPr/>
          <a:lstStyle/>
          <a:p>
            <a:pPr marL="0" indent="0" algn="just">
              <a:lnSpc>
                <a:spcPct val="150000"/>
              </a:lnSpc>
              <a:buNone/>
            </a:pPr>
            <a:r>
              <a:rPr lang="fr-CA" sz="2200" dirty="0">
                <a:solidFill>
                  <a:schemeClr val="accent2"/>
                </a:solidFill>
              </a:rPr>
              <a:t>7.2</a:t>
            </a:r>
            <a:r>
              <a:rPr lang="fr-CA" sz="2200" dirty="0"/>
              <a:t> </a:t>
            </a:r>
            <a:r>
              <a:rPr lang="fr-CA" sz="2200" dirty="0" err="1"/>
              <a:t>From</a:t>
            </a:r>
            <a:r>
              <a:rPr lang="fr-CA" sz="2200" dirty="0"/>
              <a:t> the new </a:t>
            </a:r>
            <a:r>
              <a:rPr lang="fr-CA" sz="2200" dirty="0" err="1"/>
              <a:t>window</a:t>
            </a:r>
            <a:r>
              <a:rPr lang="fr-CA" sz="2200" dirty="0"/>
              <a:t>: </a:t>
            </a:r>
          </a:p>
          <a:p>
            <a:pPr algn="just">
              <a:lnSpc>
                <a:spcPct val="150000"/>
              </a:lnSpc>
              <a:buFont typeface="Wingdings" panose="05000000000000000000" pitchFamily="2" charset="2"/>
              <a:buChar char="ü"/>
            </a:pPr>
            <a:r>
              <a:rPr lang="fr-CA" sz="2200" dirty="0"/>
              <a:t> Enter a </a:t>
            </a:r>
            <a:r>
              <a:rPr lang="fr-CA" sz="2200" b="1" dirty="0"/>
              <a:t>Reason</a:t>
            </a:r>
            <a:r>
              <a:rPr lang="fr-CA" sz="2200" dirty="0"/>
              <a:t> code (</a:t>
            </a:r>
            <a:r>
              <a:rPr lang="fr-CA" sz="2200" dirty="0" err="1"/>
              <a:t>refer</a:t>
            </a:r>
            <a:r>
              <a:rPr lang="fr-CA" sz="2200" dirty="0"/>
              <a:t> to the </a:t>
            </a:r>
            <a:r>
              <a:rPr lang="fr-CA" sz="2200" dirty="0">
                <a:hlinkClick r:id="rId5" action="ppaction://hlinksldjump"/>
              </a:rPr>
              <a:t>slide 33</a:t>
            </a:r>
            <a:r>
              <a:rPr lang="fr-CA" sz="2200" dirty="0"/>
              <a:t> for </a:t>
            </a:r>
            <a:r>
              <a:rPr lang="fr-CA" sz="2200" dirty="0" err="1"/>
              <a:t>details</a:t>
            </a:r>
            <a:r>
              <a:rPr lang="fr-CA" sz="2200" dirty="0"/>
              <a:t>);  </a:t>
            </a:r>
          </a:p>
          <a:p>
            <a:pPr algn="just">
              <a:lnSpc>
                <a:spcPct val="150000"/>
              </a:lnSpc>
              <a:buFont typeface="Wingdings" panose="05000000000000000000" pitchFamily="2" charset="2"/>
              <a:buChar char="ü"/>
            </a:pPr>
            <a:r>
              <a:rPr lang="fr-CA" sz="2200" dirty="0"/>
              <a:t> And </a:t>
            </a:r>
            <a:r>
              <a:rPr lang="fr-CA" sz="2200" dirty="0" err="1"/>
              <a:t>modify</a:t>
            </a:r>
            <a:r>
              <a:rPr lang="fr-CA" sz="2200" dirty="0"/>
              <a:t> </a:t>
            </a:r>
            <a:r>
              <a:rPr lang="fr-CA" sz="2200" dirty="0" err="1"/>
              <a:t>any</a:t>
            </a:r>
            <a:r>
              <a:rPr lang="fr-CA" sz="2200" dirty="0"/>
              <a:t> of the information </a:t>
            </a:r>
            <a:r>
              <a:rPr lang="en-US" sz="2200" dirty="0"/>
              <a:t>for the displayed fields</a:t>
            </a:r>
            <a:r>
              <a:rPr lang="fr-CA" sz="2200" dirty="0"/>
              <a:t>: </a:t>
            </a:r>
            <a:r>
              <a:rPr lang="en-US" sz="2200" b="1" dirty="0"/>
              <a:t>Hold Code</a:t>
            </a:r>
            <a:r>
              <a:rPr lang="en-US" sz="2200" dirty="0"/>
              <a:t>, </a:t>
            </a:r>
            <a:r>
              <a:rPr lang="en-US" sz="2200" b="1" dirty="0"/>
              <a:t>Inventory Attribute 1/2/3</a:t>
            </a:r>
            <a:r>
              <a:rPr lang="en-US" sz="2200" dirty="0"/>
              <a:t>, </a:t>
            </a:r>
            <a:r>
              <a:rPr lang="en-US" sz="2200" b="1" dirty="0"/>
              <a:t>Receipt Date and Time</a:t>
            </a:r>
            <a:r>
              <a:rPr lang="en-US" sz="2200" dirty="0"/>
              <a:t>, </a:t>
            </a:r>
            <a:r>
              <a:rPr lang="en-US" sz="2200" b="1" dirty="0"/>
              <a:t>Item Expiration Date </a:t>
            </a:r>
            <a:r>
              <a:rPr lang="en-US" sz="2200" dirty="0"/>
              <a:t>and/or </a:t>
            </a:r>
            <a:r>
              <a:rPr lang="en-US" sz="2200" b="1" dirty="0"/>
              <a:t>Use By Date and Time </a:t>
            </a:r>
            <a:r>
              <a:rPr lang="en-US" sz="2200" dirty="0"/>
              <a:t>(refer to the </a:t>
            </a:r>
            <a:r>
              <a:rPr lang="en-US" sz="2200" dirty="0">
                <a:hlinkClick r:id="rId6" action="ppaction://hlinksldjump"/>
              </a:rPr>
              <a:t>slides 34 to 40</a:t>
            </a:r>
            <a:r>
              <a:rPr lang="en-US" sz="2200" dirty="0"/>
              <a:t> for details).</a:t>
            </a:r>
            <a:endParaRPr lang="fr-CA" sz="2200" dirty="0"/>
          </a:p>
          <a:p>
            <a:pPr marL="0" indent="0" algn="just">
              <a:lnSpc>
                <a:spcPct val="150000"/>
              </a:lnSpc>
              <a:buNone/>
            </a:pPr>
            <a:endParaRPr lang="fr-CA" sz="2200" dirty="0"/>
          </a:p>
          <a:p>
            <a:pPr marL="0" indent="0" algn="just">
              <a:lnSpc>
                <a:spcPct val="150000"/>
              </a:lnSpc>
              <a:buNone/>
            </a:pPr>
            <a:endParaRPr lang="en-US" sz="2200" dirty="0"/>
          </a:p>
          <a:p>
            <a:pPr marL="0" indent="0" algn="just">
              <a:lnSpc>
                <a:spcPct val="150000"/>
              </a:lnSpc>
              <a:buNone/>
            </a:pPr>
            <a:endParaRPr lang="en-CA" sz="2200" dirty="0"/>
          </a:p>
        </p:txBody>
      </p:sp>
      <p:pic>
        <p:nvPicPr>
          <p:cNvPr id="6" name="Picture 5">
            <a:extLst>
              <a:ext uri="{FF2B5EF4-FFF2-40B4-BE49-F238E27FC236}">
                <a16:creationId xmlns:a16="http://schemas.microsoft.com/office/drawing/2014/main" xmlns="" id="{DEE34D76-565F-4E80-B8EF-D2EE7CE983EA}"/>
              </a:ext>
            </a:extLst>
          </p:cNvPr>
          <p:cNvPicPr>
            <a:picLocks noChangeAspect="1"/>
          </p:cNvPicPr>
          <p:nvPr>
            <p:custDataLst>
              <p:tags r:id="rId3"/>
            </p:custDataLst>
          </p:nvPr>
        </p:nvPicPr>
        <p:blipFill>
          <a:blip r:embed="rId7"/>
          <a:stretch>
            <a:fillRect/>
          </a:stretch>
        </p:blipFill>
        <p:spPr>
          <a:xfrm>
            <a:off x="7058527" y="812238"/>
            <a:ext cx="4671115" cy="5233524"/>
          </a:xfrm>
          <a:prstGeom prst="rect">
            <a:avLst/>
          </a:prstGeom>
        </p:spPr>
      </p:pic>
    </p:spTree>
    <p:extLst>
      <p:ext uri="{BB962C8B-B14F-4D97-AF65-F5344CB8AC3E}">
        <p14:creationId xmlns:p14="http://schemas.microsoft.com/office/powerpoint/2010/main" val="42833895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CB067D-D2D0-4F00-9BC9-96FEEE8DC8A9}"/>
              </a:ext>
            </a:extLst>
          </p:cNvPr>
          <p:cNvSpPr>
            <a:spLocks noGrp="1"/>
          </p:cNvSpPr>
          <p:nvPr>
            <p:ph type="title"/>
            <p:custDataLst>
              <p:tags r:id="rId1"/>
            </p:custDataLst>
          </p:nvPr>
        </p:nvSpPr>
        <p:spPr/>
        <p:txBody>
          <a:bodyPr/>
          <a:lstStyle/>
          <a:p>
            <a:r>
              <a:rPr lang="en-CA" sz="3600" dirty="0"/>
              <a:t>Inventory Status Modification</a:t>
            </a:r>
            <a:endParaRPr lang="en-CA" dirty="0"/>
          </a:p>
        </p:txBody>
      </p:sp>
      <p:sp>
        <p:nvSpPr>
          <p:cNvPr id="4" name="Content Placeholder 2">
            <a:extLst>
              <a:ext uri="{FF2B5EF4-FFF2-40B4-BE49-F238E27FC236}">
                <a16:creationId xmlns:a16="http://schemas.microsoft.com/office/drawing/2014/main" xmlns="" id="{3EF76EE1-1516-48F1-AAB2-8B764D210B04}"/>
              </a:ext>
            </a:extLst>
          </p:cNvPr>
          <p:cNvSpPr>
            <a:spLocks noGrp="1"/>
          </p:cNvSpPr>
          <p:nvPr>
            <p:ph idx="1"/>
            <p:custDataLst>
              <p:tags r:id="rId2"/>
            </p:custDataLst>
          </p:nvPr>
        </p:nvSpPr>
        <p:spPr>
          <a:xfrm>
            <a:off x="838200" y="1363578"/>
            <a:ext cx="5844485" cy="4813385"/>
          </a:xfrm>
        </p:spPr>
        <p:txBody>
          <a:bodyPr/>
          <a:lstStyle/>
          <a:p>
            <a:pPr marL="0" indent="0" algn="just">
              <a:lnSpc>
                <a:spcPct val="150000"/>
              </a:lnSpc>
              <a:buNone/>
            </a:pPr>
            <a:r>
              <a:rPr lang="fr-CA" sz="2200" dirty="0">
                <a:solidFill>
                  <a:schemeClr val="accent2"/>
                </a:solidFill>
              </a:rPr>
              <a:t>7.3</a:t>
            </a:r>
            <a:r>
              <a:rPr lang="fr-CA" sz="2200" dirty="0"/>
              <a:t> </a:t>
            </a:r>
            <a:r>
              <a:rPr lang="en-US" sz="2200" dirty="0"/>
              <a:t>Once all the fields properly entered, click on Submit. </a:t>
            </a:r>
            <a:endParaRPr lang="fr-CA" sz="2200" dirty="0"/>
          </a:p>
          <a:p>
            <a:pPr algn="just">
              <a:lnSpc>
                <a:spcPct val="150000"/>
              </a:lnSpc>
              <a:buFont typeface="Wingdings" panose="05000000000000000000" pitchFamily="2" charset="2"/>
              <a:buChar char="ü"/>
            </a:pPr>
            <a:r>
              <a:rPr lang="en-US" sz="2200" dirty="0"/>
              <a:t> A confirmation message will appear and the change(s) will be applied to the selected inventory records. </a:t>
            </a:r>
          </a:p>
          <a:p>
            <a:pPr marL="0" indent="0" algn="just">
              <a:lnSpc>
                <a:spcPct val="150000"/>
              </a:lnSpc>
              <a:buNone/>
            </a:pPr>
            <a:endParaRPr lang="fr-CA" sz="2200" dirty="0"/>
          </a:p>
          <a:p>
            <a:pPr marL="0" indent="0" algn="just">
              <a:lnSpc>
                <a:spcPct val="150000"/>
              </a:lnSpc>
              <a:buNone/>
            </a:pPr>
            <a:endParaRPr lang="en-US" sz="2200" dirty="0"/>
          </a:p>
          <a:p>
            <a:pPr marL="0" indent="0" algn="just">
              <a:lnSpc>
                <a:spcPct val="150000"/>
              </a:lnSpc>
              <a:buNone/>
            </a:pPr>
            <a:endParaRPr lang="en-CA" sz="2200" dirty="0"/>
          </a:p>
        </p:txBody>
      </p:sp>
      <p:pic>
        <p:nvPicPr>
          <p:cNvPr id="5" name="Picture 4">
            <a:extLst>
              <a:ext uri="{FF2B5EF4-FFF2-40B4-BE49-F238E27FC236}">
                <a16:creationId xmlns:a16="http://schemas.microsoft.com/office/drawing/2014/main" xmlns="" id="{2AC0067D-C8AD-455B-95B5-93BF330A2B29}"/>
              </a:ext>
            </a:extLst>
          </p:cNvPr>
          <p:cNvPicPr>
            <a:picLocks noChangeAspect="1"/>
          </p:cNvPicPr>
          <p:nvPr>
            <p:custDataLst>
              <p:tags r:id="rId3"/>
            </p:custDataLst>
          </p:nvPr>
        </p:nvPicPr>
        <p:blipFill>
          <a:blip r:embed="rId5"/>
          <a:stretch>
            <a:fillRect/>
          </a:stretch>
        </p:blipFill>
        <p:spPr>
          <a:xfrm>
            <a:off x="7240336" y="855450"/>
            <a:ext cx="4730235" cy="5321514"/>
          </a:xfrm>
          <a:prstGeom prst="rect">
            <a:avLst/>
          </a:prstGeom>
        </p:spPr>
      </p:pic>
    </p:spTree>
    <p:extLst>
      <p:ext uri="{BB962C8B-B14F-4D97-AF65-F5344CB8AC3E}">
        <p14:creationId xmlns:p14="http://schemas.microsoft.com/office/powerpoint/2010/main" val="37443584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Labor Management </a:t>
            </a:r>
            <a:br>
              <a:rPr lang="en-CA" sz="4400" b="1" dirty="0"/>
            </a:br>
            <a:r>
              <a:rPr lang="en-CA" sz="4400" dirty="0"/>
              <a:t>Task Management</a:t>
            </a:r>
          </a:p>
        </p:txBody>
      </p:sp>
      <p:sp>
        <p:nvSpPr>
          <p:cNvPr id="4" name="TextBox 3">
            <a:extLst>
              <a:ext uri="{FF2B5EF4-FFF2-40B4-BE49-F238E27FC236}">
                <a16:creationId xmlns:a16="http://schemas.microsoft.com/office/drawing/2014/main" xmlns="" id="{4D9C7287-DDD8-4CC5-BD7F-1873453132F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4018262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3" name="Content Placeholder 2">
            <a:extLst>
              <a:ext uri="{FF2B5EF4-FFF2-40B4-BE49-F238E27FC236}">
                <a16:creationId xmlns:a16="http://schemas.microsoft.com/office/drawing/2014/main" xmlns="" id="{FBB294F5-79F2-4460-AD2D-0457A7042C4D}"/>
              </a:ext>
            </a:extLst>
          </p:cNvPr>
          <p:cNvSpPr>
            <a:spLocks noGrp="1"/>
          </p:cNvSpPr>
          <p:nvPr>
            <p:ph idx="1"/>
            <p:custDataLst>
              <p:tags r:id="rId2"/>
            </p:custDataLst>
          </p:nvPr>
        </p:nvSpPr>
        <p:spPr>
          <a:xfrm>
            <a:off x="838200" y="1251284"/>
            <a:ext cx="10515600" cy="4925679"/>
          </a:xfrm>
        </p:spPr>
        <p:txBody>
          <a:bodyPr/>
          <a:lstStyle/>
          <a:p>
            <a:pPr algn="just">
              <a:lnSpc>
                <a:spcPct val="150000"/>
              </a:lnSpc>
            </a:pPr>
            <a:r>
              <a:rPr lang="fr-CA" sz="2200" dirty="0"/>
              <a:t>This </a:t>
            </a:r>
            <a:r>
              <a:rPr lang="fr-CA" sz="2200" dirty="0" err="1"/>
              <a:t>resource</a:t>
            </a:r>
            <a:r>
              <a:rPr lang="fr-CA" sz="2200" dirty="0"/>
              <a:t> </a:t>
            </a:r>
            <a:r>
              <a:rPr lang="fr-CA" sz="2200" dirty="0" err="1"/>
              <a:t>is</a:t>
            </a:r>
            <a:r>
              <a:rPr lang="fr-CA" sz="2200" dirty="0"/>
              <a:t> </a:t>
            </a:r>
            <a:r>
              <a:rPr lang="fr-CA" sz="2200" dirty="0" err="1"/>
              <a:t>used</a:t>
            </a:r>
            <a:r>
              <a:rPr lang="fr-CA" sz="2200" dirty="0"/>
              <a:t> to manage </a:t>
            </a:r>
            <a:r>
              <a:rPr lang="fr-CA" sz="2200" dirty="0" err="1"/>
              <a:t>labor</a:t>
            </a:r>
            <a:r>
              <a:rPr lang="fr-CA" sz="2200" dirty="0"/>
              <a:t> </a:t>
            </a:r>
            <a:r>
              <a:rPr lang="fr-CA" sz="2200" dirty="0" err="1"/>
              <a:t>operations</a:t>
            </a:r>
            <a:r>
              <a:rPr lang="fr-CA" sz="2200" dirty="0"/>
              <a:t> by </a:t>
            </a:r>
            <a:r>
              <a:rPr lang="en-US" sz="2200" dirty="0"/>
              <a:t>prioritizing tasks </a:t>
            </a:r>
            <a:r>
              <a:rPr lang="fr-CA" sz="2200" dirty="0" err="1"/>
              <a:t>given</a:t>
            </a:r>
            <a:r>
              <a:rPr lang="fr-CA" sz="2200" dirty="0"/>
              <a:t> to </a:t>
            </a:r>
            <a:r>
              <a:rPr lang="fr-CA" sz="2200" dirty="0" err="1"/>
              <a:t>users</a:t>
            </a:r>
            <a:r>
              <a:rPr lang="fr-CA" sz="2200" dirty="0"/>
              <a:t>. </a:t>
            </a:r>
          </a:p>
          <a:p>
            <a:pPr algn="just">
              <a:lnSpc>
                <a:spcPct val="150000"/>
              </a:lnSpc>
            </a:pPr>
            <a:r>
              <a:rPr lang="en-US" sz="2200" dirty="0"/>
              <a:t>While a user may perform at any time any task to which the user is allowed access, a user who is specifically logged into the task management queue on a mobile computer will receive commands in a configured priority sequence.</a:t>
            </a:r>
          </a:p>
          <a:p>
            <a:pPr algn="just">
              <a:lnSpc>
                <a:spcPct val="150000"/>
              </a:lnSpc>
            </a:pPr>
            <a:r>
              <a:rPr lang="en-US" sz="2200" dirty="0"/>
              <a:t>What equipment a user is using, what functions the user is to perform, and what areas of the warehouse the user is to work in are all used to determine which commands are issued to that user</a:t>
            </a:r>
            <a:r>
              <a:rPr lang="fr-CA" sz="2200" dirty="0"/>
              <a:t>.</a:t>
            </a:r>
          </a:p>
          <a:p>
            <a:pPr algn="just">
              <a:lnSpc>
                <a:spcPct val="150000"/>
              </a:lnSpc>
            </a:pPr>
            <a:r>
              <a:rPr lang="en-US" sz="2200" dirty="0"/>
              <a:t>The command types that are used may be: Store, Cycle Count, Replenishment, Pick, etc. </a:t>
            </a:r>
            <a:endParaRPr lang="fr-CA" sz="2200" dirty="0"/>
          </a:p>
          <a:p>
            <a:endParaRPr lang="en-CA" sz="1800" dirty="0">
              <a:effectLst/>
              <a:latin typeface="22"/>
              <a:ea typeface="Segoe UI" panose="020B0502040204020203" pitchFamily="34" charset="0"/>
              <a:cs typeface="Segoe UI" panose="020B0502040204020203" pitchFamily="34" charset="0"/>
            </a:endParaRPr>
          </a:p>
          <a:p>
            <a:endParaRPr lang="en-CA" dirty="0">
              <a:latin typeface="22"/>
            </a:endParaRPr>
          </a:p>
        </p:txBody>
      </p:sp>
    </p:spTree>
    <p:extLst>
      <p:ext uri="{BB962C8B-B14F-4D97-AF65-F5344CB8AC3E}">
        <p14:creationId xmlns:p14="http://schemas.microsoft.com/office/powerpoint/2010/main" val="417441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pic>
        <p:nvPicPr>
          <p:cNvPr id="7" name="Picture 6">
            <a:extLst>
              <a:ext uri="{FF2B5EF4-FFF2-40B4-BE49-F238E27FC236}">
                <a16:creationId xmlns:a16="http://schemas.microsoft.com/office/drawing/2014/main" xmlns="" id="{795E4A2F-C307-4197-916F-9A4CE4C7BE58}"/>
              </a:ext>
            </a:extLst>
          </p:cNvPr>
          <p:cNvPicPr>
            <a:picLocks noChangeAspect="1"/>
          </p:cNvPicPr>
          <p:nvPr>
            <p:custDataLst>
              <p:tags r:id="rId2"/>
            </p:custDataLst>
          </p:nvPr>
        </p:nvPicPr>
        <p:blipFill>
          <a:blip r:embed="rId5"/>
          <a:stretch>
            <a:fillRect/>
          </a:stretch>
        </p:blipFill>
        <p:spPr>
          <a:xfrm>
            <a:off x="7812505" y="365125"/>
            <a:ext cx="3669632" cy="5897624"/>
          </a:xfrm>
          <a:prstGeom prst="rect">
            <a:avLst/>
          </a:prstGeom>
        </p:spPr>
      </p:pic>
      <p:sp>
        <p:nvSpPr>
          <p:cNvPr id="8" name="Content Placeholder 2">
            <a:extLst>
              <a:ext uri="{FF2B5EF4-FFF2-40B4-BE49-F238E27FC236}">
                <a16:creationId xmlns:a16="http://schemas.microsoft.com/office/drawing/2014/main" xmlns="" id="{05422474-1A43-4EDD-A952-A2CC49BDD540}"/>
              </a:ext>
            </a:extLst>
          </p:cNvPr>
          <p:cNvSpPr>
            <a:spLocks noGrp="1"/>
          </p:cNvSpPr>
          <p:nvPr>
            <p:ph idx="1"/>
            <p:custDataLst>
              <p:tags r:id="rId3"/>
            </p:custDataLst>
          </p:nvPr>
        </p:nvSpPr>
        <p:spPr>
          <a:xfrm>
            <a:off x="838200" y="1443790"/>
            <a:ext cx="6380748" cy="4634700"/>
          </a:xfrm>
        </p:spPr>
        <p:txBody>
          <a:bodyPr/>
          <a:lstStyle/>
          <a:p>
            <a:pPr marL="457200" indent="-457200" algn="just">
              <a:lnSpc>
                <a:spcPct val="150000"/>
              </a:lnSpc>
              <a:buFont typeface="+mj-lt"/>
              <a:buAutoNum type="arabicPeriod"/>
            </a:pPr>
            <a:r>
              <a:rPr lang="en-US" dirty="0"/>
              <a:t>With a </a:t>
            </a:r>
            <a:r>
              <a:rPr lang="en-US" u="sng" dirty="0"/>
              <a:t>desktop computer</a:t>
            </a:r>
            <a:r>
              <a:rPr lang="en-US" dirty="0"/>
              <a:t>, use the </a:t>
            </a:r>
            <a:r>
              <a:rPr lang="en-US" b="1" dirty="0"/>
              <a:t>Warehouse Management</a:t>
            </a:r>
            <a:r>
              <a:rPr lang="en-US" dirty="0"/>
              <a:t> menu.</a:t>
            </a:r>
          </a:p>
          <a:p>
            <a:pPr marL="457200" indent="-457200" algn="just">
              <a:lnSpc>
                <a:spcPct val="150000"/>
              </a:lnSpc>
              <a:buFont typeface="+mj-lt"/>
              <a:buAutoNum type="arabicPeriod"/>
            </a:pPr>
            <a:r>
              <a:rPr lang="en-US" dirty="0"/>
              <a:t>Select the </a:t>
            </a:r>
            <a:r>
              <a:rPr lang="en-US" b="1" dirty="0"/>
              <a:t>Labor Management </a:t>
            </a:r>
            <a:r>
              <a:rPr lang="en-US" dirty="0"/>
              <a:t>resource</a:t>
            </a:r>
            <a:r>
              <a:rPr lang="en-US" b="1" dirty="0"/>
              <a:t>. </a:t>
            </a:r>
            <a:endParaRPr lang="en-US" dirty="0"/>
          </a:p>
          <a:p>
            <a:pPr marL="457200" indent="-457200" algn="just">
              <a:lnSpc>
                <a:spcPct val="150000"/>
              </a:lnSpc>
              <a:buFont typeface="+mj-lt"/>
              <a:buAutoNum type="arabicPeriod"/>
            </a:pPr>
            <a:r>
              <a:rPr lang="en-US" dirty="0"/>
              <a:t>Under Labor Management, click on </a:t>
            </a:r>
            <a:r>
              <a:rPr lang="en-US" b="1" dirty="0"/>
              <a:t>Task Management</a:t>
            </a:r>
            <a:r>
              <a:rPr lang="en-US" dirty="0"/>
              <a:t>.</a:t>
            </a:r>
          </a:p>
          <a:p>
            <a:pPr marL="0" indent="0" algn="just">
              <a:lnSpc>
                <a:spcPct val="150000"/>
              </a:lnSpc>
              <a:buNone/>
            </a:pPr>
            <a:endParaRPr lang="en-US" dirty="0"/>
          </a:p>
        </p:txBody>
      </p:sp>
    </p:spTree>
    <p:extLst>
      <p:ext uri="{BB962C8B-B14F-4D97-AF65-F5344CB8AC3E}">
        <p14:creationId xmlns:p14="http://schemas.microsoft.com/office/powerpoint/2010/main" val="26224771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4" name="Content Placeholder 2">
            <a:extLst>
              <a:ext uri="{FF2B5EF4-FFF2-40B4-BE49-F238E27FC236}">
                <a16:creationId xmlns:a16="http://schemas.microsoft.com/office/drawing/2014/main" xmlns="" id="{47F79E1B-9C25-4D33-A82B-9F37A56A6237}"/>
              </a:ext>
            </a:extLst>
          </p:cNvPr>
          <p:cNvSpPr>
            <a:spLocks noGrp="1"/>
          </p:cNvSpPr>
          <p:nvPr>
            <p:ph idx="1"/>
            <p:custDataLst>
              <p:tags r:id="rId2"/>
            </p:custDataLst>
          </p:nvPr>
        </p:nvSpPr>
        <p:spPr>
          <a:xfrm>
            <a:off x="838200" y="1379621"/>
            <a:ext cx="10515600" cy="4797342"/>
          </a:xfrm>
        </p:spPr>
        <p:txBody>
          <a:bodyPr/>
          <a:lstStyle/>
          <a:p>
            <a:pPr marL="457200" indent="-457200">
              <a:lnSpc>
                <a:spcPct val="150000"/>
              </a:lnSpc>
              <a:buFont typeface="+mj-lt"/>
              <a:buAutoNum type="arabicPeriod" startAt="4"/>
            </a:pPr>
            <a:r>
              <a:rPr lang="fr-CA" dirty="0"/>
              <a:t>In the new </a:t>
            </a:r>
            <a:r>
              <a:rPr lang="fr-CA" dirty="0" err="1"/>
              <a:t>window</a:t>
            </a:r>
            <a:r>
              <a:rPr lang="fr-CA" dirty="0"/>
              <a:t>, </a:t>
            </a:r>
            <a:r>
              <a:rPr lang="en-US" dirty="0"/>
              <a:t>the different tasks for users will be listed.</a:t>
            </a:r>
          </a:p>
          <a:p>
            <a:pPr marL="457200" indent="-457200">
              <a:lnSpc>
                <a:spcPct val="150000"/>
              </a:lnSpc>
              <a:buFont typeface="+mj-lt"/>
              <a:buAutoNum type="arabicPeriod" startAt="4"/>
            </a:pPr>
            <a:r>
              <a:rPr lang="en-US" u="sng" dirty="0"/>
              <a:t>If you want to assign a new task to a user</a:t>
            </a:r>
            <a:r>
              <a:rPr lang="en-US" dirty="0"/>
              <a:t>, do this:</a:t>
            </a:r>
          </a:p>
          <a:p>
            <a:pPr marL="0" indent="0">
              <a:lnSpc>
                <a:spcPct val="150000"/>
              </a:lnSpc>
              <a:buNone/>
            </a:pPr>
            <a:r>
              <a:rPr lang="fr-CA" dirty="0"/>
              <a:t>	</a:t>
            </a:r>
            <a:r>
              <a:rPr lang="fr-CA" dirty="0">
                <a:solidFill>
                  <a:schemeClr val="accent2"/>
                </a:solidFill>
              </a:rPr>
              <a:t>5.1</a:t>
            </a:r>
            <a:r>
              <a:rPr lang="fr-CA" dirty="0"/>
              <a:t> Click on </a:t>
            </a:r>
            <a:r>
              <a:rPr lang="fr-CA" dirty="0" err="1"/>
              <a:t>Create</a:t>
            </a:r>
            <a:r>
              <a:rPr lang="fr-CA" dirty="0"/>
              <a:t> at the </a:t>
            </a:r>
            <a:r>
              <a:rPr lang="fr-CA" dirty="0" err="1"/>
              <a:t>bottom</a:t>
            </a:r>
            <a:r>
              <a:rPr lang="fr-CA" dirty="0"/>
              <a:t> right of </a:t>
            </a:r>
            <a:r>
              <a:rPr lang="fr-CA" dirty="0" err="1"/>
              <a:t>your</a:t>
            </a:r>
            <a:r>
              <a:rPr lang="fr-CA" dirty="0"/>
              <a:t> screen.</a:t>
            </a:r>
          </a:p>
          <a:p>
            <a:pPr marL="0" indent="0">
              <a:lnSpc>
                <a:spcPct val="150000"/>
              </a:lnSpc>
              <a:buNone/>
            </a:pPr>
            <a:endParaRPr lang="fr-CA" dirty="0"/>
          </a:p>
          <a:p>
            <a:pPr marL="0" indent="0" algn="just">
              <a:lnSpc>
                <a:spcPct val="150000"/>
              </a:lnSpc>
              <a:spcBef>
                <a:spcPts val="1000"/>
              </a:spcBef>
              <a:buClr>
                <a:srgbClr val="F58220"/>
              </a:buClr>
              <a:buNone/>
            </a:pPr>
            <a:r>
              <a:rPr lang="fr-CA" dirty="0">
                <a:solidFill>
                  <a:schemeClr val="accent2"/>
                </a:solidFill>
              </a:rPr>
              <a:t>	</a:t>
            </a: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pic>
        <p:nvPicPr>
          <p:cNvPr id="6" name="Picture 5">
            <a:extLst>
              <a:ext uri="{FF2B5EF4-FFF2-40B4-BE49-F238E27FC236}">
                <a16:creationId xmlns:a16="http://schemas.microsoft.com/office/drawing/2014/main" xmlns="" id="{F0DC2636-B2C3-4A6F-A562-7FBC4E7D63CF}"/>
              </a:ext>
            </a:extLst>
          </p:cNvPr>
          <p:cNvPicPr>
            <a:picLocks noChangeAspect="1"/>
          </p:cNvPicPr>
          <p:nvPr>
            <p:custDataLst>
              <p:tags r:id="rId3"/>
            </p:custDataLst>
          </p:nvPr>
        </p:nvPicPr>
        <p:blipFill>
          <a:blip r:embed="rId5"/>
          <a:stretch>
            <a:fillRect/>
          </a:stretch>
        </p:blipFill>
        <p:spPr>
          <a:xfrm>
            <a:off x="473242" y="3653590"/>
            <a:ext cx="11245516" cy="1678909"/>
          </a:xfrm>
          <a:prstGeom prst="rect">
            <a:avLst/>
          </a:prstGeom>
        </p:spPr>
      </p:pic>
    </p:spTree>
    <p:extLst>
      <p:ext uri="{BB962C8B-B14F-4D97-AF65-F5344CB8AC3E}">
        <p14:creationId xmlns:p14="http://schemas.microsoft.com/office/powerpoint/2010/main" val="36455637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4" name="Content Placeholder 2">
            <a:extLst>
              <a:ext uri="{FF2B5EF4-FFF2-40B4-BE49-F238E27FC236}">
                <a16:creationId xmlns:a16="http://schemas.microsoft.com/office/drawing/2014/main" xmlns="" id="{C01F08F8-4D9C-403F-AD2A-FCCB5C0C2D71}"/>
              </a:ext>
            </a:extLst>
          </p:cNvPr>
          <p:cNvSpPr>
            <a:spLocks noGrp="1"/>
          </p:cNvSpPr>
          <p:nvPr>
            <p:ph idx="1"/>
            <p:custDataLst>
              <p:tags r:id="rId2"/>
            </p:custDataLst>
          </p:nvPr>
        </p:nvSpPr>
        <p:spPr>
          <a:xfrm>
            <a:off x="465222" y="1155032"/>
            <a:ext cx="5945964" cy="5021931"/>
          </a:xfrm>
        </p:spPr>
        <p:txBody>
          <a:bodyPr/>
          <a:lstStyle/>
          <a:p>
            <a:pPr marL="0" indent="0" algn="just">
              <a:lnSpc>
                <a:spcPct val="130000"/>
              </a:lnSpc>
              <a:buNone/>
            </a:pPr>
            <a:r>
              <a:rPr lang="fr-CA" sz="2200" dirty="0">
                <a:solidFill>
                  <a:schemeClr val="accent2"/>
                </a:solidFill>
              </a:rPr>
              <a:t>5.2</a:t>
            </a:r>
            <a:r>
              <a:rPr lang="fr-CA" sz="2200" dirty="0"/>
              <a:t> </a:t>
            </a:r>
            <a:r>
              <a:rPr lang="fr-CA" sz="2200" dirty="0" err="1"/>
              <a:t>From</a:t>
            </a:r>
            <a:r>
              <a:rPr lang="fr-CA" sz="2200" dirty="0"/>
              <a:t> the new </a:t>
            </a:r>
            <a:r>
              <a:rPr lang="fr-CA" sz="2200" dirty="0" err="1"/>
              <a:t>window</a:t>
            </a:r>
            <a:r>
              <a:rPr lang="fr-CA" sz="2200" dirty="0"/>
              <a:t>, </a:t>
            </a:r>
            <a:r>
              <a:rPr lang="en-US" sz="2200" dirty="0"/>
              <a:t>enter a valid User in the </a:t>
            </a:r>
            <a:r>
              <a:rPr lang="en-US" sz="2200" b="1" dirty="0"/>
              <a:t>User Name</a:t>
            </a:r>
            <a:r>
              <a:rPr lang="en-US" sz="2200" dirty="0"/>
              <a:t> field. </a:t>
            </a:r>
          </a:p>
          <a:p>
            <a:pPr marL="0" indent="0" algn="just">
              <a:lnSpc>
                <a:spcPct val="130000"/>
              </a:lnSpc>
              <a:buNone/>
            </a:pPr>
            <a:r>
              <a:rPr lang="fr-CA" sz="2200" dirty="0">
                <a:solidFill>
                  <a:schemeClr val="accent2"/>
                </a:solidFill>
              </a:rPr>
              <a:t>5.3 </a:t>
            </a:r>
            <a:r>
              <a:rPr lang="en-US" sz="2200" dirty="0"/>
              <a:t>Enter the </a:t>
            </a:r>
            <a:r>
              <a:rPr lang="en-US" sz="2200" b="1" dirty="0"/>
              <a:t>Priority</a:t>
            </a:r>
            <a:r>
              <a:rPr lang="en-US" sz="2200" dirty="0"/>
              <a:t>, the </a:t>
            </a:r>
            <a:r>
              <a:rPr lang="en-US" sz="2200" b="1" dirty="0"/>
              <a:t>Task Type</a:t>
            </a:r>
            <a:r>
              <a:rPr lang="en-US" sz="2200" dirty="0"/>
              <a:t> to be performed and an </a:t>
            </a:r>
            <a:r>
              <a:rPr lang="en-US" sz="2200" b="1" dirty="0"/>
              <a:t>Area</a:t>
            </a:r>
            <a:r>
              <a:rPr lang="en-US" sz="2200" dirty="0"/>
              <a:t>, if applicable.</a:t>
            </a:r>
          </a:p>
          <a:p>
            <a:pPr algn="just">
              <a:lnSpc>
                <a:spcPct val="130000"/>
              </a:lnSpc>
              <a:buFont typeface="Wingdings" panose="05000000000000000000" pitchFamily="2" charset="2"/>
              <a:buChar char="ü"/>
            </a:pPr>
            <a:r>
              <a:rPr lang="en-US" sz="2200" dirty="0"/>
              <a:t> Priority: This is the priority in which the user receives commands. Priority 1 represents the highest priority in the system.</a:t>
            </a:r>
          </a:p>
          <a:p>
            <a:pPr algn="just">
              <a:lnSpc>
                <a:spcPct val="130000"/>
              </a:lnSpc>
              <a:buFont typeface="Wingdings" panose="05000000000000000000" pitchFamily="2" charset="2"/>
              <a:buChar char="ü"/>
            </a:pPr>
            <a:r>
              <a:rPr lang="en-US" sz="2200" dirty="0"/>
              <a:t> Area: This is the identification of the area in which the user is to perform tasks. </a:t>
            </a:r>
          </a:p>
          <a:p>
            <a:pPr marL="0" indent="0" algn="just">
              <a:lnSpc>
                <a:spcPct val="130000"/>
              </a:lnSpc>
              <a:buNone/>
            </a:pPr>
            <a:r>
              <a:rPr lang="en-US" sz="2200" dirty="0">
                <a:solidFill>
                  <a:schemeClr val="accent2"/>
                </a:solidFill>
              </a:rPr>
              <a:t>5.4 </a:t>
            </a:r>
            <a:r>
              <a:rPr lang="en-US" sz="2200" dirty="0"/>
              <a:t>Click on Continue. </a:t>
            </a:r>
          </a:p>
          <a:p>
            <a:pPr marL="0" indent="0" algn="just">
              <a:lnSpc>
                <a:spcPct val="130000"/>
              </a:lnSpc>
              <a:buNone/>
            </a:pPr>
            <a:endParaRPr lang="en-CA" sz="2200" dirty="0"/>
          </a:p>
        </p:txBody>
      </p:sp>
      <p:grpSp>
        <p:nvGrpSpPr>
          <p:cNvPr id="9" name="Group 8">
            <a:extLst>
              <a:ext uri="{FF2B5EF4-FFF2-40B4-BE49-F238E27FC236}">
                <a16:creationId xmlns:a16="http://schemas.microsoft.com/office/drawing/2014/main" xmlns="" id="{1F9891E8-DD30-45FB-9400-8F64567104BD}"/>
              </a:ext>
            </a:extLst>
          </p:cNvPr>
          <p:cNvGrpSpPr/>
          <p:nvPr>
            <p:custDataLst>
              <p:tags r:id="rId3"/>
            </p:custDataLst>
          </p:nvPr>
        </p:nvGrpSpPr>
        <p:grpSpPr>
          <a:xfrm>
            <a:off x="6898106" y="810126"/>
            <a:ext cx="4942615" cy="5366837"/>
            <a:chOff x="3880542" y="103431"/>
            <a:chExt cx="4430916" cy="4706067"/>
          </a:xfrm>
        </p:grpSpPr>
        <p:pic>
          <p:nvPicPr>
            <p:cNvPr id="6" name="Picture 5">
              <a:extLst>
                <a:ext uri="{FF2B5EF4-FFF2-40B4-BE49-F238E27FC236}">
                  <a16:creationId xmlns:a16="http://schemas.microsoft.com/office/drawing/2014/main" xmlns="" id="{6B60F086-7A0B-4B47-B1A9-6CB66F75216F}"/>
                </a:ext>
              </a:extLst>
            </p:cNvPr>
            <p:cNvPicPr>
              <a:picLocks noChangeAspect="1"/>
            </p:cNvPicPr>
            <p:nvPr/>
          </p:nvPicPr>
          <p:blipFill rotWithShape="1">
            <a:blip r:embed="rId6"/>
            <a:srcRect b="44874"/>
            <a:stretch/>
          </p:blipFill>
          <p:spPr>
            <a:xfrm>
              <a:off x="3880542" y="103431"/>
              <a:ext cx="4430916" cy="3666464"/>
            </a:xfrm>
            <a:prstGeom prst="rect">
              <a:avLst/>
            </a:prstGeom>
          </p:spPr>
        </p:pic>
        <p:pic>
          <p:nvPicPr>
            <p:cNvPr id="8" name="Picture 7">
              <a:extLst>
                <a:ext uri="{FF2B5EF4-FFF2-40B4-BE49-F238E27FC236}">
                  <a16:creationId xmlns:a16="http://schemas.microsoft.com/office/drawing/2014/main" xmlns="" id="{6FC78437-F00C-4F74-B26B-7ADDFD37839C}"/>
                </a:ext>
              </a:extLst>
            </p:cNvPr>
            <p:cNvPicPr>
              <a:picLocks noChangeAspect="1"/>
            </p:cNvPicPr>
            <p:nvPr/>
          </p:nvPicPr>
          <p:blipFill rotWithShape="1">
            <a:blip r:embed="rId6"/>
            <a:srcRect t="72250"/>
            <a:stretch/>
          </p:blipFill>
          <p:spPr>
            <a:xfrm>
              <a:off x="3880542" y="2963813"/>
              <a:ext cx="4430916" cy="1845685"/>
            </a:xfrm>
            <a:prstGeom prst="rect">
              <a:avLst/>
            </a:prstGeom>
          </p:spPr>
        </p:pic>
      </p:grpSp>
    </p:spTree>
    <p:extLst>
      <p:ext uri="{BB962C8B-B14F-4D97-AF65-F5344CB8AC3E}">
        <p14:creationId xmlns:p14="http://schemas.microsoft.com/office/powerpoint/2010/main" val="379579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4" name="Content Placeholder 2">
            <a:extLst>
              <a:ext uri="{FF2B5EF4-FFF2-40B4-BE49-F238E27FC236}">
                <a16:creationId xmlns:a16="http://schemas.microsoft.com/office/drawing/2014/main" xmlns="" id="{826CE4EF-4E05-4ECB-8775-0DF2F217C37B}"/>
              </a:ext>
            </a:extLst>
          </p:cNvPr>
          <p:cNvSpPr>
            <a:spLocks noGrp="1"/>
          </p:cNvSpPr>
          <p:nvPr>
            <p:ph idx="1"/>
            <p:custDataLst>
              <p:tags r:id="rId2"/>
            </p:custDataLst>
          </p:nvPr>
        </p:nvSpPr>
        <p:spPr>
          <a:xfrm>
            <a:off x="465222" y="1283368"/>
            <a:ext cx="5945964" cy="4893595"/>
          </a:xfrm>
        </p:spPr>
        <p:txBody>
          <a:bodyPr/>
          <a:lstStyle/>
          <a:p>
            <a:pPr marL="0" indent="0" algn="just">
              <a:lnSpc>
                <a:spcPct val="130000"/>
              </a:lnSpc>
              <a:buNone/>
            </a:pPr>
            <a:r>
              <a:rPr lang="fr-CA" sz="2200" dirty="0">
                <a:solidFill>
                  <a:schemeClr val="accent2"/>
                </a:solidFill>
              </a:rPr>
              <a:t>5.5</a:t>
            </a:r>
            <a:r>
              <a:rPr lang="fr-CA" sz="2200" dirty="0"/>
              <a:t> A new </a:t>
            </a:r>
            <a:r>
              <a:rPr lang="fr-CA" sz="2200" dirty="0" err="1"/>
              <a:t>window</a:t>
            </a:r>
            <a:r>
              <a:rPr lang="fr-CA" sz="2200" dirty="0"/>
              <a:t> </a:t>
            </a:r>
            <a:r>
              <a:rPr lang="fr-CA" sz="2200" dirty="0" err="1"/>
              <a:t>will</a:t>
            </a:r>
            <a:r>
              <a:rPr lang="fr-CA" sz="2200" dirty="0"/>
              <a:t> </a:t>
            </a:r>
            <a:r>
              <a:rPr lang="fr-CA" sz="2200" dirty="0" err="1"/>
              <a:t>appear</a:t>
            </a:r>
            <a:r>
              <a:rPr lang="fr-CA" sz="2200" dirty="0"/>
              <a:t>. In the </a:t>
            </a:r>
            <a:r>
              <a:rPr lang="fr-CA" sz="2200" b="1" dirty="0"/>
              <a:t>General</a:t>
            </a:r>
            <a:r>
              <a:rPr lang="fr-CA" sz="2200" dirty="0"/>
              <a:t> section, </a:t>
            </a:r>
            <a:r>
              <a:rPr lang="en-US" sz="2200" dirty="0"/>
              <a:t>enter the </a:t>
            </a:r>
            <a:r>
              <a:rPr lang="en-US" sz="2200" b="1" dirty="0"/>
              <a:t>Forced Interleave </a:t>
            </a:r>
            <a:r>
              <a:rPr lang="en-US" sz="2200" dirty="0"/>
              <a:t>type which </a:t>
            </a:r>
            <a:r>
              <a:rPr lang="fr-CA" sz="2200" dirty="0" err="1"/>
              <a:t>specifies</a:t>
            </a:r>
            <a:r>
              <a:rPr lang="fr-CA" sz="2200" dirty="0"/>
              <a:t>, </a:t>
            </a:r>
            <a:r>
              <a:rPr lang="en-US" sz="2200" dirty="0"/>
              <a:t>for any two or more identical priorities, how tasks are interleaved for those priorities. An explanation is given in the next slide. </a:t>
            </a:r>
            <a:endParaRPr lang="en-CA" sz="2200" dirty="0"/>
          </a:p>
          <a:p>
            <a:pPr marL="0" indent="0" algn="just">
              <a:lnSpc>
                <a:spcPct val="130000"/>
              </a:lnSpc>
              <a:buNone/>
            </a:pPr>
            <a:endParaRPr lang="en-US" sz="2200" dirty="0"/>
          </a:p>
          <a:p>
            <a:pPr marL="0" indent="0" algn="just">
              <a:lnSpc>
                <a:spcPct val="130000"/>
              </a:lnSpc>
              <a:buNone/>
            </a:pPr>
            <a:endParaRPr lang="en-CA" sz="2200" dirty="0"/>
          </a:p>
        </p:txBody>
      </p:sp>
      <p:pic>
        <p:nvPicPr>
          <p:cNvPr id="6" name="Picture 5">
            <a:extLst>
              <a:ext uri="{FF2B5EF4-FFF2-40B4-BE49-F238E27FC236}">
                <a16:creationId xmlns:a16="http://schemas.microsoft.com/office/drawing/2014/main" xmlns="" id="{93A98471-4264-440C-BF98-ADB68A3E407C}"/>
              </a:ext>
            </a:extLst>
          </p:cNvPr>
          <p:cNvPicPr>
            <a:picLocks noChangeAspect="1"/>
          </p:cNvPicPr>
          <p:nvPr>
            <p:custDataLst>
              <p:tags r:id="rId3"/>
            </p:custDataLst>
          </p:nvPr>
        </p:nvPicPr>
        <p:blipFill>
          <a:blip r:embed="rId5"/>
          <a:stretch>
            <a:fillRect/>
          </a:stretch>
        </p:blipFill>
        <p:spPr>
          <a:xfrm>
            <a:off x="6989060" y="1283368"/>
            <a:ext cx="4364740" cy="3993273"/>
          </a:xfrm>
          <a:prstGeom prst="rect">
            <a:avLst/>
          </a:prstGeom>
        </p:spPr>
      </p:pic>
    </p:spTree>
    <p:extLst>
      <p:ext uri="{BB962C8B-B14F-4D97-AF65-F5344CB8AC3E}">
        <p14:creationId xmlns:p14="http://schemas.microsoft.com/office/powerpoint/2010/main" val="13949113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4" name="Content Placeholder 2">
            <a:extLst>
              <a:ext uri="{FF2B5EF4-FFF2-40B4-BE49-F238E27FC236}">
                <a16:creationId xmlns:a16="http://schemas.microsoft.com/office/drawing/2014/main" xmlns="" id="{826CE4EF-4E05-4ECB-8775-0DF2F217C37B}"/>
              </a:ext>
            </a:extLst>
          </p:cNvPr>
          <p:cNvSpPr>
            <a:spLocks noGrp="1"/>
          </p:cNvSpPr>
          <p:nvPr>
            <p:ph idx="1"/>
            <p:custDataLst>
              <p:tags r:id="rId2"/>
            </p:custDataLst>
          </p:nvPr>
        </p:nvSpPr>
        <p:spPr>
          <a:xfrm>
            <a:off x="465221" y="1138990"/>
            <a:ext cx="11261557" cy="5037974"/>
          </a:xfrm>
        </p:spPr>
        <p:txBody>
          <a:bodyPr/>
          <a:lstStyle/>
          <a:p>
            <a:pPr marL="0" indent="0" algn="just">
              <a:lnSpc>
                <a:spcPct val="120000"/>
              </a:lnSpc>
              <a:buNone/>
            </a:pPr>
            <a:r>
              <a:rPr lang="fr-CA" sz="2100" dirty="0">
                <a:solidFill>
                  <a:schemeClr val="accent2"/>
                </a:solidFill>
              </a:rPr>
              <a:t>5.5</a:t>
            </a:r>
            <a:r>
              <a:rPr lang="fr-CA" sz="2100" dirty="0"/>
              <a:t> (</a:t>
            </a:r>
            <a:r>
              <a:rPr lang="fr-CA" sz="2100" dirty="0" err="1"/>
              <a:t>Continued</a:t>
            </a:r>
            <a:r>
              <a:rPr lang="fr-CA" sz="2100" dirty="0"/>
              <a:t>)</a:t>
            </a:r>
          </a:p>
          <a:p>
            <a:pPr algn="just">
              <a:lnSpc>
                <a:spcPct val="120000"/>
              </a:lnSpc>
              <a:buFont typeface="Wingdings" panose="05000000000000000000" pitchFamily="2" charset="2"/>
              <a:buChar char="ü"/>
            </a:pPr>
            <a:r>
              <a:rPr lang="fr-CA" sz="2100" dirty="0"/>
              <a:t> </a:t>
            </a:r>
            <a:r>
              <a:rPr lang="en-US" sz="2100" b="1" dirty="0"/>
              <a:t>Forced Interleaving </a:t>
            </a:r>
            <a:r>
              <a:rPr lang="en-US" sz="2100" dirty="0"/>
              <a:t>indicates that tasks to be interleaved are to be forced. The system issues the highest priority command of one task type, and then the highest priority command of another task type, and then the highest priority command of a third task type (if three are specified), before issuing the next highest priority command of the first task type. The order in which the task types are issued to the user in forced interleaving is specified in the Sequence field.</a:t>
            </a:r>
          </a:p>
          <a:p>
            <a:pPr algn="just">
              <a:lnSpc>
                <a:spcPct val="120000"/>
              </a:lnSpc>
              <a:buFont typeface="Wingdings" panose="05000000000000000000" pitchFamily="2" charset="2"/>
              <a:buChar char="ü"/>
            </a:pPr>
            <a:r>
              <a:rPr lang="en-US" sz="2100" dirty="0"/>
              <a:t> </a:t>
            </a:r>
            <a:r>
              <a:rPr lang="en-US" sz="2100" b="1" dirty="0"/>
              <a:t>Standard Interleaving </a:t>
            </a:r>
            <a:r>
              <a:rPr lang="en-US" sz="2100" dirty="0"/>
              <a:t>indicates that the highest priority commands of the task types within the priority are to be issued, followed by the next highest priority commands, and so on, until all tasks of the specified task types are completed. Forced interleaving interleaves the task types, while standard interleaving ensures priority 1 work is completed before priority 2 tasks are commenced.</a:t>
            </a:r>
          </a:p>
          <a:p>
            <a:pPr marL="0" indent="0" algn="just">
              <a:lnSpc>
                <a:spcPct val="120000"/>
              </a:lnSpc>
              <a:buNone/>
            </a:pPr>
            <a:r>
              <a:rPr lang="en-US" sz="2100" dirty="0"/>
              <a:t>If the same priority is assigned to different task codes for a user, then this flag must be set to “Standard Interleaving”.</a:t>
            </a:r>
            <a:endParaRPr lang="en-CA" sz="2100" dirty="0"/>
          </a:p>
          <a:p>
            <a:pPr marL="0" indent="0" algn="just">
              <a:lnSpc>
                <a:spcPct val="120000"/>
              </a:lnSpc>
              <a:buNone/>
            </a:pPr>
            <a:endParaRPr lang="en-US" sz="2100" dirty="0"/>
          </a:p>
          <a:p>
            <a:pPr marL="0" indent="0" algn="just">
              <a:lnSpc>
                <a:spcPct val="120000"/>
              </a:lnSpc>
              <a:buNone/>
            </a:pPr>
            <a:endParaRPr lang="en-CA" sz="2100" dirty="0"/>
          </a:p>
        </p:txBody>
      </p:sp>
    </p:spTree>
    <p:extLst>
      <p:ext uri="{BB962C8B-B14F-4D97-AF65-F5344CB8AC3E}">
        <p14:creationId xmlns:p14="http://schemas.microsoft.com/office/powerpoint/2010/main" val="39060197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4" name="Content Placeholder 2">
            <a:extLst>
              <a:ext uri="{FF2B5EF4-FFF2-40B4-BE49-F238E27FC236}">
                <a16:creationId xmlns:a16="http://schemas.microsoft.com/office/drawing/2014/main" xmlns="" id="{AE16E9BB-3B53-40E8-B24F-00E07C9AC609}"/>
              </a:ext>
            </a:extLst>
          </p:cNvPr>
          <p:cNvSpPr>
            <a:spLocks noGrp="1"/>
          </p:cNvSpPr>
          <p:nvPr>
            <p:ph idx="1"/>
            <p:custDataLst>
              <p:tags r:id="rId2"/>
            </p:custDataLst>
          </p:nvPr>
        </p:nvSpPr>
        <p:spPr>
          <a:xfrm>
            <a:off x="838200" y="1283368"/>
            <a:ext cx="5572986" cy="4893595"/>
          </a:xfrm>
        </p:spPr>
        <p:txBody>
          <a:bodyPr/>
          <a:lstStyle/>
          <a:p>
            <a:pPr marL="0" indent="0" algn="just">
              <a:lnSpc>
                <a:spcPct val="130000"/>
              </a:lnSpc>
              <a:buNone/>
            </a:pPr>
            <a:r>
              <a:rPr lang="fr-CA" sz="2200" dirty="0">
                <a:solidFill>
                  <a:schemeClr val="accent2"/>
                </a:solidFill>
              </a:rPr>
              <a:t>5.6</a:t>
            </a:r>
            <a:r>
              <a:rPr lang="fr-CA" sz="2200" dirty="0"/>
              <a:t> Enter a value in the </a:t>
            </a:r>
            <a:r>
              <a:rPr lang="en-CA" sz="2200" b="1" dirty="0"/>
              <a:t>Interleaving Sequence </a:t>
            </a:r>
            <a:r>
              <a:rPr lang="en-CA" sz="2200" dirty="0"/>
              <a:t>field. </a:t>
            </a:r>
            <a:r>
              <a:rPr lang="fr-CA" sz="2200" dirty="0"/>
              <a:t> </a:t>
            </a:r>
          </a:p>
          <a:p>
            <a:pPr algn="just">
              <a:lnSpc>
                <a:spcPct val="130000"/>
              </a:lnSpc>
              <a:buFont typeface="Wingdings" panose="05000000000000000000" pitchFamily="2" charset="2"/>
              <a:buChar char="ü"/>
            </a:pPr>
            <a:r>
              <a:rPr lang="en-US" sz="2200" dirty="0"/>
              <a:t> This is the command sequence number of the source location of the command. In other words, for forced interleaving, this is the sequence in which tasks of the same priority are issued to the user.</a:t>
            </a:r>
            <a:endParaRPr lang="en-CA" sz="2200" dirty="0"/>
          </a:p>
          <a:p>
            <a:pPr marL="0" indent="0" algn="just">
              <a:lnSpc>
                <a:spcPct val="130000"/>
              </a:lnSpc>
              <a:buNone/>
            </a:pPr>
            <a:endParaRPr lang="en-US" sz="2200" dirty="0"/>
          </a:p>
          <a:p>
            <a:pPr marL="0" indent="0" algn="just">
              <a:lnSpc>
                <a:spcPct val="130000"/>
              </a:lnSpc>
              <a:buNone/>
            </a:pPr>
            <a:endParaRPr lang="en-CA" sz="2200" dirty="0"/>
          </a:p>
        </p:txBody>
      </p:sp>
      <p:pic>
        <p:nvPicPr>
          <p:cNvPr id="11" name="Picture 10">
            <a:extLst>
              <a:ext uri="{FF2B5EF4-FFF2-40B4-BE49-F238E27FC236}">
                <a16:creationId xmlns:a16="http://schemas.microsoft.com/office/drawing/2014/main" xmlns="" id="{B8D37C6C-73C4-4A34-9DD4-32202DF5DE87}"/>
              </a:ext>
            </a:extLst>
          </p:cNvPr>
          <p:cNvPicPr>
            <a:picLocks noChangeAspect="1"/>
          </p:cNvPicPr>
          <p:nvPr>
            <p:custDataLst>
              <p:tags r:id="rId3"/>
            </p:custDataLst>
          </p:nvPr>
        </p:nvPicPr>
        <p:blipFill>
          <a:blip r:embed="rId5"/>
          <a:stretch>
            <a:fillRect/>
          </a:stretch>
        </p:blipFill>
        <p:spPr>
          <a:xfrm>
            <a:off x="7158641" y="1042572"/>
            <a:ext cx="4381620" cy="4042776"/>
          </a:xfrm>
          <a:prstGeom prst="rect">
            <a:avLst/>
          </a:prstGeom>
        </p:spPr>
      </p:pic>
    </p:spTree>
    <p:extLst>
      <p:ext uri="{BB962C8B-B14F-4D97-AF65-F5344CB8AC3E}">
        <p14:creationId xmlns:p14="http://schemas.microsoft.com/office/powerpoint/2010/main" val="13186427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4" name="Content Placeholder 2">
            <a:extLst>
              <a:ext uri="{FF2B5EF4-FFF2-40B4-BE49-F238E27FC236}">
                <a16:creationId xmlns:a16="http://schemas.microsoft.com/office/drawing/2014/main" xmlns="" id="{F3F5C409-A4E0-4D24-9F5C-469E6EB8B1E9}"/>
              </a:ext>
            </a:extLst>
          </p:cNvPr>
          <p:cNvSpPr txBox="1">
            <a:spLocks/>
          </p:cNvSpPr>
          <p:nvPr>
            <p:custDataLst>
              <p:tags r:id="rId2"/>
            </p:custDataLst>
          </p:nvPr>
        </p:nvSpPr>
        <p:spPr>
          <a:xfrm>
            <a:off x="838200" y="1283368"/>
            <a:ext cx="5572986" cy="4893595"/>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fr-CA" sz="2200" dirty="0">
                <a:solidFill>
                  <a:schemeClr val="accent2"/>
                </a:solidFill>
              </a:rPr>
              <a:t>5.7</a:t>
            </a:r>
            <a:r>
              <a:rPr lang="fr-CA" sz="2200" dirty="0"/>
              <a:t> Select Yes or No in the </a:t>
            </a:r>
            <a:r>
              <a:rPr lang="fr-CA" sz="2200" b="1" dirty="0"/>
              <a:t>Exclusive</a:t>
            </a:r>
            <a:r>
              <a:rPr lang="fr-CA" sz="2200" dirty="0"/>
              <a:t> </a:t>
            </a:r>
            <a:r>
              <a:rPr lang="fr-CA" sz="2200" dirty="0" err="1"/>
              <a:t>field</a:t>
            </a:r>
            <a:r>
              <a:rPr lang="fr-CA" sz="2200" dirty="0"/>
              <a:t>.</a:t>
            </a:r>
          </a:p>
          <a:p>
            <a:pPr algn="just">
              <a:lnSpc>
                <a:spcPct val="150000"/>
              </a:lnSpc>
              <a:buFont typeface="Wingdings" panose="05000000000000000000" pitchFamily="2" charset="2"/>
              <a:buChar char="ü"/>
            </a:pPr>
            <a:r>
              <a:rPr lang="en-US" sz="2200" dirty="0"/>
              <a:t> Yes indicates that the user should be the only person performing the specified task at any one time in the specified area.</a:t>
            </a:r>
          </a:p>
          <a:p>
            <a:pPr algn="just">
              <a:lnSpc>
                <a:spcPct val="150000"/>
              </a:lnSpc>
              <a:buFont typeface="Wingdings" panose="05000000000000000000" pitchFamily="2" charset="2"/>
              <a:buChar char="ü"/>
            </a:pPr>
            <a:r>
              <a:rPr lang="en-US" sz="2200" dirty="0"/>
              <a:t> No indicates that the user does not have exclusive access to the task type in the area.</a:t>
            </a:r>
          </a:p>
          <a:p>
            <a:pPr marL="0" indent="0" algn="just">
              <a:lnSpc>
                <a:spcPct val="150000"/>
              </a:lnSpc>
              <a:buFont typeface="Arial" panose="020B0604020202020204" pitchFamily="34" charset="0"/>
              <a:buNone/>
            </a:pPr>
            <a:endParaRPr lang="en-CA" sz="2200" dirty="0"/>
          </a:p>
        </p:txBody>
      </p:sp>
      <p:pic>
        <p:nvPicPr>
          <p:cNvPr id="6" name="Picture 5">
            <a:extLst>
              <a:ext uri="{FF2B5EF4-FFF2-40B4-BE49-F238E27FC236}">
                <a16:creationId xmlns:a16="http://schemas.microsoft.com/office/drawing/2014/main" xmlns="" id="{63718075-553F-4349-8382-D41302C3539E}"/>
              </a:ext>
            </a:extLst>
          </p:cNvPr>
          <p:cNvPicPr>
            <a:picLocks noChangeAspect="1"/>
          </p:cNvPicPr>
          <p:nvPr>
            <p:custDataLst>
              <p:tags r:id="rId3"/>
            </p:custDataLst>
          </p:nvPr>
        </p:nvPicPr>
        <p:blipFill>
          <a:blip r:embed="rId5"/>
          <a:stretch>
            <a:fillRect/>
          </a:stretch>
        </p:blipFill>
        <p:spPr>
          <a:xfrm>
            <a:off x="6906322" y="1165364"/>
            <a:ext cx="4720194" cy="4385692"/>
          </a:xfrm>
          <a:prstGeom prst="rect">
            <a:avLst/>
          </a:prstGeom>
        </p:spPr>
      </p:pic>
    </p:spTree>
    <p:extLst>
      <p:ext uri="{BB962C8B-B14F-4D97-AF65-F5344CB8AC3E}">
        <p14:creationId xmlns:p14="http://schemas.microsoft.com/office/powerpoint/2010/main" val="4043884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5" name="Content Placeholder 2">
            <a:extLst>
              <a:ext uri="{FF2B5EF4-FFF2-40B4-BE49-F238E27FC236}">
                <a16:creationId xmlns:a16="http://schemas.microsoft.com/office/drawing/2014/main" xmlns="" id="{F5D80B86-E7C7-44EA-A553-29A1D98F46F3}"/>
              </a:ext>
            </a:extLst>
          </p:cNvPr>
          <p:cNvSpPr txBox="1">
            <a:spLocks/>
          </p:cNvSpPr>
          <p:nvPr>
            <p:custDataLst>
              <p:tags r:id="rId2"/>
            </p:custDataLst>
          </p:nvPr>
        </p:nvSpPr>
        <p:spPr>
          <a:xfrm>
            <a:off x="838200" y="1283368"/>
            <a:ext cx="5572986" cy="4893595"/>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fr-CA" sz="2200" dirty="0">
                <a:solidFill>
                  <a:schemeClr val="accent2"/>
                </a:solidFill>
              </a:rPr>
              <a:t>5.8</a:t>
            </a:r>
            <a:r>
              <a:rPr lang="fr-CA" sz="2200" dirty="0"/>
              <a:t> Enter a </a:t>
            </a:r>
            <a:r>
              <a:rPr lang="fr-CA" sz="2200" b="1" dirty="0" err="1"/>
              <a:t>Wave</a:t>
            </a:r>
            <a:r>
              <a:rPr lang="fr-CA" sz="2200" dirty="0"/>
              <a:t> </a:t>
            </a:r>
            <a:r>
              <a:rPr lang="fr-CA" sz="2200" dirty="0" err="1"/>
              <a:t>number</a:t>
            </a:r>
            <a:r>
              <a:rPr lang="fr-CA" sz="2200" dirty="0"/>
              <a:t> if applicable. </a:t>
            </a:r>
          </a:p>
          <a:p>
            <a:pPr algn="just">
              <a:lnSpc>
                <a:spcPct val="150000"/>
              </a:lnSpc>
              <a:buFont typeface="Wingdings" panose="05000000000000000000" pitchFamily="2" charset="2"/>
              <a:buChar char="ü"/>
            </a:pPr>
            <a:r>
              <a:rPr lang="en-US" sz="2200" dirty="0"/>
              <a:t> The wave number specifies whether or not the task is to be performed by wave. </a:t>
            </a:r>
          </a:p>
          <a:p>
            <a:pPr algn="just">
              <a:lnSpc>
                <a:spcPct val="150000"/>
              </a:lnSpc>
              <a:buFont typeface="Wingdings" panose="05000000000000000000" pitchFamily="2" charset="2"/>
              <a:buChar char="ü"/>
            </a:pPr>
            <a:r>
              <a:rPr lang="en-US" sz="2200" dirty="0"/>
              <a:t> If a wave is specified, the user will only receive tasks for that wave.</a:t>
            </a:r>
          </a:p>
          <a:p>
            <a:pPr marL="0" indent="0" algn="just">
              <a:lnSpc>
                <a:spcPct val="150000"/>
              </a:lnSpc>
              <a:buFont typeface="Arial" panose="020B0604020202020204" pitchFamily="34" charset="0"/>
              <a:buNone/>
            </a:pPr>
            <a:endParaRPr lang="en-CA" sz="2200" dirty="0"/>
          </a:p>
        </p:txBody>
      </p:sp>
      <p:pic>
        <p:nvPicPr>
          <p:cNvPr id="7" name="Picture 6">
            <a:extLst>
              <a:ext uri="{FF2B5EF4-FFF2-40B4-BE49-F238E27FC236}">
                <a16:creationId xmlns:a16="http://schemas.microsoft.com/office/drawing/2014/main" xmlns="" id="{E0451284-D65B-4D1A-BAEE-14CB7BB9574B}"/>
              </a:ext>
            </a:extLst>
          </p:cNvPr>
          <p:cNvPicPr>
            <a:picLocks noChangeAspect="1"/>
          </p:cNvPicPr>
          <p:nvPr>
            <p:custDataLst>
              <p:tags r:id="rId3"/>
            </p:custDataLst>
          </p:nvPr>
        </p:nvPicPr>
        <p:blipFill>
          <a:blip r:embed="rId5"/>
          <a:stretch>
            <a:fillRect/>
          </a:stretch>
        </p:blipFill>
        <p:spPr>
          <a:xfrm>
            <a:off x="6704930" y="1027906"/>
            <a:ext cx="4648870" cy="4291264"/>
          </a:xfrm>
          <a:prstGeom prst="rect">
            <a:avLst/>
          </a:prstGeom>
        </p:spPr>
      </p:pic>
    </p:spTree>
    <p:extLst>
      <p:ext uri="{BB962C8B-B14F-4D97-AF65-F5344CB8AC3E}">
        <p14:creationId xmlns:p14="http://schemas.microsoft.com/office/powerpoint/2010/main" val="14553146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5" name="Content Placeholder 2">
            <a:extLst>
              <a:ext uri="{FF2B5EF4-FFF2-40B4-BE49-F238E27FC236}">
                <a16:creationId xmlns:a16="http://schemas.microsoft.com/office/drawing/2014/main" xmlns="" id="{4ED336DA-AF05-4D3A-A800-A9344F84059D}"/>
              </a:ext>
            </a:extLst>
          </p:cNvPr>
          <p:cNvSpPr txBox="1">
            <a:spLocks/>
          </p:cNvSpPr>
          <p:nvPr>
            <p:custDataLst>
              <p:tags r:id="rId2"/>
            </p:custDataLst>
          </p:nvPr>
        </p:nvSpPr>
        <p:spPr>
          <a:xfrm>
            <a:off x="838200" y="1283368"/>
            <a:ext cx="5572986" cy="4893595"/>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fr-CA" sz="2200" dirty="0">
                <a:solidFill>
                  <a:schemeClr val="accent2"/>
                </a:solidFill>
              </a:rPr>
              <a:t>5.9</a:t>
            </a:r>
            <a:r>
              <a:rPr lang="fr-CA" sz="2200" dirty="0"/>
              <a:t> </a:t>
            </a:r>
            <a:r>
              <a:rPr lang="en-US" sz="2200" dirty="0"/>
              <a:t>Once all the fields properly entered, click on Submit.</a:t>
            </a:r>
          </a:p>
          <a:p>
            <a:pPr marL="0" indent="0" algn="just">
              <a:lnSpc>
                <a:spcPct val="150000"/>
              </a:lnSpc>
              <a:buFont typeface="Arial" panose="020B0604020202020204" pitchFamily="34" charset="0"/>
              <a:buNone/>
            </a:pPr>
            <a:endParaRPr lang="en-US" sz="1000" dirty="0"/>
          </a:p>
          <a:p>
            <a:pPr algn="just">
              <a:lnSpc>
                <a:spcPct val="150000"/>
              </a:lnSpc>
              <a:buFont typeface="Wingdings" panose="05000000000000000000" pitchFamily="2" charset="2"/>
              <a:buChar char="ü"/>
            </a:pPr>
            <a:r>
              <a:rPr lang="en-US" sz="2200" dirty="0"/>
              <a:t> A confirmation message will appear and the task will be assigned to the user. </a:t>
            </a:r>
          </a:p>
          <a:p>
            <a:pPr marL="0" indent="0" algn="just">
              <a:lnSpc>
                <a:spcPct val="150000"/>
              </a:lnSpc>
              <a:buFont typeface="Arial" panose="020B0604020202020204" pitchFamily="34" charset="0"/>
              <a:buNone/>
            </a:pPr>
            <a:r>
              <a:rPr lang="fr-CA" sz="2200" dirty="0"/>
              <a:t> </a:t>
            </a:r>
            <a:endParaRPr lang="en-US" sz="2200" dirty="0"/>
          </a:p>
          <a:p>
            <a:pPr marL="0" indent="0" algn="just">
              <a:lnSpc>
                <a:spcPct val="150000"/>
              </a:lnSpc>
              <a:buFont typeface="Arial" panose="020B0604020202020204" pitchFamily="34" charset="0"/>
              <a:buNone/>
            </a:pPr>
            <a:endParaRPr lang="en-CA" sz="2200" dirty="0"/>
          </a:p>
        </p:txBody>
      </p:sp>
      <p:pic>
        <p:nvPicPr>
          <p:cNvPr id="7" name="Picture 6">
            <a:extLst>
              <a:ext uri="{FF2B5EF4-FFF2-40B4-BE49-F238E27FC236}">
                <a16:creationId xmlns:a16="http://schemas.microsoft.com/office/drawing/2014/main" xmlns="" id="{2D5D7A86-B137-4364-ABE7-D27BB4CE3655}"/>
              </a:ext>
            </a:extLst>
          </p:cNvPr>
          <p:cNvPicPr>
            <a:picLocks noChangeAspect="1"/>
          </p:cNvPicPr>
          <p:nvPr>
            <p:custDataLst>
              <p:tags r:id="rId3"/>
            </p:custDataLst>
          </p:nvPr>
        </p:nvPicPr>
        <p:blipFill>
          <a:blip r:embed="rId5"/>
          <a:stretch>
            <a:fillRect/>
          </a:stretch>
        </p:blipFill>
        <p:spPr>
          <a:xfrm>
            <a:off x="7681317" y="200677"/>
            <a:ext cx="3672483" cy="5976286"/>
          </a:xfrm>
          <a:prstGeom prst="rect">
            <a:avLst/>
          </a:prstGeom>
        </p:spPr>
      </p:pic>
    </p:spTree>
    <p:extLst>
      <p:ext uri="{BB962C8B-B14F-4D97-AF65-F5344CB8AC3E}">
        <p14:creationId xmlns:p14="http://schemas.microsoft.com/office/powerpoint/2010/main" val="18934649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4" name="Content Placeholder 2">
            <a:extLst>
              <a:ext uri="{FF2B5EF4-FFF2-40B4-BE49-F238E27FC236}">
                <a16:creationId xmlns:a16="http://schemas.microsoft.com/office/drawing/2014/main" xmlns="" id="{DE139EEF-415C-4428-8AD7-362AFBBD561F}"/>
              </a:ext>
            </a:extLst>
          </p:cNvPr>
          <p:cNvSpPr>
            <a:spLocks noGrp="1"/>
          </p:cNvSpPr>
          <p:nvPr>
            <p:ph idx="1"/>
            <p:custDataLst>
              <p:tags r:id="rId2"/>
            </p:custDataLst>
          </p:nvPr>
        </p:nvSpPr>
        <p:spPr>
          <a:xfrm>
            <a:off x="838200" y="1348577"/>
            <a:ext cx="10515600" cy="4828386"/>
          </a:xfrm>
        </p:spPr>
        <p:txBody>
          <a:bodyPr/>
          <a:lstStyle/>
          <a:p>
            <a:pPr marL="457200" indent="-457200" algn="just">
              <a:lnSpc>
                <a:spcPct val="150000"/>
              </a:lnSpc>
              <a:buFont typeface="+mj-lt"/>
              <a:buAutoNum type="arabicPeriod" startAt="6"/>
            </a:pPr>
            <a:r>
              <a:rPr lang="en-US" u="sng" dirty="0"/>
              <a:t>If you want to update a task already assigned to a user</a:t>
            </a:r>
            <a:r>
              <a:rPr lang="en-US" dirty="0"/>
              <a:t>, do this:</a:t>
            </a:r>
          </a:p>
          <a:p>
            <a:pPr marL="457200" lvl="1" indent="0" algn="just">
              <a:lnSpc>
                <a:spcPct val="150000"/>
              </a:lnSpc>
              <a:buNone/>
            </a:pPr>
            <a:r>
              <a:rPr lang="en-US" sz="2400" dirty="0">
                <a:solidFill>
                  <a:schemeClr val="accent2"/>
                </a:solidFill>
              </a:rPr>
              <a:t>6.1</a:t>
            </a:r>
            <a:r>
              <a:rPr lang="en-US" sz="2400" dirty="0"/>
              <a:t> Perform a search to retrieve the task using the User Name or Task in the search criteria bar, and click on View Record Details.</a:t>
            </a:r>
          </a:p>
          <a:p>
            <a:pPr marL="457200" indent="-457200" algn="just">
              <a:buFont typeface="+mj-lt"/>
              <a:buAutoNum type="arabicPeriod" startAt="6"/>
            </a:pPr>
            <a:endParaRPr lang="en-CA" dirty="0"/>
          </a:p>
        </p:txBody>
      </p:sp>
      <p:pic>
        <p:nvPicPr>
          <p:cNvPr id="6" name="Picture 5">
            <a:extLst>
              <a:ext uri="{FF2B5EF4-FFF2-40B4-BE49-F238E27FC236}">
                <a16:creationId xmlns:a16="http://schemas.microsoft.com/office/drawing/2014/main" xmlns="" id="{4346CBA5-3F1F-471A-BDC2-5240E599379B}"/>
              </a:ext>
            </a:extLst>
          </p:cNvPr>
          <p:cNvPicPr>
            <a:picLocks noChangeAspect="1"/>
          </p:cNvPicPr>
          <p:nvPr>
            <p:custDataLst>
              <p:tags r:id="rId3"/>
            </p:custDataLst>
          </p:nvPr>
        </p:nvPicPr>
        <p:blipFill>
          <a:blip r:embed="rId5"/>
          <a:stretch>
            <a:fillRect/>
          </a:stretch>
        </p:blipFill>
        <p:spPr>
          <a:xfrm>
            <a:off x="481263" y="3278003"/>
            <a:ext cx="11421979" cy="2231420"/>
          </a:xfrm>
          <a:prstGeom prst="rect">
            <a:avLst/>
          </a:prstGeom>
        </p:spPr>
      </p:pic>
    </p:spTree>
    <p:extLst>
      <p:ext uri="{BB962C8B-B14F-4D97-AF65-F5344CB8AC3E}">
        <p14:creationId xmlns:p14="http://schemas.microsoft.com/office/powerpoint/2010/main" val="26793450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CBADF0-269F-4F56-BA3F-C0522E5E97B2}"/>
              </a:ext>
            </a:extLst>
          </p:cNvPr>
          <p:cNvSpPr>
            <a:spLocks noGrp="1"/>
          </p:cNvSpPr>
          <p:nvPr>
            <p:ph type="title"/>
            <p:custDataLst>
              <p:tags r:id="rId1"/>
            </p:custDataLst>
          </p:nvPr>
        </p:nvSpPr>
        <p:spPr/>
        <p:txBody>
          <a:bodyPr/>
          <a:lstStyle/>
          <a:p>
            <a:r>
              <a:rPr lang="fr-CA" dirty="0" err="1"/>
              <a:t>Task</a:t>
            </a:r>
            <a:r>
              <a:rPr lang="fr-CA" dirty="0"/>
              <a:t> Management</a:t>
            </a:r>
            <a:endParaRPr lang="en-CA" dirty="0"/>
          </a:p>
        </p:txBody>
      </p:sp>
      <p:sp>
        <p:nvSpPr>
          <p:cNvPr id="4" name="Content Placeholder 2">
            <a:extLst>
              <a:ext uri="{FF2B5EF4-FFF2-40B4-BE49-F238E27FC236}">
                <a16:creationId xmlns:a16="http://schemas.microsoft.com/office/drawing/2014/main" xmlns="" id="{B370D963-B9D3-4DB3-8158-41D683142447}"/>
              </a:ext>
            </a:extLst>
          </p:cNvPr>
          <p:cNvSpPr>
            <a:spLocks noGrp="1"/>
          </p:cNvSpPr>
          <p:nvPr>
            <p:ph idx="1"/>
            <p:custDataLst>
              <p:tags r:id="rId2"/>
            </p:custDataLst>
          </p:nvPr>
        </p:nvSpPr>
        <p:spPr>
          <a:xfrm>
            <a:off x="838200" y="1348577"/>
            <a:ext cx="6396789" cy="4828386"/>
          </a:xfrm>
        </p:spPr>
        <p:txBody>
          <a:bodyPr/>
          <a:lstStyle/>
          <a:p>
            <a:pPr marL="0" indent="0" algn="just">
              <a:lnSpc>
                <a:spcPct val="150000"/>
              </a:lnSpc>
              <a:buNone/>
            </a:pPr>
            <a:r>
              <a:rPr lang="fr-CA" sz="2200" dirty="0">
                <a:solidFill>
                  <a:schemeClr val="accent2"/>
                </a:solidFill>
              </a:rPr>
              <a:t>6.2</a:t>
            </a:r>
            <a:r>
              <a:rPr lang="fr-CA" sz="2200" dirty="0"/>
              <a:t> </a:t>
            </a:r>
            <a:r>
              <a:rPr lang="fr-CA" sz="2200" dirty="0" err="1"/>
              <a:t>From</a:t>
            </a:r>
            <a:r>
              <a:rPr lang="fr-CA" sz="2200" dirty="0"/>
              <a:t> the new </a:t>
            </a:r>
            <a:r>
              <a:rPr lang="fr-CA" sz="2200" dirty="0" err="1"/>
              <a:t>window</a:t>
            </a:r>
            <a:r>
              <a:rPr lang="fr-CA" sz="2200" dirty="0"/>
              <a:t>, update the </a:t>
            </a:r>
            <a:r>
              <a:rPr lang="fr-CA" sz="2200" dirty="0" err="1"/>
              <a:t>Forced</a:t>
            </a:r>
            <a:r>
              <a:rPr lang="fr-CA" sz="2200" dirty="0"/>
              <a:t> </a:t>
            </a:r>
            <a:r>
              <a:rPr lang="fr-CA" sz="2200" dirty="0" err="1"/>
              <a:t>Interleave</a:t>
            </a:r>
            <a:r>
              <a:rPr lang="fr-CA" sz="2200" dirty="0"/>
              <a:t>, </a:t>
            </a:r>
            <a:r>
              <a:rPr lang="en-CA" sz="2200" dirty="0"/>
              <a:t>Interleaving Sequence, Exclusive and Wave fields. </a:t>
            </a:r>
            <a:r>
              <a:rPr lang="fr-CA" sz="2200" dirty="0" err="1"/>
              <a:t>Refer</a:t>
            </a:r>
            <a:r>
              <a:rPr lang="fr-CA" sz="2200" dirty="0"/>
              <a:t> to the </a:t>
            </a:r>
            <a:r>
              <a:rPr lang="fr-CA" sz="2200" dirty="0">
                <a:hlinkClick r:id="rId5" action="ppaction://hlinksldjump"/>
              </a:rPr>
              <a:t>slides 50 to 54</a:t>
            </a:r>
            <a:r>
              <a:rPr lang="fr-CA" sz="2200" dirty="0"/>
              <a:t> for more </a:t>
            </a:r>
            <a:r>
              <a:rPr lang="fr-CA" sz="2200" dirty="0" err="1"/>
              <a:t>details</a:t>
            </a:r>
            <a:r>
              <a:rPr lang="fr-CA" sz="2200" dirty="0"/>
              <a:t> on </a:t>
            </a:r>
            <a:r>
              <a:rPr lang="fr-CA" sz="2200" dirty="0" err="1"/>
              <a:t>these</a:t>
            </a:r>
            <a:r>
              <a:rPr lang="fr-CA" sz="2200" dirty="0"/>
              <a:t> </a:t>
            </a:r>
            <a:r>
              <a:rPr lang="fr-CA" sz="2200" dirty="0" err="1"/>
              <a:t>fields</a:t>
            </a:r>
            <a:r>
              <a:rPr lang="fr-CA" sz="2200" dirty="0"/>
              <a:t>. </a:t>
            </a:r>
          </a:p>
          <a:p>
            <a:pPr marL="0" indent="0" algn="just">
              <a:lnSpc>
                <a:spcPct val="150000"/>
              </a:lnSpc>
              <a:buNone/>
            </a:pPr>
            <a:r>
              <a:rPr lang="fr-CA" sz="2200" dirty="0">
                <a:solidFill>
                  <a:schemeClr val="accent2"/>
                </a:solidFill>
              </a:rPr>
              <a:t>6.3 </a:t>
            </a:r>
            <a:r>
              <a:rPr lang="fr-CA" sz="2200" dirty="0" err="1"/>
              <a:t>Then</a:t>
            </a:r>
            <a:r>
              <a:rPr lang="fr-CA" sz="2200" dirty="0"/>
              <a:t> click on </a:t>
            </a:r>
            <a:r>
              <a:rPr lang="fr-CA" sz="2200" dirty="0" err="1"/>
              <a:t>Submit</a:t>
            </a:r>
            <a:r>
              <a:rPr lang="fr-CA" sz="2200" dirty="0"/>
              <a:t>.</a:t>
            </a:r>
          </a:p>
          <a:p>
            <a:pPr marL="0" indent="0" algn="just">
              <a:lnSpc>
                <a:spcPct val="150000"/>
              </a:lnSpc>
              <a:buNone/>
            </a:pPr>
            <a:endParaRPr lang="fr-CA" sz="1000" dirty="0"/>
          </a:p>
          <a:p>
            <a:pPr algn="just">
              <a:lnSpc>
                <a:spcPct val="150000"/>
              </a:lnSpc>
              <a:buFont typeface="Wingdings" panose="05000000000000000000" pitchFamily="2" charset="2"/>
              <a:buChar char="ü"/>
            </a:pPr>
            <a:r>
              <a:rPr lang="en-US" sz="2200" dirty="0"/>
              <a:t> The task assignment has been updated. </a:t>
            </a:r>
          </a:p>
          <a:p>
            <a:pPr marL="0" indent="0" algn="just">
              <a:lnSpc>
                <a:spcPct val="150000"/>
              </a:lnSpc>
              <a:buNone/>
            </a:pPr>
            <a:endParaRPr lang="fr-CA" sz="2200" dirty="0"/>
          </a:p>
        </p:txBody>
      </p:sp>
      <p:pic>
        <p:nvPicPr>
          <p:cNvPr id="6" name="Picture 5">
            <a:extLst>
              <a:ext uri="{FF2B5EF4-FFF2-40B4-BE49-F238E27FC236}">
                <a16:creationId xmlns:a16="http://schemas.microsoft.com/office/drawing/2014/main" xmlns="" id="{952358C2-2CAD-4690-93BC-5D421F12261A}"/>
              </a:ext>
            </a:extLst>
          </p:cNvPr>
          <p:cNvPicPr>
            <a:picLocks noChangeAspect="1"/>
          </p:cNvPicPr>
          <p:nvPr>
            <p:custDataLst>
              <p:tags r:id="rId3"/>
            </p:custDataLst>
          </p:nvPr>
        </p:nvPicPr>
        <p:blipFill>
          <a:blip r:embed="rId6"/>
          <a:stretch>
            <a:fillRect/>
          </a:stretch>
        </p:blipFill>
        <p:spPr>
          <a:xfrm>
            <a:off x="7918213" y="253672"/>
            <a:ext cx="3435587" cy="5887196"/>
          </a:xfrm>
          <a:prstGeom prst="rect">
            <a:avLst/>
          </a:prstGeom>
        </p:spPr>
      </p:pic>
    </p:spTree>
    <p:extLst>
      <p:ext uri="{BB962C8B-B14F-4D97-AF65-F5344CB8AC3E}">
        <p14:creationId xmlns:p14="http://schemas.microsoft.com/office/powerpoint/2010/main" val="14591122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1"/>
</p:tagLst>
</file>

<file path=ppt/tags/tag13.xml><?xml version="1.0" encoding="utf-8"?>
<p:tagLst xmlns:a="http://schemas.openxmlformats.org/drawingml/2006/main" xmlns:r="http://schemas.openxmlformats.org/officeDocument/2006/relationships" xmlns:p="http://schemas.openxmlformats.org/presentationml/2006/main">
  <p:tag name="NUM" val="2"/>
</p:tagLst>
</file>

<file path=ppt/tags/tag14.xml><?xml version="1.0" encoding="utf-8"?>
<p:tagLst xmlns:a="http://schemas.openxmlformats.org/drawingml/2006/main" xmlns:r="http://schemas.openxmlformats.org/officeDocument/2006/relationships" xmlns:p="http://schemas.openxmlformats.org/presentationml/2006/main">
  <p:tag name="NUM" val="3"/>
</p:tagLst>
</file>

<file path=ppt/tags/tag15.xml><?xml version="1.0" encoding="utf-8"?>
<p:tagLst xmlns:a="http://schemas.openxmlformats.org/drawingml/2006/main" xmlns:r="http://schemas.openxmlformats.org/officeDocument/2006/relationships" xmlns:p="http://schemas.openxmlformats.org/presentationml/2006/main">
  <p:tag name="NUM" val="1"/>
</p:tagLst>
</file>

<file path=ppt/tags/tag16.xml><?xml version="1.0" encoding="utf-8"?>
<p:tagLst xmlns:a="http://schemas.openxmlformats.org/drawingml/2006/main" xmlns:r="http://schemas.openxmlformats.org/officeDocument/2006/relationships" xmlns:p="http://schemas.openxmlformats.org/presentationml/2006/main">
  <p:tag name="NUM" val="2"/>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4"/>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4"/>
</p:tagLst>
</file>

<file path=ppt/tags/tag23.xml><?xml version="1.0" encoding="utf-8"?>
<p:tagLst xmlns:a="http://schemas.openxmlformats.org/drawingml/2006/main" xmlns:r="http://schemas.openxmlformats.org/officeDocument/2006/relationships" xmlns:p="http://schemas.openxmlformats.org/presentationml/2006/main">
  <p:tag name="NUM" val="5"/>
</p:tagLst>
</file>

<file path=ppt/tags/tag24.xml><?xml version="1.0" encoding="utf-8"?>
<p:tagLst xmlns:a="http://schemas.openxmlformats.org/drawingml/2006/main" xmlns:r="http://schemas.openxmlformats.org/officeDocument/2006/relationships" xmlns:p="http://schemas.openxmlformats.org/presentationml/2006/main">
  <p:tag name="NUM" val="6"/>
</p:tagLst>
</file>

<file path=ppt/tags/tag25.xml><?xml version="1.0" encoding="utf-8"?>
<p:tagLst xmlns:a="http://schemas.openxmlformats.org/drawingml/2006/main" xmlns:r="http://schemas.openxmlformats.org/officeDocument/2006/relationships" xmlns:p="http://schemas.openxmlformats.org/presentationml/2006/main">
  <p:tag name="NUM" val="7"/>
</p:tagLst>
</file>

<file path=ppt/tags/tag26.xml><?xml version="1.0" encoding="utf-8"?>
<p:tagLst xmlns:a="http://schemas.openxmlformats.org/drawingml/2006/main" xmlns:r="http://schemas.openxmlformats.org/officeDocument/2006/relationships" xmlns:p="http://schemas.openxmlformats.org/presentationml/2006/main">
  <p:tag name="NUM" val="8"/>
</p:tagLst>
</file>

<file path=ppt/tags/tag27.xml><?xml version="1.0" encoding="utf-8"?>
<p:tagLst xmlns:a="http://schemas.openxmlformats.org/drawingml/2006/main" xmlns:r="http://schemas.openxmlformats.org/officeDocument/2006/relationships" xmlns:p="http://schemas.openxmlformats.org/presentationml/2006/main">
  <p:tag name="NUM" val="9"/>
</p:tagLst>
</file>

<file path=ppt/tags/tag28.xml><?xml version="1.0" encoding="utf-8"?>
<p:tagLst xmlns:a="http://schemas.openxmlformats.org/drawingml/2006/main" xmlns:r="http://schemas.openxmlformats.org/officeDocument/2006/relationships" xmlns:p="http://schemas.openxmlformats.org/presentationml/2006/main">
  <p:tag name="NUM" val="10"/>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1"/>
</p:tagLst>
</file>

<file path=ppt/tags/tag33.xml><?xml version="1.0" encoding="utf-8"?>
<p:tagLst xmlns:a="http://schemas.openxmlformats.org/drawingml/2006/main" xmlns:r="http://schemas.openxmlformats.org/officeDocument/2006/relationships" xmlns:p="http://schemas.openxmlformats.org/presentationml/2006/main">
  <p:tag name="NUM" val="2"/>
</p:tagLst>
</file>

<file path=ppt/tags/tag34.xml><?xml version="1.0" encoding="utf-8"?>
<p:tagLst xmlns:a="http://schemas.openxmlformats.org/drawingml/2006/main" xmlns:r="http://schemas.openxmlformats.org/officeDocument/2006/relationships" xmlns:p="http://schemas.openxmlformats.org/presentationml/2006/main">
  <p:tag name="NUM" val="3"/>
</p:tagLst>
</file>

<file path=ppt/tags/tag35.xml><?xml version="1.0" encoding="utf-8"?>
<p:tagLst xmlns:a="http://schemas.openxmlformats.org/drawingml/2006/main" xmlns:r="http://schemas.openxmlformats.org/officeDocument/2006/relationships" xmlns:p="http://schemas.openxmlformats.org/presentationml/2006/main">
  <p:tag name="NUM" val="4"/>
</p:tagLst>
</file>

<file path=ppt/tags/tag36.xml><?xml version="1.0" encoding="utf-8"?>
<p:tagLst xmlns:a="http://schemas.openxmlformats.org/drawingml/2006/main" xmlns:r="http://schemas.openxmlformats.org/officeDocument/2006/relationships" xmlns:p="http://schemas.openxmlformats.org/presentationml/2006/main">
  <p:tag name="NUM" val="5"/>
</p:tagLst>
</file>

<file path=ppt/tags/tag37.xml><?xml version="1.0" encoding="utf-8"?>
<p:tagLst xmlns:a="http://schemas.openxmlformats.org/drawingml/2006/main" xmlns:r="http://schemas.openxmlformats.org/officeDocument/2006/relationships" xmlns:p="http://schemas.openxmlformats.org/presentationml/2006/main">
  <p:tag name="NUM" val="6"/>
</p:tagLst>
</file>

<file path=ppt/tags/tag38.xml><?xml version="1.0" encoding="utf-8"?>
<p:tagLst xmlns:a="http://schemas.openxmlformats.org/drawingml/2006/main" xmlns:r="http://schemas.openxmlformats.org/officeDocument/2006/relationships" xmlns:p="http://schemas.openxmlformats.org/presentationml/2006/main">
  <p:tag name="NUM" val="7"/>
</p:tagLst>
</file>

<file path=ppt/tags/tag39.xml><?xml version="1.0" encoding="utf-8"?>
<p:tagLst xmlns:a="http://schemas.openxmlformats.org/drawingml/2006/main" xmlns:r="http://schemas.openxmlformats.org/officeDocument/2006/relationships" xmlns:p="http://schemas.openxmlformats.org/presentationml/2006/main">
  <p:tag name="NUM" val="8"/>
</p:tagLst>
</file>

<file path=ppt/tags/tag40.xml><?xml version="1.0" encoding="utf-8"?>
<p:tagLst xmlns:a="http://schemas.openxmlformats.org/drawingml/2006/main" xmlns:r="http://schemas.openxmlformats.org/officeDocument/2006/relationships" xmlns:p="http://schemas.openxmlformats.org/presentationml/2006/main">
  <p:tag name="NUM" val="9"/>
</p:tagLst>
</file>

<file path=ppt/tags/tag41.xml><?xml version="1.0" encoding="utf-8"?>
<p:tagLst xmlns:a="http://schemas.openxmlformats.org/drawingml/2006/main" xmlns:r="http://schemas.openxmlformats.org/officeDocument/2006/relationships" xmlns:p="http://schemas.openxmlformats.org/presentationml/2006/main">
  <p:tag name="NUM" val="10"/>
</p:tagLst>
</file>

<file path=ppt/tags/tag42.xml><?xml version="1.0" encoding="utf-8"?>
<p:tagLst xmlns:a="http://schemas.openxmlformats.org/drawingml/2006/main" xmlns:r="http://schemas.openxmlformats.org/officeDocument/2006/relationships" xmlns:p="http://schemas.openxmlformats.org/presentationml/2006/main">
  <p:tag name="NUM" val="11"/>
</p:tagLst>
</file>

<file path=ppt/tags/tag43.xml><?xml version="1.0" encoding="utf-8"?>
<p:tagLst xmlns:a="http://schemas.openxmlformats.org/drawingml/2006/main" xmlns:r="http://schemas.openxmlformats.org/officeDocument/2006/relationships" xmlns:p="http://schemas.openxmlformats.org/presentationml/2006/main">
  <p:tag name="NUM" val="12"/>
</p:tagLst>
</file>

<file path=ppt/tags/tag44.xml><?xml version="1.0" encoding="utf-8"?>
<p:tagLst xmlns:a="http://schemas.openxmlformats.org/drawingml/2006/main" xmlns:r="http://schemas.openxmlformats.org/officeDocument/2006/relationships" xmlns:p="http://schemas.openxmlformats.org/presentationml/2006/main">
  <p:tag name="NUM" val="13"/>
</p:tagLst>
</file>

<file path=ppt/tags/tag45.xml><?xml version="1.0" encoding="utf-8"?>
<p:tagLst xmlns:a="http://schemas.openxmlformats.org/drawingml/2006/main" xmlns:r="http://schemas.openxmlformats.org/officeDocument/2006/relationships" xmlns:p="http://schemas.openxmlformats.org/presentationml/2006/main">
  <p:tag name="NUM" val="14"/>
</p:tagLst>
</file>

<file path=ppt/tags/tag46.xml><?xml version="1.0" encoding="utf-8"?>
<p:tagLst xmlns:a="http://schemas.openxmlformats.org/drawingml/2006/main" xmlns:r="http://schemas.openxmlformats.org/officeDocument/2006/relationships" xmlns:p="http://schemas.openxmlformats.org/presentationml/2006/main">
  <p:tag name="NUM" val="15"/>
</p:tagLst>
</file>

<file path=ppt/tags/tag47.xml><?xml version="1.0" encoding="utf-8"?>
<p:tagLst xmlns:a="http://schemas.openxmlformats.org/drawingml/2006/main" xmlns:r="http://schemas.openxmlformats.org/officeDocument/2006/relationships" xmlns:p="http://schemas.openxmlformats.org/presentationml/2006/main">
  <p:tag name="NUM" val="16"/>
</p:tagLst>
</file>

<file path=ppt/tags/tag48.xml><?xml version="1.0" encoding="utf-8"?>
<p:tagLst xmlns:a="http://schemas.openxmlformats.org/drawingml/2006/main" xmlns:r="http://schemas.openxmlformats.org/officeDocument/2006/relationships" xmlns:p="http://schemas.openxmlformats.org/presentationml/2006/main">
  <p:tag name="NUM" val="17"/>
</p:tagLst>
</file>

<file path=ppt/tags/tag49.xml><?xml version="1.0" encoding="utf-8"?>
<p:tagLst xmlns:a="http://schemas.openxmlformats.org/drawingml/2006/main" xmlns:r="http://schemas.openxmlformats.org/officeDocument/2006/relationships" xmlns:p="http://schemas.openxmlformats.org/presentationml/2006/main">
  <p:tag name="NUM" val="1"/>
</p:tagLst>
</file>

<file path=ppt/tags/tag50.xml><?xml version="1.0" encoding="utf-8"?>
<p:tagLst xmlns:a="http://schemas.openxmlformats.org/drawingml/2006/main" xmlns:r="http://schemas.openxmlformats.org/officeDocument/2006/relationships" xmlns:p="http://schemas.openxmlformats.org/presentationml/2006/main">
  <p:tag name="NUM" val="2"/>
</p:tagLst>
</file>

<file path=ppt/tags/tag51.xml><?xml version="1.0" encoding="utf-8"?>
<p:tagLst xmlns:a="http://schemas.openxmlformats.org/drawingml/2006/main" xmlns:r="http://schemas.openxmlformats.org/officeDocument/2006/relationships" xmlns:p="http://schemas.openxmlformats.org/presentationml/2006/main">
  <p:tag name="NUM" val="3"/>
</p:tagLst>
</file>

<file path=ppt/tags/tag52.xml><?xml version="1.0" encoding="utf-8"?>
<p:tagLst xmlns:a="http://schemas.openxmlformats.org/drawingml/2006/main" xmlns:r="http://schemas.openxmlformats.org/officeDocument/2006/relationships" xmlns:p="http://schemas.openxmlformats.org/presentationml/2006/main">
  <p:tag name="NUM" val="4"/>
</p:tagLst>
</file>

<file path=ppt/tags/tag53.xml><?xml version="1.0" encoding="utf-8"?>
<p:tagLst xmlns:a="http://schemas.openxmlformats.org/drawingml/2006/main" xmlns:r="http://schemas.openxmlformats.org/officeDocument/2006/relationships" xmlns:p="http://schemas.openxmlformats.org/presentationml/2006/main">
  <p:tag name="NUM" val="1"/>
</p:tagLst>
</file>

<file path=ppt/tags/tag54.xml><?xml version="1.0" encoding="utf-8"?>
<p:tagLst xmlns:a="http://schemas.openxmlformats.org/drawingml/2006/main" xmlns:r="http://schemas.openxmlformats.org/officeDocument/2006/relationships" xmlns:p="http://schemas.openxmlformats.org/presentationml/2006/main">
  <p:tag name="NUM" val="2"/>
</p:tagLst>
</file>

<file path=ppt/tags/tag55.xml><?xml version="1.0" encoding="utf-8"?>
<p:tagLst xmlns:a="http://schemas.openxmlformats.org/drawingml/2006/main" xmlns:r="http://schemas.openxmlformats.org/officeDocument/2006/relationships" xmlns:p="http://schemas.openxmlformats.org/presentationml/2006/main">
  <p:tag name="NUM" val="1"/>
</p:tagLst>
</file>

<file path=ppt/tags/tag56.xml><?xml version="1.0" encoding="utf-8"?>
<p:tagLst xmlns:a="http://schemas.openxmlformats.org/drawingml/2006/main" xmlns:r="http://schemas.openxmlformats.org/officeDocument/2006/relationships" xmlns:p="http://schemas.openxmlformats.org/presentationml/2006/main">
  <p:tag name="NUM" val="2"/>
</p:tagLst>
</file>

<file path=ppt/tags/tag57.xml><?xml version="1.0" encoding="utf-8"?>
<p:tagLst xmlns:a="http://schemas.openxmlformats.org/drawingml/2006/main" xmlns:r="http://schemas.openxmlformats.org/officeDocument/2006/relationships" xmlns:p="http://schemas.openxmlformats.org/presentationml/2006/main">
  <p:tag name="NUM" val="1"/>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1"/>
</p:tagLst>
</file>

<file path=ppt/tags/tag61.xml><?xml version="1.0" encoding="utf-8"?>
<p:tagLst xmlns:a="http://schemas.openxmlformats.org/drawingml/2006/main" xmlns:r="http://schemas.openxmlformats.org/officeDocument/2006/relationships" xmlns:p="http://schemas.openxmlformats.org/presentationml/2006/main">
  <p:tag name="NUM" val="2"/>
</p:tagLst>
</file>

<file path=ppt/tags/tag62.xml><?xml version="1.0" encoding="utf-8"?>
<p:tagLst xmlns:a="http://schemas.openxmlformats.org/drawingml/2006/main" xmlns:r="http://schemas.openxmlformats.org/officeDocument/2006/relationships" xmlns:p="http://schemas.openxmlformats.org/presentationml/2006/main">
  <p:tag name="NUM" val="3"/>
</p:tagLst>
</file>

<file path=ppt/tags/tag63.xml><?xml version="1.0" encoding="utf-8"?>
<p:tagLst xmlns:a="http://schemas.openxmlformats.org/drawingml/2006/main" xmlns:r="http://schemas.openxmlformats.org/officeDocument/2006/relationships" xmlns:p="http://schemas.openxmlformats.org/presentationml/2006/main">
  <p:tag name="NUM" val="1"/>
</p:tagLst>
</file>

<file path=ppt/tags/tag64.xml><?xml version="1.0" encoding="utf-8"?>
<p:tagLst xmlns:a="http://schemas.openxmlformats.org/drawingml/2006/main" xmlns:r="http://schemas.openxmlformats.org/officeDocument/2006/relationships" xmlns:p="http://schemas.openxmlformats.org/presentationml/2006/main">
  <p:tag name="NUM" val="2"/>
</p:tagLst>
</file>

<file path=ppt/tags/tag65.xml><?xml version="1.0" encoding="utf-8"?>
<p:tagLst xmlns:a="http://schemas.openxmlformats.org/drawingml/2006/main" xmlns:r="http://schemas.openxmlformats.org/officeDocument/2006/relationships" xmlns:p="http://schemas.openxmlformats.org/presentationml/2006/main">
  <p:tag name="NUM" val="3"/>
</p:tagLst>
</file>

<file path=ppt/tags/tag66.xml><?xml version="1.0" encoding="utf-8"?>
<p:tagLst xmlns:a="http://schemas.openxmlformats.org/drawingml/2006/main" xmlns:r="http://schemas.openxmlformats.org/officeDocument/2006/relationships" xmlns:p="http://schemas.openxmlformats.org/presentationml/2006/main">
  <p:tag name="NUM" val="4"/>
</p:tagLst>
</file>

<file path=ppt/tags/tag67.xml><?xml version="1.0" encoding="utf-8"?>
<p:tagLst xmlns:a="http://schemas.openxmlformats.org/drawingml/2006/main" xmlns:r="http://schemas.openxmlformats.org/officeDocument/2006/relationships" xmlns:p="http://schemas.openxmlformats.org/presentationml/2006/main">
  <p:tag name="NUM" val="5"/>
</p:tagLst>
</file>

<file path=ppt/tags/tag68.xml><?xml version="1.0" encoding="utf-8"?>
<p:tagLst xmlns:a="http://schemas.openxmlformats.org/drawingml/2006/main" xmlns:r="http://schemas.openxmlformats.org/officeDocument/2006/relationships" xmlns:p="http://schemas.openxmlformats.org/presentationml/2006/main">
  <p:tag name="NUM" val="6"/>
</p:tagLst>
</file>

<file path=ppt/tags/tag69.xml><?xml version="1.0" encoding="utf-8"?>
<p:tagLst xmlns:a="http://schemas.openxmlformats.org/drawingml/2006/main" xmlns:r="http://schemas.openxmlformats.org/officeDocument/2006/relationships" xmlns:p="http://schemas.openxmlformats.org/presentationml/2006/main">
  <p:tag name="NUM" val="7"/>
</p:tagLst>
</file>

<file path=ppt/tags/tag70.xml><?xml version="1.0" encoding="utf-8"?>
<p:tagLst xmlns:a="http://schemas.openxmlformats.org/drawingml/2006/main" xmlns:r="http://schemas.openxmlformats.org/officeDocument/2006/relationships" xmlns:p="http://schemas.openxmlformats.org/presentationml/2006/main">
  <p:tag name="NUM" val="8"/>
</p:tagLst>
</file>

<file path=ppt/tags/tag71.xml><?xml version="1.0" encoding="utf-8"?>
<p:tagLst xmlns:a="http://schemas.openxmlformats.org/drawingml/2006/main" xmlns:r="http://schemas.openxmlformats.org/officeDocument/2006/relationships" xmlns:p="http://schemas.openxmlformats.org/presentationml/2006/main">
  <p:tag name="NUM" val="9"/>
</p:tagLst>
</file>

<file path=ppt/tags/tag72.xml><?xml version="1.0" encoding="utf-8"?>
<p:tagLst xmlns:a="http://schemas.openxmlformats.org/drawingml/2006/main" xmlns:r="http://schemas.openxmlformats.org/officeDocument/2006/relationships" xmlns:p="http://schemas.openxmlformats.org/presentationml/2006/main">
  <p:tag name="NUM" val="10"/>
</p:tagLst>
</file>

<file path=ppt/tags/tag73.xml><?xml version="1.0" encoding="utf-8"?>
<p:tagLst xmlns:a="http://schemas.openxmlformats.org/drawingml/2006/main" xmlns:r="http://schemas.openxmlformats.org/officeDocument/2006/relationships" xmlns:p="http://schemas.openxmlformats.org/presentationml/2006/main">
  <p:tag name="NUM" val="11"/>
</p:tagLst>
</file>

<file path=ppt/tags/tag74.xml><?xml version="1.0" encoding="utf-8"?>
<p:tagLst xmlns:a="http://schemas.openxmlformats.org/drawingml/2006/main" xmlns:r="http://schemas.openxmlformats.org/officeDocument/2006/relationships" xmlns:p="http://schemas.openxmlformats.org/presentationml/2006/main">
  <p:tag name="NUM" val="12"/>
</p:tagLst>
</file>

<file path=ppt/tags/tag75.xml><?xml version="1.0" encoding="utf-8"?>
<p:tagLst xmlns:a="http://schemas.openxmlformats.org/drawingml/2006/main" xmlns:r="http://schemas.openxmlformats.org/officeDocument/2006/relationships" xmlns:p="http://schemas.openxmlformats.org/presentationml/2006/main">
  <p:tag name="NUM" val="13"/>
</p:tagLst>
</file>

<file path=ppt/tags/tag76.xml><?xml version="1.0" encoding="utf-8"?>
<p:tagLst xmlns:a="http://schemas.openxmlformats.org/drawingml/2006/main" xmlns:r="http://schemas.openxmlformats.org/officeDocument/2006/relationships" xmlns:p="http://schemas.openxmlformats.org/presentationml/2006/main">
  <p:tag name="NUM" val="1"/>
</p:tagLst>
</file>

<file path=ppt/tags/tag77.xml><?xml version="1.0" encoding="utf-8"?>
<p:tagLst xmlns:a="http://schemas.openxmlformats.org/drawingml/2006/main" xmlns:r="http://schemas.openxmlformats.org/officeDocument/2006/relationships" xmlns:p="http://schemas.openxmlformats.org/presentationml/2006/main">
  <p:tag name="NUM" val="2"/>
</p:tagLst>
</file>

<file path=ppt/tags/tag78.xml><?xml version="1.0" encoding="utf-8"?>
<p:tagLst xmlns:a="http://schemas.openxmlformats.org/drawingml/2006/main" xmlns:r="http://schemas.openxmlformats.org/officeDocument/2006/relationships" xmlns:p="http://schemas.openxmlformats.org/presentationml/2006/main">
  <p:tag name="NUM" val="3"/>
</p:tagLst>
</file>

<file path=ppt/tags/tag79.xml><?xml version="1.0" encoding="utf-8"?>
<p:tagLst xmlns:a="http://schemas.openxmlformats.org/drawingml/2006/main" xmlns:r="http://schemas.openxmlformats.org/officeDocument/2006/relationships" xmlns:p="http://schemas.openxmlformats.org/presentationml/2006/main">
  <p:tag name="NUM" val="1"/>
</p:tagLst>
</file>

<file path=ppt/tags/tag80.xml><?xml version="1.0" encoding="utf-8"?>
<p:tagLst xmlns:a="http://schemas.openxmlformats.org/drawingml/2006/main" xmlns:r="http://schemas.openxmlformats.org/officeDocument/2006/relationships" xmlns:p="http://schemas.openxmlformats.org/presentationml/2006/main">
  <p:tag name="NUM" val="2"/>
</p:tagLst>
</file>

<file path=ppt/tags/tag81.xml><?xml version="1.0" encoding="utf-8"?>
<p:tagLst xmlns:a="http://schemas.openxmlformats.org/drawingml/2006/main" xmlns:r="http://schemas.openxmlformats.org/officeDocument/2006/relationships" xmlns:p="http://schemas.openxmlformats.org/presentationml/2006/main">
  <p:tag name="NUM" val="3"/>
</p:tagLst>
</file>

<file path=ppt/tags/tag82.xml><?xml version="1.0" encoding="utf-8"?>
<p:tagLst xmlns:a="http://schemas.openxmlformats.org/drawingml/2006/main" xmlns:r="http://schemas.openxmlformats.org/officeDocument/2006/relationships" xmlns:p="http://schemas.openxmlformats.org/presentationml/2006/main">
  <p:tag name="NUM" val="4"/>
</p:tagLst>
</file>

<file path=ppt/tags/tag83.xml><?xml version="1.0" encoding="utf-8"?>
<p:tagLst xmlns:a="http://schemas.openxmlformats.org/drawingml/2006/main" xmlns:r="http://schemas.openxmlformats.org/officeDocument/2006/relationships" xmlns:p="http://schemas.openxmlformats.org/presentationml/2006/main">
  <p:tag name="NUM" val="1"/>
</p:tagLst>
</file>

<file path=ppt/tags/tag84.xml><?xml version="1.0" encoding="utf-8"?>
<p:tagLst xmlns:a="http://schemas.openxmlformats.org/drawingml/2006/main" xmlns:r="http://schemas.openxmlformats.org/officeDocument/2006/relationships" xmlns:p="http://schemas.openxmlformats.org/presentationml/2006/main">
  <p:tag name="NUM" val="2"/>
</p:tagLst>
</file>

<file path=ppt/tags/tag85.xml><?xml version="1.0" encoding="utf-8"?>
<p:tagLst xmlns:a="http://schemas.openxmlformats.org/drawingml/2006/main" xmlns:r="http://schemas.openxmlformats.org/officeDocument/2006/relationships" xmlns:p="http://schemas.openxmlformats.org/presentationml/2006/main">
  <p:tag name="NUM" val="1"/>
</p:tagLst>
</file>

<file path=ppt/tags/tag86.xml><?xml version="1.0" encoding="utf-8"?>
<p:tagLst xmlns:a="http://schemas.openxmlformats.org/drawingml/2006/main" xmlns:r="http://schemas.openxmlformats.org/officeDocument/2006/relationships" xmlns:p="http://schemas.openxmlformats.org/presentationml/2006/main">
  <p:tag name="NUM" val="2"/>
</p:tagLst>
</file>

<file path=ppt/tags/tag87.xml><?xml version="1.0" encoding="utf-8"?>
<p:tagLst xmlns:a="http://schemas.openxmlformats.org/drawingml/2006/main" xmlns:r="http://schemas.openxmlformats.org/officeDocument/2006/relationships" xmlns:p="http://schemas.openxmlformats.org/presentationml/2006/main">
  <p:tag name="NUM" val="1"/>
</p:tagLst>
</file>

<file path=ppt/tags/tag88.xml><?xml version="1.0" encoding="utf-8"?>
<p:tagLst xmlns:a="http://schemas.openxmlformats.org/drawingml/2006/main" xmlns:r="http://schemas.openxmlformats.org/officeDocument/2006/relationships" xmlns:p="http://schemas.openxmlformats.org/presentationml/2006/main">
  <p:tag name="NUM" val="2"/>
</p:tagLst>
</file>

<file path=ppt/tags/tag89.xml><?xml version="1.0" encoding="utf-8"?>
<p:tagLst xmlns:a="http://schemas.openxmlformats.org/drawingml/2006/main" xmlns:r="http://schemas.openxmlformats.org/officeDocument/2006/relationships" xmlns:p="http://schemas.openxmlformats.org/presentationml/2006/main">
  <p:tag name="NUM" val="3"/>
</p:tagLst>
</file>

<file path=ppt/tags/tag90.xml><?xml version="1.0" encoding="utf-8"?>
<p:tagLst xmlns:a="http://schemas.openxmlformats.org/drawingml/2006/main" xmlns:r="http://schemas.openxmlformats.org/officeDocument/2006/relationships" xmlns:p="http://schemas.openxmlformats.org/presentationml/2006/main">
  <p:tag name="NUM" val="1"/>
</p:tagLst>
</file>

<file path=ppt/tags/tag91.xml><?xml version="1.0" encoding="utf-8"?>
<p:tagLst xmlns:a="http://schemas.openxmlformats.org/drawingml/2006/main" xmlns:r="http://schemas.openxmlformats.org/officeDocument/2006/relationships" xmlns:p="http://schemas.openxmlformats.org/presentationml/2006/main">
  <p:tag name="NUM" val="2"/>
</p:tagLst>
</file>

<file path=ppt/tags/tag92.xml><?xml version="1.0" encoding="utf-8"?>
<p:tagLst xmlns:a="http://schemas.openxmlformats.org/drawingml/2006/main" xmlns:r="http://schemas.openxmlformats.org/officeDocument/2006/relationships" xmlns:p="http://schemas.openxmlformats.org/presentationml/2006/main">
  <p:tag name="NUM" val="3"/>
</p:tagLst>
</file>

<file path=ppt/tags/tag93.xml><?xml version="1.0" encoding="utf-8"?>
<p:tagLst xmlns:a="http://schemas.openxmlformats.org/drawingml/2006/main" xmlns:r="http://schemas.openxmlformats.org/officeDocument/2006/relationships" xmlns:p="http://schemas.openxmlformats.org/presentationml/2006/main">
  <p:tag name="NUM" val="1"/>
</p:tagLst>
</file>

<file path=ppt/tags/tag94.xml><?xml version="1.0" encoding="utf-8"?>
<p:tagLst xmlns:a="http://schemas.openxmlformats.org/drawingml/2006/main" xmlns:r="http://schemas.openxmlformats.org/officeDocument/2006/relationships" xmlns:p="http://schemas.openxmlformats.org/presentationml/2006/main">
  <p:tag name="NUM" val="2"/>
</p:tagLst>
</file>

<file path=ppt/tags/tag95.xml><?xml version="1.0" encoding="utf-8"?>
<p:tagLst xmlns:a="http://schemas.openxmlformats.org/drawingml/2006/main" xmlns:r="http://schemas.openxmlformats.org/officeDocument/2006/relationships" xmlns:p="http://schemas.openxmlformats.org/presentationml/2006/main">
  <p:tag name="NUM" val="3"/>
</p:tagLst>
</file>

<file path=ppt/tags/tag96.xml><?xml version="1.0" encoding="utf-8"?>
<p:tagLst xmlns:a="http://schemas.openxmlformats.org/drawingml/2006/main" xmlns:r="http://schemas.openxmlformats.org/officeDocument/2006/relationships" xmlns:p="http://schemas.openxmlformats.org/presentationml/2006/main">
  <p:tag name="NUM" val="4"/>
</p:tagLst>
</file>

<file path=ppt/tags/tag97.xml><?xml version="1.0" encoding="utf-8"?>
<p:tagLst xmlns:a="http://schemas.openxmlformats.org/drawingml/2006/main" xmlns:r="http://schemas.openxmlformats.org/officeDocument/2006/relationships" xmlns:p="http://schemas.openxmlformats.org/presentationml/2006/main">
  <p:tag name="NUM" val="1"/>
</p:tagLst>
</file>

<file path=ppt/tags/tag98.xml><?xml version="1.0" encoding="utf-8"?>
<p:tagLst xmlns:a="http://schemas.openxmlformats.org/drawingml/2006/main" xmlns:r="http://schemas.openxmlformats.org/officeDocument/2006/relationships" xmlns:p="http://schemas.openxmlformats.org/presentationml/2006/main">
  <p:tag name="NUM" val="2"/>
</p:tagLst>
</file>

<file path=ppt/tags/tag99.xml><?xml version="1.0" encoding="utf-8"?>
<p:tagLst xmlns:a="http://schemas.openxmlformats.org/drawingml/2006/main" xmlns:r="http://schemas.openxmlformats.org/officeDocument/2006/relationships" xmlns:p="http://schemas.openxmlformats.org/presentationml/2006/main">
  <p:tag name="NUM" val="3"/>
</p:tagLst>
</file>

<file path=ppt/tags/tag100.xml><?xml version="1.0" encoding="utf-8"?>
<p:tagLst xmlns:a="http://schemas.openxmlformats.org/drawingml/2006/main" xmlns:r="http://schemas.openxmlformats.org/officeDocument/2006/relationships" xmlns:p="http://schemas.openxmlformats.org/presentationml/2006/main">
  <p:tag name="NUM" val="1"/>
</p:tagLst>
</file>

<file path=ppt/tags/tag101.xml><?xml version="1.0" encoding="utf-8"?>
<p:tagLst xmlns:a="http://schemas.openxmlformats.org/drawingml/2006/main" xmlns:r="http://schemas.openxmlformats.org/officeDocument/2006/relationships" xmlns:p="http://schemas.openxmlformats.org/presentationml/2006/main">
  <p:tag name="NUM" val="2"/>
</p:tagLst>
</file>

<file path=ppt/tags/tag102.xml><?xml version="1.0" encoding="utf-8"?>
<p:tagLst xmlns:a="http://schemas.openxmlformats.org/drawingml/2006/main" xmlns:r="http://schemas.openxmlformats.org/officeDocument/2006/relationships" xmlns:p="http://schemas.openxmlformats.org/presentationml/2006/main">
  <p:tag name="NUM" val="3"/>
</p:tagLst>
</file>

<file path=ppt/tags/tag103.xml><?xml version="1.0" encoding="utf-8"?>
<p:tagLst xmlns:a="http://schemas.openxmlformats.org/drawingml/2006/main" xmlns:r="http://schemas.openxmlformats.org/officeDocument/2006/relationships" xmlns:p="http://schemas.openxmlformats.org/presentationml/2006/main">
  <p:tag name="NUM" val="1"/>
</p:tagLst>
</file>

<file path=ppt/tags/tag104.xml><?xml version="1.0" encoding="utf-8"?>
<p:tagLst xmlns:a="http://schemas.openxmlformats.org/drawingml/2006/main" xmlns:r="http://schemas.openxmlformats.org/officeDocument/2006/relationships" xmlns:p="http://schemas.openxmlformats.org/presentationml/2006/main">
  <p:tag name="NUM" val="2"/>
</p:tagLst>
</file>

<file path=ppt/tags/tag105.xml><?xml version="1.0" encoding="utf-8"?>
<p:tagLst xmlns:a="http://schemas.openxmlformats.org/drawingml/2006/main" xmlns:r="http://schemas.openxmlformats.org/officeDocument/2006/relationships" xmlns:p="http://schemas.openxmlformats.org/presentationml/2006/main">
  <p:tag name="NUM" val="1"/>
</p:tagLst>
</file>

<file path=ppt/tags/tag106.xml><?xml version="1.0" encoding="utf-8"?>
<p:tagLst xmlns:a="http://schemas.openxmlformats.org/drawingml/2006/main" xmlns:r="http://schemas.openxmlformats.org/officeDocument/2006/relationships" xmlns:p="http://schemas.openxmlformats.org/presentationml/2006/main">
  <p:tag name="NUM" val="2"/>
</p:tagLst>
</file>

<file path=ppt/tags/tag107.xml><?xml version="1.0" encoding="utf-8"?>
<p:tagLst xmlns:a="http://schemas.openxmlformats.org/drawingml/2006/main" xmlns:r="http://schemas.openxmlformats.org/officeDocument/2006/relationships" xmlns:p="http://schemas.openxmlformats.org/presentationml/2006/main">
  <p:tag name="NUM" val="1"/>
</p:tagLst>
</file>

<file path=ppt/tags/tag108.xml><?xml version="1.0" encoding="utf-8"?>
<p:tagLst xmlns:a="http://schemas.openxmlformats.org/drawingml/2006/main" xmlns:r="http://schemas.openxmlformats.org/officeDocument/2006/relationships" xmlns:p="http://schemas.openxmlformats.org/presentationml/2006/main">
  <p:tag name="NUM" val="2"/>
</p:tagLst>
</file>

<file path=ppt/tags/tag109.xml><?xml version="1.0" encoding="utf-8"?>
<p:tagLst xmlns:a="http://schemas.openxmlformats.org/drawingml/2006/main" xmlns:r="http://schemas.openxmlformats.org/officeDocument/2006/relationships" xmlns:p="http://schemas.openxmlformats.org/presentationml/2006/main">
  <p:tag name="NUM" val="3"/>
</p:tagLst>
</file>

<file path=ppt/tags/tag110.xml><?xml version="1.0" encoding="utf-8"?>
<p:tagLst xmlns:a="http://schemas.openxmlformats.org/drawingml/2006/main" xmlns:r="http://schemas.openxmlformats.org/officeDocument/2006/relationships" xmlns:p="http://schemas.openxmlformats.org/presentationml/2006/main">
  <p:tag name="NUM" val="3"/>
</p:tagLst>
</file>

<file path=ppt/tags/tag111.xml><?xml version="1.0" encoding="utf-8"?>
<p:tagLst xmlns:a="http://schemas.openxmlformats.org/drawingml/2006/main" xmlns:r="http://schemas.openxmlformats.org/officeDocument/2006/relationships" xmlns:p="http://schemas.openxmlformats.org/presentationml/2006/main">
  <p:tag name="NUM" val="1"/>
</p:tagLst>
</file>

<file path=ppt/tags/tag112.xml><?xml version="1.0" encoding="utf-8"?>
<p:tagLst xmlns:a="http://schemas.openxmlformats.org/drawingml/2006/main" xmlns:r="http://schemas.openxmlformats.org/officeDocument/2006/relationships" xmlns:p="http://schemas.openxmlformats.org/presentationml/2006/main">
  <p:tag name="NUM" val="2"/>
</p:tagLst>
</file>

<file path=ppt/tags/tag113.xml><?xml version="1.0" encoding="utf-8"?>
<p:tagLst xmlns:a="http://schemas.openxmlformats.org/drawingml/2006/main" xmlns:r="http://schemas.openxmlformats.org/officeDocument/2006/relationships" xmlns:p="http://schemas.openxmlformats.org/presentationml/2006/main">
  <p:tag name="NUM" val="3"/>
</p:tagLst>
</file>

<file path=ppt/tags/tag114.xml><?xml version="1.0" encoding="utf-8"?>
<p:tagLst xmlns:a="http://schemas.openxmlformats.org/drawingml/2006/main" xmlns:r="http://schemas.openxmlformats.org/officeDocument/2006/relationships" xmlns:p="http://schemas.openxmlformats.org/presentationml/2006/main">
  <p:tag name="NUM" val="1"/>
</p:tagLst>
</file>

<file path=ppt/tags/tag115.xml><?xml version="1.0" encoding="utf-8"?>
<p:tagLst xmlns:a="http://schemas.openxmlformats.org/drawingml/2006/main" xmlns:r="http://schemas.openxmlformats.org/officeDocument/2006/relationships" xmlns:p="http://schemas.openxmlformats.org/presentationml/2006/main">
  <p:tag name="NUM" val="2"/>
</p:tagLst>
</file>

<file path=ppt/tags/tag116.xml><?xml version="1.0" encoding="utf-8"?>
<p:tagLst xmlns:a="http://schemas.openxmlformats.org/drawingml/2006/main" xmlns:r="http://schemas.openxmlformats.org/officeDocument/2006/relationships" xmlns:p="http://schemas.openxmlformats.org/presentationml/2006/main">
  <p:tag name="NUM" val="3"/>
</p:tagLst>
</file>

<file path=ppt/tags/tag117.xml><?xml version="1.0" encoding="utf-8"?>
<p:tagLst xmlns:a="http://schemas.openxmlformats.org/drawingml/2006/main" xmlns:r="http://schemas.openxmlformats.org/officeDocument/2006/relationships" xmlns:p="http://schemas.openxmlformats.org/presentationml/2006/main">
  <p:tag name="NUM" val="4"/>
</p:tagLst>
</file>

<file path=ppt/tags/tag118.xml><?xml version="1.0" encoding="utf-8"?>
<p:tagLst xmlns:a="http://schemas.openxmlformats.org/drawingml/2006/main" xmlns:r="http://schemas.openxmlformats.org/officeDocument/2006/relationships" xmlns:p="http://schemas.openxmlformats.org/presentationml/2006/main">
  <p:tag name="NUM" val="1"/>
</p:tagLst>
</file>

<file path=ppt/tags/tag119.xml><?xml version="1.0" encoding="utf-8"?>
<p:tagLst xmlns:a="http://schemas.openxmlformats.org/drawingml/2006/main" xmlns:r="http://schemas.openxmlformats.org/officeDocument/2006/relationships" xmlns:p="http://schemas.openxmlformats.org/presentationml/2006/main">
  <p:tag name="NUM" val="2"/>
</p:tagLst>
</file>

<file path=ppt/tags/tag120.xml><?xml version="1.0" encoding="utf-8"?>
<p:tagLst xmlns:a="http://schemas.openxmlformats.org/drawingml/2006/main" xmlns:r="http://schemas.openxmlformats.org/officeDocument/2006/relationships" xmlns:p="http://schemas.openxmlformats.org/presentationml/2006/main">
  <p:tag name="NUM" val="3"/>
</p:tagLst>
</file>

<file path=ppt/tags/tag121.xml><?xml version="1.0" encoding="utf-8"?>
<p:tagLst xmlns:a="http://schemas.openxmlformats.org/drawingml/2006/main" xmlns:r="http://schemas.openxmlformats.org/officeDocument/2006/relationships" xmlns:p="http://schemas.openxmlformats.org/presentationml/2006/main">
  <p:tag name="NUM" val="1"/>
</p:tagLst>
</file>

<file path=ppt/tags/tag122.xml><?xml version="1.0" encoding="utf-8"?>
<p:tagLst xmlns:a="http://schemas.openxmlformats.org/drawingml/2006/main" xmlns:r="http://schemas.openxmlformats.org/officeDocument/2006/relationships" xmlns:p="http://schemas.openxmlformats.org/presentationml/2006/main">
  <p:tag name="NUM" val="2"/>
</p:tagLst>
</file>

<file path=ppt/tags/tag123.xml><?xml version="1.0" encoding="utf-8"?>
<p:tagLst xmlns:a="http://schemas.openxmlformats.org/drawingml/2006/main" xmlns:r="http://schemas.openxmlformats.org/officeDocument/2006/relationships" xmlns:p="http://schemas.openxmlformats.org/presentationml/2006/main">
  <p:tag name="NUM" val="3"/>
</p:tagLst>
</file>

<file path=ppt/tags/tag124.xml><?xml version="1.0" encoding="utf-8"?>
<p:tagLst xmlns:a="http://schemas.openxmlformats.org/drawingml/2006/main" xmlns:r="http://schemas.openxmlformats.org/officeDocument/2006/relationships" xmlns:p="http://schemas.openxmlformats.org/presentationml/2006/main">
  <p:tag name="NUM" val="1"/>
</p:tagLst>
</file>

<file path=ppt/tags/tag125.xml><?xml version="1.0" encoding="utf-8"?>
<p:tagLst xmlns:a="http://schemas.openxmlformats.org/drawingml/2006/main" xmlns:r="http://schemas.openxmlformats.org/officeDocument/2006/relationships" xmlns:p="http://schemas.openxmlformats.org/presentationml/2006/main">
  <p:tag name="NUM" val="2"/>
</p:tagLst>
</file>

<file path=ppt/tags/tag126.xml><?xml version="1.0" encoding="utf-8"?>
<p:tagLst xmlns:a="http://schemas.openxmlformats.org/drawingml/2006/main" xmlns:r="http://schemas.openxmlformats.org/officeDocument/2006/relationships" xmlns:p="http://schemas.openxmlformats.org/presentationml/2006/main">
  <p:tag name="NUM" val="3"/>
</p:tagLst>
</file>

<file path=ppt/tags/tag127.xml><?xml version="1.0" encoding="utf-8"?>
<p:tagLst xmlns:a="http://schemas.openxmlformats.org/drawingml/2006/main" xmlns:r="http://schemas.openxmlformats.org/officeDocument/2006/relationships" xmlns:p="http://schemas.openxmlformats.org/presentationml/2006/main">
  <p:tag name="NUM" val="1"/>
</p:tagLst>
</file>

<file path=ppt/tags/tag128.xml><?xml version="1.0" encoding="utf-8"?>
<p:tagLst xmlns:a="http://schemas.openxmlformats.org/drawingml/2006/main" xmlns:r="http://schemas.openxmlformats.org/officeDocument/2006/relationships" xmlns:p="http://schemas.openxmlformats.org/presentationml/2006/main">
  <p:tag name="NUM" val="2"/>
</p:tagLst>
</file>

<file path=ppt/tags/tag129.xml><?xml version="1.0" encoding="utf-8"?>
<p:tagLst xmlns:a="http://schemas.openxmlformats.org/drawingml/2006/main" xmlns:r="http://schemas.openxmlformats.org/officeDocument/2006/relationships" xmlns:p="http://schemas.openxmlformats.org/presentationml/2006/main">
  <p:tag name="NUM" val="3"/>
</p:tagLst>
</file>

<file path=ppt/tags/tag130.xml><?xml version="1.0" encoding="utf-8"?>
<p:tagLst xmlns:a="http://schemas.openxmlformats.org/drawingml/2006/main" xmlns:r="http://schemas.openxmlformats.org/officeDocument/2006/relationships" xmlns:p="http://schemas.openxmlformats.org/presentationml/2006/main">
  <p:tag name="NUM" val="1"/>
</p:tagLst>
</file>

<file path=ppt/tags/tag131.xml><?xml version="1.0" encoding="utf-8"?>
<p:tagLst xmlns:a="http://schemas.openxmlformats.org/drawingml/2006/main" xmlns:r="http://schemas.openxmlformats.org/officeDocument/2006/relationships" xmlns:p="http://schemas.openxmlformats.org/presentationml/2006/main">
  <p:tag name="NUM" val="2"/>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3"/>
</p:tagLst>
</file>

<file path=ppt/tags/tag135.xml><?xml version="1.0" encoding="utf-8"?>
<p:tagLst xmlns:a="http://schemas.openxmlformats.org/drawingml/2006/main" xmlns:r="http://schemas.openxmlformats.org/officeDocument/2006/relationships" xmlns:p="http://schemas.openxmlformats.org/presentationml/2006/main">
  <p:tag name="NUM" val="1"/>
</p:tagLst>
</file>

<file path=ppt/tags/tag136.xml><?xml version="1.0" encoding="utf-8"?>
<p:tagLst xmlns:a="http://schemas.openxmlformats.org/drawingml/2006/main" xmlns:r="http://schemas.openxmlformats.org/officeDocument/2006/relationships" xmlns:p="http://schemas.openxmlformats.org/presentationml/2006/main">
  <p:tag name="NUM" val="2"/>
</p:tagLst>
</file>

<file path=ppt/tags/tag137.xml><?xml version="1.0" encoding="utf-8"?>
<p:tagLst xmlns:a="http://schemas.openxmlformats.org/drawingml/2006/main" xmlns:r="http://schemas.openxmlformats.org/officeDocument/2006/relationships" xmlns:p="http://schemas.openxmlformats.org/presentationml/2006/main">
  <p:tag name="NUM" val="3"/>
</p:tagLst>
</file>

<file path=ppt/tags/tag138.xml><?xml version="1.0" encoding="utf-8"?>
<p:tagLst xmlns:a="http://schemas.openxmlformats.org/drawingml/2006/main" xmlns:r="http://schemas.openxmlformats.org/officeDocument/2006/relationships" xmlns:p="http://schemas.openxmlformats.org/presentationml/2006/main">
  <p:tag name="NUM" val="1"/>
</p:tagLst>
</file>

<file path=ppt/tags/tag139.xml><?xml version="1.0" encoding="utf-8"?>
<p:tagLst xmlns:a="http://schemas.openxmlformats.org/drawingml/2006/main" xmlns:r="http://schemas.openxmlformats.org/officeDocument/2006/relationships" xmlns:p="http://schemas.openxmlformats.org/presentationml/2006/main">
  <p:tag name="NUM" val="2"/>
</p:tagLst>
</file>

<file path=ppt/tags/tag140.xml><?xml version="1.0" encoding="utf-8"?>
<p:tagLst xmlns:a="http://schemas.openxmlformats.org/drawingml/2006/main" xmlns:r="http://schemas.openxmlformats.org/officeDocument/2006/relationships" xmlns:p="http://schemas.openxmlformats.org/presentationml/2006/main">
  <p:tag name="NUM" val="3"/>
</p:tagLst>
</file>

<file path=ppt/tags/tag141.xml><?xml version="1.0" encoding="utf-8"?>
<p:tagLst xmlns:a="http://schemas.openxmlformats.org/drawingml/2006/main" xmlns:r="http://schemas.openxmlformats.org/officeDocument/2006/relationships" xmlns:p="http://schemas.openxmlformats.org/presentationml/2006/main">
  <p:tag name="NUM" val="1"/>
</p:tagLst>
</file>

<file path=ppt/tags/tag142.xml><?xml version="1.0" encoding="utf-8"?>
<p:tagLst xmlns:a="http://schemas.openxmlformats.org/drawingml/2006/main" xmlns:r="http://schemas.openxmlformats.org/officeDocument/2006/relationships" xmlns:p="http://schemas.openxmlformats.org/presentationml/2006/main">
  <p:tag name="NUM" val="2"/>
</p:tagLst>
</file>

<file path=ppt/tags/tag143.xml><?xml version="1.0" encoding="utf-8"?>
<p:tagLst xmlns:a="http://schemas.openxmlformats.org/drawingml/2006/main" xmlns:r="http://schemas.openxmlformats.org/officeDocument/2006/relationships" xmlns:p="http://schemas.openxmlformats.org/presentationml/2006/main">
  <p:tag name="NUM" val="3"/>
</p:tagLst>
</file>

<file path=ppt/tags/tag144.xml><?xml version="1.0" encoding="utf-8"?>
<p:tagLst xmlns:a="http://schemas.openxmlformats.org/drawingml/2006/main" xmlns:r="http://schemas.openxmlformats.org/officeDocument/2006/relationships" xmlns:p="http://schemas.openxmlformats.org/presentationml/2006/main">
  <p:tag name="NUM" val="1"/>
</p:tagLst>
</file>

<file path=ppt/tags/tag145.xml><?xml version="1.0" encoding="utf-8"?>
<p:tagLst xmlns:a="http://schemas.openxmlformats.org/drawingml/2006/main" xmlns:r="http://schemas.openxmlformats.org/officeDocument/2006/relationships" xmlns:p="http://schemas.openxmlformats.org/presentationml/2006/main">
  <p:tag name="NUM" val="2"/>
</p:tagLst>
</file>

<file path=ppt/tags/tag146.xml><?xml version="1.0" encoding="utf-8"?>
<p:tagLst xmlns:a="http://schemas.openxmlformats.org/drawingml/2006/main" xmlns:r="http://schemas.openxmlformats.org/officeDocument/2006/relationships" xmlns:p="http://schemas.openxmlformats.org/presentationml/2006/main">
  <p:tag name="NUM" val="3"/>
</p:tagLst>
</file>

<file path=ppt/tags/tag147.xml><?xml version="1.0" encoding="utf-8"?>
<p:tagLst xmlns:a="http://schemas.openxmlformats.org/drawingml/2006/main" xmlns:r="http://schemas.openxmlformats.org/officeDocument/2006/relationships" xmlns:p="http://schemas.openxmlformats.org/presentationml/2006/main">
  <p:tag name="NUM" val="1"/>
</p:tagLst>
</file>

<file path=ppt/tags/tag148.xml><?xml version="1.0" encoding="utf-8"?>
<p:tagLst xmlns:a="http://schemas.openxmlformats.org/drawingml/2006/main" xmlns:r="http://schemas.openxmlformats.org/officeDocument/2006/relationships" xmlns:p="http://schemas.openxmlformats.org/presentationml/2006/main">
  <p:tag name="NUM" val="2"/>
</p:tagLst>
</file>

<file path=ppt/tags/tag149.xml><?xml version="1.0" encoding="utf-8"?>
<p:tagLst xmlns:a="http://schemas.openxmlformats.org/drawingml/2006/main" xmlns:r="http://schemas.openxmlformats.org/officeDocument/2006/relationships" xmlns:p="http://schemas.openxmlformats.org/presentationml/2006/main">
  <p:tag name="NUM" val="3"/>
</p:tagLst>
</file>

<file path=ppt/tags/tag150.xml><?xml version="1.0" encoding="utf-8"?>
<p:tagLst xmlns:a="http://schemas.openxmlformats.org/drawingml/2006/main" xmlns:r="http://schemas.openxmlformats.org/officeDocument/2006/relationships" xmlns:p="http://schemas.openxmlformats.org/presentationml/2006/main">
  <p:tag name="NUM" val="1"/>
</p:tagLst>
</file>

<file path=ppt/tags/tag151.xml><?xml version="1.0" encoding="utf-8"?>
<p:tagLst xmlns:a="http://schemas.openxmlformats.org/drawingml/2006/main" xmlns:r="http://schemas.openxmlformats.org/officeDocument/2006/relationships" xmlns:p="http://schemas.openxmlformats.org/presentationml/2006/main">
  <p:tag name="NUM" val="2"/>
</p:tagLst>
</file>

<file path=ppt/tags/tag152.xml><?xml version="1.0" encoding="utf-8"?>
<p:tagLst xmlns:a="http://schemas.openxmlformats.org/drawingml/2006/main" xmlns:r="http://schemas.openxmlformats.org/officeDocument/2006/relationships" xmlns:p="http://schemas.openxmlformats.org/presentationml/2006/main">
  <p:tag name="NUM" val="3"/>
</p:tagLst>
</file>

<file path=ppt/tags/tag153.xml><?xml version="1.0" encoding="utf-8"?>
<p:tagLst xmlns:a="http://schemas.openxmlformats.org/drawingml/2006/main" xmlns:r="http://schemas.openxmlformats.org/officeDocument/2006/relationships" xmlns:p="http://schemas.openxmlformats.org/presentationml/2006/main">
  <p:tag name="NUM" val="1"/>
</p:tagLst>
</file>

<file path=ppt/tags/tag154.xml><?xml version="1.0" encoding="utf-8"?>
<p:tagLst xmlns:a="http://schemas.openxmlformats.org/drawingml/2006/main" xmlns:r="http://schemas.openxmlformats.org/officeDocument/2006/relationships" xmlns:p="http://schemas.openxmlformats.org/presentationml/2006/main">
  <p:tag name="NUM" val="2"/>
</p:tagLst>
</file>

<file path=ppt/tags/tag155.xml><?xml version="1.0" encoding="utf-8"?>
<p:tagLst xmlns:a="http://schemas.openxmlformats.org/drawingml/2006/main" xmlns:r="http://schemas.openxmlformats.org/officeDocument/2006/relationships" xmlns:p="http://schemas.openxmlformats.org/presentationml/2006/main">
  <p:tag name="NUM" val="3"/>
</p:tagLst>
</file>

<file path=ppt/tags/tag156.xml><?xml version="1.0" encoding="utf-8"?>
<p:tagLst xmlns:a="http://schemas.openxmlformats.org/drawingml/2006/main" xmlns:r="http://schemas.openxmlformats.org/officeDocument/2006/relationships" xmlns:p="http://schemas.openxmlformats.org/presentationml/2006/main">
  <p:tag name="NUM" val="1"/>
</p:tagLst>
</file>

<file path=ppt/tags/tag157.xml><?xml version="1.0" encoding="utf-8"?>
<p:tagLst xmlns:a="http://schemas.openxmlformats.org/drawingml/2006/main" xmlns:r="http://schemas.openxmlformats.org/officeDocument/2006/relationships" xmlns:p="http://schemas.openxmlformats.org/presentationml/2006/main">
  <p:tag name="NUM" val="2"/>
</p:tagLst>
</file>

<file path=ppt/tags/tag158.xml><?xml version="1.0" encoding="utf-8"?>
<p:tagLst xmlns:a="http://schemas.openxmlformats.org/drawingml/2006/main" xmlns:r="http://schemas.openxmlformats.org/officeDocument/2006/relationships" xmlns:p="http://schemas.openxmlformats.org/presentationml/2006/main">
  <p:tag name="NUM" val="3"/>
</p:tagLst>
</file>

<file path=ppt/tags/tag159.xml><?xml version="1.0" encoding="utf-8"?>
<p:tagLst xmlns:a="http://schemas.openxmlformats.org/drawingml/2006/main" xmlns:r="http://schemas.openxmlformats.org/officeDocument/2006/relationships" xmlns:p="http://schemas.openxmlformats.org/presentationml/2006/main">
  <p:tag name="NUM" val="1"/>
</p:tagLst>
</file>

<file path=ppt/tags/tag160.xml><?xml version="1.0" encoding="utf-8"?>
<p:tagLst xmlns:a="http://schemas.openxmlformats.org/drawingml/2006/main" xmlns:r="http://schemas.openxmlformats.org/officeDocument/2006/relationships" xmlns:p="http://schemas.openxmlformats.org/presentationml/2006/main">
  <p:tag name="NUM" val="2"/>
</p:tagLst>
</file>

<file path=ppt/tags/tag161.xml><?xml version="1.0" encoding="utf-8"?>
<p:tagLst xmlns:a="http://schemas.openxmlformats.org/drawingml/2006/main" xmlns:r="http://schemas.openxmlformats.org/officeDocument/2006/relationships" xmlns:p="http://schemas.openxmlformats.org/presentationml/2006/main">
  <p:tag name="NUM" val="1"/>
</p:tagLst>
</file>

<file path=ppt/tags/tag162.xml><?xml version="1.0" encoding="utf-8"?>
<p:tagLst xmlns:a="http://schemas.openxmlformats.org/drawingml/2006/main" xmlns:r="http://schemas.openxmlformats.org/officeDocument/2006/relationships" xmlns:p="http://schemas.openxmlformats.org/presentationml/2006/main">
  <p:tag name="NUM" val="2"/>
</p:tagLst>
</file>

<file path=ppt/tags/tag163.xml><?xml version="1.0" encoding="utf-8"?>
<p:tagLst xmlns:a="http://schemas.openxmlformats.org/drawingml/2006/main" xmlns:r="http://schemas.openxmlformats.org/officeDocument/2006/relationships" xmlns:p="http://schemas.openxmlformats.org/presentationml/2006/main">
  <p:tag name="NUM" val="1"/>
</p:tagLst>
</file>

<file path=ppt/tags/tag164.xml><?xml version="1.0" encoding="utf-8"?>
<p:tagLst xmlns:a="http://schemas.openxmlformats.org/drawingml/2006/main" xmlns:r="http://schemas.openxmlformats.org/officeDocument/2006/relationships" xmlns:p="http://schemas.openxmlformats.org/presentationml/2006/main">
  <p:tag name="NUM" val="2"/>
</p:tagLst>
</file>

<file path=ppt/tags/tag165.xml><?xml version="1.0" encoding="utf-8"?>
<p:tagLst xmlns:a="http://schemas.openxmlformats.org/drawingml/2006/main" xmlns:r="http://schemas.openxmlformats.org/officeDocument/2006/relationships" xmlns:p="http://schemas.openxmlformats.org/presentationml/2006/main">
  <p:tag name="NUM" val="3"/>
</p:tagLst>
</file>

<file path=ppt/tags/tag166.xml><?xml version="1.0" encoding="utf-8"?>
<p:tagLst xmlns:a="http://schemas.openxmlformats.org/drawingml/2006/main" xmlns:r="http://schemas.openxmlformats.org/officeDocument/2006/relationships" xmlns:p="http://schemas.openxmlformats.org/presentationml/2006/main">
  <p:tag name="NUM" val="1"/>
</p:tagLst>
</file>

<file path=ppt/tags/tag167.xml><?xml version="1.0" encoding="utf-8"?>
<p:tagLst xmlns:a="http://schemas.openxmlformats.org/drawingml/2006/main" xmlns:r="http://schemas.openxmlformats.org/officeDocument/2006/relationships" xmlns:p="http://schemas.openxmlformats.org/presentationml/2006/main">
  <p:tag name="NUM" val="2"/>
</p:tagLst>
</file>

<file path=ppt/tags/tag168.xml><?xml version="1.0" encoding="utf-8"?>
<p:tagLst xmlns:a="http://schemas.openxmlformats.org/drawingml/2006/main" xmlns:r="http://schemas.openxmlformats.org/officeDocument/2006/relationships" xmlns:p="http://schemas.openxmlformats.org/presentationml/2006/main">
  <p:tag name="NUM" val="3"/>
</p:tagLst>
</file>

<file path=ppt/tags/tag169.xml><?xml version="1.0" encoding="utf-8"?>
<p:tagLst xmlns:a="http://schemas.openxmlformats.org/drawingml/2006/main" xmlns:r="http://schemas.openxmlformats.org/officeDocument/2006/relationships" xmlns:p="http://schemas.openxmlformats.org/presentationml/2006/main">
  <p:tag name="NUM" val="1"/>
</p:tagLst>
</file>

<file path=ppt/tags/tag170.xml><?xml version="1.0" encoding="utf-8"?>
<p:tagLst xmlns:a="http://schemas.openxmlformats.org/drawingml/2006/main" xmlns:r="http://schemas.openxmlformats.org/officeDocument/2006/relationships" xmlns:p="http://schemas.openxmlformats.org/presentationml/2006/main">
  <p:tag name="NUM" val="2"/>
</p:tagLst>
</file>

<file path=ppt/tags/tag171.xml><?xml version="1.0" encoding="utf-8"?>
<p:tagLst xmlns:a="http://schemas.openxmlformats.org/drawingml/2006/main" xmlns:r="http://schemas.openxmlformats.org/officeDocument/2006/relationships" xmlns:p="http://schemas.openxmlformats.org/presentationml/2006/main">
  <p:tag name="NUM" val="3"/>
</p:tagLst>
</file>

<file path=ppt/tags/tag172.xml><?xml version="1.0" encoding="utf-8"?>
<p:tagLst xmlns:a="http://schemas.openxmlformats.org/drawingml/2006/main" xmlns:r="http://schemas.openxmlformats.org/officeDocument/2006/relationships" xmlns:p="http://schemas.openxmlformats.org/presentationml/2006/main">
  <p:tag name="NUM" val="1"/>
</p:tagLst>
</file>

<file path=ppt/tags/tag173.xml><?xml version="1.0" encoding="utf-8"?>
<p:tagLst xmlns:a="http://schemas.openxmlformats.org/drawingml/2006/main" xmlns:r="http://schemas.openxmlformats.org/officeDocument/2006/relationships" xmlns:p="http://schemas.openxmlformats.org/presentationml/2006/main">
  <p:tag name="NUM" val="2"/>
</p:tagLst>
</file>

<file path=ppt/tags/tag174.xml><?xml version="1.0" encoding="utf-8"?>
<p:tagLst xmlns:a="http://schemas.openxmlformats.org/drawingml/2006/main" xmlns:r="http://schemas.openxmlformats.org/officeDocument/2006/relationships" xmlns:p="http://schemas.openxmlformats.org/presentationml/2006/main">
  <p:tag name="NUM" val="3"/>
</p:tagLst>
</file>

<file path=ppt/tags/tag175.xml><?xml version="1.0" encoding="utf-8"?>
<p:tagLst xmlns:a="http://schemas.openxmlformats.org/drawingml/2006/main" xmlns:r="http://schemas.openxmlformats.org/officeDocument/2006/relationships" xmlns:p="http://schemas.openxmlformats.org/presentationml/2006/main">
  <p:tag name="NUM" val="1"/>
</p:tagLst>
</file>

<file path=ppt/tags/tag176.xml><?xml version="1.0" encoding="utf-8"?>
<p:tagLst xmlns:a="http://schemas.openxmlformats.org/drawingml/2006/main" xmlns:r="http://schemas.openxmlformats.org/officeDocument/2006/relationships" xmlns:p="http://schemas.openxmlformats.org/presentationml/2006/main">
  <p:tag name="NUM" val="2"/>
</p:tagLst>
</file>

<file path=ppt/tags/tag177.xml><?xml version="1.0" encoding="utf-8"?>
<p:tagLst xmlns:a="http://schemas.openxmlformats.org/drawingml/2006/main" xmlns:r="http://schemas.openxmlformats.org/officeDocument/2006/relationships" xmlns:p="http://schemas.openxmlformats.org/presentationml/2006/main">
  <p:tag name="NUM" val="1"/>
</p:tagLst>
</file>

<file path=ppt/tags/tag178.xml><?xml version="1.0" encoding="utf-8"?>
<p:tagLst xmlns:a="http://schemas.openxmlformats.org/drawingml/2006/main" xmlns:r="http://schemas.openxmlformats.org/officeDocument/2006/relationships" xmlns:p="http://schemas.openxmlformats.org/presentationml/2006/main">
  <p:tag name="NUM" val="2"/>
</p:tagLst>
</file>

<file path=ppt/tags/tag179.xml><?xml version="1.0" encoding="utf-8"?>
<p:tagLst xmlns:a="http://schemas.openxmlformats.org/drawingml/2006/main" xmlns:r="http://schemas.openxmlformats.org/officeDocument/2006/relationships" xmlns:p="http://schemas.openxmlformats.org/presentationml/2006/main">
  <p:tag name="NUM" val="3"/>
</p:tagLst>
</file>

<file path=ppt/tags/tag180.xml><?xml version="1.0" encoding="utf-8"?>
<p:tagLst xmlns:a="http://schemas.openxmlformats.org/drawingml/2006/main" xmlns:r="http://schemas.openxmlformats.org/officeDocument/2006/relationships" xmlns:p="http://schemas.openxmlformats.org/presentationml/2006/main">
  <p:tag name="NUM" val="1"/>
</p:tagLst>
</file>

<file path=ppt/tags/tag181.xml><?xml version="1.0" encoding="utf-8"?>
<p:tagLst xmlns:a="http://schemas.openxmlformats.org/drawingml/2006/main" xmlns:r="http://schemas.openxmlformats.org/officeDocument/2006/relationships" xmlns:p="http://schemas.openxmlformats.org/presentationml/2006/main">
  <p:tag name="NUM" val="2"/>
</p:tagLst>
</file>

<file path=ppt/tags/tag182.xml><?xml version="1.0" encoding="utf-8"?>
<p:tagLst xmlns:a="http://schemas.openxmlformats.org/drawingml/2006/main" xmlns:r="http://schemas.openxmlformats.org/officeDocument/2006/relationships" xmlns:p="http://schemas.openxmlformats.org/presentationml/2006/main">
  <p:tag name="NUM" val="3"/>
</p:tagLst>
</file>

<file path=ppt/tags/tag183.xml><?xml version="1.0" encoding="utf-8"?>
<p:tagLst xmlns:a="http://schemas.openxmlformats.org/drawingml/2006/main" xmlns:r="http://schemas.openxmlformats.org/officeDocument/2006/relationships" xmlns:p="http://schemas.openxmlformats.org/presentationml/2006/main">
  <p:tag name="NUM" val="1"/>
</p:tagLst>
</file>

<file path=ppt/tags/tag184.xml><?xml version="1.0" encoding="utf-8"?>
<p:tagLst xmlns:a="http://schemas.openxmlformats.org/drawingml/2006/main" xmlns:r="http://schemas.openxmlformats.org/officeDocument/2006/relationships" xmlns:p="http://schemas.openxmlformats.org/presentationml/2006/main">
  <p:tag name="NUM" val="2"/>
</p:tagLst>
</file>

<file path=ppt/tags/tag185.xml><?xml version="1.0" encoding="utf-8"?>
<p:tagLst xmlns:a="http://schemas.openxmlformats.org/drawingml/2006/main" xmlns:r="http://schemas.openxmlformats.org/officeDocument/2006/relationships" xmlns:p="http://schemas.openxmlformats.org/presentationml/2006/main">
  <p:tag name="NUM" val="3"/>
</p:tagLst>
</file>

<file path=ppt/tags/tag186.xml><?xml version="1.0" encoding="utf-8"?>
<p:tagLst xmlns:a="http://schemas.openxmlformats.org/drawingml/2006/main" xmlns:r="http://schemas.openxmlformats.org/officeDocument/2006/relationships" xmlns:p="http://schemas.openxmlformats.org/presentationml/2006/main">
  <p:tag name="NUM" val="1"/>
</p:tagLst>
</file>

<file path=ppt/tags/tag187.xml><?xml version="1.0" encoding="utf-8"?>
<p:tagLst xmlns:a="http://schemas.openxmlformats.org/drawingml/2006/main" xmlns:r="http://schemas.openxmlformats.org/officeDocument/2006/relationships" xmlns:p="http://schemas.openxmlformats.org/presentationml/2006/main">
  <p:tag name="NUM" val="2"/>
</p:tagLst>
</file>

<file path=ppt/tags/tag188.xml><?xml version="1.0" encoding="utf-8"?>
<p:tagLst xmlns:a="http://schemas.openxmlformats.org/drawingml/2006/main" xmlns:r="http://schemas.openxmlformats.org/officeDocument/2006/relationships" xmlns:p="http://schemas.openxmlformats.org/presentationml/2006/main">
  <p:tag name="NUM" val="3"/>
</p:tagLst>
</file>

<file path=ppt/tags/tag189.xml><?xml version="1.0" encoding="utf-8"?>
<p:tagLst xmlns:a="http://schemas.openxmlformats.org/drawingml/2006/main" xmlns:r="http://schemas.openxmlformats.org/officeDocument/2006/relationships" xmlns:p="http://schemas.openxmlformats.org/presentationml/2006/main">
  <p:tag name="NUM" val="1"/>
</p:tagLst>
</file>

<file path=ppt/tags/tag190.xml><?xml version="1.0" encoding="utf-8"?>
<p:tagLst xmlns:a="http://schemas.openxmlformats.org/drawingml/2006/main" xmlns:r="http://schemas.openxmlformats.org/officeDocument/2006/relationships" xmlns:p="http://schemas.openxmlformats.org/presentationml/2006/main">
  <p:tag name="NUM" val="2"/>
</p:tagLst>
</file>

<file path=ppt/tags/tag191.xml><?xml version="1.0" encoding="utf-8"?>
<p:tagLst xmlns:a="http://schemas.openxmlformats.org/drawingml/2006/main" xmlns:r="http://schemas.openxmlformats.org/officeDocument/2006/relationships" xmlns:p="http://schemas.openxmlformats.org/presentationml/2006/main">
  <p:tag name="NUM" val="3"/>
</p:tagLst>
</file>

<file path=ppt/tags/tag192.xml><?xml version="1.0" encoding="utf-8"?>
<p:tagLst xmlns:a="http://schemas.openxmlformats.org/drawingml/2006/main" xmlns:r="http://schemas.openxmlformats.org/officeDocument/2006/relationships" xmlns:p="http://schemas.openxmlformats.org/presentationml/2006/main">
  <p:tag name="NUM" val="1"/>
</p:tagLst>
</file>

<file path=ppt/tags/tag193.xml><?xml version="1.0" encoding="utf-8"?>
<p:tagLst xmlns:a="http://schemas.openxmlformats.org/drawingml/2006/main" xmlns:r="http://schemas.openxmlformats.org/officeDocument/2006/relationships" xmlns:p="http://schemas.openxmlformats.org/presentationml/2006/main">
  <p:tag name="NUM" val="2"/>
</p:tagLst>
</file>

<file path=ppt/tags/tag194.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2" ma:contentTypeDescription="Crée un document." ma:contentTypeScope="" ma:versionID="0ebbd9a872aa4c132bd3d925cd34cc71">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5cfd5ee4064d1f443f65af0b4aba68e3"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0D2C95-BABC-47AD-A1E1-702DCD8872B0}">
  <ds:schemaRefs>
    <ds:schemaRef ds:uri="http://purl.org/dc/elements/1.1/"/>
    <ds:schemaRef ds:uri="http://schemas.microsoft.com/office/2006/metadata/properties"/>
    <ds:schemaRef ds:uri="eb899797-80f6-4e69-af82-8dc567209eda"/>
    <ds:schemaRef ds:uri="http://schemas.microsoft.com/office/infopath/2007/PartnerControls"/>
    <ds:schemaRef ds:uri="http://schemas.microsoft.com/office/2006/documentManagement/types"/>
    <ds:schemaRef ds:uri="http://purl.org/dc/terms/"/>
    <ds:schemaRef ds:uri="c7454f8d-4c17-43a4-bc16-0cf0fc914fca"/>
    <ds:schemaRef ds:uri="http://purl.org/dc/dcmitype/"/>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3.xml><?xml version="1.0" encoding="utf-8"?>
<ds:datastoreItem xmlns:ds="http://schemas.openxmlformats.org/officeDocument/2006/customXml" ds:itemID="{7B45B1B7-FB39-410C-87EF-226CCD5921C6}"/>
</file>

<file path=docProps/app.xml><?xml version="1.0" encoding="utf-8"?>
<Properties xmlns="http://schemas.openxmlformats.org/officeDocument/2006/extended-properties" xmlns:vt="http://schemas.openxmlformats.org/officeDocument/2006/docPropsVTypes">
  <TotalTime>5333</TotalTime>
  <Words>2764</Words>
  <Application>Microsoft Office PowerPoint</Application>
  <PresentationFormat>Grand écran</PresentationFormat>
  <Paragraphs>278</Paragraphs>
  <Slides>57</Slides>
  <Notes>23</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57</vt:i4>
      </vt:variant>
    </vt:vector>
  </HeadingPairs>
  <TitlesOfParts>
    <vt:vector size="65" baseType="lpstr">
      <vt:lpstr>22</vt:lpstr>
      <vt:lpstr>Arial</vt:lpstr>
      <vt:lpstr>Calibri</vt:lpstr>
      <vt:lpstr>Calibri (Body)</vt:lpstr>
      <vt:lpstr>Calibri Light</vt:lpstr>
      <vt:lpstr>Segoe UI</vt:lpstr>
      <vt:lpstr>Wingdings</vt:lpstr>
      <vt:lpstr>Office Theme</vt:lpstr>
      <vt:lpstr>System Administration Inventory Management  &amp; Labor Management</vt:lpstr>
      <vt:lpstr>Table of Contents</vt:lpstr>
      <vt:lpstr>Inventory Management Item UOM Maintenance</vt:lpstr>
      <vt:lpstr>Item UOM Maintenance</vt:lpstr>
      <vt:lpstr>Item UOM Maintenance </vt:lpstr>
      <vt:lpstr>Item UOM Maintenance</vt:lpstr>
      <vt:lpstr>Item UOM Maintenance</vt:lpstr>
      <vt:lpstr>Item UOM Maintenance</vt:lpstr>
      <vt:lpstr>Item UOM Maintenance</vt:lpstr>
      <vt:lpstr>Item UOM Maintenance</vt:lpstr>
      <vt:lpstr>Item UOM Maintenance</vt:lpstr>
      <vt:lpstr>Inventory Management Item Volumetrics Maintenance</vt:lpstr>
      <vt:lpstr>Item Volumetrics Maintenance</vt:lpstr>
      <vt:lpstr>Item Volumetrics Maintenance</vt:lpstr>
      <vt:lpstr>Item Volumetrics Maintenance</vt:lpstr>
      <vt:lpstr>Item Volumetrics Maintenance</vt:lpstr>
      <vt:lpstr>Item Volumetrics Maintenance</vt:lpstr>
      <vt:lpstr>Item Volumetrics Maintenance</vt:lpstr>
      <vt:lpstr>Inventory Management Inventory Volumetrics Maintenance</vt:lpstr>
      <vt:lpstr>Inventory Volumetrics Maintenance</vt:lpstr>
      <vt:lpstr>Inventory Volumetrics Maintenance</vt:lpstr>
      <vt:lpstr>Inventory Volumetrics Maintenance</vt:lpstr>
      <vt:lpstr>Inventory Volumetrics Maintenance</vt:lpstr>
      <vt:lpstr>Inventory Volumetrics Maintenance</vt:lpstr>
      <vt:lpstr>Inventory Volumetrics Maintenance</vt:lpstr>
      <vt:lpstr>Inventory Management  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Inventory Status Modification</vt:lpstr>
      <vt:lpstr>Labor Management  Task Management</vt:lpstr>
      <vt:lpstr>Task Management</vt:lpstr>
      <vt:lpstr>Task Management</vt:lpstr>
      <vt:lpstr>Task Management</vt:lpstr>
      <vt:lpstr>Task Management</vt:lpstr>
      <vt:lpstr>Task Management</vt:lpstr>
      <vt:lpstr>Task Management</vt:lpstr>
      <vt:lpstr>Task Management</vt:lpstr>
      <vt:lpstr>Task Management</vt:lpstr>
      <vt:lpstr>Task Management</vt:lpstr>
      <vt:lpstr>Task Management</vt:lpstr>
      <vt:lpstr>Task Management</vt:lpstr>
      <vt:lpstr>Task Management</vt:lpstr>
    </vt:vector>
  </TitlesOfParts>
  <Company>Walter Surface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1141</cp:revision>
  <dcterms:created xsi:type="dcterms:W3CDTF">2016-08-24T13:01:38Z</dcterms:created>
  <dcterms:modified xsi:type="dcterms:W3CDTF">2020-10-22T12:02:28Z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ies>
</file>