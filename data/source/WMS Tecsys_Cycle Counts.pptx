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5.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6.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7.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8.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9.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0.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1.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12.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3.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4.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15.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6.xml" ContentType="application/vnd.openxmlformats-officedocument.presentationml.notesSlide+xml"/>
  <Override PartName="/ppt/tags/tag93.xml" ContentType="application/vnd.openxmlformats-officedocument.presentationml.tags+xml"/>
  <Override PartName="/ppt/notesSlides/notesSlide17.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18.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19.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20.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21.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22.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23.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24.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25.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2"/>
  </p:notesMasterIdLst>
  <p:handoutMasterIdLst>
    <p:handoutMasterId r:id="rId53"/>
  </p:handoutMasterIdLst>
  <p:sldIdLst>
    <p:sldId id="256" r:id="rId5"/>
    <p:sldId id="286" r:id="rId6"/>
    <p:sldId id="290" r:id="rId7"/>
    <p:sldId id="297" r:id="rId8"/>
    <p:sldId id="298" r:id="rId9"/>
    <p:sldId id="299" r:id="rId10"/>
    <p:sldId id="300" r:id="rId11"/>
    <p:sldId id="301" r:id="rId12"/>
    <p:sldId id="302" r:id="rId13"/>
    <p:sldId id="303" r:id="rId14"/>
    <p:sldId id="304" r:id="rId15"/>
    <p:sldId id="305" r:id="rId16"/>
    <p:sldId id="306" r:id="rId17"/>
    <p:sldId id="307" r:id="rId18"/>
    <p:sldId id="310" r:id="rId19"/>
    <p:sldId id="309" r:id="rId20"/>
    <p:sldId id="296" r:id="rId21"/>
    <p:sldId id="314" r:id="rId22"/>
    <p:sldId id="315" r:id="rId23"/>
    <p:sldId id="320" r:id="rId24"/>
    <p:sldId id="321" r:id="rId25"/>
    <p:sldId id="322" r:id="rId26"/>
    <p:sldId id="323" r:id="rId27"/>
    <p:sldId id="312" r:id="rId28"/>
    <p:sldId id="316" r:id="rId29"/>
    <p:sldId id="317" r:id="rId30"/>
    <p:sldId id="319" r:id="rId31"/>
    <p:sldId id="295" r:id="rId32"/>
    <p:sldId id="318" r:id="rId33"/>
    <p:sldId id="325" r:id="rId34"/>
    <p:sldId id="326" r:id="rId35"/>
    <p:sldId id="332" r:id="rId36"/>
    <p:sldId id="333" r:id="rId37"/>
    <p:sldId id="334" r:id="rId38"/>
    <p:sldId id="313" r:id="rId39"/>
    <p:sldId id="327" r:id="rId40"/>
    <p:sldId id="337" r:id="rId41"/>
    <p:sldId id="328" r:id="rId42"/>
    <p:sldId id="329" r:id="rId43"/>
    <p:sldId id="330" r:id="rId44"/>
    <p:sldId id="331" r:id="rId45"/>
    <p:sldId id="335" r:id="rId46"/>
    <p:sldId id="336" r:id="rId47"/>
    <p:sldId id="294" r:id="rId48"/>
    <p:sldId id="291" r:id="rId49"/>
    <p:sldId id="292" r:id="rId50"/>
    <p:sldId id="293"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4"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1E3991-0811-423A-8EC5-7A235BFCB4D0}" v="48" dt="2020-08-25T20:03:43.297"/>
    <p1510:client id="{FA0E1AF2-DC0D-4463-B10F-F8984940A880}" v="5855" dt="2020-08-26T11:58:58.7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84" y="19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61"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92392353-EED1-43F1-8536-AABCCFA93E75}"/>
    <pc:docChg chg="undo custSel addSld delSld modSld sldOrd">
      <pc:chgData name="Ella Vetter" userId="c6918cf5-f6c0-43cc-8499-a1f635017de9" providerId="ADAL" clId="{92392353-EED1-43F1-8536-AABCCFA93E75}" dt="2020-08-19T20:38:43.631" v="3005" actId="1038"/>
      <pc:docMkLst>
        <pc:docMk/>
      </pc:docMkLst>
      <pc:sldChg chg="modSp add del mod">
        <pc:chgData name="Ella Vetter" userId="c6918cf5-f6c0-43cc-8499-a1f635017de9" providerId="ADAL" clId="{92392353-EED1-43F1-8536-AABCCFA93E75}" dt="2020-08-17T20:05:32.273" v="25" actId="47"/>
        <pc:sldMkLst>
          <pc:docMk/>
          <pc:sldMk cId="4108423597" sldId="256"/>
        </pc:sldMkLst>
        <pc:spChg chg="mod">
          <ac:chgData name="Ella Vetter" userId="c6918cf5-f6c0-43cc-8499-a1f635017de9" providerId="ADAL" clId="{92392353-EED1-43F1-8536-AABCCFA93E75}" dt="2020-08-17T20:05:26.126" v="15" actId="20577"/>
          <ac:spMkLst>
            <pc:docMk/>
            <pc:sldMk cId="4108423597" sldId="256"/>
            <ac:spMk id="2" creationId="{00000000-0000-0000-0000-000000000000}"/>
          </ac:spMkLst>
        </pc:spChg>
      </pc:sldChg>
      <pc:sldChg chg="modSp add del mod modNotesTx">
        <pc:chgData name="Ella Vetter" userId="c6918cf5-f6c0-43cc-8499-a1f635017de9" providerId="ADAL" clId="{92392353-EED1-43F1-8536-AABCCFA93E75}" dt="2020-08-18T19:03:24.015" v="2873" actId="20577"/>
        <pc:sldMkLst>
          <pc:docMk/>
          <pc:sldMk cId="1993397138" sldId="286"/>
        </pc:sldMkLst>
        <pc:spChg chg="mod">
          <ac:chgData name="Ella Vetter" userId="c6918cf5-f6c0-43cc-8499-a1f635017de9" providerId="ADAL" clId="{92392353-EED1-43F1-8536-AABCCFA93E75}" dt="2020-08-18T19:03:24.015" v="2873" actId="20577"/>
          <ac:spMkLst>
            <pc:docMk/>
            <pc:sldMk cId="1993397138" sldId="286"/>
            <ac:spMk id="3" creationId="{37B56F8A-6BEF-459C-AFA4-6D790D24F1CB}"/>
          </ac:spMkLst>
        </pc:spChg>
      </pc:sldChg>
      <pc:sldChg chg="del">
        <pc:chgData name="Ella Vetter" userId="c6918cf5-f6c0-43cc-8499-a1f635017de9" providerId="ADAL" clId="{92392353-EED1-43F1-8536-AABCCFA93E75}" dt="2020-08-17T20:05:30.089" v="17" actId="47"/>
        <pc:sldMkLst>
          <pc:docMk/>
          <pc:sldMk cId="1119100617" sldId="287"/>
        </pc:sldMkLst>
      </pc:sldChg>
      <pc:sldChg chg="delSp modSp add del mod">
        <pc:chgData name="Ella Vetter" userId="c6918cf5-f6c0-43cc-8499-a1f635017de9" providerId="ADAL" clId="{92392353-EED1-43F1-8536-AABCCFA93E75}" dt="2020-08-18T17:53:45.138" v="1426" actId="478"/>
        <pc:sldMkLst>
          <pc:docMk/>
          <pc:sldMk cId="185546831" sldId="288"/>
        </pc:sldMkLst>
        <pc:spChg chg="mod">
          <ac:chgData name="Ella Vetter" userId="c6918cf5-f6c0-43cc-8499-a1f635017de9" providerId="ADAL" clId="{92392353-EED1-43F1-8536-AABCCFA93E75}" dt="2020-08-17T20:52:02.090" v="1196" actId="108"/>
          <ac:spMkLst>
            <pc:docMk/>
            <pc:sldMk cId="185546831" sldId="288"/>
            <ac:spMk id="2" creationId="{BD0A18F3-9F12-464B-BC50-F741E79EDDDA}"/>
          </ac:spMkLst>
        </pc:spChg>
        <pc:spChg chg="del">
          <ac:chgData name="Ella Vetter" userId="c6918cf5-f6c0-43cc-8499-a1f635017de9" providerId="ADAL" clId="{92392353-EED1-43F1-8536-AABCCFA93E75}" dt="2020-08-18T17:53:45.138" v="1426" actId="478"/>
          <ac:spMkLst>
            <pc:docMk/>
            <pc:sldMk cId="185546831" sldId="288"/>
            <ac:spMk id="3" creationId="{EEF38455-45AA-47D0-8328-2077E428FA3B}"/>
          </ac:spMkLst>
        </pc:spChg>
      </pc:sldChg>
      <pc:sldChg chg="del">
        <pc:chgData name="Ella Vetter" userId="c6918cf5-f6c0-43cc-8499-a1f635017de9" providerId="ADAL" clId="{92392353-EED1-43F1-8536-AABCCFA93E75}" dt="2020-08-17T20:05:30.575" v="18" actId="47"/>
        <pc:sldMkLst>
          <pc:docMk/>
          <pc:sldMk cId="103818715" sldId="289"/>
        </pc:sldMkLst>
      </pc:sldChg>
      <pc:sldChg chg="add del">
        <pc:chgData name="Ella Vetter" userId="c6918cf5-f6c0-43cc-8499-a1f635017de9" providerId="ADAL" clId="{92392353-EED1-43F1-8536-AABCCFA93E75}" dt="2020-08-17T20:05:45.607" v="38" actId="47"/>
        <pc:sldMkLst>
          <pc:docMk/>
          <pc:sldMk cId="872510863" sldId="289"/>
        </pc:sldMkLst>
      </pc:sldChg>
      <pc:sldChg chg="delSp modSp add mod">
        <pc:chgData name="Ella Vetter" userId="c6918cf5-f6c0-43cc-8499-a1f635017de9" providerId="ADAL" clId="{92392353-EED1-43F1-8536-AABCCFA93E75}" dt="2020-08-18T18:45:28.047" v="2511" actId="478"/>
        <pc:sldMkLst>
          <pc:docMk/>
          <pc:sldMk cId="3833047504" sldId="289"/>
        </pc:sldMkLst>
        <pc:spChg chg="mod">
          <ac:chgData name="Ella Vetter" userId="c6918cf5-f6c0-43cc-8499-a1f635017de9" providerId="ADAL" clId="{92392353-EED1-43F1-8536-AABCCFA93E75}" dt="2020-08-17T20:52:21.547" v="1208" actId="20577"/>
          <ac:spMkLst>
            <pc:docMk/>
            <pc:sldMk cId="3833047504" sldId="289"/>
            <ac:spMk id="2" creationId="{BD0A18F3-9F12-464B-BC50-F741E79EDDDA}"/>
          </ac:spMkLst>
        </pc:spChg>
        <pc:spChg chg="del">
          <ac:chgData name="Ella Vetter" userId="c6918cf5-f6c0-43cc-8499-a1f635017de9" providerId="ADAL" clId="{92392353-EED1-43F1-8536-AABCCFA93E75}" dt="2020-08-18T18:45:28.047" v="2511" actId="478"/>
          <ac:spMkLst>
            <pc:docMk/>
            <pc:sldMk cId="3833047504" sldId="289"/>
            <ac:spMk id="3" creationId="{EEF38455-45AA-47D0-8328-2077E428FA3B}"/>
          </ac:spMkLst>
        </pc:spChg>
      </pc:sldChg>
      <pc:sldChg chg="add del">
        <pc:chgData name="Ella Vetter" userId="c6918cf5-f6c0-43cc-8499-a1f635017de9" providerId="ADAL" clId="{92392353-EED1-43F1-8536-AABCCFA93E75}" dt="2020-08-17T20:05:46.006" v="39" actId="47"/>
        <pc:sldMkLst>
          <pc:docMk/>
          <pc:sldMk cId="362456070" sldId="290"/>
        </pc:sldMkLst>
      </pc:sldChg>
      <pc:sldChg chg="delSp modSp add mod ord">
        <pc:chgData name="Ella Vetter" userId="c6918cf5-f6c0-43cc-8499-a1f635017de9" providerId="ADAL" clId="{92392353-EED1-43F1-8536-AABCCFA93E75}" dt="2020-08-18T19:03:32.837" v="2874" actId="478"/>
        <pc:sldMkLst>
          <pc:docMk/>
          <pc:sldMk cId="455073494" sldId="290"/>
        </pc:sldMkLst>
        <pc:spChg chg="mod">
          <ac:chgData name="Ella Vetter" userId="c6918cf5-f6c0-43cc-8499-a1f635017de9" providerId="ADAL" clId="{92392353-EED1-43F1-8536-AABCCFA93E75}" dt="2020-08-18T17:48:01.355" v="1318"/>
          <ac:spMkLst>
            <pc:docMk/>
            <pc:sldMk cId="455073494" sldId="290"/>
            <ac:spMk id="2" creationId="{BD0A18F3-9F12-464B-BC50-F741E79EDDDA}"/>
          </ac:spMkLst>
        </pc:spChg>
        <pc:spChg chg="del">
          <ac:chgData name="Ella Vetter" userId="c6918cf5-f6c0-43cc-8499-a1f635017de9" providerId="ADAL" clId="{92392353-EED1-43F1-8536-AABCCFA93E75}" dt="2020-08-18T19:03:32.837" v="2874" actId="478"/>
          <ac:spMkLst>
            <pc:docMk/>
            <pc:sldMk cId="455073494" sldId="290"/>
            <ac:spMk id="3" creationId="{EEF38455-45AA-47D0-8328-2077E428FA3B}"/>
          </ac:spMkLst>
        </pc:spChg>
      </pc:sldChg>
      <pc:sldChg chg="add del">
        <pc:chgData name="Ella Vetter" userId="c6918cf5-f6c0-43cc-8499-a1f635017de9" providerId="ADAL" clId="{92392353-EED1-43F1-8536-AABCCFA93E75}" dt="2020-08-17T20:05:37.701" v="31" actId="47"/>
        <pc:sldMkLst>
          <pc:docMk/>
          <pc:sldMk cId="871549301" sldId="290"/>
        </pc:sldMkLst>
      </pc:sldChg>
      <pc:sldChg chg="add del">
        <pc:chgData name="Ella Vetter" userId="c6918cf5-f6c0-43cc-8499-a1f635017de9" providerId="ADAL" clId="{92392353-EED1-43F1-8536-AABCCFA93E75}" dt="2020-08-17T20:05:38.173" v="32" actId="47"/>
        <pc:sldMkLst>
          <pc:docMk/>
          <pc:sldMk cId="2770565150" sldId="291"/>
        </pc:sldMkLst>
      </pc:sldChg>
      <pc:sldChg chg="new del">
        <pc:chgData name="Ella Vetter" userId="c6918cf5-f6c0-43cc-8499-a1f635017de9" providerId="ADAL" clId="{92392353-EED1-43F1-8536-AABCCFA93E75}" dt="2020-08-18T17:48:48.135" v="1365" actId="47"/>
        <pc:sldMkLst>
          <pc:docMk/>
          <pc:sldMk cId="4250103720" sldId="291"/>
        </pc:sldMkLst>
      </pc:sldChg>
      <pc:sldChg chg="del">
        <pc:chgData name="Ella Vetter" userId="c6918cf5-f6c0-43cc-8499-a1f635017de9" providerId="ADAL" clId="{92392353-EED1-43F1-8536-AABCCFA93E75}" dt="2020-08-17T20:05:29.322" v="16" actId="47"/>
        <pc:sldMkLst>
          <pc:docMk/>
          <pc:sldMk cId="2581183036" sldId="292"/>
        </pc:sldMkLst>
      </pc:sldChg>
      <pc:sldChg chg="add del">
        <pc:chgData name="Ella Vetter" userId="c6918cf5-f6c0-43cc-8499-a1f635017de9" providerId="ADAL" clId="{92392353-EED1-43F1-8536-AABCCFA93E75}" dt="2020-08-17T20:05:38.664" v="33" actId="47"/>
        <pc:sldMkLst>
          <pc:docMk/>
          <pc:sldMk cId="363628062" sldId="293"/>
        </pc:sldMkLst>
      </pc:sldChg>
      <pc:sldChg chg="modSp add mod">
        <pc:chgData name="Ella Vetter" userId="c6918cf5-f6c0-43cc-8499-a1f635017de9" providerId="ADAL" clId="{92392353-EED1-43F1-8536-AABCCFA93E75}" dt="2020-08-18T19:03:43.695" v="2877" actId="20577"/>
        <pc:sldMkLst>
          <pc:docMk/>
          <pc:sldMk cId="3024852514" sldId="306"/>
        </pc:sldMkLst>
        <pc:spChg chg="mod">
          <ac:chgData name="Ella Vetter" userId="c6918cf5-f6c0-43cc-8499-a1f635017de9" providerId="ADAL" clId="{92392353-EED1-43F1-8536-AABCCFA93E75}" dt="2020-08-18T17:48:59.582" v="1366" actId="13926"/>
          <ac:spMkLst>
            <pc:docMk/>
            <pc:sldMk cId="3024852514" sldId="306"/>
            <ac:spMk id="2" creationId="{67990642-98C9-4E05-8DEA-8CB111834A2B}"/>
          </ac:spMkLst>
        </pc:spChg>
        <pc:spChg chg="mod">
          <ac:chgData name="Ella Vetter" userId="c6918cf5-f6c0-43cc-8499-a1f635017de9" providerId="ADAL" clId="{92392353-EED1-43F1-8536-AABCCFA93E75}" dt="2020-08-18T19:03:43.695" v="2877" actId="20577"/>
          <ac:spMkLst>
            <pc:docMk/>
            <pc:sldMk cId="3024852514" sldId="306"/>
            <ac:spMk id="4" creationId="{EB1BD3C0-FF3E-4E6D-9033-B223EF53FA24}"/>
          </ac:spMkLst>
        </pc:spChg>
      </pc:sldChg>
      <pc:sldChg chg="addSp delSp modSp add mod ord">
        <pc:chgData name="Ella Vetter" userId="c6918cf5-f6c0-43cc-8499-a1f635017de9" providerId="ADAL" clId="{92392353-EED1-43F1-8536-AABCCFA93E75}" dt="2020-08-18T17:56:10.998" v="1519" actId="1037"/>
        <pc:sldMkLst>
          <pc:docMk/>
          <pc:sldMk cId="1934543794" sldId="307"/>
        </pc:sldMkLst>
        <pc:spChg chg="mod">
          <ac:chgData name="Ella Vetter" userId="c6918cf5-f6c0-43cc-8499-a1f635017de9" providerId="ADAL" clId="{92392353-EED1-43F1-8536-AABCCFA93E75}" dt="2020-08-18T17:51:44.397" v="1391" actId="113"/>
          <ac:spMkLst>
            <pc:docMk/>
            <pc:sldMk cId="1934543794" sldId="307"/>
            <ac:spMk id="2" creationId="{67990642-98C9-4E05-8DEA-8CB111834A2B}"/>
          </ac:spMkLst>
        </pc:spChg>
        <pc:spChg chg="del">
          <ac:chgData name="Ella Vetter" userId="c6918cf5-f6c0-43cc-8499-a1f635017de9" providerId="ADAL" clId="{92392353-EED1-43F1-8536-AABCCFA93E75}" dt="2020-08-18T17:51:45.921" v="1392" actId="478"/>
          <ac:spMkLst>
            <pc:docMk/>
            <pc:sldMk cId="1934543794" sldId="307"/>
            <ac:spMk id="4" creationId="{EB1BD3C0-FF3E-4E6D-9033-B223EF53FA24}"/>
          </ac:spMkLst>
        </pc:spChg>
        <pc:spChg chg="add del mod">
          <ac:chgData name="Ella Vetter" userId="c6918cf5-f6c0-43cc-8499-a1f635017de9" providerId="ADAL" clId="{92392353-EED1-43F1-8536-AABCCFA93E75}" dt="2020-08-18T17:51:47.205" v="1393" actId="478"/>
          <ac:spMkLst>
            <pc:docMk/>
            <pc:sldMk cId="1934543794" sldId="307"/>
            <ac:spMk id="5" creationId="{9B6137B2-E076-4A85-90E4-5B941999EB1D}"/>
          </ac:spMkLst>
        </pc:spChg>
        <pc:spChg chg="add mod">
          <ac:chgData name="Ella Vetter" userId="c6918cf5-f6c0-43cc-8499-a1f635017de9" providerId="ADAL" clId="{92392353-EED1-43F1-8536-AABCCFA93E75}" dt="2020-08-18T17:55:57.840" v="1511" actId="20577"/>
          <ac:spMkLst>
            <pc:docMk/>
            <pc:sldMk cId="1934543794" sldId="307"/>
            <ac:spMk id="8" creationId="{92E67459-6C18-4BD1-8104-145AB4A8FC43}"/>
          </ac:spMkLst>
        </pc:spChg>
        <pc:picChg chg="add mod">
          <ac:chgData name="Ella Vetter" userId="c6918cf5-f6c0-43cc-8499-a1f635017de9" providerId="ADAL" clId="{92392353-EED1-43F1-8536-AABCCFA93E75}" dt="2020-08-18T17:56:10.998" v="1519" actId="1037"/>
          <ac:picMkLst>
            <pc:docMk/>
            <pc:sldMk cId="1934543794" sldId="307"/>
            <ac:picMk id="7" creationId="{DFD03059-2B43-47AE-9AFD-57C17E43A87D}"/>
          </ac:picMkLst>
        </pc:picChg>
      </pc:sldChg>
      <pc:sldChg chg="addSp delSp modSp new mod">
        <pc:chgData name="Ella Vetter" userId="c6918cf5-f6c0-43cc-8499-a1f635017de9" providerId="ADAL" clId="{92392353-EED1-43F1-8536-AABCCFA93E75}" dt="2020-08-18T18:01:28.719" v="1637" actId="11"/>
        <pc:sldMkLst>
          <pc:docMk/>
          <pc:sldMk cId="1172688657" sldId="308"/>
        </pc:sldMkLst>
        <pc:spChg chg="del">
          <ac:chgData name="Ella Vetter" userId="c6918cf5-f6c0-43cc-8499-a1f635017de9" providerId="ADAL" clId="{92392353-EED1-43F1-8536-AABCCFA93E75}" dt="2020-08-18T17:59:07.332" v="1525" actId="478"/>
          <ac:spMkLst>
            <pc:docMk/>
            <pc:sldMk cId="1172688657" sldId="308"/>
            <ac:spMk id="2" creationId="{EA8F2687-F2F5-4F55-879D-EC7812FC3E9E}"/>
          </ac:spMkLst>
        </pc:spChg>
        <pc:spChg chg="del">
          <ac:chgData name="Ella Vetter" userId="c6918cf5-f6c0-43cc-8499-a1f635017de9" providerId="ADAL" clId="{92392353-EED1-43F1-8536-AABCCFA93E75}" dt="2020-08-18T17:58:57.096" v="1522" actId="478"/>
          <ac:spMkLst>
            <pc:docMk/>
            <pc:sldMk cId="1172688657" sldId="308"/>
            <ac:spMk id="3" creationId="{04B1798E-6822-4DE5-8D68-9A65199850D8}"/>
          </ac:spMkLst>
        </pc:spChg>
        <pc:spChg chg="add mod">
          <ac:chgData name="Ella Vetter" userId="c6918cf5-f6c0-43cc-8499-a1f635017de9" providerId="ADAL" clId="{92392353-EED1-43F1-8536-AABCCFA93E75}" dt="2020-08-18T17:59:07.853" v="1526"/>
          <ac:spMkLst>
            <pc:docMk/>
            <pc:sldMk cId="1172688657" sldId="308"/>
            <ac:spMk id="6" creationId="{CA491AE6-8732-4272-A30A-3874BEF1770B}"/>
          </ac:spMkLst>
        </pc:spChg>
        <pc:spChg chg="add mod">
          <ac:chgData name="Ella Vetter" userId="c6918cf5-f6c0-43cc-8499-a1f635017de9" providerId="ADAL" clId="{92392353-EED1-43F1-8536-AABCCFA93E75}" dt="2020-08-18T18:01:28.719" v="1637" actId="11"/>
          <ac:spMkLst>
            <pc:docMk/>
            <pc:sldMk cId="1172688657" sldId="308"/>
            <ac:spMk id="8" creationId="{A6355D29-7354-415B-B2D7-C9997E6E9931}"/>
          </ac:spMkLst>
        </pc:spChg>
        <pc:picChg chg="add mod">
          <ac:chgData name="Ella Vetter" userId="c6918cf5-f6c0-43cc-8499-a1f635017de9" providerId="ADAL" clId="{92392353-EED1-43F1-8536-AABCCFA93E75}" dt="2020-08-18T17:59:01.547" v="1524" actId="1076"/>
          <ac:picMkLst>
            <pc:docMk/>
            <pc:sldMk cId="1172688657" sldId="308"/>
            <ac:picMk id="5" creationId="{37F2AC17-5DA7-4794-910C-82B017AC5E68}"/>
          </ac:picMkLst>
        </pc:picChg>
      </pc:sldChg>
      <pc:sldChg chg="addSp delSp modSp add mod addCm delCm modCm">
        <pc:chgData name="Ella Vetter" userId="c6918cf5-f6c0-43cc-8499-a1f635017de9" providerId="ADAL" clId="{92392353-EED1-43F1-8536-AABCCFA93E75}" dt="2020-08-19T20:37:28.569" v="2984" actId="1035"/>
        <pc:sldMkLst>
          <pc:docMk/>
          <pc:sldMk cId="1733414533" sldId="309"/>
        </pc:sldMkLst>
        <pc:spChg chg="mod">
          <ac:chgData name="Ella Vetter" userId="c6918cf5-f6c0-43cc-8499-a1f635017de9" providerId="ADAL" clId="{92392353-EED1-43F1-8536-AABCCFA93E75}" dt="2020-08-19T20:37:28.569" v="2984" actId="1035"/>
          <ac:spMkLst>
            <pc:docMk/>
            <pc:sldMk cId="1733414533" sldId="309"/>
            <ac:spMk id="8" creationId="{A6355D29-7354-415B-B2D7-C9997E6E9931}"/>
          </ac:spMkLst>
        </pc:spChg>
        <pc:picChg chg="add mod">
          <ac:chgData name="Ella Vetter" userId="c6918cf5-f6c0-43cc-8499-a1f635017de9" providerId="ADAL" clId="{92392353-EED1-43F1-8536-AABCCFA93E75}" dt="2020-08-19T20:36:32.306" v="2978" actId="1035"/>
          <ac:picMkLst>
            <pc:docMk/>
            <pc:sldMk cId="1733414533" sldId="309"/>
            <ac:picMk id="3" creationId="{20BE8656-A820-4FE6-B9BB-84EAB2F3A7A9}"/>
          </ac:picMkLst>
        </pc:picChg>
        <pc:picChg chg="del">
          <ac:chgData name="Ella Vetter" userId="c6918cf5-f6c0-43cc-8499-a1f635017de9" providerId="ADAL" clId="{92392353-EED1-43F1-8536-AABCCFA93E75}" dt="2020-08-18T18:01:46.123" v="1640" actId="478"/>
          <ac:picMkLst>
            <pc:docMk/>
            <pc:sldMk cId="1733414533" sldId="309"/>
            <ac:picMk id="5" creationId="{37F2AC17-5DA7-4794-910C-82B017AC5E68}"/>
          </ac:picMkLst>
        </pc:picChg>
      </pc:sldChg>
      <pc:sldChg chg="addSp delSp modSp add mod ord">
        <pc:chgData name="Ella Vetter" userId="c6918cf5-f6c0-43cc-8499-a1f635017de9" providerId="ADAL" clId="{92392353-EED1-43F1-8536-AABCCFA93E75}" dt="2020-08-18T18:45:35.885" v="2512" actId="11"/>
        <pc:sldMkLst>
          <pc:docMk/>
          <pc:sldMk cId="1485438195" sldId="310"/>
        </pc:sldMkLst>
        <pc:spChg chg="mod">
          <ac:chgData name="Ella Vetter" userId="c6918cf5-f6c0-43cc-8499-a1f635017de9" providerId="ADAL" clId="{92392353-EED1-43F1-8536-AABCCFA93E75}" dt="2020-08-18T18:06:38.260" v="1783" actId="20577"/>
          <ac:spMkLst>
            <pc:docMk/>
            <pc:sldMk cId="1485438195" sldId="310"/>
            <ac:spMk id="6" creationId="{CA491AE6-8732-4272-A30A-3874BEF1770B}"/>
          </ac:spMkLst>
        </pc:spChg>
        <pc:spChg chg="mod">
          <ac:chgData name="Ella Vetter" userId="c6918cf5-f6c0-43cc-8499-a1f635017de9" providerId="ADAL" clId="{92392353-EED1-43F1-8536-AABCCFA93E75}" dt="2020-08-18T18:45:35.885" v="2512" actId="11"/>
          <ac:spMkLst>
            <pc:docMk/>
            <pc:sldMk cId="1485438195" sldId="310"/>
            <ac:spMk id="8" creationId="{A6355D29-7354-415B-B2D7-C9997E6E9931}"/>
          </ac:spMkLst>
        </pc:spChg>
        <pc:picChg chg="del">
          <ac:chgData name="Ella Vetter" userId="c6918cf5-f6c0-43cc-8499-a1f635017de9" providerId="ADAL" clId="{92392353-EED1-43F1-8536-AABCCFA93E75}" dt="2020-08-18T18:04:49.613" v="1688" actId="478"/>
          <ac:picMkLst>
            <pc:docMk/>
            <pc:sldMk cId="1485438195" sldId="310"/>
            <ac:picMk id="3" creationId="{20BE8656-A820-4FE6-B9BB-84EAB2F3A7A9}"/>
          </ac:picMkLst>
        </pc:picChg>
        <pc:picChg chg="add del mod">
          <ac:chgData name="Ella Vetter" userId="c6918cf5-f6c0-43cc-8499-a1f635017de9" providerId="ADAL" clId="{92392353-EED1-43F1-8536-AABCCFA93E75}" dt="2020-08-18T18:08:14.077" v="1831" actId="478"/>
          <ac:picMkLst>
            <pc:docMk/>
            <pc:sldMk cId="1485438195" sldId="310"/>
            <ac:picMk id="4" creationId="{0AE42319-55F3-42D5-A8D4-938F553BEEDB}"/>
          </ac:picMkLst>
        </pc:picChg>
        <pc:picChg chg="add del mod">
          <ac:chgData name="Ella Vetter" userId="c6918cf5-f6c0-43cc-8499-a1f635017de9" providerId="ADAL" clId="{92392353-EED1-43F1-8536-AABCCFA93E75}" dt="2020-08-18T18:41:17.464" v="2401" actId="478"/>
          <ac:picMkLst>
            <pc:docMk/>
            <pc:sldMk cId="1485438195" sldId="310"/>
            <ac:picMk id="7" creationId="{B4E1E038-7B97-400F-A0D5-8573FC8279D1}"/>
          </ac:picMkLst>
        </pc:picChg>
        <pc:picChg chg="add mod">
          <ac:chgData name="Ella Vetter" userId="c6918cf5-f6c0-43cc-8499-a1f635017de9" providerId="ADAL" clId="{92392353-EED1-43F1-8536-AABCCFA93E75}" dt="2020-08-18T18:41:57.494" v="2450" actId="1076"/>
          <ac:picMkLst>
            <pc:docMk/>
            <pc:sldMk cId="1485438195" sldId="310"/>
            <ac:picMk id="10" creationId="{43B1F1B5-604B-4B48-97B0-B370677BF09B}"/>
          </ac:picMkLst>
        </pc:picChg>
      </pc:sldChg>
      <pc:sldChg chg="addSp delSp modSp add mod">
        <pc:chgData name="Ella Vetter" userId="c6918cf5-f6c0-43cc-8499-a1f635017de9" providerId="ADAL" clId="{92392353-EED1-43F1-8536-AABCCFA93E75}" dt="2020-08-18T18:45:56.234" v="2514" actId="11"/>
        <pc:sldMkLst>
          <pc:docMk/>
          <pc:sldMk cId="3894083741" sldId="311"/>
        </pc:sldMkLst>
        <pc:spChg chg="mod">
          <ac:chgData name="Ella Vetter" userId="c6918cf5-f6c0-43cc-8499-a1f635017de9" providerId="ADAL" clId="{92392353-EED1-43F1-8536-AABCCFA93E75}" dt="2020-08-18T18:45:56.234" v="2514" actId="11"/>
          <ac:spMkLst>
            <pc:docMk/>
            <pc:sldMk cId="3894083741" sldId="311"/>
            <ac:spMk id="8" creationId="{A6355D29-7354-415B-B2D7-C9997E6E9931}"/>
          </ac:spMkLst>
        </pc:spChg>
        <pc:grpChg chg="add mod">
          <ac:chgData name="Ella Vetter" userId="c6918cf5-f6c0-43cc-8499-a1f635017de9" providerId="ADAL" clId="{92392353-EED1-43F1-8536-AABCCFA93E75}" dt="2020-08-18T18:14:13.157" v="1896" actId="14100"/>
          <ac:grpSpMkLst>
            <pc:docMk/>
            <pc:sldMk cId="3894083741" sldId="311"/>
            <ac:grpSpMk id="11" creationId="{0BFBDF97-E4E9-4E8F-803D-0402BEC02712}"/>
          </ac:grpSpMkLst>
        </pc:grpChg>
        <pc:picChg chg="add del">
          <ac:chgData name="Ella Vetter" userId="c6918cf5-f6c0-43cc-8499-a1f635017de9" providerId="ADAL" clId="{92392353-EED1-43F1-8536-AABCCFA93E75}" dt="2020-08-18T18:13:33.075" v="1873" actId="22"/>
          <ac:picMkLst>
            <pc:docMk/>
            <pc:sldMk cId="3894083741" sldId="311"/>
            <ac:picMk id="3" creationId="{79EE15F6-0005-44CB-9898-908F7F635E38}"/>
          </ac:picMkLst>
        </pc:picChg>
        <pc:picChg chg="add mod modCrop">
          <ac:chgData name="Ella Vetter" userId="c6918cf5-f6c0-43cc-8499-a1f635017de9" providerId="ADAL" clId="{92392353-EED1-43F1-8536-AABCCFA93E75}" dt="2020-08-18T18:14:02.598" v="1893" actId="164"/>
          <ac:picMkLst>
            <pc:docMk/>
            <pc:sldMk cId="3894083741" sldId="311"/>
            <ac:picMk id="5" creationId="{F5AD04B4-F6FF-4C93-A9F9-DAD39623522B}"/>
          </ac:picMkLst>
        </pc:picChg>
        <pc:picChg chg="del">
          <ac:chgData name="Ella Vetter" userId="c6918cf5-f6c0-43cc-8499-a1f635017de9" providerId="ADAL" clId="{92392353-EED1-43F1-8536-AABCCFA93E75}" dt="2020-08-18T18:12:22.183" v="1870" actId="478"/>
          <ac:picMkLst>
            <pc:docMk/>
            <pc:sldMk cId="3894083741" sldId="311"/>
            <ac:picMk id="7" creationId="{B4E1E038-7B97-400F-A0D5-8573FC8279D1}"/>
          </ac:picMkLst>
        </pc:picChg>
        <pc:picChg chg="add mod modCrop">
          <ac:chgData name="Ella Vetter" userId="c6918cf5-f6c0-43cc-8499-a1f635017de9" providerId="ADAL" clId="{92392353-EED1-43F1-8536-AABCCFA93E75}" dt="2020-08-18T18:14:02.598" v="1893" actId="164"/>
          <ac:picMkLst>
            <pc:docMk/>
            <pc:sldMk cId="3894083741" sldId="311"/>
            <ac:picMk id="10" creationId="{1E604F17-C03F-4E50-A0C0-9C02E8F95DC6}"/>
          </ac:picMkLst>
        </pc:picChg>
      </pc:sldChg>
      <pc:sldChg chg="addSp delSp modSp add mod">
        <pc:chgData name="Ella Vetter" userId="c6918cf5-f6c0-43cc-8499-a1f635017de9" providerId="ADAL" clId="{92392353-EED1-43F1-8536-AABCCFA93E75}" dt="2020-08-18T19:08:21.585" v="2938" actId="1582"/>
        <pc:sldMkLst>
          <pc:docMk/>
          <pc:sldMk cId="2671936823" sldId="312"/>
        </pc:sldMkLst>
        <pc:spChg chg="add mod">
          <ac:chgData name="Ella Vetter" userId="c6918cf5-f6c0-43cc-8499-a1f635017de9" providerId="ADAL" clId="{92392353-EED1-43F1-8536-AABCCFA93E75}" dt="2020-08-18T19:08:21.585" v="2938" actId="1582"/>
          <ac:spMkLst>
            <pc:docMk/>
            <pc:sldMk cId="2671936823" sldId="312"/>
            <ac:spMk id="2" creationId="{37D8896B-7F2A-4B14-9618-57088EB4D089}"/>
          </ac:spMkLst>
        </pc:spChg>
        <pc:spChg chg="mod">
          <ac:chgData name="Ella Vetter" userId="c6918cf5-f6c0-43cc-8499-a1f635017de9" providerId="ADAL" clId="{92392353-EED1-43F1-8536-AABCCFA93E75}" dt="2020-08-18T19:08:00.502" v="2932" actId="14100"/>
          <ac:spMkLst>
            <pc:docMk/>
            <pc:sldMk cId="2671936823" sldId="312"/>
            <ac:spMk id="8" creationId="{A6355D29-7354-415B-B2D7-C9997E6E9931}"/>
          </ac:spMkLst>
        </pc:spChg>
        <pc:grpChg chg="del">
          <ac:chgData name="Ella Vetter" userId="c6918cf5-f6c0-43cc-8499-a1f635017de9" providerId="ADAL" clId="{92392353-EED1-43F1-8536-AABCCFA93E75}" dt="2020-08-18T18:14:44.694" v="1999" actId="478"/>
          <ac:grpSpMkLst>
            <pc:docMk/>
            <pc:sldMk cId="2671936823" sldId="312"/>
            <ac:grpSpMk id="11" creationId="{0BFBDF97-E4E9-4E8F-803D-0402BEC02712}"/>
          </ac:grpSpMkLst>
        </pc:grpChg>
        <pc:picChg chg="add del mod">
          <ac:chgData name="Ella Vetter" userId="c6918cf5-f6c0-43cc-8499-a1f635017de9" providerId="ADAL" clId="{92392353-EED1-43F1-8536-AABCCFA93E75}" dt="2020-08-18T18:22:03.038" v="2101" actId="478"/>
          <ac:picMkLst>
            <pc:docMk/>
            <pc:sldMk cId="2671936823" sldId="312"/>
            <ac:picMk id="3" creationId="{5342DAB7-B4D2-4095-B390-280BE86C48AF}"/>
          </ac:picMkLst>
        </pc:picChg>
        <pc:picChg chg="add mod">
          <ac:chgData name="Ella Vetter" userId="c6918cf5-f6c0-43cc-8499-a1f635017de9" providerId="ADAL" clId="{92392353-EED1-43F1-8536-AABCCFA93E75}" dt="2020-08-18T19:08:04.304" v="2934" actId="14100"/>
          <ac:picMkLst>
            <pc:docMk/>
            <pc:sldMk cId="2671936823" sldId="312"/>
            <ac:picMk id="7" creationId="{7D39384F-70E7-48DC-B790-24E817AC5170}"/>
          </ac:picMkLst>
        </pc:picChg>
      </pc:sldChg>
      <pc:sldChg chg="addSp delSp modSp add mod">
        <pc:chgData name="Ella Vetter" userId="c6918cf5-f6c0-43cc-8499-a1f635017de9" providerId="ADAL" clId="{92392353-EED1-43F1-8536-AABCCFA93E75}" dt="2020-08-18T18:51:59.521" v="2674" actId="20577"/>
        <pc:sldMkLst>
          <pc:docMk/>
          <pc:sldMk cId="4207432350" sldId="313"/>
        </pc:sldMkLst>
        <pc:spChg chg="add mod">
          <ac:chgData name="Ella Vetter" userId="c6918cf5-f6c0-43cc-8499-a1f635017de9" providerId="ADAL" clId="{92392353-EED1-43F1-8536-AABCCFA93E75}" dt="2020-08-18T18:51:59.521" v="2674" actId="20577"/>
          <ac:spMkLst>
            <pc:docMk/>
            <pc:sldMk cId="4207432350" sldId="313"/>
            <ac:spMk id="5" creationId="{6C5FE9C9-DE55-4905-A115-9BC7C9FE06AF}"/>
          </ac:spMkLst>
        </pc:spChg>
        <pc:spChg chg="del mod">
          <ac:chgData name="Ella Vetter" userId="c6918cf5-f6c0-43cc-8499-a1f635017de9" providerId="ADAL" clId="{92392353-EED1-43F1-8536-AABCCFA93E75}" dt="2020-08-18T18:26:30.922" v="2109" actId="478"/>
          <ac:spMkLst>
            <pc:docMk/>
            <pc:sldMk cId="4207432350" sldId="313"/>
            <ac:spMk id="8" creationId="{A6355D29-7354-415B-B2D7-C9997E6E9931}"/>
          </ac:spMkLst>
        </pc:spChg>
        <pc:picChg chg="add del mod">
          <ac:chgData name="Ella Vetter" userId="c6918cf5-f6c0-43cc-8499-a1f635017de9" providerId="ADAL" clId="{92392353-EED1-43F1-8536-AABCCFA93E75}" dt="2020-08-18T18:50:01.597" v="2585" actId="21"/>
          <ac:picMkLst>
            <pc:docMk/>
            <pc:sldMk cId="4207432350" sldId="313"/>
            <ac:picMk id="3" creationId="{A4A58BD4-91B1-4059-9A5D-23503F2564E0}"/>
          </ac:picMkLst>
        </pc:picChg>
        <pc:picChg chg="add mod">
          <ac:chgData name="Ella Vetter" userId="c6918cf5-f6c0-43cc-8499-a1f635017de9" providerId="ADAL" clId="{92392353-EED1-43F1-8536-AABCCFA93E75}" dt="2020-08-18T18:51:41.330" v="2649" actId="1035"/>
          <ac:picMkLst>
            <pc:docMk/>
            <pc:sldMk cId="4207432350" sldId="313"/>
            <ac:picMk id="4" creationId="{9DAF586A-1AEB-4437-B060-3074FD966C3E}"/>
          </ac:picMkLst>
        </pc:picChg>
        <pc:picChg chg="del">
          <ac:chgData name="Ella Vetter" userId="c6918cf5-f6c0-43cc-8499-a1f635017de9" providerId="ADAL" clId="{92392353-EED1-43F1-8536-AABCCFA93E75}" dt="2020-08-18T18:22:13.384" v="2107" actId="478"/>
          <ac:picMkLst>
            <pc:docMk/>
            <pc:sldMk cId="4207432350" sldId="313"/>
            <ac:picMk id="7" creationId="{7D39384F-70E7-48DC-B790-24E817AC5170}"/>
          </ac:picMkLst>
        </pc:picChg>
      </pc:sldChg>
      <pc:sldChg chg="addSp delSp modSp new mod">
        <pc:chgData name="Ella Vetter" userId="c6918cf5-f6c0-43cc-8499-a1f635017de9" providerId="ADAL" clId="{92392353-EED1-43F1-8536-AABCCFA93E75}" dt="2020-08-18T18:44:43.458" v="2501" actId="1035"/>
        <pc:sldMkLst>
          <pc:docMk/>
          <pc:sldMk cId="2641429719" sldId="314"/>
        </pc:sldMkLst>
        <pc:spChg chg="mod">
          <ac:chgData name="Ella Vetter" userId="c6918cf5-f6c0-43cc-8499-a1f635017de9" providerId="ADAL" clId="{92392353-EED1-43F1-8536-AABCCFA93E75}" dt="2020-08-18T18:37:13.753" v="2367"/>
          <ac:spMkLst>
            <pc:docMk/>
            <pc:sldMk cId="2641429719" sldId="314"/>
            <ac:spMk id="2" creationId="{DB315D18-CCA7-4798-8D25-2EC67FB6436D}"/>
          </ac:spMkLst>
        </pc:spChg>
        <pc:spChg chg="del">
          <ac:chgData name="Ella Vetter" userId="c6918cf5-f6c0-43cc-8499-a1f635017de9" providerId="ADAL" clId="{92392353-EED1-43F1-8536-AABCCFA93E75}" dt="2020-08-18T18:37:15.690" v="2368" actId="478"/>
          <ac:spMkLst>
            <pc:docMk/>
            <pc:sldMk cId="2641429719" sldId="314"/>
            <ac:spMk id="3" creationId="{1B7664AC-F9C5-4618-B40E-981BF7DDF9D4}"/>
          </ac:spMkLst>
        </pc:spChg>
        <pc:spChg chg="add mod">
          <ac:chgData name="Ella Vetter" userId="c6918cf5-f6c0-43cc-8499-a1f635017de9" providerId="ADAL" clId="{92392353-EED1-43F1-8536-AABCCFA93E75}" dt="2020-08-18T18:44:43.458" v="2501" actId="1035"/>
          <ac:spMkLst>
            <pc:docMk/>
            <pc:sldMk cId="2641429719" sldId="314"/>
            <ac:spMk id="5" creationId="{E8F1E7E4-1F6A-4578-BE0F-EB88052B96E9}"/>
          </ac:spMkLst>
        </pc:spChg>
        <pc:picChg chg="add mod ord">
          <ac:chgData name="Ella Vetter" userId="c6918cf5-f6c0-43cc-8499-a1f635017de9" providerId="ADAL" clId="{92392353-EED1-43F1-8536-AABCCFA93E75}" dt="2020-08-18T18:44:30.364" v="2498" actId="1037"/>
          <ac:picMkLst>
            <pc:docMk/>
            <pc:sldMk cId="2641429719" sldId="314"/>
            <ac:picMk id="7" creationId="{E02E8284-DFF6-4BE0-AA39-707651399F0E}"/>
          </ac:picMkLst>
        </pc:picChg>
        <pc:picChg chg="add mod">
          <ac:chgData name="Ella Vetter" userId="c6918cf5-f6c0-43cc-8499-a1f635017de9" providerId="ADAL" clId="{92392353-EED1-43F1-8536-AABCCFA93E75}" dt="2020-08-18T18:44:19.948" v="2489" actId="1076"/>
          <ac:picMkLst>
            <pc:docMk/>
            <pc:sldMk cId="2641429719" sldId="314"/>
            <ac:picMk id="9" creationId="{B8D000C2-C307-4F6E-AD18-524F354731FF}"/>
          </ac:picMkLst>
        </pc:picChg>
      </pc:sldChg>
      <pc:sldChg chg="modSp add mod ord">
        <pc:chgData name="Ella Vetter" userId="c6918cf5-f6c0-43cc-8499-a1f635017de9" providerId="ADAL" clId="{92392353-EED1-43F1-8536-AABCCFA93E75}" dt="2020-08-18T18:45:45.626" v="2513" actId="11"/>
        <pc:sldMkLst>
          <pc:docMk/>
          <pc:sldMk cId="707049838" sldId="315"/>
        </pc:sldMkLst>
        <pc:spChg chg="mod">
          <ac:chgData name="Ella Vetter" userId="c6918cf5-f6c0-43cc-8499-a1f635017de9" providerId="ADAL" clId="{92392353-EED1-43F1-8536-AABCCFA93E75}" dt="2020-08-18T18:45:45.626" v="2513" actId="11"/>
          <ac:spMkLst>
            <pc:docMk/>
            <pc:sldMk cId="707049838" sldId="315"/>
            <ac:spMk id="8" creationId="{A6355D29-7354-415B-B2D7-C9997E6E9931}"/>
          </ac:spMkLst>
        </pc:spChg>
        <pc:picChg chg="mod">
          <ac:chgData name="Ella Vetter" userId="c6918cf5-f6c0-43cc-8499-a1f635017de9" providerId="ADAL" clId="{92392353-EED1-43F1-8536-AABCCFA93E75}" dt="2020-08-18T18:45:15.369" v="2510" actId="14100"/>
          <ac:picMkLst>
            <pc:docMk/>
            <pc:sldMk cId="707049838" sldId="315"/>
            <ac:picMk id="7" creationId="{B4E1E038-7B97-400F-A0D5-8573FC8279D1}"/>
          </ac:picMkLst>
        </pc:picChg>
      </pc:sldChg>
      <pc:sldChg chg="addSp delSp modSp add mod ord">
        <pc:chgData name="Ella Vetter" userId="c6918cf5-f6c0-43cc-8499-a1f635017de9" providerId="ADAL" clId="{92392353-EED1-43F1-8536-AABCCFA93E75}" dt="2020-08-18T19:09:12.584" v="2939" actId="11"/>
        <pc:sldMkLst>
          <pc:docMk/>
          <pc:sldMk cId="2975947291" sldId="316"/>
        </pc:sldMkLst>
        <pc:spChg chg="mod">
          <ac:chgData name="Ella Vetter" userId="c6918cf5-f6c0-43cc-8499-a1f635017de9" providerId="ADAL" clId="{92392353-EED1-43F1-8536-AABCCFA93E75}" dt="2020-08-18T19:09:12.584" v="2939" actId="11"/>
          <ac:spMkLst>
            <pc:docMk/>
            <pc:sldMk cId="2975947291" sldId="316"/>
            <ac:spMk id="8" creationId="{A6355D29-7354-415B-B2D7-C9997E6E9931}"/>
          </ac:spMkLst>
        </pc:spChg>
        <pc:picChg chg="add mod">
          <ac:chgData name="Ella Vetter" userId="c6918cf5-f6c0-43cc-8499-a1f635017de9" providerId="ADAL" clId="{92392353-EED1-43F1-8536-AABCCFA93E75}" dt="2020-08-18T19:06:35.954" v="2919" actId="1076"/>
          <ac:picMkLst>
            <pc:docMk/>
            <pc:sldMk cId="2975947291" sldId="316"/>
            <ac:picMk id="3" creationId="{B1B24DB6-3187-4967-B772-2C6E76B707FD}"/>
          </ac:picMkLst>
        </pc:picChg>
        <pc:picChg chg="del">
          <ac:chgData name="Ella Vetter" userId="c6918cf5-f6c0-43cc-8499-a1f635017de9" providerId="ADAL" clId="{92392353-EED1-43F1-8536-AABCCFA93E75}" dt="2020-08-18T18:47:10.534" v="2523" actId="478"/>
          <ac:picMkLst>
            <pc:docMk/>
            <pc:sldMk cId="2975947291" sldId="316"/>
            <ac:picMk id="7" creationId="{7D39384F-70E7-48DC-B790-24E817AC5170}"/>
          </ac:picMkLst>
        </pc:picChg>
      </pc:sldChg>
      <pc:sldChg chg="addSp delSp modSp add mod addCm delCm modCm">
        <pc:chgData name="Ella Vetter" userId="c6918cf5-f6c0-43cc-8499-a1f635017de9" providerId="ADAL" clId="{92392353-EED1-43F1-8536-AABCCFA93E75}" dt="2020-08-19T20:38:43.631" v="3005" actId="1038"/>
        <pc:sldMkLst>
          <pc:docMk/>
          <pc:sldMk cId="3517795346" sldId="317"/>
        </pc:sldMkLst>
        <pc:spChg chg="mod">
          <ac:chgData name="Ella Vetter" userId="c6918cf5-f6c0-43cc-8499-a1f635017de9" providerId="ADAL" clId="{92392353-EED1-43F1-8536-AABCCFA93E75}" dt="2020-08-19T20:38:25.847" v="2997" actId="948"/>
          <ac:spMkLst>
            <pc:docMk/>
            <pc:sldMk cId="3517795346" sldId="317"/>
            <ac:spMk id="8" creationId="{A6355D29-7354-415B-B2D7-C9997E6E9931}"/>
          </ac:spMkLst>
        </pc:spChg>
        <pc:spChg chg="add mod">
          <ac:chgData name="Ella Vetter" userId="c6918cf5-f6c0-43cc-8499-a1f635017de9" providerId="ADAL" clId="{92392353-EED1-43F1-8536-AABCCFA93E75}" dt="2020-08-18T19:02:25.148" v="2858" actId="20577"/>
          <ac:spMkLst>
            <pc:docMk/>
            <pc:sldMk cId="3517795346" sldId="317"/>
            <ac:spMk id="10" creationId="{9AF37158-6C9B-4C74-AD8C-63B72A4D7FC8}"/>
          </ac:spMkLst>
        </pc:spChg>
        <pc:picChg chg="add del">
          <ac:chgData name="Ella Vetter" userId="c6918cf5-f6c0-43cc-8499-a1f635017de9" providerId="ADAL" clId="{92392353-EED1-43F1-8536-AABCCFA93E75}" dt="2020-08-19T20:37:55.258" v="2988" actId="22"/>
          <ac:picMkLst>
            <pc:docMk/>
            <pc:sldMk cId="3517795346" sldId="317"/>
            <ac:picMk id="3" creationId="{4DB1B46E-3B99-4A45-85B4-6CC82D207548}"/>
          </ac:picMkLst>
        </pc:picChg>
        <pc:picChg chg="del">
          <ac:chgData name="Ella Vetter" userId="c6918cf5-f6c0-43cc-8499-a1f635017de9" providerId="ADAL" clId="{92392353-EED1-43F1-8536-AABCCFA93E75}" dt="2020-08-18T18:54:09.882" v="2680" actId="478"/>
          <ac:picMkLst>
            <pc:docMk/>
            <pc:sldMk cId="3517795346" sldId="317"/>
            <ac:picMk id="3" creationId="{B1B24DB6-3187-4967-B772-2C6E76B707FD}"/>
          </ac:picMkLst>
        </pc:picChg>
        <pc:picChg chg="add mod">
          <ac:chgData name="Ella Vetter" userId="c6918cf5-f6c0-43cc-8499-a1f635017de9" providerId="ADAL" clId="{92392353-EED1-43F1-8536-AABCCFA93E75}" dt="2020-08-19T20:38:43.631" v="3005" actId="1038"/>
          <ac:picMkLst>
            <pc:docMk/>
            <pc:sldMk cId="3517795346" sldId="317"/>
            <ac:picMk id="4" creationId="{707970B7-C6C9-443A-A1A3-67F34A1B913F}"/>
          </ac:picMkLst>
        </pc:picChg>
        <pc:picChg chg="add mod">
          <ac:chgData name="Ella Vetter" userId="c6918cf5-f6c0-43cc-8499-a1f635017de9" providerId="ADAL" clId="{92392353-EED1-43F1-8536-AABCCFA93E75}" dt="2020-08-19T20:38:43.631" v="3005" actId="1038"/>
          <ac:picMkLst>
            <pc:docMk/>
            <pc:sldMk cId="3517795346" sldId="317"/>
            <ac:picMk id="7" creationId="{B974B8A9-7C0C-401C-B857-F4D9ABF8E335}"/>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docChgLst>
    <pc:chgData name="Ella Vetter" userId="c6918cf5-f6c0-43cc-8499-a1f635017de9" providerId="ADAL" clId="{FA0E1AF2-DC0D-4463-B10F-F8984940A880}"/>
    <pc:docChg chg="undo custSel addSld delSld modSld sldOrd">
      <pc:chgData name="Ella Vetter" userId="c6918cf5-f6c0-43cc-8499-a1f635017de9" providerId="ADAL" clId="{FA0E1AF2-DC0D-4463-B10F-F8984940A880}" dt="2020-08-26T11:58:29.582" v="5837" actId="113"/>
      <pc:docMkLst>
        <pc:docMk/>
      </pc:docMkLst>
      <pc:sldChg chg="modSp mod">
        <pc:chgData name="Ella Vetter" userId="c6918cf5-f6c0-43cc-8499-a1f635017de9" providerId="ADAL" clId="{FA0E1AF2-DC0D-4463-B10F-F8984940A880}" dt="2020-08-26T11:41:01.104" v="5773" actId="113"/>
        <pc:sldMkLst>
          <pc:docMk/>
          <pc:sldMk cId="1993397138" sldId="286"/>
        </pc:sldMkLst>
        <pc:spChg chg="mod">
          <ac:chgData name="Ella Vetter" userId="c6918cf5-f6c0-43cc-8499-a1f635017de9" providerId="ADAL" clId="{FA0E1AF2-DC0D-4463-B10F-F8984940A880}" dt="2020-08-25T14:05:09.311" v="5487" actId="13926"/>
          <ac:spMkLst>
            <pc:docMk/>
            <pc:sldMk cId="1993397138" sldId="286"/>
            <ac:spMk id="2" creationId="{12D641C7-2ECD-475C-8E11-88F1001E6E55}"/>
          </ac:spMkLst>
        </pc:spChg>
        <pc:spChg chg="mod">
          <ac:chgData name="Ella Vetter" userId="c6918cf5-f6c0-43cc-8499-a1f635017de9" providerId="ADAL" clId="{FA0E1AF2-DC0D-4463-B10F-F8984940A880}" dt="2020-08-26T11:41:01.104" v="5773" actId="113"/>
          <ac:spMkLst>
            <pc:docMk/>
            <pc:sldMk cId="1993397138" sldId="286"/>
            <ac:spMk id="3" creationId="{37B56F8A-6BEF-459C-AFA4-6D790D24F1CB}"/>
          </ac:spMkLst>
        </pc:spChg>
      </pc:sldChg>
      <pc:sldChg chg="modSp mod">
        <pc:chgData name="Ella Vetter" userId="c6918cf5-f6c0-43cc-8499-a1f635017de9" providerId="ADAL" clId="{FA0E1AF2-DC0D-4463-B10F-F8984940A880}" dt="2020-08-25T00:38:38.532" v="2347" actId="20577"/>
        <pc:sldMkLst>
          <pc:docMk/>
          <pc:sldMk cId="455073494" sldId="290"/>
        </pc:sldMkLst>
        <pc:spChg chg="mod">
          <ac:chgData name="Ella Vetter" userId="c6918cf5-f6c0-43cc-8499-a1f635017de9" providerId="ADAL" clId="{FA0E1AF2-DC0D-4463-B10F-F8984940A880}" dt="2020-08-25T00:38:38.532" v="2347" actId="20577"/>
          <ac:spMkLst>
            <pc:docMk/>
            <pc:sldMk cId="455073494" sldId="290"/>
            <ac:spMk id="2" creationId="{BD0A18F3-9F12-464B-BC50-F741E79EDDDA}"/>
          </ac:spMkLst>
        </pc:spChg>
      </pc:sldChg>
      <pc:sldChg chg="addSp delSp modSp mod modNotesTx">
        <pc:chgData name="Ella Vetter" userId="c6918cf5-f6c0-43cc-8499-a1f635017de9" providerId="ADAL" clId="{FA0E1AF2-DC0D-4463-B10F-F8984940A880}" dt="2020-08-26T11:57:07.235" v="5835"/>
        <pc:sldMkLst>
          <pc:docMk/>
          <pc:sldMk cId="790872940" sldId="291"/>
        </pc:sldMkLst>
        <pc:spChg chg="mod">
          <ac:chgData name="Ella Vetter" userId="c6918cf5-f6c0-43cc-8499-a1f635017de9" providerId="ADAL" clId="{FA0E1AF2-DC0D-4463-B10F-F8984940A880}" dt="2020-08-24T21:59:46.881" v="342" actId="1076"/>
          <ac:spMkLst>
            <pc:docMk/>
            <pc:sldMk cId="790872940" sldId="291"/>
            <ac:spMk id="2" creationId="{42494805-9B1E-48B4-A100-290CACF667AA}"/>
          </ac:spMkLst>
        </pc:spChg>
        <pc:spChg chg="mod">
          <ac:chgData name="Ella Vetter" userId="c6918cf5-f6c0-43cc-8499-a1f635017de9" providerId="ADAL" clId="{FA0E1AF2-DC0D-4463-B10F-F8984940A880}" dt="2020-08-26T11:57:07.235" v="5835"/>
          <ac:spMkLst>
            <pc:docMk/>
            <pc:sldMk cId="790872940" sldId="291"/>
            <ac:spMk id="3" creationId="{30704483-69B8-4F7E-8D15-93BF77814DE9}"/>
          </ac:spMkLst>
        </pc:spChg>
        <pc:picChg chg="add del mod">
          <ac:chgData name="Ella Vetter" userId="c6918cf5-f6c0-43cc-8499-a1f635017de9" providerId="ADAL" clId="{FA0E1AF2-DC0D-4463-B10F-F8984940A880}" dt="2020-08-24T22:00:20.925" v="351" actId="478"/>
          <ac:picMkLst>
            <pc:docMk/>
            <pc:sldMk cId="790872940" sldId="291"/>
            <ac:picMk id="5" creationId="{1112D756-54B2-47C2-B8D2-2576E970AC6F}"/>
          </ac:picMkLst>
        </pc:picChg>
        <pc:picChg chg="add mod ord">
          <ac:chgData name="Ella Vetter" userId="c6918cf5-f6c0-43cc-8499-a1f635017de9" providerId="ADAL" clId="{FA0E1AF2-DC0D-4463-B10F-F8984940A880}" dt="2020-08-25T14:15:50.557" v="5565" actId="1076"/>
          <ac:picMkLst>
            <pc:docMk/>
            <pc:sldMk cId="790872940" sldId="291"/>
            <ac:picMk id="5" creationId="{7E03886F-D584-4767-AD8F-4B0CE25C03B1}"/>
          </ac:picMkLst>
        </pc:picChg>
        <pc:picChg chg="add mod">
          <ac:chgData name="Ella Vetter" userId="c6918cf5-f6c0-43cc-8499-a1f635017de9" providerId="ADAL" clId="{FA0E1AF2-DC0D-4463-B10F-F8984940A880}" dt="2020-08-25T14:15:53.373" v="5571" actId="1036"/>
          <ac:picMkLst>
            <pc:docMk/>
            <pc:sldMk cId="790872940" sldId="291"/>
            <ac:picMk id="7" creationId="{B4C0B56C-DFE4-4F53-9CB0-A42AF4641369}"/>
          </ac:picMkLst>
        </pc:picChg>
        <pc:picChg chg="add del mod">
          <ac:chgData name="Ella Vetter" userId="c6918cf5-f6c0-43cc-8499-a1f635017de9" providerId="ADAL" clId="{FA0E1AF2-DC0D-4463-B10F-F8984940A880}" dt="2020-08-24T22:02:10.459" v="367" actId="478"/>
          <ac:picMkLst>
            <pc:docMk/>
            <pc:sldMk cId="790872940" sldId="291"/>
            <ac:picMk id="7" creationId="{C257B989-04E5-4931-BFD7-C35720B372FE}"/>
          </ac:picMkLst>
        </pc:picChg>
        <pc:picChg chg="add del mod ord">
          <ac:chgData name="Ella Vetter" userId="c6918cf5-f6c0-43cc-8499-a1f635017de9" providerId="ADAL" clId="{FA0E1AF2-DC0D-4463-B10F-F8984940A880}" dt="2020-08-25T12:37:24.972" v="4950" actId="478"/>
          <ac:picMkLst>
            <pc:docMk/>
            <pc:sldMk cId="790872940" sldId="291"/>
            <ac:picMk id="9" creationId="{192DCCC9-5A84-49AB-B9A7-A0FE5AB204A5}"/>
          </ac:picMkLst>
        </pc:picChg>
        <pc:picChg chg="add del mod">
          <ac:chgData name="Ella Vetter" userId="c6918cf5-f6c0-43cc-8499-a1f635017de9" providerId="ADAL" clId="{FA0E1AF2-DC0D-4463-B10F-F8984940A880}" dt="2020-08-25T12:37:11.792" v="4945" actId="478"/>
          <ac:picMkLst>
            <pc:docMk/>
            <pc:sldMk cId="790872940" sldId="291"/>
            <ac:picMk id="11" creationId="{F8E12B32-9B41-4C3D-8316-831C6AFAC566}"/>
          </ac:picMkLst>
        </pc:picChg>
        <pc:cxnChg chg="add mod ord">
          <ac:chgData name="Ella Vetter" userId="c6918cf5-f6c0-43cc-8499-a1f635017de9" providerId="ADAL" clId="{FA0E1AF2-DC0D-4463-B10F-F8984940A880}" dt="2020-08-25T14:15:53.373" v="5571" actId="1036"/>
          <ac:cxnSpMkLst>
            <pc:docMk/>
            <pc:sldMk cId="790872940" sldId="291"/>
            <ac:cxnSpMk id="13" creationId="{E79304EA-66C1-4860-BBDA-7315EF9AC7A8}"/>
          </ac:cxnSpMkLst>
        </pc:cxnChg>
      </pc:sldChg>
      <pc:sldChg chg="addSp delSp modSp add mod modNotesTx">
        <pc:chgData name="Ella Vetter" userId="c6918cf5-f6c0-43cc-8499-a1f635017de9" providerId="ADAL" clId="{FA0E1AF2-DC0D-4463-B10F-F8984940A880}" dt="2020-08-24T22:03:17.837" v="399" actId="20577"/>
        <pc:sldMkLst>
          <pc:docMk/>
          <pc:sldMk cId="593880506" sldId="292"/>
        </pc:sldMkLst>
        <pc:spChg chg="del">
          <ac:chgData name="Ella Vetter" userId="c6918cf5-f6c0-43cc-8499-a1f635017de9" providerId="ADAL" clId="{FA0E1AF2-DC0D-4463-B10F-F8984940A880}" dt="2020-08-24T21:55:43.320" v="185" actId="22"/>
          <ac:spMkLst>
            <pc:docMk/>
            <pc:sldMk cId="593880506" sldId="292"/>
            <ac:spMk id="3" creationId="{30704483-69B8-4F7E-8D15-93BF77814DE9}"/>
          </ac:spMkLst>
        </pc:spChg>
        <pc:spChg chg="add mod">
          <ac:chgData name="Ella Vetter" userId="c6918cf5-f6c0-43cc-8499-a1f635017de9" providerId="ADAL" clId="{FA0E1AF2-DC0D-4463-B10F-F8984940A880}" dt="2020-08-24T22:03:17.837" v="399" actId="20577"/>
          <ac:spMkLst>
            <pc:docMk/>
            <pc:sldMk cId="593880506" sldId="292"/>
            <ac:spMk id="7" creationId="{AED017D7-9ED7-4489-AB73-CBD7AC0E4AAF}"/>
          </ac:spMkLst>
        </pc:spChg>
        <pc:picChg chg="add mod ord">
          <ac:chgData name="Ella Vetter" userId="c6918cf5-f6c0-43cc-8499-a1f635017de9" providerId="ADAL" clId="{FA0E1AF2-DC0D-4463-B10F-F8984940A880}" dt="2020-08-24T21:58:17.457" v="278" actId="1076"/>
          <ac:picMkLst>
            <pc:docMk/>
            <pc:sldMk cId="593880506" sldId="292"/>
            <ac:picMk id="5" creationId="{3FC9ACD4-357F-499F-930C-DED892DFD52E}"/>
          </ac:picMkLst>
        </pc:picChg>
      </pc:sldChg>
      <pc:sldChg chg="addSp delSp modSp add mod">
        <pc:chgData name="Ella Vetter" userId="c6918cf5-f6c0-43cc-8499-a1f635017de9" providerId="ADAL" clId="{FA0E1AF2-DC0D-4463-B10F-F8984940A880}" dt="2020-08-26T11:58:29.582" v="5837" actId="113"/>
        <pc:sldMkLst>
          <pc:docMk/>
          <pc:sldMk cId="2938559902" sldId="293"/>
        </pc:sldMkLst>
        <pc:spChg chg="mod">
          <ac:chgData name="Ella Vetter" userId="c6918cf5-f6c0-43cc-8499-a1f635017de9" providerId="ADAL" clId="{FA0E1AF2-DC0D-4463-B10F-F8984940A880}" dt="2020-08-25T12:42:45.741" v="5026" actId="13926"/>
          <ac:spMkLst>
            <pc:docMk/>
            <pc:sldMk cId="2938559902" sldId="293"/>
            <ac:spMk id="2" creationId="{42494805-9B1E-48B4-A100-290CACF667AA}"/>
          </ac:spMkLst>
        </pc:spChg>
        <pc:spChg chg="mod">
          <ac:chgData name="Ella Vetter" userId="c6918cf5-f6c0-43cc-8499-a1f635017de9" providerId="ADAL" clId="{FA0E1AF2-DC0D-4463-B10F-F8984940A880}" dt="2020-08-26T11:58:29.582" v="5837" actId="113"/>
          <ac:spMkLst>
            <pc:docMk/>
            <pc:sldMk cId="2938559902" sldId="293"/>
            <ac:spMk id="3" creationId="{30704483-69B8-4F7E-8D15-93BF77814DE9}"/>
          </ac:spMkLst>
        </pc:spChg>
        <pc:picChg chg="add del mod modCrop">
          <ac:chgData name="Ella Vetter" userId="c6918cf5-f6c0-43cc-8499-a1f635017de9" providerId="ADAL" clId="{FA0E1AF2-DC0D-4463-B10F-F8984940A880}" dt="2020-08-25T12:41:35.997" v="5001" actId="478"/>
          <ac:picMkLst>
            <pc:docMk/>
            <pc:sldMk cId="2938559902" sldId="293"/>
            <ac:picMk id="5" creationId="{EA824878-BEE6-4027-A8BB-DEB693168778}"/>
          </ac:picMkLst>
        </pc:picChg>
        <pc:picChg chg="add del mod">
          <ac:chgData name="Ella Vetter" userId="c6918cf5-f6c0-43cc-8499-a1f635017de9" providerId="ADAL" clId="{FA0E1AF2-DC0D-4463-B10F-F8984940A880}" dt="2020-08-25T12:42:32.570" v="5014" actId="478"/>
          <ac:picMkLst>
            <pc:docMk/>
            <pc:sldMk cId="2938559902" sldId="293"/>
            <ac:picMk id="6" creationId="{6CF03239-7679-4711-A217-394F499CB402}"/>
          </ac:picMkLst>
        </pc:picChg>
        <pc:picChg chg="add mod">
          <ac:chgData name="Ella Vetter" userId="c6918cf5-f6c0-43cc-8499-a1f635017de9" providerId="ADAL" clId="{FA0E1AF2-DC0D-4463-B10F-F8984940A880}" dt="2020-08-25T12:42:41.869" v="5025" actId="1035"/>
          <ac:picMkLst>
            <pc:docMk/>
            <pc:sldMk cId="2938559902" sldId="293"/>
            <ac:picMk id="8" creationId="{94CD09F7-566D-4A76-9A11-473D7C5F460E}"/>
          </ac:picMkLst>
        </pc:picChg>
      </pc:sldChg>
      <pc:sldChg chg="addSp delSp modSp new del mod">
        <pc:chgData name="Ella Vetter" userId="c6918cf5-f6c0-43cc-8499-a1f635017de9" providerId="ADAL" clId="{FA0E1AF2-DC0D-4463-B10F-F8984940A880}" dt="2020-08-24T22:16:26.497" v="747" actId="47"/>
        <pc:sldMkLst>
          <pc:docMk/>
          <pc:sldMk cId="1155422379" sldId="294"/>
        </pc:sldMkLst>
        <pc:spChg chg="mod">
          <ac:chgData name="Ella Vetter" userId="c6918cf5-f6c0-43cc-8499-a1f635017de9" providerId="ADAL" clId="{FA0E1AF2-DC0D-4463-B10F-F8984940A880}" dt="2020-08-24T22:14:17.785" v="675"/>
          <ac:spMkLst>
            <pc:docMk/>
            <pc:sldMk cId="1155422379" sldId="294"/>
            <ac:spMk id="2" creationId="{8534B222-B475-446C-A6B5-AC2C029C9E0C}"/>
          </ac:spMkLst>
        </pc:spChg>
        <pc:spChg chg="del">
          <ac:chgData name="Ella Vetter" userId="c6918cf5-f6c0-43cc-8499-a1f635017de9" providerId="ADAL" clId="{FA0E1AF2-DC0D-4463-B10F-F8984940A880}" dt="2020-08-24T22:14:08.085" v="669" actId="478"/>
          <ac:spMkLst>
            <pc:docMk/>
            <pc:sldMk cId="1155422379" sldId="294"/>
            <ac:spMk id="3" creationId="{49763F3D-47AD-4FE6-BD91-B4F0DF3139AE}"/>
          </ac:spMkLst>
        </pc:spChg>
        <pc:spChg chg="add mod">
          <ac:chgData name="Ella Vetter" userId="c6918cf5-f6c0-43cc-8499-a1f635017de9" providerId="ADAL" clId="{FA0E1AF2-DC0D-4463-B10F-F8984940A880}" dt="2020-08-24T22:14:56.625" v="722" actId="20577"/>
          <ac:spMkLst>
            <pc:docMk/>
            <pc:sldMk cId="1155422379" sldId="294"/>
            <ac:spMk id="6" creationId="{AC3ED2E4-95E8-4D2D-8E0B-4955952B4596}"/>
          </ac:spMkLst>
        </pc:spChg>
        <pc:picChg chg="add mod">
          <ac:chgData name="Ella Vetter" userId="c6918cf5-f6c0-43cc-8499-a1f635017de9" providerId="ADAL" clId="{FA0E1AF2-DC0D-4463-B10F-F8984940A880}" dt="2020-08-24T22:14:13.114" v="674" actId="1076"/>
          <ac:picMkLst>
            <pc:docMk/>
            <pc:sldMk cId="1155422379" sldId="294"/>
            <ac:picMk id="5" creationId="{F39D0757-67F8-4D92-8A20-D9BEB76F18B0}"/>
          </ac:picMkLst>
        </pc:picChg>
      </pc:sldChg>
      <pc:sldChg chg="add">
        <pc:chgData name="Ella Vetter" userId="c6918cf5-f6c0-43cc-8499-a1f635017de9" providerId="ADAL" clId="{FA0E1AF2-DC0D-4463-B10F-F8984940A880}" dt="2020-08-24T22:27:41.939" v="793"/>
        <pc:sldMkLst>
          <pc:docMk/>
          <pc:sldMk cId="1571073684" sldId="294"/>
        </pc:sldMkLst>
      </pc:sldChg>
      <pc:sldChg chg="modSp add mod ord">
        <pc:chgData name="Ella Vetter" userId="c6918cf5-f6c0-43cc-8499-a1f635017de9" providerId="ADAL" clId="{FA0E1AF2-DC0D-4463-B10F-F8984940A880}" dt="2020-08-25T00:43:43.199" v="2588"/>
        <pc:sldMkLst>
          <pc:docMk/>
          <pc:sldMk cId="1765761067" sldId="295"/>
        </pc:sldMkLst>
        <pc:spChg chg="mod">
          <ac:chgData name="Ella Vetter" userId="c6918cf5-f6c0-43cc-8499-a1f635017de9" providerId="ADAL" clId="{FA0E1AF2-DC0D-4463-B10F-F8984940A880}" dt="2020-08-25T00:43:24.586" v="2586"/>
          <ac:spMkLst>
            <pc:docMk/>
            <pc:sldMk cId="1765761067" sldId="295"/>
            <ac:spMk id="2" creationId="{BD0A18F3-9F12-464B-BC50-F741E79EDDDA}"/>
          </ac:spMkLst>
        </pc:spChg>
      </pc:sldChg>
      <pc:sldChg chg="modSp add mod">
        <pc:chgData name="Ella Vetter" userId="c6918cf5-f6c0-43cc-8499-a1f635017de9" providerId="ADAL" clId="{FA0E1AF2-DC0D-4463-B10F-F8984940A880}" dt="2020-08-25T00:44:00.480" v="2617" actId="404"/>
        <pc:sldMkLst>
          <pc:docMk/>
          <pc:sldMk cId="2778119371" sldId="296"/>
        </pc:sldMkLst>
        <pc:spChg chg="mod">
          <ac:chgData name="Ella Vetter" userId="c6918cf5-f6c0-43cc-8499-a1f635017de9" providerId="ADAL" clId="{FA0E1AF2-DC0D-4463-B10F-F8984940A880}" dt="2020-08-25T00:44:00.480" v="2617" actId="404"/>
          <ac:spMkLst>
            <pc:docMk/>
            <pc:sldMk cId="2778119371" sldId="296"/>
            <ac:spMk id="2" creationId="{BD0A18F3-9F12-464B-BC50-F741E79EDDDA}"/>
          </ac:spMkLst>
        </pc:spChg>
      </pc:sldChg>
      <pc:sldChg chg="modSp new mod modNotesTx">
        <pc:chgData name="Ella Vetter" userId="c6918cf5-f6c0-43cc-8499-a1f635017de9" providerId="ADAL" clId="{FA0E1AF2-DC0D-4463-B10F-F8984940A880}" dt="2020-08-25T19:20:50.488" v="5627" actId="20577"/>
        <pc:sldMkLst>
          <pc:docMk/>
          <pc:sldMk cId="304785108" sldId="297"/>
        </pc:sldMkLst>
        <pc:spChg chg="mod">
          <ac:chgData name="Ella Vetter" userId="c6918cf5-f6c0-43cc-8499-a1f635017de9" providerId="ADAL" clId="{FA0E1AF2-DC0D-4463-B10F-F8984940A880}" dt="2020-08-25T02:51:07.861" v="4009" actId="13926"/>
          <ac:spMkLst>
            <pc:docMk/>
            <pc:sldMk cId="304785108" sldId="297"/>
            <ac:spMk id="2" creationId="{C3ADE153-2732-4F04-9433-39BE462BFB34}"/>
          </ac:spMkLst>
        </pc:spChg>
        <pc:spChg chg="mod">
          <ac:chgData name="Ella Vetter" userId="c6918cf5-f6c0-43cc-8499-a1f635017de9" providerId="ADAL" clId="{FA0E1AF2-DC0D-4463-B10F-F8984940A880}" dt="2020-08-25T19:20:50.488" v="5627" actId="20577"/>
          <ac:spMkLst>
            <pc:docMk/>
            <pc:sldMk cId="304785108" sldId="297"/>
            <ac:spMk id="3" creationId="{ADB403A0-100F-41B6-BF3A-8988ABBC5FB5}"/>
          </ac:spMkLst>
        </pc:spChg>
      </pc:sldChg>
      <pc:sldChg chg="addSp delSp modSp new mod">
        <pc:chgData name="Ella Vetter" userId="c6918cf5-f6c0-43cc-8499-a1f635017de9" providerId="ADAL" clId="{FA0E1AF2-DC0D-4463-B10F-F8984940A880}" dt="2020-08-24T23:34:58.392" v="1136" actId="20577"/>
        <pc:sldMkLst>
          <pc:docMk/>
          <pc:sldMk cId="3253019309" sldId="298"/>
        </pc:sldMkLst>
        <pc:spChg chg="mod">
          <ac:chgData name="Ella Vetter" userId="c6918cf5-f6c0-43cc-8499-a1f635017de9" providerId="ADAL" clId="{FA0E1AF2-DC0D-4463-B10F-F8984940A880}" dt="2020-08-24T23:32:44.115" v="1008" actId="20577"/>
          <ac:spMkLst>
            <pc:docMk/>
            <pc:sldMk cId="3253019309" sldId="298"/>
            <ac:spMk id="2" creationId="{119B526C-C4FD-42CC-A3EA-8FDC9E743DB6}"/>
          </ac:spMkLst>
        </pc:spChg>
        <pc:spChg chg="del mod">
          <ac:chgData name="Ella Vetter" userId="c6918cf5-f6c0-43cc-8499-a1f635017de9" providerId="ADAL" clId="{FA0E1AF2-DC0D-4463-B10F-F8984940A880}" dt="2020-08-24T23:34:18.849" v="1015" actId="478"/>
          <ac:spMkLst>
            <pc:docMk/>
            <pc:sldMk cId="3253019309" sldId="298"/>
            <ac:spMk id="3" creationId="{C11DD253-17D9-4045-A0AE-BC1149CCB18A}"/>
          </ac:spMkLst>
        </pc:spChg>
        <pc:spChg chg="add mod">
          <ac:chgData name="Ella Vetter" userId="c6918cf5-f6c0-43cc-8499-a1f635017de9" providerId="ADAL" clId="{FA0E1AF2-DC0D-4463-B10F-F8984940A880}" dt="2020-08-24T23:34:58.392" v="1136" actId="20577"/>
          <ac:spMkLst>
            <pc:docMk/>
            <pc:sldMk cId="3253019309" sldId="298"/>
            <ac:spMk id="6" creationId="{01D4A65F-49C2-4663-8EBF-7C9CB6F3AF6A}"/>
          </ac:spMkLst>
        </pc:spChg>
        <pc:picChg chg="add mod">
          <ac:chgData name="Ella Vetter" userId="c6918cf5-f6c0-43cc-8499-a1f635017de9" providerId="ADAL" clId="{FA0E1AF2-DC0D-4463-B10F-F8984940A880}" dt="2020-08-24T23:33:55.717" v="1013" actId="1076"/>
          <ac:picMkLst>
            <pc:docMk/>
            <pc:sldMk cId="3253019309" sldId="298"/>
            <ac:picMk id="5" creationId="{49EF4E0B-3019-45AC-A0C9-F635943C7B8E}"/>
          </ac:picMkLst>
        </pc:picChg>
      </pc:sldChg>
      <pc:sldChg chg="addSp delSp modSp add mod">
        <pc:chgData name="Ella Vetter" userId="c6918cf5-f6c0-43cc-8499-a1f635017de9" providerId="ADAL" clId="{FA0E1AF2-DC0D-4463-B10F-F8984940A880}" dt="2020-08-24T23:49:57.905" v="1583" actId="20577"/>
        <pc:sldMkLst>
          <pc:docMk/>
          <pc:sldMk cId="451944156" sldId="299"/>
        </pc:sldMkLst>
        <pc:spChg chg="add mod">
          <ac:chgData name="Ella Vetter" userId="c6918cf5-f6c0-43cc-8499-a1f635017de9" providerId="ADAL" clId="{FA0E1AF2-DC0D-4463-B10F-F8984940A880}" dt="2020-08-24T23:49:57.905" v="1583" actId="20577"/>
          <ac:spMkLst>
            <pc:docMk/>
            <pc:sldMk cId="451944156" sldId="299"/>
            <ac:spMk id="4" creationId="{248D6EA0-2B95-4B1C-9C5E-2A6A580D4BD3}"/>
          </ac:spMkLst>
        </pc:spChg>
        <pc:spChg chg="del">
          <ac:chgData name="Ella Vetter" userId="c6918cf5-f6c0-43cc-8499-a1f635017de9" providerId="ADAL" clId="{FA0E1AF2-DC0D-4463-B10F-F8984940A880}" dt="2020-08-24T23:35:17.521" v="1138" actId="478"/>
          <ac:spMkLst>
            <pc:docMk/>
            <pc:sldMk cId="451944156" sldId="299"/>
            <ac:spMk id="6" creationId="{01D4A65F-49C2-4663-8EBF-7C9CB6F3AF6A}"/>
          </ac:spMkLst>
        </pc:spChg>
        <pc:grpChg chg="add mod">
          <ac:chgData name="Ella Vetter" userId="c6918cf5-f6c0-43cc-8499-a1f635017de9" providerId="ADAL" clId="{FA0E1AF2-DC0D-4463-B10F-F8984940A880}" dt="2020-08-24T23:49:56.677" v="1581" actId="1076"/>
          <ac:grpSpMkLst>
            <pc:docMk/>
            <pc:sldMk cId="451944156" sldId="299"/>
            <ac:grpSpMk id="11" creationId="{FB69A8E9-302E-4B16-866A-1510F3892251}"/>
          </ac:grpSpMkLst>
        </pc:grpChg>
        <pc:picChg chg="del">
          <ac:chgData name="Ella Vetter" userId="c6918cf5-f6c0-43cc-8499-a1f635017de9" providerId="ADAL" clId="{FA0E1AF2-DC0D-4463-B10F-F8984940A880}" dt="2020-08-24T23:35:18.980" v="1139" actId="478"/>
          <ac:picMkLst>
            <pc:docMk/>
            <pc:sldMk cId="451944156" sldId="299"/>
            <ac:picMk id="5" creationId="{49EF4E0B-3019-45AC-A0C9-F635943C7B8E}"/>
          </ac:picMkLst>
        </pc:picChg>
        <pc:picChg chg="add mod modCrop">
          <ac:chgData name="Ella Vetter" userId="c6918cf5-f6c0-43cc-8499-a1f635017de9" providerId="ADAL" clId="{FA0E1AF2-DC0D-4463-B10F-F8984940A880}" dt="2020-08-24T23:49:52.489" v="1579" actId="164"/>
          <ac:picMkLst>
            <pc:docMk/>
            <pc:sldMk cId="451944156" sldId="299"/>
            <ac:picMk id="8" creationId="{BAB7E816-474C-4D40-9597-F12189518376}"/>
          </ac:picMkLst>
        </pc:picChg>
        <pc:picChg chg="add mod modCrop">
          <ac:chgData name="Ella Vetter" userId="c6918cf5-f6c0-43cc-8499-a1f635017de9" providerId="ADAL" clId="{FA0E1AF2-DC0D-4463-B10F-F8984940A880}" dt="2020-08-24T23:49:52.489" v="1579" actId="164"/>
          <ac:picMkLst>
            <pc:docMk/>
            <pc:sldMk cId="451944156" sldId="299"/>
            <ac:picMk id="10" creationId="{CFFE6988-68A6-4D4A-BD8F-8E3A642ADEE9}"/>
          </ac:picMkLst>
        </pc:picChg>
      </pc:sldChg>
      <pc:sldChg chg="addSp delSp modSp add mod">
        <pc:chgData name="Ella Vetter" userId="c6918cf5-f6c0-43cc-8499-a1f635017de9" providerId="ADAL" clId="{FA0E1AF2-DC0D-4463-B10F-F8984940A880}" dt="2020-08-26T11:43:05.330" v="5775" actId="20577"/>
        <pc:sldMkLst>
          <pc:docMk/>
          <pc:sldMk cId="94124536" sldId="300"/>
        </pc:sldMkLst>
        <pc:spChg chg="mod">
          <ac:chgData name="Ella Vetter" userId="c6918cf5-f6c0-43cc-8499-a1f635017de9" providerId="ADAL" clId="{FA0E1AF2-DC0D-4463-B10F-F8984940A880}" dt="2020-08-24T23:40:18.098" v="1211" actId="1076"/>
          <ac:spMkLst>
            <pc:docMk/>
            <pc:sldMk cId="94124536" sldId="300"/>
            <ac:spMk id="2" creationId="{119B526C-C4FD-42CC-A3EA-8FDC9E743DB6}"/>
          </ac:spMkLst>
        </pc:spChg>
        <pc:spChg chg="mod">
          <ac:chgData name="Ella Vetter" userId="c6918cf5-f6c0-43cc-8499-a1f635017de9" providerId="ADAL" clId="{FA0E1AF2-DC0D-4463-B10F-F8984940A880}" dt="2020-08-26T11:43:05.330" v="5775" actId="20577"/>
          <ac:spMkLst>
            <pc:docMk/>
            <pc:sldMk cId="94124536" sldId="300"/>
            <ac:spMk id="4" creationId="{248D6EA0-2B95-4B1C-9C5E-2A6A580D4BD3}"/>
          </ac:spMkLst>
        </pc:spChg>
        <pc:grpChg chg="add del mod">
          <ac:chgData name="Ella Vetter" userId="c6918cf5-f6c0-43cc-8499-a1f635017de9" providerId="ADAL" clId="{FA0E1AF2-DC0D-4463-B10F-F8984940A880}" dt="2020-08-25T00:21:39.231" v="2028" actId="478"/>
          <ac:grpSpMkLst>
            <pc:docMk/>
            <pc:sldMk cId="94124536" sldId="300"/>
            <ac:grpSpMk id="8" creationId="{419312C5-502B-4843-BA91-23F384140608}"/>
          </ac:grpSpMkLst>
        </pc:grpChg>
        <pc:grpChg chg="add del mod">
          <ac:chgData name="Ella Vetter" userId="c6918cf5-f6c0-43cc-8499-a1f635017de9" providerId="ADAL" clId="{FA0E1AF2-DC0D-4463-B10F-F8984940A880}" dt="2020-08-26T11:18:56.450" v="5660" actId="478"/>
          <ac:grpSpMkLst>
            <pc:docMk/>
            <pc:sldMk cId="94124536" sldId="300"/>
            <ac:grpSpMk id="13" creationId="{7A7BA132-8D51-47A9-8835-ACA3965F9001}"/>
          </ac:grpSpMkLst>
        </pc:grpChg>
        <pc:picChg chg="add mod modCrop">
          <ac:chgData name="Ella Vetter" userId="c6918cf5-f6c0-43cc-8499-a1f635017de9" providerId="ADAL" clId="{FA0E1AF2-DC0D-4463-B10F-F8984940A880}" dt="2020-08-24T23:50:57.315" v="1594" actId="164"/>
          <ac:picMkLst>
            <pc:docMk/>
            <pc:sldMk cId="94124536" sldId="300"/>
            <ac:picMk id="5" creationId="{2E652ED6-A87A-4682-8C0C-0DDF9D22F750}"/>
          </ac:picMkLst>
        </pc:picChg>
        <pc:picChg chg="add mod">
          <ac:chgData name="Ella Vetter" userId="c6918cf5-f6c0-43cc-8499-a1f635017de9" providerId="ADAL" clId="{FA0E1AF2-DC0D-4463-B10F-F8984940A880}" dt="2020-08-26T11:19:00.240" v="5663" actId="14100"/>
          <ac:picMkLst>
            <pc:docMk/>
            <pc:sldMk cId="94124536" sldId="300"/>
            <ac:picMk id="5" creationId="{533E498F-E1B7-4B10-A760-DDF4848B6F3C}"/>
          </ac:picMkLst>
        </pc:picChg>
        <pc:picChg chg="add mod modCrop">
          <ac:chgData name="Ella Vetter" userId="c6918cf5-f6c0-43cc-8499-a1f635017de9" providerId="ADAL" clId="{FA0E1AF2-DC0D-4463-B10F-F8984940A880}" dt="2020-08-24T23:50:57.315" v="1594" actId="164"/>
          <ac:picMkLst>
            <pc:docMk/>
            <pc:sldMk cId="94124536" sldId="300"/>
            <ac:picMk id="7" creationId="{166C4ED7-3EB8-4E4A-A016-328C29079619}"/>
          </ac:picMkLst>
        </pc:picChg>
        <pc:picChg chg="add mod modCrop">
          <ac:chgData name="Ella Vetter" userId="c6918cf5-f6c0-43cc-8499-a1f635017de9" providerId="ADAL" clId="{FA0E1AF2-DC0D-4463-B10F-F8984940A880}" dt="2020-08-25T00:21:51.779" v="2035" actId="164"/>
          <ac:picMkLst>
            <pc:docMk/>
            <pc:sldMk cId="94124536" sldId="300"/>
            <ac:picMk id="10" creationId="{713C4B3E-E27E-4EE2-8904-7C8F5CAEF948}"/>
          </ac:picMkLst>
        </pc:picChg>
        <pc:picChg chg="add mod modCrop">
          <ac:chgData name="Ella Vetter" userId="c6918cf5-f6c0-43cc-8499-a1f635017de9" providerId="ADAL" clId="{FA0E1AF2-DC0D-4463-B10F-F8984940A880}" dt="2020-08-25T00:21:51.779" v="2035" actId="164"/>
          <ac:picMkLst>
            <pc:docMk/>
            <pc:sldMk cId="94124536" sldId="300"/>
            <ac:picMk id="12" creationId="{BA5B73A3-695C-4183-A823-7182F02322E6}"/>
          </ac:picMkLst>
        </pc:picChg>
      </pc:sldChg>
      <pc:sldChg chg="addSp delSp modSp add mod">
        <pc:chgData name="Ella Vetter" userId="c6918cf5-f6c0-43cc-8499-a1f635017de9" providerId="ADAL" clId="{FA0E1AF2-DC0D-4463-B10F-F8984940A880}" dt="2020-08-25T19:21:09.565" v="5630" actId="14100"/>
        <pc:sldMkLst>
          <pc:docMk/>
          <pc:sldMk cId="1667915067" sldId="301"/>
        </pc:sldMkLst>
        <pc:spChg chg="mod">
          <ac:chgData name="Ella Vetter" userId="c6918cf5-f6c0-43cc-8499-a1f635017de9" providerId="ADAL" clId="{FA0E1AF2-DC0D-4463-B10F-F8984940A880}" dt="2020-08-25T19:21:09.565" v="5630" actId="14100"/>
          <ac:spMkLst>
            <pc:docMk/>
            <pc:sldMk cId="1667915067" sldId="301"/>
            <ac:spMk id="4" creationId="{248D6EA0-2B95-4B1C-9C5E-2A6A580D4BD3}"/>
          </ac:spMkLst>
        </pc:spChg>
        <pc:picChg chg="add del mod">
          <ac:chgData name="Ella Vetter" userId="c6918cf5-f6c0-43cc-8499-a1f635017de9" providerId="ADAL" clId="{FA0E1AF2-DC0D-4463-B10F-F8984940A880}" dt="2020-08-25T00:22:29.372" v="2038" actId="478"/>
          <ac:picMkLst>
            <pc:docMk/>
            <pc:sldMk cId="1667915067" sldId="301"/>
            <ac:picMk id="5" creationId="{F3B8945F-137C-4389-823B-AC081BD954AB}"/>
          </ac:picMkLst>
        </pc:picChg>
        <pc:picChg chg="add mod">
          <ac:chgData name="Ella Vetter" userId="c6918cf5-f6c0-43cc-8499-a1f635017de9" providerId="ADAL" clId="{FA0E1AF2-DC0D-4463-B10F-F8984940A880}" dt="2020-08-25T00:22:38.254" v="2045" actId="1036"/>
          <ac:picMkLst>
            <pc:docMk/>
            <pc:sldMk cId="1667915067" sldId="301"/>
            <ac:picMk id="7" creationId="{D50BBF3C-F748-4052-957F-9A7F1B90B459}"/>
          </ac:picMkLst>
        </pc:picChg>
      </pc:sldChg>
      <pc:sldChg chg="addSp modSp add mod modNotesTx">
        <pc:chgData name="Ella Vetter" userId="c6918cf5-f6c0-43cc-8499-a1f635017de9" providerId="ADAL" clId="{FA0E1AF2-DC0D-4463-B10F-F8984940A880}" dt="2020-08-25T19:21:21.840" v="5637" actId="1035"/>
        <pc:sldMkLst>
          <pc:docMk/>
          <pc:sldMk cId="1503978986" sldId="302"/>
        </pc:sldMkLst>
        <pc:spChg chg="mod">
          <ac:chgData name="Ella Vetter" userId="c6918cf5-f6c0-43cc-8499-a1f635017de9" providerId="ADAL" clId="{FA0E1AF2-DC0D-4463-B10F-F8984940A880}" dt="2020-08-25T19:21:21.840" v="5637" actId="1035"/>
          <ac:spMkLst>
            <pc:docMk/>
            <pc:sldMk cId="1503978986" sldId="302"/>
            <ac:spMk id="4" creationId="{248D6EA0-2B95-4B1C-9C5E-2A6A580D4BD3}"/>
          </ac:spMkLst>
        </pc:spChg>
        <pc:picChg chg="add mod modCrop">
          <ac:chgData name="Ella Vetter" userId="c6918cf5-f6c0-43cc-8499-a1f635017de9" providerId="ADAL" clId="{FA0E1AF2-DC0D-4463-B10F-F8984940A880}" dt="2020-08-25T19:21:21.840" v="5637" actId="1035"/>
          <ac:picMkLst>
            <pc:docMk/>
            <pc:sldMk cId="1503978986" sldId="302"/>
            <ac:picMk id="5" creationId="{0986DCAF-36FE-4D01-B730-5A82154B8A21}"/>
          </ac:picMkLst>
        </pc:picChg>
      </pc:sldChg>
      <pc:sldChg chg="addSp delSp modSp add mod">
        <pc:chgData name="Ella Vetter" userId="c6918cf5-f6c0-43cc-8499-a1f635017de9" providerId="ADAL" clId="{FA0E1AF2-DC0D-4463-B10F-F8984940A880}" dt="2020-08-25T19:21:31.282" v="5638" actId="1076"/>
        <pc:sldMkLst>
          <pc:docMk/>
          <pc:sldMk cId="268276809" sldId="303"/>
        </pc:sldMkLst>
        <pc:spChg chg="mod">
          <ac:chgData name="Ella Vetter" userId="c6918cf5-f6c0-43cc-8499-a1f635017de9" providerId="ADAL" clId="{FA0E1AF2-DC0D-4463-B10F-F8984940A880}" dt="2020-08-25T00:04:35.868" v="1670" actId="20577"/>
          <ac:spMkLst>
            <pc:docMk/>
            <pc:sldMk cId="268276809" sldId="303"/>
            <ac:spMk id="4" creationId="{248D6EA0-2B95-4B1C-9C5E-2A6A580D4BD3}"/>
          </ac:spMkLst>
        </pc:spChg>
        <pc:picChg chg="add del mod">
          <ac:chgData name="Ella Vetter" userId="c6918cf5-f6c0-43cc-8499-a1f635017de9" providerId="ADAL" clId="{FA0E1AF2-DC0D-4463-B10F-F8984940A880}" dt="2020-08-25T00:03:50.908" v="1658" actId="478"/>
          <ac:picMkLst>
            <pc:docMk/>
            <pc:sldMk cId="268276809" sldId="303"/>
            <ac:picMk id="5" creationId="{26C7F661-4870-451F-8C04-AF77C8585ECE}"/>
          </ac:picMkLst>
        </pc:picChg>
        <pc:picChg chg="add mod">
          <ac:chgData name="Ella Vetter" userId="c6918cf5-f6c0-43cc-8499-a1f635017de9" providerId="ADAL" clId="{FA0E1AF2-DC0D-4463-B10F-F8984940A880}" dt="2020-08-25T19:21:31.282" v="5638" actId="1076"/>
          <ac:picMkLst>
            <pc:docMk/>
            <pc:sldMk cId="268276809" sldId="303"/>
            <ac:picMk id="7" creationId="{3F26B82A-5C6F-4B1F-969C-82D7822CC4DC}"/>
          </ac:picMkLst>
        </pc:picChg>
      </pc:sldChg>
      <pc:sldChg chg="addSp modSp add mod">
        <pc:chgData name="Ella Vetter" userId="c6918cf5-f6c0-43cc-8499-a1f635017de9" providerId="ADAL" clId="{FA0E1AF2-DC0D-4463-B10F-F8984940A880}" dt="2020-08-25T00:05:26.808" v="1690" actId="1076"/>
        <pc:sldMkLst>
          <pc:docMk/>
          <pc:sldMk cId="2644748147" sldId="304"/>
        </pc:sldMkLst>
        <pc:spChg chg="mod">
          <ac:chgData name="Ella Vetter" userId="c6918cf5-f6c0-43cc-8499-a1f635017de9" providerId="ADAL" clId="{FA0E1AF2-DC0D-4463-B10F-F8984940A880}" dt="2020-08-25T00:05:22.701" v="1688" actId="20577"/>
          <ac:spMkLst>
            <pc:docMk/>
            <pc:sldMk cId="2644748147" sldId="304"/>
            <ac:spMk id="4" creationId="{248D6EA0-2B95-4B1C-9C5E-2A6A580D4BD3}"/>
          </ac:spMkLst>
        </pc:spChg>
        <pc:picChg chg="add mod">
          <ac:chgData name="Ella Vetter" userId="c6918cf5-f6c0-43cc-8499-a1f635017de9" providerId="ADAL" clId="{FA0E1AF2-DC0D-4463-B10F-F8984940A880}" dt="2020-08-25T00:05:26.808" v="1690" actId="1076"/>
          <ac:picMkLst>
            <pc:docMk/>
            <pc:sldMk cId="2644748147" sldId="304"/>
            <ac:picMk id="5" creationId="{EC14C25D-F357-42DD-A2CC-DA204BC47D38}"/>
          </ac:picMkLst>
        </pc:picChg>
      </pc:sldChg>
      <pc:sldChg chg="addSp modSp new mod">
        <pc:chgData name="Ella Vetter" userId="c6918cf5-f6c0-43cc-8499-a1f635017de9" providerId="ADAL" clId="{FA0E1AF2-DC0D-4463-B10F-F8984940A880}" dt="2020-08-26T11:37:58.400" v="5741" actId="20577"/>
        <pc:sldMkLst>
          <pc:docMk/>
          <pc:sldMk cId="2707112466" sldId="305"/>
        </pc:sldMkLst>
        <pc:spChg chg="mod">
          <ac:chgData name="Ella Vetter" userId="c6918cf5-f6c0-43cc-8499-a1f635017de9" providerId="ADAL" clId="{FA0E1AF2-DC0D-4463-B10F-F8984940A880}" dt="2020-08-25T00:05:49.902" v="1697"/>
          <ac:spMkLst>
            <pc:docMk/>
            <pc:sldMk cId="2707112466" sldId="305"/>
            <ac:spMk id="2" creationId="{42EB3DC3-53D1-47DC-BD63-91AB7F05744D}"/>
          </ac:spMkLst>
        </pc:spChg>
        <pc:spChg chg="mod">
          <ac:chgData name="Ella Vetter" userId="c6918cf5-f6c0-43cc-8499-a1f635017de9" providerId="ADAL" clId="{FA0E1AF2-DC0D-4463-B10F-F8984940A880}" dt="2020-08-26T11:37:58.400" v="5741" actId="20577"/>
          <ac:spMkLst>
            <pc:docMk/>
            <pc:sldMk cId="2707112466" sldId="305"/>
            <ac:spMk id="3" creationId="{B58DFD31-3964-4BB1-A184-53540DC4ACF5}"/>
          </ac:spMkLst>
        </pc:spChg>
        <pc:picChg chg="add mod">
          <ac:chgData name="Ella Vetter" userId="c6918cf5-f6c0-43cc-8499-a1f635017de9" providerId="ADAL" clId="{FA0E1AF2-DC0D-4463-B10F-F8984940A880}" dt="2020-08-25T00:06:57.964" v="1718" actId="14100"/>
          <ac:picMkLst>
            <pc:docMk/>
            <pc:sldMk cId="2707112466" sldId="305"/>
            <ac:picMk id="5" creationId="{ED0D70EB-8B80-49D7-880D-E67DE34EB8BA}"/>
          </ac:picMkLst>
        </pc:picChg>
      </pc:sldChg>
      <pc:sldChg chg="addSp modSp new mod">
        <pc:chgData name="Ella Vetter" userId="c6918cf5-f6c0-43cc-8499-a1f635017de9" providerId="ADAL" clId="{FA0E1AF2-DC0D-4463-B10F-F8984940A880}" dt="2020-08-25T00:24:06.400" v="2051" actId="14100"/>
        <pc:sldMkLst>
          <pc:docMk/>
          <pc:sldMk cId="3751286997" sldId="306"/>
        </pc:sldMkLst>
        <pc:spChg chg="mod">
          <ac:chgData name="Ella Vetter" userId="c6918cf5-f6c0-43cc-8499-a1f635017de9" providerId="ADAL" clId="{FA0E1AF2-DC0D-4463-B10F-F8984940A880}" dt="2020-08-25T00:07:52.291" v="1735"/>
          <ac:spMkLst>
            <pc:docMk/>
            <pc:sldMk cId="3751286997" sldId="306"/>
            <ac:spMk id="2" creationId="{423C41C5-4464-43EE-9E93-E6C64D89ACF7}"/>
          </ac:spMkLst>
        </pc:spChg>
        <pc:spChg chg="mod">
          <ac:chgData name="Ella Vetter" userId="c6918cf5-f6c0-43cc-8499-a1f635017de9" providerId="ADAL" clId="{FA0E1AF2-DC0D-4463-B10F-F8984940A880}" dt="2020-08-25T00:24:04.056" v="2050" actId="1076"/>
          <ac:spMkLst>
            <pc:docMk/>
            <pc:sldMk cId="3751286997" sldId="306"/>
            <ac:spMk id="3" creationId="{FFA82682-91AD-44D2-91CC-5688FF1A4039}"/>
          </ac:spMkLst>
        </pc:spChg>
        <pc:picChg chg="add mod">
          <ac:chgData name="Ella Vetter" userId="c6918cf5-f6c0-43cc-8499-a1f635017de9" providerId="ADAL" clId="{FA0E1AF2-DC0D-4463-B10F-F8984940A880}" dt="2020-08-25T00:24:06.400" v="2051" actId="14100"/>
          <ac:picMkLst>
            <pc:docMk/>
            <pc:sldMk cId="3751286997" sldId="306"/>
            <ac:picMk id="5" creationId="{596DF875-D746-4BF8-A079-8D4189FBB029}"/>
          </ac:picMkLst>
        </pc:picChg>
      </pc:sldChg>
      <pc:sldChg chg="addSp delSp modSp new mod modNotesTx">
        <pc:chgData name="Ella Vetter" userId="c6918cf5-f6c0-43cc-8499-a1f635017de9" providerId="ADAL" clId="{FA0E1AF2-DC0D-4463-B10F-F8984940A880}" dt="2020-08-26T11:46:11.793" v="5791" actId="20577"/>
        <pc:sldMkLst>
          <pc:docMk/>
          <pc:sldMk cId="2255646412" sldId="307"/>
        </pc:sldMkLst>
        <pc:spChg chg="mod">
          <ac:chgData name="Ella Vetter" userId="c6918cf5-f6c0-43cc-8499-a1f635017de9" providerId="ADAL" clId="{FA0E1AF2-DC0D-4463-B10F-F8984940A880}" dt="2020-08-25T00:10:57.294" v="1759" actId="20577"/>
          <ac:spMkLst>
            <pc:docMk/>
            <pc:sldMk cId="2255646412" sldId="307"/>
            <ac:spMk id="2" creationId="{A7CA5952-342D-443C-8A91-CAA26AAC77A0}"/>
          </ac:spMkLst>
        </pc:spChg>
        <pc:spChg chg="del">
          <ac:chgData name="Ella Vetter" userId="c6918cf5-f6c0-43cc-8499-a1f635017de9" providerId="ADAL" clId="{FA0E1AF2-DC0D-4463-B10F-F8984940A880}" dt="2020-08-25T00:10:59.049" v="1760"/>
          <ac:spMkLst>
            <pc:docMk/>
            <pc:sldMk cId="2255646412" sldId="307"/>
            <ac:spMk id="3" creationId="{B931F991-6A6D-431F-AE91-18B11EEC5187}"/>
          </ac:spMkLst>
        </pc:spChg>
        <pc:spChg chg="add mod">
          <ac:chgData name="Ella Vetter" userId="c6918cf5-f6c0-43cc-8499-a1f635017de9" providerId="ADAL" clId="{FA0E1AF2-DC0D-4463-B10F-F8984940A880}" dt="2020-08-26T11:46:11.793" v="5791" actId="20577"/>
          <ac:spMkLst>
            <pc:docMk/>
            <pc:sldMk cId="2255646412" sldId="307"/>
            <ac:spMk id="4" creationId="{C2F6BBDD-1C3B-4756-A6E4-887767A93D41}"/>
          </ac:spMkLst>
        </pc:spChg>
        <pc:picChg chg="add mod">
          <ac:chgData name="Ella Vetter" userId="c6918cf5-f6c0-43cc-8499-a1f635017de9" providerId="ADAL" clId="{FA0E1AF2-DC0D-4463-B10F-F8984940A880}" dt="2020-08-25T00:27:23.170" v="2084" actId="14100"/>
          <ac:picMkLst>
            <pc:docMk/>
            <pc:sldMk cId="2255646412" sldId="307"/>
            <ac:picMk id="6" creationId="{6CAAF85B-C341-494D-8B34-E2BD6C6097A4}"/>
          </ac:picMkLst>
        </pc:picChg>
      </pc:sldChg>
      <pc:sldChg chg="modSp add del mod">
        <pc:chgData name="Ella Vetter" userId="c6918cf5-f6c0-43cc-8499-a1f635017de9" providerId="ADAL" clId="{FA0E1AF2-DC0D-4463-B10F-F8984940A880}" dt="2020-08-25T00:24:26.775" v="2057" actId="47"/>
        <pc:sldMkLst>
          <pc:docMk/>
          <pc:sldMk cId="1945843813" sldId="308"/>
        </pc:sldMkLst>
        <pc:spChg chg="mod">
          <ac:chgData name="Ella Vetter" userId="c6918cf5-f6c0-43cc-8499-a1f635017de9" providerId="ADAL" clId="{FA0E1AF2-DC0D-4463-B10F-F8984940A880}" dt="2020-08-25T00:24:21.880" v="2053" actId="21"/>
          <ac:spMkLst>
            <pc:docMk/>
            <pc:sldMk cId="1945843813" sldId="308"/>
            <ac:spMk id="4" creationId="{C2F6BBDD-1C3B-4756-A6E4-887767A93D41}"/>
          </ac:spMkLst>
        </pc:spChg>
      </pc:sldChg>
      <pc:sldChg chg="modSp add mod">
        <pc:chgData name="Ella Vetter" userId="c6918cf5-f6c0-43cc-8499-a1f635017de9" providerId="ADAL" clId="{FA0E1AF2-DC0D-4463-B10F-F8984940A880}" dt="2020-08-25T02:54:23.594" v="4119" actId="20577"/>
        <pc:sldMkLst>
          <pc:docMk/>
          <pc:sldMk cId="1845744666" sldId="309"/>
        </pc:sldMkLst>
        <pc:spChg chg="mod">
          <ac:chgData name="Ella Vetter" userId="c6918cf5-f6c0-43cc-8499-a1f635017de9" providerId="ADAL" clId="{FA0E1AF2-DC0D-4463-B10F-F8984940A880}" dt="2020-08-25T02:54:23.594" v="4119" actId="20577"/>
          <ac:spMkLst>
            <pc:docMk/>
            <pc:sldMk cId="1845744666" sldId="309"/>
            <ac:spMk id="4" creationId="{C2F6BBDD-1C3B-4756-A6E4-887767A93D41}"/>
          </ac:spMkLst>
        </pc:spChg>
      </pc:sldChg>
      <pc:sldChg chg="addSp delSp modSp new mod">
        <pc:chgData name="Ella Vetter" userId="c6918cf5-f6c0-43cc-8499-a1f635017de9" providerId="ADAL" clId="{FA0E1AF2-DC0D-4463-B10F-F8984940A880}" dt="2020-08-25T19:21:53.415" v="5643" actId="20577"/>
        <pc:sldMkLst>
          <pc:docMk/>
          <pc:sldMk cId="1472949927" sldId="310"/>
        </pc:sldMkLst>
        <pc:spChg chg="mod">
          <ac:chgData name="Ella Vetter" userId="c6918cf5-f6c0-43cc-8499-a1f635017de9" providerId="ADAL" clId="{FA0E1AF2-DC0D-4463-B10F-F8984940A880}" dt="2020-08-25T00:20:34.388" v="2021"/>
          <ac:spMkLst>
            <pc:docMk/>
            <pc:sldMk cId="1472949927" sldId="310"/>
            <ac:spMk id="2" creationId="{D6A340BC-6E32-4540-83CF-CD17A18972A4}"/>
          </ac:spMkLst>
        </pc:spChg>
        <pc:spChg chg="mod">
          <ac:chgData name="Ella Vetter" userId="c6918cf5-f6c0-43cc-8499-a1f635017de9" providerId="ADAL" clId="{FA0E1AF2-DC0D-4463-B10F-F8984940A880}" dt="2020-08-25T19:21:53.415" v="5643" actId="20577"/>
          <ac:spMkLst>
            <pc:docMk/>
            <pc:sldMk cId="1472949927" sldId="310"/>
            <ac:spMk id="3" creationId="{1EE2E636-4A45-4B16-95DE-31517C3D0099}"/>
          </ac:spMkLst>
        </pc:spChg>
        <pc:picChg chg="add del mod">
          <ac:chgData name="Ella Vetter" userId="c6918cf5-f6c0-43cc-8499-a1f635017de9" providerId="ADAL" clId="{FA0E1AF2-DC0D-4463-B10F-F8984940A880}" dt="2020-08-25T00:25:18.006" v="2063" actId="478"/>
          <ac:picMkLst>
            <pc:docMk/>
            <pc:sldMk cId="1472949927" sldId="310"/>
            <ac:picMk id="5" creationId="{3C9317A5-85AA-4A7D-9C17-56E2935AC958}"/>
          </ac:picMkLst>
        </pc:picChg>
        <pc:picChg chg="add mod">
          <ac:chgData name="Ella Vetter" userId="c6918cf5-f6c0-43cc-8499-a1f635017de9" providerId="ADAL" clId="{FA0E1AF2-DC0D-4463-B10F-F8984940A880}" dt="2020-08-25T00:25:20.048" v="2065" actId="1076"/>
          <ac:picMkLst>
            <pc:docMk/>
            <pc:sldMk cId="1472949927" sldId="310"/>
            <ac:picMk id="7" creationId="{5A4D9241-C897-4718-AB7D-6D9E667717F6}"/>
          </ac:picMkLst>
        </pc:picChg>
      </pc:sldChg>
      <pc:sldChg chg="addSp delSp modSp new del mod ord modShow">
        <pc:chgData name="Ella Vetter" userId="c6918cf5-f6c0-43cc-8499-a1f635017de9" providerId="ADAL" clId="{FA0E1AF2-DC0D-4463-B10F-F8984940A880}" dt="2020-08-25T00:54:57.378" v="3104" actId="47"/>
        <pc:sldMkLst>
          <pc:docMk/>
          <pc:sldMk cId="2913271527" sldId="311"/>
        </pc:sldMkLst>
        <pc:spChg chg="mod">
          <ac:chgData name="Ella Vetter" userId="c6918cf5-f6c0-43cc-8499-a1f635017de9" providerId="ADAL" clId="{FA0E1AF2-DC0D-4463-B10F-F8984940A880}" dt="2020-08-25T00:45:09.038" v="2704" actId="20577"/>
          <ac:spMkLst>
            <pc:docMk/>
            <pc:sldMk cId="2913271527" sldId="311"/>
            <ac:spMk id="2" creationId="{2B6B49B9-350B-4FB3-86E1-680DA898D151}"/>
          </ac:spMkLst>
        </pc:spChg>
        <pc:spChg chg="del mod">
          <ac:chgData name="Ella Vetter" userId="c6918cf5-f6c0-43cc-8499-a1f635017de9" providerId="ADAL" clId="{FA0E1AF2-DC0D-4463-B10F-F8984940A880}" dt="2020-08-25T00:29:46.012" v="2148" actId="478"/>
          <ac:spMkLst>
            <pc:docMk/>
            <pc:sldMk cId="2913271527" sldId="311"/>
            <ac:spMk id="3" creationId="{2C717855-6C03-4CA3-90EF-8A5731EB5D37}"/>
          </ac:spMkLst>
        </pc:spChg>
        <pc:spChg chg="add del mod">
          <ac:chgData name="Ella Vetter" userId="c6918cf5-f6c0-43cc-8499-a1f635017de9" providerId="ADAL" clId="{FA0E1AF2-DC0D-4463-B10F-F8984940A880}" dt="2020-08-25T00:29:41.898" v="2145"/>
          <ac:spMkLst>
            <pc:docMk/>
            <pc:sldMk cId="2913271527" sldId="311"/>
            <ac:spMk id="4" creationId="{0856EF28-634C-470C-88BF-854950A2A6C6}"/>
          </ac:spMkLst>
        </pc:spChg>
        <pc:spChg chg="add mod">
          <ac:chgData name="Ella Vetter" userId="c6918cf5-f6c0-43cc-8499-a1f635017de9" providerId="ADAL" clId="{FA0E1AF2-DC0D-4463-B10F-F8984940A880}" dt="2020-08-25T00:33:03.278" v="2297" actId="20577"/>
          <ac:spMkLst>
            <pc:docMk/>
            <pc:sldMk cId="2913271527" sldId="311"/>
            <ac:spMk id="5" creationId="{9A3E3EE8-3C1D-49F8-BA94-A9762414A6A0}"/>
          </ac:spMkLst>
        </pc:spChg>
        <pc:spChg chg="add del mod">
          <ac:chgData name="Ella Vetter" userId="c6918cf5-f6c0-43cc-8499-a1f635017de9" providerId="ADAL" clId="{FA0E1AF2-DC0D-4463-B10F-F8984940A880}" dt="2020-08-25T00:29:47.933" v="2149" actId="478"/>
          <ac:spMkLst>
            <pc:docMk/>
            <pc:sldMk cId="2913271527" sldId="311"/>
            <ac:spMk id="7" creationId="{B7C148C1-43D9-416A-8215-ECB50FCB42C5}"/>
          </ac:spMkLst>
        </pc:spChg>
        <pc:picChg chg="add mod">
          <ac:chgData name="Ella Vetter" userId="c6918cf5-f6c0-43cc-8499-a1f635017de9" providerId="ADAL" clId="{FA0E1AF2-DC0D-4463-B10F-F8984940A880}" dt="2020-08-25T00:32:28.295" v="2260" actId="1076"/>
          <ac:picMkLst>
            <pc:docMk/>
            <pc:sldMk cId="2913271527" sldId="311"/>
            <ac:picMk id="9" creationId="{D6C4E55A-BB76-4827-8A3F-CF046EBABEAB}"/>
          </ac:picMkLst>
        </pc:picChg>
      </pc:sldChg>
      <pc:sldChg chg="delSp modSp add del mod">
        <pc:chgData name="Ella Vetter" userId="c6918cf5-f6c0-43cc-8499-a1f635017de9" providerId="ADAL" clId="{FA0E1AF2-DC0D-4463-B10F-F8984940A880}" dt="2020-08-25T00:41:26.811" v="2527" actId="47"/>
        <pc:sldMkLst>
          <pc:docMk/>
          <pc:sldMk cId="1056571804" sldId="312"/>
        </pc:sldMkLst>
        <pc:spChg chg="mod">
          <ac:chgData name="Ella Vetter" userId="c6918cf5-f6c0-43cc-8499-a1f635017de9" providerId="ADAL" clId="{FA0E1AF2-DC0D-4463-B10F-F8984940A880}" dt="2020-08-25T00:34:20.570" v="2324" actId="11"/>
          <ac:spMkLst>
            <pc:docMk/>
            <pc:sldMk cId="1056571804" sldId="312"/>
            <ac:spMk id="5" creationId="{9A3E3EE8-3C1D-49F8-BA94-A9762414A6A0}"/>
          </ac:spMkLst>
        </pc:spChg>
        <pc:picChg chg="del">
          <ac:chgData name="Ella Vetter" userId="c6918cf5-f6c0-43cc-8499-a1f635017de9" providerId="ADAL" clId="{FA0E1AF2-DC0D-4463-B10F-F8984940A880}" dt="2020-08-25T00:33:19.816" v="2317" actId="478"/>
          <ac:picMkLst>
            <pc:docMk/>
            <pc:sldMk cId="1056571804" sldId="312"/>
            <ac:picMk id="9" creationId="{D6C4E55A-BB76-4827-8A3F-CF046EBABEAB}"/>
          </ac:picMkLst>
        </pc:picChg>
      </pc:sldChg>
      <pc:sldChg chg="modSp add mod">
        <pc:chgData name="Ella Vetter" userId="c6918cf5-f6c0-43cc-8499-a1f635017de9" providerId="ADAL" clId="{FA0E1AF2-DC0D-4463-B10F-F8984940A880}" dt="2020-08-25T00:44:12.233" v="2658" actId="20577"/>
        <pc:sldMkLst>
          <pc:docMk/>
          <pc:sldMk cId="2164022111" sldId="312"/>
        </pc:sldMkLst>
        <pc:spChg chg="mod">
          <ac:chgData name="Ella Vetter" userId="c6918cf5-f6c0-43cc-8499-a1f635017de9" providerId="ADAL" clId="{FA0E1AF2-DC0D-4463-B10F-F8984940A880}" dt="2020-08-25T00:44:12.233" v="2658" actId="20577"/>
          <ac:spMkLst>
            <pc:docMk/>
            <pc:sldMk cId="2164022111" sldId="312"/>
            <ac:spMk id="2" creationId="{BD0A18F3-9F12-464B-BC50-F741E79EDDDA}"/>
          </ac:spMkLst>
        </pc:spChg>
      </pc:sldChg>
      <pc:sldChg chg="add del">
        <pc:chgData name="Ella Vetter" userId="c6918cf5-f6c0-43cc-8499-a1f635017de9" providerId="ADAL" clId="{FA0E1AF2-DC0D-4463-B10F-F8984940A880}" dt="2020-08-25T00:41:21.946" v="2525" actId="47"/>
        <pc:sldMkLst>
          <pc:docMk/>
          <pc:sldMk cId="531892922" sldId="313"/>
        </pc:sldMkLst>
      </pc:sldChg>
      <pc:sldChg chg="modSp add mod modNotesTx">
        <pc:chgData name="Ella Vetter" userId="c6918cf5-f6c0-43cc-8499-a1f635017de9" providerId="ADAL" clId="{FA0E1AF2-DC0D-4463-B10F-F8984940A880}" dt="2020-08-25T12:50:09.267" v="5054" actId="13926"/>
        <pc:sldMkLst>
          <pc:docMk/>
          <pc:sldMk cId="583338459" sldId="313"/>
        </pc:sldMkLst>
        <pc:spChg chg="mod">
          <ac:chgData name="Ella Vetter" userId="c6918cf5-f6c0-43cc-8499-a1f635017de9" providerId="ADAL" clId="{FA0E1AF2-DC0D-4463-B10F-F8984940A880}" dt="2020-08-25T12:50:09.267" v="5054" actId="13926"/>
          <ac:spMkLst>
            <pc:docMk/>
            <pc:sldMk cId="583338459" sldId="313"/>
            <ac:spMk id="2" creationId="{BD0A18F3-9F12-464B-BC50-F741E79EDDDA}"/>
          </ac:spMkLst>
        </pc:spChg>
      </pc:sldChg>
      <pc:sldChg chg="addSp modSp new mod">
        <pc:chgData name="Ella Vetter" userId="c6918cf5-f6c0-43cc-8499-a1f635017de9" providerId="ADAL" clId="{FA0E1AF2-DC0D-4463-B10F-F8984940A880}" dt="2020-08-25T14:26:31.746" v="5620" actId="20577"/>
        <pc:sldMkLst>
          <pc:docMk/>
          <pc:sldMk cId="1926348322" sldId="314"/>
        </pc:sldMkLst>
        <pc:spChg chg="mod">
          <ac:chgData name="Ella Vetter" userId="c6918cf5-f6c0-43cc-8499-a1f635017de9" providerId="ADAL" clId="{FA0E1AF2-DC0D-4463-B10F-F8984940A880}" dt="2020-08-25T00:45:22.446" v="2736" actId="20577"/>
          <ac:spMkLst>
            <pc:docMk/>
            <pc:sldMk cId="1926348322" sldId="314"/>
            <ac:spMk id="2" creationId="{8A9E6F8E-2CFB-46C6-9CB4-684F9DB0C7C6}"/>
          </ac:spMkLst>
        </pc:spChg>
        <pc:spChg chg="mod">
          <ac:chgData name="Ella Vetter" userId="c6918cf5-f6c0-43cc-8499-a1f635017de9" providerId="ADAL" clId="{FA0E1AF2-DC0D-4463-B10F-F8984940A880}" dt="2020-08-25T14:26:31.746" v="5620" actId="20577"/>
          <ac:spMkLst>
            <pc:docMk/>
            <pc:sldMk cId="1926348322" sldId="314"/>
            <ac:spMk id="3" creationId="{B35256F5-6094-4A46-A183-82855CA64831}"/>
          </ac:spMkLst>
        </pc:spChg>
        <pc:picChg chg="add mod">
          <ac:chgData name="Ella Vetter" userId="c6918cf5-f6c0-43cc-8499-a1f635017de9" providerId="ADAL" clId="{FA0E1AF2-DC0D-4463-B10F-F8984940A880}" dt="2020-08-25T00:47:55.781" v="2783" actId="1076"/>
          <ac:picMkLst>
            <pc:docMk/>
            <pc:sldMk cId="1926348322" sldId="314"/>
            <ac:picMk id="5" creationId="{E38708E1-2D31-4B49-9897-4EB86CCB267B}"/>
          </ac:picMkLst>
        </pc:picChg>
      </pc:sldChg>
      <pc:sldChg chg="add del">
        <pc:chgData name="Ella Vetter" userId="c6918cf5-f6c0-43cc-8499-a1f635017de9" providerId="ADAL" clId="{FA0E1AF2-DC0D-4463-B10F-F8984940A880}" dt="2020-08-25T00:41:22.980" v="2526" actId="47"/>
        <pc:sldMkLst>
          <pc:docMk/>
          <pc:sldMk cId="2995252043" sldId="314"/>
        </pc:sldMkLst>
      </pc:sldChg>
      <pc:sldChg chg="addSp delSp modSp add mod">
        <pc:chgData name="Ella Vetter" userId="c6918cf5-f6c0-43cc-8499-a1f635017de9" providerId="ADAL" clId="{FA0E1AF2-DC0D-4463-B10F-F8984940A880}" dt="2020-08-26T11:43:20.920" v="5776" actId="20577"/>
        <pc:sldMkLst>
          <pc:docMk/>
          <pc:sldMk cId="660170791" sldId="315"/>
        </pc:sldMkLst>
        <pc:spChg chg="del mod">
          <ac:chgData name="Ella Vetter" userId="c6918cf5-f6c0-43cc-8499-a1f635017de9" providerId="ADAL" clId="{FA0E1AF2-DC0D-4463-B10F-F8984940A880}" dt="2020-08-25T00:51:38.547" v="2930" actId="478"/>
          <ac:spMkLst>
            <pc:docMk/>
            <pc:sldMk cId="660170791" sldId="315"/>
            <ac:spMk id="3" creationId="{B35256F5-6094-4A46-A183-82855CA64831}"/>
          </ac:spMkLst>
        </pc:spChg>
        <pc:spChg chg="add mod">
          <ac:chgData name="Ella Vetter" userId="c6918cf5-f6c0-43cc-8499-a1f635017de9" providerId="ADAL" clId="{FA0E1AF2-DC0D-4463-B10F-F8984940A880}" dt="2020-08-26T11:43:20.920" v="5776" actId="20577"/>
          <ac:spMkLst>
            <pc:docMk/>
            <pc:sldMk cId="660170791" sldId="315"/>
            <ac:spMk id="6" creationId="{66F4CC2B-E1FF-4E56-8804-4C4B371960E9}"/>
          </ac:spMkLst>
        </pc:spChg>
        <pc:picChg chg="add mod">
          <ac:chgData name="Ella Vetter" userId="c6918cf5-f6c0-43cc-8499-a1f635017de9" providerId="ADAL" clId="{FA0E1AF2-DC0D-4463-B10F-F8984940A880}" dt="2020-08-26T11:29:07.979" v="5686" actId="14100"/>
          <ac:picMkLst>
            <pc:docMk/>
            <pc:sldMk cId="660170791" sldId="315"/>
            <ac:picMk id="4" creationId="{A883C7E4-7900-4CAF-82CC-09D56E6C130F}"/>
          </ac:picMkLst>
        </pc:picChg>
        <pc:picChg chg="del">
          <ac:chgData name="Ella Vetter" userId="c6918cf5-f6c0-43cc-8499-a1f635017de9" providerId="ADAL" clId="{FA0E1AF2-DC0D-4463-B10F-F8984940A880}" dt="2020-08-25T00:48:27.164" v="2825" actId="478"/>
          <ac:picMkLst>
            <pc:docMk/>
            <pc:sldMk cId="660170791" sldId="315"/>
            <ac:picMk id="5" creationId="{E38708E1-2D31-4B49-9897-4EB86CCB267B}"/>
          </ac:picMkLst>
        </pc:picChg>
        <pc:picChg chg="add del mod">
          <ac:chgData name="Ella Vetter" userId="c6918cf5-f6c0-43cc-8499-a1f635017de9" providerId="ADAL" clId="{FA0E1AF2-DC0D-4463-B10F-F8984940A880}" dt="2020-08-26T11:29:03.247" v="5683" actId="478"/>
          <ac:picMkLst>
            <pc:docMk/>
            <pc:sldMk cId="660170791" sldId="315"/>
            <ac:picMk id="8" creationId="{FDB33DE6-97D7-4012-81E1-13282726CB8F}"/>
          </ac:picMkLst>
        </pc:picChg>
      </pc:sldChg>
      <pc:sldChg chg="addSp modSp new mod modNotesTx">
        <pc:chgData name="Ella Vetter" userId="c6918cf5-f6c0-43cc-8499-a1f635017de9" providerId="ADAL" clId="{FA0E1AF2-DC0D-4463-B10F-F8984940A880}" dt="2020-08-25T02:44:02.886" v="3920" actId="20577"/>
        <pc:sldMkLst>
          <pc:docMk/>
          <pc:sldMk cId="2996801013" sldId="316"/>
        </pc:sldMkLst>
        <pc:spChg chg="mod">
          <ac:chgData name="Ella Vetter" userId="c6918cf5-f6c0-43cc-8499-a1f635017de9" providerId="ADAL" clId="{FA0E1AF2-DC0D-4463-B10F-F8984940A880}" dt="2020-08-25T00:52:21.671" v="2951" actId="20577"/>
          <ac:spMkLst>
            <pc:docMk/>
            <pc:sldMk cId="2996801013" sldId="316"/>
            <ac:spMk id="2" creationId="{25E9A656-E062-4FD3-9756-BE4C804FEDB3}"/>
          </ac:spMkLst>
        </pc:spChg>
        <pc:spChg chg="mod">
          <ac:chgData name="Ella Vetter" userId="c6918cf5-f6c0-43cc-8499-a1f635017de9" providerId="ADAL" clId="{FA0E1AF2-DC0D-4463-B10F-F8984940A880}" dt="2020-08-25T02:44:02.886" v="3920" actId="20577"/>
          <ac:spMkLst>
            <pc:docMk/>
            <pc:sldMk cId="2996801013" sldId="316"/>
            <ac:spMk id="3" creationId="{041D95EE-D09C-4207-BEDE-1A4C667A2A62}"/>
          </ac:spMkLst>
        </pc:spChg>
        <pc:picChg chg="add mod">
          <ac:chgData name="Ella Vetter" userId="c6918cf5-f6c0-43cc-8499-a1f635017de9" providerId="ADAL" clId="{FA0E1AF2-DC0D-4463-B10F-F8984940A880}" dt="2020-08-25T00:54:34.198" v="3078" actId="14100"/>
          <ac:picMkLst>
            <pc:docMk/>
            <pc:sldMk cId="2996801013" sldId="316"/>
            <ac:picMk id="5" creationId="{D7915760-9EAD-4F38-A200-4FA28D5A60DF}"/>
          </ac:picMkLst>
        </pc:picChg>
      </pc:sldChg>
      <pc:sldChg chg="addSp delSp modSp add mod modNotesTx">
        <pc:chgData name="Ella Vetter" userId="c6918cf5-f6c0-43cc-8499-a1f635017de9" providerId="ADAL" clId="{FA0E1AF2-DC0D-4463-B10F-F8984940A880}" dt="2020-08-26T11:43:49.699" v="5780" actId="20577"/>
        <pc:sldMkLst>
          <pc:docMk/>
          <pc:sldMk cId="1211612193" sldId="317"/>
        </pc:sldMkLst>
        <pc:spChg chg="mod">
          <ac:chgData name="Ella Vetter" userId="c6918cf5-f6c0-43cc-8499-a1f635017de9" providerId="ADAL" clId="{FA0E1AF2-DC0D-4463-B10F-F8984940A880}" dt="2020-08-26T11:43:49.699" v="5780" actId="20577"/>
          <ac:spMkLst>
            <pc:docMk/>
            <pc:sldMk cId="1211612193" sldId="317"/>
            <ac:spMk id="3" creationId="{041D95EE-D09C-4207-BEDE-1A4C667A2A62}"/>
          </ac:spMkLst>
        </pc:spChg>
        <pc:grpChg chg="add del mod">
          <ac:chgData name="Ella Vetter" userId="c6918cf5-f6c0-43cc-8499-a1f635017de9" providerId="ADAL" clId="{FA0E1AF2-DC0D-4463-B10F-F8984940A880}" dt="2020-08-26T11:19:53.718" v="5664" actId="478"/>
          <ac:grpSpMkLst>
            <pc:docMk/>
            <pc:sldMk cId="1211612193" sldId="317"/>
            <ac:grpSpMk id="9" creationId="{C595B669-673D-4A29-A414-E18C1286C77A}"/>
          </ac:grpSpMkLst>
        </pc:grpChg>
        <pc:picChg chg="add mod">
          <ac:chgData name="Ella Vetter" userId="c6918cf5-f6c0-43cc-8499-a1f635017de9" providerId="ADAL" clId="{FA0E1AF2-DC0D-4463-B10F-F8984940A880}" dt="2020-08-26T11:19:58.008" v="5666" actId="1076"/>
          <ac:picMkLst>
            <pc:docMk/>
            <pc:sldMk cId="1211612193" sldId="317"/>
            <ac:picMk id="5" creationId="{245EA773-6660-4AA1-9663-7649AD8254EF}"/>
          </ac:picMkLst>
        </pc:picChg>
        <pc:picChg chg="del">
          <ac:chgData name="Ella Vetter" userId="c6918cf5-f6c0-43cc-8499-a1f635017de9" providerId="ADAL" clId="{FA0E1AF2-DC0D-4463-B10F-F8984940A880}" dt="2020-08-25T00:55:02.889" v="3107" actId="478"/>
          <ac:picMkLst>
            <pc:docMk/>
            <pc:sldMk cId="1211612193" sldId="317"/>
            <ac:picMk id="5" creationId="{D7915760-9EAD-4F38-A200-4FA28D5A60DF}"/>
          </ac:picMkLst>
        </pc:picChg>
        <pc:picChg chg="add mod modCrop">
          <ac:chgData name="Ella Vetter" userId="c6918cf5-f6c0-43cc-8499-a1f635017de9" providerId="ADAL" clId="{FA0E1AF2-DC0D-4463-B10F-F8984940A880}" dt="2020-08-25T00:55:45.266" v="3120" actId="164"/>
          <ac:picMkLst>
            <pc:docMk/>
            <pc:sldMk cId="1211612193" sldId="317"/>
            <ac:picMk id="6" creationId="{36643EB5-16B2-424E-80F1-E9E008E9ED51}"/>
          </ac:picMkLst>
        </pc:picChg>
        <pc:picChg chg="add mod modCrop">
          <ac:chgData name="Ella Vetter" userId="c6918cf5-f6c0-43cc-8499-a1f635017de9" providerId="ADAL" clId="{FA0E1AF2-DC0D-4463-B10F-F8984940A880}" dt="2020-08-25T00:55:45.266" v="3120" actId="164"/>
          <ac:picMkLst>
            <pc:docMk/>
            <pc:sldMk cId="1211612193" sldId="317"/>
            <ac:picMk id="8" creationId="{D6C181B9-2066-4F18-9854-A1EC57D7DC9C}"/>
          </ac:picMkLst>
        </pc:picChg>
      </pc:sldChg>
      <pc:sldChg chg="addSp delSp modSp new mod modNotesTx">
        <pc:chgData name="Ella Vetter" userId="c6918cf5-f6c0-43cc-8499-a1f635017de9" providerId="ADAL" clId="{FA0E1AF2-DC0D-4463-B10F-F8984940A880}" dt="2020-08-26T11:49:58.092" v="5797" actId="20577"/>
        <pc:sldMkLst>
          <pc:docMk/>
          <pc:sldMk cId="1489422014" sldId="318"/>
        </pc:sldMkLst>
        <pc:spChg chg="mod">
          <ac:chgData name="Ella Vetter" userId="c6918cf5-f6c0-43cc-8499-a1f635017de9" providerId="ADAL" clId="{FA0E1AF2-DC0D-4463-B10F-F8984940A880}" dt="2020-08-25T03:02:29.548" v="4254" actId="13926"/>
          <ac:spMkLst>
            <pc:docMk/>
            <pc:sldMk cId="1489422014" sldId="318"/>
            <ac:spMk id="2" creationId="{D355530A-BE1E-4150-9837-89D64A249CEB}"/>
          </ac:spMkLst>
        </pc:spChg>
        <pc:spChg chg="del">
          <ac:chgData name="Ella Vetter" userId="c6918cf5-f6c0-43cc-8499-a1f635017de9" providerId="ADAL" clId="{FA0E1AF2-DC0D-4463-B10F-F8984940A880}" dt="2020-08-25T02:58:49.238" v="4213" actId="478"/>
          <ac:spMkLst>
            <pc:docMk/>
            <pc:sldMk cId="1489422014" sldId="318"/>
            <ac:spMk id="3" creationId="{FAD1AF74-BBD2-4D27-9449-C2EFC28A8F7E}"/>
          </ac:spMkLst>
        </pc:spChg>
        <pc:spChg chg="add mod">
          <ac:chgData name="Ella Vetter" userId="c6918cf5-f6c0-43cc-8499-a1f635017de9" providerId="ADAL" clId="{FA0E1AF2-DC0D-4463-B10F-F8984940A880}" dt="2020-08-26T11:49:58.092" v="5797" actId="20577"/>
          <ac:spMkLst>
            <pc:docMk/>
            <pc:sldMk cId="1489422014" sldId="318"/>
            <ac:spMk id="6" creationId="{65048D7C-D12F-4121-A3AA-FFE82FDB490E}"/>
          </ac:spMkLst>
        </pc:spChg>
        <pc:picChg chg="add mod">
          <ac:chgData name="Ella Vetter" userId="c6918cf5-f6c0-43cc-8499-a1f635017de9" providerId="ADAL" clId="{FA0E1AF2-DC0D-4463-B10F-F8984940A880}" dt="2020-08-25T00:56:05.383" v="3125" actId="1076"/>
          <ac:picMkLst>
            <pc:docMk/>
            <pc:sldMk cId="1489422014" sldId="318"/>
            <ac:picMk id="5" creationId="{6FB4CB7E-ACE9-4DA0-911F-5DC49099843D}"/>
          </ac:picMkLst>
        </pc:picChg>
      </pc:sldChg>
      <pc:sldChg chg="addSp modSp new mod">
        <pc:chgData name="Ella Vetter" userId="c6918cf5-f6c0-43cc-8499-a1f635017de9" providerId="ADAL" clId="{FA0E1AF2-DC0D-4463-B10F-F8984940A880}" dt="2020-08-25T03:11:08.876" v="4347" actId="1036"/>
        <pc:sldMkLst>
          <pc:docMk/>
          <pc:sldMk cId="1336675675" sldId="319"/>
        </pc:sldMkLst>
        <pc:spChg chg="mod">
          <ac:chgData name="Ella Vetter" userId="c6918cf5-f6c0-43cc-8499-a1f635017de9" providerId="ADAL" clId="{FA0E1AF2-DC0D-4463-B10F-F8984940A880}" dt="2020-08-25T02:49:03.832" v="3969" actId="13926"/>
          <ac:spMkLst>
            <pc:docMk/>
            <pc:sldMk cId="1336675675" sldId="319"/>
            <ac:spMk id="2" creationId="{131A747B-C1E0-4C98-A3EF-AA8CFF1707F8}"/>
          </ac:spMkLst>
        </pc:spChg>
        <pc:spChg chg="mod">
          <ac:chgData name="Ella Vetter" userId="c6918cf5-f6c0-43cc-8499-a1f635017de9" providerId="ADAL" clId="{FA0E1AF2-DC0D-4463-B10F-F8984940A880}" dt="2020-08-25T02:49:01.230" v="3968" actId="13926"/>
          <ac:spMkLst>
            <pc:docMk/>
            <pc:sldMk cId="1336675675" sldId="319"/>
            <ac:spMk id="3" creationId="{4408E174-328E-4B92-BC2F-D7C003C5E78E}"/>
          </ac:spMkLst>
        </pc:spChg>
        <pc:picChg chg="add mod">
          <ac:chgData name="Ella Vetter" userId="c6918cf5-f6c0-43cc-8499-a1f635017de9" providerId="ADAL" clId="{FA0E1AF2-DC0D-4463-B10F-F8984940A880}" dt="2020-08-25T03:11:08.876" v="4347" actId="1036"/>
          <ac:picMkLst>
            <pc:docMk/>
            <pc:sldMk cId="1336675675" sldId="319"/>
            <ac:picMk id="5" creationId="{7088D506-0359-40DB-BEB9-357E55F4013A}"/>
          </ac:picMkLst>
        </pc:picChg>
      </pc:sldChg>
      <pc:sldChg chg="addSp delSp modSp add mod">
        <pc:chgData name="Ella Vetter" userId="c6918cf5-f6c0-43cc-8499-a1f635017de9" providerId="ADAL" clId="{FA0E1AF2-DC0D-4463-B10F-F8984940A880}" dt="2020-08-26T11:43:24.904" v="5777" actId="20577"/>
        <pc:sldMkLst>
          <pc:docMk/>
          <pc:sldMk cId="355661852" sldId="320"/>
        </pc:sldMkLst>
        <pc:spChg chg="mod">
          <ac:chgData name="Ella Vetter" userId="c6918cf5-f6c0-43cc-8499-a1f635017de9" providerId="ADAL" clId="{FA0E1AF2-DC0D-4463-B10F-F8984940A880}" dt="2020-08-26T11:43:24.904" v="5777" actId="20577"/>
          <ac:spMkLst>
            <pc:docMk/>
            <pc:sldMk cId="355661852" sldId="320"/>
            <ac:spMk id="6" creationId="{66F4CC2B-E1FF-4E56-8804-4C4B371960E9}"/>
          </ac:spMkLst>
        </pc:spChg>
        <pc:grpChg chg="add del mod">
          <ac:chgData name="Ella Vetter" userId="c6918cf5-f6c0-43cc-8499-a1f635017de9" providerId="ADAL" clId="{FA0E1AF2-DC0D-4463-B10F-F8984940A880}" dt="2020-08-26T11:37:00.049" v="5710" actId="478"/>
          <ac:grpSpMkLst>
            <pc:docMk/>
            <pc:sldMk cId="355661852" sldId="320"/>
            <ac:grpSpMk id="18" creationId="{EFD8594F-03FE-47D6-88FE-8E7020E608A3}"/>
          </ac:grpSpMkLst>
        </pc:grpChg>
        <pc:picChg chg="add del mod">
          <ac:chgData name="Ella Vetter" userId="c6918cf5-f6c0-43cc-8499-a1f635017de9" providerId="ADAL" clId="{FA0E1AF2-DC0D-4463-B10F-F8984940A880}" dt="2020-08-25T02:22:31.536" v="3603" actId="478"/>
          <ac:picMkLst>
            <pc:docMk/>
            <pc:sldMk cId="355661852" sldId="320"/>
            <ac:picMk id="4" creationId="{0A416AFD-082E-4E2F-B409-F0236EA84A17}"/>
          </ac:picMkLst>
        </pc:picChg>
        <pc:picChg chg="add mod">
          <ac:chgData name="Ella Vetter" userId="c6918cf5-f6c0-43cc-8499-a1f635017de9" providerId="ADAL" clId="{FA0E1AF2-DC0D-4463-B10F-F8984940A880}" dt="2020-08-26T11:37:04.330" v="5713" actId="1076"/>
          <ac:picMkLst>
            <pc:docMk/>
            <pc:sldMk cId="355661852" sldId="320"/>
            <ac:picMk id="4" creationId="{6B9AAF1A-EFD9-4A0A-A7F0-48D76318A6C1}"/>
          </ac:picMkLst>
        </pc:picChg>
        <pc:picChg chg="add del mod">
          <ac:chgData name="Ella Vetter" userId="c6918cf5-f6c0-43cc-8499-a1f635017de9" providerId="ADAL" clId="{FA0E1AF2-DC0D-4463-B10F-F8984940A880}" dt="2020-08-25T02:22:32.793" v="3604" actId="478"/>
          <ac:picMkLst>
            <pc:docMk/>
            <pc:sldMk cId="355661852" sldId="320"/>
            <ac:picMk id="7" creationId="{00D12E5D-FD60-40A5-952C-F3EC23F06DD0}"/>
          </ac:picMkLst>
        </pc:picChg>
        <pc:picChg chg="del">
          <ac:chgData name="Ella Vetter" userId="c6918cf5-f6c0-43cc-8499-a1f635017de9" providerId="ADAL" clId="{FA0E1AF2-DC0D-4463-B10F-F8984940A880}" dt="2020-08-25T02:13:48.672" v="3324" actId="478"/>
          <ac:picMkLst>
            <pc:docMk/>
            <pc:sldMk cId="355661852" sldId="320"/>
            <ac:picMk id="8" creationId="{FDB33DE6-97D7-4012-81E1-13282726CB8F}"/>
          </ac:picMkLst>
        </pc:picChg>
        <pc:picChg chg="add mod modCrop">
          <ac:chgData name="Ella Vetter" userId="c6918cf5-f6c0-43cc-8499-a1f635017de9" providerId="ADAL" clId="{FA0E1AF2-DC0D-4463-B10F-F8984940A880}" dt="2020-08-25T02:24:58.238" v="3718" actId="164"/>
          <ac:picMkLst>
            <pc:docMk/>
            <pc:sldMk cId="355661852" sldId="320"/>
            <ac:picMk id="10" creationId="{58BD3896-4F1F-4F1F-BEE1-58ACB641FB4E}"/>
          </ac:picMkLst>
        </pc:picChg>
        <pc:picChg chg="add mod modCrop">
          <ac:chgData name="Ella Vetter" userId="c6918cf5-f6c0-43cc-8499-a1f635017de9" providerId="ADAL" clId="{FA0E1AF2-DC0D-4463-B10F-F8984940A880}" dt="2020-08-25T02:24:58.238" v="3718" actId="164"/>
          <ac:picMkLst>
            <pc:docMk/>
            <pc:sldMk cId="355661852" sldId="320"/>
            <ac:picMk id="12" creationId="{953E2D77-FB90-41AF-92E8-D35185BB347E}"/>
          </ac:picMkLst>
        </pc:picChg>
        <pc:picChg chg="add mod modCrop">
          <ac:chgData name="Ella Vetter" userId="c6918cf5-f6c0-43cc-8499-a1f635017de9" providerId="ADAL" clId="{FA0E1AF2-DC0D-4463-B10F-F8984940A880}" dt="2020-08-25T02:24:58.238" v="3718" actId="164"/>
          <ac:picMkLst>
            <pc:docMk/>
            <pc:sldMk cId="355661852" sldId="320"/>
            <ac:picMk id="14" creationId="{25FB3FD6-3470-48AA-A6FE-CA1A0AD90A61}"/>
          </ac:picMkLst>
        </pc:picChg>
        <pc:picChg chg="add mod">
          <ac:chgData name="Ella Vetter" userId="c6918cf5-f6c0-43cc-8499-a1f635017de9" providerId="ADAL" clId="{FA0E1AF2-DC0D-4463-B10F-F8984940A880}" dt="2020-08-25T02:22:39.759" v="3610" actId="571"/>
          <ac:picMkLst>
            <pc:docMk/>
            <pc:sldMk cId="355661852" sldId="320"/>
            <ac:picMk id="15" creationId="{6F9F5964-1D23-4505-B1B8-568B46D1A51B}"/>
          </ac:picMkLst>
        </pc:picChg>
        <pc:picChg chg="add mod modCrop">
          <ac:chgData name="Ella Vetter" userId="c6918cf5-f6c0-43cc-8499-a1f635017de9" providerId="ADAL" clId="{FA0E1AF2-DC0D-4463-B10F-F8984940A880}" dt="2020-08-25T02:24:58.238" v="3718" actId="164"/>
          <ac:picMkLst>
            <pc:docMk/>
            <pc:sldMk cId="355661852" sldId="320"/>
            <ac:picMk id="17" creationId="{C99A00D8-FCF7-4A03-A669-A9F3B39311AD}"/>
          </ac:picMkLst>
        </pc:picChg>
      </pc:sldChg>
      <pc:sldChg chg="addSp delSp modSp add mod addCm delCm">
        <pc:chgData name="Ella Vetter" userId="c6918cf5-f6c0-43cc-8499-a1f635017de9" providerId="ADAL" clId="{FA0E1AF2-DC0D-4463-B10F-F8984940A880}" dt="2020-08-26T11:47:28.105" v="5792" actId="20577"/>
        <pc:sldMkLst>
          <pc:docMk/>
          <pc:sldMk cId="3742540212" sldId="321"/>
        </pc:sldMkLst>
        <pc:spChg chg="mod">
          <ac:chgData name="Ella Vetter" userId="c6918cf5-f6c0-43cc-8499-a1f635017de9" providerId="ADAL" clId="{FA0E1AF2-DC0D-4463-B10F-F8984940A880}" dt="2020-08-26T11:47:28.105" v="5792" actId="20577"/>
          <ac:spMkLst>
            <pc:docMk/>
            <pc:sldMk cId="3742540212" sldId="321"/>
            <ac:spMk id="6" creationId="{66F4CC2B-E1FF-4E56-8804-4C4B371960E9}"/>
          </ac:spMkLst>
        </pc:spChg>
        <pc:grpChg chg="add del mod">
          <ac:chgData name="Ella Vetter" userId="c6918cf5-f6c0-43cc-8499-a1f635017de9" providerId="ADAL" clId="{FA0E1AF2-DC0D-4463-B10F-F8984940A880}" dt="2020-08-25T02:26:26.639" v="3722" actId="478"/>
          <ac:grpSpMkLst>
            <pc:docMk/>
            <pc:sldMk cId="3742540212" sldId="321"/>
            <ac:grpSpMk id="11" creationId="{1B05E77C-2766-47D2-BAE6-570888FBE3C5}"/>
          </ac:grpSpMkLst>
        </pc:grpChg>
        <pc:grpChg chg="add del mod">
          <ac:chgData name="Ella Vetter" userId="c6918cf5-f6c0-43cc-8499-a1f635017de9" providerId="ADAL" clId="{FA0E1AF2-DC0D-4463-B10F-F8984940A880}" dt="2020-08-25T02:27:15.916" v="3740" actId="21"/>
          <ac:grpSpMkLst>
            <pc:docMk/>
            <pc:sldMk cId="3742540212" sldId="321"/>
            <ac:grpSpMk id="16" creationId="{9DEAA1BA-C628-4E13-8432-691C17B9AF12}"/>
          </ac:grpSpMkLst>
        </pc:grpChg>
        <pc:grpChg chg="add mod">
          <ac:chgData name="Ella Vetter" userId="c6918cf5-f6c0-43cc-8499-a1f635017de9" providerId="ADAL" clId="{FA0E1AF2-DC0D-4463-B10F-F8984940A880}" dt="2020-08-25T02:28:52.420" v="3772" actId="14100"/>
          <ac:grpSpMkLst>
            <pc:docMk/>
            <pc:sldMk cId="3742540212" sldId="321"/>
            <ac:grpSpMk id="21" creationId="{3C40726E-AFA8-4E2C-AA9D-5F3455876C89}"/>
          </ac:grpSpMkLst>
        </pc:grpChg>
        <pc:picChg chg="del">
          <ac:chgData name="Ella Vetter" userId="c6918cf5-f6c0-43cc-8499-a1f635017de9" providerId="ADAL" clId="{FA0E1AF2-DC0D-4463-B10F-F8984940A880}" dt="2020-08-25T02:15:25.550" v="3365" actId="478"/>
          <ac:picMkLst>
            <pc:docMk/>
            <pc:sldMk cId="3742540212" sldId="321"/>
            <ac:picMk id="4" creationId="{0A416AFD-082E-4E2F-B409-F0236EA84A17}"/>
          </ac:picMkLst>
        </pc:picChg>
        <pc:picChg chg="add del mod topLvl modCrop">
          <ac:chgData name="Ella Vetter" userId="c6918cf5-f6c0-43cc-8499-a1f635017de9" providerId="ADAL" clId="{FA0E1AF2-DC0D-4463-B10F-F8984940A880}" dt="2020-08-25T02:26:26.639" v="3722" actId="478"/>
          <ac:picMkLst>
            <pc:docMk/>
            <pc:sldMk cId="3742540212" sldId="321"/>
            <ac:picMk id="5" creationId="{6164D8DE-15CD-4AC4-81DE-ACFE50CFBCE2}"/>
          </ac:picMkLst>
        </pc:picChg>
        <pc:picChg chg="add mod">
          <ac:chgData name="Ella Vetter" userId="c6918cf5-f6c0-43cc-8499-a1f635017de9" providerId="ADAL" clId="{FA0E1AF2-DC0D-4463-B10F-F8984940A880}" dt="2020-08-25T02:28:49.243" v="3771" actId="1037"/>
          <ac:picMkLst>
            <pc:docMk/>
            <pc:sldMk cId="3742540212" sldId="321"/>
            <ac:picMk id="8" creationId="{1EC84A5C-C36A-4267-A5D5-C553C2605DB5}"/>
          </ac:picMkLst>
        </pc:picChg>
        <pc:picChg chg="add del mod topLvl modCrop">
          <ac:chgData name="Ella Vetter" userId="c6918cf5-f6c0-43cc-8499-a1f635017de9" providerId="ADAL" clId="{FA0E1AF2-DC0D-4463-B10F-F8984940A880}" dt="2020-08-25T02:26:29.048" v="3725" actId="478"/>
          <ac:picMkLst>
            <pc:docMk/>
            <pc:sldMk cId="3742540212" sldId="321"/>
            <ac:picMk id="10" creationId="{C8182F1E-743F-4C6B-8EF1-C21A9FE492F8}"/>
          </ac:picMkLst>
        </pc:picChg>
        <pc:picChg chg="add mod modCrop">
          <ac:chgData name="Ella Vetter" userId="c6918cf5-f6c0-43cc-8499-a1f635017de9" providerId="ADAL" clId="{FA0E1AF2-DC0D-4463-B10F-F8984940A880}" dt="2020-08-25T02:27:05.774" v="3735" actId="164"/>
          <ac:picMkLst>
            <pc:docMk/>
            <pc:sldMk cId="3742540212" sldId="321"/>
            <ac:picMk id="13" creationId="{3A72CAFE-F83B-4B0D-AE6D-3B28418A2D9E}"/>
          </ac:picMkLst>
        </pc:picChg>
        <pc:picChg chg="add mod modCrop">
          <ac:chgData name="Ella Vetter" userId="c6918cf5-f6c0-43cc-8499-a1f635017de9" providerId="ADAL" clId="{FA0E1AF2-DC0D-4463-B10F-F8984940A880}" dt="2020-08-25T02:27:05.774" v="3735" actId="164"/>
          <ac:picMkLst>
            <pc:docMk/>
            <pc:sldMk cId="3742540212" sldId="321"/>
            <ac:picMk id="15" creationId="{DA29C344-188F-4557-A54D-9C7C696C97D3}"/>
          </ac:picMkLst>
        </pc:picChg>
        <pc:picChg chg="add mod modCrop">
          <ac:chgData name="Ella Vetter" userId="c6918cf5-f6c0-43cc-8499-a1f635017de9" providerId="ADAL" clId="{FA0E1AF2-DC0D-4463-B10F-F8984940A880}" dt="2020-08-25T02:28:28.170" v="3752" actId="164"/>
          <ac:picMkLst>
            <pc:docMk/>
            <pc:sldMk cId="3742540212" sldId="321"/>
            <ac:picMk id="18" creationId="{3D3FF830-0B66-42C0-B5EB-581BDFBC124C}"/>
          </ac:picMkLst>
        </pc:picChg>
        <pc:picChg chg="add mod modCrop">
          <ac:chgData name="Ella Vetter" userId="c6918cf5-f6c0-43cc-8499-a1f635017de9" providerId="ADAL" clId="{FA0E1AF2-DC0D-4463-B10F-F8984940A880}" dt="2020-08-25T02:28:28.170" v="3752" actId="164"/>
          <ac:picMkLst>
            <pc:docMk/>
            <pc:sldMk cId="3742540212" sldId="321"/>
            <ac:picMk id="20" creationId="{91D73026-66C9-460E-AB78-443F5DB9ACE5}"/>
          </ac:picMkLst>
        </pc:picChg>
      </pc:sldChg>
      <pc:sldChg chg="addSp delSp modSp new del mod">
        <pc:chgData name="Ella Vetter" userId="c6918cf5-f6c0-43cc-8499-a1f635017de9" providerId="ADAL" clId="{FA0E1AF2-DC0D-4463-B10F-F8984940A880}" dt="2020-08-25T02:28:57.136" v="3773" actId="47"/>
        <pc:sldMkLst>
          <pc:docMk/>
          <pc:sldMk cId="1239576636" sldId="322"/>
        </pc:sldMkLst>
        <pc:spChg chg="del">
          <ac:chgData name="Ella Vetter" userId="c6918cf5-f6c0-43cc-8499-a1f635017de9" providerId="ADAL" clId="{FA0E1AF2-DC0D-4463-B10F-F8984940A880}" dt="2020-08-25T02:27:13.865" v="3739" actId="478"/>
          <ac:spMkLst>
            <pc:docMk/>
            <pc:sldMk cId="1239576636" sldId="322"/>
            <ac:spMk id="2" creationId="{DF9FB575-CE58-4A1B-B760-D6331A660006}"/>
          </ac:spMkLst>
        </pc:spChg>
        <pc:spChg chg="del">
          <ac:chgData name="Ella Vetter" userId="c6918cf5-f6c0-43cc-8499-a1f635017de9" providerId="ADAL" clId="{FA0E1AF2-DC0D-4463-B10F-F8984940A880}" dt="2020-08-25T02:27:13.865" v="3739" actId="478"/>
          <ac:spMkLst>
            <pc:docMk/>
            <pc:sldMk cId="1239576636" sldId="322"/>
            <ac:spMk id="3" creationId="{19498D37-5A5A-4DC9-A3A8-AF9AA98A30F5}"/>
          </ac:spMkLst>
        </pc:spChg>
        <pc:grpChg chg="add mod">
          <ac:chgData name="Ella Vetter" userId="c6918cf5-f6c0-43cc-8499-a1f635017de9" providerId="ADAL" clId="{FA0E1AF2-DC0D-4463-B10F-F8984940A880}" dt="2020-08-25T02:27:22.897" v="3742" actId="1076"/>
          <ac:grpSpMkLst>
            <pc:docMk/>
            <pc:sldMk cId="1239576636" sldId="322"/>
            <ac:grpSpMk id="4" creationId="{2AB253AC-DD0C-4495-B289-2A9B6CC1C802}"/>
          </ac:grpSpMkLst>
        </pc:grpChg>
        <pc:picChg chg="mod">
          <ac:chgData name="Ella Vetter" userId="c6918cf5-f6c0-43cc-8499-a1f635017de9" providerId="ADAL" clId="{FA0E1AF2-DC0D-4463-B10F-F8984940A880}" dt="2020-08-25T02:27:16.734" v="3741"/>
          <ac:picMkLst>
            <pc:docMk/>
            <pc:sldMk cId="1239576636" sldId="322"/>
            <ac:picMk id="5" creationId="{9A721680-AC9A-4B3E-961F-C406C4353BA3}"/>
          </ac:picMkLst>
        </pc:picChg>
        <pc:picChg chg="mod">
          <ac:chgData name="Ella Vetter" userId="c6918cf5-f6c0-43cc-8499-a1f635017de9" providerId="ADAL" clId="{FA0E1AF2-DC0D-4463-B10F-F8984940A880}" dt="2020-08-25T02:27:16.734" v="3741"/>
          <ac:picMkLst>
            <pc:docMk/>
            <pc:sldMk cId="1239576636" sldId="322"/>
            <ac:picMk id="6" creationId="{1EC10C6E-369A-4EA5-8BA4-5276EDFCF7F8}"/>
          </ac:picMkLst>
        </pc:picChg>
        <pc:picChg chg="add mod">
          <ac:chgData name="Ella Vetter" userId="c6918cf5-f6c0-43cc-8499-a1f635017de9" providerId="ADAL" clId="{FA0E1AF2-DC0D-4463-B10F-F8984940A880}" dt="2020-08-25T02:27:43.204" v="3745" actId="1076"/>
          <ac:picMkLst>
            <pc:docMk/>
            <pc:sldMk cId="1239576636" sldId="322"/>
            <ac:picMk id="8" creationId="{94079B16-7225-4355-ABF6-CC94B1C94367}"/>
          </ac:picMkLst>
        </pc:picChg>
      </pc:sldChg>
      <pc:sldChg chg="addSp delSp modSp new mod">
        <pc:chgData name="Ella Vetter" userId="c6918cf5-f6c0-43cc-8499-a1f635017de9" providerId="ADAL" clId="{FA0E1AF2-DC0D-4463-B10F-F8984940A880}" dt="2020-08-25T14:11:46.161" v="5547" actId="20577"/>
        <pc:sldMkLst>
          <pc:docMk/>
          <pc:sldMk cId="2683890875" sldId="322"/>
        </pc:sldMkLst>
        <pc:spChg chg="mod">
          <ac:chgData name="Ella Vetter" userId="c6918cf5-f6c0-43cc-8499-a1f635017de9" providerId="ADAL" clId="{FA0E1AF2-DC0D-4463-B10F-F8984940A880}" dt="2020-08-25T02:29:59.104" v="3802"/>
          <ac:spMkLst>
            <pc:docMk/>
            <pc:sldMk cId="2683890875" sldId="322"/>
            <ac:spMk id="2" creationId="{0BB9B473-612B-43FA-B815-4314EC34A532}"/>
          </ac:spMkLst>
        </pc:spChg>
        <pc:spChg chg="mod">
          <ac:chgData name="Ella Vetter" userId="c6918cf5-f6c0-43cc-8499-a1f635017de9" providerId="ADAL" clId="{FA0E1AF2-DC0D-4463-B10F-F8984940A880}" dt="2020-08-25T14:11:46.161" v="5547" actId="20577"/>
          <ac:spMkLst>
            <pc:docMk/>
            <pc:sldMk cId="2683890875" sldId="322"/>
            <ac:spMk id="3" creationId="{3F324399-CC6F-4316-867F-221AE253B9F8}"/>
          </ac:spMkLst>
        </pc:spChg>
        <pc:grpChg chg="add del mod">
          <ac:chgData name="Ella Vetter" userId="c6918cf5-f6c0-43cc-8499-a1f635017de9" providerId="ADAL" clId="{FA0E1AF2-DC0D-4463-B10F-F8984940A880}" dt="2020-08-25T02:40:13.907" v="3875" actId="478"/>
          <ac:grpSpMkLst>
            <pc:docMk/>
            <pc:sldMk cId="2683890875" sldId="322"/>
            <ac:grpSpMk id="8" creationId="{D7098582-BA7A-4515-8E08-60DB66072D86}"/>
          </ac:grpSpMkLst>
        </pc:grpChg>
        <pc:picChg chg="add mod modCrop">
          <ac:chgData name="Ella Vetter" userId="c6918cf5-f6c0-43cc-8499-a1f635017de9" providerId="ADAL" clId="{FA0E1AF2-DC0D-4463-B10F-F8984940A880}" dt="2020-08-25T02:36:19.796" v="3828" actId="164"/>
          <ac:picMkLst>
            <pc:docMk/>
            <pc:sldMk cId="2683890875" sldId="322"/>
            <ac:picMk id="5" creationId="{4EE96F7E-C2B4-43B8-A0EF-1691302D8B1E}"/>
          </ac:picMkLst>
        </pc:picChg>
        <pc:picChg chg="add mod modCrop">
          <ac:chgData name="Ella Vetter" userId="c6918cf5-f6c0-43cc-8499-a1f635017de9" providerId="ADAL" clId="{FA0E1AF2-DC0D-4463-B10F-F8984940A880}" dt="2020-08-25T02:36:19.796" v="3828" actId="164"/>
          <ac:picMkLst>
            <pc:docMk/>
            <pc:sldMk cId="2683890875" sldId="322"/>
            <ac:picMk id="7" creationId="{C51F7662-580E-4797-82BC-13004FD65929}"/>
          </ac:picMkLst>
        </pc:picChg>
        <pc:picChg chg="add del mod">
          <ac:chgData name="Ella Vetter" userId="c6918cf5-f6c0-43cc-8499-a1f635017de9" providerId="ADAL" clId="{FA0E1AF2-DC0D-4463-B10F-F8984940A880}" dt="2020-08-25T02:37:21.250" v="3841" actId="478"/>
          <ac:picMkLst>
            <pc:docMk/>
            <pc:sldMk cId="2683890875" sldId="322"/>
            <ac:picMk id="10" creationId="{95109819-D753-4B96-B4A1-4B58C304B790}"/>
          </ac:picMkLst>
        </pc:picChg>
        <pc:picChg chg="add del mod">
          <ac:chgData name="Ella Vetter" userId="c6918cf5-f6c0-43cc-8499-a1f635017de9" providerId="ADAL" clId="{FA0E1AF2-DC0D-4463-B10F-F8984940A880}" dt="2020-08-25T02:40:16.256" v="3878" actId="478"/>
          <ac:picMkLst>
            <pc:docMk/>
            <pc:sldMk cId="2683890875" sldId="322"/>
            <ac:picMk id="12" creationId="{9517C727-9F55-41E2-8560-E82DBE70F4AC}"/>
          </ac:picMkLst>
        </pc:picChg>
        <pc:picChg chg="add del mod">
          <ac:chgData name="Ella Vetter" userId="c6918cf5-f6c0-43cc-8499-a1f635017de9" providerId="ADAL" clId="{FA0E1AF2-DC0D-4463-B10F-F8984940A880}" dt="2020-08-25T02:38:39.139" v="3855" actId="478"/>
          <ac:picMkLst>
            <pc:docMk/>
            <pc:sldMk cId="2683890875" sldId="322"/>
            <ac:picMk id="14" creationId="{76C3DF84-51EF-4D11-B4BB-ADE3D1465900}"/>
          </ac:picMkLst>
        </pc:picChg>
        <pc:picChg chg="add del">
          <ac:chgData name="Ella Vetter" userId="c6918cf5-f6c0-43cc-8499-a1f635017de9" providerId="ADAL" clId="{FA0E1AF2-DC0D-4463-B10F-F8984940A880}" dt="2020-08-25T02:40:15.286" v="3877" actId="22"/>
          <ac:picMkLst>
            <pc:docMk/>
            <pc:sldMk cId="2683890875" sldId="322"/>
            <ac:picMk id="16" creationId="{1A121AD4-6C1E-4AB3-8B3F-10BD4DBB9B7C}"/>
          </ac:picMkLst>
        </pc:picChg>
        <pc:picChg chg="add">
          <ac:chgData name="Ella Vetter" userId="c6918cf5-f6c0-43cc-8499-a1f635017de9" providerId="ADAL" clId="{FA0E1AF2-DC0D-4463-B10F-F8984940A880}" dt="2020-08-25T02:40:16.473" v="3879" actId="22"/>
          <ac:picMkLst>
            <pc:docMk/>
            <pc:sldMk cId="2683890875" sldId="322"/>
            <ac:picMk id="18" creationId="{C7BF0AB1-DB18-4ADB-9FB9-C0BFF34D443B}"/>
          </ac:picMkLst>
        </pc:picChg>
      </pc:sldChg>
      <pc:sldChg chg="addSp delSp modSp add mod">
        <pc:chgData name="Ella Vetter" userId="c6918cf5-f6c0-43cc-8499-a1f635017de9" providerId="ADAL" clId="{FA0E1AF2-DC0D-4463-B10F-F8984940A880}" dt="2020-08-26T11:38:29.069" v="5743" actId="1076"/>
        <pc:sldMkLst>
          <pc:docMk/>
          <pc:sldMk cId="855012651" sldId="323"/>
        </pc:sldMkLst>
        <pc:spChg chg="del">
          <ac:chgData name="Ella Vetter" userId="c6918cf5-f6c0-43cc-8499-a1f635017de9" providerId="ADAL" clId="{FA0E1AF2-DC0D-4463-B10F-F8984940A880}" dt="2020-08-25T02:40:45.100" v="3881" actId="478"/>
          <ac:spMkLst>
            <pc:docMk/>
            <pc:sldMk cId="855012651" sldId="323"/>
            <ac:spMk id="3" creationId="{3F324399-CC6F-4316-867F-221AE253B9F8}"/>
          </ac:spMkLst>
        </pc:spChg>
        <pc:spChg chg="add mod">
          <ac:chgData name="Ella Vetter" userId="c6918cf5-f6c0-43cc-8499-a1f635017de9" providerId="ADAL" clId="{FA0E1AF2-DC0D-4463-B10F-F8984940A880}" dt="2020-08-25T14:10:03.879" v="5545" actId="11"/>
          <ac:spMkLst>
            <pc:docMk/>
            <pc:sldMk cId="855012651" sldId="323"/>
            <ac:spMk id="13" creationId="{49363403-39AC-481B-A96D-7EFF156D51BF}"/>
          </ac:spMkLst>
        </pc:spChg>
        <pc:grpChg chg="del">
          <ac:chgData name="Ella Vetter" userId="c6918cf5-f6c0-43cc-8499-a1f635017de9" providerId="ADAL" clId="{FA0E1AF2-DC0D-4463-B10F-F8984940A880}" dt="2020-08-25T02:39:32.112" v="3870" actId="478"/>
          <ac:grpSpMkLst>
            <pc:docMk/>
            <pc:sldMk cId="855012651" sldId="323"/>
            <ac:grpSpMk id="8" creationId="{D7098582-BA7A-4515-8E08-60DB66072D86}"/>
          </ac:grpSpMkLst>
        </pc:grpChg>
        <pc:picChg chg="add mod">
          <ac:chgData name="Ella Vetter" userId="c6918cf5-f6c0-43cc-8499-a1f635017de9" providerId="ADAL" clId="{FA0E1AF2-DC0D-4463-B10F-F8984940A880}" dt="2020-08-26T11:38:29.069" v="5743" actId="1076"/>
          <ac:picMkLst>
            <pc:docMk/>
            <pc:sldMk cId="855012651" sldId="323"/>
            <ac:picMk id="4" creationId="{0FD71F59-91F3-4D6D-B887-70FB8D4FAFA4}"/>
          </ac:picMkLst>
        </pc:picChg>
        <pc:picChg chg="add del mod">
          <ac:chgData name="Ella Vetter" userId="c6918cf5-f6c0-43cc-8499-a1f635017de9" providerId="ADAL" clId="{FA0E1AF2-DC0D-4463-B10F-F8984940A880}" dt="2020-08-25T02:39:34.451" v="3871" actId="478"/>
          <ac:picMkLst>
            <pc:docMk/>
            <pc:sldMk cId="855012651" sldId="323"/>
            <ac:picMk id="6" creationId="{DED2CFFB-932A-4752-8258-20507E0AFDB0}"/>
          </ac:picMkLst>
        </pc:picChg>
        <pc:picChg chg="add del mod">
          <ac:chgData name="Ella Vetter" userId="c6918cf5-f6c0-43cc-8499-a1f635017de9" providerId="ADAL" clId="{FA0E1AF2-DC0D-4463-B10F-F8984940A880}" dt="2020-08-25T02:40:27.974" v="3880" actId="478"/>
          <ac:picMkLst>
            <pc:docMk/>
            <pc:sldMk cId="855012651" sldId="323"/>
            <ac:picMk id="10" creationId="{023682AB-04FE-4FB2-92EA-CA5233390B3A}"/>
          </ac:picMkLst>
        </pc:picChg>
        <pc:picChg chg="del">
          <ac:chgData name="Ella Vetter" userId="c6918cf5-f6c0-43cc-8499-a1f635017de9" providerId="ADAL" clId="{FA0E1AF2-DC0D-4463-B10F-F8984940A880}" dt="2020-08-25T02:39:34.451" v="3871" actId="478"/>
          <ac:picMkLst>
            <pc:docMk/>
            <pc:sldMk cId="855012651" sldId="323"/>
            <ac:picMk id="12" creationId="{9517C727-9F55-41E2-8560-E82DBE70F4AC}"/>
          </ac:picMkLst>
        </pc:picChg>
        <pc:picChg chg="del">
          <ac:chgData name="Ella Vetter" userId="c6918cf5-f6c0-43cc-8499-a1f635017de9" providerId="ADAL" clId="{FA0E1AF2-DC0D-4463-B10F-F8984940A880}" dt="2020-08-25T02:38:41.525" v="3857" actId="478"/>
          <ac:picMkLst>
            <pc:docMk/>
            <pc:sldMk cId="855012651" sldId="323"/>
            <ac:picMk id="14" creationId="{76C3DF84-51EF-4D11-B4BB-ADE3D1465900}"/>
          </ac:picMkLst>
        </pc:picChg>
        <pc:picChg chg="add mod">
          <ac:chgData name="Ella Vetter" userId="c6918cf5-f6c0-43cc-8499-a1f635017de9" providerId="ADAL" clId="{FA0E1AF2-DC0D-4463-B10F-F8984940A880}" dt="2020-08-25T12:11:32.730" v="4720" actId="1036"/>
          <ac:picMkLst>
            <pc:docMk/>
            <pc:sldMk cId="855012651" sldId="323"/>
            <ac:picMk id="16" creationId="{7F83A537-FA2A-4E33-9684-BF9502652F8D}"/>
          </ac:picMkLst>
        </pc:picChg>
      </pc:sldChg>
      <pc:sldChg chg="modSp new del mod">
        <pc:chgData name="Ella Vetter" userId="c6918cf5-f6c0-43cc-8499-a1f635017de9" providerId="ADAL" clId="{FA0E1AF2-DC0D-4463-B10F-F8984940A880}" dt="2020-08-25T14:03:31.395" v="5465" actId="47"/>
        <pc:sldMkLst>
          <pc:docMk/>
          <pc:sldMk cId="3138157504" sldId="324"/>
        </pc:sldMkLst>
        <pc:spChg chg="mod">
          <ac:chgData name="Ella Vetter" userId="c6918cf5-f6c0-43cc-8499-a1f635017de9" providerId="ADAL" clId="{FA0E1AF2-DC0D-4463-B10F-F8984940A880}" dt="2020-08-25T03:20:36.448" v="4445" actId="13926"/>
          <ac:spMkLst>
            <pc:docMk/>
            <pc:sldMk cId="3138157504" sldId="324"/>
            <ac:spMk id="2" creationId="{C8CC47E0-0B57-4EAC-A1B8-9F908F13C425}"/>
          </ac:spMkLst>
        </pc:spChg>
        <pc:spChg chg="mod">
          <ac:chgData name="Ella Vetter" userId="c6918cf5-f6c0-43cc-8499-a1f635017de9" providerId="ADAL" clId="{FA0E1AF2-DC0D-4463-B10F-F8984940A880}" dt="2020-08-25T14:03:26.702" v="5463" actId="21"/>
          <ac:spMkLst>
            <pc:docMk/>
            <pc:sldMk cId="3138157504" sldId="324"/>
            <ac:spMk id="3" creationId="{284C342E-8F5B-48C3-9D08-59C573FA664B}"/>
          </ac:spMkLst>
        </pc:spChg>
      </pc:sldChg>
      <pc:sldChg chg="addSp delSp modSp new mod">
        <pc:chgData name="Ella Vetter" userId="c6918cf5-f6c0-43cc-8499-a1f635017de9" providerId="ADAL" clId="{FA0E1AF2-DC0D-4463-B10F-F8984940A880}" dt="2020-08-26T11:43:53.086" v="5781" actId="20577"/>
        <pc:sldMkLst>
          <pc:docMk/>
          <pc:sldMk cId="613118505" sldId="325"/>
        </pc:sldMkLst>
        <pc:spChg chg="mod">
          <ac:chgData name="Ella Vetter" userId="c6918cf5-f6c0-43cc-8499-a1f635017de9" providerId="ADAL" clId="{FA0E1AF2-DC0D-4463-B10F-F8984940A880}" dt="2020-08-25T03:02:21.151" v="4251" actId="20577"/>
          <ac:spMkLst>
            <pc:docMk/>
            <pc:sldMk cId="613118505" sldId="325"/>
            <ac:spMk id="2" creationId="{3A9392A3-EEBC-48BA-864A-F5A0B324026A}"/>
          </ac:spMkLst>
        </pc:spChg>
        <pc:spChg chg="mod">
          <ac:chgData name="Ella Vetter" userId="c6918cf5-f6c0-43cc-8499-a1f635017de9" providerId="ADAL" clId="{FA0E1AF2-DC0D-4463-B10F-F8984940A880}" dt="2020-08-26T11:43:53.086" v="5781" actId="20577"/>
          <ac:spMkLst>
            <pc:docMk/>
            <pc:sldMk cId="613118505" sldId="325"/>
            <ac:spMk id="3" creationId="{899E1F1C-DA87-4650-9F7B-4179E9F17557}"/>
          </ac:spMkLst>
        </pc:spChg>
        <pc:grpChg chg="add del mod">
          <ac:chgData name="Ella Vetter" userId="c6918cf5-f6c0-43cc-8499-a1f635017de9" providerId="ADAL" clId="{FA0E1AF2-DC0D-4463-B10F-F8984940A880}" dt="2020-08-26T11:22:01.514" v="5667" actId="478"/>
          <ac:grpSpMkLst>
            <pc:docMk/>
            <pc:sldMk cId="613118505" sldId="325"/>
            <ac:grpSpMk id="8" creationId="{21E3EDBC-945A-44DE-94A8-3BB4A49468D2}"/>
          </ac:grpSpMkLst>
        </pc:grpChg>
        <pc:picChg chg="add mod modCrop">
          <ac:chgData name="Ella Vetter" userId="c6918cf5-f6c0-43cc-8499-a1f635017de9" providerId="ADAL" clId="{FA0E1AF2-DC0D-4463-B10F-F8984940A880}" dt="2020-08-25T03:04:32.947" v="4272" actId="164"/>
          <ac:picMkLst>
            <pc:docMk/>
            <pc:sldMk cId="613118505" sldId="325"/>
            <ac:picMk id="5" creationId="{54851715-08C3-4E95-A5E6-30FD44A24A52}"/>
          </ac:picMkLst>
        </pc:picChg>
        <pc:picChg chg="add mod">
          <ac:chgData name="Ella Vetter" userId="c6918cf5-f6c0-43cc-8499-a1f635017de9" providerId="ADAL" clId="{FA0E1AF2-DC0D-4463-B10F-F8984940A880}" dt="2020-08-26T11:22:04.481" v="5670" actId="1076"/>
          <ac:picMkLst>
            <pc:docMk/>
            <pc:sldMk cId="613118505" sldId="325"/>
            <ac:picMk id="6" creationId="{F1E2B79A-CD22-493D-BBFD-252A98DEB855}"/>
          </ac:picMkLst>
        </pc:picChg>
        <pc:picChg chg="add mod modCrop">
          <ac:chgData name="Ella Vetter" userId="c6918cf5-f6c0-43cc-8499-a1f635017de9" providerId="ADAL" clId="{FA0E1AF2-DC0D-4463-B10F-F8984940A880}" dt="2020-08-25T03:04:32.947" v="4272" actId="164"/>
          <ac:picMkLst>
            <pc:docMk/>
            <pc:sldMk cId="613118505" sldId="325"/>
            <ac:picMk id="7" creationId="{0A8F0121-F21E-48AD-9305-8EAEE86C7E22}"/>
          </ac:picMkLst>
        </pc:picChg>
      </pc:sldChg>
      <pc:sldChg chg="new del">
        <pc:chgData name="Ella Vetter" userId="c6918cf5-f6c0-43cc-8499-a1f635017de9" providerId="ADAL" clId="{FA0E1AF2-DC0D-4463-B10F-F8984940A880}" dt="2020-08-25T03:02:14.994" v="4231" actId="47"/>
        <pc:sldMkLst>
          <pc:docMk/>
          <pc:sldMk cId="2426563417" sldId="326"/>
        </pc:sldMkLst>
      </pc:sldChg>
      <pc:sldChg chg="addSp delSp modSp add mod modNotesTx">
        <pc:chgData name="Ella Vetter" userId="c6918cf5-f6c0-43cc-8499-a1f635017de9" providerId="ADAL" clId="{FA0E1AF2-DC0D-4463-B10F-F8984940A880}" dt="2020-08-26T11:50:38.064" v="5799" actId="20577"/>
        <pc:sldMkLst>
          <pc:docMk/>
          <pc:sldMk cId="4122450598" sldId="326"/>
        </pc:sldMkLst>
        <pc:spChg chg="mod">
          <ac:chgData name="Ella Vetter" userId="c6918cf5-f6c0-43cc-8499-a1f635017de9" providerId="ADAL" clId="{FA0E1AF2-DC0D-4463-B10F-F8984940A880}" dt="2020-08-26T11:50:38.064" v="5799" actId="20577"/>
          <ac:spMkLst>
            <pc:docMk/>
            <pc:sldMk cId="4122450598" sldId="326"/>
            <ac:spMk id="3" creationId="{899E1F1C-DA87-4650-9F7B-4179E9F17557}"/>
          </ac:spMkLst>
        </pc:spChg>
        <pc:grpChg chg="add del mod">
          <ac:chgData name="Ella Vetter" userId="c6918cf5-f6c0-43cc-8499-a1f635017de9" providerId="ADAL" clId="{FA0E1AF2-DC0D-4463-B10F-F8984940A880}" dt="2020-08-26T11:22:28.310" v="5671" actId="478"/>
          <ac:grpSpMkLst>
            <pc:docMk/>
            <pc:sldMk cId="4122450598" sldId="326"/>
            <ac:grpSpMk id="8" creationId="{F93108B9-BFC0-4D0F-91CD-E39793DDFA5A}"/>
          </ac:grpSpMkLst>
        </pc:grpChg>
        <pc:picChg chg="add mod modCrop">
          <ac:chgData name="Ella Vetter" userId="c6918cf5-f6c0-43cc-8499-a1f635017de9" providerId="ADAL" clId="{FA0E1AF2-DC0D-4463-B10F-F8984940A880}" dt="2020-08-25T03:08:53.145" v="4297" actId="164"/>
          <ac:picMkLst>
            <pc:docMk/>
            <pc:sldMk cId="4122450598" sldId="326"/>
            <ac:picMk id="5" creationId="{F2243335-6D9D-4B42-B766-84D36327F1A8}"/>
          </ac:picMkLst>
        </pc:picChg>
        <pc:picChg chg="add mod">
          <ac:chgData name="Ella Vetter" userId="c6918cf5-f6c0-43cc-8499-a1f635017de9" providerId="ADAL" clId="{FA0E1AF2-DC0D-4463-B10F-F8984940A880}" dt="2020-08-26T11:22:31.658" v="5674" actId="1076"/>
          <ac:picMkLst>
            <pc:docMk/>
            <pc:sldMk cId="4122450598" sldId="326"/>
            <ac:picMk id="6" creationId="{4C3D862E-9B3E-4324-9BD5-73C9B313B65A}"/>
          </ac:picMkLst>
        </pc:picChg>
        <pc:picChg chg="add mod modCrop">
          <ac:chgData name="Ella Vetter" userId="c6918cf5-f6c0-43cc-8499-a1f635017de9" providerId="ADAL" clId="{FA0E1AF2-DC0D-4463-B10F-F8984940A880}" dt="2020-08-25T03:08:53.145" v="4297" actId="164"/>
          <ac:picMkLst>
            <pc:docMk/>
            <pc:sldMk cId="4122450598" sldId="326"/>
            <ac:picMk id="7" creationId="{E5B30BFC-AB49-451F-98B5-B86BE85D5B09}"/>
          </ac:picMkLst>
        </pc:picChg>
      </pc:sldChg>
      <pc:sldChg chg="addSp delSp modSp new mod">
        <pc:chgData name="Ella Vetter" userId="c6918cf5-f6c0-43cc-8499-a1f635017de9" providerId="ADAL" clId="{FA0E1AF2-DC0D-4463-B10F-F8984940A880}" dt="2020-08-25T14:04:20.024" v="5479" actId="20577"/>
        <pc:sldMkLst>
          <pc:docMk/>
          <pc:sldMk cId="346958985" sldId="327"/>
        </pc:sldMkLst>
        <pc:spChg chg="mod">
          <ac:chgData name="Ella Vetter" userId="c6918cf5-f6c0-43cc-8499-a1f635017de9" providerId="ADAL" clId="{FA0E1AF2-DC0D-4463-B10F-F8984940A880}" dt="2020-08-25T03:18:17.506" v="4412"/>
          <ac:spMkLst>
            <pc:docMk/>
            <pc:sldMk cId="346958985" sldId="327"/>
            <ac:spMk id="2" creationId="{0BAA5B65-B93C-4701-A414-51A980A21B22}"/>
          </ac:spMkLst>
        </pc:spChg>
        <pc:spChg chg="mod">
          <ac:chgData name="Ella Vetter" userId="c6918cf5-f6c0-43cc-8499-a1f635017de9" providerId="ADAL" clId="{FA0E1AF2-DC0D-4463-B10F-F8984940A880}" dt="2020-08-25T14:04:20.024" v="5479" actId="20577"/>
          <ac:spMkLst>
            <pc:docMk/>
            <pc:sldMk cId="346958985" sldId="327"/>
            <ac:spMk id="3" creationId="{79930FCA-412E-4AB2-91F4-0E9F8EABE933}"/>
          </ac:spMkLst>
        </pc:spChg>
        <pc:grpChg chg="add del mod">
          <ac:chgData name="Ella Vetter" userId="c6918cf5-f6c0-43cc-8499-a1f635017de9" providerId="ADAL" clId="{FA0E1AF2-DC0D-4463-B10F-F8984940A880}" dt="2020-08-25T03:22:32.363" v="4460" actId="165"/>
          <ac:grpSpMkLst>
            <pc:docMk/>
            <pc:sldMk cId="346958985" sldId="327"/>
            <ac:grpSpMk id="8" creationId="{EE1C2C1A-7B87-4B6C-A631-7C15938FEFFD}"/>
          </ac:grpSpMkLst>
        </pc:grpChg>
        <pc:grpChg chg="add del mod">
          <ac:chgData name="Ella Vetter" userId="c6918cf5-f6c0-43cc-8499-a1f635017de9" providerId="ADAL" clId="{FA0E1AF2-DC0D-4463-B10F-F8984940A880}" dt="2020-08-25T12:54:04.378" v="5070" actId="165"/>
          <ac:grpSpMkLst>
            <pc:docMk/>
            <pc:sldMk cId="346958985" sldId="327"/>
            <ac:grpSpMk id="9" creationId="{231BFE6C-C3B8-4BFA-8116-D03E3B80E449}"/>
          </ac:grpSpMkLst>
        </pc:grpChg>
        <pc:grpChg chg="add del mod">
          <ac:chgData name="Ella Vetter" userId="c6918cf5-f6c0-43cc-8499-a1f635017de9" providerId="ADAL" clId="{FA0E1AF2-DC0D-4463-B10F-F8984940A880}" dt="2020-08-25T12:54:54.769" v="5086" actId="165"/>
          <ac:grpSpMkLst>
            <pc:docMk/>
            <pc:sldMk cId="346958985" sldId="327"/>
            <ac:grpSpMk id="11" creationId="{A79D81AE-403B-4AF0-8187-9185DB00402D}"/>
          </ac:grpSpMkLst>
        </pc:grpChg>
        <pc:grpChg chg="add del mod">
          <ac:chgData name="Ella Vetter" userId="c6918cf5-f6c0-43cc-8499-a1f635017de9" providerId="ADAL" clId="{FA0E1AF2-DC0D-4463-B10F-F8984940A880}" dt="2020-08-25T14:03:16.444" v="5458" actId="21"/>
          <ac:grpSpMkLst>
            <pc:docMk/>
            <pc:sldMk cId="346958985" sldId="327"/>
            <ac:grpSpMk id="12" creationId="{9BF20ED3-D961-48BD-B40E-D1AF02749C6D}"/>
          </ac:grpSpMkLst>
        </pc:grpChg>
        <pc:picChg chg="add del mod topLvl">
          <ac:chgData name="Ella Vetter" userId="c6918cf5-f6c0-43cc-8499-a1f635017de9" providerId="ADAL" clId="{FA0E1AF2-DC0D-4463-B10F-F8984940A880}" dt="2020-08-25T12:54:05.517" v="5071" actId="478"/>
          <ac:picMkLst>
            <pc:docMk/>
            <pc:sldMk cId="346958985" sldId="327"/>
            <ac:picMk id="5" creationId="{0D796625-3517-437C-8F74-7649AC1FF14A}"/>
          </ac:picMkLst>
        </pc:picChg>
        <pc:picChg chg="add mod topLvl">
          <ac:chgData name="Ella Vetter" userId="c6918cf5-f6c0-43cc-8499-a1f635017de9" providerId="ADAL" clId="{FA0E1AF2-DC0D-4463-B10F-F8984940A880}" dt="2020-08-25T12:55:03.927" v="5111" actId="164"/>
          <ac:picMkLst>
            <pc:docMk/>
            <pc:sldMk cId="346958985" sldId="327"/>
            <ac:picMk id="6" creationId="{F4069932-9B74-406D-836C-D78784AED69A}"/>
          </ac:picMkLst>
        </pc:picChg>
        <pc:picChg chg="add del mod topLvl">
          <ac:chgData name="Ella Vetter" userId="c6918cf5-f6c0-43cc-8499-a1f635017de9" providerId="ADAL" clId="{FA0E1AF2-DC0D-4463-B10F-F8984940A880}" dt="2020-08-25T12:54:21.448" v="5076" actId="478"/>
          <ac:picMkLst>
            <pc:docMk/>
            <pc:sldMk cId="346958985" sldId="327"/>
            <ac:picMk id="7" creationId="{D0860501-4C97-449C-97B8-4714C24ABFAC}"/>
          </ac:picMkLst>
        </pc:picChg>
        <pc:picChg chg="add mod topLvl">
          <ac:chgData name="Ella Vetter" userId="c6918cf5-f6c0-43cc-8499-a1f635017de9" providerId="ADAL" clId="{FA0E1AF2-DC0D-4463-B10F-F8984940A880}" dt="2020-08-25T12:55:03.927" v="5111" actId="164"/>
          <ac:picMkLst>
            <pc:docMk/>
            <pc:sldMk cId="346958985" sldId="327"/>
            <ac:picMk id="10" creationId="{712B4CBF-1F40-4118-B62F-D310324F6DF5}"/>
          </ac:picMkLst>
        </pc:picChg>
      </pc:sldChg>
      <pc:sldChg chg="new del">
        <pc:chgData name="Ella Vetter" userId="c6918cf5-f6c0-43cc-8499-a1f635017de9" providerId="ADAL" clId="{FA0E1AF2-DC0D-4463-B10F-F8984940A880}" dt="2020-08-25T03:17:58.221" v="4405" actId="680"/>
        <pc:sldMkLst>
          <pc:docMk/>
          <pc:sldMk cId="812618985" sldId="327"/>
        </pc:sldMkLst>
      </pc:sldChg>
      <pc:sldChg chg="new del">
        <pc:chgData name="Ella Vetter" userId="c6918cf5-f6c0-43cc-8499-a1f635017de9" providerId="ADAL" clId="{FA0E1AF2-DC0D-4463-B10F-F8984940A880}" dt="2020-08-25T03:02:15.308" v="4232" actId="47"/>
        <pc:sldMkLst>
          <pc:docMk/>
          <pc:sldMk cId="2084554821" sldId="327"/>
        </pc:sldMkLst>
      </pc:sldChg>
      <pc:sldChg chg="add del">
        <pc:chgData name="Ella Vetter" userId="c6918cf5-f6c0-43cc-8499-a1f635017de9" providerId="ADAL" clId="{FA0E1AF2-DC0D-4463-B10F-F8984940A880}" dt="2020-08-25T03:07:13.993" v="4287" actId="47"/>
        <pc:sldMkLst>
          <pc:docMk/>
          <pc:sldMk cId="2420410315" sldId="327"/>
        </pc:sldMkLst>
      </pc:sldChg>
      <pc:sldChg chg="addSp delSp modSp new mod modNotesTx">
        <pc:chgData name="Ella Vetter" userId="c6918cf5-f6c0-43cc-8499-a1f635017de9" providerId="ADAL" clId="{FA0E1AF2-DC0D-4463-B10F-F8984940A880}" dt="2020-08-25T12:55:59.296" v="5125" actId="164"/>
        <pc:sldMkLst>
          <pc:docMk/>
          <pc:sldMk cId="895017439" sldId="328"/>
        </pc:sldMkLst>
        <pc:spChg chg="mod">
          <ac:chgData name="Ella Vetter" userId="c6918cf5-f6c0-43cc-8499-a1f635017de9" providerId="ADAL" clId="{FA0E1AF2-DC0D-4463-B10F-F8984940A880}" dt="2020-08-25T03:20:28.659" v="4444"/>
          <ac:spMkLst>
            <pc:docMk/>
            <pc:sldMk cId="895017439" sldId="328"/>
            <ac:spMk id="2" creationId="{8398B803-AACB-4805-8354-009E31261F8B}"/>
          </ac:spMkLst>
        </pc:spChg>
        <pc:spChg chg="del">
          <ac:chgData name="Ella Vetter" userId="c6918cf5-f6c0-43cc-8499-a1f635017de9" providerId="ADAL" clId="{FA0E1AF2-DC0D-4463-B10F-F8984940A880}" dt="2020-08-25T03:21:50.896" v="4447" actId="478"/>
          <ac:spMkLst>
            <pc:docMk/>
            <pc:sldMk cId="895017439" sldId="328"/>
            <ac:spMk id="3" creationId="{266FAAE8-2CEE-4718-835F-6E72EFB250DA}"/>
          </ac:spMkLst>
        </pc:spChg>
        <pc:spChg chg="add mod">
          <ac:chgData name="Ella Vetter" userId="c6918cf5-f6c0-43cc-8499-a1f635017de9" providerId="ADAL" clId="{FA0E1AF2-DC0D-4463-B10F-F8984940A880}" dt="2020-08-25T12:50:43.088" v="5055" actId="14100"/>
          <ac:spMkLst>
            <pc:docMk/>
            <pc:sldMk cId="895017439" sldId="328"/>
            <ac:spMk id="4" creationId="{02AAE0BF-6748-4F38-8A66-BE5B91525092}"/>
          </ac:spMkLst>
        </pc:spChg>
        <pc:grpChg chg="add del mod">
          <ac:chgData name="Ella Vetter" userId="c6918cf5-f6c0-43cc-8499-a1f635017de9" providerId="ADAL" clId="{FA0E1AF2-DC0D-4463-B10F-F8984940A880}" dt="2020-08-25T12:55:29.233" v="5112" actId="478"/>
          <ac:grpSpMkLst>
            <pc:docMk/>
            <pc:sldMk cId="895017439" sldId="328"/>
            <ac:grpSpMk id="9" creationId="{90B75C81-BC24-4E10-8C61-CBEBCE6E427C}"/>
          </ac:grpSpMkLst>
        </pc:grpChg>
        <pc:grpChg chg="add mod">
          <ac:chgData name="Ella Vetter" userId="c6918cf5-f6c0-43cc-8499-a1f635017de9" providerId="ADAL" clId="{FA0E1AF2-DC0D-4463-B10F-F8984940A880}" dt="2020-08-25T12:55:59.296" v="5125" actId="164"/>
          <ac:grpSpMkLst>
            <pc:docMk/>
            <pc:sldMk cId="895017439" sldId="328"/>
            <ac:grpSpMk id="11" creationId="{772EC504-F0A3-4BA3-B2EB-2E86DF3E0634}"/>
          </ac:grpSpMkLst>
        </pc:grpChg>
        <pc:picChg chg="add mod">
          <ac:chgData name="Ella Vetter" userId="c6918cf5-f6c0-43cc-8499-a1f635017de9" providerId="ADAL" clId="{FA0E1AF2-DC0D-4463-B10F-F8984940A880}" dt="2020-08-25T12:55:59.296" v="5125" actId="164"/>
          <ac:picMkLst>
            <pc:docMk/>
            <pc:sldMk cId="895017439" sldId="328"/>
            <ac:picMk id="5" creationId="{8082B919-E734-4215-ACB3-CCC5B76D8D7D}"/>
          </ac:picMkLst>
        </pc:picChg>
        <pc:picChg chg="add mod">
          <ac:chgData name="Ella Vetter" userId="c6918cf5-f6c0-43cc-8499-a1f635017de9" providerId="ADAL" clId="{FA0E1AF2-DC0D-4463-B10F-F8984940A880}" dt="2020-08-25T03:23:35.003" v="4468" actId="164"/>
          <ac:picMkLst>
            <pc:docMk/>
            <pc:sldMk cId="895017439" sldId="328"/>
            <ac:picMk id="6" creationId="{601E572A-5008-4C32-B179-EFAECA912903}"/>
          </ac:picMkLst>
        </pc:picChg>
        <pc:picChg chg="add mod">
          <ac:chgData name="Ella Vetter" userId="c6918cf5-f6c0-43cc-8499-a1f635017de9" providerId="ADAL" clId="{FA0E1AF2-DC0D-4463-B10F-F8984940A880}" dt="2020-08-25T03:23:35.003" v="4468" actId="164"/>
          <ac:picMkLst>
            <pc:docMk/>
            <pc:sldMk cId="895017439" sldId="328"/>
            <ac:picMk id="8" creationId="{DA45D673-4195-407E-850D-7BB947E3B5E4}"/>
          </ac:picMkLst>
        </pc:picChg>
        <pc:picChg chg="add mod">
          <ac:chgData name="Ella Vetter" userId="c6918cf5-f6c0-43cc-8499-a1f635017de9" providerId="ADAL" clId="{FA0E1AF2-DC0D-4463-B10F-F8984940A880}" dt="2020-08-25T12:55:59.296" v="5125" actId="164"/>
          <ac:picMkLst>
            <pc:docMk/>
            <pc:sldMk cId="895017439" sldId="328"/>
            <ac:picMk id="10" creationId="{67FC5461-051C-4009-AE9A-211266EA844D}"/>
          </ac:picMkLst>
        </pc:picChg>
      </pc:sldChg>
      <pc:sldChg chg="addSp modSp new mod">
        <pc:chgData name="Ella Vetter" userId="c6918cf5-f6c0-43cc-8499-a1f635017de9" providerId="ADAL" clId="{FA0E1AF2-DC0D-4463-B10F-F8984940A880}" dt="2020-08-26T11:53:33.458" v="5807" actId="20577"/>
        <pc:sldMkLst>
          <pc:docMk/>
          <pc:sldMk cId="4275020425" sldId="329"/>
        </pc:sldMkLst>
        <pc:spChg chg="mod">
          <ac:chgData name="Ella Vetter" userId="c6918cf5-f6c0-43cc-8499-a1f635017de9" providerId="ADAL" clId="{FA0E1AF2-DC0D-4463-B10F-F8984940A880}" dt="2020-08-25T11:58:56.991" v="4602" actId="13926"/>
          <ac:spMkLst>
            <pc:docMk/>
            <pc:sldMk cId="4275020425" sldId="329"/>
            <ac:spMk id="2" creationId="{40BDBA68-3C32-47C4-8E1A-01DDC0AF4579}"/>
          </ac:spMkLst>
        </pc:spChg>
        <pc:spChg chg="mod">
          <ac:chgData name="Ella Vetter" userId="c6918cf5-f6c0-43cc-8499-a1f635017de9" providerId="ADAL" clId="{FA0E1AF2-DC0D-4463-B10F-F8984940A880}" dt="2020-08-26T11:53:33.458" v="5807" actId="20577"/>
          <ac:spMkLst>
            <pc:docMk/>
            <pc:sldMk cId="4275020425" sldId="329"/>
            <ac:spMk id="3" creationId="{F3C42853-DC4F-457A-B606-6BE946FDD32D}"/>
          </ac:spMkLst>
        </pc:spChg>
        <pc:picChg chg="add mod">
          <ac:chgData name="Ella Vetter" userId="c6918cf5-f6c0-43cc-8499-a1f635017de9" providerId="ADAL" clId="{FA0E1AF2-DC0D-4463-B10F-F8984940A880}" dt="2020-08-25T11:58:38.333" v="4598" actId="1076"/>
          <ac:picMkLst>
            <pc:docMk/>
            <pc:sldMk cId="4275020425" sldId="329"/>
            <ac:picMk id="5" creationId="{3A361892-0634-42B4-997B-A3D0969253D5}"/>
          </ac:picMkLst>
        </pc:picChg>
      </pc:sldChg>
      <pc:sldChg chg="addSp delSp modSp add mod addCm delCm modNotesTx">
        <pc:chgData name="Ella Vetter" userId="c6918cf5-f6c0-43cc-8499-a1f635017de9" providerId="ADAL" clId="{FA0E1AF2-DC0D-4463-B10F-F8984940A880}" dt="2020-08-26T11:53:48.745" v="5809" actId="20577"/>
        <pc:sldMkLst>
          <pc:docMk/>
          <pc:sldMk cId="4159469977" sldId="330"/>
        </pc:sldMkLst>
        <pc:spChg chg="mod">
          <ac:chgData name="Ella Vetter" userId="c6918cf5-f6c0-43cc-8499-a1f635017de9" providerId="ADAL" clId="{FA0E1AF2-DC0D-4463-B10F-F8984940A880}" dt="2020-08-25T13:37:39.790" v="5152" actId="13926"/>
          <ac:spMkLst>
            <pc:docMk/>
            <pc:sldMk cId="4159469977" sldId="330"/>
            <ac:spMk id="2" creationId="{40BDBA68-3C32-47C4-8E1A-01DDC0AF4579}"/>
          </ac:spMkLst>
        </pc:spChg>
        <pc:spChg chg="del">
          <ac:chgData name="Ella Vetter" userId="c6918cf5-f6c0-43cc-8499-a1f635017de9" providerId="ADAL" clId="{FA0E1AF2-DC0D-4463-B10F-F8984940A880}" dt="2020-08-25T11:58:50.142" v="4600" actId="478"/>
          <ac:spMkLst>
            <pc:docMk/>
            <pc:sldMk cId="4159469977" sldId="330"/>
            <ac:spMk id="3" creationId="{F3C42853-DC4F-457A-B606-6BE946FDD32D}"/>
          </ac:spMkLst>
        </pc:spChg>
        <pc:spChg chg="add mod">
          <ac:chgData name="Ella Vetter" userId="c6918cf5-f6c0-43cc-8499-a1f635017de9" providerId="ADAL" clId="{FA0E1AF2-DC0D-4463-B10F-F8984940A880}" dt="2020-08-26T11:53:48.745" v="5809" actId="20577"/>
          <ac:spMkLst>
            <pc:docMk/>
            <pc:sldMk cId="4159469977" sldId="330"/>
            <ac:spMk id="6" creationId="{1F54AFC6-7D6D-4569-B184-ED951B39FDB8}"/>
          </ac:spMkLst>
        </pc:spChg>
        <pc:grpChg chg="add del mod">
          <ac:chgData name="Ella Vetter" userId="c6918cf5-f6c0-43cc-8499-a1f635017de9" providerId="ADAL" clId="{FA0E1AF2-DC0D-4463-B10F-F8984940A880}" dt="2020-08-26T11:23:40.105" v="5680" actId="478"/>
          <ac:grpSpMkLst>
            <pc:docMk/>
            <pc:sldMk cId="4159469977" sldId="330"/>
            <ac:grpSpMk id="11" creationId="{D34C19BC-2331-4598-A41D-BF2629D67D0A}"/>
          </ac:grpSpMkLst>
        </pc:grpChg>
        <pc:picChg chg="add mod">
          <ac:chgData name="Ella Vetter" userId="c6918cf5-f6c0-43cc-8499-a1f635017de9" providerId="ADAL" clId="{FA0E1AF2-DC0D-4463-B10F-F8984940A880}" dt="2020-08-26T11:23:42.121" v="5682" actId="1076"/>
          <ac:picMkLst>
            <pc:docMk/>
            <pc:sldMk cId="4159469977" sldId="330"/>
            <ac:picMk id="4" creationId="{32FB12DC-4BB8-45D9-900A-663B7F9628CD}"/>
          </ac:picMkLst>
        </pc:picChg>
        <pc:picChg chg="del">
          <ac:chgData name="Ella Vetter" userId="c6918cf5-f6c0-43cc-8499-a1f635017de9" providerId="ADAL" clId="{FA0E1AF2-DC0D-4463-B10F-F8984940A880}" dt="2020-08-25T11:58:51.093" v="4601" actId="478"/>
          <ac:picMkLst>
            <pc:docMk/>
            <pc:sldMk cId="4159469977" sldId="330"/>
            <ac:picMk id="5" creationId="{3A361892-0634-42B4-997B-A3D0969253D5}"/>
          </ac:picMkLst>
        </pc:picChg>
        <pc:picChg chg="add mod modCrop">
          <ac:chgData name="Ella Vetter" userId="c6918cf5-f6c0-43cc-8499-a1f635017de9" providerId="ADAL" clId="{FA0E1AF2-DC0D-4463-B10F-F8984940A880}" dt="2020-08-25T12:57:19.953" v="5134" actId="164"/>
          <ac:picMkLst>
            <pc:docMk/>
            <pc:sldMk cId="4159469977" sldId="330"/>
            <ac:picMk id="8" creationId="{96A3B2AB-7FDB-4CBA-9F44-57E4E8AC19A6}"/>
          </ac:picMkLst>
        </pc:picChg>
        <pc:picChg chg="add mod modCrop">
          <ac:chgData name="Ella Vetter" userId="c6918cf5-f6c0-43cc-8499-a1f635017de9" providerId="ADAL" clId="{FA0E1AF2-DC0D-4463-B10F-F8984940A880}" dt="2020-08-25T12:57:19.953" v="5134" actId="164"/>
          <ac:picMkLst>
            <pc:docMk/>
            <pc:sldMk cId="4159469977" sldId="330"/>
            <ac:picMk id="10" creationId="{0C887970-3C23-420A-BEDE-C8EDAEC661F0}"/>
          </ac:picMkLst>
        </pc:picChg>
      </pc:sldChg>
      <pc:sldChg chg="addSp delSp modSp add mod">
        <pc:chgData name="Ella Vetter" userId="c6918cf5-f6c0-43cc-8499-a1f635017de9" providerId="ADAL" clId="{FA0E1AF2-DC0D-4463-B10F-F8984940A880}" dt="2020-08-25T14:04:40.810" v="5481" actId="14100"/>
        <pc:sldMkLst>
          <pc:docMk/>
          <pc:sldMk cId="3784255560" sldId="331"/>
        </pc:sldMkLst>
        <pc:spChg chg="mod">
          <ac:chgData name="Ella Vetter" userId="c6918cf5-f6c0-43cc-8499-a1f635017de9" providerId="ADAL" clId="{FA0E1AF2-DC0D-4463-B10F-F8984940A880}" dt="2020-08-25T13:45:53.400" v="5190" actId="13926"/>
          <ac:spMkLst>
            <pc:docMk/>
            <pc:sldMk cId="3784255560" sldId="331"/>
            <ac:spMk id="2" creationId="{40BDBA68-3C32-47C4-8E1A-01DDC0AF4579}"/>
          </ac:spMkLst>
        </pc:spChg>
        <pc:spChg chg="mod">
          <ac:chgData name="Ella Vetter" userId="c6918cf5-f6c0-43cc-8499-a1f635017de9" providerId="ADAL" clId="{FA0E1AF2-DC0D-4463-B10F-F8984940A880}" dt="2020-08-25T14:04:40.810" v="5481" actId="14100"/>
          <ac:spMkLst>
            <pc:docMk/>
            <pc:sldMk cId="3784255560" sldId="331"/>
            <ac:spMk id="6" creationId="{1F54AFC6-7D6D-4569-B184-ED951B39FDB8}"/>
          </ac:spMkLst>
        </pc:spChg>
        <pc:picChg chg="add del mod">
          <ac:chgData name="Ella Vetter" userId="c6918cf5-f6c0-43cc-8499-a1f635017de9" providerId="ADAL" clId="{FA0E1AF2-DC0D-4463-B10F-F8984940A880}" dt="2020-08-25T13:55:41.696" v="5336" actId="478"/>
          <ac:picMkLst>
            <pc:docMk/>
            <pc:sldMk cId="3784255560" sldId="331"/>
            <ac:picMk id="4" creationId="{A3804946-6031-4793-A454-E5D34FAD4517}"/>
          </ac:picMkLst>
        </pc:picChg>
        <pc:picChg chg="add mod">
          <ac:chgData name="Ella Vetter" userId="c6918cf5-f6c0-43cc-8499-a1f635017de9" providerId="ADAL" clId="{FA0E1AF2-DC0D-4463-B10F-F8984940A880}" dt="2020-08-25T13:55:46.920" v="5339" actId="1076"/>
          <ac:picMkLst>
            <pc:docMk/>
            <pc:sldMk cId="3784255560" sldId="331"/>
            <ac:picMk id="7" creationId="{EDD259CB-2061-42F0-B36A-0F469EAA51DA}"/>
          </ac:picMkLst>
        </pc:picChg>
      </pc:sldChg>
      <pc:sldChg chg="addSp modSp new mod modNotesTx">
        <pc:chgData name="Ella Vetter" userId="c6918cf5-f6c0-43cc-8499-a1f635017de9" providerId="ADAL" clId="{FA0E1AF2-DC0D-4463-B10F-F8984940A880}" dt="2020-08-25T14:13:19.493" v="5553" actId="20577"/>
        <pc:sldMkLst>
          <pc:docMk/>
          <pc:sldMk cId="2640390751" sldId="332"/>
        </pc:sldMkLst>
        <pc:spChg chg="mod">
          <ac:chgData name="Ella Vetter" userId="c6918cf5-f6c0-43cc-8499-a1f635017de9" providerId="ADAL" clId="{FA0E1AF2-DC0D-4463-B10F-F8984940A880}" dt="2020-08-25T12:14:36.863" v="4741" actId="20577"/>
          <ac:spMkLst>
            <pc:docMk/>
            <pc:sldMk cId="2640390751" sldId="332"/>
            <ac:spMk id="2" creationId="{28933B4E-46FB-46FD-BE15-049B47D00062}"/>
          </ac:spMkLst>
        </pc:spChg>
        <pc:spChg chg="mod">
          <ac:chgData name="Ella Vetter" userId="c6918cf5-f6c0-43cc-8499-a1f635017de9" providerId="ADAL" clId="{FA0E1AF2-DC0D-4463-B10F-F8984940A880}" dt="2020-08-25T14:13:19.493" v="5553" actId="20577"/>
          <ac:spMkLst>
            <pc:docMk/>
            <pc:sldMk cId="2640390751" sldId="332"/>
            <ac:spMk id="3" creationId="{D48A71B9-64B2-4201-9733-F9EDE2E5C656}"/>
          </ac:spMkLst>
        </pc:spChg>
        <pc:picChg chg="add mod">
          <ac:chgData name="Ella Vetter" userId="c6918cf5-f6c0-43cc-8499-a1f635017de9" providerId="ADAL" clId="{FA0E1AF2-DC0D-4463-B10F-F8984940A880}" dt="2020-08-25T12:26:48.230" v="4806" actId="1076"/>
          <ac:picMkLst>
            <pc:docMk/>
            <pc:sldMk cId="2640390751" sldId="332"/>
            <ac:picMk id="5" creationId="{D920816E-5B23-4056-B1AA-D47F92674D1D}"/>
          </ac:picMkLst>
        </pc:picChg>
      </pc:sldChg>
      <pc:sldChg chg="addSp delSp modSp add mod modNotesTx">
        <pc:chgData name="Ella Vetter" userId="c6918cf5-f6c0-43cc-8499-a1f635017de9" providerId="ADAL" clId="{FA0E1AF2-DC0D-4463-B10F-F8984940A880}" dt="2020-08-25T12:49:38.717" v="5042" actId="20577"/>
        <pc:sldMkLst>
          <pc:docMk/>
          <pc:sldMk cId="952723248" sldId="333"/>
        </pc:sldMkLst>
        <pc:spChg chg="mod">
          <ac:chgData name="Ella Vetter" userId="c6918cf5-f6c0-43cc-8499-a1f635017de9" providerId="ADAL" clId="{FA0E1AF2-DC0D-4463-B10F-F8984940A880}" dt="2020-08-25T12:49:38.717" v="5042" actId="20577"/>
          <ac:spMkLst>
            <pc:docMk/>
            <pc:sldMk cId="952723248" sldId="333"/>
            <ac:spMk id="3" creationId="{D48A71B9-64B2-4201-9733-F9EDE2E5C656}"/>
          </ac:spMkLst>
        </pc:spChg>
        <pc:grpChg chg="add del mod">
          <ac:chgData name="Ella Vetter" userId="c6918cf5-f6c0-43cc-8499-a1f635017de9" providerId="ADAL" clId="{FA0E1AF2-DC0D-4463-B10F-F8984940A880}" dt="2020-08-25T12:28:57.295" v="4908" actId="478"/>
          <ac:grpSpMkLst>
            <pc:docMk/>
            <pc:sldMk cId="952723248" sldId="333"/>
            <ac:grpSpMk id="9" creationId="{D95A573D-CF6D-42F5-A3D0-CD66D6317C05}"/>
          </ac:grpSpMkLst>
        </pc:grpChg>
        <pc:grpChg chg="add mod">
          <ac:chgData name="Ella Vetter" userId="c6918cf5-f6c0-43cc-8499-a1f635017de9" providerId="ADAL" clId="{FA0E1AF2-DC0D-4463-B10F-F8984940A880}" dt="2020-08-25T12:29:27.134" v="4919" actId="1076"/>
          <ac:grpSpMkLst>
            <pc:docMk/>
            <pc:sldMk cId="952723248" sldId="333"/>
            <ac:grpSpMk id="14" creationId="{FC51EDB2-3DA2-47E6-9067-B800C2543069}"/>
          </ac:grpSpMkLst>
        </pc:grpChg>
        <pc:picChg chg="del">
          <ac:chgData name="Ella Vetter" userId="c6918cf5-f6c0-43cc-8499-a1f635017de9" providerId="ADAL" clId="{FA0E1AF2-DC0D-4463-B10F-F8984940A880}" dt="2020-08-25T12:26:52.329" v="4808" actId="478"/>
          <ac:picMkLst>
            <pc:docMk/>
            <pc:sldMk cId="952723248" sldId="333"/>
            <ac:picMk id="5" creationId="{D920816E-5B23-4056-B1AA-D47F92674D1D}"/>
          </ac:picMkLst>
        </pc:picChg>
        <pc:picChg chg="add mod modCrop">
          <ac:chgData name="Ella Vetter" userId="c6918cf5-f6c0-43cc-8499-a1f635017de9" providerId="ADAL" clId="{FA0E1AF2-DC0D-4463-B10F-F8984940A880}" dt="2020-08-25T12:28:37.479" v="4907" actId="164"/>
          <ac:picMkLst>
            <pc:docMk/>
            <pc:sldMk cId="952723248" sldId="333"/>
            <ac:picMk id="6" creationId="{FFF4A2C3-0973-4F46-995C-2E0B0F5CD44B}"/>
          </ac:picMkLst>
        </pc:picChg>
        <pc:picChg chg="add mod modCrop">
          <ac:chgData name="Ella Vetter" userId="c6918cf5-f6c0-43cc-8499-a1f635017de9" providerId="ADAL" clId="{FA0E1AF2-DC0D-4463-B10F-F8984940A880}" dt="2020-08-25T12:28:37.479" v="4907" actId="164"/>
          <ac:picMkLst>
            <pc:docMk/>
            <pc:sldMk cId="952723248" sldId="333"/>
            <ac:picMk id="8" creationId="{3BF5F2A3-33F9-4EEB-A329-B2F762F72802}"/>
          </ac:picMkLst>
        </pc:picChg>
        <pc:picChg chg="add mod modCrop">
          <ac:chgData name="Ella Vetter" userId="c6918cf5-f6c0-43cc-8499-a1f635017de9" providerId="ADAL" clId="{FA0E1AF2-DC0D-4463-B10F-F8984940A880}" dt="2020-08-25T12:29:15.858" v="4915" actId="164"/>
          <ac:picMkLst>
            <pc:docMk/>
            <pc:sldMk cId="952723248" sldId="333"/>
            <ac:picMk id="11" creationId="{8AB01F32-D4A5-4F80-A764-23C9069D7099}"/>
          </ac:picMkLst>
        </pc:picChg>
        <pc:picChg chg="add mod modCrop">
          <ac:chgData name="Ella Vetter" userId="c6918cf5-f6c0-43cc-8499-a1f635017de9" providerId="ADAL" clId="{FA0E1AF2-DC0D-4463-B10F-F8984940A880}" dt="2020-08-25T12:29:15.858" v="4915" actId="164"/>
          <ac:picMkLst>
            <pc:docMk/>
            <pc:sldMk cId="952723248" sldId="333"/>
            <ac:picMk id="13" creationId="{9F2F8214-13E9-4101-A0CC-63D88F43D4BC}"/>
          </ac:picMkLst>
        </pc:picChg>
      </pc:sldChg>
      <pc:sldChg chg="addSp delSp modSp new mod modNotesTx">
        <pc:chgData name="Ella Vetter" userId="c6918cf5-f6c0-43cc-8499-a1f635017de9" providerId="ADAL" clId="{FA0E1AF2-DC0D-4463-B10F-F8984940A880}" dt="2020-08-26T11:52:47.698" v="5806" actId="20577"/>
        <pc:sldMkLst>
          <pc:docMk/>
          <pc:sldMk cId="2804533773" sldId="334"/>
        </pc:sldMkLst>
        <pc:spChg chg="mod">
          <ac:chgData name="Ella Vetter" userId="c6918cf5-f6c0-43cc-8499-a1f635017de9" providerId="ADAL" clId="{FA0E1AF2-DC0D-4463-B10F-F8984940A880}" dt="2020-08-25T12:39:19.484" v="4970" actId="13926"/>
          <ac:spMkLst>
            <pc:docMk/>
            <pc:sldMk cId="2804533773" sldId="334"/>
            <ac:spMk id="2" creationId="{A857FCDE-6744-43DF-9E0C-9414418FF622}"/>
          </ac:spMkLst>
        </pc:spChg>
        <pc:spChg chg="mod">
          <ac:chgData name="Ella Vetter" userId="c6918cf5-f6c0-43cc-8499-a1f635017de9" providerId="ADAL" clId="{FA0E1AF2-DC0D-4463-B10F-F8984940A880}" dt="2020-08-26T11:52:47.698" v="5806" actId="20577"/>
          <ac:spMkLst>
            <pc:docMk/>
            <pc:sldMk cId="2804533773" sldId="334"/>
            <ac:spMk id="3" creationId="{367492CF-10E5-47CA-9631-B808366C403E}"/>
          </ac:spMkLst>
        </pc:spChg>
        <pc:picChg chg="add del mod">
          <ac:chgData name="Ella Vetter" userId="c6918cf5-f6c0-43cc-8499-a1f635017de9" providerId="ADAL" clId="{FA0E1AF2-DC0D-4463-B10F-F8984940A880}" dt="2020-08-26T11:22:56.340" v="5675" actId="478"/>
          <ac:picMkLst>
            <pc:docMk/>
            <pc:sldMk cId="2804533773" sldId="334"/>
            <ac:picMk id="5" creationId="{562990E7-F30D-49C4-BB8E-888308C45B8F}"/>
          </ac:picMkLst>
        </pc:picChg>
        <pc:picChg chg="add mod">
          <ac:chgData name="Ella Vetter" userId="c6918cf5-f6c0-43cc-8499-a1f635017de9" providerId="ADAL" clId="{FA0E1AF2-DC0D-4463-B10F-F8984940A880}" dt="2020-08-26T11:23:01.295" v="5679" actId="1076"/>
          <ac:picMkLst>
            <pc:docMk/>
            <pc:sldMk cId="2804533773" sldId="334"/>
            <ac:picMk id="6" creationId="{DA68D509-1731-4044-89E7-421EB26A0F21}"/>
          </ac:picMkLst>
        </pc:picChg>
      </pc:sldChg>
      <pc:sldChg chg="new del">
        <pc:chgData name="Ella Vetter" userId="c6918cf5-f6c0-43cc-8499-a1f635017de9" providerId="ADAL" clId="{FA0E1AF2-DC0D-4463-B10F-F8984940A880}" dt="2020-08-25T13:44:55.305" v="5177" actId="680"/>
        <pc:sldMkLst>
          <pc:docMk/>
          <pc:sldMk cId="1864631038" sldId="335"/>
        </pc:sldMkLst>
      </pc:sldChg>
      <pc:sldChg chg="addSp modSp new mod modNotesTx">
        <pc:chgData name="Ella Vetter" userId="c6918cf5-f6c0-43cc-8499-a1f635017de9" providerId="ADAL" clId="{FA0E1AF2-DC0D-4463-B10F-F8984940A880}" dt="2020-08-26T11:54:38.220" v="5819" actId="20577"/>
        <pc:sldMkLst>
          <pc:docMk/>
          <pc:sldMk cId="1886048795" sldId="335"/>
        </pc:sldMkLst>
        <pc:spChg chg="mod">
          <ac:chgData name="Ella Vetter" userId="c6918cf5-f6c0-43cc-8499-a1f635017de9" providerId="ADAL" clId="{FA0E1AF2-DC0D-4463-B10F-F8984940A880}" dt="2020-08-25T13:45:58.965" v="5191"/>
          <ac:spMkLst>
            <pc:docMk/>
            <pc:sldMk cId="1886048795" sldId="335"/>
            <ac:spMk id="2" creationId="{9F5E449F-57B6-419B-B740-2E6D6807730C}"/>
          </ac:spMkLst>
        </pc:spChg>
        <pc:spChg chg="mod">
          <ac:chgData name="Ella Vetter" userId="c6918cf5-f6c0-43cc-8499-a1f635017de9" providerId="ADAL" clId="{FA0E1AF2-DC0D-4463-B10F-F8984940A880}" dt="2020-08-26T11:54:38.220" v="5819" actId="20577"/>
          <ac:spMkLst>
            <pc:docMk/>
            <pc:sldMk cId="1886048795" sldId="335"/>
            <ac:spMk id="3" creationId="{D3E9A936-F6CE-46C2-91AF-563298050AE7}"/>
          </ac:spMkLst>
        </pc:spChg>
        <pc:picChg chg="add mod">
          <ac:chgData name="Ella Vetter" userId="c6918cf5-f6c0-43cc-8499-a1f635017de9" providerId="ADAL" clId="{FA0E1AF2-DC0D-4463-B10F-F8984940A880}" dt="2020-08-25T13:58:26.621" v="5400" actId="1036"/>
          <ac:picMkLst>
            <pc:docMk/>
            <pc:sldMk cId="1886048795" sldId="335"/>
            <ac:picMk id="5" creationId="{FE1FEFE5-6542-4B3F-8B2B-04D00091BB3B}"/>
          </ac:picMkLst>
        </pc:picChg>
        <pc:picChg chg="add mod">
          <ac:chgData name="Ella Vetter" userId="c6918cf5-f6c0-43cc-8499-a1f635017de9" providerId="ADAL" clId="{FA0E1AF2-DC0D-4463-B10F-F8984940A880}" dt="2020-08-25T13:58:26.621" v="5400" actId="1036"/>
          <ac:picMkLst>
            <pc:docMk/>
            <pc:sldMk cId="1886048795" sldId="335"/>
            <ac:picMk id="7" creationId="{3B37DC01-16DB-4488-88D6-7DE1673B63BC}"/>
          </ac:picMkLst>
        </pc:picChg>
      </pc:sldChg>
      <pc:sldChg chg="new del modNotesTx">
        <pc:chgData name="Ella Vetter" userId="c6918cf5-f6c0-43cc-8499-a1f635017de9" providerId="ADAL" clId="{FA0E1AF2-DC0D-4463-B10F-F8984940A880}" dt="2020-08-25T13:48:21.321" v="5204" actId="680"/>
        <pc:sldMkLst>
          <pc:docMk/>
          <pc:sldMk cId="1005192471" sldId="336"/>
        </pc:sldMkLst>
      </pc:sldChg>
      <pc:sldChg chg="addSp modSp new mod modNotesTx">
        <pc:chgData name="Ella Vetter" userId="c6918cf5-f6c0-43cc-8499-a1f635017de9" providerId="ADAL" clId="{FA0E1AF2-DC0D-4463-B10F-F8984940A880}" dt="2020-08-26T11:40:13.320" v="5764" actId="1035"/>
        <pc:sldMkLst>
          <pc:docMk/>
          <pc:sldMk cId="2173531294" sldId="336"/>
        </pc:sldMkLst>
        <pc:spChg chg="mod">
          <ac:chgData name="Ella Vetter" userId="c6918cf5-f6c0-43cc-8499-a1f635017de9" providerId="ADAL" clId="{FA0E1AF2-DC0D-4463-B10F-F8984940A880}" dt="2020-08-25T13:59:01.706" v="5404"/>
          <ac:spMkLst>
            <pc:docMk/>
            <pc:sldMk cId="2173531294" sldId="336"/>
            <ac:spMk id="2" creationId="{3E53069B-A1DB-4AB5-AD8D-8C043961A0C6}"/>
          </ac:spMkLst>
        </pc:spChg>
        <pc:spChg chg="mod">
          <ac:chgData name="Ella Vetter" userId="c6918cf5-f6c0-43cc-8499-a1f635017de9" providerId="ADAL" clId="{FA0E1AF2-DC0D-4463-B10F-F8984940A880}" dt="2020-08-26T11:40:13.320" v="5764" actId="1035"/>
          <ac:spMkLst>
            <pc:docMk/>
            <pc:sldMk cId="2173531294" sldId="336"/>
            <ac:spMk id="3" creationId="{F1E84EFB-46DE-4662-8039-B92499859B2E}"/>
          </ac:spMkLst>
        </pc:spChg>
        <pc:grpChg chg="add mod">
          <ac:chgData name="Ella Vetter" userId="c6918cf5-f6c0-43cc-8499-a1f635017de9" providerId="ADAL" clId="{FA0E1AF2-DC0D-4463-B10F-F8984940A880}" dt="2020-08-26T11:40:13.320" v="5764" actId="1035"/>
          <ac:grpSpMkLst>
            <pc:docMk/>
            <pc:sldMk cId="2173531294" sldId="336"/>
            <ac:grpSpMk id="8" creationId="{A324340E-55CF-4D8A-AC25-9A794BB7E411}"/>
          </ac:grpSpMkLst>
        </pc:grpChg>
        <pc:picChg chg="add mod modCrop">
          <ac:chgData name="Ella Vetter" userId="c6918cf5-f6c0-43cc-8499-a1f635017de9" providerId="ADAL" clId="{FA0E1AF2-DC0D-4463-B10F-F8984940A880}" dt="2020-08-25T13:59:46.406" v="5423" actId="164"/>
          <ac:picMkLst>
            <pc:docMk/>
            <pc:sldMk cId="2173531294" sldId="336"/>
            <ac:picMk id="5" creationId="{AD61199E-2024-48F1-A85B-CD0E94054447}"/>
          </ac:picMkLst>
        </pc:picChg>
        <pc:picChg chg="add mod modCrop">
          <ac:chgData name="Ella Vetter" userId="c6918cf5-f6c0-43cc-8499-a1f635017de9" providerId="ADAL" clId="{FA0E1AF2-DC0D-4463-B10F-F8984940A880}" dt="2020-08-25T13:59:46.406" v="5423" actId="164"/>
          <ac:picMkLst>
            <pc:docMk/>
            <pc:sldMk cId="2173531294" sldId="336"/>
            <ac:picMk id="7" creationId="{DB9BC374-6C95-4695-9643-8BDC49E86C29}"/>
          </ac:picMkLst>
        </pc:picChg>
      </pc:sldChg>
      <pc:sldChg chg="addSp delSp modSp new mod">
        <pc:chgData name="Ella Vetter" userId="c6918cf5-f6c0-43cc-8499-a1f635017de9" providerId="ADAL" clId="{FA0E1AF2-DC0D-4463-B10F-F8984940A880}" dt="2020-08-25T14:03:48.920" v="5470" actId="14100"/>
        <pc:sldMkLst>
          <pc:docMk/>
          <pc:sldMk cId="559255426" sldId="337"/>
        </pc:sldMkLst>
        <pc:spChg chg="mod">
          <ac:chgData name="Ella Vetter" userId="c6918cf5-f6c0-43cc-8499-a1f635017de9" providerId="ADAL" clId="{FA0E1AF2-DC0D-4463-B10F-F8984940A880}" dt="2020-08-25T14:03:14.486" v="5457"/>
          <ac:spMkLst>
            <pc:docMk/>
            <pc:sldMk cId="559255426" sldId="337"/>
            <ac:spMk id="2" creationId="{D443789D-BB0B-41BA-9930-00B91CDBF322}"/>
          </ac:spMkLst>
        </pc:spChg>
        <pc:spChg chg="del">
          <ac:chgData name="Ella Vetter" userId="c6918cf5-f6c0-43cc-8499-a1f635017de9" providerId="ADAL" clId="{FA0E1AF2-DC0D-4463-B10F-F8984940A880}" dt="2020-08-25T14:03:18.144" v="5459" actId="478"/>
          <ac:spMkLst>
            <pc:docMk/>
            <pc:sldMk cId="559255426" sldId="337"/>
            <ac:spMk id="3" creationId="{DA2B4469-0B27-46F2-A23C-4A8E0EC8BF92}"/>
          </ac:spMkLst>
        </pc:spChg>
        <pc:grpChg chg="add mod">
          <ac:chgData name="Ella Vetter" userId="c6918cf5-f6c0-43cc-8499-a1f635017de9" providerId="ADAL" clId="{FA0E1AF2-DC0D-4463-B10F-F8984940A880}" dt="2020-08-25T14:03:48.920" v="5470" actId="14100"/>
          <ac:grpSpMkLst>
            <pc:docMk/>
            <pc:sldMk cId="559255426" sldId="337"/>
            <ac:grpSpMk id="4" creationId="{7E81C577-AC70-4FF2-B53C-0309768A40DF}"/>
          </ac:grpSpMkLst>
        </pc:grpChg>
        <pc:picChg chg="mod">
          <ac:chgData name="Ella Vetter" userId="c6918cf5-f6c0-43cc-8499-a1f635017de9" providerId="ADAL" clId="{FA0E1AF2-DC0D-4463-B10F-F8984940A880}" dt="2020-08-25T14:03:18.370" v="5460"/>
          <ac:picMkLst>
            <pc:docMk/>
            <pc:sldMk cId="559255426" sldId="337"/>
            <ac:picMk id="5" creationId="{ADC44A40-4482-4340-BC3F-611E798BBBD5}"/>
          </ac:picMkLst>
        </pc:picChg>
        <pc:picChg chg="mod">
          <ac:chgData name="Ella Vetter" userId="c6918cf5-f6c0-43cc-8499-a1f635017de9" providerId="ADAL" clId="{FA0E1AF2-DC0D-4463-B10F-F8984940A880}" dt="2020-08-25T14:03:18.370" v="5460"/>
          <ac:picMkLst>
            <pc:docMk/>
            <pc:sldMk cId="559255426" sldId="337"/>
            <ac:picMk id="6" creationId="{3C3FCD5B-5B3A-4E90-9942-C48A55DE1C52}"/>
          </ac:picMkLst>
        </pc:picChg>
      </pc:sldChg>
    </pc:docChg>
  </pc:docChgLst>
  <pc:docChgLst>
    <pc:chgData name="Ella Vetter" userId="c6918cf5-f6c0-43cc-8499-a1f635017de9" providerId="ADAL" clId="{03D8DEAE-739D-469B-904C-2522E9DFB65E}"/>
    <pc:docChg chg="undo custSel addSld delSld modSld sldOrd">
      <pc:chgData name="Ella Vetter" userId="c6918cf5-f6c0-43cc-8499-a1f635017de9" providerId="ADAL" clId="{03D8DEAE-739D-469B-904C-2522E9DFB65E}" dt="2020-08-17T20:04:23.132" v="3635" actId="20577"/>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7T20:03:03.883" v="3507" actId="1035"/>
        <pc:sldMkLst>
          <pc:docMk/>
          <pc:sldMk cId="1993397138" sldId="286"/>
        </pc:sldMkLst>
        <pc:spChg chg="mod">
          <ac:chgData name="Ella Vetter" userId="c6918cf5-f6c0-43cc-8499-a1f635017de9" providerId="ADAL" clId="{03D8DEAE-739D-469B-904C-2522E9DFB65E}" dt="2020-08-17T20:03:03.883" v="3507" actId="1035"/>
          <ac:spMkLst>
            <pc:docMk/>
            <pc:sldMk cId="1993397138" sldId="286"/>
            <ac:spMk id="3" creationId="{37B56F8A-6BEF-459C-AFA4-6D790D24F1CB}"/>
          </ac:spMkLst>
        </pc:spChg>
      </pc:sldChg>
      <pc:sldChg chg="modSp add mod">
        <pc:chgData name="Ella Vetter" userId="c6918cf5-f6c0-43cc-8499-a1f635017de9" providerId="ADAL" clId="{03D8DEAE-739D-469B-904C-2522E9DFB65E}" dt="2020-08-17T20:03:23.808" v="3541" actId="20577"/>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ldChg>
      <pc:sldChg chg="add">
        <pc:chgData name="Ella Vetter" userId="c6918cf5-f6c0-43cc-8499-a1f635017de9" providerId="ADAL" clId="{03D8DEAE-739D-469B-904C-2522E9DFB65E}" dt="2020-08-17T20:03:08.406" v="3508"/>
        <pc:sldMkLst>
          <pc:docMk/>
          <pc:sldMk cId="185546831" sldId="288"/>
        </pc:sldMkLst>
      </pc:sldChg>
      <pc:sldChg chg="modSp add mod">
        <pc:chgData name="Ella Vetter" userId="c6918cf5-f6c0-43cc-8499-a1f635017de9" providerId="ADAL" clId="{03D8DEAE-739D-469B-904C-2522E9DFB65E}" dt="2020-08-17T20:03:35.390" v="3576" actId="20577"/>
        <pc:sldMkLst>
          <pc:docMk/>
          <pc:sldMk cId="103818715" sldId="289"/>
        </pc:sldMkLst>
        <pc:spChg chg="mod">
          <ac:chgData name="Ella Vetter" userId="c6918cf5-f6c0-43cc-8499-a1f635017de9" providerId="ADAL" clId="{03D8DEAE-739D-469B-904C-2522E9DFB65E}" dt="2020-08-17T20:03:35.390" v="3576" actId="20577"/>
          <ac:spMkLst>
            <pc:docMk/>
            <pc:sldMk cId="103818715" sldId="289"/>
            <ac:spMk id="2" creationId="{BD0A18F3-9F12-464B-BC50-F741E79EDDDA}"/>
          </ac:spMkLst>
        </pc:spChg>
      </pc:sldChg>
      <pc:sldChg chg="modSp add mod">
        <pc:chgData name="Ella Vetter" userId="c6918cf5-f6c0-43cc-8499-a1f635017de9" providerId="ADAL" clId="{03D8DEAE-739D-469B-904C-2522E9DFB65E}" dt="2020-08-17T20:03:48.846" v="3598" actId="20577"/>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ldChg>
      <pc:sldChg chg="modSp add mod">
        <pc:chgData name="Ella Vetter" userId="c6918cf5-f6c0-43cc-8499-a1f635017de9" providerId="ADAL" clId="{03D8DEAE-739D-469B-904C-2522E9DFB65E}" dt="2020-08-17T20:04:00.374" v="3620" actId="20577"/>
        <pc:sldMkLst>
          <pc:docMk/>
          <pc:sldMk cId="2770565150" sldId="291"/>
        </pc:sldMkLst>
        <pc:spChg chg="mod">
          <ac:chgData name="Ella Vetter" userId="c6918cf5-f6c0-43cc-8499-a1f635017de9" providerId="ADAL" clId="{03D8DEAE-739D-469B-904C-2522E9DFB65E}" dt="2020-08-17T20:04:00.374" v="3620" actId="20577"/>
          <ac:spMkLst>
            <pc:docMk/>
            <pc:sldMk cId="2770565150" sldId="291"/>
            <ac:spMk id="2" creationId="{BD0A18F3-9F12-464B-BC50-F741E79EDDDA}"/>
          </ac:spMkLst>
        </pc:spChg>
      </pc:sldChg>
      <pc:sldChg chg="modSp add mod">
        <pc:chgData name="Ella Vetter" userId="c6918cf5-f6c0-43cc-8499-a1f635017de9" providerId="ADAL" clId="{03D8DEAE-739D-469B-904C-2522E9DFB65E}" dt="2020-08-17T20:04:14.678" v="3625" actId="403"/>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ldChg>
      <pc:sldChg chg="modSp add mod ord">
        <pc:chgData name="Ella Vetter" userId="c6918cf5-f6c0-43cc-8499-a1f635017de9" providerId="ADAL" clId="{03D8DEAE-739D-469B-904C-2522E9DFB65E}" dt="2020-08-17T20:04:23.132" v="3635" actId="20577"/>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ldChg>
    </pc:docChg>
  </pc:docChgLst>
  <pc:docChgLst>
    <pc:chgData name="Ella Vetter" userId="c6918cf5-f6c0-43cc-8499-a1f635017de9" providerId="ADAL" clId="{4FD9B147-5176-47BF-AC12-00C438AEB12D}"/>
    <pc:docChg chg="addSld delSld modSld">
      <pc:chgData name="Ella Vetter" userId="c6918cf5-f6c0-43cc-8499-a1f635017de9" providerId="ADAL" clId="{4FD9B147-5176-47BF-AC12-00C438AEB12D}" dt="2020-08-24T21:51:47.296" v="82" actId="20577"/>
      <pc:docMkLst>
        <pc:docMk/>
      </pc:docMkLst>
      <pc:sldChg chg="modSp mod">
        <pc:chgData name="Ella Vetter" userId="c6918cf5-f6c0-43cc-8499-a1f635017de9" providerId="ADAL" clId="{4FD9B147-5176-47BF-AC12-00C438AEB12D}" dt="2020-08-24T21:50:57.524" v="11" actId="20577"/>
        <pc:sldMkLst>
          <pc:docMk/>
          <pc:sldMk cId="4108423597" sldId="256"/>
        </pc:sldMkLst>
        <pc:spChg chg="mod">
          <ac:chgData name="Ella Vetter" userId="c6918cf5-f6c0-43cc-8499-a1f635017de9" providerId="ADAL" clId="{4FD9B147-5176-47BF-AC12-00C438AEB12D}" dt="2020-08-24T21:50:57.524" v="11" actId="20577"/>
          <ac:spMkLst>
            <pc:docMk/>
            <pc:sldMk cId="4108423597" sldId="256"/>
            <ac:spMk id="2" creationId="{00000000-0000-0000-0000-000000000000}"/>
          </ac:spMkLst>
        </pc:spChg>
      </pc:sldChg>
      <pc:sldChg chg="del">
        <pc:chgData name="Ella Vetter" userId="c6918cf5-f6c0-43cc-8499-a1f635017de9" providerId="ADAL" clId="{4FD9B147-5176-47BF-AC12-00C438AEB12D}" dt="2020-08-24T21:51:00.595" v="13" actId="47"/>
        <pc:sldMkLst>
          <pc:docMk/>
          <pc:sldMk cId="185546831" sldId="288"/>
        </pc:sldMkLst>
      </pc:sldChg>
      <pc:sldChg chg="del">
        <pc:chgData name="Ella Vetter" userId="c6918cf5-f6c0-43cc-8499-a1f635017de9" providerId="ADAL" clId="{4FD9B147-5176-47BF-AC12-00C438AEB12D}" dt="2020-08-24T21:51:01.241" v="17" actId="47"/>
        <pc:sldMkLst>
          <pc:docMk/>
          <pc:sldMk cId="3833047504" sldId="289"/>
        </pc:sldMkLst>
      </pc:sldChg>
      <pc:sldChg chg="modSp mod">
        <pc:chgData name="Ella Vetter" userId="c6918cf5-f6c0-43cc-8499-a1f635017de9" providerId="ADAL" clId="{4FD9B147-5176-47BF-AC12-00C438AEB12D}" dt="2020-08-24T21:51:47.296" v="82" actId="20577"/>
        <pc:sldMkLst>
          <pc:docMk/>
          <pc:sldMk cId="455073494" sldId="290"/>
        </pc:sldMkLst>
        <pc:spChg chg="mod">
          <ac:chgData name="Ella Vetter" userId="c6918cf5-f6c0-43cc-8499-a1f635017de9" providerId="ADAL" clId="{4FD9B147-5176-47BF-AC12-00C438AEB12D}" dt="2020-08-24T21:51:47.296" v="82" actId="20577"/>
          <ac:spMkLst>
            <pc:docMk/>
            <pc:sldMk cId="455073494" sldId="290"/>
            <ac:spMk id="2" creationId="{BD0A18F3-9F12-464B-BC50-F741E79EDDDA}"/>
          </ac:spMkLst>
        </pc:spChg>
      </pc:sldChg>
      <pc:sldChg chg="modSp new mod">
        <pc:chgData name="Ella Vetter" userId="c6918cf5-f6c0-43cc-8499-a1f635017de9" providerId="ADAL" clId="{4FD9B147-5176-47BF-AC12-00C438AEB12D}" dt="2020-08-24T21:51:17.066" v="72" actId="20577"/>
        <pc:sldMkLst>
          <pc:docMk/>
          <pc:sldMk cId="790872940" sldId="291"/>
        </pc:sldMkLst>
        <pc:spChg chg="mod">
          <ac:chgData name="Ella Vetter" userId="c6918cf5-f6c0-43cc-8499-a1f635017de9" providerId="ADAL" clId="{4FD9B147-5176-47BF-AC12-00C438AEB12D}" dt="2020-08-24T21:51:17.066" v="72" actId="20577"/>
          <ac:spMkLst>
            <pc:docMk/>
            <pc:sldMk cId="790872940" sldId="291"/>
            <ac:spMk id="2" creationId="{42494805-9B1E-48B4-A100-290CACF667AA}"/>
          </ac:spMkLst>
        </pc:spChg>
      </pc:sldChg>
      <pc:sldChg chg="del">
        <pc:chgData name="Ella Vetter" userId="c6918cf5-f6c0-43cc-8499-a1f635017de9" providerId="ADAL" clId="{4FD9B147-5176-47BF-AC12-00C438AEB12D}" dt="2020-08-24T21:51:00.301" v="12" actId="47"/>
        <pc:sldMkLst>
          <pc:docMk/>
          <pc:sldMk cId="3024852514" sldId="306"/>
        </pc:sldMkLst>
      </pc:sldChg>
      <pc:sldChg chg="del">
        <pc:chgData name="Ella Vetter" userId="c6918cf5-f6c0-43cc-8499-a1f635017de9" providerId="ADAL" clId="{4FD9B147-5176-47BF-AC12-00C438AEB12D}" dt="2020-08-24T21:51:00.765" v="14" actId="47"/>
        <pc:sldMkLst>
          <pc:docMk/>
          <pc:sldMk cId="1934543794" sldId="307"/>
        </pc:sldMkLst>
      </pc:sldChg>
      <pc:sldChg chg="del">
        <pc:chgData name="Ella Vetter" userId="c6918cf5-f6c0-43cc-8499-a1f635017de9" providerId="ADAL" clId="{4FD9B147-5176-47BF-AC12-00C438AEB12D}" dt="2020-08-24T21:51:00.948" v="15" actId="47"/>
        <pc:sldMkLst>
          <pc:docMk/>
          <pc:sldMk cId="1172688657" sldId="308"/>
        </pc:sldMkLst>
      </pc:sldChg>
      <pc:sldChg chg="del">
        <pc:chgData name="Ella Vetter" userId="c6918cf5-f6c0-43cc-8499-a1f635017de9" providerId="ADAL" clId="{4FD9B147-5176-47BF-AC12-00C438AEB12D}" dt="2020-08-24T21:51:01.094" v="16" actId="47"/>
        <pc:sldMkLst>
          <pc:docMk/>
          <pc:sldMk cId="1733414533" sldId="309"/>
        </pc:sldMkLst>
      </pc:sldChg>
      <pc:sldChg chg="del">
        <pc:chgData name="Ella Vetter" userId="c6918cf5-f6c0-43cc-8499-a1f635017de9" providerId="ADAL" clId="{4FD9B147-5176-47BF-AC12-00C438AEB12D}" dt="2020-08-24T21:51:01.390" v="18" actId="47"/>
        <pc:sldMkLst>
          <pc:docMk/>
          <pc:sldMk cId="1485438195" sldId="310"/>
        </pc:sldMkLst>
      </pc:sldChg>
      <pc:sldChg chg="del">
        <pc:chgData name="Ella Vetter" userId="c6918cf5-f6c0-43cc-8499-a1f635017de9" providerId="ADAL" clId="{4FD9B147-5176-47BF-AC12-00C438AEB12D}" dt="2020-08-24T21:51:02.526" v="21" actId="47"/>
        <pc:sldMkLst>
          <pc:docMk/>
          <pc:sldMk cId="3894083741" sldId="311"/>
        </pc:sldMkLst>
      </pc:sldChg>
      <pc:sldChg chg="del">
        <pc:chgData name="Ella Vetter" userId="c6918cf5-f6c0-43cc-8499-a1f635017de9" providerId="ADAL" clId="{4FD9B147-5176-47BF-AC12-00C438AEB12D}" dt="2020-08-24T21:51:02.738" v="22" actId="47"/>
        <pc:sldMkLst>
          <pc:docMk/>
          <pc:sldMk cId="2671936823" sldId="312"/>
        </pc:sldMkLst>
      </pc:sldChg>
      <pc:sldChg chg="del">
        <pc:chgData name="Ella Vetter" userId="c6918cf5-f6c0-43cc-8499-a1f635017de9" providerId="ADAL" clId="{4FD9B147-5176-47BF-AC12-00C438AEB12D}" dt="2020-08-24T21:51:02.950" v="23" actId="47"/>
        <pc:sldMkLst>
          <pc:docMk/>
          <pc:sldMk cId="4207432350" sldId="313"/>
        </pc:sldMkLst>
      </pc:sldChg>
      <pc:sldChg chg="del">
        <pc:chgData name="Ella Vetter" userId="c6918cf5-f6c0-43cc-8499-a1f635017de9" providerId="ADAL" clId="{4FD9B147-5176-47BF-AC12-00C438AEB12D}" dt="2020-08-24T21:51:01.941" v="19" actId="47"/>
        <pc:sldMkLst>
          <pc:docMk/>
          <pc:sldMk cId="2641429719" sldId="314"/>
        </pc:sldMkLst>
      </pc:sldChg>
      <pc:sldChg chg="del">
        <pc:chgData name="Ella Vetter" userId="c6918cf5-f6c0-43cc-8499-a1f635017de9" providerId="ADAL" clId="{4FD9B147-5176-47BF-AC12-00C438AEB12D}" dt="2020-08-24T21:51:02.119" v="20" actId="47"/>
        <pc:sldMkLst>
          <pc:docMk/>
          <pc:sldMk cId="707049838" sldId="315"/>
        </pc:sldMkLst>
      </pc:sldChg>
      <pc:sldChg chg="del">
        <pc:chgData name="Ella Vetter" userId="c6918cf5-f6c0-43cc-8499-a1f635017de9" providerId="ADAL" clId="{4FD9B147-5176-47BF-AC12-00C438AEB12D}" dt="2020-08-24T21:51:03.149" v="24" actId="47"/>
        <pc:sldMkLst>
          <pc:docMk/>
          <pc:sldMk cId="2975947291" sldId="316"/>
        </pc:sldMkLst>
      </pc:sldChg>
      <pc:sldChg chg="del">
        <pc:chgData name="Ella Vetter" userId="c6918cf5-f6c0-43cc-8499-a1f635017de9" providerId="ADAL" clId="{4FD9B147-5176-47BF-AC12-00C438AEB12D}" dt="2020-08-24T21:51:03.709" v="25" actId="47"/>
        <pc:sldMkLst>
          <pc:docMk/>
          <pc:sldMk cId="3517795346" sldId="317"/>
        </pc:sldMkLst>
      </pc:sldChg>
    </pc:docChg>
  </pc:docChgLst>
  <pc:docChgLst>
    <pc:chgData name="Han-Li Tremblay" userId="852346c9-b2bc-4eee-843e-ad7d28b9aba1" providerId="ADAL" clId="{661E3991-0811-423A-8EC5-7A235BFCB4D0}"/>
    <pc:docChg chg="modSld">
      <pc:chgData name="Han-Li Tremblay" userId="852346c9-b2bc-4eee-843e-ad7d28b9aba1" providerId="ADAL" clId="{661E3991-0811-423A-8EC5-7A235BFCB4D0}" dt="2020-08-25T20:03:43.298" v="46" actId="20577"/>
      <pc:docMkLst>
        <pc:docMk/>
      </pc:docMkLst>
      <pc:sldChg chg="modSp mod">
        <pc:chgData name="Han-Li Tremblay" userId="852346c9-b2bc-4eee-843e-ad7d28b9aba1" providerId="ADAL" clId="{661E3991-0811-423A-8EC5-7A235BFCB4D0}" dt="2020-08-25T20:03:36.570" v="43" actId="20577"/>
        <pc:sldMkLst>
          <pc:docMk/>
          <pc:sldMk cId="1993397138" sldId="286"/>
        </pc:sldMkLst>
        <pc:spChg chg="mod">
          <ac:chgData name="Han-Li Tremblay" userId="852346c9-b2bc-4eee-843e-ad7d28b9aba1" providerId="ADAL" clId="{661E3991-0811-423A-8EC5-7A235BFCB4D0}" dt="2020-08-25T20:03:36.570" v="43" actId="20577"/>
          <ac:spMkLst>
            <pc:docMk/>
            <pc:sldMk cId="1993397138" sldId="286"/>
            <ac:spMk id="3" creationId="{37B56F8A-6BEF-459C-AFA4-6D790D24F1CB}"/>
          </ac:spMkLst>
        </pc:spChg>
      </pc:sldChg>
      <pc:sldChg chg="modSp mod">
        <pc:chgData name="Han-Li Tremblay" userId="852346c9-b2bc-4eee-843e-ad7d28b9aba1" providerId="ADAL" clId="{661E3991-0811-423A-8EC5-7A235BFCB4D0}" dt="2020-08-25T20:03:31.395" v="40" actId="20577"/>
        <pc:sldMkLst>
          <pc:docMk/>
          <pc:sldMk cId="455073494" sldId="290"/>
        </pc:sldMkLst>
        <pc:spChg chg="mod">
          <ac:chgData name="Han-Li Tremblay" userId="852346c9-b2bc-4eee-843e-ad7d28b9aba1" providerId="ADAL" clId="{661E3991-0811-423A-8EC5-7A235BFCB4D0}" dt="2020-08-25T20:03:31.395" v="40" actId="20577"/>
          <ac:spMkLst>
            <pc:docMk/>
            <pc:sldMk cId="455073494" sldId="290"/>
            <ac:spMk id="2" creationId="{BD0A18F3-9F12-464B-BC50-F741E79EDDDA}"/>
          </ac:spMkLst>
        </pc:spChg>
      </pc:sldChg>
      <pc:sldChg chg="modSp mod">
        <pc:chgData name="Han-Li Tremblay" userId="852346c9-b2bc-4eee-843e-ad7d28b9aba1" providerId="ADAL" clId="{661E3991-0811-423A-8EC5-7A235BFCB4D0}" dt="2020-08-25T20:03:43.298" v="46" actId="20577"/>
        <pc:sldMkLst>
          <pc:docMk/>
          <pc:sldMk cId="304785108" sldId="297"/>
        </pc:sldMkLst>
        <pc:spChg chg="mod">
          <ac:chgData name="Han-Li Tremblay" userId="852346c9-b2bc-4eee-843e-ad7d28b9aba1" providerId="ADAL" clId="{661E3991-0811-423A-8EC5-7A235BFCB4D0}" dt="2020-08-25T20:03:28.286" v="37"/>
          <ac:spMkLst>
            <pc:docMk/>
            <pc:sldMk cId="304785108" sldId="297"/>
            <ac:spMk id="2" creationId="{C3ADE153-2732-4F04-9433-39BE462BFB34}"/>
          </ac:spMkLst>
        </pc:spChg>
        <pc:spChg chg="mod">
          <ac:chgData name="Han-Li Tremblay" userId="852346c9-b2bc-4eee-843e-ad7d28b9aba1" providerId="ADAL" clId="{661E3991-0811-423A-8EC5-7A235BFCB4D0}" dt="2020-08-25T20:03:43.298" v="46" actId="20577"/>
          <ac:spMkLst>
            <pc:docMk/>
            <pc:sldMk cId="304785108" sldId="297"/>
            <ac:spMk id="3" creationId="{ADB403A0-100F-41B6-BF3A-8988ABBC5FB5}"/>
          </ac:spMkLst>
        </pc:spChg>
      </pc:sldChg>
      <pc:sldChg chg="modSp mod">
        <pc:chgData name="Han-Li Tremblay" userId="852346c9-b2bc-4eee-843e-ad7d28b9aba1" providerId="ADAL" clId="{661E3991-0811-423A-8EC5-7A235BFCB4D0}" dt="2020-08-25T20:03:24.821" v="36"/>
        <pc:sldMkLst>
          <pc:docMk/>
          <pc:sldMk cId="3253019309" sldId="298"/>
        </pc:sldMkLst>
        <pc:spChg chg="mod">
          <ac:chgData name="Han-Li Tremblay" userId="852346c9-b2bc-4eee-843e-ad7d28b9aba1" providerId="ADAL" clId="{661E3991-0811-423A-8EC5-7A235BFCB4D0}" dt="2020-08-25T20:03:24.821" v="36"/>
          <ac:spMkLst>
            <pc:docMk/>
            <pc:sldMk cId="3253019309" sldId="298"/>
            <ac:spMk id="2" creationId="{119B526C-C4FD-42CC-A3EA-8FDC9E743DB6}"/>
          </ac:spMkLst>
        </pc:spChg>
        <pc:spChg chg="mod">
          <ac:chgData name="Han-Li Tremblay" userId="852346c9-b2bc-4eee-843e-ad7d28b9aba1" providerId="ADAL" clId="{661E3991-0811-423A-8EC5-7A235BFCB4D0}" dt="2020-08-25T19:55:59.445" v="23" actId="20577"/>
          <ac:spMkLst>
            <pc:docMk/>
            <pc:sldMk cId="3253019309" sldId="298"/>
            <ac:spMk id="6" creationId="{01D4A65F-49C2-4663-8EBF-7C9CB6F3AF6A}"/>
          </ac:spMkLst>
        </pc:spChg>
      </pc:sldChg>
      <pc:sldChg chg="modSp mod">
        <pc:chgData name="Han-Li Tremblay" userId="852346c9-b2bc-4eee-843e-ad7d28b9aba1" providerId="ADAL" clId="{661E3991-0811-423A-8EC5-7A235BFCB4D0}" dt="2020-08-25T20:03:21.815" v="35"/>
        <pc:sldMkLst>
          <pc:docMk/>
          <pc:sldMk cId="451944156" sldId="299"/>
        </pc:sldMkLst>
        <pc:spChg chg="mod">
          <ac:chgData name="Han-Li Tremblay" userId="852346c9-b2bc-4eee-843e-ad7d28b9aba1" providerId="ADAL" clId="{661E3991-0811-423A-8EC5-7A235BFCB4D0}" dt="2020-08-25T20:03:21.815" v="35"/>
          <ac:spMkLst>
            <pc:docMk/>
            <pc:sldMk cId="451944156" sldId="299"/>
            <ac:spMk id="2" creationId="{119B526C-C4FD-42CC-A3EA-8FDC9E743DB6}"/>
          </ac:spMkLst>
        </pc:spChg>
      </pc:sldChg>
      <pc:sldChg chg="modSp mod">
        <pc:chgData name="Han-Li Tremblay" userId="852346c9-b2bc-4eee-843e-ad7d28b9aba1" providerId="ADAL" clId="{661E3991-0811-423A-8EC5-7A235BFCB4D0}" dt="2020-08-25T20:03:18.132" v="34"/>
        <pc:sldMkLst>
          <pc:docMk/>
          <pc:sldMk cId="94124536" sldId="300"/>
        </pc:sldMkLst>
        <pc:spChg chg="mod">
          <ac:chgData name="Han-Li Tremblay" userId="852346c9-b2bc-4eee-843e-ad7d28b9aba1" providerId="ADAL" clId="{661E3991-0811-423A-8EC5-7A235BFCB4D0}" dt="2020-08-25T20:03:18.132" v="34"/>
          <ac:spMkLst>
            <pc:docMk/>
            <pc:sldMk cId="94124536" sldId="300"/>
            <ac:spMk id="2" creationId="{119B526C-C4FD-42CC-A3EA-8FDC9E743DB6}"/>
          </ac:spMkLst>
        </pc:spChg>
      </pc:sldChg>
      <pc:sldChg chg="modSp mod">
        <pc:chgData name="Han-Li Tremblay" userId="852346c9-b2bc-4eee-843e-ad7d28b9aba1" providerId="ADAL" clId="{661E3991-0811-423A-8EC5-7A235BFCB4D0}" dt="2020-08-25T20:03:16.350" v="33"/>
        <pc:sldMkLst>
          <pc:docMk/>
          <pc:sldMk cId="1667915067" sldId="301"/>
        </pc:sldMkLst>
        <pc:spChg chg="mod">
          <ac:chgData name="Han-Li Tremblay" userId="852346c9-b2bc-4eee-843e-ad7d28b9aba1" providerId="ADAL" clId="{661E3991-0811-423A-8EC5-7A235BFCB4D0}" dt="2020-08-25T20:03:16.350" v="33"/>
          <ac:spMkLst>
            <pc:docMk/>
            <pc:sldMk cId="1667915067" sldId="301"/>
            <ac:spMk id="2" creationId="{119B526C-C4FD-42CC-A3EA-8FDC9E743DB6}"/>
          </ac:spMkLst>
        </pc:spChg>
      </pc:sldChg>
      <pc:sldChg chg="modSp mod">
        <pc:chgData name="Han-Li Tremblay" userId="852346c9-b2bc-4eee-843e-ad7d28b9aba1" providerId="ADAL" clId="{661E3991-0811-423A-8EC5-7A235BFCB4D0}" dt="2020-08-25T20:03:14.367" v="32"/>
        <pc:sldMkLst>
          <pc:docMk/>
          <pc:sldMk cId="1503978986" sldId="302"/>
        </pc:sldMkLst>
        <pc:spChg chg="mod">
          <ac:chgData name="Han-Li Tremblay" userId="852346c9-b2bc-4eee-843e-ad7d28b9aba1" providerId="ADAL" clId="{661E3991-0811-423A-8EC5-7A235BFCB4D0}" dt="2020-08-25T20:03:14.367" v="32"/>
          <ac:spMkLst>
            <pc:docMk/>
            <pc:sldMk cId="1503978986" sldId="302"/>
            <ac:spMk id="2" creationId="{119B526C-C4FD-42CC-A3EA-8FDC9E743DB6}"/>
          </ac:spMkLst>
        </pc:spChg>
      </pc:sldChg>
      <pc:sldChg chg="modSp mod">
        <pc:chgData name="Han-Li Tremblay" userId="852346c9-b2bc-4eee-843e-ad7d28b9aba1" providerId="ADAL" clId="{661E3991-0811-423A-8EC5-7A235BFCB4D0}" dt="2020-08-25T20:03:07.613" v="31" actId="20577"/>
        <pc:sldMkLst>
          <pc:docMk/>
          <pc:sldMk cId="268276809" sldId="303"/>
        </pc:sldMkLst>
        <pc:spChg chg="mod">
          <ac:chgData name="Han-Li Tremblay" userId="852346c9-b2bc-4eee-843e-ad7d28b9aba1" providerId="ADAL" clId="{661E3991-0811-423A-8EC5-7A235BFCB4D0}" dt="2020-08-25T20:03:07.613" v="31" actId="20577"/>
          <ac:spMkLst>
            <pc:docMk/>
            <pc:sldMk cId="268276809" sldId="303"/>
            <ac:spMk id="2" creationId="{119B526C-C4FD-42CC-A3EA-8FDC9E743DB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10/2/2020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2020-10-02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fr-CA" b="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4</a:t>
            </a:fld>
            <a:endParaRPr lang="en-CA"/>
          </a:p>
        </p:txBody>
      </p:sp>
    </p:spTree>
    <p:extLst>
      <p:ext uri="{BB962C8B-B14F-4D97-AF65-F5344CB8AC3E}">
        <p14:creationId xmlns:p14="http://schemas.microsoft.com/office/powerpoint/2010/main" val="2882111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7</a:t>
            </a:fld>
            <a:endParaRPr lang="en-CA"/>
          </a:p>
        </p:txBody>
      </p:sp>
    </p:spTree>
    <p:extLst>
      <p:ext uri="{BB962C8B-B14F-4D97-AF65-F5344CB8AC3E}">
        <p14:creationId xmlns:p14="http://schemas.microsoft.com/office/powerpoint/2010/main" val="2915561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9</a:t>
            </a:fld>
            <a:endParaRPr lang="en-CA"/>
          </a:p>
        </p:txBody>
      </p:sp>
    </p:spTree>
    <p:extLst>
      <p:ext uri="{BB962C8B-B14F-4D97-AF65-F5344CB8AC3E}">
        <p14:creationId xmlns:p14="http://schemas.microsoft.com/office/powerpoint/2010/main" val="2637976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14</a:t>
            </a:fld>
            <a:endParaRPr lang="en-CA"/>
          </a:p>
        </p:txBody>
      </p:sp>
    </p:spTree>
    <p:extLst>
      <p:ext uri="{BB962C8B-B14F-4D97-AF65-F5344CB8AC3E}">
        <p14:creationId xmlns:p14="http://schemas.microsoft.com/office/powerpoint/2010/main" val="418293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16</a:t>
            </a:fld>
            <a:endParaRPr lang="en-CA"/>
          </a:p>
        </p:txBody>
      </p:sp>
    </p:spTree>
    <p:extLst>
      <p:ext uri="{BB962C8B-B14F-4D97-AF65-F5344CB8AC3E}">
        <p14:creationId xmlns:p14="http://schemas.microsoft.com/office/powerpoint/2010/main" val="1763988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18</a:t>
            </a:fld>
            <a:endParaRPr lang="en-CA"/>
          </a:p>
        </p:txBody>
      </p:sp>
    </p:spTree>
    <p:extLst>
      <p:ext uri="{BB962C8B-B14F-4D97-AF65-F5344CB8AC3E}">
        <p14:creationId xmlns:p14="http://schemas.microsoft.com/office/powerpoint/2010/main" val="4191915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21</a:t>
            </a:fld>
            <a:endParaRPr lang="en-CA"/>
          </a:p>
        </p:txBody>
      </p:sp>
    </p:spTree>
    <p:extLst>
      <p:ext uri="{BB962C8B-B14F-4D97-AF65-F5344CB8AC3E}">
        <p14:creationId xmlns:p14="http://schemas.microsoft.com/office/powerpoint/2010/main" val="1567368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25</a:t>
            </a:fld>
            <a:endParaRPr lang="en-CA"/>
          </a:p>
        </p:txBody>
      </p:sp>
    </p:spTree>
    <p:extLst>
      <p:ext uri="{BB962C8B-B14F-4D97-AF65-F5344CB8AC3E}">
        <p14:creationId xmlns:p14="http://schemas.microsoft.com/office/powerpoint/2010/main" val="2736936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ct val="150000"/>
              </a:lnSpc>
              <a:buFont typeface="+mj-lt"/>
              <a:buNone/>
            </a:pPr>
            <a:endParaRPr lang="fr-FR"/>
          </a:p>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26</a:t>
            </a:fld>
            <a:endParaRPr lang="en-CA"/>
          </a:p>
        </p:txBody>
      </p:sp>
    </p:spTree>
    <p:extLst>
      <p:ext uri="{BB962C8B-B14F-4D97-AF65-F5344CB8AC3E}">
        <p14:creationId xmlns:p14="http://schemas.microsoft.com/office/powerpoint/2010/main" val="13606962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27</a:t>
            </a:fld>
            <a:endParaRPr lang="en-CA"/>
          </a:p>
        </p:txBody>
      </p:sp>
    </p:spTree>
    <p:extLst>
      <p:ext uri="{BB962C8B-B14F-4D97-AF65-F5344CB8AC3E}">
        <p14:creationId xmlns:p14="http://schemas.microsoft.com/office/powerpoint/2010/main" val="36115378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29</a:t>
            </a:fld>
            <a:endParaRPr lang="en-CA"/>
          </a:p>
        </p:txBody>
      </p:sp>
    </p:spTree>
    <p:extLst>
      <p:ext uri="{BB962C8B-B14F-4D97-AF65-F5344CB8AC3E}">
        <p14:creationId xmlns:p14="http://schemas.microsoft.com/office/powerpoint/2010/main" val="3203862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31</a:t>
            </a:fld>
            <a:endParaRPr lang="en-CA"/>
          </a:p>
        </p:txBody>
      </p:sp>
    </p:spTree>
    <p:extLst>
      <p:ext uri="{BB962C8B-B14F-4D97-AF65-F5344CB8AC3E}">
        <p14:creationId xmlns:p14="http://schemas.microsoft.com/office/powerpoint/2010/main" val="3080208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32</a:t>
            </a:fld>
            <a:endParaRPr lang="en-CA"/>
          </a:p>
        </p:txBody>
      </p:sp>
    </p:spTree>
    <p:extLst>
      <p:ext uri="{BB962C8B-B14F-4D97-AF65-F5344CB8AC3E}">
        <p14:creationId xmlns:p14="http://schemas.microsoft.com/office/powerpoint/2010/main" val="39808136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33</a:t>
            </a:fld>
            <a:endParaRPr lang="en-CA"/>
          </a:p>
        </p:txBody>
      </p:sp>
    </p:spTree>
    <p:extLst>
      <p:ext uri="{BB962C8B-B14F-4D97-AF65-F5344CB8AC3E}">
        <p14:creationId xmlns:p14="http://schemas.microsoft.com/office/powerpoint/2010/main" val="1961932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34</a:t>
            </a:fld>
            <a:endParaRPr lang="en-CA"/>
          </a:p>
        </p:txBody>
      </p:sp>
    </p:spTree>
    <p:extLst>
      <p:ext uri="{BB962C8B-B14F-4D97-AF65-F5344CB8AC3E}">
        <p14:creationId xmlns:p14="http://schemas.microsoft.com/office/powerpoint/2010/main" val="37173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35</a:t>
            </a:fld>
            <a:endParaRPr lang="en-CA"/>
          </a:p>
        </p:txBody>
      </p:sp>
    </p:spTree>
    <p:extLst>
      <p:ext uri="{BB962C8B-B14F-4D97-AF65-F5344CB8AC3E}">
        <p14:creationId xmlns:p14="http://schemas.microsoft.com/office/powerpoint/2010/main" val="32122966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38</a:t>
            </a:fld>
            <a:endParaRPr lang="en-CA"/>
          </a:p>
        </p:txBody>
      </p:sp>
    </p:spTree>
    <p:extLst>
      <p:ext uri="{BB962C8B-B14F-4D97-AF65-F5344CB8AC3E}">
        <p14:creationId xmlns:p14="http://schemas.microsoft.com/office/powerpoint/2010/main" val="1868773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39</a:t>
            </a:fld>
            <a:endParaRPr lang="en-CA"/>
          </a:p>
        </p:txBody>
      </p:sp>
    </p:spTree>
    <p:extLst>
      <p:ext uri="{BB962C8B-B14F-4D97-AF65-F5344CB8AC3E}">
        <p14:creationId xmlns:p14="http://schemas.microsoft.com/office/powerpoint/2010/main" val="29636833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40</a:t>
            </a:fld>
            <a:endParaRPr lang="en-CA"/>
          </a:p>
        </p:txBody>
      </p:sp>
    </p:spTree>
    <p:extLst>
      <p:ext uri="{BB962C8B-B14F-4D97-AF65-F5344CB8AC3E}">
        <p14:creationId xmlns:p14="http://schemas.microsoft.com/office/powerpoint/2010/main" val="18254838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41</a:t>
            </a:fld>
            <a:endParaRPr lang="en-CA"/>
          </a:p>
        </p:txBody>
      </p:sp>
    </p:spTree>
    <p:extLst>
      <p:ext uri="{BB962C8B-B14F-4D97-AF65-F5344CB8AC3E}">
        <p14:creationId xmlns:p14="http://schemas.microsoft.com/office/powerpoint/2010/main" val="3502337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b="0"/>
          </a:p>
        </p:txBody>
      </p:sp>
      <p:sp>
        <p:nvSpPr>
          <p:cNvPr id="4" name="Slide Number Placeholder 3"/>
          <p:cNvSpPr>
            <a:spLocks noGrp="1"/>
          </p:cNvSpPr>
          <p:nvPr>
            <p:ph type="sldNum" sz="quarter" idx="5"/>
          </p:nvPr>
        </p:nvSpPr>
        <p:spPr/>
        <p:txBody>
          <a:bodyPr/>
          <a:lstStyle/>
          <a:p>
            <a:fld id="{B4FA5FA9-7139-4C72-AA69-017BCD15C1C5}" type="slidenum">
              <a:rPr lang="en-CA" smtClean="0"/>
              <a:t>42</a:t>
            </a:fld>
            <a:endParaRPr lang="en-CA"/>
          </a:p>
        </p:txBody>
      </p:sp>
    </p:spTree>
    <p:extLst>
      <p:ext uri="{BB962C8B-B14F-4D97-AF65-F5344CB8AC3E}">
        <p14:creationId xmlns:p14="http://schemas.microsoft.com/office/powerpoint/2010/main" val="39342084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ct val="150000"/>
              </a:lnSpc>
              <a:buNone/>
            </a:pPr>
            <a:endParaRPr lang="fr-CA"/>
          </a:p>
        </p:txBody>
      </p:sp>
      <p:sp>
        <p:nvSpPr>
          <p:cNvPr id="4" name="Slide Number Placeholder 3"/>
          <p:cNvSpPr>
            <a:spLocks noGrp="1"/>
          </p:cNvSpPr>
          <p:nvPr>
            <p:ph type="sldNum" sz="quarter" idx="5"/>
          </p:nvPr>
        </p:nvSpPr>
        <p:spPr/>
        <p:txBody>
          <a:bodyPr/>
          <a:lstStyle/>
          <a:p>
            <a:fld id="{B4FA5FA9-7139-4C72-AA69-017BCD15C1C5}" type="slidenum">
              <a:rPr lang="en-CA" smtClean="0"/>
              <a:t>43</a:t>
            </a:fld>
            <a:endParaRPr lang="en-CA"/>
          </a:p>
        </p:txBody>
      </p:sp>
    </p:spTree>
    <p:extLst>
      <p:ext uri="{BB962C8B-B14F-4D97-AF65-F5344CB8AC3E}">
        <p14:creationId xmlns:p14="http://schemas.microsoft.com/office/powerpoint/2010/main" val="30592181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a:p>
        </p:txBody>
      </p:sp>
      <p:sp>
        <p:nvSpPr>
          <p:cNvPr id="4" name="Slide Number Placeholder 3"/>
          <p:cNvSpPr>
            <a:spLocks noGrp="1"/>
          </p:cNvSpPr>
          <p:nvPr>
            <p:ph type="sldNum" sz="quarter" idx="5"/>
          </p:nvPr>
        </p:nvSpPr>
        <p:spPr/>
        <p:txBody>
          <a:bodyPr/>
          <a:lstStyle/>
          <a:p>
            <a:fld id="{B4FA5FA9-7139-4C72-AA69-017BCD15C1C5}" type="slidenum">
              <a:rPr lang="en-CA" smtClean="0"/>
              <a:t>45</a:t>
            </a:fld>
            <a:endParaRPr lang="en-CA"/>
          </a:p>
        </p:txBody>
      </p:sp>
    </p:spTree>
    <p:extLst>
      <p:ext uri="{BB962C8B-B14F-4D97-AF65-F5344CB8AC3E}">
        <p14:creationId xmlns:p14="http://schemas.microsoft.com/office/powerpoint/2010/main" val="17655197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a:t>T</a:t>
            </a:r>
            <a:endParaRPr lang="en-CA"/>
          </a:p>
        </p:txBody>
      </p:sp>
      <p:sp>
        <p:nvSpPr>
          <p:cNvPr id="4" name="Slide Number Placeholder 3"/>
          <p:cNvSpPr>
            <a:spLocks noGrp="1"/>
          </p:cNvSpPr>
          <p:nvPr>
            <p:ph type="sldNum" sz="quarter" idx="5"/>
          </p:nvPr>
        </p:nvSpPr>
        <p:spPr/>
        <p:txBody>
          <a:bodyPr/>
          <a:lstStyle/>
          <a:p>
            <a:fld id="{B4FA5FA9-7139-4C72-AA69-017BCD15C1C5}" type="slidenum">
              <a:rPr lang="en-CA" smtClean="0"/>
              <a:t>46</a:t>
            </a:fld>
            <a:endParaRPr lang="en-CA"/>
          </a:p>
        </p:txBody>
      </p:sp>
    </p:spTree>
    <p:extLst>
      <p:ext uri="{BB962C8B-B14F-4D97-AF65-F5344CB8AC3E}">
        <p14:creationId xmlns:p14="http://schemas.microsoft.com/office/powerpoint/2010/main" val="666805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2.png"/><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4.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5.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7.png"/><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8.png"/><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9.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0.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image" Target="../media/image11.png"/><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3.xml"/></Relationships>
</file>

<file path=ppt/slides/_rels/slide18.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12.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image" Target="../media/image13.png"/><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14.png"/><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55.xml"/><Relationship Id="rId7" Type="http://schemas.openxmlformats.org/officeDocument/2006/relationships/image" Target="../media/image15.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56.xml"/><Relationship Id="rId9"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17.png"/><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62.xml"/><Relationship Id="rId7" Type="http://schemas.openxmlformats.org/officeDocument/2006/relationships/image" Target="../media/image19.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18.png"/><Relationship Id="rId5" Type="http://schemas.openxmlformats.org/officeDocument/2006/relationships/slideLayout" Target="../slideLayouts/slideLayout2.xml"/><Relationship Id="rId4" Type="http://schemas.openxmlformats.org/officeDocument/2006/relationships/tags" Target="../tags/tag6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4.xml"/></Relationships>
</file>

<file path=ppt/slides/_rels/slide25.xml.rels><?xml version="1.0" encoding="UTF-8" standalone="yes"?>
<Relationships xmlns="http://schemas.openxmlformats.org/package/2006/relationships"><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0.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6" Type="http://schemas.openxmlformats.org/officeDocument/2006/relationships/image" Target="../media/image21.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22.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4.xml"/></Relationships>
</file>

<file path=ppt/slides/_rels/slide29.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image" Target="../media/image23.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image" Target="../media/image24.png"/><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image" Target="../media/image25.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26.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image" Target="../media/image27.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28.png"/><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9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 Id="rId5" Type="http://schemas.openxmlformats.org/officeDocument/2006/relationships/image" Target="../media/image30.png"/><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3" Type="http://schemas.openxmlformats.org/officeDocument/2006/relationships/tags" Target="../tags/tag100.xml"/><Relationship Id="rId7" Type="http://schemas.openxmlformats.org/officeDocument/2006/relationships/image" Target="../media/image32.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31.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image" Target="../media/image33.png"/><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34.png"/><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35.png"/><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tags" Target="../tags/tag112.xml"/><Relationship Id="rId7" Type="http://schemas.openxmlformats.org/officeDocument/2006/relationships/image" Target="../media/image36.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tags" Target="../tags/tag113.xml"/></Relationships>
</file>

<file path=ppt/slides/_rels/slide43.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38.png"/><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7.xml"/></Relationships>
</file>

<file path=ppt/slides/_rels/slide4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tags" Target="../tags/tag120.xml"/><Relationship Id="rId7" Type="http://schemas.openxmlformats.org/officeDocument/2006/relationships/notesSlide" Target="../notesSlides/notesSlide24.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slideLayout" Target="../slideLayouts/slideLayout2.xml"/><Relationship Id="rId5" Type="http://schemas.openxmlformats.org/officeDocument/2006/relationships/tags" Target="../tags/tag122.xml"/><Relationship Id="rId4" Type="http://schemas.openxmlformats.org/officeDocument/2006/relationships/tags" Target="../tags/tag121.xml"/><Relationship Id="rId9" Type="http://schemas.openxmlformats.org/officeDocument/2006/relationships/image" Target="../media/image40.png"/></Relationships>
</file>

<file path=ppt/slides/_rels/slide46.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image" Target="../media/image41.png"/><Relationship Id="rId5" Type="http://schemas.openxmlformats.org/officeDocument/2006/relationships/notesSlide" Target="../notesSlides/notesSlide25.xml"/><Relationship Id="rId4"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 Id="rId5" Type="http://schemas.openxmlformats.org/officeDocument/2006/relationships/image" Target="../media/image42.png"/><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a:t>Cycle Counts</a:t>
            </a:r>
            <a:endParaRPr lang="en-US" sz="4400" b="1"/>
          </a:p>
        </p:txBody>
      </p:sp>
      <p:sp>
        <p:nvSpPr>
          <p:cNvPr id="3" name="Subtitle 2"/>
          <p:cNvSpPr>
            <a:spLocks noGrp="1"/>
          </p:cNvSpPr>
          <p:nvPr>
            <p:ph type="subTitle" idx="1"/>
            <p:custDataLst>
              <p:tags r:id="rId2"/>
            </p:custDataLst>
          </p:nvPr>
        </p:nvSpPr>
        <p:spPr/>
        <p:txBody>
          <a:bodyPr/>
          <a:lstStyle/>
          <a:p>
            <a:r>
              <a:rPr lang="en-CA" sz="2800"/>
              <a:t> WMS Guide</a:t>
            </a:r>
            <a:endParaRPr lang="en-US" sz="280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a:t>Table of Contents</a:t>
            </a:r>
          </a:p>
        </p:txBody>
      </p:sp>
      <p:sp>
        <p:nvSpPr>
          <p:cNvPr id="3" name="Content Placeholder 2">
            <a:extLst>
              <a:ext uri="{FF2B5EF4-FFF2-40B4-BE49-F238E27FC236}">
                <a16:creationId xmlns:a16="http://schemas.microsoft.com/office/drawing/2014/main" xmlns="" id="{37B56F8A-6BEF-459C-AFA4-6D790D24F1CB}"/>
              </a:ext>
            </a:extLst>
          </p:cNvPr>
          <p:cNvSpPr>
            <a:spLocks noGrp="1"/>
          </p:cNvSpPr>
          <p:nvPr>
            <p:ph idx="1"/>
            <p:custDataLst>
              <p:tags r:id="rId2"/>
            </p:custDataLst>
          </p:nvPr>
        </p:nvSpPr>
        <p:spPr>
          <a:xfrm>
            <a:off x="838200" y="1422975"/>
            <a:ext cx="10515600" cy="4169405"/>
          </a:xfrm>
        </p:spPr>
        <p:txBody>
          <a:bodyPr/>
          <a:lstStyle/>
          <a:p>
            <a:pPr marL="0" indent="0" algn="just">
              <a:lnSpc>
                <a:spcPct val="150000"/>
              </a:lnSpc>
              <a:buNone/>
            </a:pPr>
            <a:r>
              <a:rPr lang="en-CA" dirty="0"/>
              <a:t>Planned Cycle Count Creation….................................................................................3 </a:t>
            </a:r>
          </a:p>
          <a:p>
            <a:pPr marL="0" indent="0" algn="just">
              <a:lnSpc>
                <a:spcPct val="150000"/>
              </a:lnSpc>
              <a:buNone/>
            </a:pPr>
            <a:r>
              <a:rPr lang="en-CA" dirty="0"/>
              <a:t>Cycle Count with a Mobile Device…..........................................................................17  </a:t>
            </a:r>
          </a:p>
          <a:p>
            <a:pPr marL="457200" lvl="1" indent="0" algn="just">
              <a:lnSpc>
                <a:spcPct val="150000"/>
              </a:lnSpc>
              <a:buNone/>
            </a:pPr>
            <a:r>
              <a:rPr lang="en-CA" sz="2400" dirty="0"/>
              <a:t>System-Directed..…..............................................................................................17 </a:t>
            </a:r>
          </a:p>
          <a:p>
            <a:pPr marL="457200" lvl="1" indent="0" algn="just">
              <a:lnSpc>
                <a:spcPct val="150000"/>
              </a:lnSpc>
              <a:buNone/>
            </a:pPr>
            <a:r>
              <a:rPr lang="en-CA" sz="2400" dirty="0"/>
              <a:t>Cycle Count by Order..…......................................................................................24 </a:t>
            </a:r>
          </a:p>
          <a:p>
            <a:pPr marL="457200" lvl="1" indent="0" algn="just">
              <a:lnSpc>
                <a:spcPct val="150000"/>
              </a:lnSpc>
              <a:buNone/>
            </a:pPr>
            <a:r>
              <a:rPr lang="en-CA" sz="2400" dirty="0"/>
              <a:t>Demand Cycle Count..…......................................................................................28 </a:t>
            </a:r>
          </a:p>
          <a:p>
            <a:pPr marL="0" indent="0" algn="just">
              <a:lnSpc>
                <a:spcPct val="150000"/>
              </a:lnSpc>
              <a:buNone/>
            </a:pPr>
            <a:r>
              <a:rPr lang="en-CA" dirty="0"/>
              <a:t>Cycle Count with a Desktop Computer.</a:t>
            </a:r>
            <a:r>
              <a:rPr lang="en-CA" sz="2400" dirty="0"/>
              <a:t>..…................................................................35</a:t>
            </a:r>
            <a:r>
              <a:rPr lang="en-CA" dirty="0"/>
              <a:t> </a:t>
            </a:r>
          </a:p>
          <a:p>
            <a:pPr marL="0" indent="0" algn="just">
              <a:lnSpc>
                <a:spcPct val="150000"/>
              </a:lnSpc>
              <a:buNone/>
            </a:pPr>
            <a:r>
              <a:rPr lang="en-CA" dirty="0"/>
              <a:t>Cycle Count Exceptions.…..........................................................................................44</a:t>
            </a:r>
            <a:endParaRPr lang="en-CA" b="1" dirty="0"/>
          </a:p>
          <a:p>
            <a:pPr marL="0" indent="0" algn="just">
              <a:lnSpc>
                <a:spcPct val="150000"/>
              </a:lnSpc>
              <a:buNone/>
            </a:pPr>
            <a:endParaRPr lang="en-CA" dirty="0"/>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a:t>Planned Cycle Count Creation</a:t>
            </a:r>
          </a:p>
        </p:txBody>
      </p:sp>
    </p:spTree>
    <p:extLst>
      <p:ext uri="{BB962C8B-B14F-4D97-AF65-F5344CB8AC3E}">
        <p14:creationId xmlns:p14="http://schemas.microsoft.com/office/powerpoint/2010/main" val="455073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ADE153-2732-4F04-9433-39BE462BFB34}"/>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3" name="Content Placeholder 2">
            <a:extLst>
              <a:ext uri="{FF2B5EF4-FFF2-40B4-BE49-F238E27FC236}">
                <a16:creationId xmlns:a16="http://schemas.microsoft.com/office/drawing/2014/main" xmlns="" id="{ADB403A0-100F-41B6-BF3A-8988ABBC5FB5}"/>
              </a:ext>
            </a:extLst>
          </p:cNvPr>
          <p:cNvSpPr>
            <a:spLocks noGrp="1"/>
          </p:cNvSpPr>
          <p:nvPr>
            <p:ph idx="1"/>
            <p:custDataLst>
              <p:tags r:id="rId2"/>
            </p:custDataLst>
          </p:nvPr>
        </p:nvSpPr>
        <p:spPr>
          <a:xfrm>
            <a:off x="838200" y="1158081"/>
            <a:ext cx="10515600" cy="4351338"/>
          </a:xfrm>
        </p:spPr>
        <p:txBody>
          <a:bodyPr/>
          <a:lstStyle/>
          <a:p>
            <a:pPr algn="just">
              <a:lnSpc>
                <a:spcPct val="200000"/>
              </a:lnSpc>
              <a:buFont typeface="Wingdings" panose="05000000000000000000" pitchFamily="2" charset="2"/>
              <a:buChar char="ü"/>
            </a:pPr>
            <a:r>
              <a:rPr lang="en-US" sz="2400" dirty="0"/>
              <a:t> Planned cycle counts have to be </a:t>
            </a:r>
            <a:r>
              <a:rPr lang="en-US" sz="2400" b="1" dirty="0"/>
              <a:t>manually created by a user </a:t>
            </a:r>
            <a:r>
              <a:rPr lang="en-US" sz="2400" dirty="0"/>
              <a:t>: they need to be </a:t>
            </a:r>
            <a:r>
              <a:rPr lang="en-US" sz="2400" b="1" dirty="0"/>
              <a:t>planned</a:t>
            </a:r>
            <a:r>
              <a:rPr lang="en-US" sz="2400" dirty="0"/>
              <a:t> in advance and then </a:t>
            </a:r>
            <a:r>
              <a:rPr lang="en-US" sz="2400" b="1" dirty="0"/>
              <a:t>released</a:t>
            </a:r>
            <a:r>
              <a:rPr lang="en-US" sz="2400" dirty="0"/>
              <a:t> to be performed. </a:t>
            </a:r>
          </a:p>
          <a:p>
            <a:pPr algn="just">
              <a:lnSpc>
                <a:spcPct val="200000"/>
              </a:lnSpc>
              <a:buFont typeface="Wingdings" panose="05000000000000000000" pitchFamily="2" charset="2"/>
              <a:buChar char="ü"/>
            </a:pPr>
            <a:r>
              <a:rPr lang="en-US" sz="2400" dirty="0"/>
              <a:t> This procedure is performed exclusively on a </a:t>
            </a:r>
            <a:r>
              <a:rPr lang="en-US" sz="2400" b="1" dirty="0"/>
              <a:t>desktop computer. </a:t>
            </a:r>
          </a:p>
          <a:p>
            <a:pPr algn="just">
              <a:lnSpc>
                <a:spcPct val="200000"/>
              </a:lnSpc>
              <a:buFont typeface="Wingdings" panose="05000000000000000000" pitchFamily="2" charset="2"/>
              <a:buChar char="ü"/>
            </a:pPr>
            <a:r>
              <a:rPr lang="en-US" sz="2400" dirty="0"/>
              <a:t> The user will then </a:t>
            </a:r>
            <a:r>
              <a:rPr lang="en-US" sz="2400" b="1" dirty="0"/>
              <a:t>perform and complete the cycle count using a desktop or a mobile computer.</a:t>
            </a:r>
          </a:p>
          <a:p>
            <a:pPr algn="just">
              <a:lnSpc>
                <a:spcPct val="200000"/>
              </a:lnSpc>
              <a:buFont typeface="Wingdings" panose="05000000000000000000" pitchFamily="2" charset="2"/>
              <a:buChar char="ü"/>
            </a:pPr>
            <a:r>
              <a:rPr lang="en-US" b="1" dirty="0"/>
              <a:t> </a:t>
            </a:r>
            <a:r>
              <a:rPr lang="en-US" dirty="0"/>
              <a:t>This type of cycle count is mostly done for the </a:t>
            </a:r>
            <a:r>
              <a:rPr lang="en-US" b="1" dirty="0"/>
              <a:t>year-end cycle count. </a:t>
            </a:r>
            <a:endParaRPr lang="en-CA" dirty="0"/>
          </a:p>
        </p:txBody>
      </p:sp>
    </p:spTree>
    <p:extLst>
      <p:ext uri="{BB962C8B-B14F-4D97-AF65-F5344CB8AC3E}">
        <p14:creationId xmlns:p14="http://schemas.microsoft.com/office/powerpoint/2010/main" val="304785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9B526C-C4FD-42CC-A3EA-8FDC9E743DB6}"/>
              </a:ext>
            </a:extLst>
          </p:cNvPr>
          <p:cNvSpPr>
            <a:spLocks noGrp="1"/>
          </p:cNvSpPr>
          <p:nvPr>
            <p:ph type="title"/>
            <p:custDataLst>
              <p:tags r:id="rId1"/>
            </p:custDataLst>
          </p:nvPr>
        </p:nvSpPr>
        <p:spPr/>
        <p:txBody>
          <a:bodyPr/>
          <a:lstStyle/>
          <a:p>
            <a:r>
              <a:rPr lang="fr-CA" err="1"/>
              <a:t>Planned</a:t>
            </a:r>
            <a:r>
              <a:rPr lang="fr-CA"/>
              <a:t> Cycle Count</a:t>
            </a:r>
            <a:endParaRPr lang="en-CA"/>
          </a:p>
        </p:txBody>
      </p:sp>
      <p:pic>
        <p:nvPicPr>
          <p:cNvPr id="5" name="Picture 4">
            <a:extLst>
              <a:ext uri="{FF2B5EF4-FFF2-40B4-BE49-F238E27FC236}">
                <a16:creationId xmlns:a16="http://schemas.microsoft.com/office/drawing/2014/main" xmlns="" id="{49EF4E0B-3019-45AC-A0C9-F635943C7B8E}"/>
              </a:ext>
            </a:extLst>
          </p:cNvPr>
          <p:cNvPicPr>
            <a:picLocks noChangeAspect="1"/>
          </p:cNvPicPr>
          <p:nvPr>
            <p:custDataLst>
              <p:tags r:id="rId2"/>
            </p:custDataLst>
          </p:nvPr>
        </p:nvPicPr>
        <p:blipFill>
          <a:blip r:embed="rId5"/>
          <a:stretch>
            <a:fillRect/>
          </a:stretch>
        </p:blipFill>
        <p:spPr>
          <a:xfrm>
            <a:off x="6975502" y="1117228"/>
            <a:ext cx="4519811" cy="4623544"/>
          </a:xfrm>
          <a:prstGeom prst="rect">
            <a:avLst/>
          </a:prstGeom>
        </p:spPr>
      </p:pic>
      <p:sp>
        <p:nvSpPr>
          <p:cNvPr id="6" name="Content Placeholder 2">
            <a:extLst>
              <a:ext uri="{FF2B5EF4-FFF2-40B4-BE49-F238E27FC236}">
                <a16:creationId xmlns:a16="http://schemas.microsoft.com/office/drawing/2014/main" xmlns="" id="{01D4A65F-49C2-4663-8EBF-7C9CB6F3AF6A}"/>
              </a:ext>
            </a:extLst>
          </p:cNvPr>
          <p:cNvSpPr>
            <a:spLocks noGrp="1"/>
          </p:cNvSpPr>
          <p:nvPr>
            <p:ph idx="1"/>
            <p:custDataLst>
              <p:tags r:id="rId3"/>
            </p:custDataLst>
          </p:nvPr>
        </p:nvSpPr>
        <p:spPr>
          <a:xfrm>
            <a:off x="935182" y="1712612"/>
            <a:ext cx="5257800" cy="4351338"/>
          </a:xfrm>
        </p:spPr>
        <p:txBody>
          <a:bodyPr/>
          <a:lstStyle/>
          <a:p>
            <a:pPr marL="457200" indent="-457200" algn="just">
              <a:lnSpc>
                <a:spcPct val="150000"/>
              </a:lnSpc>
              <a:buFont typeface="+mj-lt"/>
              <a:buAutoNum type="arabicPeriod"/>
            </a:pPr>
            <a:r>
              <a:rPr lang="en-US" dirty="0"/>
              <a:t>With a </a:t>
            </a:r>
            <a:r>
              <a:rPr lang="en-US" u="sng" dirty="0"/>
              <a:t>desktop computer</a:t>
            </a:r>
            <a:r>
              <a:rPr lang="en-US" dirty="0"/>
              <a:t>, select the </a:t>
            </a:r>
            <a:r>
              <a:rPr lang="en-US" b="1" dirty="0"/>
              <a:t>Inventory Management </a:t>
            </a:r>
            <a:r>
              <a:rPr lang="en-US" dirty="0"/>
              <a:t>resource</a:t>
            </a:r>
            <a:r>
              <a:rPr lang="en-US" b="1" dirty="0"/>
              <a:t>. </a:t>
            </a:r>
          </a:p>
          <a:p>
            <a:pPr marL="457200" indent="-457200" algn="just">
              <a:lnSpc>
                <a:spcPct val="150000"/>
              </a:lnSpc>
              <a:buFont typeface="+mj-lt"/>
              <a:buAutoNum type="arabicPeriod"/>
            </a:pPr>
            <a:r>
              <a:rPr lang="en-US" dirty="0"/>
              <a:t>Under Inventory Management, click on </a:t>
            </a:r>
            <a:r>
              <a:rPr lang="en-US" b="1" dirty="0"/>
              <a:t>Cycle Count. </a:t>
            </a:r>
          </a:p>
          <a:p>
            <a:pPr marL="457200" indent="-457200" algn="just">
              <a:lnSpc>
                <a:spcPct val="150000"/>
              </a:lnSpc>
              <a:buFont typeface="+mj-lt"/>
              <a:buAutoNum type="arabicPeriod"/>
            </a:pPr>
            <a:r>
              <a:rPr lang="en-US" dirty="0"/>
              <a:t>Under Cycle Count, click on </a:t>
            </a:r>
            <a:r>
              <a:rPr lang="en-US" b="1" dirty="0"/>
              <a:t>Cycle Count Management. </a:t>
            </a:r>
          </a:p>
        </p:txBody>
      </p:sp>
    </p:spTree>
    <p:extLst>
      <p:ext uri="{BB962C8B-B14F-4D97-AF65-F5344CB8AC3E}">
        <p14:creationId xmlns:p14="http://schemas.microsoft.com/office/powerpoint/2010/main" val="3253019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9B526C-C4FD-42CC-A3EA-8FDC9E743DB6}"/>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4" name="Content Placeholder 3">
            <a:extLst>
              <a:ext uri="{FF2B5EF4-FFF2-40B4-BE49-F238E27FC236}">
                <a16:creationId xmlns:a16="http://schemas.microsoft.com/office/drawing/2014/main" xmlns="" id="{248D6EA0-2B95-4B1C-9C5E-2A6A580D4BD3}"/>
              </a:ext>
            </a:extLst>
          </p:cNvPr>
          <p:cNvSpPr>
            <a:spLocks noGrp="1"/>
          </p:cNvSpPr>
          <p:nvPr>
            <p:ph idx="1"/>
            <p:custDataLst>
              <p:tags r:id="rId2"/>
            </p:custDataLst>
          </p:nvPr>
        </p:nvSpPr>
        <p:spPr>
          <a:xfrm>
            <a:off x="838200" y="1253331"/>
            <a:ext cx="10515600" cy="4351338"/>
          </a:xfrm>
        </p:spPr>
        <p:txBody>
          <a:bodyPr/>
          <a:lstStyle/>
          <a:p>
            <a:pPr marL="457200" indent="-457200" algn="just">
              <a:lnSpc>
                <a:spcPct val="150000"/>
              </a:lnSpc>
              <a:buFont typeface="+mj-lt"/>
              <a:buAutoNum type="arabicPeriod" startAt="4"/>
            </a:pPr>
            <a:r>
              <a:rPr lang="fr-CA" dirty="0" err="1"/>
              <a:t>From</a:t>
            </a:r>
            <a:r>
              <a:rPr lang="fr-CA" dirty="0"/>
              <a:t> the new </a:t>
            </a:r>
            <a:r>
              <a:rPr lang="fr-CA" dirty="0" err="1"/>
              <a:t>window</a:t>
            </a:r>
            <a:r>
              <a:rPr lang="fr-CA" dirty="0"/>
              <a:t>, select the </a:t>
            </a:r>
            <a:r>
              <a:rPr lang="fr-CA" dirty="0" err="1"/>
              <a:t>Create</a:t>
            </a:r>
            <a:r>
              <a:rPr lang="fr-CA" dirty="0"/>
              <a:t> action in the </a:t>
            </a:r>
            <a:r>
              <a:rPr lang="fr-CA" dirty="0" err="1"/>
              <a:t>lower</a:t>
            </a:r>
            <a:r>
              <a:rPr lang="fr-CA" dirty="0"/>
              <a:t>-right corner of </a:t>
            </a:r>
            <a:r>
              <a:rPr lang="fr-CA" dirty="0" err="1"/>
              <a:t>your</a:t>
            </a:r>
            <a:r>
              <a:rPr lang="fr-CA" dirty="0"/>
              <a:t> screen. </a:t>
            </a:r>
          </a:p>
          <a:p>
            <a:pPr algn="just"/>
            <a:endParaRPr lang="en-US" sz="2400" b="0" cap="none" dirty="0">
              <a:solidFill>
                <a:schemeClr val="tx2"/>
              </a:solidFill>
              <a:latin typeface="Abadi" panose="020B0604020104020204" pitchFamily="34" charset="0"/>
            </a:endParaRPr>
          </a:p>
          <a:p>
            <a:pPr lvl="1" algn="just"/>
            <a:endParaRPr lang="fr-CA" b="0" cap="none" dirty="0">
              <a:solidFill>
                <a:schemeClr val="tx2"/>
              </a:solidFill>
              <a:latin typeface="Abadi" panose="020B0604020104020204" pitchFamily="34" charset="0"/>
            </a:endParaRPr>
          </a:p>
          <a:p>
            <a:pPr algn="just"/>
            <a:endParaRPr lang="fr-CA" sz="2400" b="0" cap="none" dirty="0">
              <a:solidFill>
                <a:schemeClr val="tx2"/>
              </a:solidFill>
              <a:latin typeface="Abadi" panose="020B0604020104020204" pitchFamily="34" charset="0"/>
            </a:endParaRPr>
          </a:p>
          <a:p>
            <a:endParaRPr lang="en-CA" dirty="0"/>
          </a:p>
        </p:txBody>
      </p:sp>
      <p:grpSp>
        <p:nvGrpSpPr>
          <p:cNvPr id="11" name="Group 10">
            <a:extLst>
              <a:ext uri="{FF2B5EF4-FFF2-40B4-BE49-F238E27FC236}">
                <a16:creationId xmlns:a16="http://schemas.microsoft.com/office/drawing/2014/main" xmlns="" id="{FB69A8E9-302E-4B16-866A-1510F3892251}"/>
              </a:ext>
            </a:extLst>
          </p:cNvPr>
          <p:cNvGrpSpPr/>
          <p:nvPr>
            <p:custDataLst>
              <p:tags r:id="rId3"/>
            </p:custDataLst>
          </p:nvPr>
        </p:nvGrpSpPr>
        <p:grpSpPr>
          <a:xfrm>
            <a:off x="933061" y="2578894"/>
            <a:ext cx="10325878" cy="3400203"/>
            <a:chOff x="0" y="452590"/>
            <a:chExt cx="12192000" cy="3992642"/>
          </a:xfrm>
        </p:grpSpPr>
        <p:pic>
          <p:nvPicPr>
            <p:cNvPr id="8" name="Picture 7">
              <a:extLst>
                <a:ext uri="{FF2B5EF4-FFF2-40B4-BE49-F238E27FC236}">
                  <a16:creationId xmlns:a16="http://schemas.microsoft.com/office/drawing/2014/main" xmlns="" id="{BAB7E816-474C-4D40-9597-F12189518376}"/>
                </a:ext>
              </a:extLst>
            </p:cNvPr>
            <p:cNvPicPr>
              <a:picLocks noChangeAspect="1"/>
            </p:cNvPicPr>
            <p:nvPr/>
          </p:nvPicPr>
          <p:blipFill rotWithShape="1">
            <a:blip r:embed="rId5"/>
            <a:srcRect b="53056"/>
            <a:stretch/>
          </p:blipFill>
          <p:spPr>
            <a:xfrm>
              <a:off x="0" y="452590"/>
              <a:ext cx="12192000" cy="2794463"/>
            </a:xfrm>
            <a:prstGeom prst="rect">
              <a:avLst/>
            </a:prstGeom>
          </p:spPr>
        </p:pic>
        <p:pic>
          <p:nvPicPr>
            <p:cNvPr id="10" name="Picture 9">
              <a:extLst>
                <a:ext uri="{FF2B5EF4-FFF2-40B4-BE49-F238E27FC236}">
                  <a16:creationId xmlns:a16="http://schemas.microsoft.com/office/drawing/2014/main" xmlns="" id="{CFFE6988-68A6-4D4A-BD8F-8E3A642ADEE9}"/>
                </a:ext>
              </a:extLst>
            </p:cNvPr>
            <p:cNvPicPr>
              <a:picLocks noChangeAspect="1"/>
            </p:cNvPicPr>
            <p:nvPr/>
          </p:nvPicPr>
          <p:blipFill rotWithShape="1">
            <a:blip r:embed="rId5"/>
            <a:srcRect t="71970"/>
            <a:stretch/>
          </p:blipFill>
          <p:spPr>
            <a:xfrm>
              <a:off x="0" y="2776663"/>
              <a:ext cx="12192000" cy="1668569"/>
            </a:xfrm>
            <a:prstGeom prst="rect">
              <a:avLst/>
            </a:prstGeom>
          </p:spPr>
        </p:pic>
      </p:grpSp>
    </p:spTree>
    <p:extLst>
      <p:ext uri="{BB962C8B-B14F-4D97-AF65-F5344CB8AC3E}">
        <p14:creationId xmlns:p14="http://schemas.microsoft.com/office/powerpoint/2010/main" val="451944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9B526C-C4FD-42CC-A3EA-8FDC9E743DB6}"/>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4" name="Content Placeholder 3">
            <a:extLst>
              <a:ext uri="{FF2B5EF4-FFF2-40B4-BE49-F238E27FC236}">
                <a16:creationId xmlns:a16="http://schemas.microsoft.com/office/drawing/2014/main" xmlns="" id="{248D6EA0-2B95-4B1C-9C5E-2A6A580D4BD3}"/>
              </a:ext>
            </a:extLst>
          </p:cNvPr>
          <p:cNvSpPr>
            <a:spLocks noGrp="1"/>
          </p:cNvSpPr>
          <p:nvPr>
            <p:ph idx="1"/>
            <p:custDataLst>
              <p:tags r:id="rId2"/>
            </p:custDataLst>
          </p:nvPr>
        </p:nvSpPr>
        <p:spPr>
          <a:xfrm>
            <a:off x="838200" y="1365297"/>
            <a:ext cx="5413310" cy="4351338"/>
          </a:xfrm>
        </p:spPr>
        <p:txBody>
          <a:bodyPr/>
          <a:lstStyle/>
          <a:p>
            <a:pPr marL="457200" indent="-457200" algn="just">
              <a:lnSpc>
                <a:spcPct val="150000"/>
              </a:lnSpc>
              <a:buFont typeface="+mj-lt"/>
              <a:buAutoNum type="arabicPeriod" startAt="5"/>
            </a:pPr>
            <a:r>
              <a:rPr lang="en-US" dirty="0"/>
              <a:t>The next available cycle count order number is displayed. Change this value to a unique cycle count order number, if desired.</a:t>
            </a:r>
          </a:p>
          <a:p>
            <a:pPr marL="457200" indent="-457200" algn="just">
              <a:lnSpc>
                <a:spcPct val="150000"/>
              </a:lnSpc>
              <a:buFont typeface="+mj-lt"/>
              <a:buAutoNum type="arabicPeriod" startAt="5"/>
            </a:pPr>
            <a:r>
              <a:rPr lang="fr-CA" dirty="0"/>
              <a:t>Click Continue. </a:t>
            </a:r>
            <a:endParaRPr lang="en-GB" dirty="0"/>
          </a:p>
          <a:p>
            <a:pPr algn="just"/>
            <a:endParaRPr lang="en-US" sz="2400" b="0" cap="none" dirty="0">
              <a:solidFill>
                <a:schemeClr val="tx2"/>
              </a:solidFill>
              <a:latin typeface="Abadi" panose="020B0604020104020204" pitchFamily="34" charset="0"/>
            </a:endParaRPr>
          </a:p>
          <a:p>
            <a:pPr lvl="1" algn="just"/>
            <a:endParaRPr lang="fr-CA" b="0" cap="none" dirty="0">
              <a:solidFill>
                <a:schemeClr val="tx2"/>
              </a:solidFill>
              <a:latin typeface="Abadi" panose="020B0604020104020204" pitchFamily="34" charset="0"/>
            </a:endParaRPr>
          </a:p>
          <a:p>
            <a:pPr algn="just"/>
            <a:endParaRPr lang="fr-CA" sz="2400" b="0" cap="none" dirty="0">
              <a:solidFill>
                <a:schemeClr val="tx2"/>
              </a:solidFill>
              <a:latin typeface="Abadi" panose="020B0604020104020204" pitchFamily="34" charset="0"/>
            </a:endParaRPr>
          </a:p>
          <a:p>
            <a:endParaRPr lang="en-CA" dirty="0"/>
          </a:p>
        </p:txBody>
      </p:sp>
      <p:pic>
        <p:nvPicPr>
          <p:cNvPr id="5" name="Picture 4">
            <a:extLst>
              <a:ext uri="{FF2B5EF4-FFF2-40B4-BE49-F238E27FC236}">
                <a16:creationId xmlns:a16="http://schemas.microsoft.com/office/drawing/2014/main" xmlns="" id="{533E498F-E1B7-4B10-A760-DDF4848B6F3C}"/>
              </a:ext>
            </a:extLst>
          </p:cNvPr>
          <p:cNvPicPr>
            <a:picLocks noChangeAspect="1"/>
          </p:cNvPicPr>
          <p:nvPr>
            <p:custDataLst>
              <p:tags r:id="rId3"/>
            </p:custDataLst>
          </p:nvPr>
        </p:nvPicPr>
        <p:blipFill>
          <a:blip r:embed="rId6"/>
          <a:stretch>
            <a:fillRect/>
          </a:stretch>
        </p:blipFill>
        <p:spPr>
          <a:xfrm>
            <a:off x="7034144" y="1027906"/>
            <a:ext cx="3994595" cy="3530842"/>
          </a:xfrm>
          <a:prstGeom prst="rect">
            <a:avLst/>
          </a:prstGeom>
        </p:spPr>
      </p:pic>
    </p:spTree>
    <p:extLst>
      <p:ext uri="{BB962C8B-B14F-4D97-AF65-F5344CB8AC3E}">
        <p14:creationId xmlns:p14="http://schemas.microsoft.com/office/powerpoint/2010/main" val="94124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9B526C-C4FD-42CC-A3EA-8FDC9E743DB6}"/>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4" name="Content Placeholder 3">
            <a:extLst>
              <a:ext uri="{FF2B5EF4-FFF2-40B4-BE49-F238E27FC236}">
                <a16:creationId xmlns:a16="http://schemas.microsoft.com/office/drawing/2014/main" xmlns="" id="{248D6EA0-2B95-4B1C-9C5E-2A6A580D4BD3}"/>
              </a:ext>
            </a:extLst>
          </p:cNvPr>
          <p:cNvSpPr>
            <a:spLocks noGrp="1"/>
          </p:cNvSpPr>
          <p:nvPr>
            <p:ph idx="1"/>
            <p:custDataLst>
              <p:tags r:id="rId2"/>
            </p:custDataLst>
          </p:nvPr>
        </p:nvSpPr>
        <p:spPr>
          <a:xfrm>
            <a:off x="465825" y="1141365"/>
            <a:ext cx="11110823" cy="4351338"/>
          </a:xfrm>
        </p:spPr>
        <p:txBody>
          <a:bodyPr/>
          <a:lstStyle/>
          <a:p>
            <a:pPr marL="457200" indent="-457200" algn="just">
              <a:lnSpc>
                <a:spcPct val="150000"/>
              </a:lnSpc>
              <a:buFont typeface="+mj-lt"/>
              <a:buAutoNum type="arabicPeriod" startAt="7"/>
            </a:pPr>
            <a:r>
              <a:rPr lang="en-US" sz="2200" dirty="0"/>
              <a:t>From the new window, in the General section, choose the Task Assignment:</a:t>
            </a:r>
          </a:p>
          <a:p>
            <a:pPr marL="914400" lvl="2" indent="-457200" algn="just">
              <a:lnSpc>
                <a:spcPct val="150000"/>
              </a:lnSpc>
              <a:spcBef>
                <a:spcPts val="1000"/>
              </a:spcBef>
              <a:buFont typeface="Wingdings" panose="05000000000000000000" pitchFamily="2" charset="2"/>
              <a:buChar char="ü"/>
            </a:pPr>
            <a:r>
              <a:rPr lang="en-US" sz="2200" dirty="0"/>
              <a:t>If “Conventional” is selected, the cycle count will be performed with a paper-based list; </a:t>
            </a:r>
          </a:p>
          <a:p>
            <a:pPr marL="914400" lvl="2" indent="-457200" algn="just">
              <a:lnSpc>
                <a:spcPct val="150000"/>
              </a:lnSpc>
              <a:spcBef>
                <a:spcPts val="1000"/>
              </a:spcBef>
              <a:buFont typeface="Wingdings" panose="05000000000000000000" pitchFamily="2" charset="2"/>
              <a:buChar char="ü"/>
            </a:pPr>
            <a:r>
              <a:rPr lang="en-US" sz="2200" dirty="0"/>
              <a:t>If “RF” is selected, the cycle count will be performed using a mobile device.</a:t>
            </a:r>
          </a:p>
          <a:p>
            <a:pPr lvl="1" algn="just"/>
            <a:endParaRPr lang="fr-CA" sz="2200" b="0" cap="none" dirty="0">
              <a:solidFill>
                <a:schemeClr val="tx2"/>
              </a:solidFill>
              <a:latin typeface="Abadi" panose="020B0604020104020204" pitchFamily="34" charset="0"/>
            </a:endParaRPr>
          </a:p>
          <a:p>
            <a:pPr algn="just"/>
            <a:endParaRPr lang="fr-CA" sz="2200" b="0" cap="none" dirty="0">
              <a:solidFill>
                <a:schemeClr val="tx2"/>
              </a:solidFill>
              <a:latin typeface="Abadi" panose="020B0604020104020204" pitchFamily="34" charset="0"/>
            </a:endParaRPr>
          </a:p>
          <a:p>
            <a:endParaRPr lang="en-CA" sz="2200" dirty="0"/>
          </a:p>
        </p:txBody>
      </p:sp>
      <p:pic>
        <p:nvPicPr>
          <p:cNvPr id="7" name="Picture 6">
            <a:extLst>
              <a:ext uri="{FF2B5EF4-FFF2-40B4-BE49-F238E27FC236}">
                <a16:creationId xmlns:a16="http://schemas.microsoft.com/office/drawing/2014/main" xmlns="" id="{D50BBF3C-F748-4052-957F-9A7F1B90B459}"/>
              </a:ext>
            </a:extLst>
          </p:cNvPr>
          <p:cNvPicPr>
            <a:picLocks noChangeAspect="1"/>
          </p:cNvPicPr>
          <p:nvPr>
            <p:custDataLst>
              <p:tags r:id="rId3"/>
            </p:custDataLst>
          </p:nvPr>
        </p:nvPicPr>
        <p:blipFill>
          <a:blip r:embed="rId5"/>
          <a:stretch>
            <a:fillRect/>
          </a:stretch>
        </p:blipFill>
        <p:spPr>
          <a:xfrm>
            <a:off x="2593639" y="2932745"/>
            <a:ext cx="8036196" cy="3206797"/>
          </a:xfrm>
          <a:prstGeom prst="rect">
            <a:avLst/>
          </a:prstGeom>
        </p:spPr>
      </p:pic>
    </p:spTree>
    <p:extLst>
      <p:ext uri="{BB962C8B-B14F-4D97-AF65-F5344CB8AC3E}">
        <p14:creationId xmlns:p14="http://schemas.microsoft.com/office/powerpoint/2010/main" val="1667915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9B526C-C4FD-42CC-A3EA-8FDC9E743DB6}"/>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4" name="Content Placeholder 3">
            <a:extLst>
              <a:ext uri="{FF2B5EF4-FFF2-40B4-BE49-F238E27FC236}">
                <a16:creationId xmlns:a16="http://schemas.microsoft.com/office/drawing/2014/main" xmlns="" id="{248D6EA0-2B95-4B1C-9C5E-2A6A580D4BD3}"/>
              </a:ext>
            </a:extLst>
          </p:cNvPr>
          <p:cNvSpPr>
            <a:spLocks noGrp="1"/>
          </p:cNvSpPr>
          <p:nvPr>
            <p:ph idx="1"/>
            <p:custDataLst>
              <p:tags r:id="rId2"/>
            </p:custDataLst>
          </p:nvPr>
        </p:nvSpPr>
        <p:spPr>
          <a:xfrm>
            <a:off x="838200" y="1080801"/>
            <a:ext cx="10515600" cy="4351338"/>
          </a:xfrm>
        </p:spPr>
        <p:txBody>
          <a:bodyPr/>
          <a:lstStyle/>
          <a:p>
            <a:pPr marL="457200" indent="-457200" algn="just">
              <a:lnSpc>
                <a:spcPct val="150000"/>
              </a:lnSpc>
              <a:buFont typeface="+mj-lt"/>
              <a:buAutoNum type="arabicPeriod" startAt="8"/>
            </a:pPr>
            <a:r>
              <a:rPr lang="en-US" dirty="0"/>
              <a:t>Specify the cycle count you want to plan by using one of the following options: </a:t>
            </a:r>
            <a:endParaRPr lang="fr-CA" dirty="0"/>
          </a:p>
          <a:p>
            <a:pPr algn="just">
              <a:lnSpc>
                <a:spcPct val="150000"/>
              </a:lnSpc>
              <a:buFont typeface="Wingdings" panose="05000000000000000000" pitchFamily="2" charset="2"/>
              <a:buChar char="ü"/>
            </a:pPr>
            <a:r>
              <a:rPr lang="en-US" dirty="0"/>
              <a:t> Option A: Specify a </a:t>
            </a:r>
            <a:r>
              <a:rPr lang="en-US" b="1" dirty="0"/>
              <a:t>Starting Location </a:t>
            </a:r>
            <a:r>
              <a:rPr lang="en-US" dirty="0"/>
              <a:t>and an </a:t>
            </a:r>
            <a:r>
              <a:rPr lang="en-US" b="1" dirty="0"/>
              <a:t>End Location</a:t>
            </a:r>
            <a:r>
              <a:rPr lang="en-US" dirty="0"/>
              <a:t>. The system will create cycle counts for all locations specified in the range from the beginning to the end location. If the Starting and End Location are identical, the system will only generate cycle counts for this specific location. </a:t>
            </a:r>
          </a:p>
          <a:p>
            <a:pPr algn="just">
              <a:lnSpc>
                <a:spcPct val="150000"/>
              </a:lnSpc>
              <a:buFont typeface="Wingdings" panose="05000000000000000000" pitchFamily="2" charset="2"/>
              <a:buChar char="ü"/>
            </a:pPr>
            <a:endParaRPr lang="en-US" dirty="0"/>
          </a:p>
          <a:p>
            <a:pPr lvl="1" algn="just">
              <a:buFont typeface="Wingdings" panose="05000000000000000000" pitchFamily="2" charset="2"/>
              <a:buChar char="ü"/>
            </a:pPr>
            <a:endParaRPr lang="en-US" sz="2400" dirty="0"/>
          </a:p>
          <a:p>
            <a:pPr marL="0" indent="0" algn="just">
              <a:buNone/>
            </a:pPr>
            <a:endParaRPr lang="fr-CA" sz="2400" b="0" cap="none" dirty="0">
              <a:solidFill>
                <a:schemeClr val="tx2"/>
              </a:solidFill>
              <a:latin typeface="Abadi" panose="020B0604020104020204" pitchFamily="34" charset="0"/>
            </a:endParaRPr>
          </a:p>
          <a:p>
            <a:endParaRPr lang="en-CA" dirty="0"/>
          </a:p>
        </p:txBody>
      </p:sp>
      <p:pic>
        <p:nvPicPr>
          <p:cNvPr id="5" name="Picture 4">
            <a:extLst>
              <a:ext uri="{FF2B5EF4-FFF2-40B4-BE49-F238E27FC236}">
                <a16:creationId xmlns:a16="http://schemas.microsoft.com/office/drawing/2014/main" xmlns="" id="{0986DCAF-36FE-4D01-B730-5A82154B8A21}"/>
              </a:ext>
            </a:extLst>
          </p:cNvPr>
          <p:cNvPicPr>
            <a:picLocks noChangeAspect="1"/>
          </p:cNvPicPr>
          <p:nvPr>
            <p:custDataLst>
              <p:tags r:id="rId3"/>
            </p:custDataLst>
          </p:nvPr>
        </p:nvPicPr>
        <p:blipFill rotWithShape="1">
          <a:blip r:embed="rId6"/>
          <a:srcRect b="20239"/>
          <a:stretch/>
        </p:blipFill>
        <p:spPr>
          <a:xfrm>
            <a:off x="3748194" y="4229586"/>
            <a:ext cx="6241889" cy="1774094"/>
          </a:xfrm>
          <a:prstGeom prst="rect">
            <a:avLst/>
          </a:prstGeom>
        </p:spPr>
      </p:pic>
    </p:spTree>
    <p:extLst>
      <p:ext uri="{BB962C8B-B14F-4D97-AF65-F5344CB8AC3E}">
        <p14:creationId xmlns:p14="http://schemas.microsoft.com/office/powerpoint/2010/main" val="15039789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9B526C-C4FD-42CC-A3EA-8FDC9E743DB6}"/>
              </a:ext>
            </a:extLst>
          </p:cNvPr>
          <p:cNvSpPr>
            <a:spLocks noGrp="1"/>
          </p:cNvSpPr>
          <p:nvPr>
            <p:ph type="title"/>
            <p:custDataLst>
              <p:tags r:id="rId1"/>
            </p:custDataLst>
          </p:nvPr>
        </p:nvSpPr>
        <p:spPr/>
        <p:txBody>
          <a:bodyPr/>
          <a:lstStyle/>
          <a:p>
            <a:r>
              <a:rPr lang="fr-CA"/>
              <a:t>Planned Cycle Count</a:t>
            </a:r>
            <a:endParaRPr lang="en-CA"/>
          </a:p>
        </p:txBody>
      </p:sp>
      <p:sp>
        <p:nvSpPr>
          <p:cNvPr id="4" name="Content Placeholder 3">
            <a:extLst>
              <a:ext uri="{FF2B5EF4-FFF2-40B4-BE49-F238E27FC236}">
                <a16:creationId xmlns:a16="http://schemas.microsoft.com/office/drawing/2014/main" xmlns="" id="{248D6EA0-2B95-4B1C-9C5E-2A6A580D4BD3}"/>
              </a:ext>
            </a:extLst>
          </p:cNvPr>
          <p:cNvSpPr>
            <a:spLocks noGrp="1"/>
          </p:cNvSpPr>
          <p:nvPr>
            <p:ph idx="1"/>
            <p:custDataLst>
              <p:tags r:id="rId2"/>
            </p:custDataLst>
          </p:nvPr>
        </p:nvSpPr>
        <p:spPr>
          <a:xfrm>
            <a:off x="838200" y="1253331"/>
            <a:ext cx="10515600" cy="4351338"/>
          </a:xfrm>
        </p:spPr>
        <p:txBody>
          <a:bodyPr/>
          <a:lstStyle/>
          <a:p>
            <a:pPr algn="just">
              <a:lnSpc>
                <a:spcPct val="150000"/>
              </a:lnSpc>
              <a:buFont typeface="Wingdings" panose="05000000000000000000" pitchFamily="2" charset="2"/>
              <a:buChar char="ü"/>
            </a:pPr>
            <a:r>
              <a:rPr lang="en-US" sz="2400" dirty="0"/>
              <a:t> Option B: Specify a</a:t>
            </a:r>
            <a:r>
              <a:rPr lang="en-US" sz="2400" b="1" dirty="0"/>
              <a:t> Starting Item </a:t>
            </a:r>
            <a:r>
              <a:rPr lang="en-US" sz="2400" dirty="0"/>
              <a:t>and an </a:t>
            </a:r>
            <a:r>
              <a:rPr lang="en-US" sz="2400" b="1" dirty="0"/>
              <a:t>End Item</a:t>
            </a:r>
            <a:r>
              <a:rPr lang="en-US" sz="2400" dirty="0"/>
              <a:t>. This will schedule cycle counts for all locations in which the specified items, and any items defined in between, are stored. If the Starting and End Items are identical, the system will only specify cycle counts for locations containing this item.</a:t>
            </a:r>
          </a:p>
          <a:p>
            <a:pPr lvl="1" algn="just">
              <a:buFont typeface="Wingdings" panose="05000000000000000000" pitchFamily="2" charset="2"/>
              <a:buChar char="ü"/>
            </a:pPr>
            <a:endParaRPr lang="en-US" sz="2400" dirty="0"/>
          </a:p>
          <a:p>
            <a:pPr marL="0" indent="0" algn="just">
              <a:buNone/>
            </a:pPr>
            <a:endParaRPr lang="fr-CA" sz="2400" b="0" cap="none" dirty="0">
              <a:solidFill>
                <a:schemeClr val="tx2"/>
              </a:solidFill>
              <a:latin typeface="Abadi" panose="020B0604020104020204" pitchFamily="34" charset="0"/>
            </a:endParaRPr>
          </a:p>
          <a:p>
            <a:endParaRPr lang="en-CA" dirty="0"/>
          </a:p>
        </p:txBody>
      </p:sp>
      <p:pic>
        <p:nvPicPr>
          <p:cNvPr id="7" name="Picture 6">
            <a:extLst>
              <a:ext uri="{FF2B5EF4-FFF2-40B4-BE49-F238E27FC236}">
                <a16:creationId xmlns:a16="http://schemas.microsoft.com/office/drawing/2014/main" xmlns="" id="{3F26B82A-5C6F-4B1F-969C-82D7822CC4DC}"/>
              </a:ext>
            </a:extLst>
          </p:cNvPr>
          <p:cNvPicPr>
            <a:picLocks noChangeAspect="1"/>
          </p:cNvPicPr>
          <p:nvPr>
            <p:custDataLst>
              <p:tags r:id="rId3"/>
            </p:custDataLst>
          </p:nvPr>
        </p:nvPicPr>
        <p:blipFill>
          <a:blip r:embed="rId5"/>
          <a:stretch>
            <a:fillRect/>
          </a:stretch>
        </p:blipFill>
        <p:spPr>
          <a:xfrm>
            <a:off x="1337773" y="3719779"/>
            <a:ext cx="7679213" cy="2278923"/>
          </a:xfrm>
          <a:prstGeom prst="rect">
            <a:avLst/>
          </a:prstGeom>
        </p:spPr>
      </p:pic>
    </p:spTree>
    <p:extLst>
      <p:ext uri="{BB962C8B-B14F-4D97-AF65-F5344CB8AC3E}">
        <p14:creationId xmlns:p14="http://schemas.microsoft.com/office/powerpoint/2010/main" val="268276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9B526C-C4FD-42CC-A3EA-8FDC9E743DB6}"/>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4" name="Content Placeholder 3">
            <a:extLst>
              <a:ext uri="{FF2B5EF4-FFF2-40B4-BE49-F238E27FC236}">
                <a16:creationId xmlns:a16="http://schemas.microsoft.com/office/drawing/2014/main" xmlns="" id="{248D6EA0-2B95-4B1C-9C5E-2A6A580D4BD3}"/>
              </a:ext>
            </a:extLst>
          </p:cNvPr>
          <p:cNvSpPr>
            <a:spLocks noGrp="1"/>
          </p:cNvSpPr>
          <p:nvPr>
            <p:ph idx="1"/>
            <p:custDataLst>
              <p:tags r:id="rId2"/>
            </p:custDataLst>
          </p:nvPr>
        </p:nvSpPr>
        <p:spPr>
          <a:xfrm>
            <a:off x="838200" y="1253331"/>
            <a:ext cx="10515600" cy="4351338"/>
          </a:xfrm>
        </p:spPr>
        <p:txBody>
          <a:bodyPr/>
          <a:lstStyle/>
          <a:p>
            <a:pPr algn="just">
              <a:lnSpc>
                <a:spcPct val="150000"/>
              </a:lnSpc>
              <a:buFont typeface="Wingdings" panose="05000000000000000000" pitchFamily="2" charset="2"/>
              <a:buChar char="ü"/>
            </a:pPr>
            <a:r>
              <a:rPr lang="en-US" sz="2400" dirty="0"/>
              <a:t> Option C: Specify a </a:t>
            </a:r>
            <a:r>
              <a:rPr lang="en-US" sz="2400" b="1" dirty="0"/>
              <a:t>Section</a:t>
            </a:r>
            <a:r>
              <a:rPr lang="en-US" b="1" dirty="0"/>
              <a:t> </a:t>
            </a:r>
            <a:r>
              <a:rPr lang="en-US" dirty="0"/>
              <a:t>or a</a:t>
            </a:r>
            <a:r>
              <a:rPr lang="en-US" sz="2400" dirty="0"/>
              <a:t> </a:t>
            </a:r>
            <a:r>
              <a:rPr lang="en-US" sz="2400" b="1" dirty="0"/>
              <a:t>Zone</a:t>
            </a:r>
            <a:r>
              <a:rPr lang="en-US" sz="2400" dirty="0"/>
              <a:t> or an </a:t>
            </a:r>
            <a:r>
              <a:rPr lang="en-US" sz="2400" b="1" dirty="0"/>
              <a:t>Area</a:t>
            </a:r>
            <a:r>
              <a:rPr lang="en-US" sz="2400" dirty="0"/>
              <a:t>. </a:t>
            </a:r>
            <a:r>
              <a:rPr lang="en-US" dirty="0"/>
              <a:t>The system will create cycle counts for the section/zone/area specified in this field. </a:t>
            </a:r>
            <a:endParaRPr lang="en-US" sz="2400" dirty="0"/>
          </a:p>
          <a:p>
            <a:pPr marL="0" indent="0" algn="just">
              <a:buNone/>
            </a:pPr>
            <a:endParaRPr lang="fr-CA" sz="2400" b="0" cap="none" dirty="0">
              <a:solidFill>
                <a:schemeClr val="tx2"/>
              </a:solidFill>
              <a:latin typeface="Abadi" panose="020B0604020104020204" pitchFamily="34" charset="0"/>
            </a:endParaRPr>
          </a:p>
          <a:p>
            <a:endParaRPr lang="en-CA" dirty="0"/>
          </a:p>
        </p:txBody>
      </p:sp>
      <p:pic>
        <p:nvPicPr>
          <p:cNvPr id="5" name="Picture 4">
            <a:extLst>
              <a:ext uri="{FF2B5EF4-FFF2-40B4-BE49-F238E27FC236}">
                <a16:creationId xmlns:a16="http://schemas.microsoft.com/office/drawing/2014/main" xmlns="" id="{EC14C25D-F357-42DD-A2CC-DA204BC47D38}"/>
              </a:ext>
            </a:extLst>
          </p:cNvPr>
          <p:cNvPicPr>
            <a:picLocks noChangeAspect="1"/>
          </p:cNvPicPr>
          <p:nvPr>
            <p:custDataLst>
              <p:tags r:id="rId3"/>
            </p:custDataLst>
          </p:nvPr>
        </p:nvPicPr>
        <p:blipFill>
          <a:blip r:embed="rId5"/>
          <a:stretch>
            <a:fillRect/>
          </a:stretch>
        </p:blipFill>
        <p:spPr>
          <a:xfrm>
            <a:off x="541398" y="2586434"/>
            <a:ext cx="7314601" cy="2122489"/>
          </a:xfrm>
          <a:prstGeom prst="rect">
            <a:avLst/>
          </a:prstGeom>
        </p:spPr>
      </p:pic>
    </p:spTree>
    <p:extLst>
      <p:ext uri="{BB962C8B-B14F-4D97-AF65-F5344CB8AC3E}">
        <p14:creationId xmlns:p14="http://schemas.microsoft.com/office/powerpoint/2010/main" val="2644748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EB3DC3-53D1-47DC-BD63-91AB7F05744D}"/>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3" name="Content Placeholder 2">
            <a:extLst>
              <a:ext uri="{FF2B5EF4-FFF2-40B4-BE49-F238E27FC236}">
                <a16:creationId xmlns:a16="http://schemas.microsoft.com/office/drawing/2014/main" xmlns="" id="{B58DFD31-3964-4BB1-A184-53540DC4ACF5}"/>
              </a:ext>
            </a:extLst>
          </p:cNvPr>
          <p:cNvSpPr>
            <a:spLocks noGrp="1"/>
          </p:cNvSpPr>
          <p:nvPr>
            <p:ph idx="1"/>
            <p:custDataLst>
              <p:tags r:id="rId2"/>
            </p:custDataLst>
          </p:nvPr>
        </p:nvSpPr>
        <p:spPr>
          <a:xfrm>
            <a:off x="838200" y="992076"/>
            <a:ext cx="10515600" cy="4351338"/>
          </a:xfrm>
        </p:spPr>
        <p:txBody>
          <a:bodyPr/>
          <a:lstStyle/>
          <a:p>
            <a:pPr marL="457200" indent="-457200">
              <a:lnSpc>
                <a:spcPct val="150000"/>
              </a:lnSpc>
              <a:buFont typeface="+mj-lt"/>
              <a:buAutoNum type="arabicPeriod" startAt="9"/>
            </a:pPr>
            <a:r>
              <a:rPr lang="en-US" dirty="0"/>
              <a:t>Once the fields have been entered, select the Submit action. The cycle count order is created. </a:t>
            </a:r>
          </a:p>
          <a:p>
            <a:endParaRPr lang="en-CA" dirty="0"/>
          </a:p>
        </p:txBody>
      </p:sp>
      <p:pic>
        <p:nvPicPr>
          <p:cNvPr id="5" name="Picture 4">
            <a:extLst>
              <a:ext uri="{FF2B5EF4-FFF2-40B4-BE49-F238E27FC236}">
                <a16:creationId xmlns:a16="http://schemas.microsoft.com/office/drawing/2014/main" xmlns="" id="{ED0D70EB-8B80-49D7-880D-E67DE34EB8BA}"/>
              </a:ext>
            </a:extLst>
          </p:cNvPr>
          <p:cNvPicPr>
            <a:picLocks noChangeAspect="1"/>
          </p:cNvPicPr>
          <p:nvPr>
            <p:custDataLst>
              <p:tags r:id="rId3"/>
            </p:custDataLst>
          </p:nvPr>
        </p:nvPicPr>
        <p:blipFill>
          <a:blip r:embed="rId5"/>
          <a:stretch>
            <a:fillRect/>
          </a:stretch>
        </p:blipFill>
        <p:spPr>
          <a:xfrm>
            <a:off x="1418252" y="2181487"/>
            <a:ext cx="8360230" cy="4030397"/>
          </a:xfrm>
          <a:prstGeom prst="rect">
            <a:avLst/>
          </a:prstGeom>
        </p:spPr>
      </p:pic>
    </p:spTree>
    <p:extLst>
      <p:ext uri="{BB962C8B-B14F-4D97-AF65-F5344CB8AC3E}">
        <p14:creationId xmlns:p14="http://schemas.microsoft.com/office/powerpoint/2010/main" val="2707112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3C41C5-4464-43EE-9E93-E6C64D89ACF7}"/>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3" name="Content Placeholder 2">
            <a:extLst>
              <a:ext uri="{FF2B5EF4-FFF2-40B4-BE49-F238E27FC236}">
                <a16:creationId xmlns:a16="http://schemas.microsoft.com/office/drawing/2014/main" xmlns="" id="{FFA82682-91AD-44D2-91CC-5688FF1A4039}"/>
              </a:ext>
            </a:extLst>
          </p:cNvPr>
          <p:cNvSpPr>
            <a:spLocks noGrp="1"/>
          </p:cNvSpPr>
          <p:nvPr>
            <p:ph idx="1"/>
            <p:custDataLst>
              <p:tags r:id="rId2"/>
            </p:custDataLst>
          </p:nvPr>
        </p:nvSpPr>
        <p:spPr>
          <a:xfrm>
            <a:off x="838200" y="1027906"/>
            <a:ext cx="10515600" cy="4351338"/>
          </a:xfrm>
        </p:spPr>
        <p:txBody>
          <a:bodyPr/>
          <a:lstStyle/>
          <a:p>
            <a:pPr marL="0" indent="0">
              <a:lnSpc>
                <a:spcPct val="150000"/>
              </a:lnSpc>
              <a:buNone/>
            </a:pPr>
            <a:r>
              <a:rPr lang="fr-CA" dirty="0" err="1"/>
              <a:t>Additional</a:t>
            </a:r>
            <a:r>
              <a:rPr lang="fr-CA" dirty="0"/>
              <a:t> Note: </a:t>
            </a:r>
            <a:r>
              <a:rPr lang="en-US" dirty="0"/>
              <a:t>The cycle count created will have the status "HOLD - Waiting to be Released". As long as it has not been released, you can view it by selecting the "Cycle Count Management" resource again. </a:t>
            </a:r>
          </a:p>
          <a:p>
            <a:endParaRPr lang="en-CA" dirty="0"/>
          </a:p>
        </p:txBody>
      </p:sp>
      <p:pic>
        <p:nvPicPr>
          <p:cNvPr id="5" name="Picture 4">
            <a:extLst>
              <a:ext uri="{FF2B5EF4-FFF2-40B4-BE49-F238E27FC236}">
                <a16:creationId xmlns:a16="http://schemas.microsoft.com/office/drawing/2014/main" xmlns="" id="{596DF875-D746-4BF8-A079-8D4189FBB029}"/>
              </a:ext>
            </a:extLst>
          </p:cNvPr>
          <p:cNvPicPr>
            <a:picLocks noChangeAspect="1"/>
          </p:cNvPicPr>
          <p:nvPr>
            <p:custDataLst>
              <p:tags r:id="rId3"/>
            </p:custDataLst>
          </p:nvPr>
        </p:nvPicPr>
        <p:blipFill>
          <a:blip r:embed="rId5"/>
          <a:stretch>
            <a:fillRect/>
          </a:stretch>
        </p:blipFill>
        <p:spPr>
          <a:xfrm>
            <a:off x="1828800" y="2810187"/>
            <a:ext cx="9122150" cy="3589776"/>
          </a:xfrm>
          <a:prstGeom prst="rect">
            <a:avLst/>
          </a:prstGeom>
        </p:spPr>
      </p:pic>
    </p:spTree>
    <p:extLst>
      <p:ext uri="{BB962C8B-B14F-4D97-AF65-F5344CB8AC3E}">
        <p14:creationId xmlns:p14="http://schemas.microsoft.com/office/powerpoint/2010/main" val="3751286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CA5952-342D-443C-8A91-CAA26AAC77A0}"/>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4" name="Content Placeholder 2">
            <a:extLst>
              <a:ext uri="{FF2B5EF4-FFF2-40B4-BE49-F238E27FC236}">
                <a16:creationId xmlns:a16="http://schemas.microsoft.com/office/drawing/2014/main" xmlns="" id="{C2F6BBDD-1C3B-4756-A6E4-887767A93D41}"/>
              </a:ext>
            </a:extLst>
          </p:cNvPr>
          <p:cNvSpPr>
            <a:spLocks noGrp="1"/>
          </p:cNvSpPr>
          <p:nvPr>
            <p:ph idx="1"/>
            <p:custDataLst>
              <p:tags r:id="rId2"/>
            </p:custDataLst>
          </p:nvPr>
        </p:nvSpPr>
        <p:spPr>
          <a:xfrm>
            <a:off x="838199" y="1141365"/>
            <a:ext cx="10974355" cy="4351338"/>
          </a:xfrm>
        </p:spPr>
        <p:txBody>
          <a:bodyPr/>
          <a:lstStyle/>
          <a:p>
            <a:pPr marL="457200" indent="-457200">
              <a:lnSpc>
                <a:spcPct val="120000"/>
              </a:lnSpc>
              <a:buFont typeface="+mj-lt"/>
              <a:buAutoNum type="arabicPeriod" startAt="10"/>
            </a:pPr>
            <a:r>
              <a:rPr lang="en-US" dirty="0"/>
              <a:t>Access the “Cycle Count Management” resource again. </a:t>
            </a:r>
          </a:p>
          <a:p>
            <a:pPr marL="457200" indent="-457200">
              <a:lnSpc>
                <a:spcPct val="120000"/>
              </a:lnSpc>
              <a:buFont typeface="+mj-lt"/>
              <a:buAutoNum type="arabicPeriod" startAt="10"/>
            </a:pPr>
            <a:r>
              <a:rPr lang="en-US" dirty="0"/>
              <a:t>Retrieve the Cycle Count Order in the list using the search criteria if necessary. </a:t>
            </a:r>
          </a:p>
          <a:p>
            <a:pPr marL="457200" indent="-457200">
              <a:lnSpc>
                <a:spcPct val="120000"/>
              </a:lnSpc>
              <a:buFont typeface="+mj-lt"/>
              <a:buAutoNum type="arabicPeriod" startAt="10"/>
            </a:pPr>
            <a:r>
              <a:rPr lang="en-US" dirty="0"/>
              <a:t>Select the Use Record as Criteria for Action button and click on the Release action.</a:t>
            </a:r>
          </a:p>
          <a:p>
            <a:pPr marL="0" indent="0">
              <a:lnSpc>
                <a:spcPct val="120000"/>
              </a:lnSpc>
              <a:buNone/>
            </a:pPr>
            <a:endParaRPr lang="en-US" dirty="0"/>
          </a:p>
          <a:p>
            <a:pPr marL="457200" indent="-457200">
              <a:lnSpc>
                <a:spcPct val="120000"/>
              </a:lnSpc>
              <a:buFont typeface="+mj-lt"/>
              <a:buAutoNum type="arabicPeriod" startAt="10"/>
            </a:pPr>
            <a:endParaRPr lang="en-US" dirty="0"/>
          </a:p>
          <a:p>
            <a:pPr>
              <a:lnSpc>
                <a:spcPct val="120000"/>
              </a:lnSpc>
            </a:pPr>
            <a:endParaRPr lang="en-CA" dirty="0"/>
          </a:p>
        </p:txBody>
      </p:sp>
      <p:pic>
        <p:nvPicPr>
          <p:cNvPr id="6" name="Picture 5">
            <a:extLst>
              <a:ext uri="{FF2B5EF4-FFF2-40B4-BE49-F238E27FC236}">
                <a16:creationId xmlns:a16="http://schemas.microsoft.com/office/drawing/2014/main" xmlns="" id="{6CAAF85B-C341-494D-8B34-E2BD6C6097A4}"/>
              </a:ext>
            </a:extLst>
          </p:cNvPr>
          <p:cNvPicPr>
            <a:picLocks noChangeAspect="1"/>
          </p:cNvPicPr>
          <p:nvPr>
            <p:custDataLst>
              <p:tags r:id="rId3"/>
            </p:custDataLst>
          </p:nvPr>
        </p:nvPicPr>
        <p:blipFill>
          <a:blip r:embed="rId6"/>
          <a:stretch>
            <a:fillRect/>
          </a:stretch>
        </p:blipFill>
        <p:spPr>
          <a:xfrm>
            <a:off x="986382" y="3074437"/>
            <a:ext cx="9477482" cy="3177073"/>
          </a:xfrm>
          <a:prstGeom prst="rect">
            <a:avLst/>
          </a:prstGeom>
        </p:spPr>
      </p:pic>
    </p:spTree>
    <p:extLst>
      <p:ext uri="{BB962C8B-B14F-4D97-AF65-F5344CB8AC3E}">
        <p14:creationId xmlns:p14="http://schemas.microsoft.com/office/powerpoint/2010/main" val="2255646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A340BC-6E32-4540-83CF-CD17A18972A4}"/>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3" name="Content Placeholder 2">
            <a:extLst>
              <a:ext uri="{FF2B5EF4-FFF2-40B4-BE49-F238E27FC236}">
                <a16:creationId xmlns:a16="http://schemas.microsoft.com/office/drawing/2014/main" xmlns="" id="{1EE2E636-4A45-4B16-95DE-31517C3D0099}"/>
              </a:ext>
            </a:extLst>
          </p:cNvPr>
          <p:cNvSpPr>
            <a:spLocks noGrp="1"/>
          </p:cNvSpPr>
          <p:nvPr>
            <p:ph idx="1"/>
            <p:custDataLst>
              <p:tags r:id="rId2"/>
            </p:custDataLst>
          </p:nvPr>
        </p:nvSpPr>
        <p:spPr>
          <a:xfrm>
            <a:off x="838200" y="1331235"/>
            <a:ext cx="5257800" cy="4351338"/>
          </a:xfrm>
        </p:spPr>
        <p:txBody>
          <a:bodyPr/>
          <a:lstStyle/>
          <a:p>
            <a:pPr marL="0" indent="0" algn="just">
              <a:lnSpc>
                <a:spcPct val="150000"/>
              </a:lnSpc>
              <a:buNone/>
            </a:pPr>
            <a:r>
              <a:rPr lang="fr-CA" dirty="0" err="1"/>
              <a:t>Additional</a:t>
            </a:r>
            <a:r>
              <a:rPr lang="fr-CA" dirty="0"/>
              <a:t> Note:</a:t>
            </a:r>
            <a:endParaRPr lang="en-US" dirty="0"/>
          </a:p>
          <a:p>
            <a:pPr lvl="1" algn="just">
              <a:lnSpc>
                <a:spcPct val="150000"/>
              </a:lnSpc>
              <a:buFont typeface="Wingdings" panose="05000000000000000000" pitchFamily="2" charset="2"/>
              <a:buChar char="ü"/>
            </a:pPr>
            <a:r>
              <a:rPr lang="en-US" sz="2400" dirty="0"/>
              <a:t> Before releasing the cycle count, you still have the option to cancel or edit it if necessary. </a:t>
            </a:r>
          </a:p>
          <a:p>
            <a:pPr lvl="1" algn="just">
              <a:lnSpc>
                <a:spcPct val="150000"/>
              </a:lnSpc>
              <a:buFont typeface="Wingdings" panose="05000000000000000000" pitchFamily="2" charset="2"/>
              <a:buChar char="ü"/>
            </a:pPr>
            <a:r>
              <a:rPr lang="en-US" sz="2400" dirty="0"/>
              <a:t> Once released, you only have the option to cancel it (and not to edit it).</a:t>
            </a:r>
            <a:endParaRPr lang="en-CA" sz="2400" dirty="0"/>
          </a:p>
          <a:p>
            <a:pPr>
              <a:lnSpc>
                <a:spcPct val="150000"/>
              </a:lnSpc>
            </a:pPr>
            <a:endParaRPr lang="en-CA" dirty="0"/>
          </a:p>
        </p:txBody>
      </p:sp>
      <p:pic>
        <p:nvPicPr>
          <p:cNvPr id="7" name="Picture 6">
            <a:extLst>
              <a:ext uri="{FF2B5EF4-FFF2-40B4-BE49-F238E27FC236}">
                <a16:creationId xmlns:a16="http://schemas.microsoft.com/office/drawing/2014/main" xmlns="" id="{5A4D9241-C897-4718-AB7D-6D9E667717F6}"/>
              </a:ext>
            </a:extLst>
          </p:cNvPr>
          <p:cNvPicPr>
            <a:picLocks noChangeAspect="1"/>
          </p:cNvPicPr>
          <p:nvPr>
            <p:custDataLst>
              <p:tags r:id="rId3"/>
            </p:custDataLst>
          </p:nvPr>
        </p:nvPicPr>
        <p:blipFill>
          <a:blip r:embed="rId5"/>
          <a:stretch>
            <a:fillRect/>
          </a:stretch>
        </p:blipFill>
        <p:spPr>
          <a:xfrm>
            <a:off x="6732307" y="1175426"/>
            <a:ext cx="4621493" cy="4507147"/>
          </a:xfrm>
          <a:prstGeom prst="rect">
            <a:avLst/>
          </a:prstGeom>
        </p:spPr>
      </p:pic>
    </p:spTree>
    <p:extLst>
      <p:ext uri="{BB962C8B-B14F-4D97-AF65-F5344CB8AC3E}">
        <p14:creationId xmlns:p14="http://schemas.microsoft.com/office/powerpoint/2010/main" val="1472949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CA5952-342D-443C-8A91-CAA26AAC77A0}"/>
              </a:ext>
            </a:extLst>
          </p:cNvPr>
          <p:cNvSpPr>
            <a:spLocks noGrp="1"/>
          </p:cNvSpPr>
          <p:nvPr>
            <p:ph type="title"/>
            <p:custDataLst>
              <p:tags r:id="rId1"/>
            </p:custDataLst>
          </p:nvPr>
        </p:nvSpPr>
        <p:spPr/>
        <p:txBody>
          <a:bodyPr/>
          <a:lstStyle/>
          <a:p>
            <a:r>
              <a:rPr lang="fr-CA" err="1"/>
              <a:t>Planned</a:t>
            </a:r>
            <a:r>
              <a:rPr lang="fr-CA"/>
              <a:t> Cycle Count</a:t>
            </a:r>
            <a:endParaRPr lang="en-CA"/>
          </a:p>
        </p:txBody>
      </p:sp>
      <p:sp>
        <p:nvSpPr>
          <p:cNvPr id="4" name="Content Placeholder 2">
            <a:extLst>
              <a:ext uri="{FF2B5EF4-FFF2-40B4-BE49-F238E27FC236}">
                <a16:creationId xmlns:a16="http://schemas.microsoft.com/office/drawing/2014/main" xmlns="" id="{C2F6BBDD-1C3B-4756-A6E4-887767A93D41}"/>
              </a:ext>
            </a:extLst>
          </p:cNvPr>
          <p:cNvSpPr>
            <a:spLocks noGrp="1"/>
          </p:cNvSpPr>
          <p:nvPr>
            <p:ph idx="1"/>
            <p:custDataLst>
              <p:tags r:id="rId2"/>
            </p:custDataLst>
          </p:nvPr>
        </p:nvSpPr>
        <p:spPr>
          <a:xfrm>
            <a:off x="838200" y="1496594"/>
            <a:ext cx="10515600" cy="4351338"/>
          </a:xfrm>
        </p:spPr>
        <p:txBody>
          <a:bodyPr/>
          <a:lstStyle/>
          <a:p>
            <a:pPr marL="457200" indent="-457200" algn="just">
              <a:lnSpc>
                <a:spcPct val="150000"/>
              </a:lnSpc>
              <a:buFont typeface="+mj-lt"/>
              <a:buAutoNum type="arabicPeriod" startAt="13"/>
            </a:pPr>
            <a:r>
              <a:rPr lang="en-US" dirty="0"/>
              <a:t>The cycle count is now available to be performed through a paper-based list or a mobile device:</a:t>
            </a:r>
          </a:p>
          <a:p>
            <a:pPr lvl="1" algn="just">
              <a:lnSpc>
                <a:spcPct val="150000"/>
              </a:lnSpc>
              <a:buFont typeface="Wingdings" panose="05000000000000000000" pitchFamily="2" charset="2"/>
              <a:buChar char="ü"/>
            </a:pPr>
            <a:r>
              <a:rPr lang="en-US" sz="2400" dirty="0"/>
              <a:t> To perform the cycle count with a mobile device, refer to the Cycle Count with a Mobile Device section (either System-Directed or Cycle Count by Order);</a:t>
            </a:r>
          </a:p>
          <a:p>
            <a:pPr lvl="1" algn="just">
              <a:lnSpc>
                <a:spcPct val="150000"/>
              </a:lnSpc>
              <a:buFont typeface="Wingdings" panose="05000000000000000000" pitchFamily="2" charset="2"/>
              <a:buChar char="ü"/>
            </a:pPr>
            <a:r>
              <a:rPr lang="en-US" sz="2400" dirty="0"/>
              <a:t> To perform the cycle count with a paper-based list, refer to the Cycle Count with a Desktop Computer section. </a:t>
            </a:r>
          </a:p>
        </p:txBody>
      </p:sp>
    </p:spTree>
    <p:extLst>
      <p:ext uri="{BB962C8B-B14F-4D97-AF65-F5344CB8AC3E}">
        <p14:creationId xmlns:p14="http://schemas.microsoft.com/office/powerpoint/2010/main" val="1845744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a:t>Cycle Count with a Mobile Device </a:t>
            </a:r>
            <a:br>
              <a:rPr lang="en-CA" sz="4400" b="1"/>
            </a:br>
            <a:r>
              <a:rPr lang="en-CA" sz="4000" b="1"/>
              <a:t>System-directed</a:t>
            </a:r>
            <a:endParaRPr lang="en-CA" sz="4400" b="1"/>
          </a:p>
        </p:txBody>
      </p:sp>
    </p:spTree>
    <p:extLst>
      <p:ext uri="{BB962C8B-B14F-4D97-AF65-F5344CB8AC3E}">
        <p14:creationId xmlns:p14="http://schemas.microsoft.com/office/powerpoint/2010/main" val="2778119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9E6F8E-2CFB-46C6-9CB4-684F9DB0C7C6}"/>
              </a:ext>
            </a:extLst>
          </p:cNvPr>
          <p:cNvSpPr>
            <a:spLocks noGrp="1"/>
          </p:cNvSpPr>
          <p:nvPr>
            <p:ph type="title"/>
            <p:custDataLst>
              <p:tags r:id="rId1"/>
            </p:custDataLst>
          </p:nvPr>
        </p:nvSpPr>
        <p:spPr/>
        <p:txBody>
          <a:bodyPr/>
          <a:lstStyle/>
          <a:p>
            <a:r>
              <a:rPr lang="fr-CA"/>
              <a:t>System-</a:t>
            </a:r>
            <a:r>
              <a:rPr lang="fr-CA" err="1"/>
              <a:t>directed</a:t>
            </a:r>
            <a:r>
              <a:rPr lang="fr-CA"/>
              <a:t> Cycle Count</a:t>
            </a:r>
            <a:endParaRPr lang="en-CA"/>
          </a:p>
        </p:txBody>
      </p:sp>
      <p:sp>
        <p:nvSpPr>
          <p:cNvPr id="3" name="Content Placeholder 2">
            <a:extLst>
              <a:ext uri="{FF2B5EF4-FFF2-40B4-BE49-F238E27FC236}">
                <a16:creationId xmlns:a16="http://schemas.microsoft.com/office/drawing/2014/main" xmlns="" id="{B35256F5-6094-4A46-A183-82855CA64831}"/>
              </a:ext>
            </a:extLst>
          </p:cNvPr>
          <p:cNvSpPr>
            <a:spLocks noGrp="1"/>
          </p:cNvSpPr>
          <p:nvPr>
            <p:ph idx="1"/>
            <p:custDataLst>
              <p:tags r:id="rId2"/>
            </p:custDataLst>
          </p:nvPr>
        </p:nvSpPr>
        <p:spPr>
          <a:xfrm>
            <a:off x="838200" y="1253331"/>
            <a:ext cx="6942221" cy="4351338"/>
          </a:xfrm>
        </p:spPr>
        <p:txBody>
          <a:bodyPr/>
          <a:lstStyle/>
          <a:p>
            <a:pPr marL="0" indent="0" algn="just">
              <a:lnSpc>
                <a:spcPct val="150000"/>
              </a:lnSpc>
              <a:buNone/>
            </a:pPr>
            <a:r>
              <a:rPr lang="en-US" dirty="0"/>
              <a:t>The user may choose to perform system-directed cycle counts, where the system specifies what location is to be cycle counted. The system-directed resource will display the cycle counts in order of priority based on the command sequences. To do this: </a:t>
            </a:r>
          </a:p>
          <a:p>
            <a:pPr marL="457200" indent="-457200" algn="just">
              <a:lnSpc>
                <a:spcPct val="150000"/>
              </a:lnSpc>
              <a:buFont typeface="+mj-lt"/>
              <a:buAutoNum type="arabicPeriod"/>
            </a:pPr>
            <a:r>
              <a:rPr lang="en-US" dirty="0"/>
              <a:t>With a </a:t>
            </a:r>
            <a:r>
              <a:rPr lang="en-US" u="sng" dirty="0"/>
              <a:t>mobile device</a:t>
            </a:r>
            <a:r>
              <a:rPr lang="en-US" dirty="0"/>
              <a:t>, select the </a:t>
            </a:r>
            <a:r>
              <a:rPr lang="en-US" b="1" dirty="0"/>
              <a:t>Cycle Count </a:t>
            </a:r>
            <a:r>
              <a:rPr lang="en-US" dirty="0"/>
              <a:t>resource</a:t>
            </a:r>
            <a:r>
              <a:rPr lang="en-US" b="1" dirty="0"/>
              <a:t>. </a:t>
            </a:r>
          </a:p>
          <a:p>
            <a:pPr marL="457200" indent="-457200" algn="just">
              <a:lnSpc>
                <a:spcPct val="150000"/>
              </a:lnSpc>
              <a:buFont typeface="+mj-lt"/>
              <a:buAutoNum type="arabicPeriod"/>
            </a:pPr>
            <a:r>
              <a:rPr lang="en-US" dirty="0"/>
              <a:t>Under Cycle Count, click on </a:t>
            </a:r>
            <a:r>
              <a:rPr lang="en-US" b="1" dirty="0"/>
              <a:t>System Directed. </a:t>
            </a:r>
          </a:p>
          <a:p>
            <a:pPr marL="0" indent="0">
              <a:lnSpc>
                <a:spcPct val="150000"/>
              </a:lnSpc>
              <a:buNone/>
            </a:pPr>
            <a:endParaRPr lang="en-CA" dirty="0"/>
          </a:p>
        </p:txBody>
      </p:sp>
      <p:pic>
        <p:nvPicPr>
          <p:cNvPr id="5" name="Picture 4">
            <a:extLst>
              <a:ext uri="{FF2B5EF4-FFF2-40B4-BE49-F238E27FC236}">
                <a16:creationId xmlns:a16="http://schemas.microsoft.com/office/drawing/2014/main" xmlns="" id="{E38708E1-2D31-4B49-9897-4EB86CCB267B}"/>
              </a:ext>
            </a:extLst>
          </p:cNvPr>
          <p:cNvPicPr>
            <a:picLocks noChangeAspect="1"/>
          </p:cNvPicPr>
          <p:nvPr>
            <p:custDataLst>
              <p:tags r:id="rId3"/>
            </p:custDataLst>
          </p:nvPr>
        </p:nvPicPr>
        <p:blipFill>
          <a:blip r:embed="rId6"/>
          <a:stretch>
            <a:fillRect/>
          </a:stretch>
        </p:blipFill>
        <p:spPr>
          <a:xfrm>
            <a:off x="8434874" y="365125"/>
            <a:ext cx="2750976" cy="5863083"/>
          </a:xfrm>
          <a:prstGeom prst="rect">
            <a:avLst/>
          </a:prstGeom>
        </p:spPr>
      </p:pic>
    </p:spTree>
    <p:extLst>
      <p:ext uri="{BB962C8B-B14F-4D97-AF65-F5344CB8AC3E}">
        <p14:creationId xmlns:p14="http://schemas.microsoft.com/office/powerpoint/2010/main" val="1926348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9E6F8E-2CFB-46C6-9CB4-684F9DB0C7C6}"/>
              </a:ext>
            </a:extLst>
          </p:cNvPr>
          <p:cNvSpPr>
            <a:spLocks noGrp="1"/>
          </p:cNvSpPr>
          <p:nvPr>
            <p:ph type="title"/>
            <p:custDataLst>
              <p:tags r:id="rId1"/>
            </p:custDataLst>
          </p:nvPr>
        </p:nvSpPr>
        <p:spPr/>
        <p:txBody>
          <a:bodyPr/>
          <a:lstStyle/>
          <a:p>
            <a:r>
              <a:rPr lang="fr-CA"/>
              <a:t>System-</a:t>
            </a:r>
            <a:r>
              <a:rPr lang="fr-CA" err="1"/>
              <a:t>directed</a:t>
            </a:r>
            <a:r>
              <a:rPr lang="fr-CA"/>
              <a:t> Cycle Count</a:t>
            </a:r>
            <a:endParaRPr lang="en-CA"/>
          </a:p>
        </p:txBody>
      </p:sp>
      <p:sp>
        <p:nvSpPr>
          <p:cNvPr id="6" name="Content Placeholder 5">
            <a:extLst>
              <a:ext uri="{FF2B5EF4-FFF2-40B4-BE49-F238E27FC236}">
                <a16:creationId xmlns:a16="http://schemas.microsoft.com/office/drawing/2014/main" xmlns="" id="{66F4CC2B-E1FF-4E56-8804-4C4B371960E9}"/>
              </a:ext>
            </a:extLst>
          </p:cNvPr>
          <p:cNvSpPr>
            <a:spLocks noGrp="1"/>
          </p:cNvSpPr>
          <p:nvPr>
            <p:ph idx="1"/>
            <p:custDataLst>
              <p:tags r:id="rId2"/>
            </p:custDataLst>
          </p:nvPr>
        </p:nvSpPr>
        <p:spPr>
          <a:xfrm>
            <a:off x="838200" y="1256621"/>
            <a:ext cx="5257800" cy="4351338"/>
          </a:xfrm>
        </p:spPr>
        <p:txBody>
          <a:bodyPr/>
          <a:lstStyle/>
          <a:p>
            <a:pPr marL="457200" indent="-457200">
              <a:lnSpc>
                <a:spcPct val="150000"/>
              </a:lnSpc>
              <a:buFont typeface="+mj-lt"/>
              <a:buAutoNum type="arabicPeriod" startAt="3"/>
            </a:pPr>
            <a:r>
              <a:rPr lang="en-US" dirty="0"/>
              <a:t>Go to the location specified in the Current Location field.</a:t>
            </a:r>
          </a:p>
          <a:p>
            <a:pPr marL="457200" indent="-457200">
              <a:lnSpc>
                <a:spcPct val="150000"/>
              </a:lnSpc>
              <a:buFont typeface="+mj-lt"/>
              <a:buAutoNum type="arabicPeriod" startAt="3"/>
            </a:pPr>
            <a:r>
              <a:rPr lang="en-US" dirty="0"/>
              <a:t>Enter the item in the location to be counted. </a:t>
            </a:r>
          </a:p>
          <a:p>
            <a:pPr marL="457200" indent="-457200">
              <a:lnSpc>
                <a:spcPct val="150000"/>
              </a:lnSpc>
              <a:buFont typeface="+mj-lt"/>
              <a:buAutoNum type="arabicPeriod" startAt="3"/>
            </a:pPr>
            <a:r>
              <a:rPr lang="fr-FR" dirty="0"/>
              <a:t>Click Continue. </a:t>
            </a:r>
            <a:endParaRPr lang="en-CA" dirty="0"/>
          </a:p>
        </p:txBody>
      </p:sp>
      <p:pic>
        <p:nvPicPr>
          <p:cNvPr id="4" name="Picture 3">
            <a:extLst>
              <a:ext uri="{FF2B5EF4-FFF2-40B4-BE49-F238E27FC236}">
                <a16:creationId xmlns:a16="http://schemas.microsoft.com/office/drawing/2014/main" xmlns="" id="{A883C7E4-7900-4CAF-82CC-09D56E6C130F}"/>
              </a:ext>
            </a:extLst>
          </p:cNvPr>
          <p:cNvPicPr>
            <a:picLocks noChangeAspect="1"/>
          </p:cNvPicPr>
          <p:nvPr>
            <p:custDataLst>
              <p:tags r:id="rId3"/>
            </p:custDataLst>
          </p:nvPr>
        </p:nvPicPr>
        <p:blipFill>
          <a:blip r:embed="rId5"/>
          <a:stretch>
            <a:fillRect/>
          </a:stretch>
        </p:blipFill>
        <p:spPr>
          <a:xfrm>
            <a:off x="6166783" y="934536"/>
            <a:ext cx="4852765" cy="4673423"/>
          </a:xfrm>
          <a:prstGeom prst="rect">
            <a:avLst/>
          </a:prstGeom>
        </p:spPr>
      </p:pic>
    </p:spTree>
    <p:extLst>
      <p:ext uri="{BB962C8B-B14F-4D97-AF65-F5344CB8AC3E}">
        <p14:creationId xmlns:p14="http://schemas.microsoft.com/office/powerpoint/2010/main" val="660170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9E6F8E-2CFB-46C6-9CB4-684F9DB0C7C6}"/>
              </a:ext>
            </a:extLst>
          </p:cNvPr>
          <p:cNvSpPr>
            <a:spLocks noGrp="1"/>
          </p:cNvSpPr>
          <p:nvPr>
            <p:ph type="title"/>
            <p:custDataLst>
              <p:tags r:id="rId1"/>
            </p:custDataLst>
          </p:nvPr>
        </p:nvSpPr>
        <p:spPr/>
        <p:txBody>
          <a:bodyPr/>
          <a:lstStyle/>
          <a:p>
            <a:r>
              <a:rPr lang="fr-CA"/>
              <a:t>System-</a:t>
            </a:r>
            <a:r>
              <a:rPr lang="fr-CA" err="1"/>
              <a:t>directed</a:t>
            </a:r>
            <a:r>
              <a:rPr lang="fr-CA"/>
              <a:t> Cycle Count</a:t>
            </a:r>
            <a:endParaRPr lang="en-CA"/>
          </a:p>
        </p:txBody>
      </p:sp>
      <p:sp>
        <p:nvSpPr>
          <p:cNvPr id="6" name="Content Placeholder 5">
            <a:extLst>
              <a:ext uri="{FF2B5EF4-FFF2-40B4-BE49-F238E27FC236}">
                <a16:creationId xmlns:a16="http://schemas.microsoft.com/office/drawing/2014/main" xmlns="" id="{66F4CC2B-E1FF-4E56-8804-4C4B371960E9}"/>
              </a:ext>
            </a:extLst>
          </p:cNvPr>
          <p:cNvSpPr>
            <a:spLocks noGrp="1"/>
          </p:cNvSpPr>
          <p:nvPr>
            <p:ph idx="1"/>
            <p:custDataLst>
              <p:tags r:id="rId2"/>
            </p:custDataLst>
          </p:nvPr>
        </p:nvSpPr>
        <p:spPr>
          <a:xfrm>
            <a:off x="838200" y="1256621"/>
            <a:ext cx="5257800" cy="4351338"/>
          </a:xfrm>
        </p:spPr>
        <p:txBody>
          <a:bodyPr/>
          <a:lstStyle/>
          <a:p>
            <a:pPr marL="457200" indent="-457200" algn="just">
              <a:lnSpc>
                <a:spcPct val="150000"/>
              </a:lnSpc>
              <a:buFont typeface="+mj-lt"/>
              <a:buAutoNum type="arabicPeriod" startAt="6"/>
            </a:pPr>
            <a:r>
              <a:rPr lang="en-US" dirty="0"/>
              <a:t>From the new window, enter the counted quantity of the item in the Quantity Input field using the appropriate Unit of Measure.</a:t>
            </a:r>
          </a:p>
          <a:p>
            <a:pPr marL="457200" indent="-457200">
              <a:lnSpc>
                <a:spcPct val="150000"/>
              </a:lnSpc>
              <a:buFont typeface="+mj-lt"/>
              <a:buAutoNum type="arabicPeriod" startAt="6"/>
            </a:pPr>
            <a:r>
              <a:rPr lang="en-US" dirty="0"/>
              <a:t>Click Continue. </a:t>
            </a:r>
          </a:p>
        </p:txBody>
      </p:sp>
      <p:pic>
        <p:nvPicPr>
          <p:cNvPr id="4" name="Picture 3">
            <a:extLst>
              <a:ext uri="{FF2B5EF4-FFF2-40B4-BE49-F238E27FC236}">
                <a16:creationId xmlns:a16="http://schemas.microsoft.com/office/drawing/2014/main" xmlns="" id="{6B9AAF1A-EFD9-4A0A-A7F0-48D76318A6C1}"/>
              </a:ext>
            </a:extLst>
          </p:cNvPr>
          <p:cNvPicPr>
            <a:picLocks noChangeAspect="1"/>
          </p:cNvPicPr>
          <p:nvPr>
            <p:custDataLst>
              <p:tags r:id="rId3"/>
            </p:custDataLst>
          </p:nvPr>
        </p:nvPicPr>
        <p:blipFill>
          <a:blip r:embed="rId5"/>
          <a:stretch>
            <a:fillRect/>
          </a:stretch>
        </p:blipFill>
        <p:spPr>
          <a:xfrm>
            <a:off x="6379246" y="1432131"/>
            <a:ext cx="5068969" cy="3426623"/>
          </a:xfrm>
          <a:prstGeom prst="rect">
            <a:avLst/>
          </a:prstGeom>
        </p:spPr>
      </p:pic>
    </p:spTree>
    <p:extLst>
      <p:ext uri="{BB962C8B-B14F-4D97-AF65-F5344CB8AC3E}">
        <p14:creationId xmlns:p14="http://schemas.microsoft.com/office/powerpoint/2010/main" val="355661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9E6F8E-2CFB-46C6-9CB4-684F9DB0C7C6}"/>
              </a:ext>
            </a:extLst>
          </p:cNvPr>
          <p:cNvSpPr>
            <a:spLocks noGrp="1"/>
          </p:cNvSpPr>
          <p:nvPr>
            <p:ph type="title"/>
            <p:custDataLst>
              <p:tags r:id="rId1"/>
            </p:custDataLst>
          </p:nvPr>
        </p:nvSpPr>
        <p:spPr/>
        <p:txBody>
          <a:bodyPr/>
          <a:lstStyle/>
          <a:p>
            <a:r>
              <a:rPr lang="fr-CA"/>
              <a:t>System-</a:t>
            </a:r>
            <a:r>
              <a:rPr lang="fr-CA" err="1"/>
              <a:t>directed</a:t>
            </a:r>
            <a:r>
              <a:rPr lang="fr-CA"/>
              <a:t> Cycle Count</a:t>
            </a:r>
            <a:endParaRPr lang="en-CA"/>
          </a:p>
        </p:txBody>
      </p:sp>
      <p:sp>
        <p:nvSpPr>
          <p:cNvPr id="6" name="Content Placeholder 5">
            <a:extLst>
              <a:ext uri="{FF2B5EF4-FFF2-40B4-BE49-F238E27FC236}">
                <a16:creationId xmlns:a16="http://schemas.microsoft.com/office/drawing/2014/main" xmlns="" id="{66F4CC2B-E1FF-4E56-8804-4C4B371960E9}"/>
              </a:ext>
            </a:extLst>
          </p:cNvPr>
          <p:cNvSpPr>
            <a:spLocks noGrp="1"/>
          </p:cNvSpPr>
          <p:nvPr>
            <p:ph idx="1"/>
            <p:custDataLst>
              <p:tags r:id="rId2"/>
            </p:custDataLst>
          </p:nvPr>
        </p:nvSpPr>
        <p:spPr>
          <a:xfrm>
            <a:off x="734992" y="1160368"/>
            <a:ext cx="5896947" cy="4845599"/>
          </a:xfrm>
        </p:spPr>
        <p:txBody>
          <a:bodyPr/>
          <a:lstStyle/>
          <a:p>
            <a:pPr marL="457200" indent="-457200" algn="just">
              <a:lnSpc>
                <a:spcPct val="150000"/>
              </a:lnSpc>
              <a:buFont typeface="+mj-lt"/>
              <a:buAutoNum type="arabicPeriod" startAt="8"/>
            </a:pPr>
            <a:r>
              <a:rPr lang="en-US" dirty="0"/>
              <a:t>A second page will be displayed: </a:t>
            </a:r>
          </a:p>
          <a:p>
            <a:pPr lvl="1" algn="just">
              <a:lnSpc>
                <a:spcPct val="150000"/>
              </a:lnSpc>
              <a:buFont typeface="Wingdings" panose="05000000000000000000" pitchFamily="2" charset="2"/>
              <a:buChar char="ü"/>
            </a:pPr>
            <a:r>
              <a:rPr lang="en-US" sz="2400" dirty="0"/>
              <a:t> </a:t>
            </a:r>
            <a:r>
              <a:rPr lang="en-US" sz="2400" b="1" dirty="0"/>
              <a:t>If what the user is counting is different from what the system expects, the system will require a confirmation of the quantity. In such a case, </a:t>
            </a:r>
            <a:r>
              <a:rPr lang="en-US" sz="2400" b="1" u="sng" dirty="0"/>
              <a:t>confirm again</a:t>
            </a:r>
            <a:r>
              <a:rPr lang="en-US" sz="2400" b="1" dirty="0"/>
              <a:t> the quantity counted and click Continue. </a:t>
            </a:r>
          </a:p>
          <a:p>
            <a:pPr lvl="1" algn="just">
              <a:lnSpc>
                <a:spcPct val="150000"/>
              </a:lnSpc>
              <a:buFont typeface="Wingdings" panose="05000000000000000000" pitchFamily="2" charset="2"/>
              <a:buChar char="ü"/>
            </a:pPr>
            <a:r>
              <a:rPr lang="en-US" sz="2400" dirty="0"/>
              <a:t> If there is no discrepancy, just click Continue. </a:t>
            </a:r>
          </a:p>
        </p:txBody>
      </p:sp>
      <p:pic>
        <p:nvPicPr>
          <p:cNvPr id="8" name="Graphic 7" descr="Warning">
            <a:extLst>
              <a:ext uri="{FF2B5EF4-FFF2-40B4-BE49-F238E27FC236}">
                <a16:creationId xmlns:a16="http://schemas.microsoft.com/office/drawing/2014/main" xmlns="" id="{1EC84A5C-C36A-4267-A5D5-C553C2605DB5}"/>
              </a:ext>
            </a:extLst>
          </p:cNvPr>
          <p:cNvPicPr>
            <a:picLocks noChangeAspect="1"/>
          </p:cNvPicPr>
          <p:nvPr>
            <p:custDataLst>
              <p:tags r:id="rId3"/>
            </p:custDataLst>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177002" y="2834610"/>
            <a:ext cx="1061843" cy="1061843"/>
          </a:xfrm>
          <a:prstGeom prst="rect">
            <a:avLst/>
          </a:prstGeom>
        </p:spPr>
      </p:pic>
      <p:grpSp>
        <p:nvGrpSpPr>
          <p:cNvPr id="21" name="Group 20">
            <a:extLst>
              <a:ext uri="{FF2B5EF4-FFF2-40B4-BE49-F238E27FC236}">
                <a16:creationId xmlns:a16="http://schemas.microsoft.com/office/drawing/2014/main" xmlns="" id="{3C40726E-AFA8-4E2C-AA9D-5F3455876C89}"/>
              </a:ext>
            </a:extLst>
          </p:cNvPr>
          <p:cNvGrpSpPr/>
          <p:nvPr>
            <p:custDataLst>
              <p:tags r:id="rId4"/>
            </p:custDataLst>
          </p:nvPr>
        </p:nvGrpSpPr>
        <p:grpSpPr>
          <a:xfrm>
            <a:off x="6898105" y="1463842"/>
            <a:ext cx="5013685" cy="3685674"/>
            <a:chOff x="3394570" y="1061080"/>
            <a:chExt cx="5402859" cy="3396142"/>
          </a:xfrm>
        </p:grpSpPr>
        <p:pic>
          <p:nvPicPr>
            <p:cNvPr id="18" name="Picture 17">
              <a:extLst>
                <a:ext uri="{FF2B5EF4-FFF2-40B4-BE49-F238E27FC236}">
                  <a16:creationId xmlns:a16="http://schemas.microsoft.com/office/drawing/2014/main" xmlns="" id="{3D3FF830-0B66-42C0-B5EB-581BDFBC124C}"/>
                </a:ext>
              </a:extLst>
            </p:cNvPr>
            <p:cNvPicPr>
              <a:picLocks noChangeAspect="1"/>
            </p:cNvPicPr>
            <p:nvPr/>
          </p:nvPicPr>
          <p:blipFill rotWithShape="1">
            <a:blip r:embed="rId9"/>
            <a:srcRect b="44665"/>
            <a:stretch/>
          </p:blipFill>
          <p:spPr>
            <a:xfrm>
              <a:off x="3394570" y="1061080"/>
              <a:ext cx="5402859" cy="2620583"/>
            </a:xfrm>
            <a:prstGeom prst="rect">
              <a:avLst/>
            </a:prstGeom>
          </p:spPr>
        </p:pic>
        <p:pic>
          <p:nvPicPr>
            <p:cNvPr id="20" name="Picture 19">
              <a:extLst>
                <a:ext uri="{FF2B5EF4-FFF2-40B4-BE49-F238E27FC236}">
                  <a16:creationId xmlns:a16="http://schemas.microsoft.com/office/drawing/2014/main" xmlns="" id="{91D73026-66C9-460E-AB78-443F5DB9ACE5}"/>
                </a:ext>
              </a:extLst>
            </p:cNvPr>
            <p:cNvPicPr>
              <a:picLocks noChangeAspect="1"/>
            </p:cNvPicPr>
            <p:nvPr/>
          </p:nvPicPr>
          <p:blipFill rotWithShape="1">
            <a:blip r:embed="rId9"/>
            <a:srcRect t="78289"/>
            <a:stretch/>
          </p:blipFill>
          <p:spPr>
            <a:xfrm>
              <a:off x="3394570" y="3429000"/>
              <a:ext cx="5402859" cy="1028222"/>
            </a:xfrm>
            <a:prstGeom prst="rect">
              <a:avLst/>
            </a:prstGeom>
          </p:spPr>
        </p:pic>
      </p:grpSp>
    </p:spTree>
    <p:extLst>
      <p:ext uri="{BB962C8B-B14F-4D97-AF65-F5344CB8AC3E}">
        <p14:creationId xmlns:p14="http://schemas.microsoft.com/office/powerpoint/2010/main" val="37425402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B9B473-612B-43FA-B815-4314EC34A532}"/>
              </a:ext>
            </a:extLst>
          </p:cNvPr>
          <p:cNvSpPr>
            <a:spLocks noGrp="1"/>
          </p:cNvSpPr>
          <p:nvPr>
            <p:ph type="title"/>
            <p:custDataLst>
              <p:tags r:id="rId1"/>
            </p:custDataLst>
          </p:nvPr>
        </p:nvSpPr>
        <p:spPr/>
        <p:txBody>
          <a:bodyPr/>
          <a:lstStyle/>
          <a:p>
            <a:r>
              <a:rPr lang="fr-CA"/>
              <a:t>System-</a:t>
            </a:r>
            <a:r>
              <a:rPr lang="fr-CA" err="1"/>
              <a:t>directed</a:t>
            </a:r>
            <a:r>
              <a:rPr lang="fr-CA"/>
              <a:t> Cycle Count</a:t>
            </a:r>
            <a:endParaRPr lang="en-CA"/>
          </a:p>
        </p:txBody>
      </p:sp>
      <p:sp>
        <p:nvSpPr>
          <p:cNvPr id="3" name="Content Placeholder 2">
            <a:extLst>
              <a:ext uri="{FF2B5EF4-FFF2-40B4-BE49-F238E27FC236}">
                <a16:creationId xmlns:a16="http://schemas.microsoft.com/office/drawing/2014/main" xmlns="" id="{3F324399-CC6F-4316-867F-221AE253B9F8}"/>
              </a:ext>
            </a:extLst>
          </p:cNvPr>
          <p:cNvSpPr>
            <a:spLocks noGrp="1"/>
          </p:cNvSpPr>
          <p:nvPr>
            <p:ph idx="1"/>
            <p:custDataLst>
              <p:tags r:id="rId2"/>
            </p:custDataLst>
          </p:nvPr>
        </p:nvSpPr>
        <p:spPr>
          <a:xfrm>
            <a:off x="838200" y="1251285"/>
            <a:ext cx="4511842" cy="4797342"/>
          </a:xfrm>
        </p:spPr>
        <p:txBody>
          <a:bodyPr/>
          <a:lstStyle/>
          <a:p>
            <a:pPr marL="457200" indent="-457200" algn="just">
              <a:lnSpc>
                <a:spcPct val="150000"/>
              </a:lnSpc>
              <a:buFont typeface="+mj-lt"/>
              <a:buAutoNum type="arabicPeriod" startAt="9"/>
            </a:pPr>
            <a:r>
              <a:rPr lang="en-US" dirty="0"/>
              <a:t>The system will redirect you to the first Cycle Count window. Repeat steps 4 to 8 until all inventory of the location is counted.</a:t>
            </a:r>
          </a:p>
          <a:p>
            <a:pPr marL="457200" indent="-457200" algn="just">
              <a:lnSpc>
                <a:spcPct val="150000"/>
              </a:lnSpc>
              <a:buFont typeface="+mj-lt"/>
              <a:buAutoNum type="arabicPeriod" startAt="9"/>
            </a:pPr>
            <a:r>
              <a:rPr lang="en-US" dirty="0"/>
              <a:t>When all entries have been entered, simply select the Finish action in the lower right corner.</a:t>
            </a:r>
          </a:p>
          <a:p>
            <a:pPr marL="457200" indent="-457200" algn="just">
              <a:lnSpc>
                <a:spcPct val="150000"/>
              </a:lnSpc>
              <a:buFont typeface="+mj-lt"/>
              <a:buAutoNum type="arabicPeriod" startAt="9"/>
            </a:pPr>
            <a:endParaRPr lang="en-US" dirty="0"/>
          </a:p>
          <a:p>
            <a:pPr marL="457200" indent="-457200" algn="just">
              <a:lnSpc>
                <a:spcPct val="150000"/>
              </a:lnSpc>
              <a:buFont typeface="+mj-lt"/>
              <a:buAutoNum type="arabicPeriod" startAt="9"/>
            </a:pPr>
            <a:endParaRPr lang="en-US" dirty="0"/>
          </a:p>
          <a:p>
            <a:pPr marL="0" indent="0">
              <a:buNone/>
            </a:pPr>
            <a:endParaRPr lang="en-CA" dirty="0"/>
          </a:p>
        </p:txBody>
      </p:sp>
      <p:pic>
        <p:nvPicPr>
          <p:cNvPr id="18" name="Picture 17">
            <a:extLst>
              <a:ext uri="{FF2B5EF4-FFF2-40B4-BE49-F238E27FC236}">
                <a16:creationId xmlns:a16="http://schemas.microsoft.com/office/drawing/2014/main" xmlns="" id="{C7BF0AB1-DB18-4ADB-9FB9-C0BFF34D443B}"/>
              </a:ext>
            </a:extLst>
          </p:cNvPr>
          <p:cNvPicPr>
            <a:picLocks noChangeAspect="1"/>
          </p:cNvPicPr>
          <p:nvPr>
            <p:custDataLst>
              <p:tags r:id="rId3"/>
            </p:custDataLst>
          </p:nvPr>
        </p:nvPicPr>
        <p:blipFill>
          <a:blip r:embed="rId5"/>
          <a:stretch>
            <a:fillRect/>
          </a:stretch>
        </p:blipFill>
        <p:spPr>
          <a:xfrm>
            <a:off x="5885851" y="1308830"/>
            <a:ext cx="5950860" cy="4797342"/>
          </a:xfrm>
          <a:prstGeom prst="rect">
            <a:avLst/>
          </a:prstGeom>
        </p:spPr>
      </p:pic>
    </p:spTree>
    <p:extLst>
      <p:ext uri="{BB962C8B-B14F-4D97-AF65-F5344CB8AC3E}">
        <p14:creationId xmlns:p14="http://schemas.microsoft.com/office/powerpoint/2010/main" val="2683890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B9B473-612B-43FA-B815-4314EC34A532}"/>
              </a:ext>
            </a:extLst>
          </p:cNvPr>
          <p:cNvSpPr>
            <a:spLocks noGrp="1"/>
          </p:cNvSpPr>
          <p:nvPr>
            <p:ph type="title"/>
            <p:custDataLst>
              <p:tags r:id="rId1"/>
            </p:custDataLst>
          </p:nvPr>
        </p:nvSpPr>
        <p:spPr/>
        <p:txBody>
          <a:bodyPr/>
          <a:lstStyle/>
          <a:p>
            <a:r>
              <a:rPr lang="fr-CA"/>
              <a:t>System-</a:t>
            </a:r>
            <a:r>
              <a:rPr lang="fr-CA" err="1"/>
              <a:t>directed</a:t>
            </a:r>
            <a:r>
              <a:rPr lang="fr-CA"/>
              <a:t> Cycle Count</a:t>
            </a:r>
            <a:endParaRPr lang="en-CA"/>
          </a:p>
        </p:txBody>
      </p:sp>
      <p:sp>
        <p:nvSpPr>
          <p:cNvPr id="13" name="Content Placeholder 12">
            <a:extLst>
              <a:ext uri="{FF2B5EF4-FFF2-40B4-BE49-F238E27FC236}">
                <a16:creationId xmlns:a16="http://schemas.microsoft.com/office/drawing/2014/main" xmlns="" id="{49363403-39AC-481B-A96D-7EFF156D51BF}"/>
              </a:ext>
            </a:extLst>
          </p:cNvPr>
          <p:cNvSpPr>
            <a:spLocks noGrp="1"/>
          </p:cNvSpPr>
          <p:nvPr>
            <p:ph idx="1"/>
            <p:custDataLst>
              <p:tags r:id="rId2"/>
            </p:custDataLst>
          </p:nvPr>
        </p:nvSpPr>
        <p:spPr>
          <a:xfrm>
            <a:off x="666750" y="1387475"/>
            <a:ext cx="10515600" cy="4351338"/>
          </a:xfrm>
        </p:spPr>
        <p:txBody>
          <a:bodyPr/>
          <a:lstStyle/>
          <a:p>
            <a:pPr marL="457200" indent="-457200" algn="just">
              <a:lnSpc>
                <a:spcPct val="150000"/>
              </a:lnSpc>
              <a:buFont typeface="+mj-lt"/>
              <a:buAutoNum type="arabicPeriod" startAt="11"/>
            </a:pPr>
            <a:r>
              <a:rPr lang="en-US" dirty="0"/>
              <a:t>You will then be redirected to the main cycle count window to display the next location to count (based on the command priority). </a:t>
            </a:r>
          </a:p>
          <a:p>
            <a:pPr marL="457200" indent="-457200" algn="just">
              <a:lnSpc>
                <a:spcPct val="150000"/>
              </a:lnSpc>
              <a:buFont typeface="+mj-lt"/>
              <a:buAutoNum type="arabicPeriod" startAt="11"/>
            </a:pPr>
            <a:r>
              <a:rPr lang="en-US" dirty="0"/>
              <a:t>Repeat steps 3 to 10 until all cycle count commands are completed.</a:t>
            </a:r>
            <a:endParaRPr lang="fr-FR" dirty="0"/>
          </a:p>
          <a:p>
            <a:pPr marL="457200" indent="-457200" algn="just">
              <a:lnSpc>
                <a:spcPct val="150000"/>
              </a:lnSpc>
              <a:buFont typeface="+mj-lt"/>
              <a:buAutoNum type="arabicPeriod" startAt="11"/>
            </a:pPr>
            <a:r>
              <a:rPr lang="en-US" dirty="0"/>
              <a:t>When the last command is completed, the system will prompt a message indicating that the last task has been reached</a:t>
            </a:r>
            <a:r>
              <a:rPr lang="fr-FR" dirty="0"/>
              <a:t>:</a:t>
            </a:r>
          </a:p>
          <a:p>
            <a:pPr marL="457200" indent="-457200" algn="just">
              <a:lnSpc>
                <a:spcPct val="150000"/>
              </a:lnSpc>
              <a:buFont typeface="+mj-lt"/>
              <a:buAutoNum type="arabicPeriod" startAt="11"/>
            </a:pPr>
            <a:r>
              <a:rPr lang="en-US" dirty="0"/>
              <a:t>You can click Close to close the screen.</a:t>
            </a:r>
          </a:p>
          <a:p>
            <a:endParaRPr lang="en-CA" dirty="0"/>
          </a:p>
        </p:txBody>
      </p:sp>
      <p:pic>
        <p:nvPicPr>
          <p:cNvPr id="16" name="Picture 15">
            <a:extLst>
              <a:ext uri="{FF2B5EF4-FFF2-40B4-BE49-F238E27FC236}">
                <a16:creationId xmlns:a16="http://schemas.microsoft.com/office/drawing/2014/main" xmlns="" id="{7F83A537-FA2A-4E33-9684-BF9502652F8D}"/>
              </a:ext>
            </a:extLst>
          </p:cNvPr>
          <p:cNvPicPr>
            <a:picLocks noChangeAspect="1"/>
          </p:cNvPicPr>
          <p:nvPr>
            <p:custDataLst>
              <p:tags r:id="rId3"/>
            </p:custDataLst>
          </p:nvPr>
        </p:nvPicPr>
        <p:blipFill>
          <a:blip r:embed="rId6"/>
          <a:stretch>
            <a:fillRect/>
          </a:stretch>
        </p:blipFill>
        <p:spPr>
          <a:xfrm>
            <a:off x="7038370" y="4055172"/>
            <a:ext cx="4143980" cy="356329"/>
          </a:xfrm>
          <a:prstGeom prst="rect">
            <a:avLst/>
          </a:prstGeom>
        </p:spPr>
      </p:pic>
      <p:pic>
        <p:nvPicPr>
          <p:cNvPr id="4" name="Picture 3">
            <a:extLst>
              <a:ext uri="{FF2B5EF4-FFF2-40B4-BE49-F238E27FC236}">
                <a16:creationId xmlns:a16="http://schemas.microsoft.com/office/drawing/2014/main" xmlns="" id="{0FD71F59-91F3-4D6D-B887-70FB8D4FAFA4}"/>
              </a:ext>
            </a:extLst>
          </p:cNvPr>
          <p:cNvPicPr>
            <a:picLocks noChangeAspect="1"/>
          </p:cNvPicPr>
          <p:nvPr>
            <p:custDataLst>
              <p:tags r:id="rId4"/>
            </p:custDataLst>
          </p:nvPr>
        </p:nvPicPr>
        <p:blipFill>
          <a:blip r:embed="rId7"/>
          <a:stretch>
            <a:fillRect/>
          </a:stretch>
        </p:blipFill>
        <p:spPr>
          <a:xfrm>
            <a:off x="838200" y="5333745"/>
            <a:ext cx="10191044" cy="810135"/>
          </a:xfrm>
          <a:prstGeom prst="rect">
            <a:avLst/>
          </a:prstGeom>
        </p:spPr>
      </p:pic>
    </p:spTree>
    <p:extLst>
      <p:ext uri="{BB962C8B-B14F-4D97-AF65-F5344CB8AC3E}">
        <p14:creationId xmlns:p14="http://schemas.microsoft.com/office/powerpoint/2010/main" val="855012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a:t>Cycle Count with a Mobile Device </a:t>
            </a:r>
            <a:br>
              <a:rPr lang="en-CA" sz="4400" b="1"/>
            </a:br>
            <a:r>
              <a:rPr lang="en-CA" sz="4000" b="1"/>
              <a:t>Cycle Count by Order</a:t>
            </a:r>
            <a:endParaRPr lang="en-CA" sz="4400" b="1"/>
          </a:p>
        </p:txBody>
      </p:sp>
    </p:spTree>
    <p:extLst>
      <p:ext uri="{BB962C8B-B14F-4D97-AF65-F5344CB8AC3E}">
        <p14:creationId xmlns:p14="http://schemas.microsoft.com/office/powerpoint/2010/main" val="2164022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E9A656-E062-4FD3-9756-BE4C804FEDB3}"/>
              </a:ext>
            </a:extLst>
          </p:cNvPr>
          <p:cNvSpPr>
            <a:spLocks noGrp="1"/>
          </p:cNvSpPr>
          <p:nvPr>
            <p:ph type="title"/>
            <p:custDataLst>
              <p:tags r:id="rId1"/>
            </p:custDataLst>
          </p:nvPr>
        </p:nvSpPr>
        <p:spPr/>
        <p:txBody>
          <a:bodyPr/>
          <a:lstStyle/>
          <a:p>
            <a:r>
              <a:rPr lang="fr-CA"/>
              <a:t>Cycle Count by </a:t>
            </a:r>
            <a:r>
              <a:rPr lang="fr-CA" err="1"/>
              <a:t>Order</a:t>
            </a:r>
            <a:endParaRPr lang="en-CA"/>
          </a:p>
        </p:txBody>
      </p:sp>
      <p:sp>
        <p:nvSpPr>
          <p:cNvPr id="3" name="Content Placeholder 2">
            <a:extLst>
              <a:ext uri="{FF2B5EF4-FFF2-40B4-BE49-F238E27FC236}">
                <a16:creationId xmlns:a16="http://schemas.microsoft.com/office/drawing/2014/main" xmlns="" id="{041D95EE-D09C-4207-BEDE-1A4C667A2A62}"/>
              </a:ext>
            </a:extLst>
          </p:cNvPr>
          <p:cNvSpPr>
            <a:spLocks noGrp="1"/>
          </p:cNvSpPr>
          <p:nvPr>
            <p:ph idx="1"/>
            <p:custDataLst>
              <p:tags r:id="rId2"/>
            </p:custDataLst>
          </p:nvPr>
        </p:nvSpPr>
        <p:spPr>
          <a:xfrm>
            <a:off x="838200" y="1231641"/>
            <a:ext cx="7130143" cy="4945322"/>
          </a:xfrm>
        </p:spPr>
        <p:txBody>
          <a:bodyPr/>
          <a:lstStyle/>
          <a:p>
            <a:pPr marL="0" indent="0" algn="just">
              <a:lnSpc>
                <a:spcPct val="150000"/>
              </a:lnSpc>
              <a:buNone/>
            </a:pPr>
            <a:r>
              <a:rPr lang="en-US" dirty="0"/>
              <a:t>This resource is used to perform a specific planned cycle count which has been previously planned and released with a desktop computer (refer to </a:t>
            </a:r>
            <a:r>
              <a:rPr lang="en-CA" dirty="0"/>
              <a:t>Planned Cycle Count Creation</a:t>
            </a:r>
            <a:r>
              <a:rPr lang="en-US" dirty="0"/>
              <a:t> section</a:t>
            </a:r>
            <a:r>
              <a:rPr lang="en-CA" dirty="0"/>
              <a:t>). To do this: </a:t>
            </a:r>
          </a:p>
          <a:p>
            <a:pPr marL="457200" indent="-457200" algn="just">
              <a:lnSpc>
                <a:spcPct val="150000"/>
              </a:lnSpc>
              <a:buFont typeface="+mj-lt"/>
              <a:buAutoNum type="arabicPeriod"/>
            </a:pPr>
            <a:r>
              <a:rPr lang="en-US" dirty="0"/>
              <a:t>With a </a:t>
            </a:r>
            <a:r>
              <a:rPr lang="en-US" u="sng" dirty="0"/>
              <a:t>mobile device</a:t>
            </a:r>
            <a:r>
              <a:rPr lang="en-US" dirty="0"/>
              <a:t>, select the </a:t>
            </a:r>
            <a:r>
              <a:rPr lang="en-US" b="1" dirty="0"/>
              <a:t>Cycle Count </a:t>
            </a:r>
            <a:r>
              <a:rPr lang="en-US" dirty="0"/>
              <a:t>resource</a:t>
            </a:r>
            <a:r>
              <a:rPr lang="en-US" b="1" dirty="0"/>
              <a:t>. </a:t>
            </a:r>
          </a:p>
          <a:p>
            <a:pPr marL="457200" indent="-457200" algn="just">
              <a:lnSpc>
                <a:spcPct val="150000"/>
              </a:lnSpc>
              <a:buFont typeface="+mj-lt"/>
              <a:buAutoNum type="arabicPeriod"/>
            </a:pPr>
            <a:r>
              <a:rPr lang="en-US" dirty="0"/>
              <a:t>Under Cycle Count, click on </a:t>
            </a:r>
            <a:r>
              <a:rPr lang="en-US" b="1" dirty="0"/>
              <a:t>Cycle Count by Order. </a:t>
            </a:r>
          </a:p>
          <a:p>
            <a:pPr marL="457200" indent="-457200" algn="just">
              <a:lnSpc>
                <a:spcPct val="150000"/>
              </a:lnSpc>
              <a:buFont typeface="+mj-lt"/>
              <a:buAutoNum type="arabicPeriod"/>
            </a:pPr>
            <a:endParaRPr lang="en-CA" dirty="0"/>
          </a:p>
          <a:p>
            <a:endParaRPr lang="en-CA" dirty="0"/>
          </a:p>
        </p:txBody>
      </p:sp>
      <p:pic>
        <p:nvPicPr>
          <p:cNvPr id="5" name="Picture 4">
            <a:extLst>
              <a:ext uri="{FF2B5EF4-FFF2-40B4-BE49-F238E27FC236}">
                <a16:creationId xmlns:a16="http://schemas.microsoft.com/office/drawing/2014/main" xmlns="" id="{D7915760-9EAD-4F38-A200-4FA28D5A60DF}"/>
              </a:ext>
            </a:extLst>
          </p:cNvPr>
          <p:cNvPicPr>
            <a:picLocks noChangeAspect="1"/>
          </p:cNvPicPr>
          <p:nvPr>
            <p:custDataLst>
              <p:tags r:id="rId3"/>
            </p:custDataLst>
          </p:nvPr>
        </p:nvPicPr>
        <p:blipFill>
          <a:blip r:embed="rId6"/>
          <a:stretch>
            <a:fillRect/>
          </a:stretch>
        </p:blipFill>
        <p:spPr>
          <a:xfrm>
            <a:off x="8266923" y="423606"/>
            <a:ext cx="3086878" cy="5636907"/>
          </a:xfrm>
          <a:prstGeom prst="rect">
            <a:avLst/>
          </a:prstGeom>
        </p:spPr>
      </p:pic>
    </p:spTree>
    <p:extLst>
      <p:ext uri="{BB962C8B-B14F-4D97-AF65-F5344CB8AC3E}">
        <p14:creationId xmlns:p14="http://schemas.microsoft.com/office/powerpoint/2010/main" val="2996801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E9A656-E062-4FD3-9756-BE4C804FEDB3}"/>
              </a:ext>
            </a:extLst>
          </p:cNvPr>
          <p:cNvSpPr>
            <a:spLocks noGrp="1"/>
          </p:cNvSpPr>
          <p:nvPr>
            <p:ph type="title"/>
            <p:custDataLst>
              <p:tags r:id="rId1"/>
            </p:custDataLst>
          </p:nvPr>
        </p:nvSpPr>
        <p:spPr/>
        <p:txBody>
          <a:bodyPr/>
          <a:lstStyle/>
          <a:p>
            <a:r>
              <a:rPr lang="fr-CA"/>
              <a:t>Cycle Count by </a:t>
            </a:r>
            <a:r>
              <a:rPr lang="fr-CA" err="1"/>
              <a:t>Order</a:t>
            </a:r>
            <a:endParaRPr lang="en-CA"/>
          </a:p>
        </p:txBody>
      </p:sp>
      <p:sp>
        <p:nvSpPr>
          <p:cNvPr id="3" name="Content Placeholder 2">
            <a:extLst>
              <a:ext uri="{FF2B5EF4-FFF2-40B4-BE49-F238E27FC236}">
                <a16:creationId xmlns:a16="http://schemas.microsoft.com/office/drawing/2014/main" xmlns="" id="{041D95EE-D09C-4207-BEDE-1A4C667A2A62}"/>
              </a:ext>
            </a:extLst>
          </p:cNvPr>
          <p:cNvSpPr>
            <a:spLocks noGrp="1"/>
          </p:cNvSpPr>
          <p:nvPr>
            <p:ph idx="1"/>
            <p:custDataLst>
              <p:tags r:id="rId2"/>
            </p:custDataLst>
          </p:nvPr>
        </p:nvSpPr>
        <p:spPr>
          <a:xfrm>
            <a:off x="838201" y="1231641"/>
            <a:ext cx="6504512" cy="4945322"/>
          </a:xfrm>
        </p:spPr>
        <p:txBody>
          <a:bodyPr/>
          <a:lstStyle/>
          <a:p>
            <a:pPr marL="457200" indent="-457200" algn="just">
              <a:lnSpc>
                <a:spcPct val="150000"/>
              </a:lnSpc>
              <a:buFont typeface="+mj-lt"/>
              <a:buAutoNum type="arabicPeriod" startAt="3"/>
            </a:pPr>
            <a:r>
              <a:rPr lang="en-US" dirty="0"/>
              <a:t>From the new window, enter the Order ID of the cycle count (previously planned and released)</a:t>
            </a:r>
          </a:p>
          <a:p>
            <a:pPr marL="457200" indent="-457200" algn="just">
              <a:lnSpc>
                <a:spcPct val="150000"/>
              </a:lnSpc>
              <a:buFont typeface="+mj-lt"/>
              <a:buAutoNum type="arabicPeriod" startAt="3"/>
            </a:pPr>
            <a:r>
              <a:rPr lang="en-GB" dirty="0"/>
              <a:t>Click Continue. </a:t>
            </a:r>
            <a:endParaRPr lang="en-CA" dirty="0"/>
          </a:p>
        </p:txBody>
      </p:sp>
      <p:pic>
        <p:nvPicPr>
          <p:cNvPr id="5" name="Picture 4">
            <a:extLst>
              <a:ext uri="{FF2B5EF4-FFF2-40B4-BE49-F238E27FC236}">
                <a16:creationId xmlns:a16="http://schemas.microsoft.com/office/drawing/2014/main" xmlns="" id="{245EA773-6660-4AA1-9663-7649AD8254EF}"/>
              </a:ext>
            </a:extLst>
          </p:cNvPr>
          <p:cNvPicPr>
            <a:picLocks noChangeAspect="1"/>
          </p:cNvPicPr>
          <p:nvPr>
            <p:custDataLst>
              <p:tags r:id="rId3"/>
            </p:custDataLst>
          </p:nvPr>
        </p:nvPicPr>
        <p:blipFill>
          <a:blip r:embed="rId6"/>
          <a:stretch>
            <a:fillRect/>
          </a:stretch>
        </p:blipFill>
        <p:spPr>
          <a:xfrm>
            <a:off x="7628299" y="1417211"/>
            <a:ext cx="3439915" cy="3811541"/>
          </a:xfrm>
          <a:prstGeom prst="rect">
            <a:avLst/>
          </a:prstGeom>
        </p:spPr>
      </p:pic>
    </p:spTree>
    <p:extLst>
      <p:ext uri="{BB962C8B-B14F-4D97-AF65-F5344CB8AC3E}">
        <p14:creationId xmlns:p14="http://schemas.microsoft.com/office/powerpoint/2010/main" val="1211612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1A747B-C1E0-4C98-A3EF-AA8CFF1707F8}"/>
              </a:ext>
            </a:extLst>
          </p:cNvPr>
          <p:cNvSpPr>
            <a:spLocks noGrp="1"/>
          </p:cNvSpPr>
          <p:nvPr>
            <p:ph type="title"/>
            <p:custDataLst>
              <p:tags r:id="rId1"/>
            </p:custDataLst>
          </p:nvPr>
        </p:nvSpPr>
        <p:spPr/>
        <p:txBody>
          <a:bodyPr/>
          <a:lstStyle/>
          <a:p>
            <a:r>
              <a:rPr lang="fr-CA"/>
              <a:t>Cycle Count by </a:t>
            </a:r>
            <a:r>
              <a:rPr lang="fr-CA" err="1"/>
              <a:t>Order</a:t>
            </a:r>
            <a:r>
              <a:rPr lang="fr-CA"/>
              <a:t> </a:t>
            </a:r>
            <a:endParaRPr lang="en-CA"/>
          </a:p>
        </p:txBody>
      </p:sp>
      <p:sp>
        <p:nvSpPr>
          <p:cNvPr id="3" name="Content Placeholder 2">
            <a:extLst>
              <a:ext uri="{FF2B5EF4-FFF2-40B4-BE49-F238E27FC236}">
                <a16:creationId xmlns:a16="http://schemas.microsoft.com/office/drawing/2014/main" xmlns="" id="{4408E174-328E-4B92-BC2F-D7C003C5E78E}"/>
              </a:ext>
            </a:extLst>
          </p:cNvPr>
          <p:cNvSpPr>
            <a:spLocks noGrp="1"/>
          </p:cNvSpPr>
          <p:nvPr>
            <p:ph idx="1"/>
            <p:custDataLst>
              <p:tags r:id="rId2"/>
            </p:custDataLst>
          </p:nvPr>
        </p:nvSpPr>
        <p:spPr>
          <a:xfrm>
            <a:off x="838200" y="1396417"/>
            <a:ext cx="10515600" cy="4351338"/>
          </a:xfrm>
        </p:spPr>
        <p:txBody>
          <a:bodyPr/>
          <a:lstStyle/>
          <a:p>
            <a:pPr marL="457200" indent="-457200" algn="just">
              <a:lnSpc>
                <a:spcPct val="150000"/>
              </a:lnSpc>
              <a:buFont typeface="+mj-lt"/>
              <a:buAutoNum type="arabicPeriod" startAt="5"/>
            </a:pPr>
            <a:r>
              <a:rPr lang="en-GB" dirty="0"/>
              <a:t>A new window to perform the cycle count will appear. </a:t>
            </a:r>
            <a:r>
              <a:rPr lang="en-US" dirty="0"/>
              <a:t>At this point, the steps are similar to the system-directed cycle count explained previously</a:t>
            </a:r>
            <a:r>
              <a:rPr lang="fr-CA" dirty="0"/>
              <a:t>. </a:t>
            </a:r>
            <a:r>
              <a:rPr lang="en-US" dirty="0"/>
              <a:t>Refer to the steps of the System-Directed Cycle Count section for the rest of this procedure. </a:t>
            </a:r>
          </a:p>
          <a:p>
            <a:pPr marL="457200" indent="-457200" algn="just">
              <a:lnSpc>
                <a:spcPct val="150000"/>
              </a:lnSpc>
              <a:buFont typeface="+mj-lt"/>
              <a:buAutoNum type="arabicPeriod" startAt="5"/>
            </a:pPr>
            <a:r>
              <a:rPr lang="en-US" dirty="0"/>
              <a:t>Once the planned cycle count has been completed, the system will display a confirmation message</a:t>
            </a:r>
            <a:r>
              <a:rPr lang="fr-CA" dirty="0"/>
              <a:t>:</a:t>
            </a:r>
            <a:endParaRPr lang="fr-FR" dirty="0"/>
          </a:p>
          <a:p>
            <a:endParaRPr lang="en-CA" dirty="0"/>
          </a:p>
          <a:p>
            <a:endParaRPr lang="en-CA" dirty="0"/>
          </a:p>
        </p:txBody>
      </p:sp>
      <p:pic>
        <p:nvPicPr>
          <p:cNvPr id="5" name="Picture 4">
            <a:extLst>
              <a:ext uri="{FF2B5EF4-FFF2-40B4-BE49-F238E27FC236}">
                <a16:creationId xmlns:a16="http://schemas.microsoft.com/office/drawing/2014/main" xmlns="" id="{7088D506-0359-40DB-BEB9-357E55F4013A}"/>
              </a:ext>
            </a:extLst>
          </p:cNvPr>
          <p:cNvPicPr>
            <a:picLocks noChangeAspect="1"/>
          </p:cNvPicPr>
          <p:nvPr>
            <p:custDataLst>
              <p:tags r:id="rId3"/>
            </p:custDataLst>
          </p:nvPr>
        </p:nvPicPr>
        <p:blipFill>
          <a:blip r:embed="rId6"/>
          <a:stretch>
            <a:fillRect/>
          </a:stretch>
        </p:blipFill>
        <p:spPr>
          <a:xfrm>
            <a:off x="1161048" y="4554479"/>
            <a:ext cx="7430515" cy="285789"/>
          </a:xfrm>
          <a:prstGeom prst="rect">
            <a:avLst/>
          </a:prstGeom>
        </p:spPr>
      </p:pic>
    </p:spTree>
    <p:extLst>
      <p:ext uri="{BB962C8B-B14F-4D97-AF65-F5344CB8AC3E}">
        <p14:creationId xmlns:p14="http://schemas.microsoft.com/office/powerpoint/2010/main" val="13366756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a:t>Cycle Count with a Mobile Device</a:t>
            </a:r>
            <a:br>
              <a:rPr lang="en-CA" sz="4400" b="1"/>
            </a:br>
            <a:r>
              <a:rPr lang="en-CA" sz="4000" b="1"/>
              <a:t>Demand Cycle Count</a:t>
            </a:r>
            <a:endParaRPr lang="en-CA" sz="4400" b="1"/>
          </a:p>
        </p:txBody>
      </p:sp>
    </p:spTree>
    <p:extLst>
      <p:ext uri="{BB962C8B-B14F-4D97-AF65-F5344CB8AC3E}">
        <p14:creationId xmlns:p14="http://schemas.microsoft.com/office/powerpoint/2010/main" val="1765761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355530A-BE1E-4150-9837-89D64A249CEB}"/>
              </a:ext>
            </a:extLst>
          </p:cNvPr>
          <p:cNvSpPr>
            <a:spLocks noGrp="1"/>
          </p:cNvSpPr>
          <p:nvPr>
            <p:ph type="title"/>
            <p:custDataLst>
              <p:tags r:id="rId1"/>
            </p:custDataLst>
          </p:nvPr>
        </p:nvSpPr>
        <p:spPr/>
        <p:txBody>
          <a:bodyPr/>
          <a:lstStyle/>
          <a:p>
            <a:r>
              <a:rPr lang="fr-CA" err="1"/>
              <a:t>Demand</a:t>
            </a:r>
            <a:r>
              <a:rPr lang="fr-CA"/>
              <a:t> Cycle Count</a:t>
            </a:r>
            <a:endParaRPr lang="en-CA"/>
          </a:p>
        </p:txBody>
      </p:sp>
      <p:pic>
        <p:nvPicPr>
          <p:cNvPr id="5" name="Picture 4">
            <a:extLst>
              <a:ext uri="{FF2B5EF4-FFF2-40B4-BE49-F238E27FC236}">
                <a16:creationId xmlns:a16="http://schemas.microsoft.com/office/drawing/2014/main" xmlns="" id="{6FB4CB7E-ACE9-4DA0-911F-5DC49099843D}"/>
              </a:ext>
            </a:extLst>
          </p:cNvPr>
          <p:cNvPicPr>
            <a:picLocks noChangeAspect="1"/>
          </p:cNvPicPr>
          <p:nvPr>
            <p:custDataLst>
              <p:tags r:id="rId2"/>
            </p:custDataLst>
          </p:nvPr>
        </p:nvPicPr>
        <p:blipFill>
          <a:blip r:embed="rId6"/>
          <a:stretch>
            <a:fillRect/>
          </a:stretch>
        </p:blipFill>
        <p:spPr>
          <a:xfrm>
            <a:off x="7983209" y="827623"/>
            <a:ext cx="2906300" cy="5202753"/>
          </a:xfrm>
          <a:prstGeom prst="rect">
            <a:avLst/>
          </a:prstGeom>
        </p:spPr>
      </p:pic>
      <p:sp>
        <p:nvSpPr>
          <p:cNvPr id="6" name="Content Placeholder 2">
            <a:extLst>
              <a:ext uri="{FF2B5EF4-FFF2-40B4-BE49-F238E27FC236}">
                <a16:creationId xmlns:a16="http://schemas.microsoft.com/office/drawing/2014/main" xmlns="" id="{65048D7C-D12F-4121-A3AA-FFE82FDB490E}"/>
              </a:ext>
            </a:extLst>
          </p:cNvPr>
          <p:cNvSpPr>
            <a:spLocks noGrp="1"/>
          </p:cNvSpPr>
          <p:nvPr>
            <p:ph idx="1"/>
            <p:custDataLst>
              <p:tags r:id="rId3"/>
            </p:custDataLst>
          </p:nvPr>
        </p:nvSpPr>
        <p:spPr>
          <a:xfrm>
            <a:off x="838200" y="1231641"/>
            <a:ext cx="7130143" cy="4945322"/>
          </a:xfrm>
        </p:spPr>
        <p:txBody>
          <a:bodyPr/>
          <a:lstStyle/>
          <a:p>
            <a:pPr marL="0" indent="0" algn="just">
              <a:lnSpc>
                <a:spcPct val="150000"/>
              </a:lnSpc>
              <a:buNone/>
            </a:pPr>
            <a:r>
              <a:rPr lang="en-US" dirty="0"/>
              <a:t>A user may demand a cycle count for some locations. The Demand Cycle Count resource allows a user to count a location on demand (i.e., without a planned or system-directed cycle count command). </a:t>
            </a:r>
            <a:r>
              <a:rPr lang="en-CA" dirty="0"/>
              <a:t>To do this: </a:t>
            </a:r>
          </a:p>
          <a:p>
            <a:pPr marL="457200" indent="-457200" algn="just">
              <a:lnSpc>
                <a:spcPct val="150000"/>
              </a:lnSpc>
              <a:buFont typeface="+mj-lt"/>
              <a:buAutoNum type="arabicPeriod"/>
            </a:pPr>
            <a:r>
              <a:rPr lang="en-US" dirty="0"/>
              <a:t>With a </a:t>
            </a:r>
            <a:r>
              <a:rPr lang="en-US" u="sng" dirty="0"/>
              <a:t>mobile device</a:t>
            </a:r>
            <a:r>
              <a:rPr lang="en-US" dirty="0"/>
              <a:t>, select the </a:t>
            </a:r>
            <a:r>
              <a:rPr lang="en-US" b="1" dirty="0"/>
              <a:t>Cycle Count </a:t>
            </a:r>
            <a:r>
              <a:rPr lang="en-US" dirty="0"/>
              <a:t>resource</a:t>
            </a:r>
            <a:r>
              <a:rPr lang="en-US" b="1" dirty="0"/>
              <a:t>. </a:t>
            </a:r>
          </a:p>
          <a:p>
            <a:pPr marL="457200" indent="-457200" algn="just">
              <a:lnSpc>
                <a:spcPct val="150000"/>
              </a:lnSpc>
              <a:buFont typeface="+mj-lt"/>
              <a:buAutoNum type="arabicPeriod"/>
            </a:pPr>
            <a:r>
              <a:rPr lang="en-US" dirty="0"/>
              <a:t>Under Cycle Count, click on </a:t>
            </a:r>
            <a:r>
              <a:rPr lang="en-US" b="1" dirty="0"/>
              <a:t>Demand</a:t>
            </a:r>
            <a:r>
              <a:rPr lang="en-US" dirty="0"/>
              <a:t> </a:t>
            </a:r>
            <a:r>
              <a:rPr lang="en-US" b="1" dirty="0"/>
              <a:t>Cycle Count</a:t>
            </a:r>
          </a:p>
          <a:p>
            <a:pPr marL="457200" indent="-457200" algn="just">
              <a:lnSpc>
                <a:spcPct val="150000"/>
              </a:lnSpc>
              <a:buFont typeface="+mj-lt"/>
              <a:buAutoNum type="arabicPeriod"/>
            </a:pPr>
            <a:endParaRPr lang="en-CA" dirty="0"/>
          </a:p>
          <a:p>
            <a:endParaRPr lang="en-CA" dirty="0"/>
          </a:p>
        </p:txBody>
      </p:sp>
    </p:spTree>
    <p:extLst>
      <p:ext uri="{BB962C8B-B14F-4D97-AF65-F5344CB8AC3E}">
        <p14:creationId xmlns:p14="http://schemas.microsoft.com/office/powerpoint/2010/main" val="14894220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9392A3-EEBC-48BA-864A-F5A0B324026A}"/>
              </a:ext>
            </a:extLst>
          </p:cNvPr>
          <p:cNvSpPr>
            <a:spLocks noGrp="1"/>
          </p:cNvSpPr>
          <p:nvPr>
            <p:ph type="title"/>
            <p:custDataLst>
              <p:tags r:id="rId1"/>
            </p:custDataLst>
          </p:nvPr>
        </p:nvSpPr>
        <p:spPr/>
        <p:txBody>
          <a:bodyPr/>
          <a:lstStyle/>
          <a:p>
            <a:r>
              <a:rPr lang="fr-CA" err="1"/>
              <a:t>Demand</a:t>
            </a:r>
            <a:r>
              <a:rPr lang="fr-CA"/>
              <a:t> Cycle Count </a:t>
            </a:r>
            <a:endParaRPr lang="en-CA"/>
          </a:p>
        </p:txBody>
      </p:sp>
      <p:sp>
        <p:nvSpPr>
          <p:cNvPr id="3" name="Content Placeholder 2">
            <a:extLst>
              <a:ext uri="{FF2B5EF4-FFF2-40B4-BE49-F238E27FC236}">
                <a16:creationId xmlns:a16="http://schemas.microsoft.com/office/drawing/2014/main" xmlns="" id="{899E1F1C-DA87-4650-9F7B-4179E9F17557}"/>
              </a:ext>
            </a:extLst>
          </p:cNvPr>
          <p:cNvSpPr>
            <a:spLocks noGrp="1"/>
          </p:cNvSpPr>
          <p:nvPr>
            <p:ph idx="1"/>
            <p:custDataLst>
              <p:tags r:id="rId2"/>
            </p:custDataLst>
          </p:nvPr>
        </p:nvSpPr>
        <p:spPr>
          <a:xfrm>
            <a:off x="838200" y="1253331"/>
            <a:ext cx="5530096" cy="4351338"/>
          </a:xfrm>
        </p:spPr>
        <p:txBody>
          <a:bodyPr/>
          <a:lstStyle/>
          <a:p>
            <a:pPr marL="457200" indent="-457200" algn="just">
              <a:lnSpc>
                <a:spcPct val="200000"/>
              </a:lnSpc>
              <a:buFont typeface="+mj-lt"/>
              <a:buAutoNum type="arabicPeriod" startAt="3"/>
            </a:pPr>
            <a:r>
              <a:rPr lang="en-US" dirty="0"/>
              <a:t>From the new window, enter the desired Location for which you wish to count. </a:t>
            </a:r>
          </a:p>
          <a:p>
            <a:pPr marL="457200" indent="-457200">
              <a:lnSpc>
                <a:spcPct val="200000"/>
              </a:lnSpc>
              <a:buFont typeface="+mj-lt"/>
              <a:buAutoNum type="arabicPeriod" startAt="3"/>
            </a:pPr>
            <a:r>
              <a:rPr lang="en-GB" dirty="0"/>
              <a:t>Click Continue.</a:t>
            </a:r>
            <a:endParaRPr lang="en-US" dirty="0"/>
          </a:p>
          <a:p>
            <a:endParaRPr lang="en-CA" dirty="0"/>
          </a:p>
        </p:txBody>
      </p:sp>
      <p:pic>
        <p:nvPicPr>
          <p:cNvPr id="6" name="Picture 5">
            <a:extLst>
              <a:ext uri="{FF2B5EF4-FFF2-40B4-BE49-F238E27FC236}">
                <a16:creationId xmlns:a16="http://schemas.microsoft.com/office/drawing/2014/main" xmlns="" id="{F1E2B79A-CD22-493D-BBFD-252A98DEB855}"/>
              </a:ext>
            </a:extLst>
          </p:cNvPr>
          <p:cNvPicPr>
            <a:picLocks noChangeAspect="1"/>
          </p:cNvPicPr>
          <p:nvPr>
            <p:custDataLst>
              <p:tags r:id="rId3"/>
            </p:custDataLst>
          </p:nvPr>
        </p:nvPicPr>
        <p:blipFill>
          <a:blip r:embed="rId5"/>
          <a:stretch>
            <a:fillRect/>
          </a:stretch>
        </p:blipFill>
        <p:spPr>
          <a:xfrm>
            <a:off x="7106561" y="1059407"/>
            <a:ext cx="4030704" cy="4545262"/>
          </a:xfrm>
          <a:prstGeom prst="rect">
            <a:avLst/>
          </a:prstGeom>
        </p:spPr>
      </p:pic>
    </p:spTree>
    <p:extLst>
      <p:ext uri="{BB962C8B-B14F-4D97-AF65-F5344CB8AC3E}">
        <p14:creationId xmlns:p14="http://schemas.microsoft.com/office/powerpoint/2010/main" val="6131185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9392A3-EEBC-48BA-864A-F5A0B324026A}"/>
              </a:ext>
            </a:extLst>
          </p:cNvPr>
          <p:cNvSpPr>
            <a:spLocks noGrp="1"/>
          </p:cNvSpPr>
          <p:nvPr>
            <p:ph type="title"/>
            <p:custDataLst>
              <p:tags r:id="rId1"/>
            </p:custDataLst>
          </p:nvPr>
        </p:nvSpPr>
        <p:spPr/>
        <p:txBody>
          <a:bodyPr/>
          <a:lstStyle/>
          <a:p>
            <a:r>
              <a:rPr lang="fr-CA" err="1"/>
              <a:t>Demand</a:t>
            </a:r>
            <a:r>
              <a:rPr lang="fr-CA"/>
              <a:t> Cycle Count </a:t>
            </a:r>
            <a:endParaRPr lang="en-CA"/>
          </a:p>
        </p:txBody>
      </p:sp>
      <p:sp>
        <p:nvSpPr>
          <p:cNvPr id="3" name="Content Placeholder 2">
            <a:extLst>
              <a:ext uri="{FF2B5EF4-FFF2-40B4-BE49-F238E27FC236}">
                <a16:creationId xmlns:a16="http://schemas.microsoft.com/office/drawing/2014/main" xmlns="" id="{899E1F1C-DA87-4650-9F7B-4179E9F17557}"/>
              </a:ext>
            </a:extLst>
          </p:cNvPr>
          <p:cNvSpPr>
            <a:spLocks noGrp="1"/>
          </p:cNvSpPr>
          <p:nvPr>
            <p:ph idx="1"/>
            <p:custDataLst>
              <p:tags r:id="rId2"/>
            </p:custDataLst>
          </p:nvPr>
        </p:nvSpPr>
        <p:spPr>
          <a:xfrm>
            <a:off x="838200" y="1462088"/>
            <a:ext cx="4991100" cy="4351338"/>
          </a:xfrm>
        </p:spPr>
        <p:txBody>
          <a:bodyPr/>
          <a:lstStyle/>
          <a:p>
            <a:pPr marL="457200" indent="-457200" algn="just">
              <a:lnSpc>
                <a:spcPct val="150000"/>
              </a:lnSpc>
              <a:buFont typeface="+mj-lt"/>
              <a:buAutoNum type="arabicPeriod" startAt="5"/>
            </a:pPr>
            <a:r>
              <a:rPr lang="en-GB" dirty="0"/>
              <a:t>A new window to perform the cycle count will appear. </a:t>
            </a:r>
          </a:p>
          <a:p>
            <a:pPr marL="0" indent="0" algn="just">
              <a:lnSpc>
                <a:spcPct val="150000"/>
              </a:lnSpc>
              <a:buNone/>
            </a:pPr>
            <a:r>
              <a:rPr lang="en-US" dirty="0"/>
              <a:t>At this point, the steps are similar to the system-directed cycle count explained previously</a:t>
            </a:r>
            <a:r>
              <a:rPr lang="fr-CA" dirty="0"/>
              <a:t>. </a:t>
            </a:r>
            <a:r>
              <a:rPr lang="en-US" dirty="0"/>
              <a:t>Refer to the steps of the System-Directed Cycle Count section for the rest of this procedure. </a:t>
            </a:r>
          </a:p>
        </p:txBody>
      </p:sp>
      <p:pic>
        <p:nvPicPr>
          <p:cNvPr id="6" name="Picture 5">
            <a:extLst>
              <a:ext uri="{FF2B5EF4-FFF2-40B4-BE49-F238E27FC236}">
                <a16:creationId xmlns:a16="http://schemas.microsoft.com/office/drawing/2014/main" xmlns="" id="{4C3D862E-9B3E-4324-9BD5-73C9B313B65A}"/>
              </a:ext>
            </a:extLst>
          </p:cNvPr>
          <p:cNvPicPr>
            <a:picLocks noChangeAspect="1"/>
          </p:cNvPicPr>
          <p:nvPr>
            <p:custDataLst>
              <p:tags r:id="rId3"/>
            </p:custDataLst>
          </p:nvPr>
        </p:nvPicPr>
        <p:blipFill>
          <a:blip r:embed="rId6"/>
          <a:stretch>
            <a:fillRect/>
          </a:stretch>
        </p:blipFill>
        <p:spPr>
          <a:xfrm>
            <a:off x="6142635" y="1704278"/>
            <a:ext cx="4897830" cy="3449444"/>
          </a:xfrm>
          <a:prstGeom prst="rect">
            <a:avLst/>
          </a:prstGeom>
        </p:spPr>
      </p:pic>
    </p:spTree>
    <p:extLst>
      <p:ext uri="{BB962C8B-B14F-4D97-AF65-F5344CB8AC3E}">
        <p14:creationId xmlns:p14="http://schemas.microsoft.com/office/powerpoint/2010/main" val="41224505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933B4E-46FB-46FD-BE15-049B47D00062}"/>
              </a:ext>
            </a:extLst>
          </p:cNvPr>
          <p:cNvSpPr>
            <a:spLocks noGrp="1"/>
          </p:cNvSpPr>
          <p:nvPr>
            <p:ph type="title"/>
            <p:custDataLst>
              <p:tags r:id="rId1"/>
            </p:custDataLst>
          </p:nvPr>
        </p:nvSpPr>
        <p:spPr/>
        <p:txBody>
          <a:bodyPr/>
          <a:lstStyle/>
          <a:p>
            <a:r>
              <a:rPr lang="fr-CA" err="1"/>
              <a:t>Demand</a:t>
            </a:r>
            <a:r>
              <a:rPr lang="fr-CA"/>
              <a:t> Cycle Count</a:t>
            </a:r>
            <a:endParaRPr lang="en-CA"/>
          </a:p>
        </p:txBody>
      </p:sp>
      <p:sp>
        <p:nvSpPr>
          <p:cNvPr id="3" name="Content Placeholder 2">
            <a:extLst>
              <a:ext uri="{FF2B5EF4-FFF2-40B4-BE49-F238E27FC236}">
                <a16:creationId xmlns:a16="http://schemas.microsoft.com/office/drawing/2014/main" xmlns="" id="{D48A71B9-64B2-4201-9733-F9EDE2E5C656}"/>
              </a:ext>
            </a:extLst>
          </p:cNvPr>
          <p:cNvSpPr>
            <a:spLocks noGrp="1"/>
          </p:cNvSpPr>
          <p:nvPr>
            <p:ph idx="1"/>
            <p:custDataLst>
              <p:tags r:id="rId2"/>
            </p:custDataLst>
          </p:nvPr>
        </p:nvSpPr>
        <p:spPr>
          <a:xfrm>
            <a:off x="838200" y="1173191"/>
            <a:ext cx="10515600" cy="4831242"/>
          </a:xfrm>
        </p:spPr>
        <p:txBody>
          <a:bodyPr/>
          <a:lstStyle/>
          <a:p>
            <a:pPr marL="0" indent="0" algn="just">
              <a:lnSpc>
                <a:spcPct val="150000"/>
              </a:lnSpc>
              <a:buNone/>
            </a:pPr>
            <a:r>
              <a:rPr lang="fr-CA" dirty="0" err="1"/>
              <a:t>Additional</a:t>
            </a:r>
            <a:r>
              <a:rPr lang="fr-CA" dirty="0"/>
              <a:t> Note –  </a:t>
            </a:r>
            <a:r>
              <a:rPr lang="en-US" b="1" dirty="0"/>
              <a:t>Inventory for a product may be created through a cycle count</a:t>
            </a:r>
            <a:r>
              <a:rPr lang="en-US" dirty="0"/>
              <a:t>. If a product, for which no inventory record exists in the system, is found during a cycle count, the system will ask you to have the inventory created. </a:t>
            </a:r>
          </a:p>
          <a:p>
            <a:pPr marL="0" indent="0">
              <a:buNone/>
            </a:pPr>
            <a:endParaRPr lang="en-US" dirty="0"/>
          </a:p>
          <a:p>
            <a:pPr marL="0" indent="0">
              <a:buNone/>
            </a:pPr>
            <a:endParaRPr lang="en-CA" dirty="0"/>
          </a:p>
        </p:txBody>
      </p:sp>
      <p:pic>
        <p:nvPicPr>
          <p:cNvPr id="5" name="Picture 4">
            <a:extLst>
              <a:ext uri="{FF2B5EF4-FFF2-40B4-BE49-F238E27FC236}">
                <a16:creationId xmlns:a16="http://schemas.microsoft.com/office/drawing/2014/main" xmlns="" id="{D920816E-5B23-4056-B1AA-D47F92674D1D}"/>
              </a:ext>
            </a:extLst>
          </p:cNvPr>
          <p:cNvPicPr>
            <a:picLocks noChangeAspect="1"/>
          </p:cNvPicPr>
          <p:nvPr>
            <p:custDataLst>
              <p:tags r:id="rId3"/>
            </p:custDataLst>
          </p:nvPr>
        </p:nvPicPr>
        <p:blipFill>
          <a:blip r:embed="rId6"/>
          <a:stretch>
            <a:fillRect/>
          </a:stretch>
        </p:blipFill>
        <p:spPr>
          <a:xfrm>
            <a:off x="1035169" y="3101456"/>
            <a:ext cx="6592019" cy="3204454"/>
          </a:xfrm>
          <a:prstGeom prst="rect">
            <a:avLst/>
          </a:prstGeom>
        </p:spPr>
      </p:pic>
    </p:spTree>
    <p:extLst>
      <p:ext uri="{BB962C8B-B14F-4D97-AF65-F5344CB8AC3E}">
        <p14:creationId xmlns:p14="http://schemas.microsoft.com/office/powerpoint/2010/main" val="2640390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933B4E-46FB-46FD-BE15-049B47D00062}"/>
              </a:ext>
            </a:extLst>
          </p:cNvPr>
          <p:cNvSpPr>
            <a:spLocks noGrp="1"/>
          </p:cNvSpPr>
          <p:nvPr>
            <p:ph type="title"/>
            <p:custDataLst>
              <p:tags r:id="rId1"/>
            </p:custDataLst>
          </p:nvPr>
        </p:nvSpPr>
        <p:spPr/>
        <p:txBody>
          <a:bodyPr/>
          <a:lstStyle/>
          <a:p>
            <a:r>
              <a:rPr lang="fr-CA" err="1"/>
              <a:t>Demand</a:t>
            </a:r>
            <a:r>
              <a:rPr lang="fr-CA"/>
              <a:t> Cycle Count</a:t>
            </a:r>
            <a:endParaRPr lang="en-CA"/>
          </a:p>
        </p:txBody>
      </p:sp>
      <p:sp>
        <p:nvSpPr>
          <p:cNvPr id="3" name="Content Placeholder 2">
            <a:extLst>
              <a:ext uri="{FF2B5EF4-FFF2-40B4-BE49-F238E27FC236}">
                <a16:creationId xmlns:a16="http://schemas.microsoft.com/office/drawing/2014/main" xmlns="" id="{D48A71B9-64B2-4201-9733-F9EDE2E5C656}"/>
              </a:ext>
            </a:extLst>
          </p:cNvPr>
          <p:cNvSpPr>
            <a:spLocks noGrp="1"/>
          </p:cNvSpPr>
          <p:nvPr>
            <p:ph idx="1"/>
            <p:custDataLst>
              <p:tags r:id="rId2"/>
            </p:custDataLst>
          </p:nvPr>
        </p:nvSpPr>
        <p:spPr>
          <a:xfrm>
            <a:off x="838200" y="995822"/>
            <a:ext cx="10515600" cy="4831242"/>
          </a:xfrm>
        </p:spPr>
        <p:txBody>
          <a:bodyPr/>
          <a:lstStyle/>
          <a:p>
            <a:pPr marL="0" indent="0" algn="just">
              <a:lnSpc>
                <a:spcPct val="150000"/>
              </a:lnSpc>
              <a:buNone/>
            </a:pPr>
            <a:r>
              <a:rPr lang="fr-CA" dirty="0" err="1"/>
              <a:t>Additional</a:t>
            </a:r>
            <a:r>
              <a:rPr lang="fr-CA" dirty="0"/>
              <a:t> Note (</a:t>
            </a:r>
            <a:r>
              <a:rPr lang="fr-CA" dirty="0" err="1"/>
              <a:t>continued</a:t>
            </a:r>
            <a:r>
              <a:rPr lang="fr-CA" dirty="0"/>
              <a:t>) – To </a:t>
            </a:r>
            <a:r>
              <a:rPr lang="fr-CA" dirty="0" err="1"/>
              <a:t>create</a:t>
            </a:r>
            <a:r>
              <a:rPr lang="fr-CA" dirty="0"/>
              <a:t> </a:t>
            </a:r>
            <a:r>
              <a:rPr lang="fr-CA" dirty="0" err="1"/>
              <a:t>inventory</a:t>
            </a:r>
            <a:r>
              <a:rPr lang="fr-CA" dirty="0"/>
              <a:t> for a </a:t>
            </a:r>
            <a:r>
              <a:rPr lang="fr-CA" dirty="0" err="1"/>
              <a:t>product</a:t>
            </a:r>
            <a:r>
              <a:rPr lang="fr-CA" dirty="0"/>
              <a:t>: </a:t>
            </a:r>
            <a:endParaRPr lang="en-US" dirty="0"/>
          </a:p>
          <a:p>
            <a:pPr marL="457200" indent="-457200">
              <a:buFont typeface="+mj-lt"/>
              <a:buAutoNum type="arabicPeriod"/>
            </a:pPr>
            <a:r>
              <a:rPr lang="fr-CA" dirty="0"/>
              <a:t>Click on More Actions in the </a:t>
            </a:r>
            <a:r>
              <a:rPr lang="fr-CA" dirty="0" err="1"/>
              <a:t>lower</a:t>
            </a:r>
            <a:r>
              <a:rPr lang="fr-CA" dirty="0"/>
              <a:t> right corner of the screen.</a:t>
            </a:r>
          </a:p>
          <a:p>
            <a:pPr marL="457200" indent="-457200">
              <a:buFont typeface="+mj-lt"/>
              <a:buAutoNum type="arabicPeriod"/>
            </a:pPr>
            <a:r>
              <a:rPr lang="en-CA" dirty="0"/>
              <a:t>Then select the Create Inventory action.</a:t>
            </a:r>
          </a:p>
          <a:p>
            <a:pPr marL="457200" indent="-457200">
              <a:buFont typeface="+mj-lt"/>
              <a:buAutoNum type="arabicPeriod"/>
            </a:pPr>
            <a:endParaRPr lang="fr-CA" b="0" dirty="0">
              <a:solidFill>
                <a:schemeClr val="tx2"/>
              </a:solidFill>
              <a:latin typeface="Abadi" panose="020B0604020104020204" pitchFamily="34" charset="0"/>
            </a:endParaRPr>
          </a:p>
          <a:p>
            <a:pPr marL="457200" indent="-457200">
              <a:buFont typeface="+mj-lt"/>
              <a:buAutoNum type="arabicPeriod"/>
            </a:pPr>
            <a:endParaRPr lang="en-CA" dirty="0"/>
          </a:p>
        </p:txBody>
      </p:sp>
      <p:grpSp>
        <p:nvGrpSpPr>
          <p:cNvPr id="14" name="Group 13">
            <a:extLst>
              <a:ext uri="{FF2B5EF4-FFF2-40B4-BE49-F238E27FC236}">
                <a16:creationId xmlns:a16="http://schemas.microsoft.com/office/drawing/2014/main" xmlns="" id="{FC51EDB2-3DA2-47E6-9067-B800C2543069}"/>
              </a:ext>
            </a:extLst>
          </p:cNvPr>
          <p:cNvGrpSpPr/>
          <p:nvPr>
            <p:custDataLst>
              <p:tags r:id="rId3"/>
            </p:custDataLst>
          </p:nvPr>
        </p:nvGrpSpPr>
        <p:grpSpPr>
          <a:xfrm>
            <a:off x="1479884" y="2672589"/>
            <a:ext cx="6727370" cy="3662463"/>
            <a:chOff x="2732314" y="1132547"/>
            <a:chExt cx="6727370" cy="3662463"/>
          </a:xfrm>
        </p:grpSpPr>
        <p:pic>
          <p:nvPicPr>
            <p:cNvPr id="11" name="Picture 10">
              <a:extLst>
                <a:ext uri="{FF2B5EF4-FFF2-40B4-BE49-F238E27FC236}">
                  <a16:creationId xmlns:a16="http://schemas.microsoft.com/office/drawing/2014/main" xmlns="" id="{8AB01F32-D4A5-4F80-A764-23C9069D7099}"/>
                </a:ext>
              </a:extLst>
            </p:cNvPr>
            <p:cNvPicPr>
              <a:picLocks noChangeAspect="1"/>
            </p:cNvPicPr>
            <p:nvPr/>
          </p:nvPicPr>
          <p:blipFill rotWithShape="1">
            <a:blip r:embed="rId6"/>
            <a:srcRect b="40482"/>
            <a:stretch/>
          </p:blipFill>
          <p:spPr>
            <a:xfrm>
              <a:off x="2732315" y="1132547"/>
              <a:ext cx="6727369" cy="2733600"/>
            </a:xfrm>
            <a:prstGeom prst="rect">
              <a:avLst/>
            </a:prstGeom>
          </p:spPr>
        </p:pic>
        <p:pic>
          <p:nvPicPr>
            <p:cNvPr id="13" name="Picture 12">
              <a:extLst>
                <a:ext uri="{FF2B5EF4-FFF2-40B4-BE49-F238E27FC236}">
                  <a16:creationId xmlns:a16="http://schemas.microsoft.com/office/drawing/2014/main" xmlns="" id="{9F2F8214-13E9-4101-A0CC-63D88F43D4BC}"/>
                </a:ext>
              </a:extLst>
            </p:cNvPr>
            <p:cNvPicPr>
              <a:picLocks noChangeAspect="1"/>
            </p:cNvPicPr>
            <p:nvPr/>
          </p:nvPicPr>
          <p:blipFill rotWithShape="1">
            <a:blip r:embed="rId6"/>
            <a:srcRect t="79776"/>
            <a:stretch/>
          </p:blipFill>
          <p:spPr>
            <a:xfrm>
              <a:off x="2732314" y="3866147"/>
              <a:ext cx="6727369" cy="928863"/>
            </a:xfrm>
            <a:prstGeom prst="rect">
              <a:avLst/>
            </a:prstGeom>
          </p:spPr>
        </p:pic>
      </p:grpSp>
    </p:spTree>
    <p:extLst>
      <p:ext uri="{BB962C8B-B14F-4D97-AF65-F5344CB8AC3E}">
        <p14:creationId xmlns:p14="http://schemas.microsoft.com/office/powerpoint/2010/main" val="9527232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57FCDE-6744-43DF-9E0C-9414418FF622}"/>
              </a:ext>
            </a:extLst>
          </p:cNvPr>
          <p:cNvSpPr>
            <a:spLocks noGrp="1"/>
          </p:cNvSpPr>
          <p:nvPr>
            <p:ph type="title"/>
            <p:custDataLst>
              <p:tags r:id="rId1"/>
            </p:custDataLst>
          </p:nvPr>
        </p:nvSpPr>
        <p:spPr/>
        <p:txBody>
          <a:bodyPr/>
          <a:lstStyle/>
          <a:p>
            <a:r>
              <a:rPr lang="fr-CA" err="1"/>
              <a:t>Demand</a:t>
            </a:r>
            <a:r>
              <a:rPr lang="fr-CA"/>
              <a:t> Cycle Count</a:t>
            </a:r>
            <a:endParaRPr lang="en-CA"/>
          </a:p>
        </p:txBody>
      </p:sp>
      <p:sp>
        <p:nvSpPr>
          <p:cNvPr id="3" name="Content Placeholder 2">
            <a:extLst>
              <a:ext uri="{FF2B5EF4-FFF2-40B4-BE49-F238E27FC236}">
                <a16:creationId xmlns:a16="http://schemas.microsoft.com/office/drawing/2014/main" xmlns="" id="{367492CF-10E5-47CA-9631-B808366C403E}"/>
              </a:ext>
            </a:extLst>
          </p:cNvPr>
          <p:cNvSpPr>
            <a:spLocks noGrp="1"/>
          </p:cNvSpPr>
          <p:nvPr>
            <p:ph idx="1"/>
            <p:custDataLst>
              <p:tags r:id="rId2"/>
            </p:custDataLst>
          </p:nvPr>
        </p:nvSpPr>
        <p:spPr>
          <a:xfrm>
            <a:off x="838200" y="1252495"/>
            <a:ext cx="5370095" cy="4925679"/>
          </a:xfrm>
        </p:spPr>
        <p:txBody>
          <a:bodyPr/>
          <a:lstStyle/>
          <a:p>
            <a:pPr marL="0" indent="0" algn="just">
              <a:lnSpc>
                <a:spcPct val="150000"/>
              </a:lnSpc>
              <a:buNone/>
            </a:pPr>
            <a:r>
              <a:rPr lang="fr-CA" dirty="0" err="1"/>
              <a:t>Additional</a:t>
            </a:r>
            <a:r>
              <a:rPr lang="fr-CA" dirty="0"/>
              <a:t> Note (</a:t>
            </a:r>
            <a:r>
              <a:rPr lang="fr-CA" dirty="0" err="1"/>
              <a:t>continued</a:t>
            </a:r>
            <a:r>
              <a:rPr lang="fr-CA" dirty="0"/>
              <a:t>) </a:t>
            </a:r>
          </a:p>
          <a:p>
            <a:pPr marL="457200" indent="-457200" algn="just">
              <a:lnSpc>
                <a:spcPct val="150000"/>
              </a:lnSpc>
              <a:buFont typeface="+mj-lt"/>
              <a:buAutoNum type="arabicPeriod" startAt="3"/>
            </a:pPr>
            <a:r>
              <a:rPr lang="en-US" dirty="0"/>
              <a:t>From the new Basic Receiving by Item window, enter the quantity of the product and the unit of measure.</a:t>
            </a:r>
          </a:p>
          <a:p>
            <a:pPr marL="457200" indent="-457200" algn="just">
              <a:lnSpc>
                <a:spcPct val="150000"/>
              </a:lnSpc>
              <a:buFont typeface="+mj-lt"/>
              <a:buAutoNum type="arabicPeriod" startAt="3"/>
            </a:pPr>
            <a:r>
              <a:rPr lang="en-US" dirty="0"/>
              <a:t>Click Continue. </a:t>
            </a:r>
          </a:p>
          <a:p>
            <a:pPr marL="457200" indent="-457200" algn="just">
              <a:lnSpc>
                <a:spcPct val="150000"/>
              </a:lnSpc>
              <a:buFont typeface="+mj-lt"/>
              <a:buAutoNum type="arabicPeriod" startAt="3"/>
            </a:pPr>
            <a:r>
              <a:rPr lang="en-US" dirty="0"/>
              <a:t>You will be redirected to the Cycle Count resource, click Finish. </a:t>
            </a:r>
          </a:p>
          <a:p>
            <a:endParaRPr lang="en-CA" dirty="0"/>
          </a:p>
        </p:txBody>
      </p:sp>
      <p:pic>
        <p:nvPicPr>
          <p:cNvPr id="6" name="Picture 5">
            <a:extLst>
              <a:ext uri="{FF2B5EF4-FFF2-40B4-BE49-F238E27FC236}">
                <a16:creationId xmlns:a16="http://schemas.microsoft.com/office/drawing/2014/main" xmlns="" id="{DA68D509-1731-4044-89E7-421EB26A0F21}"/>
              </a:ext>
            </a:extLst>
          </p:cNvPr>
          <p:cNvPicPr>
            <a:picLocks noChangeAspect="1"/>
          </p:cNvPicPr>
          <p:nvPr>
            <p:custDataLst>
              <p:tags r:id="rId3"/>
            </p:custDataLst>
          </p:nvPr>
        </p:nvPicPr>
        <p:blipFill>
          <a:blip r:embed="rId6"/>
          <a:stretch>
            <a:fillRect/>
          </a:stretch>
        </p:blipFill>
        <p:spPr>
          <a:xfrm>
            <a:off x="6507747" y="640901"/>
            <a:ext cx="4546600" cy="5286987"/>
          </a:xfrm>
          <a:prstGeom prst="rect">
            <a:avLst/>
          </a:prstGeom>
        </p:spPr>
      </p:pic>
    </p:spTree>
    <p:extLst>
      <p:ext uri="{BB962C8B-B14F-4D97-AF65-F5344CB8AC3E}">
        <p14:creationId xmlns:p14="http://schemas.microsoft.com/office/powerpoint/2010/main" val="28045337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a:t>Cycle Count with a Desktop Computer</a:t>
            </a:r>
          </a:p>
        </p:txBody>
      </p:sp>
    </p:spTree>
    <p:extLst>
      <p:ext uri="{BB962C8B-B14F-4D97-AF65-F5344CB8AC3E}">
        <p14:creationId xmlns:p14="http://schemas.microsoft.com/office/powerpoint/2010/main" val="5833384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A5B65-B93C-4701-A414-51A980A21B22}"/>
              </a:ext>
            </a:extLst>
          </p:cNvPr>
          <p:cNvSpPr>
            <a:spLocks noGrp="1"/>
          </p:cNvSpPr>
          <p:nvPr>
            <p:ph type="title"/>
            <p:custDataLst>
              <p:tags r:id="rId1"/>
            </p:custDataLst>
          </p:nvPr>
        </p:nvSpPr>
        <p:spPr/>
        <p:txBody>
          <a:bodyPr/>
          <a:lstStyle/>
          <a:p>
            <a:r>
              <a:rPr lang="fr-CA"/>
              <a:t>Cycle Count </a:t>
            </a:r>
            <a:r>
              <a:rPr lang="fr-CA" err="1"/>
              <a:t>with</a:t>
            </a:r>
            <a:r>
              <a:rPr lang="fr-CA"/>
              <a:t> a Desktop Computer </a:t>
            </a:r>
            <a:endParaRPr lang="en-CA"/>
          </a:p>
        </p:txBody>
      </p:sp>
      <p:sp>
        <p:nvSpPr>
          <p:cNvPr id="3" name="Content Placeholder 2">
            <a:extLst>
              <a:ext uri="{FF2B5EF4-FFF2-40B4-BE49-F238E27FC236}">
                <a16:creationId xmlns:a16="http://schemas.microsoft.com/office/drawing/2014/main" xmlns="" id="{79930FCA-412E-4AB2-91F4-0E9F8EABE933}"/>
              </a:ext>
            </a:extLst>
          </p:cNvPr>
          <p:cNvSpPr>
            <a:spLocks noGrp="1"/>
          </p:cNvSpPr>
          <p:nvPr>
            <p:ph idx="1"/>
            <p:custDataLst>
              <p:tags r:id="rId2"/>
            </p:custDataLst>
          </p:nvPr>
        </p:nvSpPr>
        <p:spPr>
          <a:xfrm>
            <a:off x="838200" y="1247775"/>
            <a:ext cx="10515600" cy="4900613"/>
          </a:xfrm>
        </p:spPr>
        <p:txBody>
          <a:bodyPr/>
          <a:lstStyle/>
          <a:p>
            <a:pPr algn="just">
              <a:lnSpc>
                <a:spcPct val="130000"/>
              </a:lnSpc>
              <a:buFont typeface="Wingdings" panose="05000000000000000000" pitchFamily="2" charset="2"/>
              <a:buChar char="ü"/>
            </a:pPr>
            <a:r>
              <a:rPr lang="en-US" sz="2200" dirty="0"/>
              <a:t> When a cycle count is generated through a desktop computer, a paper-based list will be printed to be used by the user to perform the requested cycle count.</a:t>
            </a:r>
          </a:p>
          <a:p>
            <a:pPr algn="just">
              <a:lnSpc>
                <a:spcPct val="130000"/>
              </a:lnSpc>
              <a:buFont typeface="Wingdings" panose="05000000000000000000" pitchFamily="2" charset="2"/>
              <a:buChar char="ü"/>
            </a:pPr>
            <a:r>
              <a:rPr lang="en-US" sz="2200" dirty="0"/>
              <a:t> The Cycle Count List header contains the Cycle Count Order, which appears in the upper left-hand corner of the list.</a:t>
            </a:r>
          </a:p>
          <a:p>
            <a:pPr algn="just">
              <a:lnSpc>
                <a:spcPct val="130000"/>
              </a:lnSpc>
              <a:buFont typeface="Wingdings" panose="05000000000000000000" pitchFamily="2" charset="2"/>
              <a:buChar char="ü"/>
            </a:pPr>
            <a:r>
              <a:rPr lang="en-US" sz="2200" dirty="0"/>
              <a:t> For each line item on the cycle count list, the following information is provided:</a:t>
            </a:r>
            <a:endParaRPr lang="en-GB" sz="2200" dirty="0"/>
          </a:p>
          <a:p>
            <a:pPr marL="800100" lvl="2" indent="-342900" algn="just">
              <a:lnSpc>
                <a:spcPct val="130000"/>
              </a:lnSpc>
              <a:spcBef>
                <a:spcPts val="1000"/>
              </a:spcBef>
              <a:buFont typeface="Arial" panose="020B0604020202020204" pitchFamily="34" charset="0"/>
              <a:buChar char="•"/>
            </a:pPr>
            <a:r>
              <a:rPr lang="en-US" sz="2200" dirty="0"/>
              <a:t>Location to be cycle counted</a:t>
            </a:r>
          </a:p>
          <a:p>
            <a:pPr marL="800100" lvl="2" indent="-342900" algn="just">
              <a:lnSpc>
                <a:spcPct val="130000"/>
              </a:lnSpc>
              <a:spcBef>
                <a:spcPts val="1000"/>
              </a:spcBef>
              <a:buFont typeface="Arial" panose="020B0604020202020204" pitchFamily="34" charset="0"/>
              <a:buChar char="•"/>
            </a:pPr>
            <a:r>
              <a:rPr lang="en-US" sz="2200" dirty="0"/>
              <a:t>Tag assumed to be in the location</a:t>
            </a:r>
          </a:p>
          <a:p>
            <a:pPr marL="800100" lvl="2" indent="-342900" algn="just">
              <a:lnSpc>
                <a:spcPct val="130000"/>
              </a:lnSpc>
              <a:spcBef>
                <a:spcPts val="1000"/>
              </a:spcBef>
              <a:buFont typeface="Arial" panose="020B0604020202020204" pitchFamily="34" charset="0"/>
              <a:buChar char="•"/>
            </a:pPr>
            <a:r>
              <a:rPr lang="en-US" sz="2200" dirty="0"/>
              <a:t>Item and Description</a:t>
            </a:r>
          </a:p>
          <a:p>
            <a:pPr marL="800100" lvl="2" indent="-342900" algn="just">
              <a:lnSpc>
                <a:spcPct val="130000"/>
              </a:lnSpc>
              <a:spcBef>
                <a:spcPts val="1000"/>
              </a:spcBef>
              <a:buFont typeface="Arial" panose="020B0604020202020204" pitchFamily="34" charset="0"/>
              <a:buChar char="•"/>
            </a:pPr>
            <a:r>
              <a:rPr lang="en-US" sz="2200" dirty="0"/>
              <a:t>Quantity field and Unit of Measure</a:t>
            </a:r>
          </a:p>
          <a:p>
            <a:pPr>
              <a:lnSpc>
                <a:spcPct val="100000"/>
              </a:lnSpc>
            </a:pPr>
            <a:endParaRPr lang="en-CA" sz="2000" dirty="0"/>
          </a:p>
        </p:txBody>
      </p:sp>
    </p:spTree>
    <p:extLst>
      <p:ext uri="{BB962C8B-B14F-4D97-AF65-F5344CB8AC3E}">
        <p14:creationId xmlns:p14="http://schemas.microsoft.com/office/powerpoint/2010/main" val="3469589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43789D-BB0B-41BA-9930-00B91CDBF322}"/>
              </a:ext>
            </a:extLst>
          </p:cNvPr>
          <p:cNvSpPr>
            <a:spLocks noGrp="1"/>
          </p:cNvSpPr>
          <p:nvPr>
            <p:ph type="title"/>
            <p:custDataLst>
              <p:tags r:id="rId1"/>
            </p:custDataLst>
          </p:nvPr>
        </p:nvSpPr>
        <p:spPr/>
        <p:txBody>
          <a:bodyPr/>
          <a:lstStyle/>
          <a:p>
            <a:r>
              <a:rPr lang="fr-CA"/>
              <a:t>Cycle Count </a:t>
            </a:r>
            <a:r>
              <a:rPr lang="fr-CA" err="1"/>
              <a:t>with</a:t>
            </a:r>
            <a:r>
              <a:rPr lang="fr-CA"/>
              <a:t> a Desktop Computer </a:t>
            </a:r>
            <a:endParaRPr lang="en-CA"/>
          </a:p>
        </p:txBody>
      </p:sp>
      <p:grpSp>
        <p:nvGrpSpPr>
          <p:cNvPr id="4" name="Group 3">
            <a:extLst>
              <a:ext uri="{FF2B5EF4-FFF2-40B4-BE49-F238E27FC236}">
                <a16:creationId xmlns:a16="http://schemas.microsoft.com/office/drawing/2014/main" xmlns="" id="{7E81C577-AC70-4FF2-B53C-0309768A40DF}"/>
              </a:ext>
            </a:extLst>
          </p:cNvPr>
          <p:cNvGrpSpPr/>
          <p:nvPr>
            <p:custDataLst>
              <p:tags r:id="rId2"/>
            </p:custDataLst>
          </p:nvPr>
        </p:nvGrpSpPr>
        <p:grpSpPr>
          <a:xfrm>
            <a:off x="2272700" y="1118785"/>
            <a:ext cx="6871299" cy="5201804"/>
            <a:chOff x="5536004" y="1359416"/>
            <a:chExt cx="6427398" cy="4427924"/>
          </a:xfrm>
        </p:grpSpPr>
        <p:pic>
          <p:nvPicPr>
            <p:cNvPr id="5" name="Picture 4">
              <a:extLst>
                <a:ext uri="{FF2B5EF4-FFF2-40B4-BE49-F238E27FC236}">
                  <a16:creationId xmlns:a16="http://schemas.microsoft.com/office/drawing/2014/main" xmlns="" id="{ADC44A40-4482-4340-BC3F-611E798BBBD5}"/>
                </a:ext>
              </a:extLst>
            </p:cNvPr>
            <p:cNvPicPr>
              <a:picLocks noChangeAspect="1"/>
            </p:cNvPicPr>
            <p:nvPr/>
          </p:nvPicPr>
          <p:blipFill>
            <a:blip r:embed="rId4"/>
            <a:stretch>
              <a:fillRect/>
            </a:stretch>
          </p:blipFill>
          <p:spPr>
            <a:xfrm>
              <a:off x="5536004" y="1359416"/>
              <a:ext cx="6427398" cy="2252689"/>
            </a:xfrm>
            <a:prstGeom prst="rect">
              <a:avLst/>
            </a:prstGeom>
          </p:spPr>
        </p:pic>
        <p:pic>
          <p:nvPicPr>
            <p:cNvPr id="6" name="Picture 5">
              <a:extLst>
                <a:ext uri="{FF2B5EF4-FFF2-40B4-BE49-F238E27FC236}">
                  <a16:creationId xmlns:a16="http://schemas.microsoft.com/office/drawing/2014/main" xmlns="" id="{3C3FCD5B-5B3A-4E90-9942-C48A55DE1C52}"/>
                </a:ext>
              </a:extLst>
            </p:cNvPr>
            <p:cNvPicPr>
              <a:picLocks noChangeAspect="1"/>
            </p:cNvPicPr>
            <p:nvPr/>
          </p:nvPicPr>
          <p:blipFill>
            <a:blip r:embed="rId5"/>
            <a:stretch>
              <a:fillRect/>
            </a:stretch>
          </p:blipFill>
          <p:spPr>
            <a:xfrm>
              <a:off x="5536004" y="5085345"/>
              <a:ext cx="6227786" cy="701995"/>
            </a:xfrm>
            <a:prstGeom prst="rect">
              <a:avLst/>
            </a:prstGeom>
          </p:spPr>
        </p:pic>
      </p:grpSp>
    </p:spTree>
    <p:extLst>
      <p:ext uri="{BB962C8B-B14F-4D97-AF65-F5344CB8AC3E}">
        <p14:creationId xmlns:p14="http://schemas.microsoft.com/office/powerpoint/2010/main" val="5592554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98B803-AACB-4805-8354-009E31261F8B}"/>
              </a:ext>
            </a:extLst>
          </p:cNvPr>
          <p:cNvSpPr>
            <a:spLocks noGrp="1"/>
          </p:cNvSpPr>
          <p:nvPr>
            <p:ph type="title"/>
            <p:custDataLst>
              <p:tags r:id="rId1"/>
            </p:custDataLst>
          </p:nvPr>
        </p:nvSpPr>
        <p:spPr/>
        <p:txBody>
          <a:bodyPr/>
          <a:lstStyle/>
          <a:p>
            <a:r>
              <a:rPr lang="fr-CA"/>
              <a:t>Cycle Count </a:t>
            </a:r>
            <a:r>
              <a:rPr lang="fr-CA" err="1"/>
              <a:t>with</a:t>
            </a:r>
            <a:r>
              <a:rPr lang="fr-CA"/>
              <a:t> a Desktop Computer </a:t>
            </a:r>
            <a:endParaRPr lang="en-CA"/>
          </a:p>
        </p:txBody>
      </p:sp>
      <p:sp>
        <p:nvSpPr>
          <p:cNvPr id="4" name="Content Placeholder 2">
            <a:extLst>
              <a:ext uri="{FF2B5EF4-FFF2-40B4-BE49-F238E27FC236}">
                <a16:creationId xmlns:a16="http://schemas.microsoft.com/office/drawing/2014/main" xmlns="" id="{02AAE0BF-6748-4F38-8A66-BE5B91525092}"/>
              </a:ext>
            </a:extLst>
          </p:cNvPr>
          <p:cNvSpPr>
            <a:spLocks noGrp="1"/>
          </p:cNvSpPr>
          <p:nvPr>
            <p:ph idx="1"/>
            <p:custDataLst>
              <p:tags r:id="rId2"/>
            </p:custDataLst>
          </p:nvPr>
        </p:nvSpPr>
        <p:spPr>
          <a:xfrm>
            <a:off x="651164" y="1462088"/>
            <a:ext cx="4857449" cy="4351338"/>
          </a:xfrm>
        </p:spPr>
        <p:txBody>
          <a:bodyPr/>
          <a:lstStyle/>
          <a:p>
            <a:pPr marL="0" indent="0" algn="just">
              <a:lnSpc>
                <a:spcPct val="150000"/>
              </a:lnSpc>
              <a:buNone/>
            </a:pPr>
            <a:r>
              <a:rPr lang="en-US" dirty="0"/>
              <a:t>To perform a cycle count from a paper-based list:</a:t>
            </a:r>
          </a:p>
          <a:p>
            <a:pPr marL="457200" indent="-457200" algn="just">
              <a:lnSpc>
                <a:spcPct val="150000"/>
              </a:lnSpc>
              <a:buFont typeface="+mj-lt"/>
              <a:buAutoNum type="arabicPeriod"/>
            </a:pPr>
            <a:r>
              <a:rPr lang="en-US" dirty="0"/>
              <a:t>Take the Cycle count list. </a:t>
            </a:r>
          </a:p>
          <a:p>
            <a:pPr marL="457200" indent="-457200" algn="just">
              <a:lnSpc>
                <a:spcPct val="150000"/>
              </a:lnSpc>
              <a:buFont typeface="+mj-lt"/>
              <a:buAutoNum type="arabicPeriod"/>
            </a:pPr>
            <a:r>
              <a:rPr lang="en-US" dirty="0"/>
              <a:t>Count the locations specified on the list and enter the actual quantities in the Quantity column.</a:t>
            </a:r>
          </a:p>
        </p:txBody>
      </p:sp>
      <p:grpSp>
        <p:nvGrpSpPr>
          <p:cNvPr id="11" name="Group 10">
            <a:extLst>
              <a:ext uri="{FF2B5EF4-FFF2-40B4-BE49-F238E27FC236}">
                <a16:creationId xmlns:a16="http://schemas.microsoft.com/office/drawing/2014/main" xmlns="" id="{772EC504-F0A3-4BA3-B2EB-2E86DF3E0634}"/>
              </a:ext>
            </a:extLst>
          </p:cNvPr>
          <p:cNvGrpSpPr/>
          <p:nvPr>
            <p:custDataLst>
              <p:tags r:id="rId3"/>
            </p:custDataLst>
          </p:nvPr>
        </p:nvGrpSpPr>
        <p:grpSpPr>
          <a:xfrm>
            <a:off x="5695649" y="1570073"/>
            <a:ext cx="6032223" cy="3997935"/>
            <a:chOff x="5695649" y="1570073"/>
            <a:chExt cx="6032223" cy="3997935"/>
          </a:xfrm>
        </p:grpSpPr>
        <p:pic>
          <p:nvPicPr>
            <p:cNvPr id="5" name="Picture 4">
              <a:extLst>
                <a:ext uri="{FF2B5EF4-FFF2-40B4-BE49-F238E27FC236}">
                  <a16:creationId xmlns:a16="http://schemas.microsoft.com/office/drawing/2014/main" xmlns="" id="{8082B919-E734-4215-ACB3-CCC5B76D8D7D}"/>
                </a:ext>
              </a:extLst>
            </p:cNvPr>
            <p:cNvPicPr>
              <a:picLocks noChangeAspect="1"/>
            </p:cNvPicPr>
            <p:nvPr/>
          </p:nvPicPr>
          <p:blipFill>
            <a:blip r:embed="rId6"/>
            <a:stretch>
              <a:fillRect/>
            </a:stretch>
          </p:blipFill>
          <p:spPr>
            <a:xfrm>
              <a:off x="5695649" y="1570073"/>
              <a:ext cx="6032223" cy="1985449"/>
            </a:xfrm>
            <a:prstGeom prst="rect">
              <a:avLst/>
            </a:prstGeom>
          </p:spPr>
        </p:pic>
        <p:pic>
          <p:nvPicPr>
            <p:cNvPr id="10" name="Picture 9">
              <a:extLst>
                <a:ext uri="{FF2B5EF4-FFF2-40B4-BE49-F238E27FC236}">
                  <a16:creationId xmlns:a16="http://schemas.microsoft.com/office/drawing/2014/main" xmlns="" id="{67FC5461-051C-4009-AE9A-211266EA844D}"/>
                </a:ext>
              </a:extLst>
            </p:cNvPr>
            <p:cNvPicPr>
              <a:picLocks noChangeAspect="1"/>
            </p:cNvPicPr>
            <p:nvPr/>
          </p:nvPicPr>
          <p:blipFill>
            <a:blip r:embed="rId7"/>
            <a:stretch>
              <a:fillRect/>
            </a:stretch>
          </p:blipFill>
          <p:spPr>
            <a:xfrm>
              <a:off x="5695649" y="4888057"/>
              <a:ext cx="6032223" cy="679951"/>
            </a:xfrm>
            <a:prstGeom prst="rect">
              <a:avLst/>
            </a:prstGeom>
          </p:spPr>
        </p:pic>
      </p:grpSp>
    </p:spTree>
    <p:extLst>
      <p:ext uri="{BB962C8B-B14F-4D97-AF65-F5344CB8AC3E}">
        <p14:creationId xmlns:p14="http://schemas.microsoft.com/office/powerpoint/2010/main" val="8950174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BDBA68-3C32-47C4-8E1A-01DDC0AF4579}"/>
              </a:ext>
            </a:extLst>
          </p:cNvPr>
          <p:cNvSpPr>
            <a:spLocks noGrp="1"/>
          </p:cNvSpPr>
          <p:nvPr>
            <p:ph type="title"/>
            <p:custDataLst>
              <p:tags r:id="rId1"/>
            </p:custDataLst>
          </p:nvPr>
        </p:nvSpPr>
        <p:spPr/>
        <p:txBody>
          <a:bodyPr/>
          <a:lstStyle/>
          <a:p>
            <a:r>
              <a:rPr lang="fr-CA"/>
              <a:t>Cycle Count </a:t>
            </a:r>
            <a:r>
              <a:rPr lang="fr-CA" err="1"/>
              <a:t>with</a:t>
            </a:r>
            <a:r>
              <a:rPr lang="fr-CA"/>
              <a:t> a Desktop Computer </a:t>
            </a:r>
            <a:endParaRPr lang="en-CA"/>
          </a:p>
        </p:txBody>
      </p:sp>
      <p:sp>
        <p:nvSpPr>
          <p:cNvPr id="3" name="Content Placeholder 2">
            <a:extLst>
              <a:ext uri="{FF2B5EF4-FFF2-40B4-BE49-F238E27FC236}">
                <a16:creationId xmlns:a16="http://schemas.microsoft.com/office/drawing/2014/main" xmlns="" id="{F3C42853-DC4F-457A-B606-6BE946FDD32D}"/>
              </a:ext>
            </a:extLst>
          </p:cNvPr>
          <p:cNvSpPr>
            <a:spLocks noGrp="1"/>
          </p:cNvSpPr>
          <p:nvPr>
            <p:ph idx="1"/>
            <p:custDataLst>
              <p:tags r:id="rId2"/>
            </p:custDataLst>
          </p:nvPr>
        </p:nvSpPr>
        <p:spPr>
          <a:xfrm>
            <a:off x="838200" y="1187116"/>
            <a:ext cx="6563264" cy="4989847"/>
          </a:xfrm>
        </p:spPr>
        <p:txBody>
          <a:bodyPr/>
          <a:lstStyle/>
          <a:p>
            <a:pPr marL="0" indent="0" algn="just">
              <a:lnSpc>
                <a:spcPct val="150000"/>
              </a:lnSpc>
              <a:buNone/>
            </a:pPr>
            <a:r>
              <a:rPr lang="en-US" dirty="0"/>
              <a:t>When all of the locations on the cycle count list have been counted, the user needs to complete the list using a </a:t>
            </a:r>
            <a:r>
              <a:rPr lang="en-US" u="sng" dirty="0"/>
              <a:t>desktop computer</a:t>
            </a:r>
            <a:r>
              <a:rPr lang="en-US" dirty="0"/>
              <a:t>:</a:t>
            </a:r>
          </a:p>
          <a:p>
            <a:pPr marL="457200" indent="-457200" algn="just">
              <a:lnSpc>
                <a:spcPct val="150000"/>
              </a:lnSpc>
              <a:buFont typeface="+mj-lt"/>
              <a:buAutoNum type="arabicPeriod" startAt="3"/>
            </a:pPr>
            <a:r>
              <a:rPr lang="en-US" dirty="0"/>
              <a:t>Select the </a:t>
            </a:r>
            <a:r>
              <a:rPr lang="en-US" b="1" dirty="0"/>
              <a:t>Inventory Management </a:t>
            </a:r>
            <a:r>
              <a:rPr lang="en-US" dirty="0"/>
              <a:t>resource.</a:t>
            </a:r>
          </a:p>
          <a:p>
            <a:pPr marL="457200" indent="-457200" algn="just">
              <a:lnSpc>
                <a:spcPct val="150000"/>
              </a:lnSpc>
              <a:buFont typeface="+mj-lt"/>
              <a:buAutoNum type="arabicPeriod" startAt="3"/>
            </a:pPr>
            <a:r>
              <a:rPr lang="en-US" dirty="0"/>
              <a:t>Under Inventory Management, click on </a:t>
            </a:r>
            <a:r>
              <a:rPr lang="en-US" b="1" dirty="0"/>
              <a:t>Cycle Count</a:t>
            </a:r>
            <a:r>
              <a:rPr lang="en-US" dirty="0"/>
              <a:t>.</a:t>
            </a:r>
          </a:p>
          <a:p>
            <a:pPr marL="457200" indent="-457200" algn="just">
              <a:lnSpc>
                <a:spcPct val="150000"/>
              </a:lnSpc>
              <a:buFont typeface="+mj-lt"/>
              <a:buAutoNum type="arabicPeriod" startAt="3"/>
            </a:pPr>
            <a:r>
              <a:rPr lang="en-US" dirty="0"/>
              <a:t>Under Cycle Count, click on </a:t>
            </a:r>
            <a:r>
              <a:rPr lang="en-US" b="1" dirty="0"/>
              <a:t>Cycle Count List Completion</a:t>
            </a:r>
            <a:r>
              <a:rPr lang="en-US" dirty="0"/>
              <a:t>.</a:t>
            </a:r>
          </a:p>
          <a:p>
            <a:pPr marL="0" indent="0">
              <a:lnSpc>
                <a:spcPct val="150000"/>
              </a:lnSpc>
              <a:buNone/>
            </a:pPr>
            <a:endParaRPr lang="en-US" dirty="0"/>
          </a:p>
          <a:p>
            <a:pPr marL="0" indent="0">
              <a:buNone/>
            </a:pPr>
            <a:endParaRPr lang="en-CA" dirty="0"/>
          </a:p>
        </p:txBody>
      </p:sp>
      <p:pic>
        <p:nvPicPr>
          <p:cNvPr id="5" name="Picture 4">
            <a:extLst>
              <a:ext uri="{FF2B5EF4-FFF2-40B4-BE49-F238E27FC236}">
                <a16:creationId xmlns:a16="http://schemas.microsoft.com/office/drawing/2014/main" xmlns="" id="{3A361892-0634-42B4-997B-A3D0969253D5}"/>
              </a:ext>
            </a:extLst>
          </p:cNvPr>
          <p:cNvPicPr>
            <a:picLocks noChangeAspect="1"/>
          </p:cNvPicPr>
          <p:nvPr>
            <p:custDataLst>
              <p:tags r:id="rId3"/>
            </p:custDataLst>
          </p:nvPr>
        </p:nvPicPr>
        <p:blipFill>
          <a:blip r:embed="rId6"/>
          <a:stretch>
            <a:fillRect/>
          </a:stretch>
        </p:blipFill>
        <p:spPr>
          <a:xfrm>
            <a:off x="7900955" y="641620"/>
            <a:ext cx="3452845" cy="5535343"/>
          </a:xfrm>
          <a:prstGeom prst="rect">
            <a:avLst/>
          </a:prstGeom>
        </p:spPr>
      </p:pic>
    </p:spTree>
    <p:extLst>
      <p:ext uri="{BB962C8B-B14F-4D97-AF65-F5344CB8AC3E}">
        <p14:creationId xmlns:p14="http://schemas.microsoft.com/office/powerpoint/2010/main" val="42750204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BDBA68-3C32-47C4-8E1A-01DDC0AF4579}"/>
              </a:ext>
            </a:extLst>
          </p:cNvPr>
          <p:cNvSpPr>
            <a:spLocks noGrp="1"/>
          </p:cNvSpPr>
          <p:nvPr>
            <p:ph type="title"/>
            <p:custDataLst>
              <p:tags r:id="rId1"/>
            </p:custDataLst>
          </p:nvPr>
        </p:nvSpPr>
        <p:spPr/>
        <p:txBody>
          <a:bodyPr/>
          <a:lstStyle/>
          <a:p>
            <a:r>
              <a:rPr lang="fr-CA"/>
              <a:t>Cycle Count </a:t>
            </a:r>
            <a:r>
              <a:rPr lang="fr-CA" err="1"/>
              <a:t>with</a:t>
            </a:r>
            <a:r>
              <a:rPr lang="fr-CA"/>
              <a:t> a Desktop Computer </a:t>
            </a:r>
            <a:endParaRPr lang="en-CA"/>
          </a:p>
        </p:txBody>
      </p:sp>
      <p:sp>
        <p:nvSpPr>
          <p:cNvPr id="6" name="Content Placeholder 5">
            <a:extLst>
              <a:ext uri="{FF2B5EF4-FFF2-40B4-BE49-F238E27FC236}">
                <a16:creationId xmlns:a16="http://schemas.microsoft.com/office/drawing/2014/main" xmlns="" id="{1F54AFC6-7D6D-4569-B184-ED951B39FDB8}"/>
              </a:ext>
            </a:extLst>
          </p:cNvPr>
          <p:cNvSpPr>
            <a:spLocks noGrp="1"/>
          </p:cNvSpPr>
          <p:nvPr>
            <p:ph idx="1"/>
            <p:custDataLst>
              <p:tags r:id="rId2"/>
            </p:custDataLst>
          </p:nvPr>
        </p:nvSpPr>
        <p:spPr>
          <a:xfrm>
            <a:off x="449179" y="1460053"/>
            <a:ext cx="6626167" cy="4144616"/>
          </a:xfrm>
        </p:spPr>
        <p:txBody>
          <a:bodyPr/>
          <a:lstStyle/>
          <a:p>
            <a:pPr marL="457200" indent="-457200" algn="just">
              <a:lnSpc>
                <a:spcPct val="150000"/>
              </a:lnSpc>
              <a:buFont typeface="+mj-lt"/>
              <a:buAutoNum type="arabicPeriod" startAt="6"/>
            </a:pPr>
            <a:r>
              <a:rPr lang="en-US" dirty="0"/>
              <a:t>From the Cycle Count List Preparation window, select the cycle count list number. </a:t>
            </a:r>
          </a:p>
          <a:p>
            <a:pPr marL="457200" indent="-457200" algn="just">
              <a:lnSpc>
                <a:spcPct val="150000"/>
              </a:lnSpc>
              <a:buFont typeface="+mj-lt"/>
              <a:buAutoNum type="arabicPeriod" startAt="6"/>
            </a:pPr>
            <a:r>
              <a:rPr lang="en-US" dirty="0"/>
              <a:t>Click Submit.</a:t>
            </a:r>
            <a:endParaRPr lang="fr-FR" dirty="0"/>
          </a:p>
          <a:p>
            <a:pPr marL="0" indent="0">
              <a:lnSpc>
                <a:spcPct val="150000"/>
              </a:lnSpc>
              <a:buNone/>
            </a:pPr>
            <a:endParaRPr lang="en-CA" dirty="0"/>
          </a:p>
        </p:txBody>
      </p:sp>
      <p:pic>
        <p:nvPicPr>
          <p:cNvPr id="4" name="Picture 3">
            <a:extLst>
              <a:ext uri="{FF2B5EF4-FFF2-40B4-BE49-F238E27FC236}">
                <a16:creationId xmlns:a16="http://schemas.microsoft.com/office/drawing/2014/main" xmlns="" id="{32FB12DC-4BB8-45D9-900A-663B7F9628CD}"/>
              </a:ext>
            </a:extLst>
          </p:cNvPr>
          <p:cNvPicPr>
            <a:picLocks noChangeAspect="1"/>
          </p:cNvPicPr>
          <p:nvPr>
            <p:custDataLst>
              <p:tags r:id="rId3"/>
            </p:custDataLst>
          </p:nvPr>
        </p:nvPicPr>
        <p:blipFill>
          <a:blip r:embed="rId6"/>
          <a:stretch>
            <a:fillRect/>
          </a:stretch>
        </p:blipFill>
        <p:spPr>
          <a:xfrm>
            <a:off x="7628019" y="1460053"/>
            <a:ext cx="3725781" cy="3868714"/>
          </a:xfrm>
          <a:prstGeom prst="rect">
            <a:avLst/>
          </a:prstGeom>
        </p:spPr>
      </p:pic>
    </p:spTree>
    <p:extLst>
      <p:ext uri="{BB962C8B-B14F-4D97-AF65-F5344CB8AC3E}">
        <p14:creationId xmlns:p14="http://schemas.microsoft.com/office/powerpoint/2010/main" val="41594699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BDBA68-3C32-47C4-8E1A-01DDC0AF4579}"/>
              </a:ext>
            </a:extLst>
          </p:cNvPr>
          <p:cNvSpPr>
            <a:spLocks noGrp="1"/>
          </p:cNvSpPr>
          <p:nvPr>
            <p:ph type="title"/>
            <p:custDataLst>
              <p:tags r:id="rId1"/>
            </p:custDataLst>
          </p:nvPr>
        </p:nvSpPr>
        <p:spPr/>
        <p:txBody>
          <a:bodyPr/>
          <a:lstStyle/>
          <a:p>
            <a:r>
              <a:rPr lang="fr-CA"/>
              <a:t>Cycle Count </a:t>
            </a:r>
            <a:r>
              <a:rPr lang="fr-CA" err="1"/>
              <a:t>with</a:t>
            </a:r>
            <a:r>
              <a:rPr lang="fr-CA"/>
              <a:t> a Desktop Computer </a:t>
            </a:r>
            <a:endParaRPr lang="en-CA"/>
          </a:p>
        </p:txBody>
      </p:sp>
      <p:sp>
        <p:nvSpPr>
          <p:cNvPr id="6" name="Content Placeholder 5">
            <a:extLst>
              <a:ext uri="{FF2B5EF4-FFF2-40B4-BE49-F238E27FC236}">
                <a16:creationId xmlns:a16="http://schemas.microsoft.com/office/drawing/2014/main" xmlns="" id="{1F54AFC6-7D6D-4569-B184-ED951B39FDB8}"/>
              </a:ext>
            </a:extLst>
          </p:cNvPr>
          <p:cNvSpPr>
            <a:spLocks noGrp="1"/>
          </p:cNvSpPr>
          <p:nvPr>
            <p:ph idx="1"/>
            <p:custDataLst>
              <p:tags r:id="rId2"/>
            </p:custDataLst>
          </p:nvPr>
        </p:nvSpPr>
        <p:spPr>
          <a:xfrm>
            <a:off x="838200" y="1315453"/>
            <a:ext cx="10515600" cy="4464695"/>
          </a:xfrm>
        </p:spPr>
        <p:txBody>
          <a:bodyPr/>
          <a:lstStyle/>
          <a:p>
            <a:pPr marL="457200" indent="-457200" algn="just">
              <a:lnSpc>
                <a:spcPct val="130000"/>
              </a:lnSpc>
              <a:buFont typeface="+mj-lt"/>
              <a:buAutoNum type="arabicPeriod" startAt="8"/>
            </a:pPr>
            <a:r>
              <a:rPr lang="en-US" dirty="0"/>
              <a:t>The system will display the Cycle Count List Completion window with the list of all records that are linked to the specified cycle count list. </a:t>
            </a:r>
          </a:p>
          <a:p>
            <a:pPr marL="457200" indent="-457200" algn="just">
              <a:lnSpc>
                <a:spcPct val="130000"/>
              </a:lnSpc>
              <a:buFont typeface="+mj-lt"/>
              <a:buAutoNum type="arabicPeriod" startAt="8"/>
            </a:pPr>
            <a:r>
              <a:rPr lang="en-US" dirty="0"/>
              <a:t>For each line, enter the actual quantity counted in the Input Quantity field. </a:t>
            </a:r>
          </a:p>
          <a:p>
            <a:pPr marL="0" indent="0">
              <a:buNone/>
            </a:pPr>
            <a:endParaRPr lang="en-CA" dirty="0"/>
          </a:p>
        </p:txBody>
      </p:sp>
      <p:pic>
        <p:nvPicPr>
          <p:cNvPr id="7" name="Picture 6">
            <a:extLst>
              <a:ext uri="{FF2B5EF4-FFF2-40B4-BE49-F238E27FC236}">
                <a16:creationId xmlns:a16="http://schemas.microsoft.com/office/drawing/2014/main" xmlns="" id="{EDD259CB-2061-42F0-B36A-0F469EAA51DA}"/>
              </a:ext>
            </a:extLst>
          </p:cNvPr>
          <p:cNvPicPr>
            <a:picLocks noChangeAspect="1"/>
          </p:cNvPicPr>
          <p:nvPr>
            <p:custDataLst>
              <p:tags r:id="rId3"/>
            </p:custDataLst>
          </p:nvPr>
        </p:nvPicPr>
        <p:blipFill>
          <a:blip r:embed="rId6"/>
          <a:stretch>
            <a:fillRect/>
          </a:stretch>
        </p:blipFill>
        <p:spPr>
          <a:xfrm>
            <a:off x="725905" y="3318476"/>
            <a:ext cx="10627895" cy="2855032"/>
          </a:xfrm>
          <a:prstGeom prst="rect">
            <a:avLst/>
          </a:prstGeom>
        </p:spPr>
      </p:pic>
    </p:spTree>
    <p:extLst>
      <p:ext uri="{BB962C8B-B14F-4D97-AF65-F5344CB8AC3E}">
        <p14:creationId xmlns:p14="http://schemas.microsoft.com/office/powerpoint/2010/main" val="37842555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5E449F-57B6-419B-B740-2E6D6807730C}"/>
              </a:ext>
            </a:extLst>
          </p:cNvPr>
          <p:cNvSpPr>
            <a:spLocks noGrp="1"/>
          </p:cNvSpPr>
          <p:nvPr>
            <p:ph type="title"/>
            <p:custDataLst>
              <p:tags r:id="rId1"/>
            </p:custDataLst>
          </p:nvPr>
        </p:nvSpPr>
        <p:spPr/>
        <p:txBody>
          <a:bodyPr/>
          <a:lstStyle/>
          <a:p>
            <a:r>
              <a:rPr lang="fr-CA"/>
              <a:t>Cycle Count </a:t>
            </a:r>
            <a:r>
              <a:rPr lang="fr-CA" err="1"/>
              <a:t>with</a:t>
            </a:r>
            <a:r>
              <a:rPr lang="fr-CA"/>
              <a:t> a Desktop Computer </a:t>
            </a:r>
            <a:endParaRPr lang="en-CA"/>
          </a:p>
        </p:txBody>
      </p:sp>
      <p:sp>
        <p:nvSpPr>
          <p:cNvPr id="3" name="Content Placeholder 2">
            <a:extLst>
              <a:ext uri="{FF2B5EF4-FFF2-40B4-BE49-F238E27FC236}">
                <a16:creationId xmlns:a16="http://schemas.microsoft.com/office/drawing/2014/main" xmlns="" id="{D3E9A936-F6CE-46C2-91AF-563298050AE7}"/>
              </a:ext>
            </a:extLst>
          </p:cNvPr>
          <p:cNvSpPr>
            <a:spLocks noGrp="1"/>
          </p:cNvSpPr>
          <p:nvPr>
            <p:ph idx="1"/>
            <p:custDataLst>
              <p:tags r:id="rId2"/>
            </p:custDataLst>
          </p:nvPr>
        </p:nvSpPr>
        <p:spPr>
          <a:xfrm>
            <a:off x="838200" y="1058780"/>
            <a:ext cx="10515600" cy="4893595"/>
          </a:xfrm>
        </p:spPr>
        <p:txBody>
          <a:bodyPr/>
          <a:lstStyle/>
          <a:p>
            <a:pPr marL="457200" marR="0" lvl="0" indent="-457200" algn="just" fontAlgn="auto">
              <a:lnSpc>
                <a:spcPct val="150000"/>
              </a:lnSpc>
              <a:spcAft>
                <a:spcPts val="0"/>
              </a:spcAft>
              <a:buSzTx/>
              <a:buFont typeface="+mj-lt"/>
              <a:buAutoNum type="arabicPeriod" startAt="10"/>
              <a:tabLst/>
              <a:defRPr/>
            </a:pPr>
            <a:r>
              <a:rPr lang="en-US" sz="2200" dirty="0"/>
              <a:t>If what the user counted is different from what the system expects:</a:t>
            </a:r>
          </a:p>
          <a:p>
            <a:pPr lvl="1" algn="just">
              <a:lnSpc>
                <a:spcPct val="150000"/>
              </a:lnSpc>
              <a:buFont typeface="Wingdings" panose="05000000000000000000" pitchFamily="2" charset="2"/>
              <a:buChar char="ü"/>
              <a:defRPr/>
            </a:pPr>
            <a:r>
              <a:rPr lang="en-US" sz="2200" dirty="0"/>
              <a:t> The system will require a confirmation of the quantity. Click "Yes" to confirm. </a:t>
            </a:r>
          </a:p>
          <a:p>
            <a:pPr lvl="1" algn="just">
              <a:lnSpc>
                <a:spcPct val="150000"/>
              </a:lnSpc>
              <a:buFont typeface="Wingdings" panose="05000000000000000000" pitchFamily="2" charset="2"/>
              <a:buChar char="ü"/>
              <a:defRPr/>
            </a:pPr>
            <a:endParaRPr lang="en-US" sz="2200" dirty="0"/>
          </a:p>
          <a:p>
            <a:pPr marL="457200" lvl="1" indent="0" algn="just">
              <a:lnSpc>
                <a:spcPct val="150000"/>
              </a:lnSpc>
              <a:buNone/>
              <a:defRPr/>
            </a:pPr>
            <a:endParaRPr lang="en-US" sz="2200" dirty="0"/>
          </a:p>
          <a:p>
            <a:pPr marL="457200" lvl="1" indent="0" algn="just">
              <a:lnSpc>
                <a:spcPct val="150000"/>
              </a:lnSpc>
              <a:buNone/>
              <a:defRPr/>
            </a:pPr>
            <a:endParaRPr lang="en-US" sz="500" dirty="0"/>
          </a:p>
          <a:p>
            <a:pPr lvl="1" algn="just">
              <a:lnSpc>
                <a:spcPct val="150000"/>
              </a:lnSpc>
              <a:buFont typeface="Wingdings" panose="05000000000000000000" pitchFamily="2" charset="2"/>
              <a:buChar char="ü"/>
              <a:defRPr/>
            </a:pPr>
            <a:r>
              <a:rPr lang="en-US" sz="2200" dirty="0"/>
              <a:t> If the quantity is more than the system expected, you have the option of creating inventory. Select the Create Inventory action. Follow the same steps as explained in slides 32 to 34. </a:t>
            </a:r>
            <a:endParaRPr lang="en-CA" b="1" dirty="0"/>
          </a:p>
        </p:txBody>
      </p:sp>
      <p:pic>
        <p:nvPicPr>
          <p:cNvPr id="5" name="Picture 4">
            <a:extLst>
              <a:ext uri="{FF2B5EF4-FFF2-40B4-BE49-F238E27FC236}">
                <a16:creationId xmlns:a16="http://schemas.microsoft.com/office/drawing/2014/main" xmlns="" id="{FE1FEFE5-6542-4B3F-8B2B-04D00091BB3B}"/>
              </a:ext>
            </a:extLst>
          </p:cNvPr>
          <p:cNvPicPr>
            <a:picLocks noChangeAspect="1"/>
          </p:cNvPicPr>
          <p:nvPr>
            <p:custDataLst>
              <p:tags r:id="rId3"/>
            </p:custDataLst>
          </p:nvPr>
        </p:nvPicPr>
        <p:blipFill>
          <a:blip r:embed="rId7"/>
          <a:stretch>
            <a:fillRect/>
          </a:stretch>
        </p:blipFill>
        <p:spPr>
          <a:xfrm>
            <a:off x="1415716" y="2388166"/>
            <a:ext cx="7952873" cy="1149813"/>
          </a:xfrm>
          <a:prstGeom prst="rect">
            <a:avLst/>
          </a:prstGeom>
        </p:spPr>
      </p:pic>
      <p:pic>
        <p:nvPicPr>
          <p:cNvPr id="7" name="Picture 6">
            <a:extLst>
              <a:ext uri="{FF2B5EF4-FFF2-40B4-BE49-F238E27FC236}">
                <a16:creationId xmlns:a16="http://schemas.microsoft.com/office/drawing/2014/main" xmlns="" id="{3B37DC01-16DB-4488-88D6-7DE1673B63BC}"/>
              </a:ext>
            </a:extLst>
          </p:cNvPr>
          <p:cNvPicPr>
            <a:picLocks noChangeAspect="1"/>
          </p:cNvPicPr>
          <p:nvPr>
            <p:custDataLst>
              <p:tags r:id="rId4"/>
            </p:custDataLst>
          </p:nvPr>
        </p:nvPicPr>
        <p:blipFill>
          <a:blip r:embed="rId8"/>
          <a:stretch>
            <a:fillRect/>
          </a:stretch>
        </p:blipFill>
        <p:spPr>
          <a:xfrm>
            <a:off x="240631" y="5074439"/>
            <a:ext cx="11710737" cy="1224973"/>
          </a:xfrm>
          <a:prstGeom prst="rect">
            <a:avLst/>
          </a:prstGeom>
        </p:spPr>
      </p:pic>
    </p:spTree>
    <p:extLst>
      <p:ext uri="{BB962C8B-B14F-4D97-AF65-F5344CB8AC3E}">
        <p14:creationId xmlns:p14="http://schemas.microsoft.com/office/powerpoint/2010/main" val="18860487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53069B-A1DB-4AB5-AD8D-8C043961A0C6}"/>
              </a:ext>
            </a:extLst>
          </p:cNvPr>
          <p:cNvSpPr>
            <a:spLocks noGrp="1"/>
          </p:cNvSpPr>
          <p:nvPr>
            <p:ph type="title"/>
            <p:custDataLst>
              <p:tags r:id="rId1"/>
            </p:custDataLst>
          </p:nvPr>
        </p:nvSpPr>
        <p:spPr/>
        <p:txBody>
          <a:bodyPr/>
          <a:lstStyle/>
          <a:p>
            <a:r>
              <a:rPr lang="fr-CA"/>
              <a:t>Cycle Count </a:t>
            </a:r>
            <a:r>
              <a:rPr lang="fr-CA" err="1"/>
              <a:t>with</a:t>
            </a:r>
            <a:r>
              <a:rPr lang="fr-CA"/>
              <a:t> a Desktop Computer </a:t>
            </a:r>
            <a:endParaRPr lang="en-CA"/>
          </a:p>
        </p:txBody>
      </p:sp>
      <p:sp>
        <p:nvSpPr>
          <p:cNvPr id="3" name="Content Placeholder 2">
            <a:extLst>
              <a:ext uri="{FF2B5EF4-FFF2-40B4-BE49-F238E27FC236}">
                <a16:creationId xmlns:a16="http://schemas.microsoft.com/office/drawing/2014/main" xmlns="" id="{F1E84EFB-46DE-4662-8039-B92499859B2E}"/>
              </a:ext>
            </a:extLst>
          </p:cNvPr>
          <p:cNvSpPr>
            <a:spLocks noGrp="1"/>
          </p:cNvSpPr>
          <p:nvPr>
            <p:ph idx="1"/>
            <p:custDataLst>
              <p:tags r:id="rId2"/>
            </p:custDataLst>
          </p:nvPr>
        </p:nvSpPr>
        <p:spPr>
          <a:xfrm>
            <a:off x="781755" y="1318815"/>
            <a:ext cx="10515600" cy="4351338"/>
          </a:xfrm>
        </p:spPr>
        <p:txBody>
          <a:bodyPr/>
          <a:lstStyle/>
          <a:p>
            <a:pPr marL="457200" indent="-457200">
              <a:buFont typeface="+mj-lt"/>
              <a:buAutoNum type="arabicPeriod" startAt="11"/>
            </a:pPr>
            <a:r>
              <a:rPr lang="en-US" sz="2200" dirty="0"/>
              <a:t>Once all counts have been entered, select the Complete Cycle Count List action</a:t>
            </a:r>
            <a:r>
              <a:rPr lang="fr-CA" sz="2200" dirty="0"/>
              <a:t>:</a:t>
            </a:r>
          </a:p>
          <a:p>
            <a:pPr marL="457200" indent="-457200">
              <a:buFont typeface="+mj-lt"/>
              <a:buAutoNum type="arabicPeriod" startAt="11"/>
            </a:pPr>
            <a:endParaRPr lang="fr-CA" sz="1000" dirty="0"/>
          </a:p>
          <a:p>
            <a:pPr marL="457200" indent="-457200">
              <a:buFont typeface="+mj-lt"/>
              <a:buAutoNum type="arabicPeriod" startAt="11"/>
            </a:pPr>
            <a:endParaRPr lang="fr-CA" sz="2200" dirty="0"/>
          </a:p>
          <a:p>
            <a:pPr marL="457200" indent="-457200">
              <a:buFont typeface="+mj-lt"/>
              <a:buAutoNum type="arabicPeriod" startAt="11"/>
            </a:pPr>
            <a:endParaRPr lang="fr-CA" sz="2200" dirty="0"/>
          </a:p>
          <a:p>
            <a:pPr marL="457200" indent="-457200">
              <a:buFont typeface="+mj-lt"/>
              <a:buAutoNum type="arabicPeriod" startAt="11"/>
            </a:pPr>
            <a:endParaRPr lang="fr-CA" sz="2200" dirty="0"/>
          </a:p>
          <a:p>
            <a:pPr marL="457200" indent="-457200">
              <a:buFont typeface="+mj-lt"/>
              <a:buAutoNum type="arabicPeriod" startAt="11"/>
            </a:pPr>
            <a:endParaRPr lang="fr-CA" sz="2200" dirty="0"/>
          </a:p>
          <a:p>
            <a:pPr marL="457200" indent="-457200">
              <a:buFont typeface="+mj-lt"/>
              <a:buAutoNum type="arabicPeriod" startAt="11"/>
            </a:pPr>
            <a:endParaRPr lang="fr-CA" sz="2200" dirty="0"/>
          </a:p>
          <a:p>
            <a:pPr marL="457200" indent="-457200">
              <a:buFont typeface="+mj-lt"/>
              <a:buAutoNum type="arabicPeriod" startAt="11"/>
            </a:pPr>
            <a:endParaRPr lang="fr-CA" sz="2200" dirty="0"/>
          </a:p>
          <a:p>
            <a:pPr marL="457200" indent="-457200">
              <a:buFont typeface="+mj-lt"/>
              <a:buAutoNum type="arabicPeriod" startAt="11"/>
            </a:pPr>
            <a:endParaRPr lang="fr-CA" sz="2200" dirty="0"/>
          </a:p>
          <a:p>
            <a:pPr marL="457200" indent="-457200">
              <a:buFont typeface="+mj-lt"/>
              <a:buAutoNum type="arabicPeriod" startAt="11"/>
            </a:pPr>
            <a:endParaRPr lang="fr-CA" sz="2200" dirty="0"/>
          </a:p>
          <a:p>
            <a:pPr marL="457200" indent="-457200">
              <a:buFont typeface="+mj-lt"/>
              <a:buAutoNum type="arabicPeriod" startAt="11"/>
            </a:pPr>
            <a:endParaRPr lang="fr-CA" sz="2200" dirty="0"/>
          </a:p>
          <a:p>
            <a:pPr>
              <a:buFont typeface="Wingdings" panose="05000000000000000000" pitchFamily="2" charset="2"/>
              <a:buChar char="ü"/>
            </a:pPr>
            <a:r>
              <a:rPr lang="en-US" sz="2200" dirty="0"/>
              <a:t> This ends the process of cycle count with a desktop computer.</a:t>
            </a:r>
            <a:endParaRPr lang="fr-CA" sz="2200" dirty="0"/>
          </a:p>
          <a:p>
            <a:pPr marL="0" indent="0">
              <a:buNone/>
            </a:pPr>
            <a:endParaRPr lang="fr-CA" sz="2200" dirty="0"/>
          </a:p>
          <a:p>
            <a:endParaRPr lang="en-CA" sz="2200" dirty="0"/>
          </a:p>
        </p:txBody>
      </p:sp>
      <p:grpSp>
        <p:nvGrpSpPr>
          <p:cNvPr id="8" name="Group 7">
            <a:extLst>
              <a:ext uri="{FF2B5EF4-FFF2-40B4-BE49-F238E27FC236}">
                <a16:creationId xmlns:a16="http://schemas.microsoft.com/office/drawing/2014/main" xmlns="" id="{A324340E-55CF-4D8A-AC25-9A794BB7E411}"/>
              </a:ext>
            </a:extLst>
          </p:cNvPr>
          <p:cNvGrpSpPr/>
          <p:nvPr>
            <p:custDataLst>
              <p:tags r:id="rId3"/>
            </p:custDataLst>
          </p:nvPr>
        </p:nvGrpSpPr>
        <p:grpSpPr>
          <a:xfrm>
            <a:off x="981539" y="1919089"/>
            <a:ext cx="9031705" cy="3680708"/>
            <a:chOff x="0" y="477660"/>
            <a:chExt cx="12192000" cy="4650969"/>
          </a:xfrm>
        </p:grpSpPr>
        <p:pic>
          <p:nvPicPr>
            <p:cNvPr id="5" name="Picture 4">
              <a:extLst>
                <a:ext uri="{FF2B5EF4-FFF2-40B4-BE49-F238E27FC236}">
                  <a16:creationId xmlns:a16="http://schemas.microsoft.com/office/drawing/2014/main" xmlns="" id="{AD61199E-2024-48F1-A85B-CD0E94054447}"/>
                </a:ext>
              </a:extLst>
            </p:cNvPr>
            <p:cNvPicPr>
              <a:picLocks noChangeAspect="1"/>
            </p:cNvPicPr>
            <p:nvPr/>
          </p:nvPicPr>
          <p:blipFill rotWithShape="1">
            <a:blip r:embed="rId6"/>
            <a:srcRect b="39333"/>
            <a:stretch/>
          </p:blipFill>
          <p:spPr>
            <a:xfrm>
              <a:off x="0" y="477660"/>
              <a:ext cx="12192000" cy="3580994"/>
            </a:xfrm>
            <a:prstGeom prst="rect">
              <a:avLst/>
            </a:prstGeom>
          </p:spPr>
        </p:pic>
        <p:pic>
          <p:nvPicPr>
            <p:cNvPr id="7" name="Picture 6">
              <a:extLst>
                <a:ext uri="{FF2B5EF4-FFF2-40B4-BE49-F238E27FC236}">
                  <a16:creationId xmlns:a16="http://schemas.microsoft.com/office/drawing/2014/main" xmlns="" id="{DB9BC374-6C95-4695-9643-8BDC49E86C29}"/>
                </a:ext>
              </a:extLst>
            </p:cNvPr>
            <p:cNvPicPr>
              <a:picLocks noChangeAspect="1"/>
            </p:cNvPicPr>
            <p:nvPr/>
          </p:nvPicPr>
          <p:blipFill rotWithShape="1">
            <a:blip r:embed="rId6"/>
            <a:srcRect t="74678"/>
            <a:stretch/>
          </p:blipFill>
          <p:spPr>
            <a:xfrm>
              <a:off x="0" y="3633946"/>
              <a:ext cx="12192000" cy="1494683"/>
            </a:xfrm>
            <a:prstGeom prst="rect">
              <a:avLst/>
            </a:prstGeom>
          </p:spPr>
        </p:pic>
      </p:grpSp>
    </p:spTree>
    <p:extLst>
      <p:ext uri="{BB962C8B-B14F-4D97-AF65-F5344CB8AC3E}">
        <p14:creationId xmlns:p14="http://schemas.microsoft.com/office/powerpoint/2010/main" val="21735312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a:t>Cycle Count Exceptions</a:t>
            </a:r>
          </a:p>
        </p:txBody>
      </p:sp>
    </p:spTree>
    <p:extLst>
      <p:ext uri="{BB962C8B-B14F-4D97-AF65-F5344CB8AC3E}">
        <p14:creationId xmlns:p14="http://schemas.microsoft.com/office/powerpoint/2010/main" val="1571073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7E03886F-D584-4767-AD8F-4B0CE25C03B1}"/>
              </a:ext>
            </a:extLst>
          </p:cNvPr>
          <p:cNvPicPr>
            <a:picLocks noChangeAspect="1"/>
          </p:cNvPicPr>
          <p:nvPr>
            <p:custDataLst>
              <p:tags r:id="rId1"/>
            </p:custDataLst>
          </p:nvPr>
        </p:nvPicPr>
        <p:blipFill>
          <a:blip r:embed="rId8"/>
          <a:stretch>
            <a:fillRect/>
          </a:stretch>
        </p:blipFill>
        <p:spPr>
          <a:xfrm>
            <a:off x="838200" y="4113182"/>
            <a:ext cx="5554279" cy="2244756"/>
          </a:xfrm>
          <a:prstGeom prst="rect">
            <a:avLst/>
          </a:prstGeom>
        </p:spPr>
      </p:pic>
      <p:sp>
        <p:nvSpPr>
          <p:cNvPr id="2" name="Title 1">
            <a:extLst>
              <a:ext uri="{FF2B5EF4-FFF2-40B4-BE49-F238E27FC236}">
                <a16:creationId xmlns:a16="http://schemas.microsoft.com/office/drawing/2014/main" xmlns="" id="{42494805-9B1E-48B4-A100-290CACF667AA}"/>
              </a:ext>
            </a:extLst>
          </p:cNvPr>
          <p:cNvSpPr>
            <a:spLocks noGrp="1"/>
          </p:cNvSpPr>
          <p:nvPr>
            <p:ph type="title"/>
            <p:custDataLst>
              <p:tags r:id="rId2"/>
            </p:custDataLst>
          </p:nvPr>
        </p:nvSpPr>
        <p:spPr>
          <a:xfrm>
            <a:off x="838200" y="500062"/>
            <a:ext cx="10515600" cy="1325563"/>
          </a:xfrm>
        </p:spPr>
        <p:txBody>
          <a:bodyPr/>
          <a:lstStyle/>
          <a:p>
            <a:r>
              <a:rPr lang="en-CA" sz="3600"/>
              <a:t>Cycle Count Exceptions</a:t>
            </a:r>
            <a:endParaRPr lang="en-CA"/>
          </a:p>
        </p:txBody>
      </p:sp>
      <p:sp>
        <p:nvSpPr>
          <p:cNvPr id="3" name="Content Placeholder 2">
            <a:extLst>
              <a:ext uri="{FF2B5EF4-FFF2-40B4-BE49-F238E27FC236}">
                <a16:creationId xmlns:a16="http://schemas.microsoft.com/office/drawing/2014/main" xmlns="" id="{30704483-69B8-4F7E-8D15-93BF77814DE9}"/>
              </a:ext>
            </a:extLst>
          </p:cNvPr>
          <p:cNvSpPr>
            <a:spLocks noGrp="1"/>
          </p:cNvSpPr>
          <p:nvPr>
            <p:ph idx="1"/>
            <p:custDataLst>
              <p:tags r:id="rId3"/>
            </p:custDataLst>
          </p:nvPr>
        </p:nvSpPr>
        <p:spPr>
          <a:xfrm>
            <a:off x="554414" y="1194375"/>
            <a:ext cx="11049007" cy="4351338"/>
          </a:xfrm>
        </p:spPr>
        <p:txBody>
          <a:bodyPr/>
          <a:lstStyle/>
          <a:p>
            <a:pPr algn="just">
              <a:lnSpc>
                <a:spcPct val="110000"/>
              </a:lnSpc>
              <a:buFont typeface="Wingdings" panose="05000000000000000000" pitchFamily="2" charset="2"/>
              <a:buChar char="ü"/>
            </a:pPr>
            <a:r>
              <a:rPr lang="en-US" sz="2100" dirty="0"/>
              <a:t> Depending on the warehouse area, if the "Require Approval for Cycle Count Exception" field is set to Yes in the Areas settings, the cycle count must be approved before the inventory is adjusted in the system.</a:t>
            </a:r>
          </a:p>
          <a:p>
            <a:pPr algn="just">
              <a:lnSpc>
                <a:spcPct val="110000"/>
              </a:lnSpc>
              <a:buFont typeface="Wingdings" panose="05000000000000000000" pitchFamily="2" charset="2"/>
              <a:buChar char="ü"/>
            </a:pPr>
            <a:r>
              <a:rPr lang="en-US" sz="2100" dirty="0"/>
              <a:t> As soon as an adjustment has been made which requires approval, the responsible person will be notified by email.</a:t>
            </a:r>
          </a:p>
          <a:p>
            <a:pPr algn="just">
              <a:lnSpc>
                <a:spcPct val="110000"/>
              </a:lnSpc>
              <a:buFont typeface="Wingdings" panose="05000000000000000000" pitchFamily="2" charset="2"/>
              <a:buChar char="ü"/>
            </a:pPr>
            <a:r>
              <a:rPr lang="en-US" sz="2100" dirty="0"/>
              <a:t> This procedure only works following a cycle count with a mobile device (and not following the completion of a cycle count list on a desktop computer).</a:t>
            </a:r>
            <a:endParaRPr lang="en-CA" sz="2100" dirty="0"/>
          </a:p>
        </p:txBody>
      </p:sp>
      <p:pic>
        <p:nvPicPr>
          <p:cNvPr id="7" name="Picture 6">
            <a:extLst>
              <a:ext uri="{FF2B5EF4-FFF2-40B4-BE49-F238E27FC236}">
                <a16:creationId xmlns:a16="http://schemas.microsoft.com/office/drawing/2014/main" xmlns="" id="{B4C0B56C-DFE4-4F53-9CB0-A42AF4641369}"/>
              </a:ext>
            </a:extLst>
          </p:cNvPr>
          <p:cNvPicPr>
            <a:picLocks noChangeAspect="1"/>
          </p:cNvPicPr>
          <p:nvPr>
            <p:custDataLst>
              <p:tags r:id="rId4"/>
            </p:custDataLst>
          </p:nvPr>
        </p:nvPicPr>
        <p:blipFill>
          <a:blip r:embed="rId9"/>
          <a:stretch>
            <a:fillRect/>
          </a:stretch>
        </p:blipFill>
        <p:spPr>
          <a:xfrm>
            <a:off x="5502876" y="4409596"/>
            <a:ext cx="6384331" cy="1686607"/>
          </a:xfrm>
          <a:prstGeom prst="rect">
            <a:avLst/>
          </a:prstGeom>
          <a:ln w="38100">
            <a:solidFill>
              <a:schemeClr val="bg2">
                <a:lumMod val="25000"/>
              </a:schemeClr>
            </a:solidFill>
          </a:ln>
        </p:spPr>
      </p:pic>
      <p:cxnSp>
        <p:nvCxnSpPr>
          <p:cNvPr id="13" name="Straight Arrow Connector 12">
            <a:extLst>
              <a:ext uri="{FF2B5EF4-FFF2-40B4-BE49-F238E27FC236}">
                <a16:creationId xmlns:a16="http://schemas.microsoft.com/office/drawing/2014/main" xmlns="" id="{E79304EA-66C1-4860-BBDA-7315EF9AC7A8}"/>
              </a:ext>
            </a:extLst>
          </p:cNvPr>
          <p:cNvCxnSpPr>
            <a:cxnSpLocks/>
          </p:cNvCxnSpPr>
          <p:nvPr>
            <p:custDataLst>
              <p:tags r:id="rId5"/>
            </p:custDataLst>
          </p:nvPr>
        </p:nvCxnSpPr>
        <p:spPr>
          <a:xfrm>
            <a:off x="5284088" y="5105392"/>
            <a:ext cx="740979" cy="0"/>
          </a:xfrm>
          <a:prstGeom prst="straightConnector1">
            <a:avLst/>
          </a:prstGeom>
          <a:ln w="76200">
            <a:solidFill>
              <a:schemeClr val="bg2">
                <a:lumMod val="50000"/>
              </a:schemeClr>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0872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494805-9B1E-48B4-A100-290CACF667AA}"/>
              </a:ext>
            </a:extLst>
          </p:cNvPr>
          <p:cNvSpPr>
            <a:spLocks noGrp="1"/>
          </p:cNvSpPr>
          <p:nvPr>
            <p:ph type="title"/>
            <p:custDataLst>
              <p:tags r:id="rId1"/>
            </p:custDataLst>
          </p:nvPr>
        </p:nvSpPr>
        <p:spPr/>
        <p:txBody>
          <a:bodyPr/>
          <a:lstStyle/>
          <a:p>
            <a:r>
              <a:rPr lang="en-CA" sz="3600"/>
              <a:t>Cycle Count Exceptions</a:t>
            </a:r>
            <a:endParaRPr lang="en-CA"/>
          </a:p>
        </p:txBody>
      </p:sp>
      <p:pic>
        <p:nvPicPr>
          <p:cNvPr id="5" name="Content Placeholder 4">
            <a:extLst>
              <a:ext uri="{FF2B5EF4-FFF2-40B4-BE49-F238E27FC236}">
                <a16:creationId xmlns:a16="http://schemas.microsoft.com/office/drawing/2014/main" xmlns="" id="{3FC9ACD4-357F-499F-930C-DED892DFD52E}"/>
              </a:ext>
            </a:extLst>
          </p:cNvPr>
          <p:cNvPicPr>
            <a:picLocks noGrp="1" noChangeAspect="1"/>
          </p:cNvPicPr>
          <p:nvPr>
            <p:ph idx="1"/>
            <p:custDataLst>
              <p:tags r:id="rId2"/>
            </p:custDataLst>
          </p:nvPr>
        </p:nvPicPr>
        <p:blipFill>
          <a:blip r:embed="rId6"/>
          <a:stretch>
            <a:fillRect/>
          </a:stretch>
        </p:blipFill>
        <p:spPr>
          <a:xfrm>
            <a:off x="7487451" y="1027906"/>
            <a:ext cx="4008238" cy="4222011"/>
          </a:xfrm>
        </p:spPr>
      </p:pic>
      <p:sp>
        <p:nvSpPr>
          <p:cNvPr id="7" name="TextBox 6">
            <a:extLst>
              <a:ext uri="{FF2B5EF4-FFF2-40B4-BE49-F238E27FC236}">
                <a16:creationId xmlns:a16="http://schemas.microsoft.com/office/drawing/2014/main" xmlns="" id="{AED017D7-9ED7-4489-AB73-CBD7AC0E4AAF}"/>
              </a:ext>
            </a:extLst>
          </p:cNvPr>
          <p:cNvSpPr txBox="1"/>
          <p:nvPr>
            <p:custDataLst>
              <p:tags r:id="rId3"/>
            </p:custDataLst>
          </p:nvPr>
        </p:nvSpPr>
        <p:spPr>
          <a:xfrm>
            <a:off x="838200" y="1280110"/>
            <a:ext cx="5972503" cy="4297780"/>
          </a:xfrm>
          <a:prstGeom prst="rect">
            <a:avLst/>
          </a:prstGeom>
          <a:noFill/>
        </p:spPr>
        <p:txBody>
          <a:bodyPr wrap="square">
            <a:spAutoFit/>
          </a:bodyPr>
          <a:lstStyle/>
          <a:p>
            <a:pPr algn="just">
              <a:lnSpc>
                <a:spcPct val="150000"/>
              </a:lnSpc>
              <a:spcBef>
                <a:spcPts val="1000"/>
              </a:spcBef>
              <a:buClr>
                <a:srgbClr val="F58220"/>
              </a:buClr>
            </a:pPr>
            <a:r>
              <a:rPr lang="en-US" sz="2400" dirty="0">
                <a:solidFill>
                  <a:schemeClr val="tx1">
                    <a:lumMod val="50000"/>
                    <a:lumOff val="50000"/>
                  </a:schemeClr>
                </a:solidFill>
              </a:rPr>
              <a:t>To approve a cycle count, do this:</a:t>
            </a:r>
          </a:p>
          <a:p>
            <a:pPr marL="457200" indent="-457200" algn="just">
              <a:lnSpc>
                <a:spcPct val="150000"/>
              </a:lnSpc>
              <a:spcBef>
                <a:spcPts val="1000"/>
              </a:spcBef>
              <a:buClr>
                <a:srgbClr val="F58220"/>
              </a:buClr>
              <a:buFont typeface="+mj-lt"/>
              <a:buAutoNum type="arabicPeriod"/>
            </a:pPr>
            <a:r>
              <a:rPr lang="en-US" sz="2400" dirty="0">
                <a:solidFill>
                  <a:schemeClr val="tx1">
                    <a:lumMod val="50000"/>
                    <a:lumOff val="50000"/>
                  </a:schemeClr>
                </a:solidFill>
              </a:rPr>
              <a:t>On a </a:t>
            </a:r>
            <a:r>
              <a:rPr lang="en-US" sz="2400" u="sng" dirty="0">
                <a:solidFill>
                  <a:schemeClr val="tx1">
                    <a:lumMod val="50000"/>
                    <a:lumOff val="50000"/>
                  </a:schemeClr>
                </a:solidFill>
              </a:rPr>
              <a:t>desktop computer</a:t>
            </a:r>
            <a:r>
              <a:rPr lang="en-US" sz="2400" dirty="0">
                <a:solidFill>
                  <a:schemeClr val="tx1">
                    <a:lumMod val="50000"/>
                    <a:lumOff val="50000"/>
                  </a:schemeClr>
                </a:solidFill>
              </a:rPr>
              <a:t>, select the </a:t>
            </a:r>
            <a:r>
              <a:rPr lang="en-US" sz="2400" b="1" dirty="0">
                <a:solidFill>
                  <a:schemeClr val="tx1">
                    <a:lumMod val="50000"/>
                    <a:lumOff val="50000"/>
                  </a:schemeClr>
                </a:solidFill>
              </a:rPr>
              <a:t>Inventory Management </a:t>
            </a:r>
            <a:r>
              <a:rPr lang="en-US" sz="2400" dirty="0">
                <a:solidFill>
                  <a:schemeClr val="tx1">
                    <a:lumMod val="50000"/>
                    <a:lumOff val="50000"/>
                  </a:schemeClr>
                </a:solidFill>
              </a:rPr>
              <a:t>resource.</a:t>
            </a:r>
          </a:p>
          <a:p>
            <a:pPr marL="457200" indent="-457200" algn="just">
              <a:lnSpc>
                <a:spcPct val="150000"/>
              </a:lnSpc>
              <a:spcBef>
                <a:spcPts val="1000"/>
              </a:spcBef>
              <a:buClr>
                <a:srgbClr val="F58220"/>
              </a:buClr>
              <a:buFont typeface="+mj-lt"/>
              <a:buAutoNum type="arabicPeriod"/>
            </a:pPr>
            <a:r>
              <a:rPr lang="en-US" sz="2400" dirty="0">
                <a:solidFill>
                  <a:schemeClr val="tx1">
                    <a:lumMod val="50000"/>
                    <a:lumOff val="50000"/>
                  </a:schemeClr>
                </a:solidFill>
              </a:rPr>
              <a:t>Under the Inventory Management resource, click on </a:t>
            </a:r>
            <a:r>
              <a:rPr lang="en-US" sz="2400" b="1" dirty="0">
                <a:solidFill>
                  <a:schemeClr val="tx1">
                    <a:lumMod val="50000"/>
                    <a:lumOff val="50000"/>
                  </a:schemeClr>
                </a:solidFill>
              </a:rPr>
              <a:t>Cycle Count</a:t>
            </a:r>
            <a:r>
              <a:rPr lang="en-US" sz="2400" dirty="0">
                <a:solidFill>
                  <a:schemeClr val="tx1">
                    <a:lumMod val="50000"/>
                    <a:lumOff val="50000"/>
                  </a:schemeClr>
                </a:solidFill>
              </a:rPr>
              <a:t>.</a:t>
            </a:r>
          </a:p>
          <a:p>
            <a:pPr marL="457200" indent="-457200" algn="just">
              <a:lnSpc>
                <a:spcPct val="150000"/>
              </a:lnSpc>
              <a:spcBef>
                <a:spcPts val="1000"/>
              </a:spcBef>
              <a:buClr>
                <a:srgbClr val="F58220"/>
              </a:buClr>
              <a:buFont typeface="+mj-lt"/>
              <a:buAutoNum type="arabicPeriod"/>
            </a:pPr>
            <a:r>
              <a:rPr lang="en-US" sz="2400" dirty="0">
                <a:solidFill>
                  <a:schemeClr val="tx1">
                    <a:lumMod val="50000"/>
                    <a:lumOff val="50000"/>
                  </a:schemeClr>
                </a:solidFill>
              </a:rPr>
              <a:t>Under Cycle Count, select </a:t>
            </a:r>
            <a:r>
              <a:rPr lang="en-US" sz="2400" b="1" dirty="0">
                <a:solidFill>
                  <a:schemeClr val="tx1">
                    <a:lumMod val="50000"/>
                    <a:lumOff val="50000"/>
                  </a:schemeClr>
                </a:solidFill>
              </a:rPr>
              <a:t>Cycle Count Exceptions</a:t>
            </a:r>
            <a:r>
              <a:rPr lang="en-US" sz="2400" dirty="0">
                <a:solidFill>
                  <a:schemeClr val="tx1">
                    <a:lumMod val="50000"/>
                    <a:lumOff val="50000"/>
                  </a:schemeClr>
                </a:solidFill>
              </a:rPr>
              <a:t>. </a:t>
            </a:r>
          </a:p>
        </p:txBody>
      </p:sp>
    </p:spTree>
    <p:extLst>
      <p:ext uri="{BB962C8B-B14F-4D97-AF65-F5344CB8AC3E}">
        <p14:creationId xmlns:p14="http://schemas.microsoft.com/office/powerpoint/2010/main" val="5938805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494805-9B1E-48B4-A100-290CACF667AA}"/>
              </a:ext>
            </a:extLst>
          </p:cNvPr>
          <p:cNvSpPr>
            <a:spLocks noGrp="1"/>
          </p:cNvSpPr>
          <p:nvPr>
            <p:ph type="title"/>
            <p:custDataLst>
              <p:tags r:id="rId1"/>
            </p:custDataLst>
          </p:nvPr>
        </p:nvSpPr>
        <p:spPr/>
        <p:txBody>
          <a:bodyPr/>
          <a:lstStyle/>
          <a:p>
            <a:r>
              <a:rPr lang="en-CA" sz="3600"/>
              <a:t>Cycle Count Exceptions</a:t>
            </a:r>
            <a:endParaRPr lang="en-CA"/>
          </a:p>
        </p:txBody>
      </p:sp>
      <p:sp>
        <p:nvSpPr>
          <p:cNvPr id="3" name="Content Placeholder 2">
            <a:extLst>
              <a:ext uri="{FF2B5EF4-FFF2-40B4-BE49-F238E27FC236}">
                <a16:creationId xmlns:a16="http://schemas.microsoft.com/office/drawing/2014/main" xmlns="" id="{30704483-69B8-4F7E-8D15-93BF77814DE9}"/>
              </a:ext>
            </a:extLst>
          </p:cNvPr>
          <p:cNvSpPr>
            <a:spLocks noGrp="1"/>
          </p:cNvSpPr>
          <p:nvPr>
            <p:ph idx="1"/>
            <p:custDataLst>
              <p:tags r:id="rId2"/>
            </p:custDataLst>
          </p:nvPr>
        </p:nvSpPr>
        <p:spPr>
          <a:xfrm>
            <a:off x="664780" y="1035132"/>
            <a:ext cx="10515600" cy="4351338"/>
          </a:xfrm>
        </p:spPr>
        <p:txBody>
          <a:bodyPr/>
          <a:lstStyle/>
          <a:p>
            <a:pPr marL="457200" indent="-457200" algn="just">
              <a:lnSpc>
                <a:spcPct val="150000"/>
              </a:lnSpc>
              <a:buFont typeface="+mj-lt"/>
              <a:buAutoNum type="arabicPeriod" startAt="4"/>
            </a:pPr>
            <a:r>
              <a:rPr lang="en-US" sz="2200" dirty="0"/>
              <a:t>From the new window, the list of all cycle counts will appear. Perform a search to retrieve a specific cycle count if needed. </a:t>
            </a:r>
          </a:p>
          <a:p>
            <a:pPr marL="457200" indent="-457200" algn="just">
              <a:lnSpc>
                <a:spcPct val="150000"/>
              </a:lnSpc>
              <a:buFont typeface="+mj-lt"/>
              <a:buAutoNum type="arabicPeriod" startAt="4"/>
            </a:pPr>
            <a:r>
              <a:rPr lang="en-US" sz="2200" dirty="0"/>
              <a:t>Then click on the Use Record as Criteria for Action button and choose one of the following options: </a:t>
            </a:r>
            <a:r>
              <a:rPr lang="en-US" sz="2200" b="1" dirty="0"/>
              <a:t>Approve</a:t>
            </a:r>
            <a:r>
              <a:rPr lang="en-US" sz="2200" dirty="0"/>
              <a:t>, </a:t>
            </a:r>
            <a:r>
              <a:rPr lang="en-US" sz="2200" b="1" dirty="0"/>
              <a:t>Reject</a:t>
            </a:r>
            <a:r>
              <a:rPr lang="en-US" sz="2200" dirty="0"/>
              <a:t>, or </a:t>
            </a:r>
            <a:r>
              <a:rPr lang="en-US" sz="2200" b="1" dirty="0"/>
              <a:t>Recount Location</a:t>
            </a:r>
            <a:r>
              <a:rPr lang="en-US" sz="2200" dirty="0"/>
              <a:t>. </a:t>
            </a:r>
            <a:endParaRPr lang="en-CA" sz="2200" dirty="0"/>
          </a:p>
        </p:txBody>
      </p:sp>
      <p:pic>
        <p:nvPicPr>
          <p:cNvPr id="8" name="Picture 7">
            <a:extLst>
              <a:ext uri="{FF2B5EF4-FFF2-40B4-BE49-F238E27FC236}">
                <a16:creationId xmlns:a16="http://schemas.microsoft.com/office/drawing/2014/main" xmlns="" id="{94CD09F7-566D-4A76-9A11-473D7C5F460E}"/>
              </a:ext>
            </a:extLst>
          </p:cNvPr>
          <p:cNvPicPr>
            <a:picLocks noChangeAspect="1"/>
          </p:cNvPicPr>
          <p:nvPr>
            <p:custDataLst>
              <p:tags r:id="rId3"/>
            </p:custDataLst>
          </p:nvPr>
        </p:nvPicPr>
        <p:blipFill>
          <a:blip r:embed="rId5"/>
          <a:stretch>
            <a:fillRect/>
          </a:stretch>
        </p:blipFill>
        <p:spPr>
          <a:xfrm>
            <a:off x="1011620" y="3283590"/>
            <a:ext cx="9465810" cy="3080949"/>
          </a:xfrm>
          <a:prstGeom prst="rect">
            <a:avLst/>
          </a:prstGeom>
        </p:spPr>
      </p:pic>
    </p:spTree>
    <p:extLst>
      <p:ext uri="{BB962C8B-B14F-4D97-AF65-F5344CB8AC3E}">
        <p14:creationId xmlns:p14="http://schemas.microsoft.com/office/powerpoint/2010/main" val="29385599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2"/>
</p:tagLst>
</file>

<file path=ppt/tags/tag25.xml><?xml version="1.0" encoding="utf-8"?>
<p:tagLst xmlns:a="http://schemas.openxmlformats.org/drawingml/2006/main" xmlns:r="http://schemas.openxmlformats.org/officeDocument/2006/relationships" xmlns:p="http://schemas.openxmlformats.org/presentationml/2006/main">
  <p:tag name="NUM" val="3"/>
</p:tagLst>
</file>

<file path=ppt/tags/tag26.xml><?xml version="1.0" encoding="utf-8"?>
<p:tagLst xmlns:a="http://schemas.openxmlformats.org/drawingml/2006/main" xmlns:r="http://schemas.openxmlformats.org/officeDocument/2006/relationships" xmlns:p="http://schemas.openxmlformats.org/presentationml/2006/main">
  <p:tag name="NUM" val="1"/>
</p:tagLst>
</file>

<file path=ppt/tags/tag27.xml><?xml version="1.0" encoding="utf-8"?>
<p:tagLst xmlns:a="http://schemas.openxmlformats.org/drawingml/2006/main" xmlns:r="http://schemas.openxmlformats.org/officeDocument/2006/relationships" xmlns:p="http://schemas.openxmlformats.org/presentationml/2006/main">
  <p:tag name="NUM" val="2"/>
</p:tagLst>
</file>

<file path=ppt/tags/tag28.xml><?xml version="1.0" encoding="utf-8"?>
<p:tagLst xmlns:a="http://schemas.openxmlformats.org/drawingml/2006/main" xmlns:r="http://schemas.openxmlformats.org/officeDocument/2006/relationships" xmlns:p="http://schemas.openxmlformats.org/presentationml/2006/main">
  <p:tag name="NUM" val="3"/>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3"/>
</p:tagLst>
</file>

<file path=ppt/tags/tag32.xml><?xml version="1.0" encoding="utf-8"?>
<p:tagLst xmlns:a="http://schemas.openxmlformats.org/drawingml/2006/main" xmlns:r="http://schemas.openxmlformats.org/officeDocument/2006/relationships" xmlns:p="http://schemas.openxmlformats.org/presentationml/2006/main">
  <p:tag name="NUM" val="1"/>
</p:tagLst>
</file>

<file path=ppt/tags/tag33.xml><?xml version="1.0" encoding="utf-8"?>
<p:tagLst xmlns:a="http://schemas.openxmlformats.org/drawingml/2006/main" xmlns:r="http://schemas.openxmlformats.org/officeDocument/2006/relationships" xmlns:p="http://schemas.openxmlformats.org/presentationml/2006/main">
  <p:tag name="NUM" val="2"/>
</p:tagLst>
</file>

<file path=ppt/tags/tag34.xml><?xml version="1.0" encoding="utf-8"?>
<p:tagLst xmlns:a="http://schemas.openxmlformats.org/drawingml/2006/main" xmlns:r="http://schemas.openxmlformats.org/officeDocument/2006/relationships" xmlns:p="http://schemas.openxmlformats.org/presentationml/2006/main">
  <p:tag name="NUM" val="3"/>
</p:tagLst>
</file>

<file path=ppt/tags/tag35.xml><?xml version="1.0" encoding="utf-8"?>
<p:tagLst xmlns:a="http://schemas.openxmlformats.org/drawingml/2006/main" xmlns:r="http://schemas.openxmlformats.org/officeDocument/2006/relationships" xmlns:p="http://schemas.openxmlformats.org/presentationml/2006/main">
  <p:tag name="NUM" val="1"/>
</p:tagLst>
</file>

<file path=ppt/tags/tag36.xml><?xml version="1.0" encoding="utf-8"?>
<p:tagLst xmlns:a="http://schemas.openxmlformats.org/drawingml/2006/main" xmlns:r="http://schemas.openxmlformats.org/officeDocument/2006/relationships" xmlns:p="http://schemas.openxmlformats.org/presentationml/2006/main">
  <p:tag name="NUM" val="2"/>
</p:tagLst>
</file>

<file path=ppt/tags/tag37.xml><?xml version="1.0" encoding="utf-8"?>
<p:tagLst xmlns:a="http://schemas.openxmlformats.org/drawingml/2006/main" xmlns:r="http://schemas.openxmlformats.org/officeDocument/2006/relationships" xmlns:p="http://schemas.openxmlformats.org/presentationml/2006/main">
  <p:tag name="NUM" val="3"/>
</p:tagLst>
</file>

<file path=ppt/tags/tag38.xml><?xml version="1.0" encoding="utf-8"?>
<p:tagLst xmlns:a="http://schemas.openxmlformats.org/drawingml/2006/main" xmlns:r="http://schemas.openxmlformats.org/officeDocument/2006/relationships" xmlns:p="http://schemas.openxmlformats.org/presentationml/2006/main">
  <p:tag name="NUM" val="1"/>
</p:tagLst>
</file>

<file path=ppt/tags/tag39.xml><?xml version="1.0" encoding="utf-8"?>
<p:tagLst xmlns:a="http://schemas.openxmlformats.org/drawingml/2006/main" xmlns:r="http://schemas.openxmlformats.org/officeDocument/2006/relationships" xmlns:p="http://schemas.openxmlformats.org/presentationml/2006/main">
  <p:tag name="NUM" val="2"/>
</p:tagLst>
</file>

<file path=ppt/tags/tag40.xml><?xml version="1.0" encoding="utf-8"?>
<p:tagLst xmlns:a="http://schemas.openxmlformats.org/drawingml/2006/main" xmlns:r="http://schemas.openxmlformats.org/officeDocument/2006/relationships" xmlns:p="http://schemas.openxmlformats.org/presentationml/2006/main">
  <p:tag name="NUM" val="3"/>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1"/>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3"/>
</p:tagLst>
</file>

<file path=ppt/tags/tag47.xml><?xml version="1.0" encoding="utf-8"?>
<p:tagLst xmlns:a="http://schemas.openxmlformats.org/drawingml/2006/main" xmlns:r="http://schemas.openxmlformats.org/officeDocument/2006/relationships" xmlns:p="http://schemas.openxmlformats.org/presentationml/2006/main">
  <p:tag name="NUM" val="1"/>
</p:tagLst>
</file>

<file path=ppt/tags/tag48.xml><?xml version="1.0" encoding="utf-8"?>
<p:tagLst xmlns:a="http://schemas.openxmlformats.org/drawingml/2006/main" xmlns:r="http://schemas.openxmlformats.org/officeDocument/2006/relationships" xmlns:p="http://schemas.openxmlformats.org/presentationml/2006/main">
  <p:tag name="NUM" val="2"/>
</p:tagLst>
</file>

<file path=ppt/tags/tag49.xml><?xml version="1.0" encoding="utf-8"?>
<p:tagLst xmlns:a="http://schemas.openxmlformats.org/drawingml/2006/main" xmlns:r="http://schemas.openxmlformats.org/officeDocument/2006/relationships" xmlns:p="http://schemas.openxmlformats.org/presentationml/2006/main">
  <p:tag name="NUM" val="3"/>
</p:tagLst>
</file>

<file path=ppt/tags/tag50.xml><?xml version="1.0" encoding="utf-8"?>
<p:tagLst xmlns:a="http://schemas.openxmlformats.org/drawingml/2006/main" xmlns:r="http://schemas.openxmlformats.org/officeDocument/2006/relationships" xmlns:p="http://schemas.openxmlformats.org/presentationml/2006/main">
  <p:tag name="NUM" val="1"/>
</p:tagLst>
</file>

<file path=ppt/tags/tag51.xml><?xml version="1.0" encoding="utf-8"?>
<p:tagLst xmlns:a="http://schemas.openxmlformats.org/drawingml/2006/main" xmlns:r="http://schemas.openxmlformats.org/officeDocument/2006/relationships" xmlns:p="http://schemas.openxmlformats.org/presentationml/2006/main">
  <p:tag name="NUM" val="2"/>
</p:tagLst>
</file>

<file path=ppt/tags/tag52.xml><?xml version="1.0" encoding="utf-8"?>
<p:tagLst xmlns:a="http://schemas.openxmlformats.org/drawingml/2006/main" xmlns:r="http://schemas.openxmlformats.org/officeDocument/2006/relationships" xmlns:p="http://schemas.openxmlformats.org/presentationml/2006/main">
  <p:tag name="NUM" val="3"/>
</p:tagLst>
</file>

<file path=ppt/tags/tag53.xml><?xml version="1.0" encoding="utf-8"?>
<p:tagLst xmlns:a="http://schemas.openxmlformats.org/drawingml/2006/main" xmlns:r="http://schemas.openxmlformats.org/officeDocument/2006/relationships" xmlns:p="http://schemas.openxmlformats.org/presentationml/2006/main">
  <p:tag name="NUM" val="1"/>
</p:tagLst>
</file>

<file path=ppt/tags/tag54.xml><?xml version="1.0" encoding="utf-8"?>
<p:tagLst xmlns:a="http://schemas.openxmlformats.org/drawingml/2006/main" xmlns:r="http://schemas.openxmlformats.org/officeDocument/2006/relationships" xmlns:p="http://schemas.openxmlformats.org/presentationml/2006/main">
  <p:tag name="NUM" val="2"/>
</p:tagLst>
</file>

<file path=ppt/tags/tag55.xml><?xml version="1.0" encoding="utf-8"?>
<p:tagLst xmlns:a="http://schemas.openxmlformats.org/drawingml/2006/main" xmlns:r="http://schemas.openxmlformats.org/officeDocument/2006/relationships" xmlns:p="http://schemas.openxmlformats.org/presentationml/2006/main">
  <p:tag name="NUM" val="3"/>
</p:tagLst>
</file>

<file path=ppt/tags/tag56.xml><?xml version="1.0" encoding="utf-8"?>
<p:tagLst xmlns:a="http://schemas.openxmlformats.org/drawingml/2006/main" xmlns:r="http://schemas.openxmlformats.org/officeDocument/2006/relationships" xmlns:p="http://schemas.openxmlformats.org/presentationml/2006/main">
  <p:tag name="NUM" val="4"/>
</p:tagLst>
</file>

<file path=ppt/tags/tag57.xml><?xml version="1.0" encoding="utf-8"?>
<p:tagLst xmlns:a="http://schemas.openxmlformats.org/drawingml/2006/main" xmlns:r="http://schemas.openxmlformats.org/officeDocument/2006/relationships" xmlns:p="http://schemas.openxmlformats.org/presentationml/2006/main">
  <p:tag name="NUM" val="1"/>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1"/>
</p:tagLst>
</file>

<file path=ppt/tags/tag61.xml><?xml version="1.0" encoding="utf-8"?>
<p:tagLst xmlns:a="http://schemas.openxmlformats.org/drawingml/2006/main" xmlns:r="http://schemas.openxmlformats.org/officeDocument/2006/relationships" xmlns:p="http://schemas.openxmlformats.org/presentationml/2006/main">
  <p:tag name="NUM" val="2"/>
</p:tagLst>
</file>

<file path=ppt/tags/tag62.xml><?xml version="1.0" encoding="utf-8"?>
<p:tagLst xmlns:a="http://schemas.openxmlformats.org/drawingml/2006/main" xmlns:r="http://schemas.openxmlformats.org/officeDocument/2006/relationships" xmlns:p="http://schemas.openxmlformats.org/presentationml/2006/main">
  <p:tag name="NUM" val="3"/>
</p:tagLst>
</file>

<file path=ppt/tags/tag63.xml><?xml version="1.0" encoding="utf-8"?>
<p:tagLst xmlns:a="http://schemas.openxmlformats.org/drawingml/2006/main" xmlns:r="http://schemas.openxmlformats.org/officeDocument/2006/relationships" xmlns:p="http://schemas.openxmlformats.org/presentationml/2006/main">
  <p:tag name="NUM" val="4"/>
</p:tagLst>
</file>

<file path=ppt/tags/tag64.xml><?xml version="1.0" encoding="utf-8"?>
<p:tagLst xmlns:a="http://schemas.openxmlformats.org/drawingml/2006/main" xmlns:r="http://schemas.openxmlformats.org/officeDocument/2006/relationships" xmlns:p="http://schemas.openxmlformats.org/presentationml/2006/main">
  <p:tag name="NUM" val="1"/>
</p:tagLst>
</file>

<file path=ppt/tags/tag65.xml><?xml version="1.0" encoding="utf-8"?>
<p:tagLst xmlns:a="http://schemas.openxmlformats.org/drawingml/2006/main" xmlns:r="http://schemas.openxmlformats.org/officeDocument/2006/relationships" xmlns:p="http://schemas.openxmlformats.org/presentationml/2006/main">
  <p:tag name="NUM" val="1"/>
</p:tagLst>
</file>

<file path=ppt/tags/tag66.xml><?xml version="1.0" encoding="utf-8"?>
<p:tagLst xmlns:a="http://schemas.openxmlformats.org/drawingml/2006/main" xmlns:r="http://schemas.openxmlformats.org/officeDocument/2006/relationships" xmlns:p="http://schemas.openxmlformats.org/presentationml/2006/main">
  <p:tag name="NUM" val="2"/>
</p:tagLst>
</file>

<file path=ppt/tags/tag67.xml><?xml version="1.0" encoding="utf-8"?>
<p:tagLst xmlns:a="http://schemas.openxmlformats.org/drawingml/2006/main" xmlns:r="http://schemas.openxmlformats.org/officeDocument/2006/relationships" xmlns:p="http://schemas.openxmlformats.org/presentationml/2006/main">
  <p:tag name="NUM" val="3"/>
</p:tagLst>
</file>

<file path=ppt/tags/tag68.xml><?xml version="1.0" encoding="utf-8"?>
<p:tagLst xmlns:a="http://schemas.openxmlformats.org/drawingml/2006/main" xmlns:r="http://schemas.openxmlformats.org/officeDocument/2006/relationships" xmlns:p="http://schemas.openxmlformats.org/presentationml/2006/main">
  <p:tag name="NUM" val="1"/>
</p:tagLst>
</file>

<file path=ppt/tags/tag69.xml><?xml version="1.0" encoding="utf-8"?>
<p:tagLst xmlns:a="http://schemas.openxmlformats.org/drawingml/2006/main" xmlns:r="http://schemas.openxmlformats.org/officeDocument/2006/relationships" xmlns:p="http://schemas.openxmlformats.org/presentationml/2006/main">
  <p:tag name="NUM" val="2"/>
</p:tagLst>
</file>

<file path=ppt/tags/tag70.xml><?xml version="1.0" encoding="utf-8"?>
<p:tagLst xmlns:a="http://schemas.openxmlformats.org/drawingml/2006/main" xmlns:r="http://schemas.openxmlformats.org/officeDocument/2006/relationships" xmlns:p="http://schemas.openxmlformats.org/presentationml/2006/main">
  <p:tag name="NUM" val="3"/>
</p:tagLst>
</file>

<file path=ppt/tags/tag71.xml><?xml version="1.0" encoding="utf-8"?>
<p:tagLst xmlns:a="http://schemas.openxmlformats.org/drawingml/2006/main" xmlns:r="http://schemas.openxmlformats.org/officeDocument/2006/relationships" xmlns:p="http://schemas.openxmlformats.org/presentationml/2006/main">
  <p:tag name="NUM" val="1"/>
</p:tagLst>
</file>

<file path=ppt/tags/tag72.xml><?xml version="1.0" encoding="utf-8"?>
<p:tagLst xmlns:a="http://schemas.openxmlformats.org/drawingml/2006/main" xmlns:r="http://schemas.openxmlformats.org/officeDocument/2006/relationships" xmlns:p="http://schemas.openxmlformats.org/presentationml/2006/main">
  <p:tag name="NUM" val="2"/>
</p:tagLst>
</file>

<file path=ppt/tags/tag73.xml><?xml version="1.0" encoding="utf-8"?>
<p:tagLst xmlns:a="http://schemas.openxmlformats.org/drawingml/2006/main" xmlns:r="http://schemas.openxmlformats.org/officeDocument/2006/relationships" xmlns:p="http://schemas.openxmlformats.org/presentationml/2006/main">
  <p:tag name="NUM" val="3"/>
</p:tagLst>
</file>

<file path=ppt/tags/tag74.xml><?xml version="1.0" encoding="utf-8"?>
<p:tagLst xmlns:a="http://schemas.openxmlformats.org/drawingml/2006/main" xmlns:r="http://schemas.openxmlformats.org/officeDocument/2006/relationships" xmlns:p="http://schemas.openxmlformats.org/presentationml/2006/main">
  <p:tag name="NUM" val="1"/>
</p:tagLst>
</file>

<file path=ppt/tags/tag75.xml><?xml version="1.0" encoding="utf-8"?>
<p:tagLst xmlns:a="http://schemas.openxmlformats.org/drawingml/2006/main" xmlns:r="http://schemas.openxmlformats.org/officeDocument/2006/relationships" xmlns:p="http://schemas.openxmlformats.org/presentationml/2006/main">
  <p:tag name="NUM" val="1"/>
</p:tagLst>
</file>

<file path=ppt/tags/tag76.xml><?xml version="1.0" encoding="utf-8"?>
<p:tagLst xmlns:a="http://schemas.openxmlformats.org/drawingml/2006/main" xmlns:r="http://schemas.openxmlformats.org/officeDocument/2006/relationships" xmlns:p="http://schemas.openxmlformats.org/presentationml/2006/main">
  <p:tag name="NUM" val="2"/>
</p:tagLst>
</file>

<file path=ppt/tags/tag77.xml><?xml version="1.0" encoding="utf-8"?>
<p:tagLst xmlns:a="http://schemas.openxmlformats.org/drawingml/2006/main" xmlns:r="http://schemas.openxmlformats.org/officeDocument/2006/relationships" xmlns:p="http://schemas.openxmlformats.org/presentationml/2006/main">
  <p:tag name="NUM" val="3"/>
</p:tagLst>
</file>

<file path=ppt/tags/tag78.xml><?xml version="1.0" encoding="utf-8"?>
<p:tagLst xmlns:a="http://schemas.openxmlformats.org/drawingml/2006/main" xmlns:r="http://schemas.openxmlformats.org/officeDocument/2006/relationships" xmlns:p="http://schemas.openxmlformats.org/presentationml/2006/main">
  <p:tag name="NUM" val="1"/>
</p:tagLst>
</file>

<file path=ppt/tags/tag79.xml><?xml version="1.0" encoding="utf-8"?>
<p:tagLst xmlns:a="http://schemas.openxmlformats.org/drawingml/2006/main" xmlns:r="http://schemas.openxmlformats.org/officeDocument/2006/relationships" xmlns:p="http://schemas.openxmlformats.org/presentationml/2006/main">
  <p:tag name="NUM" val="2"/>
</p:tagLst>
</file>

<file path=ppt/tags/tag80.xml><?xml version="1.0" encoding="utf-8"?>
<p:tagLst xmlns:a="http://schemas.openxmlformats.org/drawingml/2006/main" xmlns:r="http://schemas.openxmlformats.org/officeDocument/2006/relationships" xmlns:p="http://schemas.openxmlformats.org/presentationml/2006/main">
  <p:tag name="NUM" val="3"/>
</p:tagLst>
</file>

<file path=ppt/tags/tag81.xml><?xml version="1.0" encoding="utf-8"?>
<p:tagLst xmlns:a="http://schemas.openxmlformats.org/drawingml/2006/main" xmlns:r="http://schemas.openxmlformats.org/officeDocument/2006/relationships" xmlns:p="http://schemas.openxmlformats.org/presentationml/2006/main">
  <p:tag name="NUM" val="1"/>
</p:tagLst>
</file>

<file path=ppt/tags/tag82.xml><?xml version="1.0" encoding="utf-8"?>
<p:tagLst xmlns:a="http://schemas.openxmlformats.org/drawingml/2006/main" xmlns:r="http://schemas.openxmlformats.org/officeDocument/2006/relationships" xmlns:p="http://schemas.openxmlformats.org/presentationml/2006/main">
  <p:tag name="NUM" val="2"/>
</p:tagLst>
</file>

<file path=ppt/tags/tag83.xml><?xml version="1.0" encoding="utf-8"?>
<p:tagLst xmlns:a="http://schemas.openxmlformats.org/drawingml/2006/main" xmlns:r="http://schemas.openxmlformats.org/officeDocument/2006/relationships" xmlns:p="http://schemas.openxmlformats.org/presentationml/2006/main">
  <p:tag name="NUM" val="3"/>
</p:tagLst>
</file>

<file path=ppt/tags/tag84.xml><?xml version="1.0" encoding="utf-8"?>
<p:tagLst xmlns:a="http://schemas.openxmlformats.org/drawingml/2006/main" xmlns:r="http://schemas.openxmlformats.org/officeDocument/2006/relationships" xmlns:p="http://schemas.openxmlformats.org/presentationml/2006/main">
  <p:tag name="NUM" val="1"/>
</p:tagLst>
</file>

<file path=ppt/tags/tag85.xml><?xml version="1.0" encoding="utf-8"?>
<p:tagLst xmlns:a="http://schemas.openxmlformats.org/drawingml/2006/main" xmlns:r="http://schemas.openxmlformats.org/officeDocument/2006/relationships" xmlns:p="http://schemas.openxmlformats.org/presentationml/2006/main">
  <p:tag name="NUM" val="2"/>
</p:tagLst>
</file>

<file path=ppt/tags/tag86.xml><?xml version="1.0" encoding="utf-8"?>
<p:tagLst xmlns:a="http://schemas.openxmlformats.org/drawingml/2006/main" xmlns:r="http://schemas.openxmlformats.org/officeDocument/2006/relationships" xmlns:p="http://schemas.openxmlformats.org/presentationml/2006/main">
  <p:tag name="NUM" val="3"/>
</p:tagLst>
</file>

<file path=ppt/tags/tag87.xml><?xml version="1.0" encoding="utf-8"?>
<p:tagLst xmlns:a="http://schemas.openxmlformats.org/drawingml/2006/main" xmlns:r="http://schemas.openxmlformats.org/officeDocument/2006/relationships" xmlns:p="http://schemas.openxmlformats.org/presentationml/2006/main">
  <p:tag name="NUM" val="1"/>
</p:tagLst>
</file>

<file path=ppt/tags/tag88.xml><?xml version="1.0" encoding="utf-8"?>
<p:tagLst xmlns:a="http://schemas.openxmlformats.org/drawingml/2006/main" xmlns:r="http://schemas.openxmlformats.org/officeDocument/2006/relationships" xmlns:p="http://schemas.openxmlformats.org/presentationml/2006/main">
  <p:tag name="NUM" val="2"/>
</p:tagLst>
</file>

<file path=ppt/tags/tag89.xml><?xml version="1.0" encoding="utf-8"?>
<p:tagLst xmlns:a="http://schemas.openxmlformats.org/drawingml/2006/main" xmlns:r="http://schemas.openxmlformats.org/officeDocument/2006/relationships" xmlns:p="http://schemas.openxmlformats.org/presentationml/2006/main">
  <p:tag name="NUM" val="3"/>
</p:tagLst>
</file>

<file path=ppt/tags/tag90.xml><?xml version="1.0" encoding="utf-8"?>
<p:tagLst xmlns:a="http://schemas.openxmlformats.org/drawingml/2006/main" xmlns:r="http://schemas.openxmlformats.org/officeDocument/2006/relationships" xmlns:p="http://schemas.openxmlformats.org/presentationml/2006/main">
  <p:tag name="NUM" val="1"/>
</p:tagLst>
</file>

<file path=ppt/tags/tag91.xml><?xml version="1.0" encoding="utf-8"?>
<p:tagLst xmlns:a="http://schemas.openxmlformats.org/drawingml/2006/main" xmlns:r="http://schemas.openxmlformats.org/officeDocument/2006/relationships" xmlns:p="http://schemas.openxmlformats.org/presentationml/2006/main">
  <p:tag name="NUM" val="2"/>
</p:tagLst>
</file>

<file path=ppt/tags/tag92.xml><?xml version="1.0" encoding="utf-8"?>
<p:tagLst xmlns:a="http://schemas.openxmlformats.org/drawingml/2006/main" xmlns:r="http://schemas.openxmlformats.org/officeDocument/2006/relationships" xmlns:p="http://schemas.openxmlformats.org/presentationml/2006/main">
  <p:tag name="NUM" val="3"/>
</p:tagLst>
</file>

<file path=ppt/tags/tag93.xml><?xml version="1.0" encoding="utf-8"?>
<p:tagLst xmlns:a="http://schemas.openxmlformats.org/drawingml/2006/main" xmlns:r="http://schemas.openxmlformats.org/officeDocument/2006/relationships" xmlns:p="http://schemas.openxmlformats.org/presentationml/2006/main">
  <p:tag name="NUM" val="1"/>
</p:tagLst>
</file>

<file path=ppt/tags/tag94.xml><?xml version="1.0" encoding="utf-8"?>
<p:tagLst xmlns:a="http://schemas.openxmlformats.org/drawingml/2006/main" xmlns:r="http://schemas.openxmlformats.org/officeDocument/2006/relationships" xmlns:p="http://schemas.openxmlformats.org/presentationml/2006/main">
  <p:tag name="NUM" val="1"/>
</p:tagLst>
</file>

<file path=ppt/tags/tag95.xml><?xml version="1.0" encoding="utf-8"?>
<p:tagLst xmlns:a="http://schemas.openxmlformats.org/drawingml/2006/main" xmlns:r="http://schemas.openxmlformats.org/officeDocument/2006/relationships" xmlns:p="http://schemas.openxmlformats.org/presentationml/2006/main">
  <p:tag name="NUM" val="2"/>
</p:tagLst>
</file>

<file path=ppt/tags/tag96.xml><?xml version="1.0" encoding="utf-8"?>
<p:tagLst xmlns:a="http://schemas.openxmlformats.org/drawingml/2006/main" xmlns:r="http://schemas.openxmlformats.org/officeDocument/2006/relationships" xmlns:p="http://schemas.openxmlformats.org/presentationml/2006/main">
  <p:tag name="NUM" val="1"/>
</p:tagLst>
</file>

<file path=ppt/tags/tag97.xml><?xml version="1.0" encoding="utf-8"?>
<p:tagLst xmlns:a="http://schemas.openxmlformats.org/drawingml/2006/main" xmlns:r="http://schemas.openxmlformats.org/officeDocument/2006/relationships" xmlns:p="http://schemas.openxmlformats.org/presentationml/2006/main">
  <p:tag name="NUM" val="2"/>
</p:tagLst>
</file>

<file path=ppt/tags/tag98.xml><?xml version="1.0" encoding="utf-8"?>
<p:tagLst xmlns:a="http://schemas.openxmlformats.org/drawingml/2006/main" xmlns:r="http://schemas.openxmlformats.org/officeDocument/2006/relationships" xmlns:p="http://schemas.openxmlformats.org/presentationml/2006/main">
  <p:tag name="NUM" val="1"/>
</p:tagLst>
</file>

<file path=ppt/tags/tag99.xml><?xml version="1.0" encoding="utf-8"?>
<p:tagLst xmlns:a="http://schemas.openxmlformats.org/drawingml/2006/main" xmlns:r="http://schemas.openxmlformats.org/officeDocument/2006/relationships" xmlns:p="http://schemas.openxmlformats.org/presentationml/2006/main">
  <p:tag name="NUM" val="2"/>
</p:tagLst>
</file>

<file path=ppt/tags/tag100.xml><?xml version="1.0" encoding="utf-8"?>
<p:tagLst xmlns:a="http://schemas.openxmlformats.org/drawingml/2006/main" xmlns:r="http://schemas.openxmlformats.org/officeDocument/2006/relationships" xmlns:p="http://schemas.openxmlformats.org/presentationml/2006/main">
  <p:tag name="NUM" val="3"/>
</p:tagLst>
</file>

<file path=ppt/tags/tag101.xml><?xml version="1.0" encoding="utf-8"?>
<p:tagLst xmlns:a="http://schemas.openxmlformats.org/drawingml/2006/main" xmlns:r="http://schemas.openxmlformats.org/officeDocument/2006/relationships" xmlns:p="http://schemas.openxmlformats.org/presentationml/2006/main">
  <p:tag name="NUM" val="1"/>
</p:tagLst>
</file>

<file path=ppt/tags/tag102.xml><?xml version="1.0" encoding="utf-8"?>
<p:tagLst xmlns:a="http://schemas.openxmlformats.org/drawingml/2006/main" xmlns:r="http://schemas.openxmlformats.org/officeDocument/2006/relationships" xmlns:p="http://schemas.openxmlformats.org/presentationml/2006/main">
  <p:tag name="NUM" val="2"/>
</p:tagLst>
</file>

<file path=ppt/tags/tag103.xml><?xml version="1.0" encoding="utf-8"?>
<p:tagLst xmlns:a="http://schemas.openxmlformats.org/drawingml/2006/main" xmlns:r="http://schemas.openxmlformats.org/officeDocument/2006/relationships" xmlns:p="http://schemas.openxmlformats.org/presentationml/2006/main">
  <p:tag name="NUM" val="3"/>
</p:tagLst>
</file>

<file path=ppt/tags/tag104.xml><?xml version="1.0" encoding="utf-8"?>
<p:tagLst xmlns:a="http://schemas.openxmlformats.org/drawingml/2006/main" xmlns:r="http://schemas.openxmlformats.org/officeDocument/2006/relationships" xmlns:p="http://schemas.openxmlformats.org/presentationml/2006/main">
  <p:tag name="NUM" val="1"/>
</p:tagLst>
</file>

<file path=ppt/tags/tag105.xml><?xml version="1.0" encoding="utf-8"?>
<p:tagLst xmlns:a="http://schemas.openxmlformats.org/drawingml/2006/main" xmlns:r="http://schemas.openxmlformats.org/officeDocument/2006/relationships" xmlns:p="http://schemas.openxmlformats.org/presentationml/2006/main">
  <p:tag name="NUM" val="2"/>
</p:tagLst>
</file>

<file path=ppt/tags/tag106.xml><?xml version="1.0" encoding="utf-8"?>
<p:tagLst xmlns:a="http://schemas.openxmlformats.org/drawingml/2006/main" xmlns:r="http://schemas.openxmlformats.org/officeDocument/2006/relationships" xmlns:p="http://schemas.openxmlformats.org/presentationml/2006/main">
  <p:tag name="NUM" val="3"/>
</p:tagLst>
</file>

<file path=ppt/tags/tag107.xml><?xml version="1.0" encoding="utf-8"?>
<p:tagLst xmlns:a="http://schemas.openxmlformats.org/drawingml/2006/main" xmlns:r="http://schemas.openxmlformats.org/officeDocument/2006/relationships" xmlns:p="http://schemas.openxmlformats.org/presentationml/2006/main">
  <p:tag name="NUM" val="1"/>
</p:tagLst>
</file>

<file path=ppt/tags/tag108.xml><?xml version="1.0" encoding="utf-8"?>
<p:tagLst xmlns:a="http://schemas.openxmlformats.org/drawingml/2006/main" xmlns:r="http://schemas.openxmlformats.org/officeDocument/2006/relationships" xmlns:p="http://schemas.openxmlformats.org/presentationml/2006/main">
  <p:tag name="NUM" val="2"/>
</p:tagLst>
</file>

<file path=ppt/tags/tag109.xml><?xml version="1.0" encoding="utf-8"?>
<p:tagLst xmlns:a="http://schemas.openxmlformats.org/drawingml/2006/main" xmlns:r="http://schemas.openxmlformats.org/officeDocument/2006/relationships" xmlns:p="http://schemas.openxmlformats.org/presentationml/2006/main">
  <p:tag name="NUM" val="3"/>
</p:tagLst>
</file>

<file path=ppt/tags/tag110.xml><?xml version="1.0" encoding="utf-8"?>
<p:tagLst xmlns:a="http://schemas.openxmlformats.org/drawingml/2006/main" xmlns:r="http://schemas.openxmlformats.org/officeDocument/2006/relationships" xmlns:p="http://schemas.openxmlformats.org/presentationml/2006/main">
  <p:tag name="NUM" val="1"/>
</p:tagLst>
</file>

<file path=ppt/tags/tag111.xml><?xml version="1.0" encoding="utf-8"?>
<p:tagLst xmlns:a="http://schemas.openxmlformats.org/drawingml/2006/main" xmlns:r="http://schemas.openxmlformats.org/officeDocument/2006/relationships" xmlns:p="http://schemas.openxmlformats.org/presentationml/2006/main">
  <p:tag name="NUM" val="2"/>
</p:tagLst>
</file>

<file path=ppt/tags/tag112.xml><?xml version="1.0" encoding="utf-8"?>
<p:tagLst xmlns:a="http://schemas.openxmlformats.org/drawingml/2006/main" xmlns:r="http://schemas.openxmlformats.org/officeDocument/2006/relationships" xmlns:p="http://schemas.openxmlformats.org/presentationml/2006/main">
  <p:tag name="NUM" val="3"/>
</p:tagLst>
</file>

<file path=ppt/tags/tag113.xml><?xml version="1.0" encoding="utf-8"?>
<p:tagLst xmlns:a="http://schemas.openxmlformats.org/drawingml/2006/main" xmlns:r="http://schemas.openxmlformats.org/officeDocument/2006/relationships" xmlns:p="http://schemas.openxmlformats.org/presentationml/2006/main">
  <p:tag name="NUM" val="4"/>
</p:tagLst>
</file>

<file path=ppt/tags/tag114.xml><?xml version="1.0" encoding="utf-8"?>
<p:tagLst xmlns:a="http://schemas.openxmlformats.org/drawingml/2006/main" xmlns:r="http://schemas.openxmlformats.org/officeDocument/2006/relationships" xmlns:p="http://schemas.openxmlformats.org/presentationml/2006/main">
  <p:tag name="NUM" val="1"/>
</p:tagLst>
</file>

<file path=ppt/tags/tag115.xml><?xml version="1.0" encoding="utf-8"?>
<p:tagLst xmlns:a="http://schemas.openxmlformats.org/drawingml/2006/main" xmlns:r="http://schemas.openxmlformats.org/officeDocument/2006/relationships" xmlns:p="http://schemas.openxmlformats.org/presentationml/2006/main">
  <p:tag name="NUM" val="2"/>
</p:tagLst>
</file>

<file path=ppt/tags/tag116.xml><?xml version="1.0" encoding="utf-8"?>
<p:tagLst xmlns:a="http://schemas.openxmlformats.org/drawingml/2006/main" xmlns:r="http://schemas.openxmlformats.org/officeDocument/2006/relationships" xmlns:p="http://schemas.openxmlformats.org/presentationml/2006/main">
  <p:tag name="NUM" val="3"/>
</p:tagLst>
</file>

<file path=ppt/tags/tag117.xml><?xml version="1.0" encoding="utf-8"?>
<p:tagLst xmlns:a="http://schemas.openxmlformats.org/drawingml/2006/main" xmlns:r="http://schemas.openxmlformats.org/officeDocument/2006/relationships" xmlns:p="http://schemas.openxmlformats.org/presentationml/2006/main">
  <p:tag name="NUM" val="1"/>
</p:tagLst>
</file>

<file path=ppt/tags/tag118.xml><?xml version="1.0" encoding="utf-8"?>
<p:tagLst xmlns:a="http://schemas.openxmlformats.org/drawingml/2006/main" xmlns:r="http://schemas.openxmlformats.org/officeDocument/2006/relationships" xmlns:p="http://schemas.openxmlformats.org/presentationml/2006/main">
  <p:tag name="NUM" val="1"/>
</p:tagLst>
</file>

<file path=ppt/tags/tag119.xml><?xml version="1.0" encoding="utf-8"?>
<p:tagLst xmlns:a="http://schemas.openxmlformats.org/drawingml/2006/main" xmlns:r="http://schemas.openxmlformats.org/officeDocument/2006/relationships" xmlns:p="http://schemas.openxmlformats.org/presentationml/2006/main">
  <p:tag name="NUM" val="2"/>
</p:tagLst>
</file>

<file path=ppt/tags/tag120.xml><?xml version="1.0" encoding="utf-8"?>
<p:tagLst xmlns:a="http://schemas.openxmlformats.org/drawingml/2006/main" xmlns:r="http://schemas.openxmlformats.org/officeDocument/2006/relationships" xmlns:p="http://schemas.openxmlformats.org/presentationml/2006/main">
  <p:tag name="NUM" val="3"/>
</p:tagLst>
</file>

<file path=ppt/tags/tag121.xml><?xml version="1.0" encoding="utf-8"?>
<p:tagLst xmlns:a="http://schemas.openxmlformats.org/drawingml/2006/main" xmlns:r="http://schemas.openxmlformats.org/officeDocument/2006/relationships" xmlns:p="http://schemas.openxmlformats.org/presentationml/2006/main">
  <p:tag name="NUM" val="4"/>
</p:tagLst>
</file>

<file path=ppt/tags/tag122.xml><?xml version="1.0" encoding="utf-8"?>
<p:tagLst xmlns:a="http://schemas.openxmlformats.org/drawingml/2006/main" xmlns:r="http://schemas.openxmlformats.org/officeDocument/2006/relationships" xmlns:p="http://schemas.openxmlformats.org/presentationml/2006/main">
  <p:tag name="NUM" val="5"/>
</p:tagLst>
</file>

<file path=ppt/tags/tag123.xml><?xml version="1.0" encoding="utf-8"?>
<p:tagLst xmlns:a="http://schemas.openxmlformats.org/drawingml/2006/main" xmlns:r="http://schemas.openxmlformats.org/officeDocument/2006/relationships" xmlns:p="http://schemas.openxmlformats.org/presentationml/2006/main">
  <p:tag name="NUM" val="1"/>
</p:tagLst>
</file>

<file path=ppt/tags/tag124.xml><?xml version="1.0" encoding="utf-8"?>
<p:tagLst xmlns:a="http://schemas.openxmlformats.org/drawingml/2006/main" xmlns:r="http://schemas.openxmlformats.org/officeDocument/2006/relationships" xmlns:p="http://schemas.openxmlformats.org/presentationml/2006/main">
  <p:tag name="NUM" val="2"/>
</p:tagLst>
</file>

<file path=ppt/tags/tag125.xml><?xml version="1.0" encoding="utf-8"?>
<p:tagLst xmlns:a="http://schemas.openxmlformats.org/drawingml/2006/main" xmlns:r="http://schemas.openxmlformats.org/officeDocument/2006/relationships" xmlns:p="http://schemas.openxmlformats.org/presentationml/2006/main">
  <p:tag name="NUM" val="3"/>
</p:tagLst>
</file>

<file path=ppt/tags/tag126.xml><?xml version="1.0" encoding="utf-8"?>
<p:tagLst xmlns:a="http://schemas.openxmlformats.org/drawingml/2006/main" xmlns:r="http://schemas.openxmlformats.org/officeDocument/2006/relationships" xmlns:p="http://schemas.openxmlformats.org/presentationml/2006/main">
  <p:tag name="NUM" val="1"/>
</p:tagLst>
</file>

<file path=ppt/tags/tag127.xml><?xml version="1.0" encoding="utf-8"?>
<p:tagLst xmlns:a="http://schemas.openxmlformats.org/drawingml/2006/main" xmlns:r="http://schemas.openxmlformats.org/officeDocument/2006/relationships" xmlns:p="http://schemas.openxmlformats.org/presentationml/2006/main">
  <p:tag name="NUM" val="2"/>
</p:tagLst>
</file>

<file path=ppt/tags/tag128.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2" ma:contentTypeDescription="Crée un document." ma:contentTypeScope="" ma:versionID="0ebbd9a872aa4c132bd3d925cd34cc71">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5cfd5ee4064d1f443f65af0b4aba68e3"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2.xml><?xml version="1.0" encoding="utf-8"?>
<ds:datastoreItem xmlns:ds="http://schemas.openxmlformats.org/officeDocument/2006/customXml" ds:itemID="{1C0D2C95-BABC-47AD-A1E1-702DCD8872B0}">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c7454f8d-4c17-43a4-bc16-0cf0fc914fca"/>
    <ds:schemaRef ds:uri="eb899797-80f6-4e69-af82-8dc567209eda"/>
    <ds:schemaRef ds:uri="http://www.w3.org/XML/1998/namespace"/>
    <ds:schemaRef ds:uri="http://purl.org/dc/dcmitype/"/>
  </ds:schemaRefs>
</ds:datastoreItem>
</file>

<file path=customXml/itemProps3.xml><?xml version="1.0" encoding="utf-8"?>
<ds:datastoreItem xmlns:ds="http://schemas.openxmlformats.org/officeDocument/2006/customXml" ds:itemID="{4734B8D0-211A-4E64-8102-BF3A86D7BF34}"/>
</file>

<file path=docProps/app.xml><?xml version="1.0" encoding="utf-8"?>
<Properties xmlns="http://schemas.openxmlformats.org/officeDocument/2006/extended-properties" xmlns:vt="http://schemas.openxmlformats.org/officeDocument/2006/docPropsVTypes">
  <TotalTime>0</TotalTime>
  <Words>1979</Words>
  <Application>Microsoft Office PowerPoint</Application>
  <PresentationFormat>Grand écran</PresentationFormat>
  <Paragraphs>203</Paragraphs>
  <Slides>47</Slides>
  <Notes>25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47</vt:i4>
      </vt:variant>
    </vt:vector>
  </HeadingPairs>
  <TitlesOfParts>
    <vt:vector size="53" baseType="lpstr">
      <vt:lpstr>Abadi</vt:lpstr>
      <vt:lpstr>Arial</vt:lpstr>
      <vt:lpstr>Calibri</vt:lpstr>
      <vt:lpstr>Calibri Light</vt:lpstr>
      <vt:lpstr>Wingdings</vt:lpstr>
      <vt:lpstr>Office Theme</vt:lpstr>
      <vt:lpstr>Cycle Counts</vt:lpstr>
      <vt:lpstr>Table of Contents</vt:lpstr>
      <vt:lpstr>Planned Cycle Count Creation</vt:lpstr>
      <vt:lpstr>Planned Cycle Count</vt:lpstr>
      <vt:lpstr>Planned Cycle Count</vt:lpstr>
      <vt:lpstr>Planned Cycle Count</vt:lpstr>
      <vt:lpstr>Planned Cycle Count</vt:lpstr>
      <vt:lpstr>Planned Cycle Count</vt:lpstr>
      <vt:lpstr>Planned Cycle Count</vt:lpstr>
      <vt:lpstr>Planned Cycle Count</vt:lpstr>
      <vt:lpstr>Planned Cycle Count</vt:lpstr>
      <vt:lpstr>Planned Cycle Count</vt:lpstr>
      <vt:lpstr>Planned Cycle Count</vt:lpstr>
      <vt:lpstr>Planned Cycle Count</vt:lpstr>
      <vt:lpstr>Planned Cycle Count</vt:lpstr>
      <vt:lpstr>Planned Cycle Count</vt:lpstr>
      <vt:lpstr>Cycle Count with a Mobile Device  System-directed</vt:lpstr>
      <vt:lpstr>System-directed Cycle Count</vt:lpstr>
      <vt:lpstr>System-directed Cycle Count</vt:lpstr>
      <vt:lpstr>System-directed Cycle Count</vt:lpstr>
      <vt:lpstr>System-directed Cycle Count</vt:lpstr>
      <vt:lpstr>System-directed Cycle Count</vt:lpstr>
      <vt:lpstr>System-directed Cycle Count</vt:lpstr>
      <vt:lpstr>Cycle Count with a Mobile Device  Cycle Count by Order</vt:lpstr>
      <vt:lpstr>Cycle Count by Order</vt:lpstr>
      <vt:lpstr>Cycle Count by Order</vt:lpstr>
      <vt:lpstr>Cycle Count by Order </vt:lpstr>
      <vt:lpstr>Cycle Count with a Mobile Device Demand Cycle Count</vt:lpstr>
      <vt:lpstr>Demand Cycle Count</vt:lpstr>
      <vt:lpstr>Demand Cycle Count </vt:lpstr>
      <vt:lpstr>Demand Cycle Count </vt:lpstr>
      <vt:lpstr>Demand Cycle Count</vt:lpstr>
      <vt:lpstr>Demand Cycle Count</vt:lpstr>
      <vt:lpstr>Demand Cycle Count</vt:lpstr>
      <vt:lpstr>Cycle Count with a Desktop Computer</vt:lpstr>
      <vt:lpstr>Cycle Count with a Desktop Computer </vt:lpstr>
      <vt:lpstr>Cycle Count with a Desktop Computer </vt:lpstr>
      <vt:lpstr>Cycle Count with a Desktop Computer </vt:lpstr>
      <vt:lpstr>Cycle Count with a Desktop Computer </vt:lpstr>
      <vt:lpstr>Cycle Count with a Desktop Computer </vt:lpstr>
      <vt:lpstr>Cycle Count with a Desktop Computer </vt:lpstr>
      <vt:lpstr>Cycle Count with a Desktop Computer </vt:lpstr>
      <vt:lpstr>Cycle Count with a Desktop Computer </vt:lpstr>
      <vt:lpstr>Cycle Count Exceptions</vt:lpstr>
      <vt:lpstr>Cycle Count Exceptions</vt:lpstr>
      <vt:lpstr>Cycle Count Exceptions</vt:lpstr>
      <vt:lpstr>Cycle Count Exceptions</vt:lpstr>
    </vt:vector>
  </TitlesOfParts>
  <Company>Walter Surface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1</cp:revision>
  <dcterms:created xsi:type="dcterms:W3CDTF">2016-08-24T13:01:38Z</dcterms:created>
  <dcterms:modified xsi:type="dcterms:W3CDTF">2020-10-02T16:02:48Z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ies>
</file>