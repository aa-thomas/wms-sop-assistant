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286" r:id="rId6"/>
    <p:sldId id="347" r:id="rId7"/>
    <p:sldId id="330" r:id="rId8"/>
    <p:sldId id="355" r:id="rId9"/>
    <p:sldId id="350" r:id="rId10"/>
    <p:sldId id="351" r:id="rId11"/>
    <p:sldId id="352" r:id="rId12"/>
    <p:sldId id="354" r:id="rId13"/>
    <p:sldId id="356" r:id="rId14"/>
    <p:sldId id="353" r:id="rId15"/>
    <p:sldId id="357" r:id="rId16"/>
    <p:sldId id="358" r:id="rId17"/>
    <p:sldId id="359" r:id="rId18"/>
    <p:sldId id="36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A1EB40-4939-4231-9673-3F5451E5B3B7}" v="78" dt="2020-10-14T13:36:15.4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82" autoAdjust="0"/>
    <p:restoredTop sz="78108" autoAdjust="0"/>
  </p:normalViewPr>
  <p:slideViewPr>
    <p:cSldViewPr snapToGrid="0">
      <p:cViewPr varScale="1">
        <p:scale>
          <a:sx n="57" d="100"/>
          <a:sy n="57" d="100"/>
        </p:scale>
        <p:origin x="432" y="7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91FE276C-407B-4F83-BDB7-42FEB3DE1FC4}"/>
    <pc:docChg chg="undo redo custSel modSld">
      <pc:chgData name="Ella Vetter" userId="c6918cf5-f6c0-43cc-8499-a1f635017de9" providerId="ADAL" clId="{91FE276C-407B-4F83-BDB7-42FEB3DE1FC4}" dt="2020-10-09T17:28:51.149" v="68" actId="20577"/>
      <pc:docMkLst>
        <pc:docMk/>
      </pc:docMkLst>
      <pc:sldChg chg="modSp mod">
        <pc:chgData name="Ella Vetter" userId="c6918cf5-f6c0-43cc-8499-a1f635017de9" providerId="ADAL" clId="{91FE276C-407B-4F83-BDB7-42FEB3DE1FC4}" dt="2020-10-09T14:07:44.963" v="2" actId="14100"/>
        <pc:sldMkLst>
          <pc:docMk/>
          <pc:sldMk cId="1993397138" sldId="286"/>
        </pc:sldMkLst>
        <pc:spChg chg="mod">
          <ac:chgData name="Ella Vetter" userId="c6918cf5-f6c0-43cc-8499-a1f635017de9" providerId="ADAL" clId="{91FE276C-407B-4F83-BDB7-42FEB3DE1FC4}" dt="2020-10-09T14:07:44.963" v="2" actId="14100"/>
          <ac:spMkLst>
            <pc:docMk/>
            <pc:sldMk cId="1993397138" sldId="286"/>
            <ac:spMk id="3" creationId="{37B56F8A-6BEF-459C-AFA4-6D790D24F1CB}"/>
          </ac:spMkLst>
        </pc:spChg>
      </pc:sldChg>
      <pc:sldChg chg="modSp mod">
        <pc:chgData name="Ella Vetter" userId="c6918cf5-f6c0-43cc-8499-a1f635017de9" providerId="ADAL" clId="{91FE276C-407B-4F83-BDB7-42FEB3DE1FC4}" dt="2020-10-09T17:26:41.794" v="65" actId="20577"/>
        <pc:sldMkLst>
          <pc:docMk/>
          <pc:sldMk cId="2949972059" sldId="332"/>
        </pc:sldMkLst>
        <pc:spChg chg="mod">
          <ac:chgData name="Ella Vetter" userId="c6918cf5-f6c0-43cc-8499-a1f635017de9" providerId="ADAL" clId="{91FE276C-407B-4F83-BDB7-42FEB3DE1FC4}" dt="2020-10-09T17:26:41.794" v="65" actId="20577"/>
          <ac:spMkLst>
            <pc:docMk/>
            <pc:sldMk cId="2949972059" sldId="332"/>
            <ac:spMk id="3" creationId="{7E54F556-4D48-4B26-B56B-14903DBF0227}"/>
          </ac:spMkLst>
        </pc:spChg>
      </pc:sldChg>
      <pc:sldChg chg="modSp mod">
        <pc:chgData name="Ella Vetter" userId="c6918cf5-f6c0-43cc-8499-a1f635017de9" providerId="ADAL" clId="{91FE276C-407B-4F83-BDB7-42FEB3DE1FC4}" dt="2020-10-09T17:26:31.492" v="60" actId="20577"/>
        <pc:sldMkLst>
          <pc:docMk/>
          <pc:sldMk cId="110084408" sldId="357"/>
        </pc:sldMkLst>
        <pc:spChg chg="mod">
          <ac:chgData name="Ella Vetter" userId="c6918cf5-f6c0-43cc-8499-a1f635017de9" providerId="ADAL" clId="{91FE276C-407B-4F83-BDB7-42FEB3DE1FC4}" dt="2020-10-09T17:26:31.492" v="60" actId="20577"/>
          <ac:spMkLst>
            <pc:docMk/>
            <pc:sldMk cId="110084408" sldId="357"/>
            <ac:spMk id="4" creationId="{E0C5F203-6934-4EFB-90B8-43BB503E1648}"/>
          </ac:spMkLst>
        </pc:spChg>
      </pc:sldChg>
      <pc:sldChg chg="modSp mod">
        <pc:chgData name="Ella Vetter" userId="c6918cf5-f6c0-43cc-8499-a1f635017de9" providerId="ADAL" clId="{91FE276C-407B-4F83-BDB7-42FEB3DE1FC4}" dt="2020-10-09T14:41:57" v="32" actId="20577"/>
        <pc:sldMkLst>
          <pc:docMk/>
          <pc:sldMk cId="1369638370" sldId="358"/>
        </pc:sldMkLst>
        <pc:spChg chg="mod">
          <ac:chgData name="Ella Vetter" userId="c6918cf5-f6c0-43cc-8499-a1f635017de9" providerId="ADAL" clId="{91FE276C-407B-4F83-BDB7-42FEB3DE1FC4}" dt="2020-10-09T14:41:57" v="32" actId="20577"/>
          <ac:spMkLst>
            <pc:docMk/>
            <pc:sldMk cId="1369638370" sldId="358"/>
            <ac:spMk id="4" creationId="{1EB0B600-E5A4-45A9-AED7-ACB9F2BBB11D}"/>
          </ac:spMkLst>
        </pc:spChg>
      </pc:sldChg>
      <pc:sldChg chg="modSp mod">
        <pc:chgData name="Ella Vetter" userId="c6918cf5-f6c0-43cc-8499-a1f635017de9" providerId="ADAL" clId="{91FE276C-407B-4F83-BDB7-42FEB3DE1FC4}" dt="2020-10-09T17:27:21.432" v="66" actId="20577"/>
        <pc:sldMkLst>
          <pc:docMk/>
          <pc:sldMk cId="3018599899" sldId="365"/>
        </pc:sldMkLst>
        <pc:spChg chg="mod">
          <ac:chgData name="Ella Vetter" userId="c6918cf5-f6c0-43cc-8499-a1f635017de9" providerId="ADAL" clId="{91FE276C-407B-4F83-BDB7-42FEB3DE1FC4}" dt="2020-10-09T17:27:21.432" v="66" actId="20577"/>
          <ac:spMkLst>
            <pc:docMk/>
            <pc:sldMk cId="3018599899" sldId="365"/>
            <ac:spMk id="4" creationId="{135412F4-4223-4159-964F-F2E724B1E621}"/>
          </ac:spMkLst>
        </pc:spChg>
      </pc:sldChg>
      <pc:sldChg chg="modSp mod">
        <pc:chgData name="Ella Vetter" userId="c6918cf5-f6c0-43cc-8499-a1f635017de9" providerId="ADAL" clId="{91FE276C-407B-4F83-BDB7-42FEB3DE1FC4}" dt="2020-10-09T17:27:33.650" v="67" actId="20577"/>
        <pc:sldMkLst>
          <pc:docMk/>
          <pc:sldMk cId="2456304505" sldId="366"/>
        </pc:sldMkLst>
        <pc:spChg chg="mod">
          <ac:chgData name="Ella Vetter" userId="c6918cf5-f6c0-43cc-8499-a1f635017de9" providerId="ADAL" clId="{91FE276C-407B-4F83-BDB7-42FEB3DE1FC4}" dt="2020-10-09T17:27:33.650" v="67" actId="20577"/>
          <ac:spMkLst>
            <pc:docMk/>
            <pc:sldMk cId="2456304505" sldId="366"/>
            <ac:spMk id="3" creationId="{D5D596DB-88FA-4D57-8277-AAE265DF59AB}"/>
          </ac:spMkLst>
        </pc:spChg>
      </pc:sldChg>
      <pc:sldChg chg="modSp mod">
        <pc:chgData name="Ella Vetter" userId="c6918cf5-f6c0-43cc-8499-a1f635017de9" providerId="ADAL" clId="{91FE276C-407B-4F83-BDB7-42FEB3DE1FC4}" dt="2020-10-09T17:28:51.149" v="68" actId="20577"/>
        <pc:sldMkLst>
          <pc:docMk/>
          <pc:sldMk cId="3845638730" sldId="382"/>
        </pc:sldMkLst>
        <pc:spChg chg="mod">
          <ac:chgData name="Ella Vetter" userId="c6918cf5-f6c0-43cc-8499-a1f635017de9" providerId="ADAL" clId="{91FE276C-407B-4F83-BDB7-42FEB3DE1FC4}" dt="2020-10-09T17:28:51.149" v="68" actId="20577"/>
          <ac:spMkLst>
            <pc:docMk/>
            <pc:sldMk cId="3845638730" sldId="382"/>
            <ac:spMk id="4" creationId="{A69AB5AA-43C0-4E25-ACCA-532060E3A4C0}"/>
          </ac:spMkLst>
        </pc:spChg>
      </pc:sldChg>
      <pc:sldChg chg="modSp mod">
        <pc:chgData name="Ella Vetter" userId="c6918cf5-f6c0-43cc-8499-a1f635017de9" providerId="ADAL" clId="{91FE276C-407B-4F83-BDB7-42FEB3DE1FC4}" dt="2020-10-09T16:58:00.571" v="50" actId="20577"/>
        <pc:sldMkLst>
          <pc:docMk/>
          <pc:sldMk cId="41744175" sldId="390"/>
        </pc:sldMkLst>
        <pc:spChg chg="mod">
          <ac:chgData name="Ella Vetter" userId="c6918cf5-f6c0-43cc-8499-a1f635017de9" providerId="ADAL" clId="{91FE276C-407B-4F83-BDB7-42FEB3DE1FC4}" dt="2020-10-09T16:58:00.571" v="50" actId="20577"/>
          <ac:spMkLst>
            <pc:docMk/>
            <pc:sldMk cId="41744175" sldId="390"/>
            <ac:spMk id="3" creationId="{FBB294F5-79F2-4460-AD2D-0457A7042C4D}"/>
          </ac:spMkLst>
        </pc:spChg>
      </pc:sldChg>
      <pc:sldChg chg="modSp mod">
        <pc:chgData name="Ella Vetter" userId="c6918cf5-f6c0-43cc-8499-a1f635017de9" providerId="ADAL" clId="{91FE276C-407B-4F83-BDB7-42FEB3DE1FC4}" dt="2020-10-09T14:17:52.036" v="5" actId="20577"/>
        <pc:sldMkLst>
          <pc:docMk/>
          <pc:sldMk cId="3645563717" sldId="392"/>
        </pc:sldMkLst>
        <pc:spChg chg="mod">
          <ac:chgData name="Ella Vetter" userId="c6918cf5-f6c0-43cc-8499-a1f635017de9" providerId="ADAL" clId="{91FE276C-407B-4F83-BDB7-42FEB3DE1FC4}" dt="2020-10-09T14:17:52.036" v="5" actId="20577"/>
          <ac:spMkLst>
            <pc:docMk/>
            <pc:sldMk cId="3645563717" sldId="392"/>
            <ac:spMk id="4" creationId="{47F79E1B-9C25-4D33-A82B-9F37A56A6237}"/>
          </ac:spMkLst>
        </pc:spChg>
      </pc:sldChg>
      <pc:sldChg chg="modSp mod">
        <pc:chgData name="Ella Vetter" userId="c6918cf5-f6c0-43cc-8499-a1f635017de9" providerId="ADAL" clId="{91FE276C-407B-4F83-BDB7-42FEB3DE1FC4}" dt="2020-10-09T16:58:45.929" v="51" actId="20577"/>
        <pc:sldMkLst>
          <pc:docMk/>
          <pc:sldMk cId="37957990" sldId="393"/>
        </pc:sldMkLst>
        <pc:spChg chg="mod">
          <ac:chgData name="Ella Vetter" userId="c6918cf5-f6c0-43cc-8499-a1f635017de9" providerId="ADAL" clId="{91FE276C-407B-4F83-BDB7-42FEB3DE1FC4}" dt="2020-10-09T16:58:45.929" v="51" actId="20577"/>
          <ac:spMkLst>
            <pc:docMk/>
            <pc:sldMk cId="37957990" sldId="393"/>
            <ac:spMk id="4" creationId="{C01F08F8-4D9C-403F-AD2A-FCCB5C0C2D71}"/>
          </ac:spMkLst>
        </pc:spChg>
      </pc:sldChg>
      <pc:sldChg chg="modSp mod">
        <pc:chgData name="Ella Vetter" userId="c6918cf5-f6c0-43cc-8499-a1f635017de9" providerId="ADAL" clId="{91FE276C-407B-4F83-BDB7-42FEB3DE1FC4}" dt="2020-10-09T14:18:01.819" v="12" actId="20577"/>
        <pc:sldMkLst>
          <pc:docMk/>
          <pc:sldMk cId="1394911306" sldId="394"/>
        </pc:sldMkLst>
        <pc:spChg chg="mod">
          <ac:chgData name="Ella Vetter" userId="c6918cf5-f6c0-43cc-8499-a1f635017de9" providerId="ADAL" clId="{91FE276C-407B-4F83-BDB7-42FEB3DE1FC4}" dt="2020-10-09T14:18:01.819" v="12" actId="20577"/>
          <ac:spMkLst>
            <pc:docMk/>
            <pc:sldMk cId="1394911306" sldId="394"/>
            <ac:spMk id="4" creationId="{826CE4EF-4E05-4ECB-8775-0DF2F217C37B}"/>
          </ac:spMkLst>
        </pc:spChg>
      </pc:sldChg>
      <pc:sldChg chg="modSp mod">
        <pc:chgData name="Ella Vetter" userId="c6918cf5-f6c0-43cc-8499-a1f635017de9" providerId="ADAL" clId="{91FE276C-407B-4F83-BDB7-42FEB3DE1FC4}" dt="2020-10-09T14:18:07.058" v="14" actId="20577"/>
        <pc:sldMkLst>
          <pc:docMk/>
          <pc:sldMk cId="1318642779" sldId="395"/>
        </pc:sldMkLst>
        <pc:spChg chg="mod">
          <ac:chgData name="Ella Vetter" userId="c6918cf5-f6c0-43cc-8499-a1f635017de9" providerId="ADAL" clId="{91FE276C-407B-4F83-BDB7-42FEB3DE1FC4}" dt="2020-10-09T14:18:07.058" v="14" actId="20577"/>
          <ac:spMkLst>
            <pc:docMk/>
            <pc:sldMk cId="1318642779" sldId="395"/>
            <ac:spMk id="4" creationId="{AE16E9BB-3B53-40E8-B24F-00E07C9AC609}"/>
          </ac:spMkLst>
        </pc:spChg>
      </pc:sldChg>
      <pc:sldChg chg="modSp mod">
        <pc:chgData name="Ella Vetter" userId="c6918cf5-f6c0-43cc-8499-a1f635017de9" providerId="ADAL" clId="{91FE276C-407B-4F83-BDB7-42FEB3DE1FC4}" dt="2020-10-09T14:18:10.389" v="15" actId="20577"/>
        <pc:sldMkLst>
          <pc:docMk/>
          <pc:sldMk cId="404388484" sldId="396"/>
        </pc:sldMkLst>
        <pc:spChg chg="mod">
          <ac:chgData name="Ella Vetter" userId="c6918cf5-f6c0-43cc-8499-a1f635017de9" providerId="ADAL" clId="{91FE276C-407B-4F83-BDB7-42FEB3DE1FC4}" dt="2020-10-09T14:18:10.389" v="15" actId="20577"/>
          <ac:spMkLst>
            <pc:docMk/>
            <pc:sldMk cId="404388484" sldId="396"/>
            <ac:spMk id="4" creationId="{F3F5C409-A4E0-4D24-9F5C-469E6EB8B1E9}"/>
          </ac:spMkLst>
        </pc:spChg>
      </pc:sldChg>
      <pc:sldChg chg="modSp mod">
        <pc:chgData name="Ella Vetter" userId="c6918cf5-f6c0-43cc-8499-a1f635017de9" providerId="ADAL" clId="{91FE276C-407B-4F83-BDB7-42FEB3DE1FC4}" dt="2020-10-09T14:18:04.345" v="13" actId="20577"/>
        <pc:sldMkLst>
          <pc:docMk/>
          <pc:sldMk cId="3906019701" sldId="397"/>
        </pc:sldMkLst>
        <pc:spChg chg="mod">
          <ac:chgData name="Ella Vetter" userId="c6918cf5-f6c0-43cc-8499-a1f635017de9" providerId="ADAL" clId="{91FE276C-407B-4F83-BDB7-42FEB3DE1FC4}" dt="2020-10-09T14:18:04.345" v="13" actId="20577"/>
          <ac:spMkLst>
            <pc:docMk/>
            <pc:sldMk cId="3906019701" sldId="397"/>
            <ac:spMk id="4" creationId="{826CE4EF-4E05-4ECB-8775-0DF2F217C37B}"/>
          </ac:spMkLst>
        </pc:spChg>
      </pc:sldChg>
      <pc:sldChg chg="modSp mod">
        <pc:chgData name="Ella Vetter" userId="c6918cf5-f6c0-43cc-8499-a1f635017de9" providerId="ADAL" clId="{91FE276C-407B-4F83-BDB7-42FEB3DE1FC4}" dt="2020-10-09T14:18:13.094" v="16" actId="20577"/>
        <pc:sldMkLst>
          <pc:docMk/>
          <pc:sldMk cId="1455314679" sldId="398"/>
        </pc:sldMkLst>
        <pc:spChg chg="mod">
          <ac:chgData name="Ella Vetter" userId="c6918cf5-f6c0-43cc-8499-a1f635017de9" providerId="ADAL" clId="{91FE276C-407B-4F83-BDB7-42FEB3DE1FC4}" dt="2020-10-09T14:18:13.094" v="16" actId="20577"/>
          <ac:spMkLst>
            <pc:docMk/>
            <pc:sldMk cId="1455314679" sldId="398"/>
            <ac:spMk id="5" creationId="{F5D80B86-E7C7-44EA-A553-29A1D98F46F3}"/>
          </ac:spMkLst>
        </pc:spChg>
      </pc:sldChg>
      <pc:sldChg chg="modSp mod">
        <pc:chgData name="Ella Vetter" userId="c6918cf5-f6c0-43cc-8499-a1f635017de9" providerId="ADAL" clId="{91FE276C-407B-4F83-BDB7-42FEB3DE1FC4}" dt="2020-10-09T14:18:15.802" v="17" actId="20577"/>
        <pc:sldMkLst>
          <pc:docMk/>
          <pc:sldMk cId="1893464992" sldId="399"/>
        </pc:sldMkLst>
        <pc:spChg chg="mod">
          <ac:chgData name="Ella Vetter" userId="c6918cf5-f6c0-43cc-8499-a1f635017de9" providerId="ADAL" clId="{91FE276C-407B-4F83-BDB7-42FEB3DE1FC4}" dt="2020-10-09T14:18:15.802" v="17" actId="20577"/>
          <ac:spMkLst>
            <pc:docMk/>
            <pc:sldMk cId="1893464992" sldId="399"/>
            <ac:spMk id="5" creationId="{4ED336DA-AF05-4D3A-A800-A9344F84059D}"/>
          </ac:spMkLst>
        </pc:spChg>
      </pc:sldChg>
      <pc:sldChg chg="modSp mod">
        <pc:chgData name="Ella Vetter" userId="c6918cf5-f6c0-43cc-8499-a1f635017de9" providerId="ADAL" clId="{91FE276C-407B-4F83-BDB7-42FEB3DE1FC4}" dt="2020-10-09T14:18:23.943" v="20" actId="20577"/>
        <pc:sldMkLst>
          <pc:docMk/>
          <pc:sldMk cId="2679345019" sldId="400"/>
        </pc:sldMkLst>
        <pc:spChg chg="mod">
          <ac:chgData name="Ella Vetter" userId="c6918cf5-f6c0-43cc-8499-a1f635017de9" providerId="ADAL" clId="{91FE276C-407B-4F83-BDB7-42FEB3DE1FC4}" dt="2020-10-09T14:18:23.943" v="20" actId="20577"/>
          <ac:spMkLst>
            <pc:docMk/>
            <pc:sldMk cId="2679345019" sldId="400"/>
            <ac:spMk id="4" creationId="{DE139EEF-415C-4428-8AD7-362AFBBD561F}"/>
          </ac:spMkLst>
        </pc:spChg>
      </pc:sldChg>
      <pc:sldChg chg="modSp mod">
        <pc:chgData name="Ella Vetter" userId="c6918cf5-f6c0-43cc-8499-a1f635017de9" providerId="ADAL" clId="{91FE276C-407B-4F83-BDB7-42FEB3DE1FC4}" dt="2020-10-09T14:18:29.254" v="24" actId="20577"/>
        <pc:sldMkLst>
          <pc:docMk/>
          <pc:sldMk cId="1459112264" sldId="401"/>
        </pc:sldMkLst>
        <pc:spChg chg="mod">
          <ac:chgData name="Ella Vetter" userId="c6918cf5-f6c0-43cc-8499-a1f635017de9" providerId="ADAL" clId="{91FE276C-407B-4F83-BDB7-42FEB3DE1FC4}" dt="2020-10-09T14:18:29.254" v="24" actId="20577"/>
          <ac:spMkLst>
            <pc:docMk/>
            <pc:sldMk cId="1459112264" sldId="401"/>
            <ac:spMk id="4" creationId="{B370D963-B9D3-4DB3-8158-41D683142447}"/>
          </ac:spMkLst>
        </pc:spChg>
      </pc:sldChg>
    </pc:docChg>
  </pc:docChgLst>
  <pc:docChgLst>
    <pc:chgData name="Ella Vetter" userId="c6918cf5-f6c0-43cc-8499-a1f635017de9" providerId="ADAL" clId="{A65C12B9-E9A2-40CE-9D73-AD0AA03AE054}"/>
    <pc:docChg chg="modSld">
      <pc:chgData name="Ella Vetter" userId="c6918cf5-f6c0-43cc-8499-a1f635017de9" providerId="ADAL" clId="{A65C12B9-E9A2-40CE-9D73-AD0AA03AE054}" dt="2020-09-18T11:38:21.318" v="84" actId="113"/>
      <pc:docMkLst>
        <pc:docMk/>
      </pc:docMkLst>
      <pc:sldChg chg="modSp mod">
        <pc:chgData name="Ella Vetter" userId="c6918cf5-f6c0-43cc-8499-a1f635017de9" providerId="ADAL" clId="{A65C12B9-E9A2-40CE-9D73-AD0AA03AE054}" dt="2020-09-18T11:38:21.318" v="84" actId="113"/>
        <pc:sldMkLst>
          <pc:docMk/>
          <pc:sldMk cId="4108423597" sldId="256"/>
        </pc:sldMkLst>
        <pc:spChg chg="mod">
          <ac:chgData name="Ella Vetter" userId="c6918cf5-f6c0-43cc-8499-a1f635017de9" providerId="ADAL" clId="{A65C12B9-E9A2-40CE-9D73-AD0AA03AE054}" dt="2020-09-18T11:38:21.318" v="84" actId="113"/>
          <ac:spMkLst>
            <pc:docMk/>
            <pc:sldMk cId="4108423597" sldId="256"/>
            <ac:spMk id="2" creationId="{00000000-0000-0000-0000-000000000000}"/>
          </ac:spMkLst>
        </pc:spChg>
      </pc:sldChg>
    </pc:docChg>
  </pc:docChgLst>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90A1EB40-4939-4231-9673-3F5451E5B3B7}"/>
    <pc:docChg chg="modSld">
      <pc:chgData name="Ella Vetter" userId="c6918cf5-f6c0-43cc-8499-a1f635017de9" providerId="ADAL" clId="{90A1EB40-4939-4231-9673-3F5451E5B3B7}" dt="2020-10-14T13:36:27.920" v="53" actId="20577"/>
      <pc:docMkLst>
        <pc:docMk/>
      </pc:docMkLst>
      <pc:sldChg chg="modSp mod">
        <pc:chgData name="Ella Vetter" userId="c6918cf5-f6c0-43cc-8499-a1f635017de9" providerId="ADAL" clId="{90A1EB40-4939-4231-9673-3F5451E5B3B7}" dt="2020-10-13T21:29:44.525" v="0" actId="20577"/>
        <pc:sldMkLst>
          <pc:docMk/>
          <pc:sldMk cId="4108423597" sldId="256"/>
        </pc:sldMkLst>
        <pc:spChg chg="mod">
          <ac:chgData name="Ella Vetter" userId="c6918cf5-f6c0-43cc-8499-a1f635017de9" providerId="ADAL" clId="{90A1EB40-4939-4231-9673-3F5451E5B3B7}" dt="2020-10-13T21:29:44.525" v="0" actId="20577"/>
          <ac:spMkLst>
            <pc:docMk/>
            <pc:sldMk cId="4108423597" sldId="256"/>
            <ac:spMk id="3" creationId="{00000000-0000-0000-0000-000000000000}"/>
          </ac:spMkLst>
        </pc:spChg>
      </pc:sldChg>
      <pc:sldChg chg="modSp mod">
        <pc:chgData name="Ella Vetter" userId="c6918cf5-f6c0-43cc-8499-a1f635017de9" providerId="ADAL" clId="{90A1EB40-4939-4231-9673-3F5451E5B3B7}" dt="2020-10-14T13:31:31.637" v="6" actId="14100"/>
        <pc:sldMkLst>
          <pc:docMk/>
          <pc:sldMk cId="1221810984" sldId="330"/>
        </pc:sldMkLst>
        <pc:spChg chg="mod">
          <ac:chgData name="Ella Vetter" userId="c6918cf5-f6c0-43cc-8499-a1f635017de9" providerId="ADAL" clId="{90A1EB40-4939-4231-9673-3F5451E5B3B7}" dt="2020-10-14T13:31:31.637" v="6" actId="14100"/>
          <ac:spMkLst>
            <pc:docMk/>
            <pc:sldMk cId="1221810984" sldId="330"/>
            <ac:spMk id="3" creationId="{8B0FDF20-2195-4CCD-8E3D-4FF9D45E3BD5}"/>
          </ac:spMkLst>
        </pc:spChg>
      </pc:sldChg>
      <pc:sldChg chg="modSp mod">
        <pc:chgData name="Ella Vetter" userId="c6918cf5-f6c0-43cc-8499-a1f635017de9" providerId="ADAL" clId="{90A1EB40-4939-4231-9673-3F5451E5B3B7}" dt="2020-10-14T13:32:41.127" v="18" actId="14100"/>
        <pc:sldMkLst>
          <pc:docMk/>
          <pc:sldMk cId="1703881331" sldId="350"/>
        </pc:sldMkLst>
        <pc:spChg chg="mod">
          <ac:chgData name="Ella Vetter" userId="c6918cf5-f6c0-43cc-8499-a1f635017de9" providerId="ADAL" clId="{90A1EB40-4939-4231-9673-3F5451E5B3B7}" dt="2020-10-14T13:32:41.127" v="18" actId="14100"/>
          <ac:spMkLst>
            <pc:docMk/>
            <pc:sldMk cId="1703881331" sldId="350"/>
            <ac:spMk id="10" creationId="{5E3D639D-CFA8-4E89-A4A5-6672DFBD3833}"/>
          </ac:spMkLst>
        </pc:spChg>
      </pc:sldChg>
      <pc:sldChg chg="modSp mod">
        <pc:chgData name="Ella Vetter" userId="c6918cf5-f6c0-43cc-8499-a1f635017de9" providerId="ADAL" clId="{90A1EB40-4939-4231-9673-3F5451E5B3B7}" dt="2020-10-14T13:36:27.920" v="53" actId="20577"/>
        <pc:sldMkLst>
          <pc:docMk/>
          <pc:sldMk cId="4268097088" sldId="355"/>
        </pc:sldMkLst>
        <pc:spChg chg="mod">
          <ac:chgData name="Ella Vetter" userId="c6918cf5-f6c0-43cc-8499-a1f635017de9" providerId="ADAL" clId="{90A1EB40-4939-4231-9673-3F5451E5B3B7}" dt="2020-10-14T13:36:27.920" v="53" actId="20577"/>
          <ac:spMkLst>
            <pc:docMk/>
            <pc:sldMk cId="4268097088" sldId="355"/>
            <ac:spMk id="3" creationId="{8B0FDF20-2195-4CCD-8E3D-4FF9D45E3BD5}"/>
          </ac:spMkLst>
        </pc:spChg>
      </pc:sldChg>
      <pc:sldChg chg="modSp mod">
        <pc:chgData name="Ella Vetter" userId="c6918cf5-f6c0-43cc-8499-a1f635017de9" providerId="ADAL" clId="{90A1EB40-4939-4231-9673-3F5451E5B3B7}" dt="2020-10-14T13:34:09.590" v="46" actId="20577"/>
        <pc:sldMkLst>
          <pc:docMk/>
          <pc:sldMk cId="1980450412" sldId="356"/>
        </pc:sldMkLst>
        <pc:spChg chg="mod">
          <ac:chgData name="Ella Vetter" userId="c6918cf5-f6c0-43cc-8499-a1f635017de9" providerId="ADAL" clId="{90A1EB40-4939-4231-9673-3F5451E5B3B7}" dt="2020-10-14T13:34:09.590" v="46" actId="20577"/>
          <ac:spMkLst>
            <pc:docMk/>
            <pc:sldMk cId="1980450412" sldId="356"/>
            <ac:spMk id="5" creationId="{1CB55058-AA07-4462-92A1-4CBB7D421249}"/>
          </ac:spMkLst>
        </pc:spChg>
        <pc:picChg chg="mod">
          <ac:chgData name="Ella Vetter" userId="c6918cf5-f6c0-43cc-8499-a1f635017de9" providerId="ADAL" clId="{90A1EB40-4939-4231-9673-3F5451E5B3B7}" dt="2020-10-14T13:34:00.426" v="24" actId="1036"/>
          <ac:picMkLst>
            <pc:docMk/>
            <pc:sldMk cId="1980450412" sldId="356"/>
            <ac:picMk id="7" creationId="{15FFFE2F-396B-48BD-AF50-016AD633D341}"/>
          </ac:picMkLst>
        </pc:picChg>
      </pc:sldChg>
      <pc:sldChg chg="modSp mod">
        <pc:chgData name="Ella Vetter" userId="c6918cf5-f6c0-43cc-8499-a1f635017de9" providerId="ADAL" clId="{90A1EB40-4939-4231-9673-3F5451E5B3B7}" dt="2020-10-14T13:34:42.059" v="48" actId="14100"/>
        <pc:sldMkLst>
          <pc:docMk/>
          <pc:sldMk cId="1919938583" sldId="358"/>
        </pc:sldMkLst>
        <pc:spChg chg="mod">
          <ac:chgData name="Ella Vetter" userId="c6918cf5-f6c0-43cc-8499-a1f635017de9" providerId="ADAL" clId="{90A1EB40-4939-4231-9673-3F5451E5B3B7}" dt="2020-10-14T13:34:42.059" v="48" actId="14100"/>
          <ac:spMkLst>
            <pc:docMk/>
            <pc:sldMk cId="1919938583" sldId="358"/>
            <ac:spMk id="5" creationId="{FC9C8BC0-763F-43D3-A8A7-052B83EC83E2}"/>
          </ac:spMkLst>
        </pc:spChg>
      </pc:sldChg>
      <pc:sldChg chg="modSp mod">
        <pc:chgData name="Ella Vetter" userId="c6918cf5-f6c0-43cc-8499-a1f635017de9" providerId="ADAL" clId="{90A1EB40-4939-4231-9673-3F5451E5B3B7}" dt="2020-10-14T13:34:54.477" v="52" actId="1035"/>
        <pc:sldMkLst>
          <pc:docMk/>
          <pc:sldMk cId="1132200708" sldId="360"/>
        </pc:sldMkLst>
        <pc:picChg chg="mod">
          <ac:chgData name="Ella Vetter" userId="c6918cf5-f6c0-43cc-8499-a1f635017de9" providerId="ADAL" clId="{90A1EB40-4939-4231-9673-3F5451E5B3B7}" dt="2020-10-14T13:34:54.477" v="52" actId="1035"/>
          <ac:picMkLst>
            <pc:docMk/>
            <pc:sldMk cId="1132200708" sldId="360"/>
            <ac:picMk id="7" creationId="{D3C44E31-2927-4865-B4A4-33B7B7140D63}"/>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3496648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a:t>
            </a:fld>
            <a:endParaRPr lang="en-CA"/>
          </a:p>
        </p:txBody>
      </p:sp>
    </p:spTree>
    <p:extLst>
      <p:ext uri="{BB962C8B-B14F-4D97-AF65-F5344CB8AC3E}">
        <p14:creationId xmlns:p14="http://schemas.microsoft.com/office/powerpoint/2010/main" val="466217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a:t>
            </a:fld>
            <a:endParaRPr lang="en-CA"/>
          </a:p>
        </p:txBody>
      </p:sp>
    </p:spTree>
    <p:extLst>
      <p:ext uri="{BB962C8B-B14F-4D97-AF65-F5344CB8AC3E}">
        <p14:creationId xmlns:p14="http://schemas.microsoft.com/office/powerpoint/2010/main" val="3225535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3090251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2983673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12</a:t>
            </a:fld>
            <a:endParaRPr lang="en-CA"/>
          </a:p>
        </p:txBody>
      </p:sp>
    </p:spTree>
    <p:extLst>
      <p:ext uri="{BB962C8B-B14F-4D97-AF65-F5344CB8AC3E}">
        <p14:creationId xmlns:p14="http://schemas.microsoft.com/office/powerpoint/2010/main" val="2307892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4165140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11.xml"/><Relationship Id="rId5" Type="http://schemas.openxmlformats.org/officeDocument/2006/relationships/slide" Target="slide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4.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5.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 Target="slide11.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7.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9.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8.png"/><Relationship Id="rId5" Type="http://schemas.openxmlformats.org/officeDocument/2006/relationships/slideLayout" Target="../slideLayouts/slideLayout2.xml"/><Relationship Id="rId4"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Production</a:t>
            </a:r>
            <a:br>
              <a:rPr lang="en-CA" sz="4400" b="1" dirty="0"/>
            </a:br>
            <a:r>
              <a:rPr lang="en-CA" sz="4400" dirty="0"/>
              <a:t>Production Completion Entry</a:t>
            </a:r>
            <a:br>
              <a:rPr lang="en-CA" sz="4400" dirty="0"/>
            </a:br>
            <a:r>
              <a:rPr lang="en-CA" sz="4400" dirty="0"/>
              <a:t>&amp; Post</a:t>
            </a:r>
            <a:endParaRPr lang="en-US" sz="4400" dirty="0"/>
          </a:p>
        </p:txBody>
      </p:sp>
      <p:sp>
        <p:nvSpPr>
          <p:cNvPr id="3" name="Subtitle 2"/>
          <p:cNvSpPr>
            <a:spLocks noGrp="1"/>
          </p:cNvSpPr>
          <p:nvPr>
            <p:ph type="subTitle" idx="1"/>
            <p:custDataLst>
              <p:tags r:id="rId2"/>
            </p:custDataLst>
          </p:nvPr>
        </p:nvSpPr>
        <p:spPr/>
        <p:txBody>
          <a:bodyPr/>
          <a:lstStyle/>
          <a:p>
            <a:r>
              <a:rPr lang="en-CA" sz="2800"/>
              <a:t> DMS </a:t>
            </a:r>
            <a:r>
              <a:rPr lang="en-CA" sz="2800" dirty="0"/>
              <a:t>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815152"/>
            <a:ext cx="10515600" cy="3901421"/>
          </a:xfrm>
        </p:spPr>
        <p:txBody>
          <a:bodyPr/>
          <a:lstStyle/>
          <a:p>
            <a:pPr marL="0" indent="0" algn="just">
              <a:lnSpc>
                <a:spcPct val="150000"/>
              </a:lnSpc>
              <a:buNone/>
            </a:pPr>
            <a:r>
              <a:rPr lang="fr-CA" dirty="0" err="1">
                <a:hlinkClick r:id="rId5" action="ppaction://hlinksldjump"/>
              </a:rPr>
              <a:t>Step</a:t>
            </a:r>
            <a:r>
              <a:rPr lang="fr-CA" dirty="0">
                <a:hlinkClick r:id="rId5" action="ppaction://hlinksldjump"/>
              </a:rPr>
              <a:t> 1 - Production </a:t>
            </a:r>
            <a:r>
              <a:rPr lang="fr-CA" dirty="0" err="1">
                <a:hlinkClick r:id="rId5" action="ppaction://hlinksldjump"/>
              </a:rPr>
              <a:t>Completion</a:t>
            </a:r>
            <a:r>
              <a:rPr lang="fr-CA" dirty="0">
                <a:hlinkClick r:id="rId5" action="ppaction://hlinksldjump"/>
              </a:rPr>
              <a:t> Entry</a:t>
            </a:r>
            <a:r>
              <a:rPr lang="fr-CA" dirty="0"/>
              <a:t>.....</a:t>
            </a:r>
            <a:r>
              <a:rPr lang="en-CA" dirty="0"/>
              <a:t>...................................................................3</a:t>
            </a:r>
          </a:p>
          <a:p>
            <a:pPr marL="0" indent="0" algn="just">
              <a:lnSpc>
                <a:spcPct val="150000"/>
              </a:lnSpc>
              <a:buNone/>
            </a:pPr>
            <a:r>
              <a:rPr lang="fr-CA" dirty="0" err="1">
                <a:hlinkClick r:id="rId5" action="ppaction://hlinksldjump"/>
              </a:rPr>
              <a:t>Step</a:t>
            </a:r>
            <a:r>
              <a:rPr lang="fr-CA" dirty="0">
                <a:hlinkClick r:id="rId5" action="ppaction://hlinksldjump"/>
              </a:rPr>
              <a:t> 2 - </a:t>
            </a:r>
            <a:r>
              <a:rPr lang="en-CA" dirty="0">
                <a:hlinkClick r:id="rId6" action="ppaction://hlinksldjump"/>
              </a:rPr>
              <a:t>Production Completion Post</a:t>
            </a:r>
            <a:r>
              <a:rPr lang="fr-CA" dirty="0"/>
              <a:t>.</a:t>
            </a:r>
            <a:r>
              <a:rPr lang="en-CA" dirty="0"/>
              <a:t>.......................................................................11</a:t>
            </a:r>
            <a:endParaRPr lang="en-CA" dirty="0">
              <a:hlinkClick r:id="rId5" action="ppaction://hlinksldjump"/>
            </a:endParaRPr>
          </a:p>
          <a:p>
            <a:pPr marL="0" indent="0" algn="just">
              <a:lnSpc>
                <a:spcPct val="150000"/>
              </a:lnSpc>
              <a:buNone/>
            </a:pPr>
            <a:r>
              <a:rPr lang="en-CA" dirty="0"/>
              <a:t>	</a:t>
            </a:r>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fr-CA" sz="4400" dirty="0" err="1"/>
              <a:t>Step</a:t>
            </a:r>
            <a:r>
              <a:rPr lang="fr-CA" sz="4400" dirty="0"/>
              <a:t> 1 – Production </a:t>
            </a:r>
            <a:r>
              <a:rPr lang="fr-CA" sz="4400" dirty="0" err="1"/>
              <a:t>Completion</a:t>
            </a:r>
            <a:r>
              <a:rPr lang="fr-CA" sz="4400" dirty="0"/>
              <a:t> Entry</a:t>
            </a:r>
            <a:endParaRPr lang="en-CA" sz="4400" dirty="0"/>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541174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54B958-5933-4838-9951-7DFEFFB9AE7C}"/>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sp>
        <p:nvSpPr>
          <p:cNvPr id="3" name="Content Placeholder 2">
            <a:extLst>
              <a:ext uri="{FF2B5EF4-FFF2-40B4-BE49-F238E27FC236}">
                <a16:creationId xmlns:a16="http://schemas.microsoft.com/office/drawing/2014/main" xmlns="" id="{8B0FDF20-2195-4CCD-8E3D-4FF9D45E3BD5}"/>
              </a:ext>
            </a:extLst>
          </p:cNvPr>
          <p:cNvSpPr>
            <a:spLocks noGrp="1"/>
          </p:cNvSpPr>
          <p:nvPr>
            <p:ph idx="1"/>
            <p:custDataLst>
              <p:tags r:id="rId2"/>
            </p:custDataLst>
          </p:nvPr>
        </p:nvSpPr>
        <p:spPr>
          <a:xfrm>
            <a:off x="838200" y="1466491"/>
            <a:ext cx="10515600" cy="4186344"/>
          </a:xfrm>
        </p:spPr>
        <p:txBody>
          <a:bodyPr/>
          <a:lstStyle/>
          <a:p>
            <a:pPr algn="just">
              <a:lnSpc>
                <a:spcPct val="150000"/>
              </a:lnSpc>
            </a:pPr>
            <a:r>
              <a:rPr lang="en-US" dirty="0"/>
              <a:t>The Production Completion Entry resource is part of the production completion entry procedure, which is a step in the Production process.</a:t>
            </a:r>
          </a:p>
          <a:p>
            <a:pPr algn="just">
              <a:lnSpc>
                <a:spcPct val="150000"/>
              </a:lnSpc>
            </a:pPr>
            <a:r>
              <a:rPr lang="fr-CA" dirty="0"/>
              <a:t> </a:t>
            </a:r>
            <a:r>
              <a:rPr lang="en-US" dirty="0"/>
              <a:t>Through this resource you can enter the results of a production run with reference to an existing work order. </a:t>
            </a:r>
          </a:p>
          <a:p>
            <a:pPr algn="just">
              <a:lnSpc>
                <a:spcPct val="150000"/>
              </a:lnSpc>
            </a:pPr>
            <a:r>
              <a:rPr lang="en-US" dirty="0"/>
              <a:t>More specifically, you will be able to </a:t>
            </a:r>
            <a:r>
              <a:rPr lang="en-US" b="1" dirty="0"/>
              <a:t>finalize the transactions of a work order</a:t>
            </a:r>
            <a:r>
              <a:rPr lang="en-US" dirty="0"/>
              <a:t> (previously created in the DMS).</a:t>
            </a:r>
          </a:p>
          <a:p>
            <a:pPr algn="just">
              <a:lnSpc>
                <a:spcPct val="150000"/>
              </a:lnSpc>
            </a:pPr>
            <a:endParaRPr lang="en-CA" dirty="0">
              <a:highlight>
                <a:srgbClr val="FFFF00"/>
              </a:highlight>
            </a:endParaRPr>
          </a:p>
        </p:txBody>
      </p:sp>
    </p:spTree>
    <p:extLst>
      <p:ext uri="{BB962C8B-B14F-4D97-AF65-F5344CB8AC3E}">
        <p14:creationId xmlns:p14="http://schemas.microsoft.com/office/powerpoint/2010/main" val="1221810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54B958-5933-4838-9951-7DFEFFB9AE7C}"/>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sp>
        <p:nvSpPr>
          <p:cNvPr id="3" name="Content Placeholder 2">
            <a:extLst>
              <a:ext uri="{FF2B5EF4-FFF2-40B4-BE49-F238E27FC236}">
                <a16:creationId xmlns:a16="http://schemas.microsoft.com/office/drawing/2014/main" xmlns="" id="{8B0FDF20-2195-4CCD-8E3D-4FF9D45E3BD5}"/>
              </a:ext>
            </a:extLst>
          </p:cNvPr>
          <p:cNvSpPr>
            <a:spLocks noGrp="1"/>
          </p:cNvSpPr>
          <p:nvPr>
            <p:ph idx="1"/>
            <p:custDataLst>
              <p:tags r:id="rId2"/>
            </p:custDataLst>
          </p:nvPr>
        </p:nvSpPr>
        <p:spPr>
          <a:xfrm>
            <a:off x="751935" y="1201282"/>
            <a:ext cx="11025997" cy="4420930"/>
          </a:xfrm>
        </p:spPr>
        <p:txBody>
          <a:bodyPr/>
          <a:lstStyle/>
          <a:p>
            <a:pPr algn="just">
              <a:lnSpc>
                <a:spcPct val="130000"/>
              </a:lnSpc>
            </a:pPr>
            <a:r>
              <a:rPr lang="en-US" dirty="0"/>
              <a:t>Via the "</a:t>
            </a:r>
            <a:r>
              <a:rPr lang="en-US" b="1" u="sng" dirty="0"/>
              <a:t>Release to Post</a:t>
            </a:r>
            <a:r>
              <a:rPr lang="en-US" dirty="0"/>
              <a:t>" action, </a:t>
            </a:r>
            <a:r>
              <a:rPr lang="en-US" b="1" dirty="0"/>
              <a:t>this will allow the inventory to be released </a:t>
            </a:r>
            <a:r>
              <a:rPr lang="en-US" dirty="0"/>
              <a:t>into the system. </a:t>
            </a:r>
          </a:p>
          <a:p>
            <a:pPr lvl="1" algn="just">
              <a:lnSpc>
                <a:spcPct val="130000"/>
              </a:lnSpc>
              <a:buFont typeface="Wingdings" panose="05000000000000000000" pitchFamily="2" charset="2"/>
              <a:buChar char="ü"/>
            </a:pPr>
            <a:r>
              <a:rPr lang="en-US" sz="2400" dirty="0"/>
              <a:t> This action is used to allow a completed work order to be available for Production Completion Post. When an on-demand production work order is needed to fulfill an outbound transaction, the Release to Post action will allocate the produced item to the outbound order, warehouse transfer, or work order to which it is referenced.</a:t>
            </a:r>
          </a:p>
          <a:p>
            <a:pPr lvl="1" algn="just">
              <a:lnSpc>
                <a:spcPct val="130000"/>
              </a:lnSpc>
              <a:buFont typeface="Wingdings" panose="05000000000000000000" pitchFamily="2" charset="2"/>
              <a:buChar char="ü"/>
            </a:pPr>
            <a:r>
              <a:rPr lang="en-US" sz="2400" dirty="0"/>
              <a:t> Once a work order is successfully completed and released to post, the quantity to stock is added to the quantity on hand of the BOM item produced, and the quantity used is subtracted from the quantity on hand for each component. </a:t>
            </a:r>
          </a:p>
          <a:p>
            <a:pPr algn="just">
              <a:lnSpc>
                <a:spcPct val="130000"/>
              </a:lnSpc>
            </a:pPr>
            <a:endParaRPr lang="en-CA" dirty="0">
              <a:highlight>
                <a:srgbClr val="FFFF00"/>
              </a:highlight>
            </a:endParaRPr>
          </a:p>
        </p:txBody>
      </p:sp>
    </p:spTree>
    <p:extLst>
      <p:ext uri="{BB962C8B-B14F-4D97-AF65-F5344CB8AC3E}">
        <p14:creationId xmlns:p14="http://schemas.microsoft.com/office/powerpoint/2010/main" val="4268097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1B079-227E-4525-A4E4-8189208312FF}"/>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pic>
        <p:nvPicPr>
          <p:cNvPr id="5" name="Picture 4">
            <a:extLst>
              <a:ext uri="{FF2B5EF4-FFF2-40B4-BE49-F238E27FC236}">
                <a16:creationId xmlns:a16="http://schemas.microsoft.com/office/drawing/2014/main" xmlns="" id="{E8656DED-2561-406D-A580-C4BDD11418BC}"/>
              </a:ext>
            </a:extLst>
          </p:cNvPr>
          <p:cNvPicPr>
            <a:picLocks noChangeAspect="1"/>
          </p:cNvPicPr>
          <p:nvPr>
            <p:custDataLst>
              <p:tags r:id="rId2"/>
            </p:custDataLst>
          </p:nvPr>
        </p:nvPicPr>
        <p:blipFill>
          <a:blip r:embed="rId5"/>
          <a:stretch>
            <a:fillRect/>
          </a:stretch>
        </p:blipFill>
        <p:spPr>
          <a:xfrm>
            <a:off x="8400801" y="365125"/>
            <a:ext cx="3220752" cy="5574378"/>
          </a:xfrm>
          <a:prstGeom prst="rect">
            <a:avLst/>
          </a:prstGeom>
        </p:spPr>
      </p:pic>
      <p:sp>
        <p:nvSpPr>
          <p:cNvPr id="10" name="Content Placeholder 2">
            <a:extLst>
              <a:ext uri="{FF2B5EF4-FFF2-40B4-BE49-F238E27FC236}">
                <a16:creationId xmlns:a16="http://schemas.microsoft.com/office/drawing/2014/main" xmlns="" id="{5E3D639D-CFA8-4E89-A4A5-6672DFBD3833}"/>
              </a:ext>
            </a:extLst>
          </p:cNvPr>
          <p:cNvSpPr txBox="1">
            <a:spLocks/>
          </p:cNvSpPr>
          <p:nvPr>
            <p:custDataLst>
              <p:tags r:id="rId3"/>
            </p:custDataLst>
          </p:nvPr>
        </p:nvSpPr>
        <p:spPr>
          <a:xfrm>
            <a:off x="657725" y="1201004"/>
            <a:ext cx="7475323" cy="487748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Distribution Management</a:t>
            </a:r>
            <a:r>
              <a:rPr lang="en-US" sz="2300" dirty="0"/>
              <a:t> menu.</a:t>
            </a:r>
          </a:p>
          <a:p>
            <a:pPr marL="457200" indent="-457200" algn="just">
              <a:lnSpc>
                <a:spcPct val="150000"/>
              </a:lnSpc>
              <a:buFont typeface="+mj-lt"/>
              <a:buAutoNum type="arabicPeriod"/>
            </a:pPr>
            <a:r>
              <a:rPr lang="en-US" sz="2300" dirty="0"/>
              <a:t>Select the </a:t>
            </a:r>
            <a:r>
              <a:rPr lang="en-US" sz="2300" b="1" dirty="0"/>
              <a:t>Procurement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Procurement, click on </a:t>
            </a:r>
            <a:r>
              <a:rPr lang="en-US" sz="2300" b="1" dirty="0"/>
              <a:t>Production</a:t>
            </a:r>
            <a:r>
              <a:rPr lang="en-US" sz="2300" dirty="0"/>
              <a:t>. </a:t>
            </a:r>
          </a:p>
          <a:p>
            <a:pPr marL="457200" indent="-457200" algn="just">
              <a:lnSpc>
                <a:spcPct val="150000"/>
              </a:lnSpc>
              <a:buFont typeface="+mj-lt"/>
              <a:buAutoNum type="arabicPeriod"/>
            </a:pPr>
            <a:r>
              <a:rPr lang="en-US" sz="2300" dirty="0"/>
              <a:t>Under Production, click on </a:t>
            </a:r>
            <a:r>
              <a:rPr lang="en-US" sz="2300" b="1" dirty="0"/>
              <a:t>Production Transactions and Inquiries</a:t>
            </a:r>
            <a:r>
              <a:rPr lang="en-US" sz="2300" dirty="0"/>
              <a:t>.</a:t>
            </a:r>
          </a:p>
          <a:p>
            <a:pPr marL="457200" indent="-457200" algn="just">
              <a:lnSpc>
                <a:spcPct val="150000"/>
              </a:lnSpc>
              <a:buFont typeface="+mj-lt"/>
              <a:buAutoNum type="arabicPeriod"/>
            </a:pPr>
            <a:r>
              <a:rPr lang="en-US" sz="2300" dirty="0"/>
              <a:t>Under Production Transactions and Inquiries, click on </a:t>
            </a:r>
            <a:r>
              <a:rPr lang="en-US" sz="2300" b="1" dirty="0"/>
              <a:t>Production Completion Entry.</a:t>
            </a:r>
            <a:endParaRPr lang="en-US" sz="2300" dirty="0"/>
          </a:p>
          <a:p>
            <a:pPr marL="0" indent="0" algn="just">
              <a:lnSpc>
                <a:spcPct val="150000"/>
              </a:lnSpc>
              <a:buFont typeface="Arial" panose="020B0604020202020204" pitchFamily="34" charset="0"/>
              <a:buNone/>
            </a:pPr>
            <a:endParaRPr lang="en-US" sz="2200" dirty="0"/>
          </a:p>
        </p:txBody>
      </p:sp>
    </p:spTree>
    <p:extLst>
      <p:ext uri="{BB962C8B-B14F-4D97-AF65-F5344CB8AC3E}">
        <p14:creationId xmlns:p14="http://schemas.microsoft.com/office/powerpoint/2010/main" val="1703881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D049E-3335-4B14-BF48-495E969B96AB}"/>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sp>
        <p:nvSpPr>
          <p:cNvPr id="5" name="Content Placeholder 2">
            <a:extLst>
              <a:ext uri="{FF2B5EF4-FFF2-40B4-BE49-F238E27FC236}">
                <a16:creationId xmlns:a16="http://schemas.microsoft.com/office/drawing/2014/main" xmlns="" id="{542BF35E-41A3-4B16-A480-40F217F2C95C}"/>
              </a:ext>
            </a:extLst>
          </p:cNvPr>
          <p:cNvSpPr txBox="1">
            <a:spLocks/>
          </p:cNvSpPr>
          <p:nvPr>
            <p:custDataLst>
              <p:tags r:id="rId2"/>
            </p:custDataLst>
          </p:nvPr>
        </p:nvSpPr>
        <p:spPr>
          <a:xfrm>
            <a:off x="838199" y="1155940"/>
            <a:ext cx="10855817" cy="492255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6"/>
            </a:pPr>
            <a:r>
              <a:rPr lang="en-US" sz="2300" dirty="0"/>
              <a:t>Click enter in one of the search criteria fields. The list of all work order records will appear.</a:t>
            </a:r>
            <a:endParaRPr lang="en-US" sz="2200" dirty="0"/>
          </a:p>
        </p:txBody>
      </p:sp>
      <p:grpSp>
        <p:nvGrpSpPr>
          <p:cNvPr id="10" name="Group 9">
            <a:extLst>
              <a:ext uri="{FF2B5EF4-FFF2-40B4-BE49-F238E27FC236}">
                <a16:creationId xmlns:a16="http://schemas.microsoft.com/office/drawing/2014/main" xmlns="" id="{B2AC9992-EF55-455B-BAFE-EB528268C3B4}"/>
              </a:ext>
            </a:extLst>
          </p:cNvPr>
          <p:cNvGrpSpPr/>
          <p:nvPr>
            <p:custDataLst>
              <p:tags r:id="rId3"/>
            </p:custDataLst>
          </p:nvPr>
        </p:nvGrpSpPr>
        <p:grpSpPr>
          <a:xfrm>
            <a:off x="1114245" y="2395238"/>
            <a:ext cx="9686026" cy="3948238"/>
            <a:chOff x="0" y="432298"/>
            <a:chExt cx="12192000" cy="5491479"/>
          </a:xfrm>
        </p:grpSpPr>
        <p:pic>
          <p:nvPicPr>
            <p:cNvPr id="7" name="Picture 6">
              <a:extLst>
                <a:ext uri="{FF2B5EF4-FFF2-40B4-BE49-F238E27FC236}">
                  <a16:creationId xmlns:a16="http://schemas.microsoft.com/office/drawing/2014/main" xmlns="" id="{E04B028F-9C50-4F1D-B07D-E6D18F64D348}"/>
                </a:ext>
              </a:extLst>
            </p:cNvPr>
            <p:cNvPicPr>
              <a:picLocks noChangeAspect="1"/>
            </p:cNvPicPr>
            <p:nvPr/>
          </p:nvPicPr>
          <p:blipFill rotWithShape="1">
            <a:blip r:embed="rId5"/>
            <a:srcRect b="18839"/>
            <a:stretch/>
          </p:blipFill>
          <p:spPr>
            <a:xfrm>
              <a:off x="0" y="432298"/>
              <a:ext cx="12192000" cy="4864321"/>
            </a:xfrm>
            <a:prstGeom prst="rect">
              <a:avLst/>
            </a:prstGeom>
          </p:spPr>
        </p:pic>
        <p:pic>
          <p:nvPicPr>
            <p:cNvPr id="9" name="Picture 8">
              <a:extLst>
                <a:ext uri="{FF2B5EF4-FFF2-40B4-BE49-F238E27FC236}">
                  <a16:creationId xmlns:a16="http://schemas.microsoft.com/office/drawing/2014/main" xmlns="" id="{4DB3C54F-88E6-4F57-A8AE-CF5733BFC4BB}"/>
                </a:ext>
              </a:extLst>
            </p:cNvPr>
            <p:cNvPicPr>
              <a:picLocks noChangeAspect="1"/>
            </p:cNvPicPr>
            <p:nvPr/>
          </p:nvPicPr>
          <p:blipFill rotWithShape="1">
            <a:blip r:embed="rId5"/>
            <a:srcRect t="89536"/>
            <a:stretch/>
          </p:blipFill>
          <p:spPr>
            <a:xfrm>
              <a:off x="0" y="5296619"/>
              <a:ext cx="12192000" cy="627158"/>
            </a:xfrm>
            <a:prstGeom prst="rect">
              <a:avLst/>
            </a:prstGeom>
          </p:spPr>
        </p:pic>
      </p:grpSp>
    </p:spTree>
    <p:extLst>
      <p:ext uri="{BB962C8B-B14F-4D97-AF65-F5344CB8AC3E}">
        <p14:creationId xmlns:p14="http://schemas.microsoft.com/office/powerpoint/2010/main" val="1189299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D049E-3335-4B14-BF48-495E969B96AB}"/>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sp>
        <p:nvSpPr>
          <p:cNvPr id="5" name="Content Placeholder 2">
            <a:extLst>
              <a:ext uri="{FF2B5EF4-FFF2-40B4-BE49-F238E27FC236}">
                <a16:creationId xmlns:a16="http://schemas.microsoft.com/office/drawing/2014/main" xmlns="" id="{542BF35E-41A3-4B16-A480-40F217F2C95C}"/>
              </a:ext>
            </a:extLst>
          </p:cNvPr>
          <p:cNvSpPr txBox="1">
            <a:spLocks/>
          </p:cNvSpPr>
          <p:nvPr>
            <p:custDataLst>
              <p:tags r:id="rId2"/>
            </p:custDataLst>
          </p:nvPr>
        </p:nvSpPr>
        <p:spPr>
          <a:xfrm>
            <a:off x="618187" y="1380226"/>
            <a:ext cx="11075830" cy="469826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7"/>
            </a:pPr>
            <a:r>
              <a:rPr lang="en-US" sz="2300" dirty="0"/>
              <a:t>Retrieve the desired record. The record must have a “6 - Completion in Progress” status. </a:t>
            </a:r>
          </a:p>
        </p:txBody>
      </p:sp>
      <p:pic>
        <p:nvPicPr>
          <p:cNvPr id="7" name="Picture 6">
            <a:extLst>
              <a:ext uri="{FF2B5EF4-FFF2-40B4-BE49-F238E27FC236}">
                <a16:creationId xmlns:a16="http://schemas.microsoft.com/office/drawing/2014/main" xmlns="" id="{31B3FB9F-A66D-4081-AC1E-37D3FDB81F08}"/>
              </a:ext>
            </a:extLst>
          </p:cNvPr>
          <p:cNvPicPr>
            <a:picLocks noChangeAspect="1"/>
          </p:cNvPicPr>
          <p:nvPr>
            <p:custDataLst>
              <p:tags r:id="rId3"/>
            </p:custDataLst>
          </p:nvPr>
        </p:nvPicPr>
        <p:blipFill>
          <a:blip r:embed="rId6"/>
          <a:stretch>
            <a:fillRect/>
          </a:stretch>
        </p:blipFill>
        <p:spPr>
          <a:xfrm>
            <a:off x="497983" y="2282063"/>
            <a:ext cx="11196034" cy="3533826"/>
          </a:xfrm>
          <a:prstGeom prst="rect">
            <a:avLst/>
          </a:prstGeom>
        </p:spPr>
      </p:pic>
    </p:spTree>
    <p:extLst>
      <p:ext uri="{BB962C8B-B14F-4D97-AF65-F5344CB8AC3E}">
        <p14:creationId xmlns:p14="http://schemas.microsoft.com/office/powerpoint/2010/main" val="172171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D049E-3335-4B14-BF48-495E969B96AB}"/>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sp>
        <p:nvSpPr>
          <p:cNvPr id="5" name="Content Placeholder 2">
            <a:extLst>
              <a:ext uri="{FF2B5EF4-FFF2-40B4-BE49-F238E27FC236}">
                <a16:creationId xmlns:a16="http://schemas.microsoft.com/office/drawing/2014/main" xmlns="" id="{542BF35E-41A3-4B16-A480-40F217F2C95C}"/>
              </a:ext>
            </a:extLst>
          </p:cNvPr>
          <p:cNvSpPr txBox="1">
            <a:spLocks/>
          </p:cNvSpPr>
          <p:nvPr>
            <p:custDataLst>
              <p:tags r:id="rId2"/>
            </p:custDataLst>
          </p:nvPr>
        </p:nvSpPr>
        <p:spPr>
          <a:xfrm>
            <a:off x="618187" y="1138688"/>
            <a:ext cx="11075830" cy="4939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8"/>
            </a:pPr>
            <a:r>
              <a:rPr lang="en-US" sz="2300" dirty="0"/>
              <a:t>Click on the Use Record as Criteria for Action button and select the </a:t>
            </a:r>
            <a:r>
              <a:rPr lang="en-US" sz="2300" b="1" dirty="0"/>
              <a:t>Release to Post </a:t>
            </a:r>
            <a:r>
              <a:rPr lang="en-US" sz="2300" dirty="0"/>
              <a:t>action. </a:t>
            </a:r>
            <a:endParaRPr lang="en-US" sz="2200" dirty="0"/>
          </a:p>
        </p:txBody>
      </p:sp>
      <p:pic>
        <p:nvPicPr>
          <p:cNvPr id="9" name="Picture 8">
            <a:extLst>
              <a:ext uri="{FF2B5EF4-FFF2-40B4-BE49-F238E27FC236}">
                <a16:creationId xmlns:a16="http://schemas.microsoft.com/office/drawing/2014/main" xmlns="" id="{896FCD38-BF8D-4D61-8EF8-E7DD0FE83C9D}"/>
              </a:ext>
            </a:extLst>
          </p:cNvPr>
          <p:cNvPicPr>
            <a:picLocks noChangeAspect="1"/>
          </p:cNvPicPr>
          <p:nvPr>
            <p:custDataLst>
              <p:tags r:id="rId3"/>
            </p:custDataLst>
          </p:nvPr>
        </p:nvPicPr>
        <p:blipFill>
          <a:blip r:embed="rId6"/>
          <a:stretch>
            <a:fillRect/>
          </a:stretch>
        </p:blipFill>
        <p:spPr>
          <a:xfrm>
            <a:off x="327238" y="2403638"/>
            <a:ext cx="11366779" cy="3680908"/>
          </a:xfrm>
          <a:prstGeom prst="rect">
            <a:avLst/>
          </a:prstGeom>
        </p:spPr>
      </p:pic>
    </p:spTree>
    <p:extLst>
      <p:ext uri="{BB962C8B-B14F-4D97-AF65-F5344CB8AC3E}">
        <p14:creationId xmlns:p14="http://schemas.microsoft.com/office/powerpoint/2010/main" val="2994409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5D3015-ADC6-4895-B349-5D2967FCCA57}"/>
              </a:ext>
            </a:extLst>
          </p:cNvPr>
          <p:cNvSpPr>
            <a:spLocks noGrp="1"/>
          </p:cNvSpPr>
          <p:nvPr>
            <p:ph type="title"/>
            <p:custDataLst>
              <p:tags r:id="rId1"/>
            </p:custDataLst>
          </p:nvPr>
        </p:nvSpPr>
        <p:spPr/>
        <p:txBody>
          <a:bodyPr/>
          <a:lstStyle/>
          <a:p>
            <a:r>
              <a:rPr lang="fr-CA" dirty="0"/>
              <a:t>Production </a:t>
            </a:r>
            <a:r>
              <a:rPr lang="fr-CA" dirty="0" err="1"/>
              <a:t>Completion</a:t>
            </a:r>
            <a:r>
              <a:rPr lang="fr-CA" dirty="0"/>
              <a:t> Entry</a:t>
            </a:r>
            <a:endParaRPr lang="en-CA" dirty="0"/>
          </a:p>
        </p:txBody>
      </p:sp>
      <p:sp>
        <p:nvSpPr>
          <p:cNvPr id="5" name="Content Placeholder 2">
            <a:extLst>
              <a:ext uri="{FF2B5EF4-FFF2-40B4-BE49-F238E27FC236}">
                <a16:creationId xmlns:a16="http://schemas.microsoft.com/office/drawing/2014/main" xmlns="" id="{1CB55058-AA07-4462-92A1-4CBB7D421249}"/>
              </a:ext>
            </a:extLst>
          </p:cNvPr>
          <p:cNvSpPr txBox="1">
            <a:spLocks/>
          </p:cNvSpPr>
          <p:nvPr>
            <p:custDataLst>
              <p:tags r:id="rId2"/>
            </p:custDataLst>
          </p:nvPr>
        </p:nvSpPr>
        <p:spPr>
          <a:xfrm>
            <a:off x="618187" y="1155938"/>
            <a:ext cx="11075830" cy="4888044"/>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9"/>
            </a:pPr>
            <a:r>
              <a:rPr lang="en-US" sz="2300" dirty="0"/>
              <a:t>Once the "Release to Post" action has been selected: </a:t>
            </a:r>
          </a:p>
          <a:p>
            <a:pPr lvl="1" algn="just">
              <a:lnSpc>
                <a:spcPct val="130000"/>
              </a:lnSpc>
              <a:buFont typeface="Wingdings" panose="05000000000000000000" pitchFamily="2" charset="2"/>
              <a:buChar char="ü"/>
            </a:pPr>
            <a:r>
              <a:rPr lang="en-US" sz="2300" dirty="0"/>
              <a:t> The status of the Work Order will change to "7 – Released to Post“ and the work order can no longer be modified or canceled. </a:t>
            </a:r>
          </a:p>
          <a:p>
            <a:pPr lvl="1" algn="just">
              <a:lnSpc>
                <a:spcPct val="130000"/>
              </a:lnSpc>
              <a:buFont typeface="Wingdings" panose="05000000000000000000" pitchFamily="2" charset="2"/>
              <a:buChar char="ü"/>
            </a:pPr>
            <a:endParaRPr lang="en-US" sz="2300" dirty="0"/>
          </a:p>
          <a:p>
            <a:pPr marL="457200" lvl="1" indent="0" algn="just">
              <a:lnSpc>
                <a:spcPct val="130000"/>
              </a:lnSpc>
              <a:buNone/>
            </a:pPr>
            <a:endParaRPr lang="en-US" sz="2300" dirty="0"/>
          </a:p>
          <a:p>
            <a:pPr marL="457200" lvl="1" indent="0" algn="just">
              <a:lnSpc>
                <a:spcPct val="130000"/>
              </a:lnSpc>
              <a:buNone/>
            </a:pPr>
            <a:endParaRPr lang="en-US" sz="2300" dirty="0"/>
          </a:p>
          <a:p>
            <a:pPr lvl="1" algn="just">
              <a:lnSpc>
                <a:spcPct val="130000"/>
              </a:lnSpc>
              <a:buFont typeface="Wingdings" panose="05000000000000000000" pitchFamily="2" charset="2"/>
              <a:buChar char="ü"/>
            </a:pPr>
            <a:r>
              <a:rPr lang="en-US" sz="2300" dirty="0"/>
              <a:t>Inventory has been impacted, that is, the system will generate the inventory of the finished product, and the financial transaction records are ready to be posted using Production Completion Post. </a:t>
            </a:r>
          </a:p>
          <a:p>
            <a:pPr lvl="1" algn="just">
              <a:lnSpc>
                <a:spcPct val="130000"/>
              </a:lnSpc>
              <a:buFont typeface="Wingdings" panose="05000000000000000000" pitchFamily="2" charset="2"/>
              <a:buChar char="ü"/>
            </a:pPr>
            <a:r>
              <a:rPr lang="en-US" sz="2300" b="1" dirty="0"/>
              <a:t> You can proceed with the Step 2 – </a:t>
            </a:r>
            <a:r>
              <a:rPr lang="fr-CA" sz="2300" b="1" dirty="0">
                <a:hlinkClick r:id="rId6" action="ppaction://hlinksldjump"/>
              </a:rPr>
              <a:t>Production </a:t>
            </a:r>
            <a:r>
              <a:rPr lang="fr-CA" sz="2300" b="1" dirty="0" err="1">
                <a:hlinkClick r:id="rId6" action="ppaction://hlinksldjump"/>
              </a:rPr>
              <a:t>Completion</a:t>
            </a:r>
            <a:r>
              <a:rPr lang="fr-CA" sz="2300" b="1" dirty="0">
                <a:hlinkClick r:id="rId6" action="ppaction://hlinksldjump"/>
              </a:rPr>
              <a:t> Post</a:t>
            </a:r>
            <a:endParaRPr lang="en-US" sz="2300" b="1" dirty="0"/>
          </a:p>
          <a:p>
            <a:pPr algn="just">
              <a:lnSpc>
                <a:spcPct val="130000"/>
              </a:lnSpc>
              <a:buFont typeface="Wingdings" panose="05000000000000000000" pitchFamily="2" charset="2"/>
              <a:buChar char="ü"/>
            </a:pPr>
            <a:endParaRPr lang="en-US" sz="2300" dirty="0"/>
          </a:p>
          <a:p>
            <a:pPr marL="0" indent="0" algn="just">
              <a:lnSpc>
                <a:spcPct val="130000"/>
              </a:lnSpc>
              <a:buNone/>
            </a:pPr>
            <a:endParaRPr lang="en-US" sz="2300" dirty="0"/>
          </a:p>
        </p:txBody>
      </p:sp>
      <p:pic>
        <p:nvPicPr>
          <p:cNvPr id="7" name="Picture 6">
            <a:extLst>
              <a:ext uri="{FF2B5EF4-FFF2-40B4-BE49-F238E27FC236}">
                <a16:creationId xmlns:a16="http://schemas.microsoft.com/office/drawing/2014/main" xmlns="" id="{15FFFE2F-396B-48BD-AF50-016AD633D341}"/>
              </a:ext>
            </a:extLst>
          </p:cNvPr>
          <p:cNvPicPr>
            <a:picLocks noChangeAspect="1"/>
          </p:cNvPicPr>
          <p:nvPr>
            <p:custDataLst>
              <p:tags r:id="rId3"/>
            </p:custDataLst>
          </p:nvPr>
        </p:nvPicPr>
        <p:blipFill>
          <a:blip r:embed="rId7"/>
          <a:stretch>
            <a:fillRect/>
          </a:stretch>
        </p:blipFill>
        <p:spPr>
          <a:xfrm>
            <a:off x="497983" y="2742910"/>
            <a:ext cx="11458228" cy="1337673"/>
          </a:xfrm>
          <a:prstGeom prst="rect">
            <a:avLst/>
          </a:prstGeom>
        </p:spPr>
      </p:pic>
    </p:spTree>
    <p:extLst>
      <p:ext uri="{BB962C8B-B14F-4D97-AF65-F5344CB8AC3E}">
        <p14:creationId xmlns:p14="http://schemas.microsoft.com/office/powerpoint/2010/main" val="198045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fr-CA" sz="4400" dirty="0" err="1"/>
              <a:t>Step</a:t>
            </a:r>
            <a:r>
              <a:rPr lang="fr-CA" sz="4400" dirty="0"/>
              <a:t> 2 – Production </a:t>
            </a:r>
            <a:r>
              <a:rPr lang="fr-CA" sz="4400" dirty="0" err="1"/>
              <a:t>Completion</a:t>
            </a:r>
            <a:r>
              <a:rPr lang="fr-CA" sz="4400" dirty="0"/>
              <a:t> Post</a:t>
            </a:r>
            <a:endParaRPr lang="en-CA" sz="4400" dirty="0"/>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650606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BA5B2-BF4A-491F-BC86-EC509B810374}"/>
              </a:ext>
            </a:extLst>
          </p:cNvPr>
          <p:cNvSpPr>
            <a:spLocks noGrp="1"/>
          </p:cNvSpPr>
          <p:nvPr>
            <p:ph type="title"/>
            <p:custDataLst>
              <p:tags r:id="rId1"/>
            </p:custDataLst>
          </p:nvPr>
        </p:nvSpPr>
        <p:spPr/>
        <p:txBody>
          <a:bodyPr/>
          <a:lstStyle/>
          <a:p>
            <a:r>
              <a:rPr lang="fr-CA" sz="3600" dirty="0"/>
              <a:t>Production </a:t>
            </a:r>
            <a:r>
              <a:rPr lang="fr-CA" sz="3600" dirty="0" err="1"/>
              <a:t>Completion</a:t>
            </a:r>
            <a:r>
              <a:rPr lang="fr-CA" sz="3600" dirty="0"/>
              <a:t> Post</a:t>
            </a:r>
            <a:endParaRPr lang="en-CA" dirty="0"/>
          </a:p>
        </p:txBody>
      </p:sp>
      <p:sp>
        <p:nvSpPr>
          <p:cNvPr id="3" name="Content Placeholder 2">
            <a:extLst>
              <a:ext uri="{FF2B5EF4-FFF2-40B4-BE49-F238E27FC236}">
                <a16:creationId xmlns:a16="http://schemas.microsoft.com/office/drawing/2014/main" xmlns="" id="{61A48017-942F-47D3-A34F-52C2D136B876}"/>
              </a:ext>
            </a:extLst>
          </p:cNvPr>
          <p:cNvSpPr>
            <a:spLocks noGrp="1"/>
          </p:cNvSpPr>
          <p:nvPr>
            <p:ph idx="1"/>
            <p:custDataLst>
              <p:tags r:id="rId2"/>
            </p:custDataLst>
          </p:nvPr>
        </p:nvSpPr>
        <p:spPr>
          <a:xfrm>
            <a:off x="621102" y="1380226"/>
            <a:ext cx="11059064" cy="4796737"/>
          </a:xfrm>
        </p:spPr>
        <p:txBody>
          <a:bodyPr/>
          <a:lstStyle/>
          <a:p>
            <a:pPr algn="just">
              <a:lnSpc>
                <a:spcPct val="150000"/>
              </a:lnSpc>
            </a:pPr>
            <a:r>
              <a:rPr lang="en-US" dirty="0"/>
              <a:t>The Production Completion Post resource:</a:t>
            </a:r>
          </a:p>
          <a:p>
            <a:pPr lvl="1" algn="just">
              <a:lnSpc>
                <a:spcPct val="150000"/>
              </a:lnSpc>
              <a:buFont typeface="Wingdings" panose="05000000000000000000" pitchFamily="2" charset="2"/>
              <a:buChar char="ü"/>
            </a:pPr>
            <a:r>
              <a:rPr lang="en-US" sz="2400" dirty="0"/>
              <a:t> Represents the last step in the work order process, </a:t>
            </a:r>
          </a:p>
          <a:p>
            <a:pPr lvl="1" algn="just">
              <a:lnSpc>
                <a:spcPct val="150000"/>
              </a:lnSpc>
              <a:buFont typeface="Wingdings" panose="05000000000000000000" pitchFamily="2" charset="2"/>
              <a:buChar char="ü"/>
            </a:pPr>
            <a:r>
              <a:rPr lang="en-US" sz="2400" dirty="0"/>
              <a:t> Processes the work orders requested as long as their status is “7 - Released to Post”, </a:t>
            </a:r>
          </a:p>
          <a:p>
            <a:pPr lvl="1" algn="just">
              <a:lnSpc>
                <a:spcPct val="150000"/>
              </a:lnSpc>
              <a:buFont typeface="Wingdings" panose="05000000000000000000" pitchFamily="2" charset="2"/>
              <a:buChar char="ü"/>
            </a:pPr>
            <a:r>
              <a:rPr lang="en-US" sz="2400" dirty="0"/>
              <a:t> Posts any inventory variances that were recorded. The variance value is based on the current G/L cost of the item.</a:t>
            </a:r>
          </a:p>
          <a:p>
            <a:pPr algn="just">
              <a:lnSpc>
                <a:spcPct val="150000"/>
              </a:lnSpc>
              <a:buFont typeface="Wingdings" panose="05000000000000000000" pitchFamily="2" charset="2"/>
              <a:buChar char="ü"/>
            </a:pPr>
            <a:r>
              <a:rPr lang="en-US" dirty="0"/>
              <a:t> In other words, this resource is used </a:t>
            </a:r>
            <a:r>
              <a:rPr lang="en-US" b="1" dirty="0"/>
              <a:t>to close a work order in the system</a:t>
            </a:r>
            <a:r>
              <a:rPr lang="en-US" dirty="0"/>
              <a:t>. </a:t>
            </a:r>
            <a:endParaRPr lang="en-CA" dirty="0"/>
          </a:p>
        </p:txBody>
      </p:sp>
    </p:spTree>
    <p:extLst>
      <p:ext uri="{BB962C8B-B14F-4D97-AF65-F5344CB8AC3E}">
        <p14:creationId xmlns:p14="http://schemas.microsoft.com/office/powerpoint/2010/main" val="1506675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BA5B2-BF4A-491F-BC86-EC509B810374}"/>
              </a:ext>
            </a:extLst>
          </p:cNvPr>
          <p:cNvSpPr>
            <a:spLocks noGrp="1"/>
          </p:cNvSpPr>
          <p:nvPr>
            <p:ph type="title"/>
            <p:custDataLst>
              <p:tags r:id="rId1"/>
            </p:custDataLst>
          </p:nvPr>
        </p:nvSpPr>
        <p:spPr/>
        <p:txBody>
          <a:bodyPr/>
          <a:lstStyle/>
          <a:p>
            <a:r>
              <a:rPr lang="fr-CA" sz="3600" dirty="0"/>
              <a:t>Production </a:t>
            </a:r>
            <a:r>
              <a:rPr lang="fr-CA" sz="3600" dirty="0" err="1"/>
              <a:t>Completion</a:t>
            </a:r>
            <a:r>
              <a:rPr lang="fr-CA" sz="3600" dirty="0"/>
              <a:t> Post</a:t>
            </a:r>
            <a:endParaRPr lang="en-CA" dirty="0"/>
          </a:p>
        </p:txBody>
      </p:sp>
      <p:sp>
        <p:nvSpPr>
          <p:cNvPr id="5" name="Content Placeholder 2">
            <a:extLst>
              <a:ext uri="{FF2B5EF4-FFF2-40B4-BE49-F238E27FC236}">
                <a16:creationId xmlns:a16="http://schemas.microsoft.com/office/drawing/2014/main" xmlns="" id="{FC9C8BC0-763F-43D3-A8A7-052B83EC83E2}"/>
              </a:ext>
            </a:extLst>
          </p:cNvPr>
          <p:cNvSpPr txBox="1">
            <a:spLocks/>
          </p:cNvSpPr>
          <p:nvPr>
            <p:custDataLst>
              <p:tags r:id="rId2"/>
            </p:custDataLst>
          </p:nvPr>
        </p:nvSpPr>
        <p:spPr>
          <a:xfrm>
            <a:off x="657726" y="1242204"/>
            <a:ext cx="7589128" cy="483628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Distribution Management</a:t>
            </a:r>
            <a:r>
              <a:rPr lang="en-US" sz="2300" dirty="0"/>
              <a:t> menu.</a:t>
            </a:r>
          </a:p>
          <a:p>
            <a:pPr marL="457200" indent="-457200" algn="just">
              <a:lnSpc>
                <a:spcPct val="150000"/>
              </a:lnSpc>
              <a:buFont typeface="+mj-lt"/>
              <a:buAutoNum type="arabicPeriod"/>
            </a:pPr>
            <a:r>
              <a:rPr lang="en-US" sz="2300" dirty="0"/>
              <a:t>Select the </a:t>
            </a:r>
            <a:r>
              <a:rPr lang="en-US" sz="2300" b="1" dirty="0"/>
              <a:t>Procurement </a:t>
            </a:r>
            <a:r>
              <a:rPr lang="en-US" sz="2300" dirty="0"/>
              <a:t>resource</a:t>
            </a:r>
            <a:r>
              <a:rPr lang="en-US" sz="2300" b="1" dirty="0"/>
              <a:t>. </a:t>
            </a:r>
            <a:endParaRPr lang="en-US" sz="2300" dirty="0"/>
          </a:p>
          <a:p>
            <a:pPr marL="457200" indent="-457200" algn="just">
              <a:lnSpc>
                <a:spcPct val="150000"/>
              </a:lnSpc>
              <a:buFont typeface="+mj-lt"/>
              <a:buAutoNum type="arabicPeriod"/>
            </a:pPr>
            <a:r>
              <a:rPr lang="en-US" sz="2300" dirty="0"/>
              <a:t>Under Procurement, click on </a:t>
            </a:r>
            <a:r>
              <a:rPr lang="en-US" sz="2300" b="1" dirty="0"/>
              <a:t>Production</a:t>
            </a:r>
            <a:r>
              <a:rPr lang="en-US" sz="2300" dirty="0"/>
              <a:t>. </a:t>
            </a:r>
          </a:p>
          <a:p>
            <a:pPr marL="457200" indent="-457200" algn="just">
              <a:lnSpc>
                <a:spcPct val="150000"/>
              </a:lnSpc>
              <a:buFont typeface="+mj-lt"/>
              <a:buAutoNum type="arabicPeriod"/>
            </a:pPr>
            <a:r>
              <a:rPr lang="en-US" sz="2300" dirty="0"/>
              <a:t>Under Production, click on </a:t>
            </a:r>
            <a:r>
              <a:rPr lang="en-US" sz="2300" b="1" dirty="0"/>
              <a:t>Production Transactions and Inquiries</a:t>
            </a:r>
            <a:r>
              <a:rPr lang="en-US" sz="2300" dirty="0"/>
              <a:t>.</a:t>
            </a:r>
          </a:p>
          <a:p>
            <a:pPr marL="457200" indent="-457200" algn="just">
              <a:lnSpc>
                <a:spcPct val="150000"/>
              </a:lnSpc>
              <a:buFont typeface="+mj-lt"/>
              <a:buAutoNum type="arabicPeriod"/>
            </a:pPr>
            <a:r>
              <a:rPr lang="en-US" sz="2300" dirty="0"/>
              <a:t>Under Production Transactions and Inquiries, click on </a:t>
            </a:r>
            <a:r>
              <a:rPr lang="en-US" sz="2300" b="1" dirty="0"/>
              <a:t>Production Completion Post.</a:t>
            </a:r>
            <a:endParaRPr lang="en-US" sz="2300" dirty="0"/>
          </a:p>
          <a:p>
            <a:pPr marL="0" indent="0" algn="just">
              <a:lnSpc>
                <a:spcPct val="150000"/>
              </a:lnSpc>
              <a:buFont typeface="Arial" panose="020B0604020202020204" pitchFamily="34" charset="0"/>
              <a:buNone/>
            </a:pPr>
            <a:endParaRPr lang="en-US" sz="2200" dirty="0"/>
          </a:p>
        </p:txBody>
      </p:sp>
      <p:pic>
        <p:nvPicPr>
          <p:cNvPr id="7" name="Picture 6">
            <a:extLst>
              <a:ext uri="{FF2B5EF4-FFF2-40B4-BE49-F238E27FC236}">
                <a16:creationId xmlns:a16="http://schemas.microsoft.com/office/drawing/2014/main" xmlns="" id="{EAF3EB22-1FE4-4C8C-9736-DE9E77824D34}"/>
              </a:ext>
            </a:extLst>
          </p:cNvPr>
          <p:cNvPicPr>
            <a:picLocks noChangeAspect="1"/>
          </p:cNvPicPr>
          <p:nvPr>
            <p:custDataLst>
              <p:tags r:id="rId3"/>
            </p:custDataLst>
          </p:nvPr>
        </p:nvPicPr>
        <p:blipFill>
          <a:blip r:embed="rId5"/>
          <a:stretch>
            <a:fillRect/>
          </a:stretch>
        </p:blipFill>
        <p:spPr>
          <a:xfrm>
            <a:off x="8523157" y="523169"/>
            <a:ext cx="3344627" cy="5555320"/>
          </a:xfrm>
          <a:prstGeom prst="rect">
            <a:avLst/>
          </a:prstGeom>
        </p:spPr>
      </p:pic>
    </p:spTree>
    <p:extLst>
      <p:ext uri="{BB962C8B-B14F-4D97-AF65-F5344CB8AC3E}">
        <p14:creationId xmlns:p14="http://schemas.microsoft.com/office/powerpoint/2010/main" val="1919938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BA5B2-BF4A-491F-BC86-EC509B810374}"/>
              </a:ext>
            </a:extLst>
          </p:cNvPr>
          <p:cNvSpPr>
            <a:spLocks noGrp="1"/>
          </p:cNvSpPr>
          <p:nvPr>
            <p:ph type="title"/>
            <p:custDataLst>
              <p:tags r:id="rId1"/>
            </p:custDataLst>
          </p:nvPr>
        </p:nvSpPr>
        <p:spPr/>
        <p:txBody>
          <a:bodyPr/>
          <a:lstStyle/>
          <a:p>
            <a:r>
              <a:rPr lang="fr-CA" sz="3600" dirty="0"/>
              <a:t>Production </a:t>
            </a:r>
            <a:r>
              <a:rPr lang="fr-CA" sz="3600" dirty="0" err="1"/>
              <a:t>Completion</a:t>
            </a:r>
            <a:r>
              <a:rPr lang="fr-CA" sz="3600" dirty="0"/>
              <a:t> Post</a:t>
            </a:r>
            <a:endParaRPr lang="en-CA" dirty="0"/>
          </a:p>
        </p:txBody>
      </p:sp>
      <p:sp>
        <p:nvSpPr>
          <p:cNvPr id="5" name="Content Placeholder 2">
            <a:extLst>
              <a:ext uri="{FF2B5EF4-FFF2-40B4-BE49-F238E27FC236}">
                <a16:creationId xmlns:a16="http://schemas.microsoft.com/office/drawing/2014/main" xmlns="" id="{50A6AAF9-F106-4C31-A418-FB2241AE73CE}"/>
              </a:ext>
            </a:extLst>
          </p:cNvPr>
          <p:cNvSpPr txBox="1">
            <a:spLocks/>
          </p:cNvSpPr>
          <p:nvPr>
            <p:custDataLst>
              <p:tags r:id="rId2"/>
            </p:custDataLst>
          </p:nvPr>
        </p:nvSpPr>
        <p:spPr>
          <a:xfrm>
            <a:off x="838199" y="1155940"/>
            <a:ext cx="10855817" cy="492255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6"/>
            </a:pPr>
            <a:r>
              <a:rPr lang="en-US" dirty="0"/>
              <a:t>From the Production Completion Post resource, click on </a:t>
            </a:r>
            <a:r>
              <a:rPr lang="en-US" b="1" dirty="0"/>
              <a:t>Post Production Completion </a:t>
            </a:r>
            <a:r>
              <a:rPr lang="en-US" dirty="0"/>
              <a:t>to process your request. </a:t>
            </a:r>
          </a:p>
        </p:txBody>
      </p:sp>
      <p:grpSp>
        <p:nvGrpSpPr>
          <p:cNvPr id="10" name="Group 9">
            <a:extLst>
              <a:ext uri="{FF2B5EF4-FFF2-40B4-BE49-F238E27FC236}">
                <a16:creationId xmlns:a16="http://schemas.microsoft.com/office/drawing/2014/main" xmlns="" id="{62ABD343-BAD3-46CF-BCC0-FD6314B7EA14}"/>
              </a:ext>
            </a:extLst>
          </p:cNvPr>
          <p:cNvGrpSpPr/>
          <p:nvPr>
            <p:custDataLst>
              <p:tags r:id="rId3"/>
            </p:custDataLst>
          </p:nvPr>
        </p:nvGrpSpPr>
        <p:grpSpPr>
          <a:xfrm>
            <a:off x="676190" y="2545685"/>
            <a:ext cx="11179834" cy="3156375"/>
            <a:chOff x="0" y="413220"/>
            <a:chExt cx="12192000" cy="3435010"/>
          </a:xfrm>
        </p:grpSpPr>
        <p:pic>
          <p:nvPicPr>
            <p:cNvPr id="7" name="Picture 6">
              <a:extLst>
                <a:ext uri="{FF2B5EF4-FFF2-40B4-BE49-F238E27FC236}">
                  <a16:creationId xmlns:a16="http://schemas.microsoft.com/office/drawing/2014/main" xmlns="" id="{93C795D1-F050-4F88-9DF0-DDA3C2AEE90C}"/>
                </a:ext>
              </a:extLst>
            </p:cNvPr>
            <p:cNvPicPr>
              <a:picLocks noChangeAspect="1"/>
            </p:cNvPicPr>
            <p:nvPr/>
          </p:nvPicPr>
          <p:blipFill rotWithShape="1">
            <a:blip r:embed="rId6"/>
            <a:srcRect b="55363"/>
            <a:stretch/>
          </p:blipFill>
          <p:spPr>
            <a:xfrm>
              <a:off x="0" y="413220"/>
              <a:ext cx="12192000" cy="2692290"/>
            </a:xfrm>
            <a:prstGeom prst="rect">
              <a:avLst/>
            </a:prstGeom>
          </p:spPr>
        </p:pic>
        <p:pic>
          <p:nvPicPr>
            <p:cNvPr id="9" name="Picture 8">
              <a:extLst>
                <a:ext uri="{FF2B5EF4-FFF2-40B4-BE49-F238E27FC236}">
                  <a16:creationId xmlns:a16="http://schemas.microsoft.com/office/drawing/2014/main" xmlns="" id="{CEDCA707-E2CC-4C96-8B1C-6CFF052AA5CF}"/>
                </a:ext>
              </a:extLst>
            </p:cNvPr>
            <p:cNvPicPr>
              <a:picLocks noChangeAspect="1"/>
            </p:cNvPicPr>
            <p:nvPr/>
          </p:nvPicPr>
          <p:blipFill rotWithShape="1">
            <a:blip r:embed="rId6"/>
            <a:srcRect t="79886"/>
            <a:stretch/>
          </p:blipFill>
          <p:spPr>
            <a:xfrm>
              <a:off x="0" y="2635038"/>
              <a:ext cx="12192000" cy="1213192"/>
            </a:xfrm>
            <a:prstGeom prst="rect">
              <a:avLst/>
            </a:prstGeom>
          </p:spPr>
        </p:pic>
      </p:grpSp>
    </p:spTree>
    <p:extLst>
      <p:ext uri="{BB962C8B-B14F-4D97-AF65-F5344CB8AC3E}">
        <p14:creationId xmlns:p14="http://schemas.microsoft.com/office/powerpoint/2010/main" val="1822004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BA5B2-BF4A-491F-BC86-EC509B810374}"/>
              </a:ext>
            </a:extLst>
          </p:cNvPr>
          <p:cNvSpPr>
            <a:spLocks noGrp="1"/>
          </p:cNvSpPr>
          <p:nvPr>
            <p:ph type="title"/>
            <p:custDataLst>
              <p:tags r:id="rId1"/>
            </p:custDataLst>
          </p:nvPr>
        </p:nvSpPr>
        <p:spPr/>
        <p:txBody>
          <a:bodyPr/>
          <a:lstStyle/>
          <a:p>
            <a:r>
              <a:rPr lang="fr-CA" sz="3600" dirty="0"/>
              <a:t>Production </a:t>
            </a:r>
            <a:r>
              <a:rPr lang="fr-CA" sz="3600" dirty="0" err="1"/>
              <a:t>Completion</a:t>
            </a:r>
            <a:r>
              <a:rPr lang="fr-CA" sz="3600" dirty="0"/>
              <a:t> Post</a:t>
            </a:r>
            <a:endParaRPr lang="en-CA" dirty="0"/>
          </a:p>
        </p:txBody>
      </p:sp>
      <p:sp>
        <p:nvSpPr>
          <p:cNvPr id="5" name="Content Placeholder 2">
            <a:extLst>
              <a:ext uri="{FF2B5EF4-FFF2-40B4-BE49-F238E27FC236}">
                <a16:creationId xmlns:a16="http://schemas.microsoft.com/office/drawing/2014/main" xmlns="" id="{B8E588EA-0BED-4961-ABAD-9A3AB3AFF06C}"/>
              </a:ext>
            </a:extLst>
          </p:cNvPr>
          <p:cNvSpPr txBox="1">
            <a:spLocks/>
          </p:cNvSpPr>
          <p:nvPr>
            <p:custDataLst>
              <p:tags r:id="rId2"/>
            </p:custDataLst>
          </p:nvPr>
        </p:nvSpPr>
        <p:spPr>
          <a:xfrm>
            <a:off x="838199" y="1155940"/>
            <a:ext cx="10855817" cy="492255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7"/>
            </a:pPr>
            <a:r>
              <a:rPr lang="en-US" dirty="0"/>
              <a:t>A confirmation message will appear.</a:t>
            </a:r>
          </a:p>
          <a:p>
            <a:pPr marL="0" indent="0" algn="just">
              <a:lnSpc>
                <a:spcPct val="150000"/>
              </a:lnSpc>
              <a:buNone/>
            </a:pPr>
            <a:endParaRPr lang="en-US" dirty="0"/>
          </a:p>
          <a:p>
            <a:pPr marL="0" indent="0" algn="just">
              <a:lnSpc>
                <a:spcPct val="150000"/>
              </a:lnSpc>
              <a:buNone/>
            </a:pPr>
            <a:endParaRPr lang="en-US" dirty="0"/>
          </a:p>
          <a:p>
            <a:pPr marL="457200" indent="-457200" algn="just">
              <a:lnSpc>
                <a:spcPct val="150000"/>
              </a:lnSpc>
              <a:buFont typeface="+mj-lt"/>
              <a:buAutoNum type="arabicPeriod" startAt="8"/>
            </a:pPr>
            <a:endParaRPr lang="en-US" sz="1000" dirty="0"/>
          </a:p>
          <a:p>
            <a:pPr marL="457200" indent="-457200" algn="just">
              <a:lnSpc>
                <a:spcPct val="150000"/>
              </a:lnSpc>
              <a:buFont typeface="+mj-lt"/>
              <a:buAutoNum type="arabicPeriod" startAt="8"/>
            </a:pPr>
            <a:r>
              <a:rPr lang="en-US" dirty="0"/>
              <a:t>Click on Close to exit the Production Completion Post resource.</a:t>
            </a:r>
            <a:endParaRPr lang="en-CA" dirty="0"/>
          </a:p>
          <a:p>
            <a:pPr marL="0" indent="0" algn="just">
              <a:lnSpc>
                <a:spcPct val="150000"/>
              </a:lnSpc>
              <a:buNone/>
            </a:pPr>
            <a:r>
              <a:rPr lang="en-US" dirty="0"/>
              <a:t> </a:t>
            </a:r>
          </a:p>
        </p:txBody>
      </p:sp>
      <p:pic>
        <p:nvPicPr>
          <p:cNvPr id="7" name="Picture 6">
            <a:extLst>
              <a:ext uri="{FF2B5EF4-FFF2-40B4-BE49-F238E27FC236}">
                <a16:creationId xmlns:a16="http://schemas.microsoft.com/office/drawing/2014/main" xmlns="" id="{D3C44E31-2927-4865-B4A4-33B7B7140D63}"/>
              </a:ext>
            </a:extLst>
          </p:cNvPr>
          <p:cNvPicPr>
            <a:picLocks noChangeAspect="1"/>
          </p:cNvPicPr>
          <p:nvPr>
            <p:custDataLst>
              <p:tags r:id="rId3"/>
            </p:custDataLst>
          </p:nvPr>
        </p:nvPicPr>
        <p:blipFill>
          <a:blip r:embed="rId6"/>
          <a:stretch>
            <a:fillRect/>
          </a:stretch>
        </p:blipFill>
        <p:spPr>
          <a:xfrm>
            <a:off x="1291965" y="2069663"/>
            <a:ext cx="3386309" cy="1325562"/>
          </a:xfrm>
          <a:prstGeom prst="rect">
            <a:avLst/>
          </a:prstGeom>
        </p:spPr>
      </p:pic>
      <p:pic>
        <p:nvPicPr>
          <p:cNvPr id="9" name="Picture 8">
            <a:extLst>
              <a:ext uri="{FF2B5EF4-FFF2-40B4-BE49-F238E27FC236}">
                <a16:creationId xmlns:a16="http://schemas.microsoft.com/office/drawing/2014/main" xmlns="" id="{F199F063-DC39-465B-BD5F-36DE39957DF5}"/>
              </a:ext>
            </a:extLst>
          </p:cNvPr>
          <p:cNvPicPr>
            <a:picLocks noChangeAspect="1"/>
          </p:cNvPicPr>
          <p:nvPr>
            <p:custDataLst>
              <p:tags r:id="rId4"/>
            </p:custDataLst>
          </p:nvPr>
        </p:nvPicPr>
        <p:blipFill>
          <a:blip r:embed="rId7"/>
          <a:stretch>
            <a:fillRect/>
          </a:stretch>
        </p:blipFill>
        <p:spPr>
          <a:xfrm>
            <a:off x="672860" y="4518661"/>
            <a:ext cx="10680940" cy="781166"/>
          </a:xfrm>
          <a:prstGeom prst="rect">
            <a:avLst/>
          </a:prstGeom>
        </p:spPr>
      </p:pic>
    </p:spTree>
    <p:extLst>
      <p:ext uri="{BB962C8B-B14F-4D97-AF65-F5344CB8AC3E}">
        <p14:creationId xmlns:p14="http://schemas.microsoft.com/office/powerpoint/2010/main" val="11322007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1"/>
</p:tagLst>
</file>

<file path=ppt/tags/tag29.xml><?xml version="1.0" encoding="utf-8"?>
<p:tagLst xmlns:a="http://schemas.openxmlformats.org/drawingml/2006/main" xmlns:r="http://schemas.openxmlformats.org/officeDocument/2006/relationships" xmlns:p="http://schemas.openxmlformats.org/presentationml/2006/main">
  <p:tag name="NUM" val="2"/>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D2C95-BABC-47AD-A1E1-702DCD8872B0}">
  <ds:schemaRefs>
    <ds:schemaRef ds:uri="c7454f8d-4c17-43a4-bc16-0cf0fc914fca"/>
    <ds:schemaRef ds:uri="eb899797-80f6-4e69-af82-8dc567209ed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3.xml><?xml version="1.0" encoding="utf-8"?>
<ds:datastoreItem xmlns:ds="http://schemas.openxmlformats.org/officeDocument/2006/customXml" ds:itemID="{DD8FF949-4E88-4ED4-A5CB-205F4B2B8472}"/>
</file>

<file path=docProps/app.xml><?xml version="1.0" encoding="utf-8"?>
<Properties xmlns="http://schemas.openxmlformats.org/officeDocument/2006/extended-properties" xmlns:vt="http://schemas.openxmlformats.org/officeDocument/2006/docPropsVTypes">
  <TotalTime>5473</TotalTime>
  <Words>628</Words>
  <Application>Microsoft Office PowerPoint</Application>
  <PresentationFormat>Grand écran</PresentationFormat>
  <Paragraphs>67</Paragraphs>
  <Slides>15</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Wingdings</vt:lpstr>
      <vt:lpstr>Office Theme</vt:lpstr>
      <vt:lpstr>Production Production Completion Entry &amp; Post</vt:lpstr>
      <vt:lpstr>Table of Contents</vt:lpstr>
      <vt:lpstr>Step 1 – Production Completion Entry</vt:lpstr>
      <vt:lpstr>Production Completion Entry</vt:lpstr>
      <vt:lpstr>Production Completion Entry</vt:lpstr>
      <vt:lpstr>Production Completion Entry</vt:lpstr>
      <vt:lpstr>Production Completion Entry</vt:lpstr>
      <vt:lpstr>Production Completion Entry</vt:lpstr>
      <vt:lpstr>Production Completion Entry</vt:lpstr>
      <vt:lpstr>Production Completion Entry</vt:lpstr>
      <vt:lpstr>Step 2 – Production Completion Post</vt:lpstr>
      <vt:lpstr>Production Completion Post</vt:lpstr>
      <vt:lpstr>Production Completion Post</vt:lpstr>
      <vt:lpstr>Production Completion Post</vt:lpstr>
      <vt:lpstr>Production Completion Post</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1215</cp:revision>
  <dcterms:created xsi:type="dcterms:W3CDTF">2016-08-24T13:01:38Z</dcterms:created>
  <dcterms:modified xsi:type="dcterms:W3CDTF">2020-10-22T11:57:25Z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