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8.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2.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3.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4.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5.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6.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1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18.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9.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0.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1.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2.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24.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25.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6.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7.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28.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9.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30.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notesSlides/notesSlide31.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32.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33.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34.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notesSlides/notesSlide35.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notesSlides/notesSlide36.xml" ContentType="application/vnd.openxmlformats-officedocument.presentationml.notesSlide+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notesSlides/notesSlide37.xml" ContentType="application/vnd.openxmlformats-officedocument.presentationml.notesSlide+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38.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39.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notesSlides/notesSlide40.xml" ContentType="application/vnd.openxmlformats-officedocument.presentationml.notesSlide+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notesSlides/notesSlide41.xml" ContentType="application/vnd.openxmlformats-officedocument.presentationml.notesSlide+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notesSlides/notesSlide42.xml" ContentType="application/vnd.openxmlformats-officedocument.presentationml.notesSlid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4"/>
  </p:notesMasterIdLst>
  <p:handoutMasterIdLst>
    <p:handoutMasterId r:id="rId105"/>
  </p:handoutMasterIdLst>
  <p:sldIdLst>
    <p:sldId id="256" r:id="rId5"/>
    <p:sldId id="286" r:id="rId6"/>
    <p:sldId id="312" r:id="rId7"/>
    <p:sldId id="311" r:id="rId8"/>
    <p:sldId id="317" r:id="rId9"/>
    <p:sldId id="322" r:id="rId10"/>
    <p:sldId id="318" r:id="rId11"/>
    <p:sldId id="319" r:id="rId12"/>
    <p:sldId id="320" r:id="rId13"/>
    <p:sldId id="323" r:id="rId14"/>
    <p:sldId id="325" r:id="rId15"/>
    <p:sldId id="327" r:id="rId16"/>
    <p:sldId id="328" r:id="rId17"/>
    <p:sldId id="329" r:id="rId18"/>
    <p:sldId id="326" r:id="rId19"/>
    <p:sldId id="333" r:id="rId20"/>
    <p:sldId id="334" r:id="rId21"/>
    <p:sldId id="335" r:id="rId22"/>
    <p:sldId id="336" r:id="rId23"/>
    <p:sldId id="348" r:id="rId24"/>
    <p:sldId id="338" r:id="rId25"/>
    <p:sldId id="349" r:id="rId26"/>
    <p:sldId id="339" r:id="rId27"/>
    <p:sldId id="340" r:id="rId28"/>
    <p:sldId id="342" r:id="rId29"/>
    <p:sldId id="341" r:id="rId30"/>
    <p:sldId id="321" r:id="rId31"/>
    <p:sldId id="392" r:id="rId32"/>
    <p:sldId id="405" r:id="rId33"/>
    <p:sldId id="406" r:id="rId34"/>
    <p:sldId id="409" r:id="rId35"/>
    <p:sldId id="455" r:id="rId36"/>
    <p:sldId id="456" r:id="rId37"/>
    <p:sldId id="457" r:id="rId38"/>
    <p:sldId id="458" r:id="rId39"/>
    <p:sldId id="459" r:id="rId40"/>
    <p:sldId id="461" r:id="rId41"/>
    <p:sldId id="462" r:id="rId42"/>
    <p:sldId id="464" r:id="rId43"/>
    <p:sldId id="463" r:id="rId44"/>
    <p:sldId id="460" r:id="rId45"/>
    <p:sldId id="465" r:id="rId46"/>
    <p:sldId id="391" r:id="rId47"/>
    <p:sldId id="407" r:id="rId48"/>
    <p:sldId id="444" r:id="rId49"/>
    <p:sldId id="408" r:id="rId50"/>
    <p:sldId id="410" r:id="rId51"/>
    <p:sldId id="411" r:id="rId52"/>
    <p:sldId id="414" r:id="rId53"/>
    <p:sldId id="415" r:id="rId54"/>
    <p:sldId id="416" r:id="rId55"/>
    <p:sldId id="412" r:id="rId56"/>
    <p:sldId id="413" r:id="rId57"/>
    <p:sldId id="422" r:id="rId58"/>
    <p:sldId id="417" r:id="rId59"/>
    <p:sldId id="418" r:id="rId60"/>
    <p:sldId id="423" r:id="rId61"/>
    <p:sldId id="419" r:id="rId62"/>
    <p:sldId id="424" r:id="rId63"/>
    <p:sldId id="428" r:id="rId64"/>
    <p:sldId id="429" r:id="rId65"/>
    <p:sldId id="433" r:id="rId66"/>
    <p:sldId id="434" r:id="rId67"/>
    <p:sldId id="436" r:id="rId68"/>
    <p:sldId id="437" r:id="rId69"/>
    <p:sldId id="438" r:id="rId70"/>
    <p:sldId id="425" r:id="rId71"/>
    <p:sldId id="430" r:id="rId72"/>
    <p:sldId id="432" r:id="rId73"/>
    <p:sldId id="431" r:id="rId74"/>
    <p:sldId id="426" r:id="rId75"/>
    <p:sldId id="439" r:id="rId76"/>
    <p:sldId id="440" r:id="rId77"/>
    <p:sldId id="427" r:id="rId78"/>
    <p:sldId id="441" r:id="rId79"/>
    <p:sldId id="445" r:id="rId80"/>
    <p:sldId id="442" r:id="rId81"/>
    <p:sldId id="446" r:id="rId82"/>
    <p:sldId id="443" r:id="rId83"/>
    <p:sldId id="447" r:id="rId84"/>
    <p:sldId id="450" r:id="rId85"/>
    <p:sldId id="448" r:id="rId86"/>
    <p:sldId id="449" r:id="rId87"/>
    <p:sldId id="420" r:id="rId88"/>
    <p:sldId id="454" r:id="rId89"/>
    <p:sldId id="451" r:id="rId90"/>
    <p:sldId id="453" r:id="rId91"/>
    <p:sldId id="421" r:id="rId92"/>
    <p:sldId id="452" r:id="rId93"/>
    <p:sldId id="313" r:id="rId94"/>
    <p:sldId id="343" r:id="rId95"/>
    <p:sldId id="344" r:id="rId96"/>
    <p:sldId id="367" r:id="rId97"/>
    <p:sldId id="384" r:id="rId98"/>
    <p:sldId id="385" r:id="rId99"/>
    <p:sldId id="387" r:id="rId100"/>
    <p:sldId id="388" r:id="rId101"/>
    <p:sldId id="389" r:id="rId102"/>
    <p:sldId id="377"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5"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018B5-66C9-4EBB-B156-A1BE9ABCF1A6}" v="655" dt="2020-10-09T17:30:1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62" autoAdjust="0"/>
    <p:restoredTop sz="77365" autoAdjust="0"/>
  </p:normalViewPr>
  <p:slideViewPr>
    <p:cSldViewPr snapToGrid="0">
      <p:cViewPr varScale="1">
        <p:scale>
          <a:sx n="57" d="100"/>
          <a:sy n="57" d="100"/>
        </p:scale>
        <p:origin x="210" y="6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presProps" Target="presProps.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heme" Target="theme/theme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A65C12B9-E9A2-40CE-9D73-AD0AA03AE054}"/>
    <pc:docChg chg="modSld">
      <pc:chgData name="Ella Vetter" userId="c6918cf5-f6c0-43cc-8499-a1f635017de9" providerId="ADAL" clId="{A65C12B9-E9A2-40CE-9D73-AD0AA03AE054}" dt="2020-09-18T11:38:21.318" v="84" actId="113"/>
      <pc:docMkLst>
        <pc:docMk/>
      </pc:docMkLst>
      <pc:sldChg chg="modSp mod">
        <pc:chgData name="Ella Vetter" userId="c6918cf5-f6c0-43cc-8499-a1f635017de9" providerId="ADAL" clId="{A65C12B9-E9A2-40CE-9D73-AD0AA03AE054}" dt="2020-09-18T11:38:21.318" v="84" actId="113"/>
        <pc:sldMkLst>
          <pc:docMk/>
          <pc:sldMk cId="4108423597" sldId="256"/>
        </pc:sldMkLst>
        <pc:spChg chg="mod">
          <ac:chgData name="Ella Vetter" userId="c6918cf5-f6c0-43cc-8499-a1f635017de9" providerId="ADAL" clId="{A65C12B9-E9A2-40CE-9D73-AD0AA03AE054}" dt="2020-09-18T11:38:21.318" v="84" actId="113"/>
          <ac:spMkLst>
            <pc:docMk/>
            <pc:sldMk cId="4108423597" sldId="256"/>
            <ac:spMk id="2" creationId="{00000000-0000-0000-0000-000000000000}"/>
          </ac:spMkLst>
        </pc:spChg>
      </pc:sldChg>
    </pc:docChg>
  </pc:docChgLst>
  <pc:docChgLst>
    <pc:chgData name="Ella Vetter" userId="c6918cf5-f6c0-43cc-8499-a1f635017de9" providerId="ADAL" clId="{EDF018B5-66C9-4EBB-B156-A1BE9ABCF1A6}"/>
    <pc:docChg chg="undo custSel addSld delSld modSld sldOrd">
      <pc:chgData name="Ella Vetter" userId="c6918cf5-f6c0-43cc-8499-a1f635017de9" providerId="ADAL" clId="{EDF018B5-66C9-4EBB-B156-A1BE9ABCF1A6}" dt="2020-10-09T17:42:59.694" v="6577" actId="20577"/>
      <pc:docMkLst>
        <pc:docMk/>
      </pc:docMkLst>
      <pc:sldChg chg="modSp mod">
        <pc:chgData name="Ella Vetter" userId="c6918cf5-f6c0-43cc-8499-a1f635017de9" providerId="ADAL" clId="{EDF018B5-66C9-4EBB-B156-A1BE9ABCF1A6}" dt="2020-10-09T13:47:56.022" v="6288" actId="13926"/>
        <pc:sldMkLst>
          <pc:docMk/>
          <pc:sldMk cId="1993397138" sldId="286"/>
        </pc:sldMkLst>
        <pc:spChg chg="mod">
          <ac:chgData name="Ella Vetter" userId="c6918cf5-f6c0-43cc-8499-a1f635017de9" providerId="ADAL" clId="{EDF018B5-66C9-4EBB-B156-A1BE9ABCF1A6}" dt="2020-10-09T13:47:56.022" v="6288" actId="13926"/>
          <ac:spMkLst>
            <pc:docMk/>
            <pc:sldMk cId="1993397138" sldId="286"/>
            <ac:spMk id="2" creationId="{12D641C7-2ECD-475C-8E11-88F1001E6E55}"/>
          </ac:spMkLst>
        </pc:spChg>
        <pc:spChg chg="mod">
          <ac:chgData name="Ella Vetter" userId="c6918cf5-f6c0-43cc-8499-a1f635017de9" providerId="ADAL" clId="{EDF018B5-66C9-4EBB-B156-A1BE9ABCF1A6}" dt="2020-10-09T13:47:51.821" v="6287" actId="20577"/>
          <ac:spMkLst>
            <pc:docMk/>
            <pc:sldMk cId="1993397138" sldId="286"/>
            <ac:spMk id="3" creationId="{37B56F8A-6BEF-459C-AFA4-6D790D24F1CB}"/>
          </ac:spMkLst>
        </pc:spChg>
      </pc:sldChg>
      <pc:sldChg chg="modSp mod">
        <pc:chgData name="Ella Vetter" userId="c6918cf5-f6c0-43cc-8499-a1f635017de9" providerId="ADAL" clId="{EDF018B5-66C9-4EBB-B156-A1BE9ABCF1A6}" dt="2020-10-09T14:22:18.286" v="6332" actId="1036"/>
        <pc:sldMkLst>
          <pc:docMk/>
          <pc:sldMk cId="3907000274" sldId="317"/>
        </pc:sldMkLst>
        <pc:spChg chg="mod">
          <ac:chgData name="Ella Vetter" userId="c6918cf5-f6c0-43cc-8499-a1f635017de9" providerId="ADAL" clId="{EDF018B5-66C9-4EBB-B156-A1BE9ABCF1A6}" dt="2020-10-09T14:22:18.286" v="6332" actId="1036"/>
          <ac:spMkLst>
            <pc:docMk/>
            <pc:sldMk cId="3907000274" sldId="317"/>
            <ac:spMk id="6" creationId="{A03162A0-74B3-4941-98D9-AE56889B2F7E}"/>
          </ac:spMkLst>
        </pc:spChg>
      </pc:sldChg>
      <pc:sldChg chg="modSp mod">
        <pc:chgData name="Ella Vetter" userId="c6918cf5-f6c0-43cc-8499-a1f635017de9" providerId="ADAL" clId="{EDF018B5-66C9-4EBB-B156-A1BE9ABCF1A6}" dt="2020-10-09T14:19:26.872" v="6290" actId="11"/>
        <pc:sldMkLst>
          <pc:docMk/>
          <pc:sldMk cId="4231542497" sldId="318"/>
        </pc:sldMkLst>
        <pc:spChg chg="mod">
          <ac:chgData name="Ella Vetter" userId="c6918cf5-f6c0-43cc-8499-a1f635017de9" providerId="ADAL" clId="{EDF018B5-66C9-4EBB-B156-A1BE9ABCF1A6}" dt="2020-10-09T14:19:26.872" v="6290" actId="11"/>
          <ac:spMkLst>
            <pc:docMk/>
            <pc:sldMk cId="4231542497" sldId="318"/>
            <ac:spMk id="3" creationId="{53474193-55DD-4B03-A625-1686DEAA14EF}"/>
          </ac:spMkLst>
        </pc:spChg>
      </pc:sldChg>
      <pc:sldChg chg="modSp mod">
        <pc:chgData name="Ella Vetter" userId="c6918cf5-f6c0-43cc-8499-a1f635017de9" providerId="ADAL" clId="{EDF018B5-66C9-4EBB-B156-A1BE9ABCF1A6}" dt="2020-10-09T14:19:36.284" v="6291" actId="11"/>
        <pc:sldMkLst>
          <pc:docMk/>
          <pc:sldMk cId="2141601583" sldId="320"/>
        </pc:sldMkLst>
        <pc:spChg chg="mod">
          <ac:chgData name="Ella Vetter" userId="c6918cf5-f6c0-43cc-8499-a1f635017de9" providerId="ADAL" clId="{EDF018B5-66C9-4EBB-B156-A1BE9ABCF1A6}" dt="2020-10-09T14:19:36.284" v="6291" actId="11"/>
          <ac:spMkLst>
            <pc:docMk/>
            <pc:sldMk cId="2141601583" sldId="320"/>
            <ac:spMk id="3" creationId="{88A62F98-1398-4388-B088-C11376F92F3D}"/>
          </ac:spMkLst>
        </pc:spChg>
      </pc:sldChg>
      <pc:sldChg chg="modSp mod">
        <pc:chgData name="Ella Vetter" userId="c6918cf5-f6c0-43cc-8499-a1f635017de9" providerId="ADAL" clId="{EDF018B5-66C9-4EBB-B156-A1BE9ABCF1A6}" dt="2020-10-09T17:35:13.122" v="6528" actId="115"/>
        <pc:sldMkLst>
          <pc:docMk/>
          <pc:sldMk cId="701220366" sldId="321"/>
        </pc:sldMkLst>
        <pc:spChg chg="mod">
          <ac:chgData name="Ella Vetter" userId="c6918cf5-f6c0-43cc-8499-a1f635017de9" providerId="ADAL" clId="{EDF018B5-66C9-4EBB-B156-A1BE9ABCF1A6}" dt="2020-10-09T17:35:13.122" v="6528" actId="115"/>
          <ac:spMkLst>
            <pc:docMk/>
            <pc:sldMk cId="701220366" sldId="321"/>
            <ac:spMk id="3" creationId="{88A62F98-1398-4388-B088-C11376F92F3D}"/>
          </ac:spMkLst>
        </pc:spChg>
      </pc:sldChg>
      <pc:sldChg chg="modSp mod">
        <pc:chgData name="Ella Vetter" userId="c6918cf5-f6c0-43cc-8499-a1f635017de9" providerId="ADAL" clId="{EDF018B5-66C9-4EBB-B156-A1BE9ABCF1A6}" dt="2020-10-09T14:19:20.576" v="6289" actId="11"/>
        <pc:sldMkLst>
          <pc:docMk/>
          <pc:sldMk cId="1043915023" sldId="322"/>
        </pc:sldMkLst>
        <pc:spChg chg="mod">
          <ac:chgData name="Ella Vetter" userId="c6918cf5-f6c0-43cc-8499-a1f635017de9" providerId="ADAL" clId="{EDF018B5-66C9-4EBB-B156-A1BE9ABCF1A6}" dt="2020-10-09T14:19:20.576" v="6289" actId="11"/>
          <ac:spMkLst>
            <pc:docMk/>
            <pc:sldMk cId="1043915023" sldId="322"/>
            <ac:spMk id="9" creationId="{D13DA46D-CD64-490C-80E5-4DDD30392637}"/>
          </ac:spMkLst>
        </pc:spChg>
      </pc:sldChg>
      <pc:sldChg chg="modSp mod">
        <pc:chgData name="Ella Vetter" userId="c6918cf5-f6c0-43cc-8499-a1f635017de9" providerId="ADAL" clId="{EDF018B5-66C9-4EBB-B156-A1BE9ABCF1A6}" dt="2020-10-09T14:19:43.017" v="6292" actId="11"/>
        <pc:sldMkLst>
          <pc:docMk/>
          <pc:sldMk cId="1935364617" sldId="323"/>
        </pc:sldMkLst>
        <pc:spChg chg="mod">
          <ac:chgData name="Ella Vetter" userId="c6918cf5-f6c0-43cc-8499-a1f635017de9" providerId="ADAL" clId="{EDF018B5-66C9-4EBB-B156-A1BE9ABCF1A6}" dt="2020-10-09T14:19:43.017" v="6292" actId="11"/>
          <ac:spMkLst>
            <pc:docMk/>
            <pc:sldMk cId="1935364617" sldId="323"/>
            <ac:spMk id="3" creationId="{88A62F98-1398-4388-B088-C11376F92F3D}"/>
          </ac:spMkLst>
        </pc:spChg>
      </pc:sldChg>
      <pc:sldChg chg="modSp mod">
        <pc:chgData name="Ella Vetter" userId="c6918cf5-f6c0-43cc-8499-a1f635017de9" providerId="ADAL" clId="{EDF018B5-66C9-4EBB-B156-A1BE9ABCF1A6}" dt="2020-10-09T14:19:51.147" v="6293" actId="11"/>
        <pc:sldMkLst>
          <pc:docMk/>
          <pc:sldMk cId="3819862748" sldId="325"/>
        </pc:sldMkLst>
        <pc:spChg chg="mod">
          <ac:chgData name="Ella Vetter" userId="c6918cf5-f6c0-43cc-8499-a1f635017de9" providerId="ADAL" clId="{EDF018B5-66C9-4EBB-B156-A1BE9ABCF1A6}" dt="2020-10-09T14:19:51.147" v="6293" actId="11"/>
          <ac:spMkLst>
            <pc:docMk/>
            <pc:sldMk cId="3819862748" sldId="325"/>
            <ac:spMk id="6" creationId="{C815A54D-D680-47D0-A530-05229ED955FA}"/>
          </ac:spMkLst>
        </pc:spChg>
      </pc:sldChg>
      <pc:sldChg chg="addSp delSp modSp mod">
        <pc:chgData name="Ella Vetter" userId="c6918cf5-f6c0-43cc-8499-a1f635017de9" providerId="ADAL" clId="{EDF018B5-66C9-4EBB-B156-A1BE9ABCF1A6}" dt="2020-10-09T14:20:28.314" v="6307" actId="14100"/>
        <pc:sldMkLst>
          <pc:docMk/>
          <pc:sldMk cId="3051631181" sldId="326"/>
        </pc:sldMkLst>
        <pc:spChg chg="add del mod">
          <ac:chgData name="Ella Vetter" userId="c6918cf5-f6c0-43cc-8499-a1f635017de9" providerId="ADAL" clId="{EDF018B5-66C9-4EBB-B156-A1BE9ABCF1A6}" dt="2020-10-09T14:20:26.145" v="6305" actId="478"/>
          <ac:spMkLst>
            <pc:docMk/>
            <pc:sldMk cId="3051631181" sldId="326"/>
            <ac:spMk id="4" creationId="{21E47BE6-8956-40E2-93F4-A79A240620AF}"/>
          </ac:spMkLst>
        </pc:spChg>
        <pc:spChg chg="del">
          <ac:chgData name="Ella Vetter" userId="c6918cf5-f6c0-43cc-8499-a1f635017de9" providerId="ADAL" clId="{EDF018B5-66C9-4EBB-B156-A1BE9ABCF1A6}" dt="2020-10-09T14:20:24.536" v="6304" actId="478"/>
          <ac:spMkLst>
            <pc:docMk/>
            <pc:sldMk cId="3051631181" sldId="326"/>
            <ac:spMk id="6" creationId="{90D78095-06B4-428B-A1D1-FA185E91F4DB}"/>
          </ac:spMkLst>
        </pc:spChg>
        <pc:spChg chg="add mod">
          <ac:chgData name="Ella Vetter" userId="c6918cf5-f6c0-43cc-8499-a1f635017de9" providerId="ADAL" clId="{EDF018B5-66C9-4EBB-B156-A1BE9ABCF1A6}" dt="2020-10-09T14:20:28.314" v="6307" actId="14100"/>
          <ac:spMkLst>
            <pc:docMk/>
            <pc:sldMk cId="3051631181" sldId="326"/>
            <ac:spMk id="7" creationId="{4EBC7B16-4EAF-4955-943A-A25A7628A9C7}"/>
          </ac:spMkLst>
        </pc:spChg>
      </pc:sldChg>
      <pc:sldChg chg="modSp mod">
        <pc:chgData name="Ella Vetter" userId="c6918cf5-f6c0-43cc-8499-a1f635017de9" providerId="ADAL" clId="{EDF018B5-66C9-4EBB-B156-A1BE9ABCF1A6}" dt="2020-10-09T14:20:01.665" v="6294" actId="11"/>
        <pc:sldMkLst>
          <pc:docMk/>
          <pc:sldMk cId="877782285" sldId="327"/>
        </pc:sldMkLst>
        <pc:spChg chg="mod">
          <ac:chgData name="Ella Vetter" userId="c6918cf5-f6c0-43cc-8499-a1f635017de9" providerId="ADAL" clId="{EDF018B5-66C9-4EBB-B156-A1BE9ABCF1A6}" dt="2020-10-09T14:20:01.665" v="6294" actId="11"/>
          <ac:spMkLst>
            <pc:docMk/>
            <pc:sldMk cId="877782285" sldId="327"/>
            <ac:spMk id="4" creationId="{7F8C2603-D7E4-4895-AB2C-372ECA0993A9}"/>
          </ac:spMkLst>
        </pc:spChg>
      </pc:sldChg>
      <pc:sldChg chg="modSp mod">
        <pc:chgData name="Ella Vetter" userId="c6918cf5-f6c0-43cc-8499-a1f635017de9" providerId="ADAL" clId="{EDF018B5-66C9-4EBB-B156-A1BE9ABCF1A6}" dt="2020-10-09T14:20:08.082" v="6295" actId="11"/>
        <pc:sldMkLst>
          <pc:docMk/>
          <pc:sldMk cId="334261442" sldId="328"/>
        </pc:sldMkLst>
        <pc:spChg chg="mod">
          <ac:chgData name="Ella Vetter" userId="c6918cf5-f6c0-43cc-8499-a1f635017de9" providerId="ADAL" clId="{EDF018B5-66C9-4EBB-B156-A1BE9ABCF1A6}" dt="2020-10-09T14:20:08.082" v="6295" actId="11"/>
          <ac:spMkLst>
            <pc:docMk/>
            <pc:sldMk cId="334261442" sldId="328"/>
            <ac:spMk id="6" creationId="{23380FDD-29B9-48D1-805D-66E391BA7387}"/>
          </ac:spMkLst>
        </pc:spChg>
      </pc:sldChg>
      <pc:sldChg chg="addSp delSp modSp mod">
        <pc:chgData name="Ella Vetter" userId="c6918cf5-f6c0-43cc-8499-a1f635017de9" providerId="ADAL" clId="{EDF018B5-66C9-4EBB-B156-A1BE9ABCF1A6}" dt="2020-10-09T14:20:21.935" v="6303" actId="14100"/>
        <pc:sldMkLst>
          <pc:docMk/>
          <pc:sldMk cId="3503232561" sldId="329"/>
        </pc:sldMkLst>
        <pc:spChg chg="add del mod">
          <ac:chgData name="Ella Vetter" userId="c6918cf5-f6c0-43cc-8499-a1f635017de9" providerId="ADAL" clId="{EDF018B5-66C9-4EBB-B156-A1BE9ABCF1A6}" dt="2020-10-09T14:20:17.709" v="6299" actId="478"/>
          <ac:spMkLst>
            <pc:docMk/>
            <pc:sldMk cId="3503232561" sldId="329"/>
            <ac:spMk id="4" creationId="{F718E588-AF37-4DA6-BFAF-EA564AB83FBD}"/>
          </ac:spMkLst>
        </pc:spChg>
        <pc:spChg chg="del">
          <ac:chgData name="Ella Vetter" userId="c6918cf5-f6c0-43cc-8499-a1f635017de9" providerId="ADAL" clId="{EDF018B5-66C9-4EBB-B156-A1BE9ABCF1A6}" dt="2020-10-09T14:20:15.303" v="6296" actId="478"/>
          <ac:spMkLst>
            <pc:docMk/>
            <pc:sldMk cId="3503232561" sldId="329"/>
            <ac:spMk id="6" creationId="{FB2F8FD9-EEF7-460D-A9DD-C60B151D1FD0}"/>
          </ac:spMkLst>
        </pc:spChg>
        <pc:spChg chg="add del mod">
          <ac:chgData name="Ella Vetter" userId="c6918cf5-f6c0-43cc-8499-a1f635017de9" providerId="ADAL" clId="{EDF018B5-66C9-4EBB-B156-A1BE9ABCF1A6}" dt="2020-10-09T14:20:16.654" v="6298"/>
          <ac:spMkLst>
            <pc:docMk/>
            <pc:sldMk cId="3503232561" sldId="329"/>
            <ac:spMk id="7" creationId="{A9C8DB73-E558-4664-B199-72735C56B0A5}"/>
          </ac:spMkLst>
        </pc:spChg>
        <pc:spChg chg="add mod">
          <ac:chgData name="Ella Vetter" userId="c6918cf5-f6c0-43cc-8499-a1f635017de9" providerId="ADAL" clId="{EDF018B5-66C9-4EBB-B156-A1BE9ABCF1A6}" dt="2020-10-09T14:20:21.935" v="6303" actId="14100"/>
          <ac:spMkLst>
            <pc:docMk/>
            <pc:sldMk cId="3503232561" sldId="329"/>
            <ac:spMk id="9" creationId="{D4294236-0AC2-42D4-BB33-8B73D485FEBD}"/>
          </ac:spMkLst>
        </pc:spChg>
      </pc:sldChg>
      <pc:sldChg chg="modSp mod">
        <pc:chgData name="Ella Vetter" userId="c6918cf5-f6c0-43cc-8499-a1f635017de9" providerId="ADAL" clId="{EDF018B5-66C9-4EBB-B156-A1BE9ABCF1A6}" dt="2020-10-09T14:20:37.385" v="6308" actId="11"/>
        <pc:sldMkLst>
          <pc:docMk/>
          <pc:sldMk cId="770859312" sldId="333"/>
        </pc:sldMkLst>
        <pc:spChg chg="mod">
          <ac:chgData name="Ella Vetter" userId="c6918cf5-f6c0-43cc-8499-a1f635017de9" providerId="ADAL" clId="{EDF018B5-66C9-4EBB-B156-A1BE9ABCF1A6}" dt="2020-10-09T14:20:37.385" v="6308" actId="11"/>
          <ac:spMkLst>
            <pc:docMk/>
            <pc:sldMk cId="770859312" sldId="333"/>
            <ac:spMk id="4" creationId="{707C5EBC-6A0E-4D35-ACE9-9DC27564C9E4}"/>
          </ac:spMkLst>
        </pc:spChg>
      </pc:sldChg>
      <pc:sldChg chg="modSp mod">
        <pc:chgData name="Ella Vetter" userId="c6918cf5-f6c0-43cc-8499-a1f635017de9" providerId="ADAL" clId="{EDF018B5-66C9-4EBB-B156-A1BE9ABCF1A6}" dt="2020-10-09T14:20:45.143" v="6309" actId="11"/>
        <pc:sldMkLst>
          <pc:docMk/>
          <pc:sldMk cId="3805342586" sldId="334"/>
        </pc:sldMkLst>
        <pc:spChg chg="mod">
          <ac:chgData name="Ella Vetter" userId="c6918cf5-f6c0-43cc-8499-a1f635017de9" providerId="ADAL" clId="{EDF018B5-66C9-4EBB-B156-A1BE9ABCF1A6}" dt="2020-10-09T14:20:45.143" v="6309" actId="11"/>
          <ac:spMkLst>
            <pc:docMk/>
            <pc:sldMk cId="3805342586" sldId="334"/>
            <ac:spMk id="4" creationId="{54DA42CC-40CB-4A2F-8973-73781A249AF0}"/>
          </ac:spMkLst>
        </pc:spChg>
      </pc:sldChg>
      <pc:sldChg chg="modSp mod">
        <pc:chgData name="Ella Vetter" userId="c6918cf5-f6c0-43cc-8499-a1f635017de9" providerId="ADAL" clId="{EDF018B5-66C9-4EBB-B156-A1BE9ABCF1A6}" dt="2020-10-09T14:20:51.379" v="6310" actId="11"/>
        <pc:sldMkLst>
          <pc:docMk/>
          <pc:sldMk cId="1594842008" sldId="335"/>
        </pc:sldMkLst>
        <pc:spChg chg="mod">
          <ac:chgData name="Ella Vetter" userId="c6918cf5-f6c0-43cc-8499-a1f635017de9" providerId="ADAL" clId="{EDF018B5-66C9-4EBB-B156-A1BE9ABCF1A6}" dt="2020-10-09T14:20:51.379" v="6310" actId="11"/>
          <ac:spMkLst>
            <pc:docMk/>
            <pc:sldMk cId="1594842008" sldId="335"/>
            <ac:spMk id="4" creationId="{894ADE61-8434-47F9-A2E8-8F1D725EA5D2}"/>
          </ac:spMkLst>
        </pc:spChg>
      </pc:sldChg>
      <pc:sldChg chg="modSp mod">
        <pc:chgData name="Ella Vetter" userId="c6918cf5-f6c0-43cc-8499-a1f635017de9" providerId="ADAL" clId="{EDF018B5-66C9-4EBB-B156-A1BE9ABCF1A6}" dt="2020-10-09T14:20:58.750" v="6311" actId="11"/>
        <pc:sldMkLst>
          <pc:docMk/>
          <pc:sldMk cId="513000458" sldId="336"/>
        </pc:sldMkLst>
        <pc:spChg chg="mod">
          <ac:chgData name="Ella Vetter" userId="c6918cf5-f6c0-43cc-8499-a1f635017de9" providerId="ADAL" clId="{EDF018B5-66C9-4EBB-B156-A1BE9ABCF1A6}" dt="2020-10-09T14:20:58.750" v="6311" actId="11"/>
          <ac:spMkLst>
            <pc:docMk/>
            <pc:sldMk cId="513000458" sldId="336"/>
            <ac:spMk id="4" creationId="{9A2FBEA7-2905-4EB0-9760-20C7AB016556}"/>
          </ac:spMkLst>
        </pc:spChg>
      </pc:sldChg>
      <pc:sldChg chg="modSp mod">
        <pc:chgData name="Ella Vetter" userId="c6918cf5-f6c0-43cc-8499-a1f635017de9" providerId="ADAL" clId="{EDF018B5-66C9-4EBB-B156-A1BE9ABCF1A6}" dt="2020-10-09T14:21:15.448" v="6313" actId="11"/>
        <pc:sldMkLst>
          <pc:docMk/>
          <pc:sldMk cId="2497133131" sldId="338"/>
        </pc:sldMkLst>
        <pc:spChg chg="mod">
          <ac:chgData name="Ella Vetter" userId="c6918cf5-f6c0-43cc-8499-a1f635017de9" providerId="ADAL" clId="{EDF018B5-66C9-4EBB-B156-A1BE9ABCF1A6}" dt="2020-10-09T14:21:15.448" v="6313" actId="11"/>
          <ac:spMkLst>
            <pc:docMk/>
            <pc:sldMk cId="2497133131" sldId="338"/>
            <ac:spMk id="4" creationId="{3C6A5C21-4E07-4F33-9198-1792FD7F3D1C}"/>
          </ac:spMkLst>
        </pc:spChg>
      </pc:sldChg>
      <pc:sldChg chg="modSp mod">
        <pc:chgData name="Ella Vetter" userId="c6918cf5-f6c0-43cc-8499-a1f635017de9" providerId="ADAL" clId="{EDF018B5-66C9-4EBB-B156-A1BE9ABCF1A6}" dt="2020-10-09T14:21:28.737" v="6315" actId="11"/>
        <pc:sldMkLst>
          <pc:docMk/>
          <pc:sldMk cId="1524780563" sldId="339"/>
        </pc:sldMkLst>
        <pc:spChg chg="mod">
          <ac:chgData name="Ella Vetter" userId="c6918cf5-f6c0-43cc-8499-a1f635017de9" providerId="ADAL" clId="{EDF018B5-66C9-4EBB-B156-A1BE9ABCF1A6}" dt="2020-10-09T14:21:28.737" v="6315" actId="11"/>
          <ac:spMkLst>
            <pc:docMk/>
            <pc:sldMk cId="1524780563" sldId="339"/>
            <ac:spMk id="4" creationId="{2F129AF8-57D0-4CE0-8DE1-C396C1E6CF8D}"/>
          </ac:spMkLst>
        </pc:spChg>
      </pc:sldChg>
      <pc:sldChg chg="modSp mod">
        <pc:chgData name="Ella Vetter" userId="c6918cf5-f6c0-43cc-8499-a1f635017de9" providerId="ADAL" clId="{EDF018B5-66C9-4EBB-B156-A1BE9ABCF1A6}" dt="2020-10-09T14:21:35.435" v="6316" actId="11"/>
        <pc:sldMkLst>
          <pc:docMk/>
          <pc:sldMk cId="3408288368" sldId="340"/>
        </pc:sldMkLst>
        <pc:spChg chg="mod">
          <ac:chgData name="Ella Vetter" userId="c6918cf5-f6c0-43cc-8499-a1f635017de9" providerId="ADAL" clId="{EDF018B5-66C9-4EBB-B156-A1BE9ABCF1A6}" dt="2020-10-09T14:21:35.435" v="6316" actId="11"/>
          <ac:spMkLst>
            <pc:docMk/>
            <pc:sldMk cId="3408288368" sldId="340"/>
            <ac:spMk id="4" creationId="{04763771-6C82-4162-A5AC-F3602FF29FF6}"/>
          </ac:spMkLst>
        </pc:spChg>
      </pc:sldChg>
      <pc:sldChg chg="modSp mod">
        <pc:chgData name="Ella Vetter" userId="c6918cf5-f6c0-43cc-8499-a1f635017de9" providerId="ADAL" clId="{EDF018B5-66C9-4EBB-B156-A1BE9ABCF1A6}" dt="2020-10-09T17:34:15.610" v="6499" actId="20577"/>
        <pc:sldMkLst>
          <pc:docMk/>
          <pc:sldMk cId="437802711" sldId="341"/>
        </pc:sldMkLst>
        <pc:spChg chg="mod">
          <ac:chgData name="Ella Vetter" userId="c6918cf5-f6c0-43cc-8499-a1f635017de9" providerId="ADAL" clId="{EDF018B5-66C9-4EBB-B156-A1BE9ABCF1A6}" dt="2020-10-09T17:34:15.610" v="6499" actId="20577"/>
          <ac:spMkLst>
            <pc:docMk/>
            <pc:sldMk cId="437802711" sldId="341"/>
            <ac:spMk id="4" creationId="{D73DF70C-A971-4ABC-B0EC-BF457A93F4A7}"/>
          </ac:spMkLst>
        </pc:spChg>
      </pc:sldChg>
      <pc:sldChg chg="modSp mod">
        <pc:chgData name="Ella Vetter" userId="c6918cf5-f6c0-43cc-8499-a1f635017de9" providerId="ADAL" clId="{EDF018B5-66C9-4EBB-B156-A1BE9ABCF1A6}" dt="2020-10-09T14:40:39.165" v="6358" actId="113"/>
        <pc:sldMkLst>
          <pc:docMk/>
          <pc:sldMk cId="2027545098" sldId="342"/>
        </pc:sldMkLst>
        <pc:spChg chg="mod">
          <ac:chgData name="Ella Vetter" userId="c6918cf5-f6c0-43cc-8499-a1f635017de9" providerId="ADAL" clId="{EDF018B5-66C9-4EBB-B156-A1BE9ABCF1A6}" dt="2020-10-09T14:40:39.165" v="6358" actId="113"/>
          <ac:spMkLst>
            <pc:docMk/>
            <pc:sldMk cId="2027545098" sldId="342"/>
            <ac:spMk id="3" creationId="{635B3478-8706-485A-8924-C2C72FFE4ED1}"/>
          </ac:spMkLst>
        </pc:spChg>
      </pc:sldChg>
      <pc:sldChg chg="modSp mod">
        <pc:chgData name="Ella Vetter" userId="c6918cf5-f6c0-43cc-8499-a1f635017de9" providerId="ADAL" clId="{EDF018B5-66C9-4EBB-B156-A1BE9ABCF1A6}" dt="2020-10-09T14:21:09.298" v="6312" actId="11"/>
        <pc:sldMkLst>
          <pc:docMk/>
          <pc:sldMk cId="883250627" sldId="348"/>
        </pc:sldMkLst>
        <pc:spChg chg="mod">
          <ac:chgData name="Ella Vetter" userId="c6918cf5-f6c0-43cc-8499-a1f635017de9" providerId="ADAL" clId="{EDF018B5-66C9-4EBB-B156-A1BE9ABCF1A6}" dt="2020-10-09T14:21:09.298" v="6312" actId="11"/>
          <ac:spMkLst>
            <pc:docMk/>
            <pc:sldMk cId="883250627" sldId="348"/>
            <ac:spMk id="4" creationId="{66B87A78-20EF-4FCF-ACED-88D05806FC80}"/>
          </ac:spMkLst>
        </pc:spChg>
      </pc:sldChg>
      <pc:sldChg chg="modSp mod">
        <pc:chgData name="Ella Vetter" userId="c6918cf5-f6c0-43cc-8499-a1f635017de9" providerId="ADAL" clId="{EDF018B5-66C9-4EBB-B156-A1BE9ABCF1A6}" dt="2020-10-09T14:21:21.208" v="6314" actId="11"/>
        <pc:sldMkLst>
          <pc:docMk/>
          <pc:sldMk cId="193838983" sldId="349"/>
        </pc:sldMkLst>
        <pc:spChg chg="mod">
          <ac:chgData name="Ella Vetter" userId="c6918cf5-f6c0-43cc-8499-a1f635017de9" providerId="ADAL" clId="{EDF018B5-66C9-4EBB-B156-A1BE9ABCF1A6}" dt="2020-10-09T14:21:21.208" v="6314" actId="11"/>
          <ac:spMkLst>
            <pc:docMk/>
            <pc:sldMk cId="193838983" sldId="349"/>
            <ac:spMk id="8" creationId="{8D65FE5C-734C-4F70-95ED-19062B16A210}"/>
          </ac:spMkLst>
        </pc:spChg>
      </pc:sldChg>
      <pc:sldChg chg="modSp mod">
        <pc:chgData name="Ella Vetter" userId="c6918cf5-f6c0-43cc-8499-a1f635017de9" providerId="ADAL" clId="{EDF018B5-66C9-4EBB-B156-A1BE9ABCF1A6}" dt="2020-10-09T17:42:59.694" v="6577" actId="20577"/>
        <pc:sldMkLst>
          <pc:docMk/>
          <pc:sldMk cId="3207609551" sldId="377"/>
        </pc:sldMkLst>
        <pc:spChg chg="mod">
          <ac:chgData name="Ella Vetter" userId="c6918cf5-f6c0-43cc-8499-a1f635017de9" providerId="ADAL" clId="{EDF018B5-66C9-4EBB-B156-A1BE9ABCF1A6}" dt="2020-10-09T17:42:59.694" v="6577" actId="20577"/>
          <ac:spMkLst>
            <pc:docMk/>
            <pc:sldMk cId="3207609551" sldId="377"/>
            <ac:spMk id="4" creationId="{D73DF70C-A971-4ABC-B0EC-BF457A93F4A7}"/>
          </ac:spMkLst>
        </pc:spChg>
      </pc:sldChg>
      <pc:sldChg chg="modSp mod">
        <pc:chgData name="Ella Vetter" userId="c6918cf5-f6c0-43cc-8499-a1f635017de9" providerId="ADAL" clId="{EDF018B5-66C9-4EBB-B156-A1BE9ABCF1A6}" dt="2020-10-09T17:35:32.339" v="6531" actId="20577"/>
        <pc:sldMkLst>
          <pc:docMk/>
          <pc:sldMk cId="1405778982" sldId="393"/>
        </pc:sldMkLst>
        <pc:spChg chg="mod">
          <ac:chgData name="Ella Vetter" userId="c6918cf5-f6c0-43cc-8499-a1f635017de9" providerId="ADAL" clId="{EDF018B5-66C9-4EBB-B156-A1BE9ABCF1A6}" dt="2020-10-09T17:35:32.339" v="6531" actId="20577"/>
          <ac:spMkLst>
            <pc:docMk/>
            <pc:sldMk cId="1405778982" sldId="393"/>
            <ac:spMk id="3" creationId="{2CA3FFB0-19ED-4554-94B5-163B6296C2C4}"/>
          </ac:spMkLst>
        </pc:spChg>
      </pc:sldChg>
      <pc:sldChg chg="modSp mod">
        <pc:chgData name="Ella Vetter" userId="c6918cf5-f6c0-43cc-8499-a1f635017de9" providerId="ADAL" clId="{EDF018B5-66C9-4EBB-B156-A1BE9ABCF1A6}" dt="2020-10-08T20:26:11.238" v="2209" actId="1076"/>
        <pc:sldMkLst>
          <pc:docMk/>
          <pc:sldMk cId="2879768615" sldId="394"/>
        </pc:sldMkLst>
        <pc:picChg chg="mod">
          <ac:chgData name="Ella Vetter" userId="c6918cf5-f6c0-43cc-8499-a1f635017de9" providerId="ADAL" clId="{EDF018B5-66C9-4EBB-B156-A1BE9ABCF1A6}" dt="2020-10-08T20:26:11.238" v="2209" actId="1076"/>
          <ac:picMkLst>
            <pc:docMk/>
            <pc:sldMk cId="2879768615" sldId="394"/>
            <ac:picMk id="8" creationId="{C02E75C5-8C8D-4419-9876-B7167B989401}"/>
          </ac:picMkLst>
        </pc:picChg>
      </pc:sldChg>
      <pc:sldChg chg="modSp mod">
        <pc:chgData name="Ella Vetter" userId="c6918cf5-f6c0-43cc-8499-a1f635017de9" providerId="ADAL" clId="{EDF018B5-66C9-4EBB-B156-A1BE9ABCF1A6}" dt="2020-10-09T14:23:03.491" v="6337" actId="20577"/>
        <pc:sldMkLst>
          <pc:docMk/>
          <pc:sldMk cId="2663639944" sldId="395"/>
        </pc:sldMkLst>
        <pc:spChg chg="mod">
          <ac:chgData name="Ella Vetter" userId="c6918cf5-f6c0-43cc-8499-a1f635017de9" providerId="ADAL" clId="{EDF018B5-66C9-4EBB-B156-A1BE9ABCF1A6}" dt="2020-10-09T14:23:03.491" v="6337" actId="20577"/>
          <ac:spMkLst>
            <pc:docMk/>
            <pc:sldMk cId="2663639944" sldId="395"/>
            <ac:spMk id="4" creationId="{CAE64B05-8CEF-4E4D-9A85-F66867FEFA75}"/>
          </ac:spMkLst>
        </pc:spChg>
      </pc:sldChg>
      <pc:sldChg chg="modSp mod">
        <pc:chgData name="Ella Vetter" userId="c6918cf5-f6c0-43cc-8499-a1f635017de9" providerId="ADAL" clId="{EDF018B5-66C9-4EBB-B156-A1BE9ABCF1A6}" dt="2020-10-09T14:22:58.393" v="6335" actId="20577"/>
        <pc:sldMkLst>
          <pc:docMk/>
          <pc:sldMk cId="4104469530" sldId="396"/>
        </pc:sldMkLst>
        <pc:spChg chg="mod">
          <ac:chgData name="Ella Vetter" userId="c6918cf5-f6c0-43cc-8499-a1f635017de9" providerId="ADAL" clId="{EDF018B5-66C9-4EBB-B156-A1BE9ABCF1A6}" dt="2020-10-09T14:22:58.393" v="6335" actId="20577"/>
          <ac:spMkLst>
            <pc:docMk/>
            <pc:sldMk cId="4104469530" sldId="396"/>
            <ac:spMk id="4" creationId="{03609284-900F-462E-99F0-A9BEFEB0BDEA}"/>
          </ac:spMkLst>
        </pc:spChg>
      </pc:sldChg>
      <pc:sldChg chg="modSp mod">
        <pc:chgData name="Ella Vetter" userId="c6918cf5-f6c0-43cc-8499-a1f635017de9" providerId="ADAL" clId="{EDF018B5-66C9-4EBB-B156-A1BE9ABCF1A6}" dt="2020-10-09T14:23:09.846" v="6340" actId="20577"/>
        <pc:sldMkLst>
          <pc:docMk/>
          <pc:sldMk cId="733221865" sldId="397"/>
        </pc:sldMkLst>
        <pc:spChg chg="mod">
          <ac:chgData name="Ella Vetter" userId="c6918cf5-f6c0-43cc-8499-a1f635017de9" providerId="ADAL" clId="{EDF018B5-66C9-4EBB-B156-A1BE9ABCF1A6}" dt="2020-10-09T14:23:09.846" v="6340" actId="20577"/>
          <ac:spMkLst>
            <pc:docMk/>
            <pc:sldMk cId="733221865" sldId="397"/>
            <ac:spMk id="4" creationId="{59C79045-B99A-443F-B12F-216812B98AA4}"/>
          </ac:spMkLst>
        </pc:spChg>
      </pc:sldChg>
      <pc:sldChg chg="modSp mod">
        <pc:chgData name="Ella Vetter" userId="c6918cf5-f6c0-43cc-8499-a1f635017de9" providerId="ADAL" clId="{EDF018B5-66C9-4EBB-B156-A1BE9ABCF1A6}" dt="2020-10-09T14:23:12.285" v="6341" actId="20577"/>
        <pc:sldMkLst>
          <pc:docMk/>
          <pc:sldMk cId="1922808066" sldId="398"/>
        </pc:sldMkLst>
        <pc:spChg chg="mod">
          <ac:chgData name="Ella Vetter" userId="c6918cf5-f6c0-43cc-8499-a1f635017de9" providerId="ADAL" clId="{EDF018B5-66C9-4EBB-B156-A1BE9ABCF1A6}" dt="2020-10-09T14:23:12.285" v="6341" actId="20577"/>
          <ac:spMkLst>
            <pc:docMk/>
            <pc:sldMk cId="1922808066" sldId="398"/>
            <ac:spMk id="4" creationId="{5E93C49C-7F68-4532-9AFC-3A886F8CA028}"/>
          </ac:spMkLst>
        </pc:spChg>
      </pc:sldChg>
      <pc:sldChg chg="modSp mod">
        <pc:chgData name="Ella Vetter" userId="c6918cf5-f6c0-43cc-8499-a1f635017de9" providerId="ADAL" clId="{EDF018B5-66C9-4EBB-B156-A1BE9ABCF1A6}" dt="2020-10-09T14:39:54.910" v="6357" actId="20577"/>
        <pc:sldMkLst>
          <pc:docMk/>
          <pc:sldMk cId="3167052935" sldId="399"/>
        </pc:sldMkLst>
        <pc:spChg chg="mod">
          <ac:chgData name="Ella Vetter" userId="c6918cf5-f6c0-43cc-8499-a1f635017de9" providerId="ADAL" clId="{EDF018B5-66C9-4EBB-B156-A1BE9ABCF1A6}" dt="2020-10-09T14:39:54.910" v="6357" actId="20577"/>
          <ac:spMkLst>
            <pc:docMk/>
            <pc:sldMk cId="3167052935" sldId="399"/>
            <ac:spMk id="4" creationId="{83C8B870-8C96-4C5B-A1C2-634BBF96A2AD}"/>
          </ac:spMkLst>
        </pc:spChg>
      </pc:sldChg>
      <pc:sldChg chg="modSp mod">
        <pc:chgData name="Ella Vetter" userId="c6918cf5-f6c0-43cc-8499-a1f635017de9" providerId="ADAL" clId="{EDF018B5-66C9-4EBB-B156-A1BE9ABCF1A6}" dt="2020-10-09T14:23:06.293" v="6339" actId="20577"/>
        <pc:sldMkLst>
          <pc:docMk/>
          <pc:sldMk cId="1791093614" sldId="400"/>
        </pc:sldMkLst>
        <pc:spChg chg="mod">
          <ac:chgData name="Ella Vetter" userId="c6918cf5-f6c0-43cc-8499-a1f635017de9" providerId="ADAL" clId="{EDF018B5-66C9-4EBB-B156-A1BE9ABCF1A6}" dt="2020-10-09T14:23:06.293" v="6339" actId="20577"/>
          <ac:spMkLst>
            <pc:docMk/>
            <pc:sldMk cId="1791093614" sldId="400"/>
            <ac:spMk id="4" creationId="{E8ABF2D0-16AC-4157-B413-9F774107159B}"/>
          </ac:spMkLst>
        </pc:spChg>
      </pc:sldChg>
      <pc:sldChg chg="modSp mod">
        <pc:chgData name="Ella Vetter" userId="c6918cf5-f6c0-43cc-8499-a1f635017de9" providerId="ADAL" clId="{EDF018B5-66C9-4EBB-B156-A1BE9ABCF1A6}" dt="2020-10-09T14:23:18.214" v="6343" actId="20577"/>
        <pc:sldMkLst>
          <pc:docMk/>
          <pc:sldMk cId="1119502595" sldId="401"/>
        </pc:sldMkLst>
        <pc:spChg chg="mod">
          <ac:chgData name="Ella Vetter" userId="c6918cf5-f6c0-43cc-8499-a1f635017de9" providerId="ADAL" clId="{EDF018B5-66C9-4EBB-B156-A1BE9ABCF1A6}" dt="2020-10-09T14:23:18.214" v="6343" actId="20577"/>
          <ac:spMkLst>
            <pc:docMk/>
            <pc:sldMk cId="1119502595" sldId="401"/>
            <ac:spMk id="4" creationId="{83C8B870-8C96-4C5B-A1C2-634BBF96A2AD}"/>
          </ac:spMkLst>
        </pc:spChg>
      </pc:sldChg>
      <pc:sldChg chg="modSp mod">
        <pc:chgData name="Ella Vetter" userId="c6918cf5-f6c0-43cc-8499-a1f635017de9" providerId="ADAL" clId="{EDF018B5-66C9-4EBB-B156-A1BE9ABCF1A6}" dt="2020-10-09T14:23:26.171" v="6345" actId="20577"/>
        <pc:sldMkLst>
          <pc:docMk/>
          <pc:sldMk cId="2227095220" sldId="402"/>
        </pc:sldMkLst>
        <pc:spChg chg="mod">
          <ac:chgData name="Ella Vetter" userId="c6918cf5-f6c0-43cc-8499-a1f635017de9" providerId="ADAL" clId="{EDF018B5-66C9-4EBB-B156-A1BE9ABCF1A6}" dt="2020-10-09T14:23:26.171" v="6345" actId="20577"/>
          <ac:spMkLst>
            <pc:docMk/>
            <pc:sldMk cId="2227095220" sldId="402"/>
            <ac:spMk id="5" creationId="{D5391315-9C87-49AF-BA07-4EC9164A1106}"/>
          </ac:spMkLst>
        </pc:spChg>
      </pc:sldChg>
      <pc:sldChg chg="modSp mod">
        <pc:chgData name="Ella Vetter" userId="c6918cf5-f6c0-43cc-8499-a1f635017de9" providerId="ADAL" clId="{EDF018B5-66C9-4EBB-B156-A1BE9ABCF1A6}" dt="2020-10-09T14:39:40.955" v="6356" actId="20577"/>
        <pc:sldMkLst>
          <pc:docMk/>
          <pc:sldMk cId="1713804498" sldId="403"/>
        </pc:sldMkLst>
        <pc:spChg chg="mod">
          <ac:chgData name="Ella Vetter" userId="c6918cf5-f6c0-43cc-8499-a1f635017de9" providerId="ADAL" clId="{EDF018B5-66C9-4EBB-B156-A1BE9ABCF1A6}" dt="2020-10-09T14:39:40.955" v="6356" actId="20577"/>
          <ac:spMkLst>
            <pc:docMk/>
            <pc:sldMk cId="1713804498" sldId="403"/>
            <ac:spMk id="3" creationId="{5ED555C0-6F78-4C32-8FDF-D7D177E50A47}"/>
          </ac:spMkLst>
        </pc:spChg>
      </pc:sldChg>
      <pc:sldChg chg="modSp mod">
        <pc:chgData name="Ella Vetter" userId="c6918cf5-f6c0-43cc-8499-a1f635017de9" providerId="ADAL" clId="{EDF018B5-66C9-4EBB-B156-A1BE9ABCF1A6}" dt="2020-10-09T14:23:32.099" v="6347" actId="20577"/>
        <pc:sldMkLst>
          <pc:docMk/>
          <pc:sldMk cId="1176917381" sldId="404"/>
        </pc:sldMkLst>
        <pc:spChg chg="mod">
          <ac:chgData name="Ella Vetter" userId="c6918cf5-f6c0-43cc-8499-a1f635017de9" providerId="ADAL" clId="{EDF018B5-66C9-4EBB-B156-A1BE9ABCF1A6}" dt="2020-10-09T14:23:32.099" v="6347" actId="20577"/>
          <ac:spMkLst>
            <pc:docMk/>
            <pc:sldMk cId="1176917381" sldId="404"/>
            <ac:spMk id="3" creationId="{0B24D8C3-5AEA-456F-930B-37251FB3FA67}"/>
          </ac:spMkLst>
        </pc:spChg>
      </pc:sldChg>
      <pc:sldChg chg="modSp new mod">
        <pc:chgData name="Ella Vetter" userId="c6918cf5-f6c0-43cc-8499-a1f635017de9" providerId="ADAL" clId="{EDF018B5-66C9-4EBB-B156-A1BE9ABCF1A6}" dt="2020-10-09T13:43:25.814" v="6279" actId="14100"/>
        <pc:sldMkLst>
          <pc:docMk/>
          <pc:sldMk cId="1198841218" sldId="405"/>
        </pc:sldMkLst>
        <pc:spChg chg="mod">
          <ac:chgData name="Ella Vetter" userId="c6918cf5-f6c0-43cc-8499-a1f635017de9" providerId="ADAL" clId="{EDF018B5-66C9-4EBB-B156-A1BE9ABCF1A6}" dt="2020-10-09T13:42:49.404" v="6274" actId="13926"/>
          <ac:spMkLst>
            <pc:docMk/>
            <pc:sldMk cId="1198841218" sldId="405"/>
            <ac:spMk id="2" creationId="{C61D1299-C73E-4FB0-8B88-6D6EF7CFB6B4}"/>
          </ac:spMkLst>
        </pc:spChg>
        <pc:spChg chg="mod">
          <ac:chgData name="Ella Vetter" userId="c6918cf5-f6c0-43cc-8499-a1f635017de9" providerId="ADAL" clId="{EDF018B5-66C9-4EBB-B156-A1BE9ABCF1A6}" dt="2020-10-09T13:43:25.814" v="6279" actId="14100"/>
          <ac:spMkLst>
            <pc:docMk/>
            <pc:sldMk cId="1198841218" sldId="405"/>
            <ac:spMk id="3" creationId="{4BAD0275-1717-4897-B0D9-9D87B417F097}"/>
          </ac:spMkLst>
        </pc:spChg>
      </pc:sldChg>
      <pc:sldChg chg="addSp delSp modSp add mod">
        <pc:chgData name="Ella Vetter" userId="c6918cf5-f6c0-43cc-8499-a1f635017de9" providerId="ADAL" clId="{EDF018B5-66C9-4EBB-B156-A1BE9ABCF1A6}" dt="2020-10-09T13:23:58.387" v="6125" actId="14100"/>
        <pc:sldMkLst>
          <pc:docMk/>
          <pc:sldMk cId="946766723" sldId="406"/>
        </pc:sldMkLst>
        <pc:spChg chg="mod">
          <ac:chgData name="Ella Vetter" userId="c6918cf5-f6c0-43cc-8499-a1f635017de9" providerId="ADAL" clId="{EDF018B5-66C9-4EBB-B156-A1BE9ABCF1A6}" dt="2020-10-08T11:44:25.472" v="114" actId="13926"/>
          <ac:spMkLst>
            <pc:docMk/>
            <pc:sldMk cId="946766723" sldId="406"/>
            <ac:spMk id="2" creationId="{C61D1299-C73E-4FB0-8B88-6D6EF7CFB6B4}"/>
          </ac:spMkLst>
        </pc:spChg>
        <pc:spChg chg="del">
          <ac:chgData name="Ella Vetter" userId="c6918cf5-f6c0-43cc-8499-a1f635017de9" providerId="ADAL" clId="{EDF018B5-66C9-4EBB-B156-A1BE9ABCF1A6}" dt="2020-10-08T11:35:41.634" v="18" actId="478"/>
          <ac:spMkLst>
            <pc:docMk/>
            <pc:sldMk cId="946766723" sldId="406"/>
            <ac:spMk id="3" creationId="{4BAD0275-1717-4897-B0D9-9D87B417F097}"/>
          </ac:spMkLst>
        </pc:spChg>
        <pc:spChg chg="add mod">
          <ac:chgData name="Ella Vetter" userId="c6918cf5-f6c0-43cc-8499-a1f635017de9" providerId="ADAL" clId="{EDF018B5-66C9-4EBB-B156-A1BE9ABCF1A6}" dt="2020-10-09T13:23:58.387" v="6125" actId="14100"/>
          <ac:spMkLst>
            <pc:docMk/>
            <pc:sldMk cId="946766723" sldId="406"/>
            <ac:spMk id="9" creationId="{DEC4B218-EF89-4282-8C49-2E20AD9A1E3C}"/>
          </ac:spMkLst>
        </pc:spChg>
        <pc:picChg chg="add del mod">
          <ac:chgData name="Ella Vetter" userId="c6918cf5-f6c0-43cc-8499-a1f635017de9" providerId="ADAL" clId="{EDF018B5-66C9-4EBB-B156-A1BE9ABCF1A6}" dt="2020-10-08T11:36:04.825" v="21" actId="478"/>
          <ac:picMkLst>
            <pc:docMk/>
            <pc:sldMk cId="946766723" sldId="406"/>
            <ac:picMk id="5" creationId="{E8CD0B8A-DBBB-4C4D-A4A6-23080FEEDFAD}"/>
          </ac:picMkLst>
        </pc:picChg>
        <pc:picChg chg="add mod">
          <ac:chgData name="Ella Vetter" userId="c6918cf5-f6c0-43cc-8499-a1f635017de9" providerId="ADAL" clId="{EDF018B5-66C9-4EBB-B156-A1BE9ABCF1A6}" dt="2020-10-08T11:36:46.965" v="37" actId="1076"/>
          <ac:picMkLst>
            <pc:docMk/>
            <pc:sldMk cId="946766723" sldId="406"/>
            <ac:picMk id="7" creationId="{96E62F56-6EFD-4D1C-8C46-7E1DF9497F1C}"/>
          </ac:picMkLst>
        </pc:picChg>
      </pc:sldChg>
      <pc:sldChg chg="modSp new mod modNotesTx">
        <pc:chgData name="Ella Vetter" userId="c6918cf5-f6c0-43cc-8499-a1f635017de9" providerId="ADAL" clId="{EDF018B5-66C9-4EBB-B156-A1BE9ABCF1A6}" dt="2020-10-09T17:38:01.011" v="6534" actId="20577"/>
        <pc:sldMkLst>
          <pc:docMk/>
          <pc:sldMk cId="1069936839" sldId="407"/>
        </pc:sldMkLst>
        <pc:spChg chg="mod">
          <ac:chgData name="Ella Vetter" userId="c6918cf5-f6c0-43cc-8499-a1f635017de9" providerId="ADAL" clId="{EDF018B5-66C9-4EBB-B156-A1BE9ABCF1A6}" dt="2020-10-08T23:16:15.766" v="3207" actId="13926"/>
          <ac:spMkLst>
            <pc:docMk/>
            <pc:sldMk cId="1069936839" sldId="407"/>
            <ac:spMk id="2" creationId="{4E99B7C5-588B-4F9A-87A3-DEA763D424ED}"/>
          </ac:spMkLst>
        </pc:spChg>
        <pc:spChg chg="mod">
          <ac:chgData name="Ella Vetter" userId="c6918cf5-f6c0-43cc-8499-a1f635017de9" providerId="ADAL" clId="{EDF018B5-66C9-4EBB-B156-A1BE9ABCF1A6}" dt="2020-10-09T17:38:01.011" v="6534" actId="20577"/>
          <ac:spMkLst>
            <pc:docMk/>
            <pc:sldMk cId="1069936839" sldId="407"/>
            <ac:spMk id="3" creationId="{44C8A021-3E3E-4268-AE29-2773903E1BD3}"/>
          </ac:spMkLst>
        </pc:spChg>
      </pc:sldChg>
      <pc:sldChg chg="addSp delSp modSp new mod">
        <pc:chgData name="Ella Vetter" userId="c6918cf5-f6c0-43cc-8499-a1f635017de9" providerId="ADAL" clId="{EDF018B5-66C9-4EBB-B156-A1BE9ABCF1A6}" dt="2020-10-08T11:44:36.446" v="120" actId="13926"/>
        <pc:sldMkLst>
          <pc:docMk/>
          <pc:sldMk cId="1184751970" sldId="408"/>
        </pc:sldMkLst>
        <pc:spChg chg="mod">
          <ac:chgData name="Ella Vetter" userId="c6918cf5-f6c0-43cc-8499-a1f635017de9" providerId="ADAL" clId="{EDF018B5-66C9-4EBB-B156-A1BE9ABCF1A6}" dt="2020-10-08T11:44:36.446" v="120" actId="13926"/>
          <ac:spMkLst>
            <pc:docMk/>
            <pc:sldMk cId="1184751970" sldId="408"/>
            <ac:spMk id="2" creationId="{25E0925D-6CD1-4907-9A7F-CF8876B66D93}"/>
          </ac:spMkLst>
        </pc:spChg>
        <pc:spChg chg="del">
          <ac:chgData name="Ella Vetter" userId="c6918cf5-f6c0-43cc-8499-a1f635017de9" providerId="ADAL" clId="{EDF018B5-66C9-4EBB-B156-A1BE9ABCF1A6}" dt="2020-10-08T11:39:33.572" v="52" actId="478"/>
          <ac:spMkLst>
            <pc:docMk/>
            <pc:sldMk cId="1184751970" sldId="408"/>
            <ac:spMk id="3" creationId="{536F7C27-1581-4D58-BD7E-DC21B3AA8CEB}"/>
          </ac:spMkLst>
        </pc:spChg>
        <pc:spChg chg="add del">
          <ac:chgData name="Ella Vetter" userId="c6918cf5-f6c0-43cc-8499-a1f635017de9" providerId="ADAL" clId="{EDF018B5-66C9-4EBB-B156-A1BE9ABCF1A6}" dt="2020-10-08T11:39:39.174" v="54" actId="22"/>
          <ac:spMkLst>
            <pc:docMk/>
            <pc:sldMk cId="1184751970" sldId="408"/>
            <ac:spMk id="9" creationId="{8456E63F-61D5-4677-93E4-CEF6BE1ACD70}"/>
          </ac:spMkLst>
        </pc:spChg>
        <pc:spChg chg="add mod">
          <ac:chgData name="Ella Vetter" userId="c6918cf5-f6c0-43cc-8499-a1f635017de9" providerId="ADAL" clId="{EDF018B5-66C9-4EBB-B156-A1BE9ABCF1A6}" dt="2020-10-08T11:40:34.138" v="110" actId="14100"/>
          <ac:spMkLst>
            <pc:docMk/>
            <pc:sldMk cId="1184751970" sldId="408"/>
            <ac:spMk id="11" creationId="{943A6E49-2FF3-4315-8B89-E7D1B217BFE1}"/>
          </ac:spMkLst>
        </pc:spChg>
        <pc:picChg chg="add del mod">
          <ac:chgData name="Ella Vetter" userId="c6918cf5-f6c0-43cc-8499-a1f635017de9" providerId="ADAL" clId="{EDF018B5-66C9-4EBB-B156-A1BE9ABCF1A6}" dt="2020-10-08T11:39:26.167" v="50" actId="478"/>
          <ac:picMkLst>
            <pc:docMk/>
            <pc:sldMk cId="1184751970" sldId="408"/>
            <ac:picMk id="5" creationId="{B12E5F48-78BC-46D2-B2B2-867C7B86B267}"/>
          </ac:picMkLst>
        </pc:picChg>
        <pc:picChg chg="add mod">
          <ac:chgData name="Ella Vetter" userId="c6918cf5-f6c0-43cc-8499-a1f635017de9" providerId="ADAL" clId="{EDF018B5-66C9-4EBB-B156-A1BE9ABCF1A6}" dt="2020-10-08T11:40:36.205" v="111" actId="1076"/>
          <ac:picMkLst>
            <pc:docMk/>
            <pc:sldMk cId="1184751970" sldId="408"/>
            <ac:picMk id="7" creationId="{F819CF6C-8D7D-457F-AD05-060DC407F46F}"/>
          </ac:picMkLst>
        </pc:picChg>
      </pc:sldChg>
      <pc:sldChg chg="addSp modSp new mod">
        <pc:chgData name="Ella Vetter" userId="c6918cf5-f6c0-43cc-8499-a1f635017de9" providerId="ADAL" clId="{EDF018B5-66C9-4EBB-B156-A1BE9ABCF1A6}" dt="2020-10-09T12:17:46.992" v="5332" actId="14100"/>
        <pc:sldMkLst>
          <pc:docMk/>
          <pc:sldMk cId="1304481944" sldId="409"/>
        </pc:sldMkLst>
        <pc:spChg chg="mod">
          <ac:chgData name="Ella Vetter" userId="c6918cf5-f6c0-43cc-8499-a1f635017de9" providerId="ADAL" clId="{EDF018B5-66C9-4EBB-B156-A1BE9ABCF1A6}" dt="2020-10-09T12:04:05.086" v="5054" actId="13926"/>
          <ac:spMkLst>
            <pc:docMk/>
            <pc:sldMk cId="1304481944" sldId="409"/>
            <ac:spMk id="2" creationId="{455542A7-86C4-4B1C-99F0-EE7C13512717}"/>
          </ac:spMkLst>
        </pc:spChg>
        <pc:spChg chg="mod">
          <ac:chgData name="Ella Vetter" userId="c6918cf5-f6c0-43cc-8499-a1f635017de9" providerId="ADAL" clId="{EDF018B5-66C9-4EBB-B156-A1BE9ABCF1A6}" dt="2020-10-09T12:17:46.992" v="5332" actId="14100"/>
          <ac:spMkLst>
            <pc:docMk/>
            <pc:sldMk cId="1304481944" sldId="409"/>
            <ac:spMk id="3" creationId="{7987F46D-CD9E-4EBA-BBBB-E206F8E88F78}"/>
          </ac:spMkLst>
        </pc:spChg>
        <pc:picChg chg="add mod">
          <ac:chgData name="Ella Vetter" userId="c6918cf5-f6c0-43cc-8499-a1f635017de9" providerId="ADAL" clId="{EDF018B5-66C9-4EBB-B156-A1BE9ABCF1A6}" dt="2020-10-09T12:03:41.527" v="5043" actId="1076"/>
          <ac:picMkLst>
            <pc:docMk/>
            <pc:sldMk cId="1304481944" sldId="409"/>
            <ac:picMk id="5" creationId="{81F70A19-2458-41AA-A608-763B43185D9B}"/>
          </ac:picMkLst>
        </pc:picChg>
      </pc:sldChg>
      <pc:sldChg chg="addSp delSp modSp add mod ord">
        <pc:chgData name="Ella Vetter" userId="c6918cf5-f6c0-43cc-8499-a1f635017de9" providerId="ADAL" clId="{EDF018B5-66C9-4EBB-B156-A1BE9ABCF1A6}" dt="2020-10-08T12:39:45.809" v="1149" actId="13926"/>
        <pc:sldMkLst>
          <pc:docMk/>
          <pc:sldMk cId="3726540942" sldId="410"/>
        </pc:sldMkLst>
        <pc:spChg chg="mod">
          <ac:chgData name="Ella Vetter" userId="c6918cf5-f6c0-43cc-8499-a1f635017de9" providerId="ADAL" clId="{EDF018B5-66C9-4EBB-B156-A1BE9ABCF1A6}" dt="2020-10-08T12:39:45.809" v="1149" actId="13926"/>
          <ac:spMkLst>
            <pc:docMk/>
            <pc:sldMk cId="3726540942" sldId="410"/>
            <ac:spMk id="2" creationId="{4E99B7C5-588B-4F9A-87A3-DEA763D424ED}"/>
          </ac:spMkLst>
        </pc:spChg>
        <pc:spChg chg="del">
          <ac:chgData name="Ella Vetter" userId="c6918cf5-f6c0-43cc-8499-a1f635017de9" providerId="ADAL" clId="{EDF018B5-66C9-4EBB-B156-A1BE9ABCF1A6}" dt="2020-10-08T12:11:27.005" v="218" actId="478"/>
          <ac:spMkLst>
            <pc:docMk/>
            <pc:sldMk cId="3726540942" sldId="410"/>
            <ac:spMk id="3" creationId="{44C8A021-3E3E-4268-AE29-2773903E1BD3}"/>
          </ac:spMkLst>
        </pc:spChg>
        <pc:spChg chg="add mod">
          <ac:chgData name="Ella Vetter" userId="c6918cf5-f6c0-43cc-8499-a1f635017de9" providerId="ADAL" clId="{EDF018B5-66C9-4EBB-B156-A1BE9ABCF1A6}" dt="2020-10-08T12:14:36.814" v="352" actId="20577"/>
          <ac:spMkLst>
            <pc:docMk/>
            <pc:sldMk cId="3726540942" sldId="410"/>
            <ac:spMk id="4" creationId="{7559A619-7190-49FC-9A90-15CB8CE6F422}"/>
          </ac:spMkLst>
        </pc:spChg>
        <pc:picChg chg="add mod">
          <ac:chgData name="Ella Vetter" userId="c6918cf5-f6c0-43cc-8499-a1f635017de9" providerId="ADAL" clId="{EDF018B5-66C9-4EBB-B156-A1BE9ABCF1A6}" dt="2020-10-08T12:39:11.492" v="1148" actId="1035"/>
          <ac:picMkLst>
            <pc:docMk/>
            <pc:sldMk cId="3726540942" sldId="410"/>
            <ac:picMk id="6" creationId="{8F116329-AAEC-4297-9F7A-D7D74007ECE5}"/>
          </ac:picMkLst>
        </pc:picChg>
      </pc:sldChg>
      <pc:sldChg chg="addSp delSp modSp add mod">
        <pc:chgData name="Ella Vetter" userId="c6918cf5-f6c0-43cc-8499-a1f635017de9" providerId="ADAL" clId="{EDF018B5-66C9-4EBB-B156-A1BE9ABCF1A6}" dt="2020-10-09T00:14:28.110" v="4089" actId="20577"/>
        <pc:sldMkLst>
          <pc:docMk/>
          <pc:sldMk cId="1185066769" sldId="411"/>
        </pc:sldMkLst>
        <pc:spChg chg="mod">
          <ac:chgData name="Ella Vetter" userId="c6918cf5-f6c0-43cc-8499-a1f635017de9" providerId="ADAL" clId="{EDF018B5-66C9-4EBB-B156-A1BE9ABCF1A6}" dt="2020-10-08T12:39:50.329" v="1150" actId="13926"/>
          <ac:spMkLst>
            <pc:docMk/>
            <pc:sldMk cId="1185066769" sldId="411"/>
            <ac:spMk id="2" creationId="{4E99B7C5-588B-4F9A-87A3-DEA763D424ED}"/>
          </ac:spMkLst>
        </pc:spChg>
        <pc:spChg chg="add del">
          <ac:chgData name="Ella Vetter" userId="c6918cf5-f6c0-43cc-8499-a1f635017de9" providerId="ADAL" clId="{EDF018B5-66C9-4EBB-B156-A1BE9ABCF1A6}" dt="2020-10-08T12:14:29.647" v="349" actId="478"/>
          <ac:spMkLst>
            <pc:docMk/>
            <pc:sldMk cId="1185066769" sldId="411"/>
            <ac:spMk id="3" creationId="{44C8A021-3E3E-4268-AE29-2773903E1BD3}"/>
          </ac:spMkLst>
        </pc:spChg>
        <pc:spChg chg="add del">
          <ac:chgData name="Ella Vetter" userId="c6918cf5-f6c0-43cc-8499-a1f635017de9" providerId="ADAL" clId="{EDF018B5-66C9-4EBB-B156-A1BE9ABCF1A6}" dt="2020-10-08T12:14:21.090" v="346" actId="22"/>
          <ac:spMkLst>
            <pc:docMk/>
            <pc:sldMk cId="1185066769" sldId="411"/>
            <ac:spMk id="5" creationId="{9DBFBB0E-A4DE-48F3-8551-6C8443883F68}"/>
          </ac:spMkLst>
        </pc:spChg>
        <pc:spChg chg="add mod">
          <ac:chgData name="Ella Vetter" userId="c6918cf5-f6c0-43cc-8499-a1f635017de9" providerId="ADAL" clId="{EDF018B5-66C9-4EBB-B156-A1BE9ABCF1A6}" dt="2020-10-09T00:14:28.110" v="4089" actId="20577"/>
          <ac:spMkLst>
            <pc:docMk/>
            <pc:sldMk cId="1185066769" sldId="411"/>
            <ac:spMk id="6" creationId="{F2E067D0-6242-4883-AFBE-9EEB997CA2EB}"/>
          </ac:spMkLst>
        </pc:spChg>
        <pc:grpChg chg="add mod">
          <ac:chgData name="Ella Vetter" userId="c6918cf5-f6c0-43cc-8499-a1f635017de9" providerId="ADAL" clId="{EDF018B5-66C9-4EBB-B156-A1BE9ABCF1A6}" dt="2020-10-08T12:37:37.706" v="1140" actId="1076"/>
          <ac:grpSpMkLst>
            <pc:docMk/>
            <pc:sldMk cId="1185066769" sldId="411"/>
            <ac:grpSpMk id="11" creationId="{F94870BD-EAE8-4C3C-8B6B-A6F4759D8FB5}"/>
          </ac:grpSpMkLst>
        </pc:grpChg>
        <pc:picChg chg="add mod modCrop">
          <ac:chgData name="Ella Vetter" userId="c6918cf5-f6c0-43cc-8499-a1f635017de9" providerId="ADAL" clId="{EDF018B5-66C9-4EBB-B156-A1BE9ABCF1A6}" dt="2020-10-08T12:37:13.772" v="1132" actId="164"/>
          <ac:picMkLst>
            <pc:docMk/>
            <pc:sldMk cId="1185066769" sldId="411"/>
            <ac:picMk id="8" creationId="{23EAED32-CBFA-41D5-8DD9-7DC924ADCAC7}"/>
          </ac:picMkLst>
        </pc:picChg>
        <pc:picChg chg="add mod modCrop">
          <ac:chgData name="Ella Vetter" userId="c6918cf5-f6c0-43cc-8499-a1f635017de9" providerId="ADAL" clId="{EDF018B5-66C9-4EBB-B156-A1BE9ABCF1A6}" dt="2020-10-08T12:37:13.772" v="1132" actId="164"/>
          <ac:picMkLst>
            <pc:docMk/>
            <pc:sldMk cId="1185066769" sldId="411"/>
            <ac:picMk id="10" creationId="{5A5B10F1-24BB-4B5A-931A-DB123E6A371B}"/>
          </ac:picMkLst>
        </pc:picChg>
      </pc:sldChg>
      <pc:sldChg chg="addSp delSp modSp add mod">
        <pc:chgData name="Ella Vetter" userId="c6918cf5-f6c0-43cc-8499-a1f635017de9" providerId="ADAL" clId="{EDF018B5-66C9-4EBB-B156-A1BE9ABCF1A6}" dt="2020-10-08T13:21:37.684" v="1393" actId="13926"/>
        <pc:sldMkLst>
          <pc:docMk/>
          <pc:sldMk cId="3086774428" sldId="412"/>
        </pc:sldMkLst>
        <pc:spChg chg="mod">
          <ac:chgData name="Ella Vetter" userId="c6918cf5-f6c0-43cc-8499-a1f635017de9" providerId="ADAL" clId="{EDF018B5-66C9-4EBB-B156-A1BE9ABCF1A6}" dt="2020-10-08T13:21:37.684" v="1393" actId="13926"/>
          <ac:spMkLst>
            <pc:docMk/>
            <pc:sldMk cId="3086774428" sldId="412"/>
            <ac:spMk id="2" creationId="{4E99B7C5-588B-4F9A-87A3-DEA763D424ED}"/>
          </ac:spMkLst>
        </pc:spChg>
        <pc:spChg chg="del">
          <ac:chgData name="Ella Vetter" userId="c6918cf5-f6c0-43cc-8499-a1f635017de9" providerId="ADAL" clId="{EDF018B5-66C9-4EBB-B156-A1BE9ABCF1A6}" dt="2020-10-08T12:28:31.706" v="1074" actId="478"/>
          <ac:spMkLst>
            <pc:docMk/>
            <pc:sldMk cId="3086774428" sldId="412"/>
            <ac:spMk id="3" creationId="{44C8A021-3E3E-4268-AE29-2773903E1BD3}"/>
          </ac:spMkLst>
        </pc:spChg>
        <pc:spChg chg="add mod">
          <ac:chgData name="Ella Vetter" userId="c6918cf5-f6c0-43cc-8499-a1f635017de9" providerId="ADAL" clId="{EDF018B5-66C9-4EBB-B156-A1BE9ABCF1A6}" dt="2020-10-08T13:13:32.058" v="1251" actId="20577"/>
          <ac:spMkLst>
            <pc:docMk/>
            <pc:sldMk cId="3086774428" sldId="412"/>
            <ac:spMk id="4" creationId="{6E26611C-75A4-47C4-9BF7-9B4F6ABF75D5}"/>
          </ac:spMkLst>
        </pc:spChg>
        <pc:picChg chg="add mod modCrop">
          <ac:chgData name="Ella Vetter" userId="c6918cf5-f6c0-43cc-8499-a1f635017de9" providerId="ADAL" clId="{EDF018B5-66C9-4EBB-B156-A1BE9ABCF1A6}" dt="2020-10-08T13:13:43.892" v="1253" actId="1076"/>
          <ac:picMkLst>
            <pc:docMk/>
            <pc:sldMk cId="3086774428" sldId="412"/>
            <ac:picMk id="6" creationId="{FED1E9AB-0566-4B19-8201-F69E62E421F0}"/>
          </ac:picMkLst>
        </pc:picChg>
      </pc:sldChg>
      <pc:sldChg chg="addSp delSp modSp add mod">
        <pc:chgData name="Ella Vetter" userId="c6918cf5-f6c0-43cc-8499-a1f635017de9" providerId="ADAL" clId="{EDF018B5-66C9-4EBB-B156-A1BE9ABCF1A6}" dt="2020-10-08T17:09:20.235" v="1788" actId="1076"/>
        <pc:sldMkLst>
          <pc:docMk/>
          <pc:sldMk cId="3848592742" sldId="413"/>
        </pc:sldMkLst>
        <pc:spChg chg="mod">
          <ac:chgData name="Ella Vetter" userId="c6918cf5-f6c0-43cc-8499-a1f635017de9" providerId="ADAL" clId="{EDF018B5-66C9-4EBB-B156-A1BE9ABCF1A6}" dt="2020-10-08T13:22:57.189" v="1399" actId="13926"/>
          <ac:spMkLst>
            <pc:docMk/>
            <pc:sldMk cId="3848592742" sldId="413"/>
            <ac:spMk id="2" creationId="{4E99B7C5-588B-4F9A-87A3-DEA763D424ED}"/>
          </ac:spMkLst>
        </pc:spChg>
        <pc:spChg chg="del">
          <ac:chgData name="Ella Vetter" userId="c6918cf5-f6c0-43cc-8499-a1f635017de9" providerId="ADAL" clId="{EDF018B5-66C9-4EBB-B156-A1BE9ABCF1A6}" dt="2020-10-08T13:13:53.547" v="1259" actId="478"/>
          <ac:spMkLst>
            <pc:docMk/>
            <pc:sldMk cId="3848592742" sldId="413"/>
            <ac:spMk id="3" creationId="{44C8A021-3E3E-4268-AE29-2773903E1BD3}"/>
          </ac:spMkLst>
        </pc:spChg>
        <pc:spChg chg="add mod">
          <ac:chgData name="Ella Vetter" userId="c6918cf5-f6c0-43cc-8499-a1f635017de9" providerId="ADAL" clId="{EDF018B5-66C9-4EBB-B156-A1BE9ABCF1A6}" dt="2020-10-08T13:13:59.577" v="1279" actId="20577"/>
          <ac:spMkLst>
            <pc:docMk/>
            <pc:sldMk cId="3848592742" sldId="413"/>
            <ac:spMk id="4" creationId="{D1BE17C7-708B-4C46-AC04-6E85116E9719}"/>
          </ac:spMkLst>
        </pc:spChg>
        <pc:graphicFrameChg chg="add mod modGraphic">
          <ac:chgData name="Ella Vetter" userId="c6918cf5-f6c0-43cc-8499-a1f635017de9" providerId="ADAL" clId="{EDF018B5-66C9-4EBB-B156-A1BE9ABCF1A6}" dt="2020-10-08T17:09:20.235" v="1788" actId="1076"/>
          <ac:graphicFrameMkLst>
            <pc:docMk/>
            <pc:sldMk cId="3848592742" sldId="413"/>
            <ac:graphicFrameMk id="6" creationId="{42A0FD68-D670-4902-A6A7-CA9F41114AFA}"/>
          </ac:graphicFrameMkLst>
        </pc:graphicFrameChg>
      </pc:sldChg>
      <pc:sldChg chg="addSp modSp add mod">
        <pc:chgData name="Ella Vetter" userId="c6918cf5-f6c0-43cc-8499-a1f635017de9" providerId="ADAL" clId="{EDF018B5-66C9-4EBB-B156-A1BE9ABCF1A6}" dt="2020-10-09T17:39:06.245" v="6547" actId="20577"/>
        <pc:sldMkLst>
          <pc:docMk/>
          <pc:sldMk cId="2619018852" sldId="414"/>
        </pc:sldMkLst>
        <pc:spChg chg="mod">
          <ac:chgData name="Ella Vetter" userId="c6918cf5-f6c0-43cc-8499-a1f635017de9" providerId="ADAL" clId="{EDF018B5-66C9-4EBB-B156-A1BE9ABCF1A6}" dt="2020-10-08T13:09:13.190" v="1173" actId="13926"/>
          <ac:spMkLst>
            <pc:docMk/>
            <pc:sldMk cId="2619018852" sldId="414"/>
            <ac:spMk id="2" creationId="{4E99B7C5-588B-4F9A-87A3-DEA763D424ED}"/>
          </ac:spMkLst>
        </pc:spChg>
        <pc:spChg chg="mod">
          <ac:chgData name="Ella Vetter" userId="c6918cf5-f6c0-43cc-8499-a1f635017de9" providerId="ADAL" clId="{EDF018B5-66C9-4EBB-B156-A1BE9ABCF1A6}" dt="2020-10-09T17:39:06.245" v="6547" actId="20577"/>
          <ac:spMkLst>
            <pc:docMk/>
            <pc:sldMk cId="2619018852" sldId="414"/>
            <ac:spMk id="6" creationId="{F2E067D0-6242-4883-AFBE-9EEB997CA2EB}"/>
          </ac:spMkLst>
        </pc:spChg>
        <pc:grpChg chg="add mod">
          <ac:chgData name="Ella Vetter" userId="c6918cf5-f6c0-43cc-8499-a1f635017de9" providerId="ADAL" clId="{EDF018B5-66C9-4EBB-B156-A1BE9ABCF1A6}" dt="2020-10-08T13:02:21.079" v="1172" actId="1035"/>
          <ac:grpSpMkLst>
            <pc:docMk/>
            <pc:sldMk cId="2619018852" sldId="414"/>
            <ac:grpSpMk id="8" creationId="{4FAE9569-24CC-4950-B625-68D9FB63E7CF}"/>
          </ac:grpSpMkLst>
        </pc:grpChg>
        <pc:picChg chg="add mod modCrop">
          <ac:chgData name="Ella Vetter" userId="c6918cf5-f6c0-43cc-8499-a1f635017de9" providerId="ADAL" clId="{EDF018B5-66C9-4EBB-B156-A1BE9ABCF1A6}" dt="2020-10-08T13:02:10.642" v="1163" actId="164"/>
          <ac:picMkLst>
            <pc:docMk/>
            <pc:sldMk cId="2619018852" sldId="414"/>
            <ac:picMk id="4" creationId="{1A4ED8FE-EFD6-4BF9-A49C-1B5263E53B9A}"/>
          </ac:picMkLst>
        </pc:picChg>
        <pc:picChg chg="add mod modCrop">
          <ac:chgData name="Ella Vetter" userId="c6918cf5-f6c0-43cc-8499-a1f635017de9" providerId="ADAL" clId="{EDF018B5-66C9-4EBB-B156-A1BE9ABCF1A6}" dt="2020-10-08T13:02:10.642" v="1163" actId="164"/>
          <ac:picMkLst>
            <pc:docMk/>
            <pc:sldMk cId="2619018852" sldId="414"/>
            <ac:picMk id="5" creationId="{9A4E3BCC-CA5F-4613-9948-47FBF3FA1753}"/>
          </ac:picMkLst>
        </pc:picChg>
      </pc:sldChg>
      <pc:sldChg chg="addSp modSp add mod modNotesTx">
        <pc:chgData name="Ella Vetter" userId="c6918cf5-f6c0-43cc-8499-a1f635017de9" providerId="ADAL" clId="{EDF018B5-66C9-4EBB-B156-A1BE9ABCF1A6}" dt="2020-10-09T16:52:00.181" v="6458" actId="20577"/>
        <pc:sldMkLst>
          <pc:docMk/>
          <pc:sldMk cId="3070635838" sldId="415"/>
        </pc:sldMkLst>
        <pc:spChg chg="mod">
          <ac:chgData name="Ella Vetter" userId="c6918cf5-f6c0-43cc-8499-a1f635017de9" providerId="ADAL" clId="{EDF018B5-66C9-4EBB-B156-A1BE9ABCF1A6}" dt="2020-10-09T00:14:14.409" v="4087" actId="13926"/>
          <ac:spMkLst>
            <pc:docMk/>
            <pc:sldMk cId="3070635838" sldId="415"/>
            <ac:spMk id="2" creationId="{4E99B7C5-588B-4F9A-87A3-DEA763D424ED}"/>
          </ac:spMkLst>
        </pc:spChg>
        <pc:spChg chg="add mod">
          <ac:chgData name="Ella Vetter" userId="c6918cf5-f6c0-43cc-8499-a1f635017de9" providerId="ADAL" clId="{EDF018B5-66C9-4EBB-B156-A1BE9ABCF1A6}" dt="2020-10-08T23:20:50.824" v="3272" actId="20577"/>
          <ac:spMkLst>
            <pc:docMk/>
            <pc:sldMk cId="3070635838" sldId="415"/>
            <ac:spMk id="3" creationId="{95C55ED1-86A4-4B07-92A3-BE00AF2634B6}"/>
          </ac:spMkLst>
        </pc:spChg>
        <pc:spChg chg="mod">
          <ac:chgData name="Ella Vetter" userId="c6918cf5-f6c0-43cc-8499-a1f635017de9" providerId="ADAL" clId="{EDF018B5-66C9-4EBB-B156-A1BE9ABCF1A6}" dt="2020-10-09T16:52:00.181" v="6458" actId="20577"/>
          <ac:spMkLst>
            <pc:docMk/>
            <pc:sldMk cId="3070635838" sldId="415"/>
            <ac:spMk id="6" creationId="{F2E067D0-6242-4883-AFBE-9EEB997CA2EB}"/>
          </ac:spMkLst>
        </pc:spChg>
      </pc:sldChg>
      <pc:sldChg chg="addSp delSp modSp add mod">
        <pc:chgData name="Ella Vetter" userId="c6918cf5-f6c0-43cc-8499-a1f635017de9" providerId="ADAL" clId="{EDF018B5-66C9-4EBB-B156-A1BE9ABCF1A6}" dt="2020-10-08T13:09:26.053" v="1174" actId="13926"/>
        <pc:sldMkLst>
          <pc:docMk/>
          <pc:sldMk cId="1110433847" sldId="416"/>
        </pc:sldMkLst>
        <pc:spChg chg="mod">
          <ac:chgData name="Ella Vetter" userId="c6918cf5-f6c0-43cc-8499-a1f635017de9" providerId="ADAL" clId="{EDF018B5-66C9-4EBB-B156-A1BE9ABCF1A6}" dt="2020-10-08T13:09:26.053" v="1174" actId="13926"/>
          <ac:spMkLst>
            <pc:docMk/>
            <pc:sldMk cId="1110433847" sldId="416"/>
            <ac:spMk id="2" creationId="{4E99B7C5-588B-4F9A-87A3-DEA763D424ED}"/>
          </ac:spMkLst>
        </pc:spChg>
        <pc:spChg chg="add mod">
          <ac:chgData name="Ella Vetter" userId="c6918cf5-f6c0-43cc-8499-a1f635017de9" providerId="ADAL" clId="{EDF018B5-66C9-4EBB-B156-A1BE9ABCF1A6}" dt="2020-10-08T12:27:54.933" v="1065" actId="1036"/>
          <ac:spMkLst>
            <pc:docMk/>
            <pc:sldMk cId="1110433847" sldId="416"/>
            <ac:spMk id="5" creationId="{2C3082A4-341B-48D6-B90A-2F4978038FBB}"/>
          </ac:spMkLst>
        </pc:spChg>
        <pc:spChg chg="mod">
          <ac:chgData name="Ella Vetter" userId="c6918cf5-f6c0-43cc-8499-a1f635017de9" providerId="ADAL" clId="{EDF018B5-66C9-4EBB-B156-A1BE9ABCF1A6}" dt="2020-10-08T12:26:12.119" v="1022" actId="115"/>
          <ac:spMkLst>
            <pc:docMk/>
            <pc:sldMk cId="1110433847" sldId="416"/>
            <ac:spMk id="6" creationId="{F2E067D0-6242-4883-AFBE-9EEB997CA2EB}"/>
          </ac:spMkLst>
        </pc:spChg>
        <pc:picChg chg="add del mod">
          <ac:chgData name="Ella Vetter" userId="c6918cf5-f6c0-43cc-8499-a1f635017de9" providerId="ADAL" clId="{EDF018B5-66C9-4EBB-B156-A1BE9ABCF1A6}" dt="2020-10-08T12:28:06.626" v="1067" actId="478"/>
          <ac:picMkLst>
            <pc:docMk/>
            <pc:sldMk cId="1110433847" sldId="416"/>
            <ac:picMk id="7" creationId="{3C25B139-B34D-446D-8C1A-F707E3A671D8}"/>
          </ac:picMkLst>
        </pc:picChg>
        <pc:picChg chg="add mod">
          <ac:chgData name="Ella Vetter" userId="c6918cf5-f6c0-43cc-8499-a1f635017de9" providerId="ADAL" clId="{EDF018B5-66C9-4EBB-B156-A1BE9ABCF1A6}" dt="2020-10-08T12:28:12.620" v="1073" actId="1036"/>
          <ac:picMkLst>
            <pc:docMk/>
            <pc:sldMk cId="1110433847" sldId="416"/>
            <ac:picMk id="9" creationId="{BBBF1E5A-AF53-4042-8C8D-FC914CCBA4E8}"/>
          </ac:picMkLst>
        </pc:picChg>
      </pc:sldChg>
      <pc:sldChg chg="addSp delSp modSp add mod addCm delCm">
        <pc:chgData name="Ella Vetter" userId="c6918cf5-f6c0-43cc-8499-a1f635017de9" providerId="ADAL" clId="{EDF018B5-66C9-4EBB-B156-A1BE9ABCF1A6}" dt="2020-10-08T17:10:40.275" v="1809" actId="13926"/>
        <pc:sldMkLst>
          <pc:docMk/>
          <pc:sldMk cId="1376534756" sldId="417"/>
        </pc:sldMkLst>
        <pc:spChg chg="mod">
          <ac:chgData name="Ella Vetter" userId="c6918cf5-f6c0-43cc-8499-a1f635017de9" providerId="ADAL" clId="{EDF018B5-66C9-4EBB-B156-A1BE9ABCF1A6}" dt="2020-10-08T17:10:40.275" v="1809" actId="13926"/>
          <ac:spMkLst>
            <pc:docMk/>
            <pc:sldMk cId="1376534756" sldId="417"/>
            <ac:spMk id="2" creationId="{4E99B7C5-588B-4F9A-87A3-DEA763D424ED}"/>
          </ac:spMkLst>
        </pc:spChg>
        <pc:spChg chg="del">
          <ac:chgData name="Ella Vetter" userId="c6918cf5-f6c0-43cc-8499-a1f635017de9" providerId="ADAL" clId="{EDF018B5-66C9-4EBB-B156-A1BE9ABCF1A6}" dt="2020-10-08T17:01:15.077" v="1553" actId="478"/>
          <ac:spMkLst>
            <pc:docMk/>
            <pc:sldMk cId="1376534756" sldId="417"/>
            <ac:spMk id="3" creationId="{44C8A021-3E3E-4268-AE29-2773903E1BD3}"/>
          </ac:spMkLst>
        </pc:spChg>
        <pc:spChg chg="add mod">
          <ac:chgData name="Ella Vetter" userId="c6918cf5-f6c0-43cc-8499-a1f635017de9" providerId="ADAL" clId="{EDF018B5-66C9-4EBB-B156-A1BE9ABCF1A6}" dt="2020-10-08T17:02:11.829" v="1587" actId="11"/>
          <ac:spMkLst>
            <pc:docMk/>
            <pc:sldMk cId="1376534756" sldId="417"/>
            <ac:spMk id="4" creationId="{6EE77220-1481-4935-9129-7324E201AFD4}"/>
          </ac:spMkLst>
        </pc:spChg>
        <pc:picChg chg="add mod">
          <ac:chgData name="Ella Vetter" userId="c6918cf5-f6c0-43cc-8499-a1f635017de9" providerId="ADAL" clId="{EDF018B5-66C9-4EBB-B156-A1BE9ABCF1A6}" dt="2020-10-08T17:02:18.156" v="1590" actId="14100"/>
          <ac:picMkLst>
            <pc:docMk/>
            <pc:sldMk cId="1376534756" sldId="417"/>
            <ac:picMk id="6" creationId="{E76C6464-E105-4C48-9362-17B6212AB680}"/>
          </ac:picMkLst>
        </pc:picChg>
      </pc:sldChg>
      <pc:sldChg chg="addSp delSp modSp add mod">
        <pc:chgData name="Ella Vetter" userId="c6918cf5-f6c0-43cc-8499-a1f635017de9" providerId="ADAL" clId="{EDF018B5-66C9-4EBB-B156-A1BE9ABCF1A6}" dt="2020-10-08T17:21:04.212" v="1866"/>
        <pc:sldMkLst>
          <pc:docMk/>
          <pc:sldMk cId="195890345" sldId="418"/>
        </pc:sldMkLst>
        <pc:spChg chg="mod">
          <ac:chgData name="Ella Vetter" userId="c6918cf5-f6c0-43cc-8499-a1f635017de9" providerId="ADAL" clId="{EDF018B5-66C9-4EBB-B156-A1BE9ABCF1A6}" dt="2020-10-08T17:10:42.813" v="1810" actId="13926"/>
          <ac:spMkLst>
            <pc:docMk/>
            <pc:sldMk cId="195890345" sldId="418"/>
            <ac:spMk id="2" creationId="{4E99B7C5-588B-4F9A-87A3-DEA763D424ED}"/>
          </ac:spMkLst>
        </pc:spChg>
        <pc:spChg chg="del">
          <ac:chgData name="Ella Vetter" userId="c6918cf5-f6c0-43cc-8499-a1f635017de9" providerId="ADAL" clId="{EDF018B5-66C9-4EBB-B156-A1BE9ABCF1A6}" dt="2020-10-08T17:02:31.341" v="1593" actId="478"/>
          <ac:spMkLst>
            <pc:docMk/>
            <pc:sldMk cId="195890345" sldId="418"/>
            <ac:spMk id="3" creationId="{44C8A021-3E3E-4268-AE29-2773903E1BD3}"/>
          </ac:spMkLst>
        </pc:spChg>
        <pc:spChg chg="add mod">
          <ac:chgData name="Ella Vetter" userId="c6918cf5-f6c0-43cc-8499-a1f635017de9" providerId="ADAL" clId="{EDF018B5-66C9-4EBB-B156-A1BE9ABCF1A6}" dt="2020-10-08T17:03:05.767" v="1631" actId="14100"/>
          <ac:spMkLst>
            <pc:docMk/>
            <pc:sldMk cId="195890345" sldId="418"/>
            <ac:spMk id="8" creationId="{48028776-067A-4569-8A4C-2E0E17DC9059}"/>
          </ac:spMkLst>
        </pc:spChg>
        <pc:graphicFrameChg chg="add mod modGraphic">
          <ac:chgData name="Ella Vetter" userId="c6918cf5-f6c0-43cc-8499-a1f635017de9" providerId="ADAL" clId="{EDF018B5-66C9-4EBB-B156-A1BE9ABCF1A6}" dt="2020-10-08T17:21:04.212" v="1866"/>
          <ac:graphicFrameMkLst>
            <pc:docMk/>
            <pc:sldMk cId="195890345" sldId="418"/>
            <ac:graphicFrameMk id="5" creationId="{01A86FC0-23EF-4270-9F88-84DFC2D3DD1B}"/>
          </ac:graphicFrameMkLst>
        </pc:graphicFrameChg>
        <pc:picChg chg="add del">
          <ac:chgData name="Ella Vetter" userId="c6918cf5-f6c0-43cc-8499-a1f635017de9" providerId="ADAL" clId="{EDF018B5-66C9-4EBB-B156-A1BE9ABCF1A6}" dt="2020-10-08T17:02:46.671" v="1610" actId="22"/>
          <ac:picMkLst>
            <pc:docMk/>
            <pc:sldMk cId="195890345" sldId="418"/>
            <ac:picMk id="7" creationId="{1F924A8E-183A-4B31-9DC4-ECACECED7DCF}"/>
          </ac:picMkLst>
        </pc:picChg>
      </pc:sldChg>
      <pc:sldChg chg="addSp delSp modSp add mod">
        <pc:chgData name="Ella Vetter" userId="c6918cf5-f6c0-43cc-8499-a1f635017de9" providerId="ADAL" clId="{EDF018B5-66C9-4EBB-B156-A1BE9ABCF1A6}" dt="2020-10-08T21:11:56.917" v="2212" actId="113"/>
        <pc:sldMkLst>
          <pc:docMk/>
          <pc:sldMk cId="1114981037" sldId="419"/>
        </pc:sldMkLst>
        <pc:spChg chg="mod">
          <ac:chgData name="Ella Vetter" userId="c6918cf5-f6c0-43cc-8499-a1f635017de9" providerId="ADAL" clId="{EDF018B5-66C9-4EBB-B156-A1BE9ABCF1A6}" dt="2020-10-08T17:18:58.350" v="1860" actId="13926"/>
          <ac:spMkLst>
            <pc:docMk/>
            <pc:sldMk cId="1114981037" sldId="419"/>
            <ac:spMk id="2" creationId="{4E99B7C5-588B-4F9A-87A3-DEA763D424ED}"/>
          </ac:spMkLst>
        </pc:spChg>
        <pc:spChg chg="del">
          <ac:chgData name="Ella Vetter" userId="c6918cf5-f6c0-43cc-8499-a1f635017de9" providerId="ADAL" clId="{EDF018B5-66C9-4EBB-B156-A1BE9ABCF1A6}" dt="2020-10-08T17:17:10.761" v="1816"/>
          <ac:spMkLst>
            <pc:docMk/>
            <pc:sldMk cId="1114981037" sldId="419"/>
            <ac:spMk id="3" creationId="{44C8A021-3E3E-4268-AE29-2773903E1BD3}"/>
          </ac:spMkLst>
        </pc:spChg>
        <pc:spChg chg="add mod">
          <ac:chgData name="Ella Vetter" userId="c6918cf5-f6c0-43cc-8499-a1f635017de9" providerId="ADAL" clId="{EDF018B5-66C9-4EBB-B156-A1BE9ABCF1A6}" dt="2020-10-08T21:11:56.917" v="2212" actId="113"/>
          <ac:spMkLst>
            <pc:docMk/>
            <pc:sldMk cId="1114981037" sldId="419"/>
            <ac:spMk id="4" creationId="{1AE08856-C959-411C-86F4-4FCEF564DD50}"/>
          </ac:spMkLst>
        </pc:spChg>
        <pc:picChg chg="add mod">
          <ac:chgData name="Ella Vetter" userId="c6918cf5-f6c0-43cc-8499-a1f635017de9" providerId="ADAL" clId="{EDF018B5-66C9-4EBB-B156-A1BE9ABCF1A6}" dt="2020-10-08T17:18:31.167" v="1829" actId="1035"/>
          <ac:picMkLst>
            <pc:docMk/>
            <pc:sldMk cId="1114981037" sldId="419"/>
            <ac:picMk id="6" creationId="{C2C862EB-F26E-482C-BFFB-9C0AC3E97B57}"/>
          </ac:picMkLst>
        </pc:picChg>
      </pc:sldChg>
      <pc:sldChg chg="addSp delSp modSp add mod modNotesTx">
        <pc:chgData name="Ella Vetter" userId="c6918cf5-f6c0-43cc-8499-a1f635017de9" providerId="ADAL" clId="{EDF018B5-66C9-4EBB-B156-A1BE9ABCF1A6}" dt="2020-10-09T17:42:23.317" v="6574" actId="20577"/>
        <pc:sldMkLst>
          <pc:docMk/>
          <pc:sldMk cId="2072656872" sldId="420"/>
        </pc:sldMkLst>
        <pc:spChg chg="mod">
          <ac:chgData name="Ella Vetter" userId="c6918cf5-f6c0-43cc-8499-a1f635017de9" providerId="ADAL" clId="{EDF018B5-66C9-4EBB-B156-A1BE9ABCF1A6}" dt="2020-10-09T01:02:29.679" v="4841" actId="13926"/>
          <ac:spMkLst>
            <pc:docMk/>
            <pc:sldMk cId="2072656872" sldId="420"/>
            <ac:spMk id="2" creationId="{4E99B7C5-588B-4F9A-87A3-DEA763D424ED}"/>
          </ac:spMkLst>
        </pc:spChg>
        <pc:spChg chg="del">
          <ac:chgData name="Ella Vetter" userId="c6918cf5-f6c0-43cc-8499-a1f635017de9" providerId="ADAL" clId="{EDF018B5-66C9-4EBB-B156-A1BE9ABCF1A6}" dt="2020-10-09T00:09:47.940" v="4054" actId="478"/>
          <ac:spMkLst>
            <pc:docMk/>
            <pc:sldMk cId="2072656872" sldId="420"/>
            <ac:spMk id="3" creationId="{44C8A021-3E3E-4268-AE29-2773903E1BD3}"/>
          </ac:spMkLst>
        </pc:spChg>
        <pc:spChg chg="add mod">
          <ac:chgData name="Ella Vetter" userId="c6918cf5-f6c0-43cc-8499-a1f635017de9" providerId="ADAL" clId="{EDF018B5-66C9-4EBB-B156-A1BE9ABCF1A6}" dt="2020-10-09T17:42:23.317" v="6574" actId="20577"/>
          <ac:spMkLst>
            <pc:docMk/>
            <pc:sldMk cId="2072656872" sldId="420"/>
            <ac:spMk id="4" creationId="{7806F3D0-34DC-49BA-B48D-19D05CECDAAF}"/>
          </ac:spMkLst>
        </pc:spChg>
        <pc:spChg chg="add mod">
          <ac:chgData name="Ella Vetter" userId="c6918cf5-f6c0-43cc-8499-a1f635017de9" providerId="ADAL" clId="{EDF018B5-66C9-4EBB-B156-A1BE9ABCF1A6}" dt="2020-10-09T01:00:19.638" v="4773" actId="403"/>
          <ac:spMkLst>
            <pc:docMk/>
            <pc:sldMk cId="2072656872" sldId="420"/>
            <ac:spMk id="8" creationId="{F7EE2A7F-59A6-448F-BE0C-2560D41797AB}"/>
          </ac:spMkLst>
        </pc:spChg>
        <pc:picChg chg="add mod">
          <ac:chgData name="Ella Vetter" userId="c6918cf5-f6c0-43cc-8499-a1f635017de9" providerId="ADAL" clId="{EDF018B5-66C9-4EBB-B156-A1BE9ABCF1A6}" dt="2020-10-09T00:58:54.015" v="4744" actId="1076"/>
          <ac:picMkLst>
            <pc:docMk/>
            <pc:sldMk cId="2072656872" sldId="420"/>
            <ac:picMk id="6" creationId="{B6D1603F-724E-4A2A-BD16-06CDC21DB77B}"/>
          </ac:picMkLst>
        </pc:picChg>
      </pc:sldChg>
      <pc:sldChg chg="addSp modSp add mod">
        <pc:chgData name="Ella Vetter" userId="c6918cf5-f6c0-43cc-8499-a1f635017de9" providerId="ADAL" clId="{EDF018B5-66C9-4EBB-B156-A1BE9ABCF1A6}" dt="2020-10-09T16:54:41.238" v="6496" actId="20577"/>
        <pc:sldMkLst>
          <pc:docMk/>
          <pc:sldMk cId="56321370" sldId="421"/>
        </pc:sldMkLst>
        <pc:spChg chg="mod">
          <ac:chgData name="Ella Vetter" userId="c6918cf5-f6c0-43cc-8499-a1f635017de9" providerId="ADAL" clId="{EDF018B5-66C9-4EBB-B156-A1BE9ABCF1A6}" dt="2020-10-09T00:20:18.569" v="4229" actId="13926"/>
          <ac:spMkLst>
            <pc:docMk/>
            <pc:sldMk cId="56321370" sldId="421"/>
            <ac:spMk id="2" creationId="{4E99B7C5-588B-4F9A-87A3-DEA763D424ED}"/>
          </ac:spMkLst>
        </pc:spChg>
        <pc:spChg chg="mod">
          <ac:chgData name="Ella Vetter" userId="c6918cf5-f6c0-43cc-8499-a1f635017de9" providerId="ADAL" clId="{EDF018B5-66C9-4EBB-B156-A1BE9ABCF1A6}" dt="2020-10-09T16:54:41.238" v="6496" actId="20577"/>
          <ac:spMkLst>
            <pc:docMk/>
            <pc:sldMk cId="56321370" sldId="421"/>
            <ac:spMk id="3" creationId="{44C8A021-3E3E-4268-AE29-2773903E1BD3}"/>
          </ac:spMkLst>
        </pc:spChg>
        <pc:picChg chg="add mod modCrop">
          <ac:chgData name="Ella Vetter" userId="c6918cf5-f6c0-43cc-8499-a1f635017de9" providerId="ADAL" clId="{EDF018B5-66C9-4EBB-B156-A1BE9ABCF1A6}" dt="2020-10-09T00:20:13.170" v="4227" actId="1035"/>
          <ac:picMkLst>
            <pc:docMk/>
            <pc:sldMk cId="56321370" sldId="421"/>
            <ac:picMk id="5" creationId="{56489487-4D9B-44F7-B870-E14A584E96AC}"/>
          </ac:picMkLst>
        </pc:picChg>
      </pc:sldChg>
      <pc:sldChg chg="modSp add mod">
        <pc:chgData name="Ella Vetter" userId="c6918cf5-f6c0-43cc-8499-a1f635017de9" providerId="ADAL" clId="{EDF018B5-66C9-4EBB-B156-A1BE9ABCF1A6}" dt="2020-10-08T17:09:39.556" v="1796" actId="14100"/>
        <pc:sldMkLst>
          <pc:docMk/>
          <pc:sldMk cId="1638932102" sldId="422"/>
        </pc:sldMkLst>
        <pc:spChg chg="mod">
          <ac:chgData name="Ella Vetter" userId="c6918cf5-f6c0-43cc-8499-a1f635017de9" providerId="ADAL" clId="{EDF018B5-66C9-4EBB-B156-A1BE9ABCF1A6}" dt="2020-10-08T13:23:49.986" v="1414" actId="13926"/>
          <ac:spMkLst>
            <pc:docMk/>
            <pc:sldMk cId="1638932102" sldId="422"/>
            <ac:spMk id="2" creationId="{4E99B7C5-588B-4F9A-87A3-DEA763D424ED}"/>
          </ac:spMkLst>
        </pc:spChg>
        <pc:graphicFrameChg chg="mod modGraphic">
          <ac:chgData name="Ella Vetter" userId="c6918cf5-f6c0-43cc-8499-a1f635017de9" providerId="ADAL" clId="{EDF018B5-66C9-4EBB-B156-A1BE9ABCF1A6}" dt="2020-10-08T17:09:39.556" v="1796" actId="14100"/>
          <ac:graphicFrameMkLst>
            <pc:docMk/>
            <pc:sldMk cId="1638932102" sldId="422"/>
            <ac:graphicFrameMk id="6" creationId="{42A0FD68-D670-4902-A6A7-CA9F41114AFA}"/>
          </ac:graphicFrameMkLst>
        </pc:graphicFrameChg>
      </pc:sldChg>
      <pc:sldChg chg="modSp add mod">
        <pc:chgData name="Ella Vetter" userId="c6918cf5-f6c0-43cc-8499-a1f635017de9" providerId="ADAL" clId="{EDF018B5-66C9-4EBB-B156-A1BE9ABCF1A6}" dt="2020-10-08T17:10:45.451" v="1811" actId="13926"/>
        <pc:sldMkLst>
          <pc:docMk/>
          <pc:sldMk cId="1353264502" sldId="423"/>
        </pc:sldMkLst>
        <pc:spChg chg="mod">
          <ac:chgData name="Ella Vetter" userId="c6918cf5-f6c0-43cc-8499-a1f635017de9" providerId="ADAL" clId="{EDF018B5-66C9-4EBB-B156-A1BE9ABCF1A6}" dt="2020-10-08T17:10:45.451" v="1811" actId="13926"/>
          <ac:spMkLst>
            <pc:docMk/>
            <pc:sldMk cId="1353264502" sldId="423"/>
            <ac:spMk id="2" creationId="{4E99B7C5-588B-4F9A-87A3-DEA763D424ED}"/>
          </ac:spMkLst>
        </pc:spChg>
        <pc:graphicFrameChg chg="mod modGraphic">
          <ac:chgData name="Ella Vetter" userId="c6918cf5-f6c0-43cc-8499-a1f635017de9" providerId="ADAL" clId="{EDF018B5-66C9-4EBB-B156-A1BE9ABCF1A6}" dt="2020-10-08T17:10:37.953" v="1808" actId="1076"/>
          <ac:graphicFrameMkLst>
            <pc:docMk/>
            <pc:sldMk cId="1353264502" sldId="423"/>
            <ac:graphicFrameMk id="5" creationId="{01A86FC0-23EF-4270-9F88-84DFC2D3DD1B}"/>
          </ac:graphicFrameMkLst>
        </pc:graphicFrameChg>
      </pc:sldChg>
      <pc:sldChg chg="addSp delSp modSp add mod">
        <pc:chgData name="Ella Vetter" userId="c6918cf5-f6c0-43cc-8499-a1f635017de9" providerId="ADAL" clId="{EDF018B5-66C9-4EBB-B156-A1BE9ABCF1A6}" dt="2020-10-08T21:56:34.079" v="2815"/>
        <pc:sldMkLst>
          <pc:docMk/>
          <pc:sldMk cId="3268552368" sldId="424"/>
        </pc:sldMkLst>
        <pc:spChg chg="mod">
          <ac:chgData name="Ella Vetter" userId="c6918cf5-f6c0-43cc-8499-a1f635017de9" providerId="ADAL" clId="{EDF018B5-66C9-4EBB-B156-A1BE9ABCF1A6}" dt="2020-10-08T17:31:40.316" v="2092" actId="13926"/>
          <ac:spMkLst>
            <pc:docMk/>
            <pc:sldMk cId="3268552368" sldId="424"/>
            <ac:spMk id="2" creationId="{4E99B7C5-588B-4F9A-87A3-DEA763D424ED}"/>
          </ac:spMkLst>
        </pc:spChg>
        <pc:spChg chg="del">
          <ac:chgData name="Ella Vetter" userId="c6918cf5-f6c0-43cc-8499-a1f635017de9" providerId="ADAL" clId="{EDF018B5-66C9-4EBB-B156-A1BE9ABCF1A6}" dt="2020-10-08T17:18:38.839" v="1831" actId="478"/>
          <ac:spMkLst>
            <pc:docMk/>
            <pc:sldMk cId="3268552368" sldId="424"/>
            <ac:spMk id="3" creationId="{44C8A021-3E3E-4268-AE29-2773903E1BD3}"/>
          </ac:spMkLst>
        </pc:spChg>
        <pc:spChg chg="add mod ord">
          <ac:chgData name="Ella Vetter" userId="c6918cf5-f6c0-43cc-8499-a1f635017de9" providerId="ADAL" clId="{EDF018B5-66C9-4EBB-B156-A1BE9ABCF1A6}" dt="2020-10-08T17:31:27.607" v="2089" actId="14100"/>
          <ac:spMkLst>
            <pc:docMk/>
            <pc:sldMk cId="3268552368" sldId="424"/>
            <ac:spMk id="6" creationId="{3A3D2073-F513-488F-B189-2340F134ED2A}"/>
          </ac:spMkLst>
        </pc:spChg>
        <pc:graphicFrameChg chg="add mod ord modGraphic">
          <ac:chgData name="Ella Vetter" userId="c6918cf5-f6c0-43cc-8499-a1f635017de9" providerId="ADAL" clId="{EDF018B5-66C9-4EBB-B156-A1BE9ABCF1A6}" dt="2020-10-08T21:56:34.079" v="2815"/>
          <ac:graphicFrameMkLst>
            <pc:docMk/>
            <pc:sldMk cId="3268552368" sldId="424"/>
            <ac:graphicFrameMk id="5" creationId="{CD75861D-001A-4957-8A0B-D08768E2C30E}"/>
          </ac:graphicFrameMkLst>
        </pc:graphicFrameChg>
      </pc:sldChg>
      <pc:sldChg chg="addSp delSp modSp add mod">
        <pc:chgData name="Ella Vetter" userId="c6918cf5-f6c0-43cc-8499-a1f635017de9" providerId="ADAL" clId="{EDF018B5-66C9-4EBB-B156-A1BE9ABCF1A6}" dt="2020-10-09T14:25:09.004" v="6352" actId="113"/>
        <pc:sldMkLst>
          <pc:docMk/>
          <pc:sldMk cId="3997637683" sldId="425"/>
        </pc:sldMkLst>
        <pc:spChg chg="mod">
          <ac:chgData name="Ella Vetter" userId="c6918cf5-f6c0-43cc-8499-a1f635017de9" providerId="ADAL" clId="{EDF018B5-66C9-4EBB-B156-A1BE9ABCF1A6}" dt="2020-10-08T21:25:16.296" v="2489" actId="13926"/>
          <ac:spMkLst>
            <pc:docMk/>
            <pc:sldMk cId="3997637683" sldId="425"/>
            <ac:spMk id="2" creationId="{4E99B7C5-588B-4F9A-87A3-DEA763D424ED}"/>
          </ac:spMkLst>
        </pc:spChg>
        <pc:spChg chg="mod">
          <ac:chgData name="Ella Vetter" userId="c6918cf5-f6c0-43cc-8499-a1f635017de9" providerId="ADAL" clId="{EDF018B5-66C9-4EBB-B156-A1BE9ABCF1A6}" dt="2020-10-09T14:25:09.004" v="6352" actId="113"/>
          <ac:spMkLst>
            <pc:docMk/>
            <pc:sldMk cId="3997637683" sldId="425"/>
            <ac:spMk id="3" creationId="{44C8A021-3E3E-4268-AE29-2773903E1BD3}"/>
          </ac:spMkLst>
        </pc:spChg>
        <pc:spChg chg="add mod">
          <ac:chgData name="Ella Vetter" userId="c6918cf5-f6c0-43cc-8499-a1f635017de9" providerId="ADAL" clId="{EDF018B5-66C9-4EBB-B156-A1BE9ABCF1A6}" dt="2020-10-08T21:25:05.276" v="2487" actId="1076"/>
          <ac:spMkLst>
            <pc:docMk/>
            <pc:sldMk cId="3997637683" sldId="425"/>
            <ac:spMk id="6" creationId="{39A0F39B-2248-4C00-93F2-3E242ACFB2FC}"/>
          </ac:spMkLst>
        </pc:spChg>
        <pc:spChg chg="add mod">
          <ac:chgData name="Ella Vetter" userId="c6918cf5-f6c0-43cc-8499-a1f635017de9" providerId="ADAL" clId="{EDF018B5-66C9-4EBB-B156-A1BE9ABCF1A6}" dt="2020-10-08T21:25:05.276" v="2487" actId="1076"/>
          <ac:spMkLst>
            <pc:docMk/>
            <pc:sldMk cId="3997637683" sldId="425"/>
            <ac:spMk id="11" creationId="{171C6F2B-211C-4ABF-99BE-8FCCDB67A0D6}"/>
          </ac:spMkLst>
        </pc:spChg>
        <pc:spChg chg="add mod">
          <ac:chgData name="Ella Vetter" userId="c6918cf5-f6c0-43cc-8499-a1f635017de9" providerId="ADAL" clId="{EDF018B5-66C9-4EBB-B156-A1BE9ABCF1A6}" dt="2020-10-08T21:25:05.276" v="2487" actId="1076"/>
          <ac:spMkLst>
            <pc:docMk/>
            <pc:sldMk cId="3997637683" sldId="425"/>
            <ac:spMk id="13" creationId="{EA6DEB58-3B08-49F2-93CB-D6FD48E3F1AC}"/>
          </ac:spMkLst>
        </pc:spChg>
        <pc:spChg chg="add mod">
          <ac:chgData name="Ella Vetter" userId="c6918cf5-f6c0-43cc-8499-a1f635017de9" providerId="ADAL" clId="{EDF018B5-66C9-4EBB-B156-A1BE9ABCF1A6}" dt="2020-10-08T21:25:05.276" v="2487" actId="1076"/>
          <ac:spMkLst>
            <pc:docMk/>
            <pc:sldMk cId="3997637683" sldId="425"/>
            <ac:spMk id="15" creationId="{6B542573-FF3A-4429-A79D-1CA480086DC1}"/>
          </ac:spMkLst>
        </pc:spChg>
        <pc:picChg chg="add mod modCrop">
          <ac:chgData name="Ella Vetter" userId="c6918cf5-f6c0-43cc-8499-a1f635017de9" providerId="ADAL" clId="{EDF018B5-66C9-4EBB-B156-A1BE9ABCF1A6}" dt="2020-10-08T21:25:05.276" v="2487" actId="1076"/>
          <ac:picMkLst>
            <pc:docMk/>
            <pc:sldMk cId="3997637683" sldId="425"/>
            <ac:picMk id="5" creationId="{23467145-42B2-454C-8C5C-C820119A38C0}"/>
          </ac:picMkLst>
        </pc:picChg>
        <pc:cxnChg chg="add mod">
          <ac:chgData name="Ella Vetter" userId="c6918cf5-f6c0-43cc-8499-a1f635017de9" providerId="ADAL" clId="{EDF018B5-66C9-4EBB-B156-A1BE9ABCF1A6}" dt="2020-10-08T21:25:05.276" v="2487" actId="1076"/>
          <ac:cxnSpMkLst>
            <pc:docMk/>
            <pc:sldMk cId="3997637683" sldId="425"/>
            <ac:cxnSpMk id="7" creationId="{6D9D59C9-D54C-4CF8-AA68-C366A755749E}"/>
          </ac:cxnSpMkLst>
        </pc:cxnChg>
        <pc:cxnChg chg="add del mod">
          <ac:chgData name="Ella Vetter" userId="c6918cf5-f6c0-43cc-8499-a1f635017de9" providerId="ADAL" clId="{EDF018B5-66C9-4EBB-B156-A1BE9ABCF1A6}" dt="2020-10-08T21:22:55.074" v="2383" actId="478"/>
          <ac:cxnSpMkLst>
            <pc:docMk/>
            <pc:sldMk cId="3997637683" sldId="425"/>
            <ac:cxnSpMk id="17" creationId="{5341A9D4-5EA4-49CC-A918-70A878FDCD59}"/>
          </ac:cxnSpMkLst>
        </pc:cxnChg>
        <pc:cxnChg chg="add mod">
          <ac:chgData name="Ella Vetter" userId="c6918cf5-f6c0-43cc-8499-a1f635017de9" providerId="ADAL" clId="{EDF018B5-66C9-4EBB-B156-A1BE9ABCF1A6}" dt="2020-10-08T21:25:05.276" v="2487" actId="1076"/>
          <ac:cxnSpMkLst>
            <pc:docMk/>
            <pc:sldMk cId="3997637683" sldId="425"/>
            <ac:cxnSpMk id="24" creationId="{6EAD3C04-6460-48DD-8AFA-777EF4B23D45}"/>
          </ac:cxnSpMkLst>
        </pc:cxnChg>
        <pc:cxnChg chg="add mod">
          <ac:chgData name="Ella Vetter" userId="c6918cf5-f6c0-43cc-8499-a1f635017de9" providerId="ADAL" clId="{EDF018B5-66C9-4EBB-B156-A1BE9ABCF1A6}" dt="2020-10-08T21:25:05.276" v="2487" actId="1076"/>
          <ac:cxnSpMkLst>
            <pc:docMk/>
            <pc:sldMk cId="3997637683" sldId="425"/>
            <ac:cxnSpMk id="25" creationId="{35F6599E-623F-4A9E-A718-DE847858AA74}"/>
          </ac:cxnSpMkLst>
        </pc:cxnChg>
        <pc:cxnChg chg="add mod">
          <ac:chgData name="Ella Vetter" userId="c6918cf5-f6c0-43cc-8499-a1f635017de9" providerId="ADAL" clId="{EDF018B5-66C9-4EBB-B156-A1BE9ABCF1A6}" dt="2020-10-08T21:25:05.276" v="2487" actId="1076"/>
          <ac:cxnSpMkLst>
            <pc:docMk/>
            <pc:sldMk cId="3997637683" sldId="425"/>
            <ac:cxnSpMk id="26" creationId="{8D2BD4FD-5F27-428F-AFD7-5C3A1D584C91}"/>
          </ac:cxnSpMkLst>
        </pc:cxnChg>
      </pc:sldChg>
      <pc:sldChg chg="addSp delSp modSp add mod">
        <pc:chgData name="Ella Vetter" userId="c6918cf5-f6c0-43cc-8499-a1f635017de9" providerId="ADAL" clId="{EDF018B5-66C9-4EBB-B156-A1BE9ABCF1A6}" dt="2020-10-08T23:21:44.503" v="3273" actId="113"/>
        <pc:sldMkLst>
          <pc:docMk/>
          <pc:sldMk cId="2727414688" sldId="426"/>
        </pc:sldMkLst>
        <pc:spChg chg="mod">
          <ac:chgData name="Ella Vetter" userId="c6918cf5-f6c0-43cc-8499-a1f635017de9" providerId="ADAL" clId="{EDF018B5-66C9-4EBB-B156-A1BE9ABCF1A6}" dt="2020-10-08T22:50:05.744" v="3156" actId="13926"/>
          <ac:spMkLst>
            <pc:docMk/>
            <pc:sldMk cId="2727414688" sldId="426"/>
            <ac:spMk id="2" creationId="{4E99B7C5-588B-4F9A-87A3-DEA763D424ED}"/>
          </ac:spMkLst>
        </pc:spChg>
        <pc:spChg chg="del">
          <ac:chgData name="Ella Vetter" userId="c6918cf5-f6c0-43cc-8499-a1f635017de9" providerId="ADAL" clId="{EDF018B5-66C9-4EBB-B156-A1BE9ABCF1A6}" dt="2020-10-08T22:31:12.834" v="3009" actId="478"/>
          <ac:spMkLst>
            <pc:docMk/>
            <pc:sldMk cId="2727414688" sldId="426"/>
            <ac:spMk id="3" creationId="{44C8A021-3E3E-4268-AE29-2773903E1BD3}"/>
          </ac:spMkLst>
        </pc:spChg>
        <pc:spChg chg="add mod ord">
          <ac:chgData name="Ella Vetter" userId="c6918cf5-f6c0-43cc-8499-a1f635017de9" providerId="ADAL" clId="{EDF018B5-66C9-4EBB-B156-A1BE9ABCF1A6}" dt="2020-10-08T23:21:44.503" v="3273" actId="113"/>
          <ac:spMkLst>
            <pc:docMk/>
            <pc:sldMk cId="2727414688" sldId="426"/>
            <ac:spMk id="5" creationId="{3B10F3F3-B9C1-4D8F-A320-EC3BDE6FC04F}"/>
          </ac:spMkLst>
        </pc:spChg>
        <pc:picChg chg="add mod ord">
          <ac:chgData name="Ella Vetter" userId="c6918cf5-f6c0-43cc-8499-a1f635017de9" providerId="ADAL" clId="{EDF018B5-66C9-4EBB-B156-A1BE9ABCF1A6}" dt="2020-10-08T22:37:40.363" v="3055" actId="1036"/>
          <ac:picMkLst>
            <pc:docMk/>
            <pc:sldMk cId="2727414688" sldId="426"/>
            <ac:picMk id="4" creationId="{7F42380B-98D8-46CE-B873-B1EC230118AF}"/>
          </ac:picMkLst>
        </pc:picChg>
      </pc:sldChg>
      <pc:sldChg chg="addSp delSp modSp add mod">
        <pc:chgData name="Ella Vetter" userId="c6918cf5-f6c0-43cc-8499-a1f635017de9" providerId="ADAL" clId="{EDF018B5-66C9-4EBB-B156-A1BE9ABCF1A6}" dt="2020-10-09T01:08:09.756" v="4900" actId="1035"/>
        <pc:sldMkLst>
          <pc:docMk/>
          <pc:sldMk cId="3705619582" sldId="427"/>
        </pc:sldMkLst>
        <pc:spChg chg="mod">
          <ac:chgData name="Ella Vetter" userId="c6918cf5-f6c0-43cc-8499-a1f635017de9" providerId="ADAL" clId="{EDF018B5-66C9-4EBB-B156-A1BE9ABCF1A6}" dt="2020-10-09T00:10:33.484" v="4085" actId="13926"/>
          <ac:spMkLst>
            <pc:docMk/>
            <pc:sldMk cId="3705619582" sldId="427"/>
            <ac:spMk id="2" creationId="{4E99B7C5-588B-4F9A-87A3-DEA763D424ED}"/>
          </ac:spMkLst>
        </pc:spChg>
        <pc:spChg chg="del">
          <ac:chgData name="Ella Vetter" userId="c6918cf5-f6c0-43cc-8499-a1f635017de9" providerId="ADAL" clId="{EDF018B5-66C9-4EBB-B156-A1BE9ABCF1A6}" dt="2020-10-08T23:22:55.528" v="3274" actId="478"/>
          <ac:spMkLst>
            <pc:docMk/>
            <pc:sldMk cId="3705619582" sldId="427"/>
            <ac:spMk id="3" creationId="{44C8A021-3E3E-4268-AE29-2773903E1BD3}"/>
          </ac:spMkLst>
        </pc:spChg>
        <pc:spChg chg="add mod">
          <ac:chgData name="Ella Vetter" userId="c6918cf5-f6c0-43cc-8499-a1f635017de9" providerId="ADAL" clId="{EDF018B5-66C9-4EBB-B156-A1BE9ABCF1A6}" dt="2020-10-09T01:08:09.756" v="4900" actId="1035"/>
          <ac:spMkLst>
            <pc:docMk/>
            <pc:sldMk cId="3705619582" sldId="427"/>
            <ac:spMk id="4" creationId="{0697CE17-B271-4988-AEB5-1C4207C71F56}"/>
          </ac:spMkLst>
        </pc:spChg>
        <pc:picChg chg="add mod modCrop">
          <ac:chgData name="Ella Vetter" userId="c6918cf5-f6c0-43cc-8499-a1f635017de9" providerId="ADAL" clId="{EDF018B5-66C9-4EBB-B156-A1BE9ABCF1A6}" dt="2020-10-09T01:08:06.997" v="4896" actId="1035"/>
          <ac:picMkLst>
            <pc:docMk/>
            <pc:sldMk cId="3705619582" sldId="427"/>
            <ac:picMk id="6" creationId="{FF908D6F-3AD0-41C8-ABEF-211B75D991E7}"/>
          </ac:picMkLst>
        </pc:picChg>
        <pc:picChg chg="add mod">
          <ac:chgData name="Ella Vetter" userId="c6918cf5-f6c0-43cc-8499-a1f635017de9" providerId="ADAL" clId="{EDF018B5-66C9-4EBB-B156-A1BE9ABCF1A6}" dt="2020-10-08T23:25:23.369" v="3308" actId="1076"/>
          <ac:picMkLst>
            <pc:docMk/>
            <pc:sldMk cId="3705619582" sldId="427"/>
            <ac:picMk id="8" creationId="{C0C196BA-D4E1-4C18-9C4B-BC207E659598}"/>
          </ac:picMkLst>
        </pc:picChg>
      </pc:sldChg>
      <pc:sldChg chg="modSp add mod">
        <pc:chgData name="Ella Vetter" userId="c6918cf5-f6c0-43cc-8499-a1f635017de9" providerId="ADAL" clId="{EDF018B5-66C9-4EBB-B156-A1BE9ABCF1A6}" dt="2020-10-08T17:35:17.346" v="2155" actId="13926"/>
        <pc:sldMkLst>
          <pc:docMk/>
          <pc:sldMk cId="3625077099" sldId="428"/>
        </pc:sldMkLst>
        <pc:spChg chg="mod">
          <ac:chgData name="Ella Vetter" userId="c6918cf5-f6c0-43cc-8499-a1f635017de9" providerId="ADAL" clId="{EDF018B5-66C9-4EBB-B156-A1BE9ABCF1A6}" dt="2020-10-08T17:35:17.346" v="2155" actId="13926"/>
          <ac:spMkLst>
            <pc:docMk/>
            <pc:sldMk cId="3625077099" sldId="428"/>
            <ac:spMk id="2" creationId="{4E99B7C5-588B-4F9A-87A3-DEA763D424ED}"/>
          </ac:spMkLst>
        </pc:spChg>
        <pc:spChg chg="mod">
          <ac:chgData name="Ella Vetter" userId="c6918cf5-f6c0-43cc-8499-a1f635017de9" providerId="ADAL" clId="{EDF018B5-66C9-4EBB-B156-A1BE9ABCF1A6}" dt="2020-10-08T17:35:14.901" v="2154" actId="1035"/>
          <ac:spMkLst>
            <pc:docMk/>
            <pc:sldMk cId="3625077099" sldId="428"/>
            <ac:spMk id="6" creationId="{3A3D2073-F513-488F-B189-2340F134ED2A}"/>
          </ac:spMkLst>
        </pc:spChg>
        <pc:graphicFrameChg chg="mod modGraphic">
          <ac:chgData name="Ella Vetter" userId="c6918cf5-f6c0-43cc-8499-a1f635017de9" providerId="ADAL" clId="{EDF018B5-66C9-4EBB-B156-A1BE9ABCF1A6}" dt="2020-10-08T17:35:14.901" v="2154" actId="1035"/>
          <ac:graphicFrameMkLst>
            <pc:docMk/>
            <pc:sldMk cId="3625077099" sldId="428"/>
            <ac:graphicFrameMk id="5" creationId="{CD75861D-001A-4957-8A0B-D08768E2C30E}"/>
          </ac:graphicFrameMkLst>
        </pc:graphicFrameChg>
      </pc:sldChg>
      <pc:sldChg chg="addSp delSp modSp new del mod">
        <pc:chgData name="Ella Vetter" userId="c6918cf5-f6c0-43cc-8499-a1f635017de9" providerId="ADAL" clId="{EDF018B5-66C9-4EBB-B156-A1BE9ABCF1A6}" dt="2020-10-08T17:31:16.166" v="2087" actId="47"/>
        <pc:sldMkLst>
          <pc:docMk/>
          <pc:sldMk cId="1313360216" sldId="429"/>
        </pc:sldMkLst>
        <pc:spChg chg="del">
          <ac:chgData name="Ella Vetter" userId="c6918cf5-f6c0-43cc-8499-a1f635017de9" providerId="ADAL" clId="{EDF018B5-66C9-4EBB-B156-A1BE9ABCF1A6}" dt="2020-10-08T17:30:57.126" v="2084" actId="3680"/>
          <ac:spMkLst>
            <pc:docMk/>
            <pc:sldMk cId="1313360216" sldId="429"/>
            <ac:spMk id="3" creationId="{6C6D5D8E-0841-4AC6-840C-B826AA03FAE0}"/>
          </ac:spMkLst>
        </pc:spChg>
        <pc:graphicFrameChg chg="add mod ord modGraphic">
          <ac:chgData name="Ella Vetter" userId="c6918cf5-f6c0-43cc-8499-a1f635017de9" providerId="ADAL" clId="{EDF018B5-66C9-4EBB-B156-A1BE9ABCF1A6}" dt="2020-10-08T17:31:08.548" v="2086"/>
          <ac:graphicFrameMkLst>
            <pc:docMk/>
            <pc:sldMk cId="1313360216" sldId="429"/>
            <ac:graphicFrameMk id="4" creationId="{3CD31FB4-EB77-41F7-B5C7-2BE3ACD9E67B}"/>
          </ac:graphicFrameMkLst>
        </pc:graphicFrameChg>
      </pc:sldChg>
      <pc:sldChg chg="modSp add mod">
        <pc:chgData name="Ella Vetter" userId="c6918cf5-f6c0-43cc-8499-a1f635017de9" providerId="ADAL" clId="{EDF018B5-66C9-4EBB-B156-A1BE9ABCF1A6}" dt="2020-10-08T17:35:32.545" v="2172" actId="13926"/>
        <pc:sldMkLst>
          <pc:docMk/>
          <pc:sldMk cId="2834189116" sldId="429"/>
        </pc:sldMkLst>
        <pc:spChg chg="mod">
          <ac:chgData name="Ella Vetter" userId="c6918cf5-f6c0-43cc-8499-a1f635017de9" providerId="ADAL" clId="{EDF018B5-66C9-4EBB-B156-A1BE9ABCF1A6}" dt="2020-10-08T17:35:32.545" v="2172" actId="13926"/>
          <ac:spMkLst>
            <pc:docMk/>
            <pc:sldMk cId="2834189116" sldId="429"/>
            <ac:spMk id="2" creationId="{4E99B7C5-588B-4F9A-87A3-DEA763D424ED}"/>
          </ac:spMkLst>
        </pc:spChg>
        <pc:spChg chg="mod">
          <ac:chgData name="Ella Vetter" userId="c6918cf5-f6c0-43cc-8499-a1f635017de9" providerId="ADAL" clId="{EDF018B5-66C9-4EBB-B156-A1BE9ABCF1A6}" dt="2020-10-08T17:35:22.728" v="2168" actId="1036"/>
          <ac:spMkLst>
            <pc:docMk/>
            <pc:sldMk cId="2834189116" sldId="429"/>
            <ac:spMk id="6" creationId="{3A3D2073-F513-488F-B189-2340F134ED2A}"/>
          </ac:spMkLst>
        </pc:spChg>
        <pc:graphicFrameChg chg="mod modGraphic">
          <ac:chgData name="Ella Vetter" userId="c6918cf5-f6c0-43cc-8499-a1f635017de9" providerId="ADAL" clId="{EDF018B5-66C9-4EBB-B156-A1BE9ABCF1A6}" dt="2020-10-08T17:35:29.823" v="2171" actId="14734"/>
          <ac:graphicFrameMkLst>
            <pc:docMk/>
            <pc:sldMk cId="2834189116" sldId="429"/>
            <ac:graphicFrameMk id="5" creationId="{CD75861D-001A-4957-8A0B-D08768E2C30E}"/>
          </ac:graphicFrameMkLst>
        </pc:graphicFrameChg>
      </pc:sldChg>
      <pc:sldChg chg="addSp delSp modSp add mod">
        <pc:chgData name="Ella Vetter" userId="c6918cf5-f6c0-43cc-8499-a1f635017de9" providerId="ADAL" clId="{EDF018B5-66C9-4EBB-B156-A1BE9ABCF1A6}" dt="2020-10-09T00:11:20.918" v="4086" actId="113"/>
        <pc:sldMkLst>
          <pc:docMk/>
          <pc:sldMk cId="2330915879" sldId="430"/>
        </pc:sldMkLst>
        <pc:spChg chg="mod">
          <ac:chgData name="Ella Vetter" userId="c6918cf5-f6c0-43cc-8499-a1f635017de9" providerId="ADAL" clId="{EDF018B5-66C9-4EBB-B156-A1BE9ABCF1A6}" dt="2020-10-08T21:40:48.748" v="2717" actId="13926"/>
          <ac:spMkLst>
            <pc:docMk/>
            <pc:sldMk cId="2330915879" sldId="430"/>
            <ac:spMk id="2" creationId="{4E99B7C5-588B-4F9A-87A3-DEA763D424ED}"/>
          </ac:spMkLst>
        </pc:spChg>
        <pc:spChg chg="mod">
          <ac:chgData name="Ella Vetter" userId="c6918cf5-f6c0-43cc-8499-a1f635017de9" providerId="ADAL" clId="{EDF018B5-66C9-4EBB-B156-A1BE9ABCF1A6}" dt="2020-10-09T00:11:20.918" v="4086" actId="113"/>
          <ac:spMkLst>
            <pc:docMk/>
            <pc:sldMk cId="2330915879" sldId="430"/>
            <ac:spMk id="3" creationId="{44C8A021-3E3E-4268-AE29-2773903E1BD3}"/>
          </ac:spMkLst>
        </pc:spChg>
        <pc:spChg chg="add del">
          <ac:chgData name="Ella Vetter" userId="c6918cf5-f6c0-43cc-8499-a1f635017de9" providerId="ADAL" clId="{EDF018B5-66C9-4EBB-B156-A1BE9ABCF1A6}" dt="2020-10-08T21:36:29.532" v="2632" actId="22"/>
          <ac:spMkLst>
            <pc:docMk/>
            <pc:sldMk cId="2330915879" sldId="430"/>
            <ac:spMk id="7" creationId="{15F9B239-7FC3-47B4-8B2A-F8BBA41A8970}"/>
          </ac:spMkLst>
        </pc:spChg>
        <pc:picChg chg="add del mod">
          <ac:chgData name="Ella Vetter" userId="c6918cf5-f6c0-43cc-8499-a1f635017de9" providerId="ADAL" clId="{EDF018B5-66C9-4EBB-B156-A1BE9ABCF1A6}" dt="2020-10-08T21:36:36.889" v="2634" actId="478"/>
          <ac:picMkLst>
            <pc:docMk/>
            <pc:sldMk cId="2330915879" sldId="430"/>
            <ac:picMk id="5" creationId="{7CD9EE9E-4A81-422B-AC73-6984BA45534D}"/>
          </ac:picMkLst>
        </pc:picChg>
      </pc:sldChg>
      <pc:sldChg chg="addSp delSp modSp add mod">
        <pc:chgData name="Ella Vetter" userId="c6918cf5-f6c0-43cc-8499-a1f635017de9" providerId="ADAL" clId="{EDF018B5-66C9-4EBB-B156-A1BE9ABCF1A6}" dt="2020-10-09T16:53:21.944" v="6466" actId="20577"/>
        <pc:sldMkLst>
          <pc:docMk/>
          <pc:sldMk cId="595816948" sldId="431"/>
        </pc:sldMkLst>
        <pc:spChg chg="mod">
          <ac:chgData name="Ella Vetter" userId="c6918cf5-f6c0-43cc-8499-a1f635017de9" providerId="ADAL" clId="{EDF018B5-66C9-4EBB-B156-A1BE9ABCF1A6}" dt="2020-10-08T21:32:42.453" v="2589" actId="13926"/>
          <ac:spMkLst>
            <pc:docMk/>
            <pc:sldMk cId="595816948" sldId="431"/>
            <ac:spMk id="2" creationId="{4E99B7C5-588B-4F9A-87A3-DEA763D424ED}"/>
          </ac:spMkLst>
        </pc:spChg>
        <pc:spChg chg="mod">
          <ac:chgData name="Ella Vetter" userId="c6918cf5-f6c0-43cc-8499-a1f635017de9" providerId="ADAL" clId="{EDF018B5-66C9-4EBB-B156-A1BE9ABCF1A6}" dt="2020-10-09T16:53:21.944" v="6466" actId="20577"/>
          <ac:spMkLst>
            <pc:docMk/>
            <pc:sldMk cId="595816948" sldId="431"/>
            <ac:spMk id="3" creationId="{44C8A021-3E3E-4268-AE29-2773903E1BD3}"/>
          </ac:spMkLst>
        </pc:spChg>
        <pc:picChg chg="del">
          <ac:chgData name="Ella Vetter" userId="c6918cf5-f6c0-43cc-8499-a1f635017de9" providerId="ADAL" clId="{EDF018B5-66C9-4EBB-B156-A1BE9ABCF1A6}" dt="2020-10-08T21:31:26.039" v="2564" actId="478"/>
          <ac:picMkLst>
            <pc:docMk/>
            <pc:sldMk cId="595816948" sldId="431"/>
            <ac:picMk id="5" creationId="{7CD9EE9E-4A81-422B-AC73-6984BA45534D}"/>
          </ac:picMkLst>
        </pc:picChg>
        <pc:picChg chg="add mod">
          <ac:chgData name="Ella Vetter" userId="c6918cf5-f6c0-43cc-8499-a1f635017de9" providerId="ADAL" clId="{EDF018B5-66C9-4EBB-B156-A1BE9ABCF1A6}" dt="2020-10-08T21:32:38.904" v="2588" actId="1076"/>
          <ac:picMkLst>
            <pc:docMk/>
            <pc:sldMk cId="595816948" sldId="431"/>
            <ac:picMk id="6" creationId="{F81FF14A-E773-4901-A54E-76C8717BCFBA}"/>
          </ac:picMkLst>
        </pc:picChg>
      </pc:sldChg>
      <pc:sldChg chg="modSp add del mod">
        <pc:chgData name="Ella Vetter" userId="c6918cf5-f6c0-43cc-8499-a1f635017de9" providerId="ADAL" clId="{EDF018B5-66C9-4EBB-B156-A1BE9ABCF1A6}" dt="2020-10-08T21:25:13.243" v="2488" actId="47"/>
        <pc:sldMkLst>
          <pc:docMk/>
          <pc:sldMk cId="1186544684" sldId="431"/>
        </pc:sldMkLst>
        <pc:spChg chg="mod">
          <ac:chgData name="Ella Vetter" userId="c6918cf5-f6c0-43cc-8499-a1f635017de9" providerId="ADAL" clId="{EDF018B5-66C9-4EBB-B156-A1BE9ABCF1A6}" dt="2020-10-08T21:13:10.037" v="2241" actId="20577"/>
          <ac:spMkLst>
            <pc:docMk/>
            <pc:sldMk cId="1186544684" sldId="431"/>
            <ac:spMk id="3" creationId="{44C8A021-3E3E-4268-AE29-2773903E1BD3}"/>
          </ac:spMkLst>
        </pc:spChg>
      </pc:sldChg>
      <pc:sldChg chg="addSp modSp add mod modNotesTx">
        <pc:chgData name="Ella Vetter" userId="c6918cf5-f6c0-43cc-8499-a1f635017de9" providerId="ADAL" clId="{EDF018B5-66C9-4EBB-B156-A1BE9ABCF1A6}" dt="2020-10-08T21:42:42.877" v="2727" actId="11"/>
        <pc:sldMkLst>
          <pc:docMk/>
          <pc:sldMk cId="2731738693" sldId="432"/>
        </pc:sldMkLst>
        <pc:spChg chg="mod">
          <ac:chgData name="Ella Vetter" userId="c6918cf5-f6c0-43cc-8499-a1f635017de9" providerId="ADAL" clId="{EDF018B5-66C9-4EBB-B156-A1BE9ABCF1A6}" dt="2020-10-08T21:40:31.511" v="2715" actId="13926"/>
          <ac:spMkLst>
            <pc:docMk/>
            <pc:sldMk cId="2731738693" sldId="432"/>
            <ac:spMk id="2" creationId="{4E99B7C5-588B-4F9A-87A3-DEA763D424ED}"/>
          </ac:spMkLst>
        </pc:spChg>
        <pc:spChg chg="mod">
          <ac:chgData name="Ella Vetter" userId="c6918cf5-f6c0-43cc-8499-a1f635017de9" providerId="ADAL" clId="{EDF018B5-66C9-4EBB-B156-A1BE9ABCF1A6}" dt="2020-10-08T21:42:42.877" v="2727" actId="11"/>
          <ac:spMkLst>
            <pc:docMk/>
            <pc:sldMk cId="2731738693" sldId="432"/>
            <ac:spMk id="3" creationId="{44C8A021-3E3E-4268-AE29-2773903E1BD3}"/>
          </ac:spMkLst>
        </pc:spChg>
        <pc:spChg chg="add mod">
          <ac:chgData name="Ella Vetter" userId="c6918cf5-f6c0-43cc-8499-a1f635017de9" providerId="ADAL" clId="{EDF018B5-66C9-4EBB-B156-A1BE9ABCF1A6}" dt="2020-10-08T21:39:38.818" v="2702" actId="1036"/>
          <ac:spMkLst>
            <pc:docMk/>
            <pc:sldMk cId="2731738693" sldId="432"/>
            <ac:spMk id="7" creationId="{3F1231A3-2847-49CB-9502-28ED952F6E07}"/>
          </ac:spMkLst>
        </pc:spChg>
        <pc:spChg chg="add mod">
          <ac:chgData name="Ella Vetter" userId="c6918cf5-f6c0-43cc-8499-a1f635017de9" providerId="ADAL" clId="{EDF018B5-66C9-4EBB-B156-A1BE9ABCF1A6}" dt="2020-10-08T21:40:14.283" v="2713" actId="20577"/>
          <ac:spMkLst>
            <pc:docMk/>
            <pc:sldMk cId="2731738693" sldId="432"/>
            <ac:spMk id="14" creationId="{C1BAAF30-31B5-4EB8-BD66-CF816E6A60CB}"/>
          </ac:spMkLst>
        </pc:spChg>
        <pc:picChg chg="mod">
          <ac:chgData name="Ella Vetter" userId="c6918cf5-f6c0-43cc-8499-a1f635017de9" providerId="ADAL" clId="{EDF018B5-66C9-4EBB-B156-A1BE9ABCF1A6}" dt="2020-10-08T21:39:38.818" v="2702" actId="1036"/>
          <ac:picMkLst>
            <pc:docMk/>
            <pc:sldMk cId="2731738693" sldId="432"/>
            <ac:picMk id="5" creationId="{7CD9EE9E-4A81-422B-AC73-6984BA45534D}"/>
          </ac:picMkLst>
        </pc:picChg>
        <pc:cxnChg chg="add mod">
          <ac:chgData name="Ella Vetter" userId="c6918cf5-f6c0-43cc-8499-a1f635017de9" providerId="ADAL" clId="{EDF018B5-66C9-4EBB-B156-A1BE9ABCF1A6}" dt="2020-10-08T21:39:38.818" v="2702" actId="1036"/>
          <ac:cxnSpMkLst>
            <pc:docMk/>
            <pc:sldMk cId="2731738693" sldId="432"/>
            <ac:cxnSpMk id="6" creationId="{E1FB3E92-C2C9-4CDE-9FFC-EF2E76BB2C94}"/>
          </ac:cxnSpMkLst>
        </pc:cxnChg>
        <pc:cxnChg chg="add mod">
          <ac:chgData name="Ella Vetter" userId="c6918cf5-f6c0-43cc-8499-a1f635017de9" providerId="ADAL" clId="{EDF018B5-66C9-4EBB-B156-A1BE9ABCF1A6}" dt="2020-10-08T21:39:52.665" v="2707" actId="14100"/>
          <ac:cxnSpMkLst>
            <pc:docMk/>
            <pc:sldMk cId="2731738693" sldId="432"/>
            <ac:cxnSpMk id="10" creationId="{56FDC3D0-EDEE-4F13-8575-3D46DEDED565}"/>
          </ac:cxnSpMkLst>
        </pc:cxnChg>
      </pc:sldChg>
      <pc:sldChg chg="addSp delSp modSp add mod ord">
        <pc:chgData name="Ella Vetter" userId="c6918cf5-f6c0-43cc-8499-a1f635017de9" providerId="ADAL" clId="{EDF018B5-66C9-4EBB-B156-A1BE9ABCF1A6}" dt="2020-10-08T23:20:24.508" v="3260" actId="113"/>
        <pc:sldMkLst>
          <pc:docMk/>
          <pc:sldMk cId="2934668976" sldId="433"/>
        </pc:sldMkLst>
        <pc:spChg chg="mod">
          <ac:chgData name="Ella Vetter" userId="c6918cf5-f6c0-43cc-8499-a1f635017de9" providerId="ADAL" clId="{EDF018B5-66C9-4EBB-B156-A1BE9ABCF1A6}" dt="2020-10-08T21:53:34.096" v="2801" actId="13926"/>
          <ac:spMkLst>
            <pc:docMk/>
            <pc:sldMk cId="2934668976" sldId="433"/>
            <ac:spMk id="2" creationId="{4E99B7C5-588B-4F9A-87A3-DEA763D424ED}"/>
          </ac:spMkLst>
        </pc:spChg>
        <pc:spChg chg="mod">
          <ac:chgData name="Ella Vetter" userId="c6918cf5-f6c0-43cc-8499-a1f635017de9" providerId="ADAL" clId="{EDF018B5-66C9-4EBB-B156-A1BE9ABCF1A6}" dt="2020-10-08T23:20:24.508" v="3260" actId="113"/>
          <ac:spMkLst>
            <pc:docMk/>
            <pc:sldMk cId="2934668976" sldId="433"/>
            <ac:spMk id="4" creationId="{1AE08856-C959-411C-86F4-4FCEF564DD50}"/>
          </ac:spMkLst>
        </pc:spChg>
        <pc:picChg chg="add mod">
          <ac:chgData name="Ella Vetter" userId="c6918cf5-f6c0-43cc-8499-a1f635017de9" providerId="ADAL" clId="{EDF018B5-66C9-4EBB-B156-A1BE9ABCF1A6}" dt="2020-10-08T21:53:21.272" v="2797" actId="1036"/>
          <ac:picMkLst>
            <pc:docMk/>
            <pc:sldMk cId="2934668976" sldId="433"/>
            <ac:picMk id="5" creationId="{1E654AD1-404E-4700-B0D7-367B68DDCF03}"/>
          </ac:picMkLst>
        </pc:picChg>
        <pc:picChg chg="del">
          <ac:chgData name="Ella Vetter" userId="c6918cf5-f6c0-43cc-8499-a1f635017de9" providerId="ADAL" clId="{EDF018B5-66C9-4EBB-B156-A1BE9ABCF1A6}" dt="2020-10-08T21:42:16.755" v="2723" actId="478"/>
          <ac:picMkLst>
            <pc:docMk/>
            <pc:sldMk cId="2934668976" sldId="433"/>
            <ac:picMk id="6" creationId="{C2C862EB-F26E-482C-BFFB-9C0AC3E97B57}"/>
          </ac:picMkLst>
        </pc:picChg>
        <pc:picChg chg="add mod modCrop">
          <ac:chgData name="Ella Vetter" userId="c6918cf5-f6c0-43cc-8499-a1f635017de9" providerId="ADAL" clId="{EDF018B5-66C9-4EBB-B156-A1BE9ABCF1A6}" dt="2020-10-08T21:53:21.272" v="2797" actId="1036"/>
          <ac:picMkLst>
            <pc:docMk/>
            <pc:sldMk cId="2934668976" sldId="433"/>
            <ac:picMk id="8" creationId="{F9B87FA7-CFBF-4F4D-8B98-B3466728363E}"/>
          </ac:picMkLst>
        </pc:picChg>
      </pc:sldChg>
      <pc:sldChg chg="addSp delSp modSp add mod">
        <pc:chgData name="Ella Vetter" userId="c6918cf5-f6c0-43cc-8499-a1f635017de9" providerId="ADAL" clId="{EDF018B5-66C9-4EBB-B156-A1BE9ABCF1A6}" dt="2020-10-08T22:17:53.113" v="2967" actId="13926"/>
        <pc:sldMkLst>
          <pc:docMk/>
          <pc:sldMk cId="2505499301" sldId="434"/>
        </pc:sldMkLst>
        <pc:spChg chg="mod">
          <ac:chgData name="Ella Vetter" userId="c6918cf5-f6c0-43cc-8499-a1f635017de9" providerId="ADAL" clId="{EDF018B5-66C9-4EBB-B156-A1BE9ABCF1A6}" dt="2020-10-08T22:17:53.113" v="2967" actId="13926"/>
          <ac:spMkLst>
            <pc:docMk/>
            <pc:sldMk cId="2505499301" sldId="434"/>
            <ac:spMk id="2" creationId="{4E99B7C5-588B-4F9A-87A3-DEA763D424ED}"/>
          </ac:spMkLst>
        </pc:spChg>
        <pc:spChg chg="mod">
          <ac:chgData name="Ella Vetter" userId="c6918cf5-f6c0-43cc-8499-a1f635017de9" providerId="ADAL" clId="{EDF018B5-66C9-4EBB-B156-A1BE9ABCF1A6}" dt="2020-10-08T22:12:23.806" v="2918" actId="1076"/>
          <ac:spMkLst>
            <pc:docMk/>
            <pc:sldMk cId="2505499301" sldId="434"/>
            <ac:spMk id="4" creationId="{1AE08856-C959-411C-86F4-4FCEF564DD50}"/>
          </ac:spMkLst>
        </pc:spChg>
        <pc:graphicFrameChg chg="add mod modGraphic">
          <ac:chgData name="Ella Vetter" userId="c6918cf5-f6c0-43cc-8499-a1f635017de9" providerId="ADAL" clId="{EDF018B5-66C9-4EBB-B156-A1BE9ABCF1A6}" dt="2020-10-08T22:17:45.273" v="2966" actId="13926"/>
          <ac:graphicFrameMkLst>
            <pc:docMk/>
            <pc:sldMk cId="2505499301" sldId="434"/>
            <ac:graphicFrameMk id="3" creationId="{239FC968-541B-4F88-B7C0-655B9F85FA71}"/>
          </ac:graphicFrameMkLst>
        </pc:graphicFrameChg>
        <pc:picChg chg="del">
          <ac:chgData name="Ella Vetter" userId="c6918cf5-f6c0-43cc-8499-a1f635017de9" providerId="ADAL" clId="{EDF018B5-66C9-4EBB-B156-A1BE9ABCF1A6}" dt="2020-10-08T21:52:37.522" v="2780" actId="478"/>
          <ac:picMkLst>
            <pc:docMk/>
            <pc:sldMk cId="2505499301" sldId="434"/>
            <ac:picMk id="5" creationId="{1E654AD1-404E-4700-B0D7-367B68DDCF03}"/>
          </ac:picMkLst>
        </pc:picChg>
      </pc:sldChg>
      <pc:sldChg chg="add del">
        <pc:chgData name="Ella Vetter" userId="c6918cf5-f6c0-43cc-8499-a1f635017de9" providerId="ADAL" clId="{EDF018B5-66C9-4EBB-B156-A1BE9ABCF1A6}" dt="2020-10-08T22:18:54.279" v="2969" actId="47"/>
        <pc:sldMkLst>
          <pc:docMk/>
          <pc:sldMk cId="2211160770" sldId="435"/>
        </pc:sldMkLst>
      </pc:sldChg>
      <pc:sldChg chg="modSp add mod">
        <pc:chgData name="Ella Vetter" userId="c6918cf5-f6c0-43cc-8499-a1f635017de9" providerId="ADAL" clId="{EDF018B5-66C9-4EBB-B156-A1BE9ABCF1A6}" dt="2020-10-08T22:18:49.663" v="2968" actId="13926"/>
        <pc:sldMkLst>
          <pc:docMk/>
          <pc:sldMk cId="1566225772" sldId="436"/>
        </pc:sldMkLst>
        <pc:spChg chg="mod">
          <ac:chgData name="Ella Vetter" userId="c6918cf5-f6c0-43cc-8499-a1f635017de9" providerId="ADAL" clId="{EDF018B5-66C9-4EBB-B156-A1BE9ABCF1A6}" dt="2020-10-08T22:18:49.663" v="2968" actId="13926"/>
          <ac:spMkLst>
            <pc:docMk/>
            <pc:sldMk cId="1566225772" sldId="436"/>
            <ac:spMk id="2" creationId="{4E99B7C5-588B-4F9A-87A3-DEA763D424ED}"/>
          </ac:spMkLst>
        </pc:spChg>
        <pc:spChg chg="mod">
          <ac:chgData name="Ella Vetter" userId="c6918cf5-f6c0-43cc-8499-a1f635017de9" providerId="ADAL" clId="{EDF018B5-66C9-4EBB-B156-A1BE9ABCF1A6}" dt="2020-10-08T22:15:57.180" v="2951" actId="1035"/>
          <ac:spMkLst>
            <pc:docMk/>
            <pc:sldMk cId="1566225772" sldId="436"/>
            <ac:spMk id="4" creationId="{1AE08856-C959-411C-86F4-4FCEF564DD50}"/>
          </ac:spMkLst>
        </pc:spChg>
        <pc:graphicFrameChg chg="mod modGraphic">
          <ac:chgData name="Ella Vetter" userId="c6918cf5-f6c0-43cc-8499-a1f635017de9" providerId="ADAL" clId="{EDF018B5-66C9-4EBB-B156-A1BE9ABCF1A6}" dt="2020-10-08T22:16:01.869" v="2955" actId="1038"/>
          <ac:graphicFrameMkLst>
            <pc:docMk/>
            <pc:sldMk cId="1566225772" sldId="436"/>
            <ac:graphicFrameMk id="3" creationId="{239FC968-541B-4F88-B7C0-655B9F85FA71}"/>
          </ac:graphicFrameMkLst>
        </pc:graphicFrameChg>
      </pc:sldChg>
      <pc:sldChg chg="modSp add mod">
        <pc:chgData name="Ella Vetter" userId="c6918cf5-f6c0-43cc-8499-a1f635017de9" providerId="ADAL" clId="{EDF018B5-66C9-4EBB-B156-A1BE9ABCF1A6}" dt="2020-10-08T22:29:56.073" v="3007" actId="13926"/>
        <pc:sldMkLst>
          <pc:docMk/>
          <pc:sldMk cId="1110431391" sldId="437"/>
        </pc:sldMkLst>
        <pc:spChg chg="mod">
          <ac:chgData name="Ella Vetter" userId="c6918cf5-f6c0-43cc-8499-a1f635017de9" providerId="ADAL" clId="{EDF018B5-66C9-4EBB-B156-A1BE9ABCF1A6}" dt="2020-10-08T22:29:56.073" v="3007" actId="13926"/>
          <ac:spMkLst>
            <pc:docMk/>
            <pc:sldMk cId="1110431391" sldId="437"/>
            <ac:spMk id="2" creationId="{4E99B7C5-588B-4F9A-87A3-DEA763D424ED}"/>
          </ac:spMkLst>
        </pc:spChg>
        <pc:graphicFrameChg chg="mod modGraphic">
          <ac:chgData name="Ella Vetter" userId="c6918cf5-f6c0-43cc-8499-a1f635017de9" providerId="ADAL" clId="{EDF018B5-66C9-4EBB-B156-A1BE9ABCF1A6}" dt="2020-10-08T22:23:07.536" v="2990" actId="2710"/>
          <ac:graphicFrameMkLst>
            <pc:docMk/>
            <pc:sldMk cId="1110431391" sldId="437"/>
            <ac:graphicFrameMk id="3" creationId="{239FC968-541B-4F88-B7C0-655B9F85FA71}"/>
          </ac:graphicFrameMkLst>
        </pc:graphicFrameChg>
      </pc:sldChg>
      <pc:sldChg chg="modSp add mod">
        <pc:chgData name="Ella Vetter" userId="c6918cf5-f6c0-43cc-8499-a1f635017de9" providerId="ADAL" clId="{EDF018B5-66C9-4EBB-B156-A1BE9ABCF1A6}" dt="2020-10-08T22:46:05.008" v="3059"/>
        <pc:sldMkLst>
          <pc:docMk/>
          <pc:sldMk cId="3685973793" sldId="438"/>
        </pc:sldMkLst>
        <pc:spChg chg="mod">
          <ac:chgData name="Ella Vetter" userId="c6918cf5-f6c0-43cc-8499-a1f635017de9" providerId="ADAL" clId="{EDF018B5-66C9-4EBB-B156-A1BE9ABCF1A6}" dt="2020-10-08T22:30:41.990" v="3008" actId="13926"/>
          <ac:spMkLst>
            <pc:docMk/>
            <pc:sldMk cId="3685973793" sldId="438"/>
            <ac:spMk id="2" creationId="{4E99B7C5-588B-4F9A-87A3-DEA763D424ED}"/>
          </ac:spMkLst>
        </pc:spChg>
        <pc:spChg chg="mod">
          <ac:chgData name="Ella Vetter" userId="c6918cf5-f6c0-43cc-8499-a1f635017de9" providerId="ADAL" clId="{EDF018B5-66C9-4EBB-B156-A1BE9ABCF1A6}" dt="2020-10-08T22:29:43.504" v="3005" actId="1076"/>
          <ac:spMkLst>
            <pc:docMk/>
            <pc:sldMk cId="3685973793" sldId="438"/>
            <ac:spMk id="4" creationId="{1AE08856-C959-411C-86F4-4FCEF564DD50}"/>
          </ac:spMkLst>
        </pc:spChg>
        <pc:graphicFrameChg chg="mod modGraphic">
          <ac:chgData name="Ella Vetter" userId="c6918cf5-f6c0-43cc-8499-a1f635017de9" providerId="ADAL" clId="{EDF018B5-66C9-4EBB-B156-A1BE9ABCF1A6}" dt="2020-10-08T22:46:05.008" v="3059"/>
          <ac:graphicFrameMkLst>
            <pc:docMk/>
            <pc:sldMk cId="3685973793" sldId="438"/>
            <ac:graphicFrameMk id="3" creationId="{239FC968-541B-4F88-B7C0-655B9F85FA71}"/>
          </ac:graphicFrameMkLst>
        </pc:graphicFrameChg>
      </pc:sldChg>
      <pc:sldChg chg="addSp modSp add mod">
        <pc:chgData name="Ella Vetter" userId="c6918cf5-f6c0-43cc-8499-a1f635017de9" providerId="ADAL" clId="{EDF018B5-66C9-4EBB-B156-A1BE9ABCF1A6}" dt="2020-10-08T22:50:25.653" v="3158" actId="13926"/>
        <pc:sldMkLst>
          <pc:docMk/>
          <pc:sldMk cId="2612135569" sldId="439"/>
        </pc:sldMkLst>
        <pc:spChg chg="mod">
          <ac:chgData name="Ella Vetter" userId="c6918cf5-f6c0-43cc-8499-a1f635017de9" providerId="ADAL" clId="{EDF018B5-66C9-4EBB-B156-A1BE9ABCF1A6}" dt="2020-10-08T22:50:25.653" v="3158" actId="13926"/>
          <ac:spMkLst>
            <pc:docMk/>
            <pc:sldMk cId="2612135569" sldId="439"/>
            <ac:spMk id="2" creationId="{4E99B7C5-588B-4F9A-87A3-DEA763D424ED}"/>
          </ac:spMkLst>
        </pc:spChg>
        <pc:spChg chg="add mod ord">
          <ac:chgData name="Ella Vetter" userId="c6918cf5-f6c0-43cc-8499-a1f635017de9" providerId="ADAL" clId="{EDF018B5-66C9-4EBB-B156-A1BE9ABCF1A6}" dt="2020-10-08T22:47:01.841" v="3077" actId="167"/>
          <ac:spMkLst>
            <pc:docMk/>
            <pc:sldMk cId="2612135569" sldId="439"/>
            <ac:spMk id="5" creationId="{6F547A74-76C7-453B-9A28-D49DEB1446E4}"/>
          </ac:spMkLst>
        </pc:spChg>
        <pc:graphicFrameChg chg="add mod ord modGraphic">
          <ac:chgData name="Ella Vetter" userId="c6918cf5-f6c0-43cc-8499-a1f635017de9" providerId="ADAL" clId="{EDF018B5-66C9-4EBB-B156-A1BE9ABCF1A6}" dt="2020-10-08T22:50:14.012" v="3157" actId="14734"/>
          <ac:graphicFrameMkLst>
            <pc:docMk/>
            <pc:sldMk cId="2612135569" sldId="439"/>
            <ac:graphicFrameMk id="4" creationId="{7165A344-5C85-4FAF-86E6-1616BF96DD15}"/>
          </ac:graphicFrameMkLst>
        </pc:graphicFrameChg>
      </pc:sldChg>
      <pc:sldChg chg="modSp add mod">
        <pc:chgData name="Ella Vetter" userId="c6918cf5-f6c0-43cc-8499-a1f635017de9" providerId="ADAL" clId="{EDF018B5-66C9-4EBB-B156-A1BE9ABCF1A6}" dt="2020-10-08T22:50:28.259" v="3159" actId="13926"/>
        <pc:sldMkLst>
          <pc:docMk/>
          <pc:sldMk cId="3527777661" sldId="440"/>
        </pc:sldMkLst>
        <pc:spChg chg="mod">
          <ac:chgData name="Ella Vetter" userId="c6918cf5-f6c0-43cc-8499-a1f635017de9" providerId="ADAL" clId="{EDF018B5-66C9-4EBB-B156-A1BE9ABCF1A6}" dt="2020-10-08T22:50:28.259" v="3159" actId="13926"/>
          <ac:spMkLst>
            <pc:docMk/>
            <pc:sldMk cId="3527777661" sldId="440"/>
            <ac:spMk id="2" creationId="{4E99B7C5-588B-4F9A-87A3-DEA763D424ED}"/>
          </ac:spMkLst>
        </pc:spChg>
        <pc:spChg chg="mod">
          <ac:chgData name="Ella Vetter" userId="c6918cf5-f6c0-43cc-8499-a1f635017de9" providerId="ADAL" clId="{EDF018B5-66C9-4EBB-B156-A1BE9ABCF1A6}" dt="2020-10-08T22:49:55.320" v="3153" actId="14100"/>
          <ac:spMkLst>
            <pc:docMk/>
            <pc:sldMk cId="3527777661" sldId="440"/>
            <ac:spMk id="5" creationId="{6F547A74-76C7-453B-9A28-D49DEB1446E4}"/>
          </ac:spMkLst>
        </pc:spChg>
        <pc:graphicFrameChg chg="mod modGraphic">
          <ac:chgData name="Ella Vetter" userId="c6918cf5-f6c0-43cc-8499-a1f635017de9" providerId="ADAL" clId="{EDF018B5-66C9-4EBB-B156-A1BE9ABCF1A6}" dt="2020-10-08T22:49:51.968" v="3152" actId="1076"/>
          <ac:graphicFrameMkLst>
            <pc:docMk/>
            <pc:sldMk cId="3527777661" sldId="440"/>
            <ac:graphicFrameMk id="4" creationId="{7165A344-5C85-4FAF-86E6-1616BF96DD15}"/>
          </ac:graphicFrameMkLst>
        </pc:graphicFrameChg>
      </pc:sldChg>
      <pc:sldChg chg="addSp delSp modSp add mod">
        <pc:chgData name="Ella Vetter" userId="c6918cf5-f6c0-43cc-8499-a1f635017de9" providerId="ADAL" clId="{EDF018B5-66C9-4EBB-B156-A1BE9ABCF1A6}" dt="2020-10-08T23:32:37.192" v="3423" actId="14100"/>
        <pc:sldMkLst>
          <pc:docMk/>
          <pc:sldMk cId="3836078414" sldId="441"/>
        </pc:sldMkLst>
        <pc:spChg chg="mod">
          <ac:chgData name="Ella Vetter" userId="c6918cf5-f6c0-43cc-8499-a1f635017de9" providerId="ADAL" clId="{EDF018B5-66C9-4EBB-B156-A1BE9ABCF1A6}" dt="2020-10-08T23:30:14.745" v="3381" actId="13926"/>
          <ac:spMkLst>
            <pc:docMk/>
            <pc:sldMk cId="3836078414" sldId="441"/>
            <ac:spMk id="2" creationId="{4E99B7C5-588B-4F9A-87A3-DEA763D424ED}"/>
          </ac:spMkLst>
        </pc:spChg>
        <pc:spChg chg="del">
          <ac:chgData name="Ella Vetter" userId="c6918cf5-f6c0-43cc-8499-a1f635017de9" providerId="ADAL" clId="{EDF018B5-66C9-4EBB-B156-A1BE9ABCF1A6}" dt="2020-10-08T23:25:30.154" v="3309" actId="478"/>
          <ac:spMkLst>
            <pc:docMk/>
            <pc:sldMk cId="3836078414" sldId="441"/>
            <ac:spMk id="3" creationId="{44C8A021-3E3E-4268-AE29-2773903E1BD3}"/>
          </ac:spMkLst>
        </pc:spChg>
        <pc:spChg chg="add mod">
          <ac:chgData name="Ella Vetter" userId="c6918cf5-f6c0-43cc-8499-a1f635017de9" providerId="ADAL" clId="{EDF018B5-66C9-4EBB-B156-A1BE9ABCF1A6}" dt="2020-10-08T23:32:37.192" v="3423" actId="14100"/>
          <ac:spMkLst>
            <pc:docMk/>
            <pc:sldMk cId="3836078414" sldId="441"/>
            <ac:spMk id="4" creationId="{CD2EC11D-7B51-4107-8CFA-D2196ED9E90B}"/>
          </ac:spMkLst>
        </pc:spChg>
        <pc:grpChg chg="add mod">
          <ac:chgData name="Ella Vetter" userId="c6918cf5-f6c0-43cc-8499-a1f635017de9" providerId="ADAL" clId="{EDF018B5-66C9-4EBB-B156-A1BE9ABCF1A6}" dt="2020-10-08T23:30:11.455" v="3380" actId="1035"/>
          <ac:grpSpMkLst>
            <pc:docMk/>
            <pc:sldMk cId="3836078414" sldId="441"/>
            <ac:grpSpMk id="9" creationId="{57728F19-7946-47EC-92F1-25FF3E7EF2F8}"/>
          </ac:grpSpMkLst>
        </pc:grpChg>
        <pc:picChg chg="add mod modCrop">
          <ac:chgData name="Ella Vetter" userId="c6918cf5-f6c0-43cc-8499-a1f635017de9" providerId="ADAL" clId="{EDF018B5-66C9-4EBB-B156-A1BE9ABCF1A6}" dt="2020-10-08T23:29:59.156" v="3374" actId="164"/>
          <ac:picMkLst>
            <pc:docMk/>
            <pc:sldMk cId="3836078414" sldId="441"/>
            <ac:picMk id="6" creationId="{F37182CA-EF82-4CDA-B0F6-B202887D7768}"/>
          </ac:picMkLst>
        </pc:picChg>
        <pc:picChg chg="add mod modCrop">
          <ac:chgData name="Ella Vetter" userId="c6918cf5-f6c0-43cc-8499-a1f635017de9" providerId="ADAL" clId="{EDF018B5-66C9-4EBB-B156-A1BE9ABCF1A6}" dt="2020-10-08T23:29:59.156" v="3374" actId="164"/>
          <ac:picMkLst>
            <pc:docMk/>
            <pc:sldMk cId="3836078414" sldId="441"/>
            <ac:picMk id="8" creationId="{A8E7B16D-E672-4462-A95E-EF0A4E807CA2}"/>
          </ac:picMkLst>
        </pc:picChg>
      </pc:sldChg>
      <pc:sldChg chg="addSp delSp modSp add mod">
        <pc:chgData name="Ella Vetter" userId="c6918cf5-f6c0-43cc-8499-a1f635017de9" providerId="ADAL" clId="{EDF018B5-66C9-4EBB-B156-A1BE9ABCF1A6}" dt="2020-10-08T23:40:21.288" v="3569" actId="13926"/>
        <pc:sldMkLst>
          <pc:docMk/>
          <pc:sldMk cId="1268130229" sldId="442"/>
        </pc:sldMkLst>
        <pc:spChg chg="mod">
          <ac:chgData name="Ella Vetter" userId="c6918cf5-f6c0-43cc-8499-a1f635017de9" providerId="ADAL" clId="{EDF018B5-66C9-4EBB-B156-A1BE9ABCF1A6}" dt="2020-10-08T23:40:21.288" v="3569" actId="13926"/>
          <ac:spMkLst>
            <pc:docMk/>
            <pc:sldMk cId="1268130229" sldId="442"/>
            <ac:spMk id="2" creationId="{4E99B7C5-588B-4F9A-87A3-DEA763D424ED}"/>
          </ac:spMkLst>
        </pc:spChg>
        <pc:spChg chg="del">
          <ac:chgData name="Ella Vetter" userId="c6918cf5-f6c0-43cc-8499-a1f635017de9" providerId="ADAL" clId="{EDF018B5-66C9-4EBB-B156-A1BE9ABCF1A6}" dt="2020-10-08T23:34:26.291" v="3447" actId="478"/>
          <ac:spMkLst>
            <pc:docMk/>
            <pc:sldMk cId="1268130229" sldId="442"/>
            <ac:spMk id="3" creationId="{44C8A021-3E3E-4268-AE29-2773903E1BD3}"/>
          </ac:spMkLst>
        </pc:spChg>
        <pc:spChg chg="add del">
          <ac:chgData name="Ella Vetter" userId="c6918cf5-f6c0-43cc-8499-a1f635017de9" providerId="ADAL" clId="{EDF018B5-66C9-4EBB-B156-A1BE9ABCF1A6}" dt="2020-10-08T23:34:30.410" v="3450" actId="22"/>
          <ac:spMkLst>
            <pc:docMk/>
            <pc:sldMk cId="1268130229" sldId="442"/>
            <ac:spMk id="7" creationId="{2349BC9C-0A20-4635-875C-CBE99811EB0B}"/>
          </ac:spMkLst>
        </pc:spChg>
        <pc:spChg chg="add mod">
          <ac:chgData name="Ella Vetter" userId="c6918cf5-f6c0-43cc-8499-a1f635017de9" providerId="ADAL" clId="{EDF018B5-66C9-4EBB-B156-A1BE9ABCF1A6}" dt="2020-10-08T23:40:10.264" v="3566" actId="14100"/>
          <ac:spMkLst>
            <pc:docMk/>
            <pc:sldMk cId="1268130229" sldId="442"/>
            <ac:spMk id="8" creationId="{B77443EA-D14A-4D5C-B780-DF3285655568}"/>
          </ac:spMkLst>
        </pc:spChg>
        <pc:graphicFrameChg chg="add mod modGraphic">
          <ac:chgData name="Ella Vetter" userId="c6918cf5-f6c0-43cc-8499-a1f635017de9" providerId="ADAL" clId="{EDF018B5-66C9-4EBB-B156-A1BE9ABCF1A6}" dt="2020-10-08T23:40:18.524" v="3568" actId="948"/>
          <ac:graphicFrameMkLst>
            <pc:docMk/>
            <pc:sldMk cId="1268130229" sldId="442"/>
            <ac:graphicFrameMk id="5" creationId="{CA8B53DC-09F5-4038-8EC3-7F3BD75899C4}"/>
          </ac:graphicFrameMkLst>
        </pc:graphicFrameChg>
      </pc:sldChg>
      <pc:sldChg chg="addSp delSp modSp add mod">
        <pc:chgData name="Ella Vetter" userId="c6918cf5-f6c0-43cc-8499-a1f635017de9" providerId="ADAL" clId="{EDF018B5-66C9-4EBB-B156-A1BE9ABCF1A6}" dt="2020-10-09T16:53:50.001" v="6471" actId="1036"/>
        <pc:sldMkLst>
          <pc:docMk/>
          <pc:sldMk cId="2712848350" sldId="443"/>
        </pc:sldMkLst>
        <pc:spChg chg="mod">
          <ac:chgData name="Ella Vetter" userId="c6918cf5-f6c0-43cc-8499-a1f635017de9" providerId="ADAL" clId="{EDF018B5-66C9-4EBB-B156-A1BE9ABCF1A6}" dt="2020-10-08T23:51:14.386" v="3797" actId="13926"/>
          <ac:spMkLst>
            <pc:docMk/>
            <pc:sldMk cId="2712848350" sldId="443"/>
            <ac:spMk id="2" creationId="{4E99B7C5-588B-4F9A-87A3-DEA763D424ED}"/>
          </ac:spMkLst>
        </pc:spChg>
        <pc:spChg chg="del">
          <ac:chgData name="Ella Vetter" userId="c6918cf5-f6c0-43cc-8499-a1f635017de9" providerId="ADAL" clId="{EDF018B5-66C9-4EBB-B156-A1BE9ABCF1A6}" dt="2020-10-08T23:41:58.636" v="3581" actId="478"/>
          <ac:spMkLst>
            <pc:docMk/>
            <pc:sldMk cId="2712848350" sldId="443"/>
            <ac:spMk id="3" creationId="{44C8A021-3E3E-4268-AE29-2773903E1BD3}"/>
          </ac:spMkLst>
        </pc:spChg>
        <pc:spChg chg="add mod">
          <ac:chgData name="Ella Vetter" userId="c6918cf5-f6c0-43cc-8499-a1f635017de9" providerId="ADAL" clId="{EDF018B5-66C9-4EBB-B156-A1BE9ABCF1A6}" dt="2020-10-08T23:44:18.307" v="3624" actId="14100"/>
          <ac:spMkLst>
            <pc:docMk/>
            <pc:sldMk cId="2712848350" sldId="443"/>
            <ac:spMk id="4" creationId="{721F17FF-EC54-4ECB-AF76-D0A6CD3AFEF1}"/>
          </ac:spMkLst>
        </pc:spChg>
        <pc:grpChg chg="add mod">
          <ac:chgData name="Ella Vetter" userId="c6918cf5-f6c0-43cc-8499-a1f635017de9" providerId="ADAL" clId="{EDF018B5-66C9-4EBB-B156-A1BE9ABCF1A6}" dt="2020-10-09T16:53:50.001" v="6471" actId="1036"/>
          <ac:grpSpMkLst>
            <pc:docMk/>
            <pc:sldMk cId="2712848350" sldId="443"/>
            <ac:grpSpMk id="9" creationId="{BD882D02-950E-49D9-B0FD-77EB87C0B73C}"/>
          </ac:grpSpMkLst>
        </pc:grpChg>
        <pc:picChg chg="add mod modCrop">
          <ac:chgData name="Ella Vetter" userId="c6918cf5-f6c0-43cc-8499-a1f635017de9" providerId="ADAL" clId="{EDF018B5-66C9-4EBB-B156-A1BE9ABCF1A6}" dt="2020-10-08T23:44:14.025" v="3622" actId="164"/>
          <ac:picMkLst>
            <pc:docMk/>
            <pc:sldMk cId="2712848350" sldId="443"/>
            <ac:picMk id="6" creationId="{1F4ED81D-4409-40B3-9891-1BEDB4477F59}"/>
          </ac:picMkLst>
        </pc:picChg>
        <pc:picChg chg="add mod modCrop">
          <ac:chgData name="Ella Vetter" userId="c6918cf5-f6c0-43cc-8499-a1f635017de9" providerId="ADAL" clId="{EDF018B5-66C9-4EBB-B156-A1BE9ABCF1A6}" dt="2020-10-08T23:44:14.025" v="3622" actId="164"/>
          <ac:picMkLst>
            <pc:docMk/>
            <pc:sldMk cId="2712848350" sldId="443"/>
            <ac:picMk id="8" creationId="{7B99753A-703B-481D-A8B3-8BEEA3C07DAF}"/>
          </ac:picMkLst>
        </pc:picChg>
      </pc:sldChg>
      <pc:sldChg chg="modSp add mod modNotesTx">
        <pc:chgData name="Ella Vetter" userId="c6918cf5-f6c0-43cc-8499-a1f635017de9" providerId="ADAL" clId="{EDF018B5-66C9-4EBB-B156-A1BE9ABCF1A6}" dt="2020-10-09T16:51:07.958" v="6439" actId="948"/>
        <pc:sldMkLst>
          <pc:docMk/>
          <pc:sldMk cId="1459660692" sldId="444"/>
        </pc:sldMkLst>
        <pc:spChg chg="mod">
          <ac:chgData name="Ella Vetter" userId="c6918cf5-f6c0-43cc-8499-a1f635017de9" providerId="ADAL" clId="{EDF018B5-66C9-4EBB-B156-A1BE9ABCF1A6}" dt="2020-10-08T23:19:07.530" v="3254" actId="13926"/>
          <ac:spMkLst>
            <pc:docMk/>
            <pc:sldMk cId="1459660692" sldId="444"/>
            <ac:spMk id="2" creationId="{4E99B7C5-588B-4F9A-87A3-DEA763D424ED}"/>
          </ac:spMkLst>
        </pc:spChg>
        <pc:spChg chg="mod">
          <ac:chgData name="Ella Vetter" userId="c6918cf5-f6c0-43cc-8499-a1f635017de9" providerId="ADAL" clId="{EDF018B5-66C9-4EBB-B156-A1BE9ABCF1A6}" dt="2020-10-09T16:51:07.958" v="6439" actId="948"/>
          <ac:spMkLst>
            <pc:docMk/>
            <pc:sldMk cId="1459660692" sldId="444"/>
            <ac:spMk id="3" creationId="{44C8A021-3E3E-4268-AE29-2773903E1BD3}"/>
          </ac:spMkLst>
        </pc:spChg>
      </pc:sldChg>
      <pc:sldChg chg="addSp delSp modSp add mod">
        <pc:chgData name="Ella Vetter" userId="c6918cf5-f6c0-43cc-8499-a1f635017de9" providerId="ADAL" clId="{EDF018B5-66C9-4EBB-B156-A1BE9ABCF1A6}" dt="2020-10-08T23:34:21.582" v="3446" actId="14100"/>
        <pc:sldMkLst>
          <pc:docMk/>
          <pc:sldMk cId="2591810318" sldId="445"/>
        </pc:sldMkLst>
        <pc:spChg chg="mod">
          <ac:chgData name="Ella Vetter" userId="c6918cf5-f6c0-43cc-8499-a1f635017de9" providerId="ADAL" clId="{EDF018B5-66C9-4EBB-B156-A1BE9ABCF1A6}" dt="2020-10-08T23:34:21.582" v="3446" actId="14100"/>
          <ac:spMkLst>
            <pc:docMk/>
            <pc:sldMk cId="2591810318" sldId="445"/>
            <ac:spMk id="4" creationId="{CD2EC11D-7B51-4107-8CFA-D2196ED9E90B}"/>
          </ac:spMkLst>
        </pc:spChg>
        <pc:grpChg chg="del">
          <ac:chgData name="Ella Vetter" userId="c6918cf5-f6c0-43cc-8499-a1f635017de9" providerId="ADAL" clId="{EDF018B5-66C9-4EBB-B156-A1BE9ABCF1A6}" dt="2020-10-08T23:31:26.938" v="3397" actId="478"/>
          <ac:grpSpMkLst>
            <pc:docMk/>
            <pc:sldMk cId="2591810318" sldId="445"/>
            <ac:grpSpMk id="9" creationId="{57728F19-7946-47EC-92F1-25FF3E7EF2F8}"/>
          </ac:grpSpMkLst>
        </pc:grpChg>
        <pc:grpChg chg="add mod">
          <ac:chgData name="Ella Vetter" userId="c6918cf5-f6c0-43cc-8499-a1f635017de9" providerId="ADAL" clId="{EDF018B5-66C9-4EBB-B156-A1BE9ABCF1A6}" dt="2020-10-08T23:34:17.951" v="3445" actId="14100"/>
          <ac:grpSpMkLst>
            <pc:docMk/>
            <pc:sldMk cId="2591810318" sldId="445"/>
            <ac:grpSpMk id="15" creationId="{B6E76056-7D38-49C3-A714-BA7C7A4905A5}"/>
          </ac:grpSpMkLst>
        </pc:grpChg>
        <pc:picChg chg="add del mod modCrop">
          <ac:chgData name="Ella Vetter" userId="c6918cf5-f6c0-43cc-8499-a1f635017de9" providerId="ADAL" clId="{EDF018B5-66C9-4EBB-B156-A1BE9ABCF1A6}" dt="2020-10-08T23:33:55.289" v="3432" actId="478"/>
          <ac:picMkLst>
            <pc:docMk/>
            <pc:sldMk cId="2591810318" sldId="445"/>
            <ac:picMk id="5" creationId="{CA48B0AF-242C-4445-8362-209C967AA8EA}"/>
          </ac:picMkLst>
        </pc:picChg>
        <pc:picChg chg="add del mod modCrop">
          <ac:chgData name="Ella Vetter" userId="c6918cf5-f6c0-43cc-8499-a1f635017de9" providerId="ADAL" clId="{EDF018B5-66C9-4EBB-B156-A1BE9ABCF1A6}" dt="2020-10-08T23:33:56.641" v="3433" actId="478"/>
          <ac:picMkLst>
            <pc:docMk/>
            <pc:sldMk cId="2591810318" sldId="445"/>
            <ac:picMk id="7" creationId="{E4672CF2-E52C-4868-8F44-A78B757070EF}"/>
          </ac:picMkLst>
        </pc:picChg>
        <pc:picChg chg="add mod modCrop">
          <ac:chgData name="Ella Vetter" userId="c6918cf5-f6c0-43cc-8499-a1f635017de9" providerId="ADAL" clId="{EDF018B5-66C9-4EBB-B156-A1BE9ABCF1A6}" dt="2020-10-08T23:34:09.734" v="3440" actId="164"/>
          <ac:picMkLst>
            <pc:docMk/>
            <pc:sldMk cId="2591810318" sldId="445"/>
            <ac:picMk id="12" creationId="{D2CFE6BE-313E-4C94-BBFB-83FF5294357E}"/>
          </ac:picMkLst>
        </pc:picChg>
        <pc:picChg chg="add mod modCrop">
          <ac:chgData name="Ella Vetter" userId="c6918cf5-f6c0-43cc-8499-a1f635017de9" providerId="ADAL" clId="{EDF018B5-66C9-4EBB-B156-A1BE9ABCF1A6}" dt="2020-10-08T23:34:09.734" v="3440" actId="164"/>
          <ac:picMkLst>
            <pc:docMk/>
            <pc:sldMk cId="2591810318" sldId="445"/>
            <ac:picMk id="14" creationId="{17A7D1FE-EA1E-471F-A906-F09902E0F677}"/>
          </ac:picMkLst>
        </pc:picChg>
      </pc:sldChg>
      <pc:sldChg chg="modSp add mod">
        <pc:chgData name="Ella Vetter" userId="c6918cf5-f6c0-43cc-8499-a1f635017de9" providerId="ADAL" clId="{EDF018B5-66C9-4EBB-B156-A1BE9ABCF1A6}" dt="2020-10-08T23:47:11.863" v="3663"/>
        <pc:sldMkLst>
          <pc:docMk/>
          <pc:sldMk cId="4211131052" sldId="446"/>
        </pc:sldMkLst>
        <pc:spChg chg="mod">
          <ac:chgData name="Ella Vetter" userId="c6918cf5-f6c0-43cc-8499-a1f635017de9" providerId="ADAL" clId="{EDF018B5-66C9-4EBB-B156-A1BE9ABCF1A6}" dt="2020-10-08T23:40:30.192" v="3573" actId="13926"/>
          <ac:spMkLst>
            <pc:docMk/>
            <pc:sldMk cId="4211131052" sldId="446"/>
            <ac:spMk id="2" creationId="{4E99B7C5-588B-4F9A-87A3-DEA763D424ED}"/>
          </ac:spMkLst>
        </pc:spChg>
        <pc:spChg chg="mod ord">
          <ac:chgData name="Ella Vetter" userId="c6918cf5-f6c0-43cc-8499-a1f635017de9" providerId="ADAL" clId="{EDF018B5-66C9-4EBB-B156-A1BE9ABCF1A6}" dt="2020-10-08T23:40:38.829" v="3575" actId="167"/>
          <ac:spMkLst>
            <pc:docMk/>
            <pc:sldMk cId="4211131052" sldId="446"/>
            <ac:spMk id="8" creationId="{B77443EA-D14A-4D5C-B780-DF3285655568}"/>
          </ac:spMkLst>
        </pc:spChg>
        <pc:graphicFrameChg chg="mod modGraphic">
          <ac:chgData name="Ella Vetter" userId="c6918cf5-f6c0-43cc-8499-a1f635017de9" providerId="ADAL" clId="{EDF018B5-66C9-4EBB-B156-A1BE9ABCF1A6}" dt="2020-10-08T23:47:11.863" v="3663"/>
          <ac:graphicFrameMkLst>
            <pc:docMk/>
            <pc:sldMk cId="4211131052" sldId="446"/>
            <ac:graphicFrameMk id="5" creationId="{CA8B53DC-09F5-4038-8EC3-7F3BD75899C4}"/>
          </ac:graphicFrameMkLst>
        </pc:graphicFrameChg>
      </pc:sldChg>
      <pc:sldChg chg="addSp delSp modSp add mod modNotesTx">
        <pc:chgData name="Ella Vetter" userId="c6918cf5-f6c0-43cc-8499-a1f635017de9" providerId="ADAL" clId="{EDF018B5-66C9-4EBB-B156-A1BE9ABCF1A6}" dt="2020-10-08T23:51:09.659" v="3796" actId="13926"/>
        <pc:sldMkLst>
          <pc:docMk/>
          <pc:sldMk cId="682396326" sldId="447"/>
        </pc:sldMkLst>
        <pc:spChg chg="mod">
          <ac:chgData name="Ella Vetter" userId="c6918cf5-f6c0-43cc-8499-a1f635017de9" providerId="ADAL" clId="{EDF018B5-66C9-4EBB-B156-A1BE9ABCF1A6}" dt="2020-10-08T23:51:09.659" v="3796" actId="13926"/>
          <ac:spMkLst>
            <pc:docMk/>
            <pc:sldMk cId="682396326" sldId="447"/>
            <ac:spMk id="2" creationId="{4E99B7C5-588B-4F9A-87A3-DEA763D424ED}"/>
          </ac:spMkLst>
        </pc:spChg>
        <pc:spChg chg="del">
          <ac:chgData name="Ella Vetter" userId="c6918cf5-f6c0-43cc-8499-a1f635017de9" providerId="ADAL" clId="{EDF018B5-66C9-4EBB-B156-A1BE9ABCF1A6}" dt="2020-10-08T23:42:41.883" v="3592" actId="478"/>
          <ac:spMkLst>
            <pc:docMk/>
            <pc:sldMk cId="682396326" sldId="447"/>
            <ac:spMk id="3" creationId="{44C8A021-3E3E-4268-AE29-2773903E1BD3}"/>
          </ac:spMkLst>
        </pc:spChg>
        <pc:spChg chg="add mod ord">
          <ac:chgData name="Ella Vetter" userId="c6918cf5-f6c0-43cc-8499-a1f635017de9" providerId="ADAL" clId="{EDF018B5-66C9-4EBB-B156-A1BE9ABCF1A6}" dt="2020-10-08T23:51:03.262" v="3794" actId="403"/>
          <ac:spMkLst>
            <pc:docMk/>
            <pc:sldMk cId="682396326" sldId="447"/>
            <ac:spMk id="6" creationId="{09161C8E-C79D-416D-B5C7-3194294AC6CF}"/>
          </ac:spMkLst>
        </pc:spChg>
        <pc:graphicFrameChg chg="add mod modGraphic">
          <ac:chgData name="Ella Vetter" userId="c6918cf5-f6c0-43cc-8499-a1f635017de9" providerId="ADAL" clId="{EDF018B5-66C9-4EBB-B156-A1BE9ABCF1A6}" dt="2020-10-08T23:50:18.653" v="3744" actId="1035"/>
          <ac:graphicFrameMkLst>
            <pc:docMk/>
            <pc:sldMk cId="682396326" sldId="447"/>
            <ac:graphicFrameMk id="5" creationId="{524EB3A8-9058-4117-855A-DEC47125E3B6}"/>
          </ac:graphicFrameMkLst>
        </pc:graphicFrameChg>
      </pc:sldChg>
      <pc:sldChg chg="addSp delSp modSp add mod">
        <pc:chgData name="Ella Vetter" userId="c6918cf5-f6c0-43cc-8499-a1f635017de9" providerId="ADAL" clId="{EDF018B5-66C9-4EBB-B156-A1BE9ABCF1A6}" dt="2020-10-09T17:40:13.932" v="6548" actId="20577"/>
        <pc:sldMkLst>
          <pc:docMk/>
          <pc:sldMk cId="1189664146" sldId="448"/>
        </pc:sldMkLst>
        <pc:spChg chg="mod">
          <ac:chgData name="Ella Vetter" userId="c6918cf5-f6c0-43cc-8499-a1f635017de9" providerId="ADAL" clId="{EDF018B5-66C9-4EBB-B156-A1BE9ABCF1A6}" dt="2020-10-08T23:57:31.924" v="3927" actId="13926"/>
          <ac:spMkLst>
            <pc:docMk/>
            <pc:sldMk cId="1189664146" sldId="448"/>
            <ac:spMk id="2" creationId="{4E99B7C5-588B-4F9A-87A3-DEA763D424ED}"/>
          </ac:spMkLst>
        </pc:spChg>
        <pc:spChg chg="del">
          <ac:chgData name="Ella Vetter" userId="c6918cf5-f6c0-43cc-8499-a1f635017de9" providerId="ADAL" clId="{EDF018B5-66C9-4EBB-B156-A1BE9ABCF1A6}" dt="2020-10-08T23:52:26.703" v="3814" actId="478"/>
          <ac:spMkLst>
            <pc:docMk/>
            <pc:sldMk cId="1189664146" sldId="448"/>
            <ac:spMk id="3" creationId="{44C8A021-3E3E-4268-AE29-2773903E1BD3}"/>
          </ac:spMkLst>
        </pc:spChg>
        <pc:spChg chg="add mod">
          <ac:chgData name="Ella Vetter" userId="c6918cf5-f6c0-43cc-8499-a1f635017de9" providerId="ADAL" clId="{EDF018B5-66C9-4EBB-B156-A1BE9ABCF1A6}" dt="2020-10-08T23:56:26.692" v="3904" actId="1076"/>
          <ac:spMkLst>
            <pc:docMk/>
            <pc:sldMk cId="1189664146" sldId="448"/>
            <ac:spMk id="4" creationId="{9D7A5B0E-26EC-4281-ACF0-2AA6BABC894D}"/>
          </ac:spMkLst>
        </pc:spChg>
        <pc:spChg chg="add mod">
          <ac:chgData name="Ella Vetter" userId="c6918cf5-f6c0-43cc-8499-a1f635017de9" providerId="ADAL" clId="{EDF018B5-66C9-4EBB-B156-A1BE9ABCF1A6}" dt="2020-10-08T23:57:28.464" v="3926" actId="1035"/>
          <ac:spMkLst>
            <pc:docMk/>
            <pc:sldMk cId="1189664146" sldId="448"/>
            <ac:spMk id="15" creationId="{8779C23D-F8C1-4B9B-B5D1-AEC1538AAB7D}"/>
          </ac:spMkLst>
        </pc:spChg>
        <pc:spChg chg="add mod">
          <ac:chgData name="Ella Vetter" userId="c6918cf5-f6c0-43cc-8499-a1f635017de9" providerId="ADAL" clId="{EDF018B5-66C9-4EBB-B156-A1BE9ABCF1A6}" dt="2020-10-08T23:57:28.464" v="3926" actId="1035"/>
          <ac:spMkLst>
            <pc:docMk/>
            <pc:sldMk cId="1189664146" sldId="448"/>
            <ac:spMk id="18" creationId="{633F5F27-E04D-4D1D-812D-023CD0820104}"/>
          </ac:spMkLst>
        </pc:spChg>
        <pc:spChg chg="add mod">
          <ac:chgData name="Ella Vetter" userId="c6918cf5-f6c0-43cc-8499-a1f635017de9" providerId="ADAL" clId="{EDF018B5-66C9-4EBB-B156-A1BE9ABCF1A6}" dt="2020-10-09T17:40:13.932" v="6548" actId="20577"/>
          <ac:spMkLst>
            <pc:docMk/>
            <pc:sldMk cId="1189664146" sldId="448"/>
            <ac:spMk id="28" creationId="{C50664D6-F90F-4979-8A3A-3EF149DCB43B}"/>
          </ac:spMkLst>
        </pc:spChg>
        <pc:grpChg chg="add mod">
          <ac:chgData name="Ella Vetter" userId="c6918cf5-f6c0-43cc-8499-a1f635017de9" providerId="ADAL" clId="{EDF018B5-66C9-4EBB-B156-A1BE9ABCF1A6}" dt="2020-10-08T23:57:28.464" v="3926" actId="1035"/>
          <ac:grpSpMkLst>
            <pc:docMk/>
            <pc:sldMk cId="1189664146" sldId="448"/>
            <ac:grpSpMk id="13" creationId="{679C67D4-D9B1-4CAF-BF64-1865D2DAAE14}"/>
          </ac:grpSpMkLst>
        </pc:grpChg>
        <pc:picChg chg="add del">
          <ac:chgData name="Ella Vetter" userId="c6918cf5-f6c0-43cc-8499-a1f635017de9" providerId="ADAL" clId="{EDF018B5-66C9-4EBB-B156-A1BE9ABCF1A6}" dt="2020-10-08T23:53:50.668" v="3835" actId="478"/>
          <ac:picMkLst>
            <pc:docMk/>
            <pc:sldMk cId="1189664146" sldId="448"/>
            <ac:picMk id="6" creationId="{BAB53A9F-8AFC-4784-885F-2B3926312159}"/>
          </ac:picMkLst>
        </pc:picChg>
        <pc:picChg chg="add del mod">
          <ac:chgData name="Ella Vetter" userId="c6918cf5-f6c0-43cc-8499-a1f635017de9" providerId="ADAL" clId="{EDF018B5-66C9-4EBB-B156-A1BE9ABCF1A6}" dt="2020-10-08T23:53:50.668" v="3835" actId="478"/>
          <ac:picMkLst>
            <pc:docMk/>
            <pc:sldMk cId="1189664146" sldId="448"/>
            <ac:picMk id="8" creationId="{7B7B2B3F-948F-48B4-B212-04E2490FF6B7}"/>
          </ac:picMkLst>
        </pc:picChg>
        <pc:picChg chg="add mod modCrop">
          <ac:chgData name="Ella Vetter" userId="c6918cf5-f6c0-43cc-8499-a1f635017de9" providerId="ADAL" clId="{EDF018B5-66C9-4EBB-B156-A1BE9ABCF1A6}" dt="2020-10-08T23:54:05.505" v="3842" actId="164"/>
          <ac:picMkLst>
            <pc:docMk/>
            <pc:sldMk cId="1189664146" sldId="448"/>
            <ac:picMk id="10" creationId="{E7E62E00-878F-4BA0-BB15-896AD2936E62}"/>
          </ac:picMkLst>
        </pc:picChg>
        <pc:picChg chg="add mod modCrop">
          <ac:chgData name="Ella Vetter" userId="c6918cf5-f6c0-43cc-8499-a1f635017de9" providerId="ADAL" clId="{EDF018B5-66C9-4EBB-B156-A1BE9ABCF1A6}" dt="2020-10-08T23:54:05.505" v="3842" actId="164"/>
          <ac:picMkLst>
            <pc:docMk/>
            <pc:sldMk cId="1189664146" sldId="448"/>
            <ac:picMk id="12" creationId="{1BA37926-870E-4A94-B194-0087AB7EFA44}"/>
          </ac:picMkLst>
        </pc:picChg>
        <pc:cxnChg chg="add mod">
          <ac:chgData name="Ella Vetter" userId="c6918cf5-f6c0-43cc-8499-a1f635017de9" providerId="ADAL" clId="{EDF018B5-66C9-4EBB-B156-A1BE9ABCF1A6}" dt="2020-10-08T23:57:28.464" v="3926" actId="1035"/>
          <ac:cxnSpMkLst>
            <pc:docMk/>
            <pc:sldMk cId="1189664146" sldId="448"/>
            <ac:cxnSpMk id="14" creationId="{D4B309E3-9179-4F27-8A19-0B228C87062E}"/>
          </ac:cxnSpMkLst>
        </pc:cxnChg>
        <pc:cxnChg chg="add mod">
          <ac:chgData name="Ella Vetter" userId="c6918cf5-f6c0-43cc-8499-a1f635017de9" providerId="ADAL" clId="{EDF018B5-66C9-4EBB-B156-A1BE9ABCF1A6}" dt="2020-10-08T23:57:28.464" v="3926" actId="1035"/>
          <ac:cxnSpMkLst>
            <pc:docMk/>
            <pc:sldMk cId="1189664146" sldId="448"/>
            <ac:cxnSpMk id="16" creationId="{87968A55-E07C-473B-B67F-759C2D6780F3}"/>
          </ac:cxnSpMkLst>
        </pc:cxnChg>
        <pc:cxnChg chg="add mod">
          <ac:chgData name="Ella Vetter" userId="c6918cf5-f6c0-43cc-8499-a1f635017de9" providerId="ADAL" clId="{EDF018B5-66C9-4EBB-B156-A1BE9ABCF1A6}" dt="2020-10-08T23:57:28.464" v="3926" actId="1035"/>
          <ac:cxnSpMkLst>
            <pc:docMk/>
            <pc:sldMk cId="1189664146" sldId="448"/>
            <ac:cxnSpMk id="19" creationId="{4F66B3B9-ACEE-427F-B863-1EE58DBEE631}"/>
          </ac:cxnSpMkLst>
        </pc:cxnChg>
        <pc:cxnChg chg="add mod">
          <ac:chgData name="Ella Vetter" userId="c6918cf5-f6c0-43cc-8499-a1f635017de9" providerId="ADAL" clId="{EDF018B5-66C9-4EBB-B156-A1BE9ABCF1A6}" dt="2020-10-08T23:57:28.464" v="3926" actId="1035"/>
          <ac:cxnSpMkLst>
            <pc:docMk/>
            <pc:sldMk cId="1189664146" sldId="448"/>
            <ac:cxnSpMk id="24" creationId="{21BB7CC5-770E-4DD1-A7EC-A2B5CAF35BAD}"/>
          </ac:cxnSpMkLst>
        </pc:cxnChg>
      </pc:sldChg>
      <pc:sldChg chg="addSp delSp modSp add mod modNotesTx">
        <pc:chgData name="Ella Vetter" userId="c6918cf5-f6c0-43cc-8499-a1f635017de9" providerId="ADAL" clId="{EDF018B5-66C9-4EBB-B156-A1BE9ABCF1A6}" dt="2020-10-09T17:41:16.750" v="6553" actId="20577"/>
        <pc:sldMkLst>
          <pc:docMk/>
          <pc:sldMk cId="2967973234" sldId="449"/>
        </pc:sldMkLst>
        <pc:spChg chg="mod">
          <ac:chgData name="Ella Vetter" userId="c6918cf5-f6c0-43cc-8499-a1f635017de9" providerId="ADAL" clId="{EDF018B5-66C9-4EBB-B156-A1BE9ABCF1A6}" dt="2020-10-09T00:07:23.213" v="4049" actId="13926"/>
          <ac:spMkLst>
            <pc:docMk/>
            <pc:sldMk cId="2967973234" sldId="449"/>
            <ac:spMk id="2" creationId="{4E99B7C5-588B-4F9A-87A3-DEA763D424ED}"/>
          </ac:spMkLst>
        </pc:spChg>
        <pc:spChg chg="del">
          <ac:chgData name="Ella Vetter" userId="c6918cf5-f6c0-43cc-8499-a1f635017de9" providerId="ADAL" clId="{EDF018B5-66C9-4EBB-B156-A1BE9ABCF1A6}" dt="2020-10-08T23:57:35.876" v="3928" actId="478"/>
          <ac:spMkLst>
            <pc:docMk/>
            <pc:sldMk cId="2967973234" sldId="449"/>
            <ac:spMk id="3" creationId="{44C8A021-3E3E-4268-AE29-2773903E1BD3}"/>
          </ac:spMkLst>
        </pc:spChg>
        <pc:spChg chg="add mod">
          <ac:chgData name="Ella Vetter" userId="c6918cf5-f6c0-43cc-8499-a1f635017de9" providerId="ADAL" clId="{EDF018B5-66C9-4EBB-B156-A1BE9ABCF1A6}" dt="2020-10-08T23:58:17.806" v="3934" actId="20577"/>
          <ac:spMkLst>
            <pc:docMk/>
            <pc:sldMk cId="2967973234" sldId="449"/>
            <ac:spMk id="4" creationId="{28E5D6F7-DCAF-4F8E-BDD3-5105CEBF18C0}"/>
          </ac:spMkLst>
        </pc:spChg>
        <pc:spChg chg="add mod">
          <ac:chgData name="Ella Vetter" userId="c6918cf5-f6c0-43cc-8499-a1f635017de9" providerId="ADAL" clId="{EDF018B5-66C9-4EBB-B156-A1BE9ABCF1A6}" dt="2020-10-09T00:06:50.669" v="4038" actId="20577"/>
          <ac:spMkLst>
            <pc:docMk/>
            <pc:sldMk cId="2967973234" sldId="449"/>
            <ac:spMk id="8" creationId="{96018DD0-A1DB-4B53-B315-E53ECC6E46EF}"/>
          </ac:spMkLst>
        </pc:spChg>
        <pc:spChg chg="add mod">
          <ac:chgData name="Ella Vetter" userId="c6918cf5-f6c0-43cc-8499-a1f635017de9" providerId="ADAL" clId="{EDF018B5-66C9-4EBB-B156-A1BE9ABCF1A6}" dt="2020-10-09T00:06:27.031" v="4029" actId="20577"/>
          <ac:spMkLst>
            <pc:docMk/>
            <pc:sldMk cId="2967973234" sldId="449"/>
            <ac:spMk id="10" creationId="{19FEA16E-590C-4B27-9F05-80A4A12ECA5C}"/>
          </ac:spMkLst>
        </pc:spChg>
        <pc:spChg chg="add mod">
          <ac:chgData name="Ella Vetter" userId="c6918cf5-f6c0-43cc-8499-a1f635017de9" providerId="ADAL" clId="{EDF018B5-66C9-4EBB-B156-A1BE9ABCF1A6}" dt="2020-10-09T00:06:30.232" v="4030" actId="20577"/>
          <ac:spMkLst>
            <pc:docMk/>
            <pc:sldMk cId="2967973234" sldId="449"/>
            <ac:spMk id="12" creationId="{87A6EE39-663B-4FFD-A9D7-27788837BBD5}"/>
          </ac:spMkLst>
        </pc:spChg>
        <pc:spChg chg="add mod">
          <ac:chgData name="Ella Vetter" userId="c6918cf5-f6c0-43cc-8499-a1f635017de9" providerId="ADAL" clId="{EDF018B5-66C9-4EBB-B156-A1BE9ABCF1A6}" dt="2020-10-09T17:41:16.750" v="6553" actId="20577"/>
          <ac:spMkLst>
            <pc:docMk/>
            <pc:sldMk cId="2967973234" sldId="449"/>
            <ac:spMk id="14" creationId="{E6F9F6CB-D135-45E8-9FD7-181BB80C93CA}"/>
          </ac:spMkLst>
        </pc:spChg>
        <pc:spChg chg="add mod">
          <ac:chgData name="Ella Vetter" userId="c6918cf5-f6c0-43cc-8499-a1f635017de9" providerId="ADAL" clId="{EDF018B5-66C9-4EBB-B156-A1BE9ABCF1A6}" dt="2020-10-09T00:06:34.768" v="4033" actId="20577"/>
          <ac:spMkLst>
            <pc:docMk/>
            <pc:sldMk cId="2967973234" sldId="449"/>
            <ac:spMk id="16" creationId="{547A9665-96CD-4D1B-BB32-5E10D7BCBFD6}"/>
          </ac:spMkLst>
        </pc:spChg>
        <pc:spChg chg="add mod">
          <ac:chgData name="Ella Vetter" userId="c6918cf5-f6c0-43cc-8499-a1f635017de9" providerId="ADAL" clId="{EDF018B5-66C9-4EBB-B156-A1BE9ABCF1A6}" dt="2020-10-09T00:06:44.498" v="4036" actId="1076"/>
          <ac:spMkLst>
            <pc:docMk/>
            <pc:sldMk cId="2967973234" sldId="449"/>
            <ac:spMk id="18" creationId="{32BAF8BB-E004-486A-81C4-0FEC9E39D72A}"/>
          </ac:spMkLst>
        </pc:spChg>
        <pc:spChg chg="add mod">
          <ac:chgData name="Ella Vetter" userId="c6918cf5-f6c0-43cc-8499-a1f635017de9" providerId="ADAL" clId="{EDF018B5-66C9-4EBB-B156-A1BE9ABCF1A6}" dt="2020-10-09T00:07:20.775" v="4048" actId="1076"/>
          <ac:spMkLst>
            <pc:docMk/>
            <pc:sldMk cId="2967973234" sldId="449"/>
            <ac:spMk id="31" creationId="{38E2CE81-558C-47A9-847E-2D1769A7E640}"/>
          </ac:spMkLst>
        </pc:spChg>
        <pc:picChg chg="add mod">
          <ac:chgData name="Ella Vetter" userId="c6918cf5-f6c0-43cc-8499-a1f635017de9" providerId="ADAL" clId="{EDF018B5-66C9-4EBB-B156-A1BE9ABCF1A6}" dt="2020-10-09T00:01:15.655" v="3940" actId="1076"/>
          <ac:picMkLst>
            <pc:docMk/>
            <pc:sldMk cId="2967973234" sldId="449"/>
            <ac:picMk id="6" creationId="{463EF3CB-06C3-4105-B3F3-473A71C5D428}"/>
          </ac:picMkLst>
        </pc:picChg>
        <pc:cxnChg chg="add mod">
          <ac:chgData name="Ella Vetter" userId="c6918cf5-f6c0-43cc-8499-a1f635017de9" providerId="ADAL" clId="{EDF018B5-66C9-4EBB-B156-A1BE9ABCF1A6}" dt="2020-10-09T00:05:08.089" v="4006" actId="14100"/>
          <ac:cxnSpMkLst>
            <pc:docMk/>
            <pc:sldMk cId="2967973234" sldId="449"/>
            <ac:cxnSpMk id="7" creationId="{0FADF84B-2A7A-409B-AEBB-652F1EA754D7}"/>
          </ac:cxnSpMkLst>
        </pc:cxnChg>
        <pc:cxnChg chg="add mod">
          <ac:chgData name="Ella Vetter" userId="c6918cf5-f6c0-43cc-8499-a1f635017de9" providerId="ADAL" clId="{EDF018B5-66C9-4EBB-B156-A1BE9ABCF1A6}" dt="2020-10-09T00:05:00.151" v="4005" actId="14100"/>
          <ac:cxnSpMkLst>
            <pc:docMk/>
            <pc:sldMk cId="2967973234" sldId="449"/>
            <ac:cxnSpMk id="20" creationId="{73D5C247-C51E-4769-B613-164E578B064A}"/>
          </ac:cxnSpMkLst>
        </pc:cxnChg>
        <pc:cxnChg chg="add mod">
          <ac:chgData name="Ella Vetter" userId="c6918cf5-f6c0-43cc-8499-a1f635017de9" providerId="ADAL" clId="{EDF018B5-66C9-4EBB-B156-A1BE9ABCF1A6}" dt="2020-10-09T00:05:17.517" v="4009" actId="1076"/>
          <ac:cxnSpMkLst>
            <pc:docMk/>
            <pc:sldMk cId="2967973234" sldId="449"/>
            <ac:cxnSpMk id="26" creationId="{E728A999-445A-48CE-80AD-E70E12A50E60}"/>
          </ac:cxnSpMkLst>
        </pc:cxnChg>
        <pc:cxnChg chg="add mod">
          <ac:chgData name="Ella Vetter" userId="c6918cf5-f6c0-43cc-8499-a1f635017de9" providerId="ADAL" clId="{EDF018B5-66C9-4EBB-B156-A1BE9ABCF1A6}" dt="2020-10-09T00:05:26.875" v="4012" actId="1076"/>
          <ac:cxnSpMkLst>
            <pc:docMk/>
            <pc:sldMk cId="2967973234" sldId="449"/>
            <ac:cxnSpMk id="27" creationId="{4C8566E7-E5B0-4BEC-84C1-56558692AF32}"/>
          </ac:cxnSpMkLst>
        </pc:cxnChg>
        <pc:cxnChg chg="add mod">
          <ac:chgData name="Ella Vetter" userId="c6918cf5-f6c0-43cc-8499-a1f635017de9" providerId="ADAL" clId="{EDF018B5-66C9-4EBB-B156-A1BE9ABCF1A6}" dt="2020-10-09T00:05:33.306" v="4019" actId="1037"/>
          <ac:cxnSpMkLst>
            <pc:docMk/>
            <pc:sldMk cId="2967973234" sldId="449"/>
            <ac:cxnSpMk id="28" creationId="{8AB567DF-BA51-4ABB-AC79-6499D9AA12BC}"/>
          </ac:cxnSpMkLst>
        </pc:cxnChg>
        <pc:cxnChg chg="add mod">
          <ac:chgData name="Ella Vetter" userId="c6918cf5-f6c0-43cc-8499-a1f635017de9" providerId="ADAL" clId="{EDF018B5-66C9-4EBB-B156-A1BE9ABCF1A6}" dt="2020-10-09T00:05:44.017" v="4022" actId="1076"/>
          <ac:cxnSpMkLst>
            <pc:docMk/>
            <pc:sldMk cId="2967973234" sldId="449"/>
            <ac:cxnSpMk id="29" creationId="{ABFCAA23-662C-4C81-88D2-196B46A77C53}"/>
          </ac:cxnSpMkLst>
        </pc:cxnChg>
      </pc:sldChg>
      <pc:sldChg chg="modSp add mod">
        <pc:chgData name="Ella Vetter" userId="c6918cf5-f6c0-43cc-8499-a1f635017de9" providerId="ADAL" clId="{EDF018B5-66C9-4EBB-B156-A1BE9ABCF1A6}" dt="2020-10-09T01:01:13.809" v="4789"/>
        <pc:sldMkLst>
          <pc:docMk/>
          <pc:sldMk cId="4282665232" sldId="450"/>
        </pc:sldMkLst>
        <pc:spChg chg="mod">
          <ac:chgData name="Ella Vetter" userId="c6918cf5-f6c0-43cc-8499-a1f635017de9" providerId="ADAL" clId="{EDF018B5-66C9-4EBB-B156-A1BE9ABCF1A6}" dt="2020-10-08T23:51:43.792" v="3813" actId="13926"/>
          <ac:spMkLst>
            <pc:docMk/>
            <pc:sldMk cId="4282665232" sldId="450"/>
            <ac:spMk id="2" creationId="{4E99B7C5-588B-4F9A-87A3-DEA763D424ED}"/>
          </ac:spMkLst>
        </pc:spChg>
        <pc:spChg chg="mod">
          <ac:chgData name="Ella Vetter" userId="c6918cf5-f6c0-43cc-8499-a1f635017de9" providerId="ADAL" clId="{EDF018B5-66C9-4EBB-B156-A1BE9ABCF1A6}" dt="2020-10-08T23:51:39.982" v="3812" actId="255"/>
          <ac:spMkLst>
            <pc:docMk/>
            <pc:sldMk cId="4282665232" sldId="450"/>
            <ac:spMk id="6" creationId="{09161C8E-C79D-416D-B5C7-3194294AC6CF}"/>
          </ac:spMkLst>
        </pc:spChg>
        <pc:graphicFrameChg chg="mod modGraphic">
          <ac:chgData name="Ella Vetter" userId="c6918cf5-f6c0-43cc-8499-a1f635017de9" providerId="ADAL" clId="{EDF018B5-66C9-4EBB-B156-A1BE9ABCF1A6}" dt="2020-10-09T01:01:13.809" v="4789"/>
          <ac:graphicFrameMkLst>
            <pc:docMk/>
            <pc:sldMk cId="4282665232" sldId="450"/>
            <ac:graphicFrameMk id="5" creationId="{524EB3A8-9058-4117-855A-DEC47125E3B6}"/>
          </ac:graphicFrameMkLst>
        </pc:graphicFrameChg>
      </pc:sldChg>
      <pc:sldChg chg="add del">
        <pc:chgData name="Ella Vetter" userId="c6918cf5-f6c0-43cc-8499-a1f635017de9" providerId="ADAL" clId="{EDF018B5-66C9-4EBB-B156-A1BE9ABCF1A6}" dt="2020-10-09T00:10:05.304" v="4082" actId="47"/>
        <pc:sldMkLst>
          <pc:docMk/>
          <pc:sldMk cId="2993673758" sldId="451"/>
        </pc:sldMkLst>
      </pc:sldChg>
      <pc:sldChg chg="addSp delSp modSp new mod modNotesTx">
        <pc:chgData name="Ella Vetter" userId="c6918cf5-f6c0-43cc-8499-a1f635017de9" providerId="ADAL" clId="{EDF018B5-66C9-4EBB-B156-A1BE9ABCF1A6}" dt="2020-10-09T01:10:35.412" v="4901" actId="14100"/>
        <pc:sldMkLst>
          <pc:docMk/>
          <pc:sldMk cId="4035571673" sldId="451"/>
        </pc:sldMkLst>
        <pc:spChg chg="mod">
          <ac:chgData name="Ella Vetter" userId="c6918cf5-f6c0-43cc-8499-a1f635017de9" providerId="ADAL" clId="{EDF018B5-66C9-4EBB-B156-A1BE9ABCF1A6}" dt="2020-10-09T01:04:17.611" v="4878" actId="13926"/>
          <ac:spMkLst>
            <pc:docMk/>
            <pc:sldMk cId="4035571673" sldId="451"/>
            <ac:spMk id="2" creationId="{6D40B316-9971-4B95-AE49-0C239DA4EE68}"/>
          </ac:spMkLst>
        </pc:spChg>
        <pc:spChg chg="del">
          <ac:chgData name="Ella Vetter" userId="c6918cf5-f6c0-43cc-8499-a1f635017de9" providerId="ADAL" clId="{EDF018B5-66C9-4EBB-B156-A1BE9ABCF1A6}" dt="2020-10-09T00:26:51.556" v="4450" actId="478"/>
          <ac:spMkLst>
            <pc:docMk/>
            <pc:sldMk cId="4035571673" sldId="451"/>
            <ac:spMk id="3" creationId="{527E1441-0676-490A-838C-2BD3A20D092D}"/>
          </ac:spMkLst>
        </pc:spChg>
        <pc:spChg chg="add mod">
          <ac:chgData name="Ella Vetter" userId="c6918cf5-f6c0-43cc-8499-a1f635017de9" providerId="ADAL" clId="{EDF018B5-66C9-4EBB-B156-A1BE9ABCF1A6}" dt="2020-10-09T01:10:35.412" v="4901" actId="14100"/>
          <ac:spMkLst>
            <pc:docMk/>
            <pc:sldMk cId="4035571673" sldId="451"/>
            <ac:spMk id="4" creationId="{FA114B2C-EBBE-42C1-9247-1A5E8C72E7F9}"/>
          </ac:spMkLst>
        </pc:spChg>
        <pc:picChg chg="add mod modCrop">
          <ac:chgData name="Ella Vetter" userId="c6918cf5-f6c0-43cc-8499-a1f635017de9" providerId="ADAL" clId="{EDF018B5-66C9-4EBB-B156-A1BE9ABCF1A6}" dt="2020-10-09T01:04:33.607" v="4884" actId="1076"/>
          <ac:picMkLst>
            <pc:docMk/>
            <pc:sldMk cId="4035571673" sldId="451"/>
            <ac:picMk id="6" creationId="{3527536D-3556-4795-8972-2D178F469568}"/>
          </ac:picMkLst>
        </pc:picChg>
      </pc:sldChg>
      <pc:sldChg chg="add del">
        <pc:chgData name="Ella Vetter" userId="c6918cf5-f6c0-43cc-8499-a1f635017de9" providerId="ADAL" clId="{EDF018B5-66C9-4EBB-B156-A1BE9ABCF1A6}" dt="2020-10-09T00:10:05.889" v="4083" actId="47"/>
        <pc:sldMkLst>
          <pc:docMk/>
          <pc:sldMk cId="3086972983" sldId="452"/>
        </pc:sldMkLst>
      </pc:sldChg>
      <pc:sldChg chg="addSp delSp modSp add mod">
        <pc:chgData name="Ella Vetter" userId="c6918cf5-f6c0-43cc-8499-a1f635017de9" providerId="ADAL" clId="{EDF018B5-66C9-4EBB-B156-A1BE9ABCF1A6}" dt="2020-10-09T00:24:50.648" v="4436" actId="13926"/>
        <pc:sldMkLst>
          <pc:docMk/>
          <pc:sldMk cId="3911125217" sldId="452"/>
        </pc:sldMkLst>
        <pc:spChg chg="mod">
          <ac:chgData name="Ella Vetter" userId="c6918cf5-f6c0-43cc-8499-a1f635017de9" providerId="ADAL" clId="{EDF018B5-66C9-4EBB-B156-A1BE9ABCF1A6}" dt="2020-10-09T00:24:50.648" v="4436" actId="13926"/>
          <ac:spMkLst>
            <pc:docMk/>
            <pc:sldMk cId="3911125217" sldId="452"/>
            <ac:spMk id="2" creationId="{4E99B7C5-588B-4F9A-87A3-DEA763D424ED}"/>
          </ac:spMkLst>
        </pc:spChg>
        <pc:spChg chg="mod">
          <ac:chgData name="Ella Vetter" userId="c6918cf5-f6c0-43cc-8499-a1f635017de9" providerId="ADAL" clId="{EDF018B5-66C9-4EBB-B156-A1BE9ABCF1A6}" dt="2020-10-09T00:21:58.832" v="4429" actId="113"/>
          <ac:spMkLst>
            <pc:docMk/>
            <pc:sldMk cId="3911125217" sldId="452"/>
            <ac:spMk id="3" creationId="{44C8A021-3E3E-4268-AE29-2773903E1BD3}"/>
          </ac:spMkLst>
        </pc:spChg>
        <pc:picChg chg="del mod">
          <ac:chgData name="Ella Vetter" userId="c6918cf5-f6c0-43cc-8499-a1f635017de9" providerId="ADAL" clId="{EDF018B5-66C9-4EBB-B156-A1BE9ABCF1A6}" dt="2020-10-09T00:20:28.397" v="4236" actId="478"/>
          <ac:picMkLst>
            <pc:docMk/>
            <pc:sldMk cId="3911125217" sldId="452"/>
            <ac:picMk id="5" creationId="{56489487-4D9B-44F7-B870-E14A584E96AC}"/>
          </ac:picMkLst>
        </pc:picChg>
        <pc:picChg chg="add mod modCrop">
          <ac:chgData name="Ella Vetter" userId="c6918cf5-f6c0-43cc-8499-a1f635017de9" providerId="ADAL" clId="{EDF018B5-66C9-4EBB-B156-A1BE9ABCF1A6}" dt="2020-10-09T00:24:47.680" v="4435" actId="1076"/>
          <ac:picMkLst>
            <pc:docMk/>
            <pc:sldMk cId="3911125217" sldId="452"/>
            <ac:picMk id="6" creationId="{874696B6-5132-4536-91FA-6CA051F293F5}"/>
          </ac:picMkLst>
        </pc:picChg>
      </pc:sldChg>
      <pc:sldChg chg="add del">
        <pc:chgData name="Ella Vetter" userId="c6918cf5-f6c0-43cc-8499-a1f635017de9" providerId="ADAL" clId="{EDF018B5-66C9-4EBB-B156-A1BE9ABCF1A6}" dt="2020-10-09T00:10:07.007" v="4084" actId="47"/>
        <pc:sldMkLst>
          <pc:docMk/>
          <pc:sldMk cId="3814444176" sldId="453"/>
        </pc:sldMkLst>
      </pc:sldChg>
      <pc:sldChg chg="addSp delSp modSp add mod">
        <pc:chgData name="Ella Vetter" userId="c6918cf5-f6c0-43cc-8499-a1f635017de9" providerId="ADAL" clId="{EDF018B5-66C9-4EBB-B156-A1BE9ABCF1A6}" dt="2020-10-09T01:05:48.304" v="4890" actId="13926"/>
        <pc:sldMkLst>
          <pc:docMk/>
          <pc:sldMk cId="4091844846" sldId="453"/>
        </pc:sldMkLst>
        <pc:spChg chg="mod">
          <ac:chgData name="Ella Vetter" userId="c6918cf5-f6c0-43cc-8499-a1f635017de9" providerId="ADAL" clId="{EDF018B5-66C9-4EBB-B156-A1BE9ABCF1A6}" dt="2020-10-09T01:05:48.304" v="4890" actId="13926"/>
          <ac:spMkLst>
            <pc:docMk/>
            <pc:sldMk cId="4091844846" sldId="453"/>
            <ac:spMk id="2" creationId="{6D40B316-9971-4B95-AE49-0C239DA4EE68}"/>
          </ac:spMkLst>
        </pc:spChg>
        <pc:spChg chg="del">
          <ac:chgData name="Ella Vetter" userId="c6918cf5-f6c0-43cc-8499-a1f635017de9" providerId="ADAL" clId="{EDF018B5-66C9-4EBB-B156-A1BE9ABCF1A6}" dt="2020-10-09T00:27:13.828" v="4454" actId="478"/>
          <ac:spMkLst>
            <pc:docMk/>
            <pc:sldMk cId="4091844846" sldId="453"/>
            <ac:spMk id="3" creationId="{527E1441-0676-490A-838C-2BD3A20D092D}"/>
          </ac:spMkLst>
        </pc:spChg>
        <pc:spChg chg="add mod">
          <ac:chgData name="Ella Vetter" userId="c6918cf5-f6c0-43cc-8499-a1f635017de9" providerId="ADAL" clId="{EDF018B5-66C9-4EBB-B156-A1BE9ABCF1A6}" dt="2020-10-09T01:05:45.564" v="4889" actId="14100"/>
          <ac:spMkLst>
            <pc:docMk/>
            <pc:sldMk cId="4091844846" sldId="453"/>
            <ac:spMk id="4" creationId="{2E7F3A0D-FDD8-4356-897A-8FB11F4E08EB}"/>
          </ac:spMkLst>
        </pc:spChg>
        <pc:picChg chg="add mod">
          <ac:chgData name="Ella Vetter" userId="c6918cf5-f6c0-43cc-8499-a1f635017de9" providerId="ADAL" clId="{EDF018B5-66C9-4EBB-B156-A1BE9ABCF1A6}" dt="2020-10-09T01:05:43.174" v="4888" actId="1076"/>
          <ac:picMkLst>
            <pc:docMk/>
            <pc:sldMk cId="4091844846" sldId="453"/>
            <ac:picMk id="6" creationId="{C1F4EC30-C4E8-4191-A303-F9F4D969A928}"/>
          </ac:picMkLst>
        </pc:picChg>
      </pc:sldChg>
      <pc:sldChg chg="addSp delSp modSp new mod modNotesTx">
        <pc:chgData name="Ella Vetter" userId="c6918cf5-f6c0-43cc-8499-a1f635017de9" providerId="ADAL" clId="{EDF018B5-66C9-4EBB-B156-A1BE9ABCF1A6}" dt="2020-10-09T01:02:27.111" v="4840" actId="13926"/>
        <pc:sldMkLst>
          <pc:docMk/>
          <pc:sldMk cId="2892394786" sldId="454"/>
        </pc:sldMkLst>
        <pc:spChg chg="mod">
          <ac:chgData name="Ella Vetter" userId="c6918cf5-f6c0-43cc-8499-a1f635017de9" providerId="ADAL" clId="{EDF018B5-66C9-4EBB-B156-A1BE9ABCF1A6}" dt="2020-10-09T01:02:27.111" v="4840" actId="13926"/>
          <ac:spMkLst>
            <pc:docMk/>
            <pc:sldMk cId="2892394786" sldId="454"/>
            <ac:spMk id="2" creationId="{E0FFA379-2CEA-4F9E-B847-3040E89A8C71}"/>
          </ac:spMkLst>
        </pc:spChg>
        <pc:spChg chg="del">
          <ac:chgData name="Ella Vetter" userId="c6918cf5-f6c0-43cc-8499-a1f635017de9" providerId="ADAL" clId="{EDF018B5-66C9-4EBB-B156-A1BE9ABCF1A6}" dt="2020-10-09T01:00:33.418" v="4774" actId="478"/>
          <ac:spMkLst>
            <pc:docMk/>
            <pc:sldMk cId="2892394786" sldId="454"/>
            <ac:spMk id="3" creationId="{4FB18EFF-D20E-48AD-9A6A-495AB1BE4A39}"/>
          </ac:spMkLst>
        </pc:spChg>
        <pc:spChg chg="add mod">
          <ac:chgData name="Ella Vetter" userId="c6918cf5-f6c0-43cc-8499-a1f635017de9" providerId="ADAL" clId="{EDF018B5-66C9-4EBB-B156-A1BE9ABCF1A6}" dt="2020-10-09T01:02:20.672" v="4838" actId="14100"/>
          <ac:spMkLst>
            <pc:docMk/>
            <pc:sldMk cId="2892394786" sldId="454"/>
            <ac:spMk id="6" creationId="{528915AC-F582-49E5-9CB8-F87DD7DDF9B7}"/>
          </ac:spMkLst>
        </pc:spChg>
        <pc:graphicFrameChg chg="add mod modGraphic">
          <ac:chgData name="Ella Vetter" userId="c6918cf5-f6c0-43cc-8499-a1f635017de9" providerId="ADAL" clId="{EDF018B5-66C9-4EBB-B156-A1BE9ABCF1A6}" dt="2020-10-09T01:02:25.165" v="4839" actId="1076"/>
          <ac:graphicFrameMkLst>
            <pc:docMk/>
            <pc:sldMk cId="2892394786" sldId="454"/>
            <ac:graphicFrameMk id="5" creationId="{BAC0EFBB-ACF1-42F2-A0A4-086ED9D5B359}"/>
          </ac:graphicFrameMkLst>
        </pc:graphicFrameChg>
      </pc:sldChg>
      <pc:sldChg chg="addSp delSp modSp add mod modNotesTx">
        <pc:chgData name="Ella Vetter" userId="c6918cf5-f6c0-43cc-8499-a1f635017de9" providerId="ADAL" clId="{EDF018B5-66C9-4EBB-B156-A1BE9ABCF1A6}" dt="2020-10-09T13:24:46.469" v="6140" actId="20577"/>
        <pc:sldMkLst>
          <pc:docMk/>
          <pc:sldMk cId="2228200828" sldId="455"/>
        </pc:sldMkLst>
        <pc:spChg chg="mod">
          <ac:chgData name="Ella Vetter" userId="c6918cf5-f6c0-43cc-8499-a1f635017de9" providerId="ADAL" clId="{EDF018B5-66C9-4EBB-B156-A1BE9ABCF1A6}" dt="2020-10-09T12:21:25.220" v="5388" actId="13926"/>
          <ac:spMkLst>
            <pc:docMk/>
            <pc:sldMk cId="2228200828" sldId="455"/>
            <ac:spMk id="2" creationId="{455542A7-86C4-4B1C-99F0-EE7C13512717}"/>
          </ac:spMkLst>
        </pc:spChg>
        <pc:spChg chg="del">
          <ac:chgData name="Ella Vetter" userId="c6918cf5-f6c0-43cc-8499-a1f635017de9" providerId="ADAL" clId="{EDF018B5-66C9-4EBB-B156-A1BE9ABCF1A6}" dt="2020-10-09T12:03:55.053" v="5047" actId="478"/>
          <ac:spMkLst>
            <pc:docMk/>
            <pc:sldMk cId="2228200828" sldId="455"/>
            <ac:spMk id="3" creationId="{7987F46D-CD9E-4EBA-BBBB-E206F8E88F78}"/>
          </ac:spMkLst>
        </pc:spChg>
        <pc:spChg chg="add del mod">
          <ac:chgData name="Ella Vetter" userId="c6918cf5-f6c0-43cc-8499-a1f635017de9" providerId="ADAL" clId="{EDF018B5-66C9-4EBB-B156-A1BE9ABCF1A6}" dt="2020-10-09T12:03:57.287" v="5048" actId="478"/>
          <ac:spMkLst>
            <pc:docMk/>
            <pc:sldMk cId="2228200828" sldId="455"/>
            <ac:spMk id="6" creationId="{69D6063F-40FA-4203-A28E-86AF5BD9D7AB}"/>
          </ac:spMkLst>
        </pc:spChg>
        <pc:spChg chg="add mod">
          <ac:chgData name="Ella Vetter" userId="c6918cf5-f6c0-43cc-8499-a1f635017de9" providerId="ADAL" clId="{EDF018B5-66C9-4EBB-B156-A1BE9ABCF1A6}" dt="2020-10-09T13:24:46.469" v="6140" actId="20577"/>
          <ac:spMkLst>
            <pc:docMk/>
            <pc:sldMk cId="2228200828" sldId="455"/>
            <ac:spMk id="7" creationId="{5237003B-2DFB-4033-926A-FFDC9DDF5D39}"/>
          </ac:spMkLst>
        </pc:spChg>
        <pc:picChg chg="del">
          <ac:chgData name="Ella Vetter" userId="c6918cf5-f6c0-43cc-8499-a1f635017de9" providerId="ADAL" clId="{EDF018B5-66C9-4EBB-B156-A1BE9ABCF1A6}" dt="2020-10-09T12:03:49.761" v="5046" actId="478"/>
          <ac:picMkLst>
            <pc:docMk/>
            <pc:sldMk cId="2228200828" sldId="455"/>
            <ac:picMk id="5" creationId="{81F70A19-2458-41AA-A608-763B43185D9B}"/>
          </ac:picMkLst>
        </pc:picChg>
        <pc:picChg chg="add mod">
          <ac:chgData name="Ella Vetter" userId="c6918cf5-f6c0-43cc-8499-a1f635017de9" providerId="ADAL" clId="{EDF018B5-66C9-4EBB-B156-A1BE9ABCF1A6}" dt="2020-10-09T12:20:09.934" v="5361" actId="1035"/>
          <ac:picMkLst>
            <pc:docMk/>
            <pc:sldMk cId="2228200828" sldId="455"/>
            <ac:picMk id="9" creationId="{4B09A9C1-0A84-4456-B141-49F2626C5A62}"/>
          </ac:picMkLst>
        </pc:picChg>
      </pc:sldChg>
      <pc:sldChg chg="addSp modSp add mod modNotesTx">
        <pc:chgData name="Ella Vetter" userId="c6918cf5-f6c0-43cc-8499-a1f635017de9" providerId="ADAL" clId="{EDF018B5-66C9-4EBB-B156-A1BE9ABCF1A6}" dt="2020-10-09T12:26:41.738" v="5576" actId="14100"/>
        <pc:sldMkLst>
          <pc:docMk/>
          <pc:sldMk cId="4073399127" sldId="456"/>
        </pc:sldMkLst>
        <pc:spChg chg="mod">
          <ac:chgData name="Ella Vetter" userId="c6918cf5-f6c0-43cc-8499-a1f635017de9" providerId="ADAL" clId="{EDF018B5-66C9-4EBB-B156-A1BE9ABCF1A6}" dt="2020-10-09T12:23:20.133" v="5440" actId="13926"/>
          <ac:spMkLst>
            <pc:docMk/>
            <pc:sldMk cId="4073399127" sldId="456"/>
            <ac:spMk id="2" creationId="{455542A7-86C4-4B1C-99F0-EE7C13512717}"/>
          </ac:spMkLst>
        </pc:spChg>
        <pc:spChg chg="add mod">
          <ac:chgData name="Ella Vetter" userId="c6918cf5-f6c0-43cc-8499-a1f635017de9" providerId="ADAL" clId="{EDF018B5-66C9-4EBB-B156-A1BE9ABCF1A6}" dt="2020-10-09T12:26:41.738" v="5576" actId="14100"/>
          <ac:spMkLst>
            <pc:docMk/>
            <pc:sldMk cId="4073399127" sldId="456"/>
            <ac:spMk id="3" creationId="{917C7119-2935-4368-8D83-74EEF186BC5F}"/>
          </ac:spMkLst>
        </pc:spChg>
        <pc:picChg chg="add mod">
          <ac:chgData name="Ella Vetter" userId="c6918cf5-f6c0-43cc-8499-a1f635017de9" providerId="ADAL" clId="{EDF018B5-66C9-4EBB-B156-A1BE9ABCF1A6}" dt="2020-10-09T12:23:10.976" v="5431" actId="1037"/>
          <ac:picMkLst>
            <pc:docMk/>
            <pc:sldMk cId="4073399127" sldId="456"/>
            <ac:picMk id="5" creationId="{9A3534AE-1CF8-461A-B744-F8280FE429AB}"/>
          </ac:picMkLst>
        </pc:picChg>
      </pc:sldChg>
      <pc:sldChg chg="addSp modSp add mod modNotesTx">
        <pc:chgData name="Ella Vetter" userId="c6918cf5-f6c0-43cc-8499-a1f635017de9" providerId="ADAL" clId="{EDF018B5-66C9-4EBB-B156-A1BE9ABCF1A6}" dt="2020-10-09T12:27:51.761" v="5599" actId="13926"/>
        <pc:sldMkLst>
          <pc:docMk/>
          <pc:sldMk cId="2096919507" sldId="457"/>
        </pc:sldMkLst>
        <pc:spChg chg="mod">
          <ac:chgData name="Ella Vetter" userId="c6918cf5-f6c0-43cc-8499-a1f635017de9" providerId="ADAL" clId="{EDF018B5-66C9-4EBB-B156-A1BE9ABCF1A6}" dt="2020-10-09T12:27:51.761" v="5599" actId="13926"/>
          <ac:spMkLst>
            <pc:docMk/>
            <pc:sldMk cId="2096919507" sldId="457"/>
            <ac:spMk id="2" creationId="{455542A7-86C4-4B1C-99F0-EE7C13512717}"/>
          </ac:spMkLst>
        </pc:spChg>
        <pc:spChg chg="add mod">
          <ac:chgData name="Ella Vetter" userId="c6918cf5-f6c0-43cc-8499-a1f635017de9" providerId="ADAL" clId="{EDF018B5-66C9-4EBB-B156-A1BE9ABCF1A6}" dt="2020-10-09T12:27:49.775" v="5598" actId="1076"/>
          <ac:spMkLst>
            <pc:docMk/>
            <pc:sldMk cId="2096919507" sldId="457"/>
            <ac:spMk id="3" creationId="{A1F6FC73-12C3-4EAA-91FC-9788077DACAB}"/>
          </ac:spMkLst>
        </pc:spChg>
        <pc:picChg chg="add mod">
          <ac:chgData name="Ella Vetter" userId="c6918cf5-f6c0-43cc-8499-a1f635017de9" providerId="ADAL" clId="{EDF018B5-66C9-4EBB-B156-A1BE9ABCF1A6}" dt="2020-10-09T12:27:47.153" v="5597" actId="1076"/>
          <ac:picMkLst>
            <pc:docMk/>
            <pc:sldMk cId="2096919507" sldId="457"/>
            <ac:picMk id="5" creationId="{C92E4441-F2D8-4193-A9F5-3EAF8CFD630E}"/>
          </ac:picMkLst>
        </pc:picChg>
      </pc:sldChg>
      <pc:sldChg chg="addSp modSp add mod modNotesTx">
        <pc:chgData name="Ella Vetter" userId="c6918cf5-f6c0-43cc-8499-a1f635017de9" providerId="ADAL" clId="{EDF018B5-66C9-4EBB-B156-A1BE9ABCF1A6}" dt="2020-10-09T13:25:52.872" v="6143" actId="20577"/>
        <pc:sldMkLst>
          <pc:docMk/>
          <pc:sldMk cId="3688290986" sldId="458"/>
        </pc:sldMkLst>
        <pc:spChg chg="mod">
          <ac:chgData name="Ella Vetter" userId="c6918cf5-f6c0-43cc-8499-a1f635017de9" providerId="ADAL" clId="{EDF018B5-66C9-4EBB-B156-A1BE9ABCF1A6}" dt="2020-10-09T12:39:24.848" v="5633" actId="13926"/>
          <ac:spMkLst>
            <pc:docMk/>
            <pc:sldMk cId="3688290986" sldId="458"/>
            <ac:spMk id="2" creationId="{455542A7-86C4-4B1C-99F0-EE7C13512717}"/>
          </ac:spMkLst>
        </pc:spChg>
        <pc:spChg chg="add mod">
          <ac:chgData name="Ella Vetter" userId="c6918cf5-f6c0-43cc-8499-a1f635017de9" providerId="ADAL" clId="{EDF018B5-66C9-4EBB-B156-A1BE9ABCF1A6}" dt="2020-10-09T13:25:52.872" v="6143" actId="20577"/>
          <ac:spMkLst>
            <pc:docMk/>
            <pc:sldMk cId="3688290986" sldId="458"/>
            <ac:spMk id="8" creationId="{71C2194B-2428-434E-8800-54FDDE9A4728}"/>
          </ac:spMkLst>
        </pc:spChg>
        <pc:grpChg chg="add mod">
          <ac:chgData name="Ella Vetter" userId="c6918cf5-f6c0-43cc-8499-a1f635017de9" providerId="ADAL" clId="{EDF018B5-66C9-4EBB-B156-A1BE9ABCF1A6}" dt="2020-10-09T12:38:59.467" v="5628" actId="1076"/>
          <ac:grpSpMkLst>
            <pc:docMk/>
            <pc:sldMk cId="3688290986" sldId="458"/>
            <ac:grpSpMk id="7" creationId="{4DAC8E70-BB60-475A-A5C7-8A03AE9B800C}"/>
          </ac:grpSpMkLst>
        </pc:grpChg>
        <pc:picChg chg="add mod modCrop">
          <ac:chgData name="Ella Vetter" userId="c6918cf5-f6c0-43cc-8499-a1f635017de9" providerId="ADAL" clId="{EDF018B5-66C9-4EBB-B156-A1BE9ABCF1A6}" dt="2020-10-09T12:28:39.634" v="5608" actId="164"/>
          <ac:picMkLst>
            <pc:docMk/>
            <pc:sldMk cId="3688290986" sldId="458"/>
            <ac:picMk id="4" creationId="{DA15EB01-910D-4239-B8E8-4667D1C6B6E0}"/>
          </ac:picMkLst>
        </pc:picChg>
        <pc:picChg chg="add mod modCrop">
          <ac:chgData name="Ella Vetter" userId="c6918cf5-f6c0-43cc-8499-a1f635017de9" providerId="ADAL" clId="{EDF018B5-66C9-4EBB-B156-A1BE9ABCF1A6}" dt="2020-10-09T12:28:39.634" v="5608" actId="164"/>
          <ac:picMkLst>
            <pc:docMk/>
            <pc:sldMk cId="3688290986" sldId="458"/>
            <ac:picMk id="6" creationId="{18C272E0-2A0B-45E9-AE6E-B7F31F1F2675}"/>
          </ac:picMkLst>
        </pc:picChg>
      </pc:sldChg>
      <pc:sldChg chg="addSp modSp add mod modNotesTx">
        <pc:chgData name="Ella Vetter" userId="c6918cf5-f6c0-43cc-8499-a1f635017de9" providerId="ADAL" clId="{EDF018B5-66C9-4EBB-B156-A1BE9ABCF1A6}" dt="2020-10-09T13:25:33.684" v="6142" actId="20577"/>
        <pc:sldMkLst>
          <pc:docMk/>
          <pc:sldMk cId="1586181131" sldId="459"/>
        </pc:sldMkLst>
        <pc:spChg chg="mod">
          <ac:chgData name="Ella Vetter" userId="c6918cf5-f6c0-43cc-8499-a1f635017de9" providerId="ADAL" clId="{EDF018B5-66C9-4EBB-B156-A1BE9ABCF1A6}" dt="2020-10-09T12:55:56.387" v="5794" actId="13926"/>
          <ac:spMkLst>
            <pc:docMk/>
            <pc:sldMk cId="1586181131" sldId="459"/>
            <ac:spMk id="2" creationId="{455542A7-86C4-4B1C-99F0-EE7C13512717}"/>
          </ac:spMkLst>
        </pc:spChg>
        <pc:spChg chg="add mod">
          <ac:chgData name="Ella Vetter" userId="c6918cf5-f6c0-43cc-8499-a1f635017de9" providerId="ADAL" clId="{EDF018B5-66C9-4EBB-B156-A1BE9ABCF1A6}" dt="2020-10-09T13:25:33.684" v="6142" actId="20577"/>
          <ac:spMkLst>
            <pc:docMk/>
            <pc:sldMk cId="1586181131" sldId="459"/>
            <ac:spMk id="5" creationId="{56F11C7A-4C02-4375-8A39-7903C13F77CF}"/>
          </ac:spMkLst>
        </pc:spChg>
        <pc:picChg chg="add mod">
          <ac:chgData name="Ella Vetter" userId="c6918cf5-f6c0-43cc-8499-a1f635017de9" providerId="ADAL" clId="{EDF018B5-66C9-4EBB-B156-A1BE9ABCF1A6}" dt="2020-10-09T12:54:39.502" v="5778" actId="1076"/>
          <ac:picMkLst>
            <pc:docMk/>
            <pc:sldMk cId="1586181131" sldId="459"/>
            <ac:picMk id="4" creationId="{6048FC3D-4C5A-49BC-8A86-72C32BB83D31}"/>
          </ac:picMkLst>
        </pc:picChg>
      </pc:sldChg>
      <pc:sldChg chg="addSp delSp modSp add mod modNotesTx">
        <pc:chgData name="Ella Vetter" userId="c6918cf5-f6c0-43cc-8499-a1f635017de9" providerId="ADAL" clId="{EDF018B5-66C9-4EBB-B156-A1BE9ABCF1A6}" dt="2020-10-09T14:24:20.413" v="6351" actId="14100"/>
        <pc:sldMkLst>
          <pc:docMk/>
          <pc:sldMk cId="332842354" sldId="460"/>
        </pc:sldMkLst>
        <pc:spChg chg="mod">
          <ac:chgData name="Ella Vetter" userId="c6918cf5-f6c0-43cc-8499-a1f635017de9" providerId="ADAL" clId="{EDF018B5-66C9-4EBB-B156-A1BE9ABCF1A6}" dt="2020-10-09T13:23:45.546" v="6123" actId="13926"/>
          <ac:spMkLst>
            <pc:docMk/>
            <pc:sldMk cId="332842354" sldId="460"/>
            <ac:spMk id="2" creationId="{455542A7-86C4-4B1C-99F0-EE7C13512717}"/>
          </ac:spMkLst>
        </pc:spChg>
        <pc:spChg chg="add del mod">
          <ac:chgData name="Ella Vetter" userId="c6918cf5-f6c0-43cc-8499-a1f635017de9" providerId="ADAL" clId="{EDF018B5-66C9-4EBB-B156-A1BE9ABCF1A6}" dt="2020-10-09T13:21:29.178" v="6064"/>
          <ac:spMkLst>
            <pc:docMk/>
            <pc:sldMk cId="332842354" sldId="460"/>
            <ac:spMk id="3" creationId="{B8D1F6A7-A71A-4361-A13F-BDB0380D194F}"/>
          </ac:spMkLst>
        </pc:spChg>
        <pc:spChg chg="add mod">
          <ac:chgData name="Ella Vetter" userId="c6918cf5-f6c0-43cc-8499-a1f635017de9" providerId="ADAL" clId="{EDF018B5-66C9-4EBB-B156-A1BE9ABCF1A6}" dt="2020-10-09T14:24:20.413" v="6351" actId="14100"/>
          <ac:spMkLst>
            <pc:docMk/>
            <pc:sldMk cId="332842354" sldId="460"/>
            <ac:spMk id="4" creationId="{E599B43D-87EE-4817-9A18-FFD23F206AAE}"/>
          </ac:spMkLst>
        </pc:spChg>
        <pc:picChg chg="add mod">
          <ac:chgData name="Ella Vetter" userId="c6918cf5-f6c0-43cc-8499-a1f635017de9" providerId="ADAL" clId="{EDF018B5-66C9-4EBB-B156-A1BE9ABCF1A6}" dt="2020-10-09T13:22:40.278" v="6096" actId="1076"/>
          <ac:picMkLst>
            <pc:docMk/>
            <pc:sldMk cId="332842354" sldId="460"/>
            <ac:picMk id="6" creationId="{97E5214A-4EBE-4CCD-AC93-264AC279B578}"/>
          </ac:picMkLst>
        </pc:picChg>
      </pc:sldChg>
      <pc:sldChg chg="addSp delSp modSp add mod modNotesTx">
        <pc:chgData name="Ella Vetter" userId="c6918cf5-f6c0-43cc-8499-a1f635017de9" providerId="ADAL" clId="{EDF018B5-66C9-4EBB-B156-A1BE9ABCF1A6}" dt="2020-10-09T13:17:00.908" v="5906" actId="13926"/>
        <pc:sldMkLst>
          <pc:docMk/>
          <pc:sldMk cId="3656869318" sldId="461"/>
        </pc:sldMkLst>
        <pc:spChg chg="mod">
          <ac:chgData name="Ella Vetter" userId="c6918cf5-f6c0-43cc-8499-a1f635017de9" providerId="ADAL" clId="{EDF018B5-66C9-4EBB-B156-A1BE9ABCF1A6}" dt="2020-10-09T13:17:00.908" v="5906" actId="13926"/>
          <ac:spMkLst>
            <pc:docMk/>
            <pc:sldMk cId="3656869318" sldId="461"/>
            <ac:spMk id="2" creationId="{455542A7-86C4-4B1C-99F0-EE7C13512717}"/>
          </ac:spMkLst>
        </pc:spChg>
        <pc:spChg chg="add mod">
          <ac:chgData name="Ella Vetter" userId="c6918cf5-f6c0-43cc-8499-a1f635017de9" providerId="ADAL" clId="{EDF018B5-66C9-4EBB-B156-A1BE9ABCF1A6}" dt="2020-10-09T13:16:36.453" v="5903" actId="113"/>
          <ac:spMkLst>
            <pc:docMk/>
            <pc:sldMk cId="3656869318" sldId="461"/>
            <ac:spMk id="3" creationId="{77C34C56-B278-444B-A2A5-343539EA4B83}"/>
          </ac:spMkLst>
        </pc:spChg>
        <pc:spChg chg="add del mod">
          <ac:chgData name="Ella Vetter" userId="c6918cf5-f6c0-43cc-8499-a1f635017de9" providerId="ADAL" clId="{EDF018B5-66C9-4EBB-B156-A1BE9ABCF1A6}" dt="2020-10-09T13:15:57.321" v="5859"/>
          <ac:spMkLst>
            <pc:docMk/>
            <pc:sldMk cId="3656869318" sldId="461"/>
            <ac:spMk id="4" creationId="{ABE8141A-D308-4642-98A6-5BAF88DFD6B0}"/>
          </ac:spMkLst>
        </pc:spChg>
        <pc:picChg chg="add mod">
          <ac:chgData name="Ella Vetter" userId="c6918cf5-f6c0-43cc-8499-a1f635017de9" providerId="ADAL" clId="{EDF018B5-66C9-4EBB-B156-A1BE9ABCF1A6}" dt="2020-10-09T13:16:43.827" v="5905" actId="1076"/>
          <ac:picMkLst>
            <pc:docMk/>
            <pc:sldMk cId="3656869318" sldId="461"/>
            <ac:picMk id="6" creationId="{E5ACF548-CE53-4E3B-9568-FFB7666858D4}"/>
          </ac:picMkLst>
        </pc:picChg>
      </pc:sldChg>
      <pc:sldChg chg="addSp modSp add mod modNotesTx">
        <pc:chgData name="Ella Vetter" userId="c6918cf5-f6c0-43cc-8499-a1f635017de9" providerId="ADAL" clId="{EDF018B5-66C9-4EBB-B156-A1BE9ABCF1A6}" dt="2020-10-09T13:18:12.375" v="5940" actId="13926"/>
        <pc:sldMkLst>
          <pc:docMk/>
          <pc:sldMk cId="1574510002" sldId="462"/>
        </pc:sldMkLst>
        <pc:spChg chg="mod">
          <ac:chgData name="Ella Vetter" userId="c6918cf5-f6c0-43cc-8499-a1f635017de9" providerId="ADAL" clId="{EDF018B5-66C9-4EBB-B156-A1BE9ABCF1A6}" dt="2020-10-09T13:18:12.375" v="5940" actId="13926"/>
          <ac:spMkLst>
            <pc:docMk/>
            <pc:sldMk cId="1574510002" sldId="462"/>
            <ac:spMk id="2" creationId="{455542A7-86C4-4B1C-99F0-EE7C13512717}"/>
          </ac:spMkLst>
        </pc:spChg>
        <pc:spChg chg="add mod">
          <ac:chgData name="Ella Vetter" userId="c6918cf5-f6c0-43cc-8499-a1f635017de9" providerId="ADAL" clId="{EDF018B5-66C9-4EBB-B156-A1BE9ABCF1A6}" dt="2020-10-09T13:17:44.768" v="5935" actId="20577"/>
          <ac:spMkLst>
            <pc:docMk/>
            <pc:sldMk cId="1574510002" sldId="462"/>
            <ac:spMk id="3" creationId="{C62ABDD5-D1B8-4B7E-AA78-4C936D0C9EA7}"/>
          </ac:spMkLst>
        </pc:spChg>
        <pc:picChg chg="add mod">
          <ac:chgData name="Ella Vetter" userId="c6918cf5-f6c0-43cc-8499-a1f635017de9" providerId="ADAL" clId="{EDF018B5-66C9-4EBB-B156-A1BE9ABCF1A6}" dt="2020-10-09T13:18:05.031" v="5937" actId="1076"/>
          <ac:picMkLst>
            <pc:docMk/>
            <pc:sldMk cId="1574510002" sldId="462"/>
            <ac:picMk id="5" creationId="{4ED07136-EBE6-48D5-8E2F-E94FDAB2724E}"/>
          </ac:picMkLst>
        </pc:picChg>
      </pc:sldChg>
      <pc:sldChg chg="addSp modSp add mod modNotesTx">
        <pc:chgData name="Ella Vetter" userId="c6918cf5-f6c0-43cc-8499-a1f635017de9" providerId="ADAL" clId="{EDF018B5-66C9-4EBB-B156-A1BE9ABCF1A6}" dt="2020-10-09T14:24:15.026" v="6350" actId="313"/>
        <pc:sldMkLst>
          <pc:docMk/>
          <pc:sldMk cId="3169681083" sldId="463"/>
        </pc:sldMkLst>
        <pc:spChg chg="mod">
          <ac:chgData name="Ella Vetter" userId="c6918cf5-f6c0-43cc-8499-a1f635017de9" providerId="ADAL" clId="{EDF018B5-66C9-4EBB-B156-A1BE9ABCF1A6}" dt="2020-10-09T13:21:04.993" v="6058" actId="13926"/>
          <ac:spMkLst>
            <pc:docMk/>
            <pc:sldMk cId="3169681083" sldId="463"/>
            <ac:spMk id="2" creationId="{455542A7-86C4-4B1C-99F0-EE7C13512717}"/>
          </ac:spMkLst>
        </pc:spChg>
        <pc:spChg chg="add mod">
          <ac:chgData name="Ella Vetter" userId="c6918cf5-f6c0-43cc-8499-a1f635017de9" providerId="ADAL" clId="{EDF018B5-66C9-4EBB-B156-A1BE9ABCF1A6}" dt="2020-10-09T14:24:15.026" v="6350" actId="313"/>
          <ac:spMkLst>
            <pc:docMk/>
            <pc:sldMk cId="3169681083" sldId="463"/>
            <ac:spMk id="3" creationId="{C09822BE-4355-4274-A3D7-37C7BDDDD48A}"/>
          </ac:spMkLst>
        </pc:spChg>
        <pc:picChg chg="add mod">
          <ac:chgData name="Ella Vetter" userId="c6918cf5-f6c0-43cc-8499-a1f635017de9" providerId="ADAL" clId="{EDF018B5-66C9-4EBB-B156-A1BE9ABCF1A6}" dt="2020-10-09T13:21:03.109" v="6057" actId="1076"/>
          <ac:picMkLst>
            <pc:docMk/>
            <pc:sldMk cId="3169681083" sldId="463"/>
            <ac:picMk id="5" creationId="{20EF4901-AE4E-41AC-B15B-1E2C09F19E4D}"/>
          </ac:picMkLst>
        </pc:picChg>
      </pc:sldChg>
      <pc:sldChg chg="addSp delSp modSp add mod modNotesTx">
        <pc:chgData name="Ella Vetter" userId="c6918cf5-f6c0-43cc-8499-a1f635017de9" providerId="ADAL" clId="{EDF018B5-66C9-4EBB-B156-A1BE9ABCF1A6}" dt="2020-10-09T17:37:43.821" v="6532" actId="20577"/>
        <pc:sldMkLst>
          <pc:docMk/>
          <pc:sldMk cId="336694489" sldId="464"/>
        </pc:sldMkLst>
        <pc:spChg chg="mod">
          <ac:chgData name="Ella Vetter" userId="c6918cf5-f6c0-43cc-8499-a1f635017de9" providerId="ADAL" clId="{EDF018B5-66C9-4EBB-B156-A1BE9ABCF1A6}" dt="2020-10-09T13:19:52.759" v="6000" actId="13926"/>
          <ac:spMkLst>
            <pc:docMk/>
            <pc:sldMk cId="336694489" sldId="464"/>
            <ac:spMk id="2" creationId="{455542A7-86C4-4B1C-99F0-EE7C13512717}"/>
          </ac:spMkLst>
        </pc:spChg>
        <pc:spChg chg="mod">
          <ac:chgData name="Ella Vetter" userId="c6918cf5-f6c0-43cc-8499-a1f635017de9" providerId="ADAL" clId="{EDF018B5-66C9-4EBB-B156-A1BE9ABCF1A6}" dt="2020-10-09T17:37:43.821" v="6532" actId="20577"/>
          <ac:spMkLst>
            <pc:docMk/>
            <pc:sldMk cId="336694489" sldId="464"/>
            <ac:spMk id="3" creationId="{C62ABDD5-D1B8-4B7E-AA78-4C936D0C9EA7}"/>
          </ac:spMkLst>
        </pc:spChg>
        <pc:picChg chg="del">
          <ac:chgData name="Ella Vetter" userId="c6918cf5-f6c0-43cc-8499-a1f635017de9" providerId="ADAL" clId="{EDF018B5-66C9-4EBB-B156-A1BE9ABCF1A6}" dt="2020-10-09T13:18:18.806" v="5943" actId="478"/>
          <ac:picMkLst>
            <pc:docMk/>
            <pc:sldMk cId="336694489" sldId="464"/>
            <ac:picMk id="5" creationId="{4ED07136-EBE6-48D5-8E2F-E94FDAB2724E}"/>
          </ac:picMkLst>
        </pc:picChg>
        <pc:picChg chg="add mod">
          <ac:chgData name="Ella Vetter" userId="c6918cf5-f6c0-43cc-8499-a1f635017de9" providerId="ADAL" clId="{EDF018B5-66C9-4EBB-B156-A1BE9ABCF1A6}" dt="2020-10-09T13:18:46.765" v="5984" actId="1076"/>
          <ac:picMkLst>
            <pc:docMk/>
            <pc:sldMk cId="336694489" sldId="464"/>
            <ac:picMk id="6" creationId="{7F9FC6F9-9B42-4418-B906-E569BB886DEA}"/>
          </ac:picMkLst>
        </pc:picChg>
      </pc:sldChg>
      <pc:sldChg chg="addSp modSp add mod modNotesTx">
        <pc:chgData name="Ella Vetter" userId="c6918cf5-f6c0-43cc-8499-a1f635017de9" providerId="ADAL" clId="{EDF018B5-66C9-4EBB-B156-A1BE9ABCF1A6}" dt="2020-10-09T13:33:33.400" v="6269" actId="13926"/>
        <pc:sldMkLst>
          <pc:docMk/>
          <pc:sldMk cId="601197869" sldId="465"/>
        </pc:sldMkLst>
        <pc:spChg chg="mod">
          <ac:chgData name="Ella Vetter" userId="c6918cf5-f6c0-43cc-8499-a1f635017de9" providerId="ADAL" clId="{EDF018B5-66C9-4EBB-B156-A1BE9ABCF1A6}" dt="2020-10-09T13:33:33.400" v="6269" actId="13926"/>
          <ac:spMkLst>
            <pc:docMk/>
            <pc:sldMk cId="601197869" sldId="465"/>
            <ac:spMk id="2" creationId="{455542A7-86C4-4B1C-99F0-EE7C13512717}"/>
          </ac:spMkLst>
        </pc:spChg>
        <pc:spChg chg="add mod">
          <ac:chgData name="Ella Vetter" userId="c6918cf5-f6c0-43cc-8499-a1f635017de9" providerId="ADAL" clId="{EDF018B5-66C9-4EBB-B156-A1BE9ABCF1A6}" dt="2020-10-09T13:33:28.622" v="6267" actId="255"/>
          <ac:spMkLst>
            <pc:docMk/>
            <pc:sldMk cId="601197869" sldId="465"/>
            <ac:spMk id="3" creationId="{BDA453AF-CC89-470E-878C-692CDE51700E}"/>
          </ac:spMkLst>
        </pc:spChg>
        <pc:picChg chg="add mod">
          <ac:chgData name="Ella Vetter" userId="c6918cf5-f6c0-43cc-8499-a1f635017de9" providerId="ADAL" clId="{EDF018B5-66C9-4EBB-B156-A1BE9ABCF1A6}" dt="2020-10-09T13:32:17.690" v="6173" actId="1076"/>
          <ac:picMkLst>
            <pc:docMk/>
            <pc:sldMk cId="601197869" sldId="465"/>
            <ac:picMk id="5" creationId="{D15E4BED-AF41-492A-904D-8EFC3A797444}"/>
          </ac:picMkLst>
        </pc:picChg>
      </pc:sldChg>
      <pc:sldChg chg="add del">
        <pc:chgData name="Ella Vetter" userId="c6918cf5-f6c0-43cc-8499-a1f635017de9" providerId="ADAL" clId="{EDF018B5-66C9-4EBB-B156-A1BE9ABCF1A6}" dt="2020-10-09T13:32:26.130" v="6178" actId="47"/>
        <pc:sldMkLst>
          <pc:docMk/>
          <pc:sldMk cId="2802186034" sldId="466"/>
        </pc:sldMkLst>
      </pc:sldChg>
      <pc:sldChg chg="add del">
        <pc:chgData name="Ella Vetter" userId="c6918cf5-f6c0-43cc-8499-a1f635017de9" providerId="ADAL" clId="{EDF018B5-66C9-4EBB-B156-A1BE9ABCF1A6}" dt="2020-10-09T13:32:26.130" v="6178" actId="47"/>
        <pc:sldMkLst>
          <pc:docMk/>
          <pc:sldMk cId="1635083731" sldId="467"/>
        </pc:sldMkLst>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59918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a:t>
            </a:fld>
            <a:endParaRPr lang="en-CA"/>
          </a:p>
        </p:txBody>
      </p:sp>
    </p:spTree>
    <p:extLst>
      <p:ext uri="{BB962C8B-B14F-4D97-AF65-F5344CB8AC3E}">
        <p14:creationId xmlns:p14="http://schemas.microsoft.com/office/powerpoint/2010/main" val="260499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644526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168232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56911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4267006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655775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423515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1257469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405227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t>
            </a:r>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3554757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1248899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19</a:t>
            </a:fld>
            <a:endParaRPr lang="en-CA"/>
          </a:p>
        </p:txBody>
      </p:sp>
    </p:spTree>
    <p:extLst>
      <p:ext uri="{BB962C8B-B14F-4D97-AF65-F5344CB8AC3E}">
        <p14:creationId xmlns:p14="http://schemas.microsoft.com/office/powerpoint/2010/main" val="74909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21</a:t>
            </a:fld>
            <a:endParaRPr lang="en-CA"/>
          </a:p>
        </p:txBody>
      </p:sp>
    </p:spTree>
    <p:extLst>
      <p:ext uri="{BB962C8B-B14F-4D97-AF65-F5344CB8AC3E}">
        <p14:creationId xmlns:p14="http://schemas.microsoft.com/office/powerpoint/2010/main" val="112444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239683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1" dirty="0"/>
          </a:p>
        </p:txBody>
      </p:sp>
      <p:sp>
        <p:nvSpPr>
          <p:cNvPr id="4" name="Slide Number Placeholder 3"/>
          <p:cNvSpPr>
            <a:spLocks noGrp="1"/>
          </p:cNvSpPr>
          <p:nvPr>
            <p:ph type="sldNum" sz="quarter" idx="5"/>
          </p:nvPr>
        </p:nvSpPr>
        <p:spPr/>
        <p:txBody>
          <a:bodyPr/>
          <a:lstStyle/>
          <a:p>
            <a:fld id="{B4FA5FA9-7139-4C72-AA69-017BCD15C1C5}" type="slidenum">
              <a:rPr lang="en-CA" smtClean="0"/>
              <a:t>24</a:t>
            </a:fld>
            <a:endParaRPr lang="en-CA"/>
          </a:p>
        </p:txBody>
      </p:sp>
    </p:spTree>
    <p:extLst>
      <p:ext uri="{BB962C8B-B14F-4D97-AF65-F5344CB8AC3E}">
        <p14:creationId xmlns:p14="http://schemas.microsoft.com/office/powerpoint/2010/main" val="1217948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411614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988921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33</a:t>
            </a:fld>
            <a:endParaRPr lang="en-CA"/>
          </a:p>
        </p:txBody>
      </p:sp>
    </p:spTree>
    <p:extLst>
      <p:ext uri="{BB962C8B-B14F-4D97-AF65-F5344CB8AC3E}">
        <p14:creationId xmlns:p14="http://schemas.microsoft.com/office/powerpoint/2010/main" val="2875305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1939483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2533794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36</a:t>
            </a:fld>
            <a:endParaRPr lang="en-CA"/>
          </a:p>
        </p:txBody>
      </p:sp>
    </p:spTree>
    <p:extLst>
      <p:ext uri="{BB962C8B-B14F-4D97-AF65-F5344CB8AC3E}">
        <p14:creationId xmlns:p14="http://schemas.microsoft.com/office/powerpoint/2010/main" val="96177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pPr lvl="0"/>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37</a:t>
            </a:fld>
            <a:endParaRPr lang="en-CA"/>
          </a:p>
        </p:txBody>
      </p:sp>
    </p:spTree>
    <p:extLst>
      <p:ext uri="{BB962C8B-B14F-4D97-AF65-F5344CB8AC3E}">
        <p14:creationId xmlns:p14="http://schemas.microsoft.com/office/powerpoint/2010/main" val="743087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38</a:t>
            </a:fld>
            <a:endParaRPr lang="en-CA"/>
          </a:p>
        </p:txBody>
      </p:sp>
    </p:spTree>
    <p:extLst>
      <p:ext uri="{BB962C8B-B14F-4D97-AF65-F5344CB8AC3E}">
        <p14:creationId xmlns:p14="http://schemas.microsoft.com/office/powerpoint/2010/main" val="38193227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39</a:t>
            </a:fld>
            <a:endParaRPr lang="en-CA"/>
          </a:p>
        </p:txBody>
      </p:sp>
    </p:spTree>
    <p:extLst>
      <p:ext uri="{BB962C8B-B14F-4D97-AF65-F5344CB8AC3E}">
        <p14:creationId xmlns:p14="http://schemas.microsoft.com/office/powerpoint/2010/main" val="2515388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40</a:t>
            </a:fld>
            <a:endParaRPr lang="en-CA"/>
          </a:p>
        </p:txBody>
      </p:sp>
    </p:spTree>
    <p:extLst>
      <p:ext uri="{BB962C8B-B14F-4D97-AF65-F5344CB8AC3E}">
        <p14:creationId xmlns:p14="http://schemas.microsoft.com/office/powerpoint/2010/main" val="615930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41</a:t>
            </a:fld>
            <a:endParaRPr lang="en-CA"/>
          </a:p>
        </p:txBody>
      </p:sp>
    </p:spTree>
    <p:extLst>
      <p:ext uri="{BB962C8B-B14F-4D97-AF65-F5344CB8AC3E}">
        <p14:creationId xmlns:p14="http://schemas.microsoft.com/office/powerpoint/2010/main" val="9575079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42</a:t>
            </a:fld>
            <a:endParaRPr lang="en-CA"/>
          </a:p>
        </p:txBody>
      </p:sp>
    </p:spTree>
    <p:extLst>
      <p:ext uri="{BB962C8B-B14F-4D97-AF65-F5344CB8AC3E}">
        <p14:creationId xmlns:p14="http://schemas.microsoft.com/office/powerpoint/2010/main" val="4118075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spcAft>
                <a:spcPts val="400"/>
              </a:spcAft>
              <a:buFont typeface="Symbol" panose="05050102010706020507" pitchFamily="18" charset="2"/>
              <a:buChar char=""/>
            </a:pPr>
            <a:endParaRPr lang="en-US" sz="1800" dirty="0">
              <a:effectLst/>
              <a:latin typeface="Segoe UI" panose="020B0502040204020203" pitchFamily="34" charset="0"/>
              <a:ea typeface="Times New Roman" panose="02020603050405020304" pitchFamily="18"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400"/>
              </a:spcAft>
              <a:buClrTx/>
              <a:buSzTx/>
              <a:buFont typeface="Symbol" panose="05050102010706020507" pitchFamily="18" charset="2"/>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a:p>
            <a:pPr marL="0" lvl="0" indent="0">
              <a:spcAft>
                <a:spcPts val="400"/>
              </a:spcAft>
              <a:buFont typeface="Symbol" panose="05050102010706020507" pitchFamily="18" charset="2"/>
              <a:buNone/>
            </a:pPr>
            <a:endParaRPr lang="en-CA" sz="1800" dirty="0">
              <a:effectLst/>
              <a:latin typeface="Segoe UI" panose="020B0502040204020203" pitchFamily="34" charset="0"/>
              <a:ea typeface="Times New Roman" panose="02020603050405020304" pitchFamily="18" charset="0"/>
              <a:cs typeface="Segoe UI" panose="020B0502040204020203"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44</a:t>
            </a:fld>
            <a:endParaRPr lang="en-CA"/>
          </a:p>
        </p:txBody>
      </p:sp>
    </p:spTree>
    <p:extLst>
      <p:ext uri="{BB962C8B-B14F-4D97-AF65-F5344CB8AC3E}">
        <p14:creationId xmlns:p14="http://schemas.microsoft.com/office/powerpoint/2010/main" val="32090087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26538480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2649340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50</a:t>
            </a:fld>
            <a:endParaRPr lang="en-CA"/>
          </a:p>
        </p:txBody>
      </p:sp>
    </p:spTree>
    <p:extLst>
      <p:ext uri="{BB962C8B-B14F-4D97-AF65-F5344CB8AC3E}">
        <p14:creationId xmlns:p14="http://schemas.microsoft.com/office/powerpoint/2010/main" val="6969665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69</a:t>
            </a:fld>
            <a:endParaRPr lang="en-CA"/>
          </a:p>
        </p:txBody>
      </p:sp>
    </p:spTree>
    <p:extLst>
      <p:ext uri="{BB962C8B-B14F-4D97-AF65-F5344CB8AC3E}">
        <p14:creationId xmlns:p14="http://schemas.microsoft.com/office/powerpoint/2010/main" val="11567331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80</a:t>
            </a:fld>
            <a:endParaRPr lang="en-CA"/>
          </a:p>
        </p:txBody>
      </p:sp>
    </p:spTree>
    <p:extLst>
      <p:ext uri="{BB962C8B-B14F-4D97-AF65-F5344CB8AC3E}">
        <p14:creationId xmlns:p14="http://schemas.microsoft.com/office/powerpoint/2010/main" val="36376136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81</a:t>
            </a:fld>
            <a:endParaRPr lang="en-CA"/>
          </a:p>
        </p:txBody>
      </p:sp>
    </p:spTree>
    <p:extLst>
      <p:ext uri="{BB962C8B-B14F-4D97-AF65-F5344CB8AC3E}">
        <p14:creationId xmlns:p14="http://schemas.microsoft.com/office/powerpoint/2010/main" val="35402328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83</a:t>
            </a:fld>
            <a:endParaRPr lang="en-CA"/>
          </a:p>
        </p:txBody>
      </p:sp>
    </p:spTree>
    <p:extLst>
      <p:ext uri="{BB962C8B-B14F-4D97-AF65-F5344CB8AC3E}">
        <p14:creationId xmlns:p14="http://schemas.microsoft.com/office/powerpoint/2010/main" val="30996485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84</a:t>
            </a:fld>
            <a:endParaRPr lang="en-CA"/>
          </a:p>
        </p:txBody>
      </p:sp>
    </p:spTree>
    <p:extLst>
      <p:ext uri="{BB962C8B-B14F-4D97-AF65-F5344CB8AC3E}">
        <p14:creationId xmlns:p14="http://schemas.microsoft.com/office/powerpoint/2010/main" val="1389712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p>
          <a:p>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85</a:t>
            </a:fld>
            <a:endParaRPr lang="en-CA"/>
          </a:p>
        </p:txBody>
      </p:sp>
    </p:spTree>
    <p:extLst>
      <p:ext uri="{BB962C8B-B14F-4D97-AF65-F5344CB8AC3E}">
        <p14:creationId xmlns:p14="http://schemas.microsoft.com/office/powerpoint/2010/main" val="33533259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86</a:t>
            </a:fld>
            <a:endParaRPr lang="en-CA"/>
          </a:p>
        </p:txBody>
      </p:sp>
    </p:spTree>
    <p:extLst>
      <p:ext uri="{BB962C8B-B14F-4D97-AF65-F5344CB8AC3E}">
        <p14:creationId xmlns:p14="http://schemas.microsoft.com/office/powerpoint/2010/main" val="22388901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92</a:t>
            </a:fld>
            <a:endParaRPr lang="en-CA"/>
          </a:p>
        </p:txBody>
      </p:sp>
    </p:spTree>
    <p:extLst>
      <p:ext uri="{BB962C8B-B14F-4D97-AF65-F5344CB8AC3E}">
        <p14:creationId xmlns:p14="http://schemas.microsoft.com/office/powerpoint/2010/main" val="37012189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95</a:t>
            </a:fld>
            <a:endParaRPr lang="en-CA"/>
          </a:p>
        </p:txBody>
      </p:sp>
    </p:spTree>
    <p:extLst>
      <p:ext uri="{BB962C8B-B14F-4D97-AF65-F5344CB8AC3E}">
        <p14:creationId xmlns:p14="http://schemas.microsoft.com/office/powerpoint/2010/main" val="894407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slide" Target="slide90.xml"/><Relationship Id="rId3" Type="http://schemas.openxmlformats.org/officeDocument/2006/relationships/slideLayout" Target="../slideLayouts/slideLayout2.xml"/><Relationship Id="rId7" Type="http://schemas.openxmlformats.org/officeDocument/2006/relationships/slide" Target="slide43.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2.xml"/><Relationship Id="rId7" Type="http://schemas.openxmlformats.org/officeDocument/2006/relationships/image" Target="../media/image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slide" Target="slide19.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notesSlide" Target="../notesSlides/notesSlide7.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slideLayout" Target="../slideLayouts/slideLayout2.xml"/><Relationship Id="rId5" Type="http://schemas.openxmlformats.org/officeDocument/2006/relationships/tags" Target="../tags/tag34.xml"/><Relationship Id="rId15" Type="http://schemas.openxmlformats.org/officeDocument/2006/relationships/image" Target="../media/image7.png"/><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image" Target="../media/image8.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 Target="slide37.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notesSlide" Target="../notesSlides/notesSlide1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2.xml"/><Relationship Id="rId5" Type="http://schemas.openxmlformats.org/officeDocument/2006/relationships/tags" Target="../tags/tag56.xml"/><Relationship Id="rId4" Type="http://schemas.openxmlformats.org/officeDocument/2006/relationships/tags" Target="../tags/tag55.xml"/></Relationships>
</file>

<file path=ppt/slides/_rels/slide18.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image" Target="../media/image9.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notesSlide" Target="../notesSlides/notesSlide13.xml"/><Relationship Id="rId5" Type="http://schemas.openxmlformats.org/officeDocument/2006/relationships/tags" Target="../tags/tag61.xml"/><Relationship Id="rId10" Type="http://schemas.openxmlformats.org/officeDocument/2006/relationships/slideLayout" Target="../slideLayouts/slideLayout2.xml"/><Relationship Id="rId4" Type="http://schemas.openxmlformats.org/officeDocument/2006/relationships/tags" Target="../tags/tag60.xml"/><Relationship Id="rId9" Type="http://schemas.openxmlformats.org/officeDocument/2006/relationships/tags" Target="../tags/tag65.xml"/></Relationships>
</file>

<file path=ppt/slides/_rels/slide19.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10.png"/><Relationship Id="rId5" Type="http://schemas.openxmlformats.org/officeDocument/2006/relationships/tags" Target="../tags/tag73.xml"/><Relationship Id="rId10" Type="http://schemas.openxmlformats.org/officeDocument/2006/relationships/slideLayout" Target="../slideLayouts/slideLayout2.xml"/><Relationship Id="rId4" Type="http://schemas.openxmlformats.org/officeDocument/2006/relationships/tags" Target="../tags/tag72.xml"/><Relationship Id="rId9" Type="http://schemas.openxmlformats.org/officeDocument/2006/relationships/tags" Target="../tags/tag77.xml"/></Relationships>
</file>

<file path=ppt/slides/_rels/slide21.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image" Target="../media/image11.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notesSlide" Target="../notesSlides/notesSlide16.xml"/><Relationship Id="rId5" Type="http://schemas.openxmlformats.org/officeDocument/2006/relationships/tags" Target="../tags/tag88.xml"/><Relationship Id="rId10" Type="http://schemas.openxmlformats.org/officeDocument/2006/relationships/slideLayout" Target="../slideLayouts/slideLayout2.xml"/><Relationship Id="rId4" Type="http://schemas.openxmlformats.org/officeDocument/2006/relationships/tags" Target="../tags/tag87.xml"/><Relationship Id="rId9" Type="http://schemas.openxmlformats.org/officeDocument/2006/relationships/tags" Target="../tags/tag92.xml"/></Relationships>
</file>

<file path=ppt/slides/_rels/slide24.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98.xml"/><Relationship Id="rId7"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tags" Target="../tags/tag104.xml"/><Relationship Id="rId7" Type="http://schemas.openxmlformats.org/officeDocument/2006/relationships/image" Target="../media/image15.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slideLayout" Target="../slideLayouts/slideLayout2.xml"/><Relationship Id="rId4" Type="http://schemas.openxmlformats.org/officeDocument/2006/relationships/tags" Target="../tags/tag105.xml"/></Relationships>
</file>

<file path=ppt/slides/_rels/slide27.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image" Target="../media/image17.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6.png"/><Relationship Id="rId5" Type="http://schemas.openxmlformats.org/officeDocument/2006/relationships/slideLayout" Target="../slideLayouts/slideLayout2.xml"/><Relationship Id="rId4" Type="http://schemas.openxmlformats.org/officeDocument/2006/relationships/tags" Target="../tags/tag10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s>
</file>

<file path=ppt/slides/_rels/slide30.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19.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20.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21.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22.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23.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24.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25.png"/><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26.png"/><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27.pn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28.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29.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30.png"/><Relationship Id="rId5" Type="http://schemas.openxmlformats.org/officeDocument/2006/relationships/notesSlide" Target="../notesSlides/notesSlide29.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4.xml"/><Relationship Id="rId1" Type="http://schemas.openxmlformats.org/officeDocument/2006/relationships/tags" Target="../tags/tag153.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notesSlide" Target="../notesSlides/notesSlide30.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31.png"/><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image" Target="../media/image33.png"/><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34.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slide" Target="slide62.xml"/><Relationship Id="rId13" Type="http://schemas.openxmlformats.org/officeDocument/2006/relationships/slide" Target="slide76.xml"/><Relationship Id="rId3" Type="http://schemas.openxmlformats.org/officeDocument/2006/relationships/tags" Target="../tags/tag173.xml"/><Relationship Id="rId7" Type="http://schemas.openxmlformats.org/officeDocument/2006/relationships/slide" Target="slide58.xml"/><Relationship Id="rId12" Type="http://schemas.openxmlformats.org/officeDocument/2006/relationships/slide" Target="slide75.xml"/><Relationship Id="rId17" Type="http://schemas.openxmlformats.org/officeDocument/2006/relationships/slide" Target="slide84.xml"/><Relationship Id="rId2" Type="http://schemas.openxmlformats.org/officeDocument/2006/relationships/tags" Target="../tags/tag172.xml"/><Relationship Id="rId16" Type="http://schemas.openxmlformats.org/officeDocument/2006/relationships/slide" Target="slide83.xml"/><Relationship Id="rId1" Type="http://schemas.openxmlformats.org/officeDocument/2006/relationships/tags" Target="../tags/tag171.xml"/><Relationship Id="rId6" Type="http://schemas.openxmlformats.org/officeDocument/2006/relationships/slide" Target="slide52.xml"/><Relationship Id="rId11" Type="http://schemas.openxmlformats.org/officeDocument/2006/relationships/slide" Target="slide71.xml"/><Relationship Id="rId5" Type="http://schemas.openxmlformats.org/officeDocument/2006/relationships/notesSlide" Target="../notesSlides/notesSlide33.xml"/><Relationship Id="rId15" Type="http://schemas.openxmlformats.org/officeDocument/2006/relationships/slide" Target="slide82.xml"/><Relationship Id="rId10" Type="http://schemas.openxmlformats.org/officeDocument/2006/relationships/slide" Target="slide68.xml"/><Relationship Id="rId4" Type="http://schemas.openxmlformats.org/officeDocument/2006/relationships/slideLayout" Target="../slideLayouts/slideLayout2.xml"/><Relationship Id="rId9" Type="http://schemas.openxmlformats.org/officeDocument/2006/relationships/slide" Target="slide67.xml"/><Relationship Id="rId14" Type="http://schemas.openxmlformats.org/officeDocument/2006/relationships/slide" Target="slide79.xml"/></Relationships>
</file>

<file path=ppt/slides/_rels/slide51.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35.png"/><Relationship Id="rId5" Type="http://schemas.openxmlformats.org/officeDocument/2006/relationships/slideLayout" Target="../slideLayouts/slideLayout2.xml"/><Relationship Id="rId4" Type="http://schemas.openxmlformats.org/officeDocument/2006/relationships/tags" Target="../tags/tag177.xml"/></Relationships>
</file>

<file path=ppt/slides/_rels/slide52.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5" Type="http://schemas.openxmlformats.org/officeDocument/2006/relationships/image" Target="../media/image36.png"/><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5" Type="http://schemas.openxmlformats.org/officeDocument/2006/relationships/image" Target="../media/image37.png"/><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 Id="rId4"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4"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 Id="rId4"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4"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tags" Target="../tags/tag210.xml"/><Relationship Id="rId7" Type="http://schemas.openxmlformats.org/officeDocument/2006/relationships/image" Target="../media/image40.png"/><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image" Target="../media/image39.png"/><Relationship Id="rId5" Type="http://schemas.openxmlformats.org/officeDocument/2006/relationships/slideLayout" Target="../slideLayouts/slideLayout2.xml"/><Relationship Id="rId4" Type="http://schemas.openxmlformats.org/officeDocument/2006/relationships/tags" Target="../tags/tag211.xml"/></Relationships>
</file>

<file path=ppt/slides/_rels/slide63.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4"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41.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slideLayout" Target="../slideLayouts/slideLayout2.xm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tags" Target="../tags/tag234.xml"/><Relationship Id="rId5" Type="http://schemas.openxmlformats.org/officeDocument/2006/relationships/tags" Target="../tags/tag228.xml"/><Relationship Id="rId10" Type="http://schemas.openxmlformats.org/officeDocument/2006/relationships/tags" Target="../tags/tag233.xml"/><Relationship Id="rId4" Type="http://schemas.openxmlformats.org/officeDocument/2006/relationships/tags" Target="../tags/tag227.xml"/><Relationship Id="rId9" Type="http://schemas.openxmlformats.org/officeDocument/2006/relationships/tags" Target="../tags/tag23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6.xml"/><Relationship Id="rId1" Type="http://schemas.openxmlformats.org/officeDocument/2006/relationships/tags" Target="../tags/tag235.xml"/></Relationships>
</file>

<file path=ppt/slides/_rels/slide6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39.xml"/><Relationship Id="rId7" Type="http://schemas.openxmlformats.org/officeDocument/2006/relationships/tags" Target="../tags/tag243.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tags" Target="../tags/tag242.xml"/><Relationship Id="rId5" Type="http://schemas.openxmlformats.org/officeDocument/2006/relationships/tags" Target="../tags/tag241.xml"/><Relationship Id="rId10" Type="http://schemas.openxmlformats.org/officeDocument/2006/relationships/image" Target="../media/image42.png"/><Relationship Id="rId4" Type="http://schemas.openxmlformats.org/officeDocument/2006/relationships/tags" Target="../tags/tag240.xml"/><Relationship Id="rId9" Type="http://schemas.openxmlformats.org/officeDocument/2006/relationships/notesSlide" Target="../notesSlides/notesSlide34.xml"/></Relationships>
</file>

<file path=ppt/slides/_rels/slide70.xml.rels><?xml version="1.0" encoding="UTF-8" standalone="yes"?>
<Relationships xmlns="http://schemas.openxmlformats.org/package/2006/relationships"><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image" Target="../media/image46.png"/><Relationship Id="rId3" Type="http://schemas.openxmlformats.org/officeDocument/2006/relationships/tags" Target="../tags/tag258.xml"/><Relationship Id="rId7" Type="http://schemas.openxmlformats.org/officeDocument/2006/relationships/slide" Target="slide76.xml"/><Relationship Id="rId12" Type="http://schemas.openxmlformats.org/officeDocument/2006/relationships/image" Target="../media/image45.png"/><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slide" Target="slide75.xml"/><Relationship Id="rId11" Type="http://schemas.openxmlformats.org/officeDocument/2006/relationships/slide" Target="slide84.xml"/><Relationship Id="rId5" Type="http://schemas.openxmlformats.org/officeDocument/2006/relationships/slideLayout" Target="../slideLayouts/slideLayout2.xml"/><Relationship Id="rId10" Type="http://schemas.openxmlformats.org/officeDocument/2006/relationships/slide" Target="slide83.xml"/><Relationship Id="rId4" Type="http://schemas.openxmlformats.org/officeDocument/2006/relationships/tags" Target="../tags/tag259.xml"/><Relationship Id="rId9" Type="http://schemas.openxmlformats.org/officeDocument/2006/relationships/slide" Target="slide82.xml"/></Relationships>
</file>

<file path=ppt/slides/_rels/slide75.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image" Target="../media/image47.png"/><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 Id="rId5" Type="http://schemas.openxmlformats.org/officeDocument/2006/relationships/image" Target="../media/image48.png"/><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 Id="rId4"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 Id="rId5" Type="http://schemas.openxmlformats.org/officeDocument/2006/relationships/image" Target="../media/image49.png"/><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tags" Target="../tags/tag288.xml"/><Relationship Id="rId3" Type="http://schemas.openxmlformats.org/officeDocument/2006/relationships/tags" Target="../tags/tag283.xml"/><Relationship Id="rId7" Type="http://schemas.openxmlformats.org/officeDocument/2006/relationships/tags" Target="../tags/tag287.xml"/><Relationship Id="rId12" Type="http://schemas.openxmlformats.org/officeDocument/2006/relationships/image" Target="../media/image50.png"/><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tags" Target="../tags/tag286.xml"/><Relationship Id="rId11" Type="http://schemas.openxmlformats.org/officeDocument/2006/relationships/slideLayout" Target="../slideLayouts/slideLayout2.xml"/><Relationship Id="rId5" Type="http://schemas.openxmlformats.org/officeDocument/2006/relationships/tags" Target="../tags/tag285.xml"/><Relationship Id="rId10" Type="http://schemas.openxmlformats.org/officeDocument/2006/relationships/tags" Target="../tags/tag290.xml"/><Relationship Id="rId4" Type="http://schemas.openxmlformats.org/officeDocument/2006/relationships/tags" Target="../tags/tag284.xml"/><Relationship Id="rId9" Type="http://schemas.openxmlformats.org/officeDocument/2006/relationships/tags" Target="../tags/tag289.xml"/></Relationships>
</file>

<file path=ppt/slides/_rels/slide83.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tags" Target="../tags/tag303.xml"/><Relationship Id="rId18" Type="http://schemas.openxmlformats.org/officeDocument/2006/relationships/notesSlide" Target="../notesSlides/notesSlide37.xml"/><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tags" Target="../tags/tag302.xml"/><Relationship Id="rId17" Type="http://schemas.openxmlformats.org/officeDocument/2006/relationships/slideLayout" Target="../slideLayouts/slideLayout2.xml"/><Relationship Id="rId2" Type="http://schemas.openxmlformats.org/officeDocument/2006/relationships/tags" Target="../tags/tag292.xml"/><Relationship Id="rId16" Type="http://schemas.openxmlformats.org/officeDocument/2006/relationships/tags" Target="../tags/tag306.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5" Type="http://schemas.openxmlformats.org/officeDocument/2006/relationships/tags" Target="../tags/tag295.xml"/><Relationship Id="rId15" Type="http://schemas.openxmlformats.org/officeDocument/2006/relationships/tags" Target="../tags/tag305.xml"/><Relationship Id="rId10" Type="http://schemas.openxmlformats.org/officeDocument/2006/relationships/tags" Target="../tags/tag300.xml"/><Relationship Id="rId19" Type="http://schemas.openxmlformats.org/officeDocument/2006/relationships/image" Target="../media/image51.png"/><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tags" Target="../tags/tag304.xml"/></Relationships>
</file>

<file path=ppt/slides/_rels/slide84.xml.rels><?xml version="1.0" encoding="UTF-8" standalone="yes"?>
<Relationships xmlns="http://schemas.openxmlformats.org/package/2006/relationships"><Relationship Id="rId3" Type="http://schemas.openxmlformats.org/officeDocument/2006/relationships/tags" Target="../tags/tag309.xml"/><Relationship Id="rId7" Type="http://schemas.openxmlformats.org/officeDocument/2006/relationships/image" Target="../media/image52.pn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tags" Target="../tags/tag310.xml"/></Relationships>
</file>

<file path=ppt/slides/_rels/slide85.xml.rels><?xml version="1.0" encoding="UTF-8" standalone="yes"?>
<Relationships xmlns="http://schemas.openxmlformats.org/package/2006/relationships"><Relationship Id="rId3" Type="http://schemas.openxmlformats.org/officeDocument/2006/relationships/tags" Target="../tags/tag313.xml"/><Relationship Id="rId2" Type="http://schemas.openxmlformats.org/officeDocument/2006/relationships/tags" Target="../tags/tag312.xml"/><Relationship Id="rId1" Type="http://schemas.openxmlformats.org/officeDocument/2006/relationships/tags" Target="../tags/tag311.xml"/><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image" Target="../media/image53.png"/><Relationship Id="rId5" Type="http://schemas.openxmlformats.org/officeDocument/2006/relationships/notesSlide" Target="../notesSlides/notesSlide40.xml"/><Relationship Id="rId4"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 Id="rId5" Type="http://schemas.openxmlformats.org/officeDocument/2006/relationships/image" Target="../media/image54.png"/><Relationship Id="rId4"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 Id="rId5" Type="http://schemas.openxmlformats.org/officeDocument/2006/relationships/image" Target="../media/image55.png"/><Relationship Id="rId4"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 Id="rId5" Type="http://schemas.openxmlformats.org/officeDocument/2006/relationships/image" Target="../media/image53.png"/><Relationship Id="rId4"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7.xml"/><Relationship Id="rId1" Type="http://schemas.openxmlformats.org/officeDocument/2006/relationships/tags" Target="../tags/tag326.xml"/><Relationship Id="rId4" Type="http://schemas.openxmlformats.org/officeDocument/2006/relationships/slide" Target="slide2.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9.xml"/><Relationship Id="rId1" Type="http://schemas.openxmlformats.org/officeDocument/2006/relationships/tags" Target="../tags/tag328.xml"/></Relationships>
</file>

<file path=ppt/slides/_rels/slide92.xml.rels><?xml version="1.0" encoding="UTF-8" standalone="yes"?>
<Relationships xmlns="http://schemas.openxmlformats.org/package/2006/relationships"><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image" Target="../media/image56.png"/><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tags" Target="../tags/tag333.xml"/><Relationship Id="rId5" Type="http://schemas.openxmlformats.org/officeDocument/2006/relationships/image" Target="../media/image57.png"/><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tags" Target="../tags/tag338.xml"/><Relationship Id="rId7" Type="http://schemas.openxmlformats.org/officeDocument/2006/relationships/image" Target="../media/image58.png"/><Relationship Id="rId2" Type="http://schemas.openxmlformats.org/officeDocument/2006/relationships/tags" Target="../tags/tag337.xml"/><Relationship Id="rId1" Type="http://schemas.openxmlformats.org/officeDocument/2006/relationships/tags" Target="../tags/tag336.xml"/><Relationship Id="rId6" Type="http://schemas.openxmlformats.org/officeDocument/2006/relationships/slideLayout" Target="../slideLayouts/slideLayout2.xml"/><Relationship Id="rId5" Type="http://schemas.openxmlformats.org/officeDocument/2006/relationships/tags" Target="../tags/tag340.xml"/><Relationship Id="rId4" Type="http://schemas.openxmlformats.org/officeDocument/2006/relationships/tags" Target="../tags/tag339.xml"/><Relationship Id="rId9" Type="http://schemas.openxmlformats.org/officeDocument/2006/relationships/image" Target="../media/image60.png"/></Relationships>
</file>

<file path=ppt/slides/_rels/slide9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343.xml"/><Relationship Id="rId7" Type="http://schemas.openxmlformats.org/officeDocument/2006/relationships/image" Target="../media/image61.png"/><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tags" Target="../tags/tag344.xml"/></Relationships>
</file>

<file path=ppt/slides/_rels/slide96.xml.rels><?xml version="1.0" encoding="UTF-8" standalone="yes"?>
<Relationships xmlns="http://schemas.openxmlformats.org/package/2006/relationships"><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 Id="rId5" Type="http://schemas.openxmlformats.org/officeDocument/2006/relationships/slide" Target="slide25.xml"/><Relationship Id="rId4"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 Id="rId4"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 Id="rId4"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tags" Target="../tags/tag356.xml"/><Relationship Id="rId7" Type="http://schemas.openxmlformats.org/officeDocument/2006/relationships/image" Target="../media/image64.png"/><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image" Target="../media/image63.png"/><Relationship Id="rId5" Type="http://schemas.openxmlformats.org/officeDocument/2006/relationships/slideLayout" Target="../slideLayouts/slideLayout2.xml"/><Relationship Id="rId4" Type="http://schemas.openxmlformats.org/officeDocument/2006/relationships/tags" Target="../tags/tag3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523999" y="1925781"/>
            <a:ext cx="9641305" cy="2017315"/>
          </a:xfrm>
        </p:spPr>
        <p:txBody>
          <a:bodyPr/>
          <a:lstStyle/>
          <a:p>
            <a:r>
              <a:rPr lang="en-CA" sz="4400" b="1" dirty="0"/>
              <a:t>System Administration</a:t>
            </a:r>
            <a:br>
              <a:rPr lang="en-CA" sz="4400" b="1" dirty="0"/>
            </a:br>
            <a:r>
              <a:rPr lang="en-CA" sz="4400" dirty="0"/>
              <a:t>Item Load and Inventory Load</a:t>
            </a:r>
            <a:br>
              <a:rPr lang="en-CA" sz="4400" dirty="0"/>
            </a:br>
            <a:r>
              <a:rPr lang="en-CA" sz="4400" dirty="0"/>
              <a:t>Item (WMS) </a:t>
            </a:r>
            <a:br>
              <a:rPr lang="en-CA" sz="4400" dirty="0"/>
            </a:br>
            <a:r>
              <a:rPr lang="en-CA" sz="4400" dirty="0"/>
              <a:t>Item (TMS)</a:t>
            </a:r>
            <a:endParaRPr lang="en-US" sz="4400" dirty="0"/>
          </a:p>
        </p:txBody>
      </p:sp>
      <p:sp>
        <p:nvSpPr>
          <p:cNvPr id="3" name="Subtitle 2"/>
          <p:cNvSpPr>
            <a:spLocks noGrp="1"/>
          </p:cNvSpPr>
          <p:nvPr>
            <p:ph type="subTitle" idx="1"/>
            <p:custDataLst>
              <p:tags r:id="rId2"/>
            </p:custDataLst>
          </p:nvPr>
        </p:nvSpPr>
        <p:spPr>
          <a:xfrm>
            <a:off x="1524000" y="4035172"/>
            <a:ext cx="9144000" cy="1655762"/>
          </a:xfrm>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813034"/>
            <a:ext cx="10808368" cy="3903540"/>
          </a:xfrm>
        </p:spPr>
        <p:txBody>
          <a:bodyPr/>
          <a:lstStyle/>
          <a:p>
            <a:pPr marL="0" indent="0" algn="just">
              <a:lnSpc>
                <a:spcPct val="150000"/>
              </a:lnSpc>
              <a:buNone/>
            </a:pPr>
            <a:r>
              <a:rPr lang="en-CA" dirty="0">
                <a:hlinkClick r:id="rId5" action="ppaction://hlinksldjump"/>
              </a:rPr>
              <a:t>Item Load</a:t>
            </a:r>
            <a:r>
              <a:rPr lang="en-CA" dirty="0"/>
              <a:t>........................................................................................................................3</a:t>
            </a:r>
          </a:p>
          <a:p>
            <a:pPr marL="0" indent="0" algn="just">
              <a:lnSpc>
                <a:spcPct val="150000"/>
              </a:lnSpc>
              <a:buNone/>
            </a:pPr>
            <a:r>
              <a:rPr lang="en-CA" dirty="0">
                <a:hlinkClick r:id="rId6" action="ppaction://hlinksldjump"/>
              </a:rPr>
              <a:t>Inventory Load</a:t>
            </a:r>
            <a:r>
              <a:rPr lang="en-CA" dirty="0"/>
              <a:t>..............................................................................................................28 </a:t>
            </a:r>
          </a:p>
          <a:p>
            <a:pPr marL="0" indent="0" algn="just">
              <a:lnSpc>
                <a:spcPct val="150000"/>
              </a:lnSpc>
              <a:buNone/>
            </a:pPr>
            <a:r>
              <a:rPr lang="en-CA" dirty="0">
                <a:hlinkClick r:id="rId7" action="ppaction://hlinksldjump"/>
              </a:rPr>
              <a:t>Item (WMS)</a:t>
            </a:r>
            <a:r>
              <a:rPr lang="en-CA" dirty="0"/>
              <a:t> ..................................................................................................................43</a:t>
            </a:r>
          </a:p>
          <a:p>
            <a:pPr marL="0" indent="0" algn="just">
              <a:lnSpc>
                <a:spcPct val="150000"/>
              </a:lnSpc>
              <a:buNone/>
            </a:pPr>
            <a:r>
              <a:rPr lang="en-CA" dirty="0">
                <a:hlinkClick r:id="rId8" action="ppaction://hlinksldjump"/>
              </a:rPr>
              <a:t>Item (TMS)</a:t>
            </a:r>
            <a:r>
              <a:rPr lang="en-CA" dirty="0"/>
              <a:t>…..................................................................................................................90</a:t>
            </a:r>
          </a:p>
          <a:p>
            <a:pPr marL="0" indent="0" algn="just">
              <a:lnSpc>
                <a:spcPct val="150000"/>
              </a:lnSpc>
              <a:buNone/>
            </a:pPr>
            <a:r>
              <a:rPr lang="en-CA" dirty="0">
                <a:highlight>
                  <a:srgbClr val="FFFF00"/>
                </a:highlight>
              </a:rPr>
              <a:t> </a:t>
            </a:r>
          </a:p>
          <a:p>
            <a:pPr marL="0" indent="0" algn="just">
              <a:lnSpc>
                <a:spcPct val="15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Item Load</a:t>
            </a:r>
          </a:p>
        </p:txBody>
      </p:sp>
      <p:sp>
        <p:nvSpPr>
          <p:cNvPr id="4" name="TextBox 3">
            <a:extLst>
              <a:ext uri="{FF2B5EF4-FFF2-40B4-BE49-F238E27FC236}">
                <a16:creationId xmlns:a16="http://schemas.microsoft.com/office/drawing/2014/main" xmlns="" id="{D4F434B2-1C3A-4533-9BAC-8BA4D9A71AFA}"/>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59677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fr-CA" dirty="0"/>
              <a:t>I</a:t>
            </a:r>
            <a:r>
              <a:rPr lang="en-CA" dirty="0" err="1"/>
              <a:t>tem</a:t>
            </a:r>
            <a:r>
              <a:rPr lang="en-CA" dirty="0"/>
              <a:t> Load</a:t>
            </a:r>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690688"/>
            <a:ext cx="10684413" cy="4387801"/>
          </a:xfrm>
        </p:spPr>
        <p:txBody>
          <a:bodyPr/>
          <a:lstStyle/>
          <a:p>
            <a:pPr algn="just">
              <a:lnSpc>
                <a:spcPct val="150000"/>
              </a:lnSpc>
            </a:pPr>
            <a:r>
              <a:rPr lang="en-US" dirty="0"/>
              <a:t>Items in the WMS are specified with a wide variety of attributes which can be defined through the Item Load resource. </a:t>
            </a:r>
          </a:p>
          <a:p>
            <a:pPr algn="just">
              <a:lnSpc>
                <a:spcPct val="150000"/>
              </a:lnSpc>
            </a:pPr>
            <a:r>
              <a:rPr lang="en-US" dirty="0"/>
              <a:t>The Item Load resource is similar to the Item Management resource (which is more detailed). The Item Load resource has been customized to reflect the minimum fields required for item configuration in the WMS.</a:t>
            </a:r>
          </a:p>
          <a:p>
            <a:pPr algn="just">
              <a:lnSpc>
                <a:spcPct val="150000"/>
              </a:lnSpc>
            </a:pPr>
            <a:endParaRPr lang="en-US" dirty="0"/>
          </a:p>
        </p:txBody>
      </p:sp>
    </p:spTree>
    <p:extLst>
      <p:ext uri="{BB962C8B-B14F-4D97-AF65-F5344CB8AC3E}">
        <p14:creationId xmlns:p14="http://schemas.microsoft.com/office/powerpoint/2010/main" val="294767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A014F7-DE4D-40E1-860D-4E9FEC2BB033}"/>
              </a:ext>
            </a:extLst>
          </p:cNvPr>
          <p:cNvSpPr>
            <a:spLocks noGrp="1"/>
          </p:cNvSpPr>
          <p:nvPr>
            <p:ph type="title"/>
            <p:custDataLst>
              <p:tags r:id="rId1"/>
            </p:custDataLst>
          </p:nvPr>
        </p:nvSpPr>
        <p:spPr/>
        <p:txBody>
          <a:bodyPr/>
          <a:lstStyle/>
          <a:p>
            <a:r>
              <a:rPr lang="fr-CA" dirty="0"/>
              <a:t>Item </a:t>
            </a:r>
            <a:r>
              <a:rPr lang="fr-CA" dirty="0" err="1"/>
              <a:t>Load</a:t>
            </a:r>
            <a:r>
              <a:rPr lang="fr-CA" dirty="0"/>
              <a:t> </a:t>
            </a:r>
            <a:endParaRPr lang="en-CA" dirty="0"/>
          </a:p>
        </p:txBody>
      </p:sp>
      <p:sp>
        <p:nvSpPr>
          <p:cNvPr id="6" name="Content Placeholder 2">
            <a:extLst>
              <a:ext uri="{FF2B5EF4-FFF2-40B4-BE49-F238E27FC236}">
                <a16:creationId xmlns:a16="http://schemas.microsoft.com/office/drawing/2014/main" xmlns="" id="{A03162A0-74B3-4941-98D9-AE56889B2F7E}"/>
              </a:ext>
            </a:extLst>
          </p:cNvPr>
          <p:cNvSpPr>
            <a:spLocks noGrp="1"/>
          </p:cNvSpPr>
          <p:nvPr>
            <p:ph idx="1"/>
            <p:custDataLst>
              <p:tags r:id="rId2"/>
            </p:custDataLst>
          </p:nvPr>
        </p:nvSpPr>
        <p:spPr>
          <a:xfrm>
            <a:off x="595745" y="1178449"/>
            <a:ext cx="7585730"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Configuration</a:t>
            </a:r>
            <a:r>
              <a:rPr lang="en-US" sz="2300" dirty="0"/>
              <a:t>. </a:t>
            </a:r>
          </a:p>
          <a:p>
            <a:pPr marL="457200" indent="-457200" algn="just">
              <a:lnSpc>
                <a:spcPct val="150000"/>
              </a:lnSpc>
              <a:buFont typeface="+mj-lt"/>
              <a:buAutoNum type="arabicPeriod"/>
            </a:pPr>
            <a:r>
              <a:rPr lang="en-US" sz="2300" dirty="0"/>
              <a:t>Under Configuration, click on </a:t>
            </a:r>
            <a:r>
              <a:rPr lang="en-US" sz="2300" b="1" dirty="0"/>
              <a:t>Data Import and/or Export Views</a:t>
            </a:r>
            <a:r>
              <a:rPr lang="en-US" sz="2300" dirty="0"/>
              <a:t>.</a:t>
            </a:r>
          </a:p>
          <a:p>
            <a:pPr marL="457200" indent="-457200" algn="just">
              <a:lnSpc>
                <a:spcPct val="150000"/>
              </a:lnSpc>
              <a:buFont typeface="+mj-lt"/>
              <a:buAutoNum type="arabicPeriod"/>
            </a:pPr>
            <a:r>
              <a:rPr lang="en-US" sz="2300" dirty="0"/>
              <a:t>Under Data Import and/or Export Views, click on </a:t>
            </a:r>
            <a:r>
              <a:rPr lang="en-US" sz="2300" b="1" dirty="0"/>
              <a:t>Item Load.</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ABEE0560-E4F9-43D3-A6C2-34FD156FC9AA}"/>
              </a:ext>
            </a:extLst>
          </p:cNvPr>
          <p:cNvPicPr>
            <a:picLocks noChangeAspect="1"/>
          </p:cNvPicPr>
          <p:nvPr>
            <p:custDataLst>
              <p:tags r:id="rId3"/>
            </p:custDataLst>
          </p:nvPr>
        </p:nvPicPr>
        <p:blipFill>
          <a:blip r:embed="rId6"/>
          <a:stretch>
            <a:fillRect/>
          </a:stretch>
        </p:blipFill>
        <p:spPr>
          <a:xfrm>
            <a:off x="8447500" y="300957"/>
            <a:ext cx="2906300" cy="5917417"/>
          </a:xfrm>
          <a:prstGeom prst="rect">
            <a:avLst/>
          </a:prstGeom>
        </p:spPr>
      </p:pic>
    </p:spTree>
    <p:extLst>
      <p:ext uri="{BB962C8B-B14F-4D97-AF65-F5344CB8AC3E}">
        <p14:creationId xmlns:p14="http://schemas.microsoft.com/office/powerpoint/2010/main" val="390700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1C3331-585E-4EF2-B637-AE231AF0736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pSp>
        <p:nvGrpSpPr>
          <p:cNvPr id="8" name="Group 7">
            <a:extLst>
              <a:ext uri="{FF2B5EF4-FFF2-40B4-BE49-F238E27FC236}">
                <a16:creationId xmlns:a16="http://schemas.microsoft.com/office/drawing/2014/main" xmlns="" id="{C797A58C-34B2-455C-B151-32B50FE656DD}"/>
              </a:ext>
            </a:extLst>
          </p:cNvPr>
          <p:cNvGrpSpPr/>
          <p:nvPr>
            <p:custDataLst>
              <p:tags r:id="rId2"/>
            </p:custDataLst>
          </p:nvPr>
        </p:nvGrpSpPr>
        <p:grpSpPr>
          <a:xfrm>
            <a:off x="643759" y="2268839"/>
            <a:ext cx="10710041" cy="2979354"/>
            <a:chOff x="0" y="480017"/>
            <a:chExt cx="12192000" cy="3437385"/>
          </a:xfrm>
        </p:grpSpPr>
        <p:pic>
          <p:nvPicPr>
            <p:cNvPr id="5" name="Picture 4">
              <a:extLst>
                <a:ext uri="{FF2B5EF4-FFF2-40B4-BE49-F238E27FC236}">
                  <a16:creationId xmlns:a16="http://schemas.microsoft.com/office/drawing/2014/main" xmlns="" id="{0E064489-B402-412D-A66B-1A906B68CDB6}"/>
                </a:ext>
              </a:extLst>
            </p:cNvPr>
            <p:cNvPicPr>
              <a:picLocks noChangeAspect="1"/>
            </p:cNvPicPr>
            <p:nvPr/>
          </p:nvPicPr>
          <p:blipFill rotWithShape="1">
            <a:blip r:embed="rId5"/>
            <a:srcRect b="53341"/>
            <a:stretch/>
          </p:blipFill>
          <p:spPr>
            <a:xfrm>
              <a:off x="0" y="480017"/>
              <a:ext cx="12192000" cy="2751914"/>
            </a:xfrm>
            <a:prstGeom prst="rect">
              <a:avLst/>
            </a:prstGeom>
          </p:spPr>
        </p:pic>
        <p:pic>
          <p:nvPicPr>
            <p:cNvPr id="7" name="Picture 6">
              <a:extLst>
                <a:ext uri="{FF2B5EF4-FFF2-40B4-BE49-F238E27FC236}">
                  <a16:creationId xmlns:a16="http://schemas.microsoft.com/office/drawing/2014/main" xmlns="" id="{A5BCA842-E2C4-42EF-A971-F651B4953274}"/>
                </a:ext>
              </a:extLst>
            </p:cNvPr>
            <p:cNvPicPr>
              <a:picLocks noChangeAspect="1"/>
            </p:cNvPicPr>
            <p:nvPr/>
          </p:nvPicPr>
          <p:blipFill rotWithShape="1">
            <a:blip r:embed="rId5"/>
            <a:srcRect t="81331"/>
            <a:stretch/>
          </p:blipFill>
          <p:spPr>
            <a:xfrm>
              <a:off x="0" y="2816334"/>
              <a:ext cx="12192000" cy="1101068"/>
            </a:xfrm>
            <a:prstGeom prst="rect">
              <a:avLst/>
            </a:prstGeom>
          </p:spPr>
        </p:pic>
      </p:grpSp>
      <p:sp>
        <p:nvSpPr>
          <p:cNvPr id="9" name="Content Placeholder 2">
            <a:extLst>
              <a:ext uri="{FF2B5EF4-FFF2-40B4-BE49-F238E27FC236}">
                <a16:creationId xmlns:a16="http://schemas.microsoft.com/office/drawing/2014/main" xmlns="" id="{D13DA46D-CD64-490C-80E5-4DDD30392637}"/>
              </a:ext>
            </a:extLst>
          </p:cNvPr>
          <p:cNvSpPr>
            <a:spLocks noGrp="1"/>
          </p:cNvSpPr>
          <p:nvPr>
            <p:ph idx="1"/>
            <p:custDataLst>
              <p:tags r:id="rId3"/>
            </p:custDataLst>
          </p:nvPr>
        </p:nvSpPr>
        <p:spPr>
          <a:xfrm>
            <a:off x="838200" y="1340069"/>
            <a:ext cx="10710041" cy="4836894"/>
          </a:xfrm>
        </p:spPr>
        <p:txBody>
          <a:bodyPr/>
          <a:lstStyle/>
          <a:p>
            <a:pPr marL="457200" indent="-457200">
              <a:lnSpc>
                <a:spcPct val="150000"/>
              </a:lnSpc>
              <a:buFont typeface="+mj-lt"/>
              <a:buAutoNum type="arabicPeriod" startAt="6"/>
            </a:pPr>
            <a:r>
              <a:rPr lang="fr-CA" dirty="0" err="1"/>
              <a:t>From</a:t>
            </a:r>
            <a:r>
              <a:rPr lang="fr-CA" dirty="0"/>
              <a:t> the new </a:t>
            </a:r>
            <a:r>
              <a:rPr lang="fr-CA" dirty="0" err="1"/>
              <a:t>window</a:t>
            </a:r>
            <a:r>
              <a:rPr lang="fr-CA" dirty="0"/>
              <a:t>, select the </a:t>
            </a:r>
            <a:r>
              <a:rPr lang="fr-CA" dirty="0" err="1"/>
              <a:t>Create</a:t>
            </a:r>
            <a:r>
              <a:rPr lang="fr-CA" dirty="0"/>
              <a:t> action.</a:t>
            </a:r>
          </a:p>
        </p:txBody>
      </p:sp>
    </p:spTree>
    <p:extLst>
      <p:ext uri="{BB962C8B-B14F-4D97-AF65-F5344CB8AC3E}">
        <p14:creationId xmlns:p14="http://schemas.microsoft.com/office/powerpoint/2010/main" val="1043915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BCABD3-7A10-44BF-ABBF-45B975C9B49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53474193-55DD-4B03-A625-1686DEAA14EF}"/>
              </a:ext>
            </a:extLst>
          </p:cNvPr>
          <p:cNvSpPr>
            <a:spLocks noGrp="1"/>
          </p:cNvSpPr>
          <p:nvPr>
            <p:ph idx="1"/>
            <p:custDataLst>
              <p:tags r:id="rId2"/>
            </p:custDataLst>
          </p:nvPr>
        </p:nvSpPr>
        <p:spPr>
          <a:xfrm>
            <a:off x="838200" y="1340069"/>
            <a:ext cx="6534239" cy="4836894"/>
          </a:xfrm>
        </p:spPr>
        <p:txBody>
          <a:bodyPr/>
          <a:lstStyle/>
          <a:p>
            <a:pPr marL="457200" indent="-457200">
              <a:lnSpc>
                <a:spcPct val="150000"/>
              </a:lnSpc>
              <a:buFont typeface="+mj-lt"/>
              <a:buAutoNum type="arabicPeriod" startAt="7"/>
            </a:pPr>
            <a:r>
              <a:rPr lang="fr-CA" dirty="0"/>
              <a:t>A new Item </a:t>
            </a:r>
            <a:r>
              <a:rPr lang="fr-CA" dirty="0" err="1"/>
              <a:t>Load</a:t>
            </a:r>
            <a:r>
              <a:rPr lang="fr-CA" dirty="0"/>
              <a:t> </a:t>
            </a:r>
            <a:r>
              <a:rPr lang="fr-CA" dirty="0" err="1"/>
              <a:t>window</a:t>
            </a:r>
            <a:r>
              <a:rPr lang="fr-CA" dirty="0"/>
              <a:t> </a:t>
            </a:r>
            <a:r>
              <a:rPr lang="fr-CA" dirty="0" err="1"/>
              <a:t>will</a:t>
            </a:r>
            <a:r>
              <a:rPr lang="fr-CA" dirty="0"/>
              <a:t> </a:t>
            </a:r>
            <a:r>
              <a:rPr lang="fr-CA" dirty="0" err="1"/>
              <a:t>appear</a:t>
            </a:r>
            <a:r>
              <a:rPr lang="fr-CA" dirty="0"/>
              <a:t>. Enter the Item </a:t>
            </a:r>
            <a:r>
              <a:rPr lang="fr-CA" dirty="0" err="1"/>
              <a:t>number</a:t>
            </a:r>
            <a:r>
              <a:rPr lang="fr-CA" dirty="0"/>
              <a:t> </a:t>
            </a:r>
            <a:r>
              <a:rPr lang="fr-CA" dirty="0" err="1"/>
              <a:t>you</a:t>
            </a:r>
            <a:r>
              <a:rPr lang="fr-CA" dirty="0"/>
              <a:t> </a:t>
            </a:r>
            <a:r>
              <a:rPr lang="fr-CA" dirty="0" err="1"/>
              <a:t>wish</a:t>
            </a:r>
            <a:r>
              <a:rPr lang="fr-CA" dirty="0"/>
              <a:t> to </a:t>
            </a:r>
            <a:r>
              <a:rPr lang="fr-CA" dirty="0" err="1"/>
              <a:t>load</a:t>
            </a:r>
            <a:r>
              <a:rPr lang="fr-CA" dirty="0"/>
              <a:t>.</a:t>
            </a:r>
          </a:p>
          <a:p>
            <a:pPr marL="457200" indent="-457200">
              <a:lnSpc>
                <a:spcPct val="150000"/>
              </a:lnSpc>
              <a:buFont typeface="+mj-lt"/>
              <a:buAutoNum type="arabicPeriod" startAt="7"/>
            </a:pPr>
            <a:r>
              <a:rPr lang="fr-CA" dirty="0"/>
              <a:t>Click Continue. </a:t>
            </a:r>
            <a:endParaRPr lang="en-CA" dirty="0"/>
          </a:p>
        </p:txBody>
      </p:sp>
      <p:pic>
        <p:nvPicPr>
          <p:cNvPr id="9" name="Picture 8">
            <a:extLst>
              <a:ext uri="{FF2B5EF4-FFF2-40B4-BE49-F238E27FC236}">
                <a16:creationId xmlns:a16="http://schemas.microsoft.com/office/drawing/2014/main" xmlns="" id="{98A34CF5-1E50-4601-80D6-2B6CF5045931}"/>
              </a:ext>
            </a:extLst>
          </p:cNvPr>
          <p:cNvPicPr>
            <a:picLocks noChangeAspect="1"/>
          </p:cNvPicPr>
          <p:nvPr>
            <p:custDataLst>
              <p:tags r:id="rId3"/>
            </p:custDataLst>
          </p:nvPr>
        </p:nvPicPr>
        <p:blipFill>
          <a:blip r:embed="rId5"/>
          <a:stretch>
            <a:fillRect/>
          </a:stretch>
        </p:blipFill>
        <p:spPr>
          <a:xfrm>
            <a:off x="7612899" y="365125"/>
            <a:ext cx="3500440" cy="5648815"/>
          </a:xfrm>
          <a:prstGeom prst="rect">
            <a:avLst/>
          </a:prstGeom>
        </p:spPr>
      </p:pic>
    </p:spTree>
    <p:extLst>
      <p:ext uri="{BB962C8B-B14F-4D97-AF65-F5344CB8AC3E}">
        <p14:creationId xmlns:p14="http://schemas.microsoft.com/office/powerpoint/2010/main" val="423154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88A62F98-1398-4388-B088-C11376F92F3D}"/>
              </a:ext>
            </a:extLst>
          </p:cNvPr>
          <p:cNvSpPr>
            <a:spLocks noGrp="1"/>
          </p:cNvSpPr>
          <p:nvPr>
            <p:ph idx="1"/>
            <p:custDataLst>
              <p:tags r:id="rId2"/>
            </p:custDataLst>
          </p:nvPr>
        </p:nvSpPr>
        <p:spPr>
          <a:xfrm>
            <a:off x="838200" y="1261241"/>
            <a:ext cx="10515600" cy="4915722"/>
          </a:xfrm>
        </p:spPr>
        <p:txBody>
          <a:bodyPr/>
          <a:lstStyle/>
          <a:p>
            <a:pPr>
              <a:lnSpc>
                <a:spcPct val="150000"/>
              </a:lnSpc>
            </a:pPr>
            <a:r>
              <a:rPr lang="en-US" sz="2100" dirty="0"/>
              <a:t>The item's detailed view appears from which you can fill in the various fields required for the following sections: </a:t>
            </a:r>
          </a:p>
          <a:p>
            <a:pPr lvl="1">
              <a:lnSpc>
                <a:spcPct val="150000"/>
              </a:lnSpc>
              <a:buFont typeface="Wingdings" panose="05000000000000000000" pitchFamily="2" charset="2"/>
              <a:buChar char="ü"/>
            </a:pPr>
            <a:r>
              <a:rPr lang="en-US" sz="2100" dirty="0"/>
              <a:t> General </a:t>
            </a:r>
          </a:p>
          <a:p>
            <a:pPr lvl="1">
              <a:lnSpc>
                <a:spcPct val="150000"/>
              </a:lnSpc>
              <a:buFont typeface="Wingdings" panose="05000000000000000000" pitchFamily="2" charset="2"/>
              <a:buChar char="ü"/>
            </a:pPr>
            <a:r>
              <a:rPr lang="en-US" sz="2100" dirty="0"/>
              <a:t> UOMs </a:t>
            </a:r>
          </a:p>
          <a:p>
            <a:pPr lvl="1">
              <a:lnSpc>
                <a:spcPct val="150000"/>
              </a:lnSpc>
              <a:buFont typeface="Wingdings" panose="05000000000000000000" pitchFamily="2" charset="2"/>
              <a:buChar char="ü"/>
            </a:pPr>
            <a:r>
              <a:rPr lang="en-US" sz="2100" dirty="0"/>
              <a:t> Volume and Weight </a:t>
            </a:r>
          </a:p>
          <a:p>
            <a:pPr lvl="1">
              <a:lnSpc>
                <a:spcPct val="150000"/>
              </a:lnSpc>
              <a:buFont typeface="Wingdings" panose="05000000000000000000" pitchFamily="2" charset="2"/>
              <a:buChar char="ü"/>
            </a:pPr>
            <a:r>
              <a:rPr lang="en-US" sz="2100" dirty="0"/>
              <a:t> Receiving </a:t>
            </a:r>
          </a:p>
          <a:p>
            <a:pPr lvl="1">
              <a:lnSpc>
                <a:spcPct val="150000"/>
              </a:lnSpc>
              <a:buFont typeface="Wingdings" panose="05000000000000000000" pitchFamily="2" charset="2"/>
              <a:buChar char="ü"/>
            </a:pPr>
            <a:r>
              <a:rPr lang="en-CA" sz="2100" dirty="0"/>
              <a:t> Default Input Settings</a:t>
            </a:r>
            <a:endParaRPr lang="en-US" sz="2100" dirty="0"/>
          </a:p>
          <a:p>
            <a:pPr lvl="1">
              <a:lnSpc>
                <a:spcPct val="150000"/>
              </a:lnSpc>
              <a:buFont typeface="Wingdings" panose="05000000000000000000" pitchFamily="2" charset="2"/>
              <a:buChar char="ü"/>
            </a:pPr>
            <a:r>
              <a:rPr lang="en-CA" sz="2100" dirty="0"/>
              <a:t> Other Information</a:t>
            </a:r>
          </a:p>
        </p:txBody>
      </p:sp>
    </p:spTree>
    <p:extLst>
      <p:ext uri="{BB962C8B-B14F-4D97-AF65-F5344CB8AC3E}">
        <p14:creationId xmlns:p14="http://schemas.microsoft.com/office/powerpoint/2010/main" val="279292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88A62F98-1398-4388-B088-C11376F92F3D}"/>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9"/>
            </a:pPr>
            <a:r>
              <a:rPr lang="en-US" sz="2100" dirty="0"/>
              <a:t>Complete the </a:t>
            </a:r>
            <a:r>
              <a:rPr lang="en-US" sz="2100" b="1" dirty="0"/>
              <a:t>General section </a:t>
            </a:r>
            <a:r>
              <a:rPr lang="en-US" sz="2100" dirty="0"/>
              <a:t>at least for the following fields: Description 1, UPC, Stock Type, Pallet Required, Allow </a:t>
            </a:r>
            <a:r>
              <a:rPr lang="en-US" sz="2100" dirty="0" err="1"/>
              <a:t>Overpick</a:t>
            </a:r>
            <a:r>
              <a:rPr lang="en-US" sz="2100" dirty="0"/>
              <a:t>, Cycle Count Frequency, </a:t>
            </a:r>
            <a:r>
              <a:rPr lang="en-CA" sz="2100" dirty="0"/>
              <a:t>Cycle Count Trigger Quantity, Cycle Count Trigger UOM,</a:t>
            </a:r>
            <a:r>
              <a:rPr lang="en-US" sz="2100" dirty="0"/>
              <a:t> Shelf Life</a:t>
            </a:r>
            <a:r>
              <a:rPr lang="en-CA" sz="2100" dirty="0"/>
              <a:t> </a:t>
            </a:r>
            <a:r>
              <a:rPr lang="en-US" sz="2100" dirty="0"/>
              <a:t>, Maximum Stack Count. An explanation of the fields is given in the next slides.</a:t>
            </a:r>
            <a:endParaRPr lang="en-CA" sz="2100" dirty="0"/>
          </a:p>
        </p:txBody>
      </p:sp>
      <p:pic>
        <p:nvPicPr>
          <p:cNvPr id="7" name="Picture 6">
            <a:extLst>
              <a:ext uri="{FF2B5EF4-FFF2-40B4-BE49-F238E27FC236}">
                <a16:creationId xmlns:a16="http://schemas.microsoft.com/office/drawing/2014/main" xmlns="" id="{86F199DE-126D-47EA-9E5E-8248FF324DB4}"/>
              </a:ext>
            </a:extLst>
          </p:cNvPr>
          <p:cNvPicPr>
            <a:picLocks noChangeAspect="1"/>
          </p:cNvPicPr>
          <p:nvPr>
            <p:custDataLst>
              <p:tags r:id="rId3"/>
            </p:custDataLst>
          </p:nvPr>
        </p:nvPicPr>
        <p:blipFill>
          <a:blip r:embed="rId7"/>
          <a:stretch>
            <a:fillRect/>
          </a:stretch>
        </p:blipFill>
        <p:spPr>
          <a:xfrm>
            <a:off x="6096000" y="2658533"/>
            <a:ext cx="4357546" cy="3761504"/>
          </a:xfrm>
          <a:prstGeom prst="rect">
            <a:avLst/>
          </a:prstGeom>
          <a:ln>
            <a:solidFill>
              <a:schemeClr val="tx1">
                <a:lumMod val="65000"/>
                <a:lumOff val="35000"/>
              </a:schemeClr>
            </a:solidFill>
          </a:ln>
        </p:spPr>
      </p:pic>
      <p:pic>
        <p:nvPicPr>
          <p:cNvPr id="9" name="Picture 8">
            <a:extLst>
              <a:ext uri="{FF2B5EF4-FFF2-40B4-BE49-F238E27FC236}">
                <a16:creationId xmlns:a16="http://schemas.microsoft.com/office/drawing/2014/main" xmlns="" id="{BB5EF162-BB09-4685-A77E-DC8D4385246E}"/>
              </a:ext>
            </a:extLst>
          </p:cNvPr>
          <p:cNvPicPr>
            <a:picLocks noChangeAspect="1"/>
          </p:cNvPicPr>
          <p:nvPr>
            <p:custDataLst>
              <p:tags r:id="rId4"/>
            </p:custDataLst>
          </p:nvPr>
        </p:nvPicPr>
        <p:blipFill>
          <a:blip r:embed="rId8"/>
          <a:stretch>
            <a:fillRect/>
          </a:stretch>
        </p:blipFill>
        <p:spPr>
          <a:xfrm>
            <a:off x="838200" y="3544662"/>
            <a:ext cx="4888301" cy="2753838"/>
          </a:xfrm>
          <a:prstGeom prst="rect">
            <a:avLst/>
          </a:prstGeom>
          <a:ln>
            <a:solidFill>
              <a:schemeClr val="tx1">
                <a:lumMod val="65000"/>
                <a:lumOff val="35000"/>
              </a:schemeClr>
            </a:solidFill>
          </a:ln>
        </p:spPr>
      </p:pic>
    </p:spTree>
    <p:extLst>
      <p:ext uri="{BB962C8B-B14F-4D97-AF65-F5344CB8AC3E}">
        <p14:creationId xmlns:p14="http://schemas.microsoft.com/office/powerpoint/2010/main" val="2141601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88A62F98-1398-4388-B088-C11376F92F3D}"/>
              </a:ext>
            </a:extLst>
          </p:cNvPr>
          <p:cNvSpPr>
            <a:spLocks noGrp="1"/>
          </p:cNvSpPr>
          <p:nvPr>
            <p:ph idx="1"/>
            <p:custDataLst>
              <p:tags r:id="rId2"/>
            </p:custDataLst>
          </p:nvPr>
        </p:nvSpPr>
        <p:spPr>
          <a:xfrm>
            <a:off x="838200" y="1185334"/>
            <a:ext cx="10515600" cy="4940830"/>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graphicFrame>
        <p:nvGraphicFramePr>
          <p:cNvPr id="5" name="Table 5">
            <a:extLst>
              <a:ext uri="{FF2B5EF4-FFF2-40B4-BE49-F238E27FC236}">
                <a16:creationId xmlns:a16="http://schemas.microsoft.com/office/drawing/2014/main" xmlns="" id="{ECC43149-8DFA-48D5-B4C0-294B4A97B849}"/>
              </a:ext>
            </a:extLst>
          </p:cNvPr>
          <p:cNvGraphicFramePr>
            <a:graphicFrameLocks noGrp="1"/>
          </p:cNvGraphicFramePr>
          <p:nvPr>
            <p:custDataLst>
              <p:tags r:id="rId3"/>
            </p:custDataLst>
            <p:extLst>
              <p:ext uri="{D42A27DB-BD31-4B8C-83A1-F6EECF244321}">
                <p14:modId xmlns:p14="http://schemas.microsoft.com/office/powerpoint/2010/main" val="511198274"/>
              </p:ext>
            </p:extLst>
          </p:nvPr>
        </p:nvGraphicFramePr>
        <p:xfrm>
          <a:off x="304800" y="1812820"/>
          <a:ext cx="11582400" cy="4511040"/>
        </p:xfrm>
        <a:graphic>
          <a:graphicData uri="http://schemas.openxmlformats.org/drawingml/2006/table">
            <a:tbl>
              <a:tblPr firstRow="1" bandRow="1">
                <a:tableStyleId>{F5AB1C69-6EDB-4FF4-983F-18BD219EF322}</a:tableStyleId>
              </a:tblPr>
              <a:tblGrid>
                <a:gridCol w="1828800">
                  <a:extLst>
                    <a:ext uri="{9D8B030D-6E8A-4147-A177-3AD203B41FA5}">
                      <a16:colId xmlns:a16="http://schemas.microsoft.com/office/drawing/2014/main" xmlns="" val="3611636286"/>
                    </a:ext>
                  </a:extLst>
                </a:gridCol>
                <a:gridCol w="9753600">
                  <a:extLst>
                    <a:ext uri="{9D8B030D-6E8A-4147-A177-3AD203B41FA5}">
                      <a16:colId xmlns:a16="http://schemas.microsoft.com/office/drawing/2014/main" xmlns=""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a:solidFill>
                            <a:schemeClr val="tx1">
                              <a:lumMod val="50000"/>
                              <a:lumOff val="50000"/>
                            </a:schemeClr>
                          </a:solidFill>
                          <a:latin typeface="+mn-lt"/>
                          <a:ea typeface="+mn-ea"/>
                          <a:cs typeface="+mn-cs"/>
                        </a:rPr>
                        <a:t>Description 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Short description of the item. This is the description that appears on mobile equipment for commands involving inventory of this item.</a:t>
                      </a:r>
                    </a:p>
                  </a:txBody>
                  <a:tcPr/>
                </a:tc>
                <a:extLst>
                  <a:ext uri="{0D108BD9-81ED-4DB2-BD59-A6C34878D82A}">
                    <a16:rowId xmlns:a16="http://schemas.microsoft.com/office/drawing/2014/main" xmlns="" val="2629011165"/>
                  </a:ext>
                </a:extLst>
              </a:tr>
              <a:tr h="370840">
                <a:tc>
                  <a:txBody>
                    <a:bodyPr/>
                    <a:lstStyle/>
                    <a:p>
                      <a:pPr marL="0" algn="l" defTabSz="914400" rtl="0" eaLnBrk="1" latinLnBrk="0" hangingPunct="1"/>
                      <a:r>
                        <a:rPr lang="fr-CA" sz="1900" kern="1200" dirty="0">
                          <a:solidFill>
                            <a:schemeClr val="tx1">
                              <a:lumMod val="50000"/>
                              <a:lumOff val="50000"/>
                            </a:schemeClr>
                          </a:solidFill>
                          <a:latin typeface="+mn-lt"/>
                          <a:ea typeface="+mn-ea"/>
                          <a:cs typeface="+mn-cs"/>
                        </a:rPr>
                        <a:t>UPC</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universal product code for this item. </a:t>
                      </a:r>
                      <a:r>
                        <a:rPr lang="en-US" sz="1900" b="1" u="sng" kern="1200" dirty="0">
                          <a:solidFill>
                            <a:schemeClr val="tx1">
                              <a:lumMod val="50000"/>
                              <a:lumOff val="50000"/>
                            </a:schemeClr>
                          </a:solidFill>
                          <a:latin typeface="+mn-lt"/>
                          <a:ea typeface="+mn-ea"/>
                          <a:cs typeface="+mn-cs"/>
                        </a:rPr>
                        <a:t>This value is usually downloaded from the DMS.</a:t>
                      </a:r>
                    </a:p>
                  </a:txBody>
                  <a:tcPr/>
                </a:tc>
                <a:extLst>
                  <a:ext uri="{0D108BD9-81ED-4DB2-BD59-A6C34878D82A}">
                    <a16:rowId xmlns:a16="http://schemas.microsoft.com/office/drawing/2014/main" xmlns="" val="1071974661"/>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Pallet Required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A value of Yes indicates that the system consider </a:t>
                      </a:r>
                      <a:r>
                        <a:rPr lang="en-US" sz="1900" kern="1200" dirty="0">
                          <a:solidFill>
                            <a:schemeClr val="tx1">
                              <a:lumMod val="50000"/>
                              <a:lumOff val="50000"/>
                            </a:schemeClr>
                          </a:solidFill>
                          <a:latin typeface="+mn-lt"/>
                          <a:ea typeface="+mn-ea"/>
                          <a:cs typeface="+mn-cs"/>
                        </a:rPr>
                        <a:t>that the item is always a palletized unit load, regardless of the actual quantity to be stored. A value of No indicates that there is no special pallet requirement for the item.</a:t>
                      </a:r>
                    </a:p>
                  </a:txBody>
                  <a:tcPr/>
                </a:tc>
                <a:extLst>
                  <a:ext uri="{0D108BD9-81ED-4DB2-BD59-A6C34878D82A}">
                    <a16:rowId xmlns:a16="http://schemas.microsoft.com/office/drawing/2014/main" xmlns="" val="2321732275"/>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Allow </a:t>
                      </a:r>
                      <a:r>
                        <a:rPr lang="en-CA" sz="1900" kern="1200" dirty="0" err="1">
                          <a:solidFill>
                            <a:schemeClr val="tx1">
                              <a:lumMod val="50000"/>
                              <a:lumOff val="50000"/>
                            </a:schemeClr>
                          </a:solidFill>
                          <a:latin typeface="+mn-lt"/>
                          <a:ea typeface="+mn-ea"/>
                          <a:cs typeface="+mn-cs"/>
                        </a:rPr>
                        <a:t>Overpick</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b="1" u="sng" kern="1200" dirty="0">
                          <a:solidFill>
                            <a:schemeClr val="tx1">
                              <a:lumMod val="50000"/>
                              <a:lumOff val="50000"/>
                            </a:schemeClr>
                          </a:solidFill>
                          <a:latin typeface="+mn-lt"/>
                          <a:ea typeface="+mn-ea"/>
                          <a:cs typeface="+mn-cs"/>
                        </a:rPr>
                        <a:t>Usually this field is set to No except for packaging or labels.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9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A value of Yes indicates that the item may be over-picked. If allowed and 90% of a pallet is to be picked, the user may choose to pick the whole pallet rather than break the pallet at the point of picking. The product may be relocated through the Inventory Relocation or the Move resources. A value of No indicates that the system will not allow a user to pick more than the ordered quantity for the line item. </a:t>
                      </a:r>
                    </a:p>
                  </a:txBody>
                  <a:tcPr/>
                </a:tc>
                <a:extLst>
                  <a:ext uri="{0D108BD9-81ED-4DB2-BD59-A6C34878D82A}">
                    <a16:rowId xmlns:a16="http://schemas.microsoft.com/office/drawing/2014/main" xmlns="" val="231803247"/>
                  </a:ext>
                </a:extLst>
              </a:tr>
            </a:tbl>
          </a:graphicData>
        </a:graphic>
      </p:graphicFrame>
    </p:spTree>
    <p:extLst>
      <p:ext uri="{BB962C8B-B14F-4D97-AF65-F5344CB8AC3E}">
        <p14:creationId xmlns:p14="http://schemas.microsoft.com/office/powerpoint/2010/main" val="193536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xmlns="" id="{9E2FC839-74CA-4CA2-9E40-26B934BF7810}"/>
              </a:ext>
            </a:extLst>
          </p:cNvPr>
          <p:cNvGraphicFramePr>
            <a:graphicFrameLocks noGrp="1"/>
          </p:cNvGraphicFramePr>
          <p:nvPr>
            <p:custDataLst>
              <p:tags r:id="rId2"/>
            </p:custDataLst>
            <p:extLst>
              <p:ext uri="{D42A27DB-BD31-4B8C-83A1-F6EECF244321}">
                <p14:modId xmlns:p14="http://schemas.microsoft.com/office/powerpoint/2010/main" val="3822989558"/>
              </p:ext>
            </p:extLst>
          </p:nvPr>
        </p:nvGraphicFramePr>
        <p:xfrm>
          <a:off x="304800" y="1958340"/>
          <a:ext cx="11582400" cy="41300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xmlns="" val="3611636286"/>
                    </a:ext>
                  </a:extLst>
                </a:gridCol>
                <a:gridCol w="9228667">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Cycle Count Frequency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number of days between automatically scheduled cycle counts for an item. </a:t>
                      </a:r>
                    </a:p>
                  </a:txBody>
                  <a:tcPr/>
                </a:tc>
                <a:extLst>
                  <a:ext uri="{0D108BD9-81ED-4DB2-BD59-A6C34878D82A}">
                    <a16:rowId xmlns:a16="http://schemas.microsoft.com/office/drawing/2014/main" xmlns="" val="3824263959"/>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cycle count trigger quantity for an item. </a:t>
                      </a:r>
                      <a:r>
                        <a:rPr lang="en-US" sz="1800" b="1" u="sng" kern="1200" dirty="0">
                          <a:solidFill>
                            <a:schemeClr val="tx1">
                              <a:lumMod val="50000"/>
                              <a:lumOff val="50000"/>
                            </a:schemeClr>
                          </a:solidFill>
                          <a:latin typeface="+mn-lt"/>
                          <a:ea typeface="+mn-ea"/>
                          <a:cs typeface="+mn-cs"/>
                        </a:rPr>
                        <a:t>Default value is 0.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b="1" u="sng"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When a pick or replenishment is performed from a location, and the remaining quantity in the location is less than or equal to this trigger quantity, the system automatically generates a cycle count for the location.</a:t>
                      </a:r>
                    </a:p>
                  </a:txBody>
                  <a:tcPr/>
                </a:tc>
                <a:extLst>
                  <a:ext uri="{0D108BD9-81ED-4DB2-BD59-A6C34878D82A}">
                    <a16:rowId xmlns:a16="http://schemas.microsoft.com/office/drawing/2014/main" xmlns="" val="1706045385"/>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UOM</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the quantity specified in the Cycle Count Trigger Quantity field.</a:t>
                      </a:r>
                    </a:p>
                  </a:txBody>
                  <a:tcPr/>
                </a:tc>
                <a:extLst>
                  <a:ext uri="{0D108BD9-81ED-4DB2-BD59-A6C34878D82A}">
                    <a16:rowId xmlns:a16="http://schemas.microsoft.com/office/drawing/2014/main" xmlns="" val="2301592746"/>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Shelf Life</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shelf life, in number of days of the item. </a:t>
                      </a:r>
                      <a:r>
                        <a:rPr lang="en-US" sz="1800" b="1" u="sng" kern="1200" dirty="0">
                          <a:solidFill>
                            <a:schemeClr val="tx1">
                              <a:lumMod val="50000"/>
                              <a:lumOff val="50000"/>
                            </a:schemeClr>
                          </a:solidFill>
                          <a:latin typeface="+mn-lt"/>
                          <a:ea typeface="+mn-ea"/>
                          <a:cs typeface="+mn-cs"/>
                        </a:rPr>
                        <a:t>Usually the value is set to 99999. </a:t>
                      </a:r>
                    </a:p>
                  </a:txBody>
                  <a:tcPr/>
                </a:tc>
                <a:extLst>
                  <a:ext uri="{0D108BD9-81ED-4DB2-BD59-A6C34878D82A}">
                    <a16:rowId xmlns:a16="http://schemas.microsoft.com/office/drawing/2014/main" xmlns="" val="1369173011"/>
                  </a:ext>
                </a:extLst>
              </a:tr>
              <a:tr h="370840">
                <a:tc>
                  <a:txBody>
                    <a:bodyPr/>
                    <a:lstStyle/>
                    <a:p>
                      <a:r>
                        <a:rPr lang="en-US" sz="1800" kern="1200" dirty="0">
                          <a:solidFill>
                            <a:schemeClr val="tx1">
                              <a:lumMod val="50000"/>
                              <a:lumOff val="50000"/>
                            </a:schemeClr>
                          </a:solidFill>
                          <a:latin typeface="+mn-lt"/>
                          <a:ea typeface="+mn-ea"/>
                          <a:cs typeface="+mn-cs"/>
                        </a:rPr>
                        <a:t>Maximum Stack Count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number of loads that can be stacked vertically in a location.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The number of pallets which can be stacked on top of one another. </a:t>
                      </a:r>
                    </a:p>
                  </a:txBody>
                  <a:tcPr/>
                </a:tc>
                <a:extLst>
                  <a:ext uri="{0D108BD9-81ED-4DB2-BD59-A6C34878D82A}">
                    <a16:rowId xmlns:a16="http://schemas.microsoft.com/office/drawing/2014/main" xmlns="" val="453915864"/>
                  </a:ext>
                </a:extLst>
              </a:tr>
            </a:tbl>
          </a:graphicData>
        </a:graphic>
      </p:graphicFrame>
      <p:sp>
        <p:nvSpPr>
          <p:cNvPr id="6" name="Content Placeholder 2">
            <a:extLst>
              <a:ext uri="{FF2B5EF4-FFF2-40B4-BE49-F238E27FC236}">
                <a16:creationId xmlns:a16="http://schemas.microsoft.com/office/drawing/2014/main" xmlns="" id="{C815A54D-D680-47D0-A530-05229ED955FA}"/>
              </a:ext>
            </a:extLst>
          </p:cNvPr>
          <p:cNvSpPr>
            <a:spLocks noGrp="1"/>
          </p:cNvSpPr>
          <p:nvPr>
            <p:ph idx="1"/>
            <p:custDataLst>
              <p:tags r:id="rId3"/>
            </p:custDataLst>
          </p:nvPr>
        </p:nvSpPr>
        <p:spPr>
          <a:xfrm>
            <a:off x="838200" y="1286933"/>
            <a:ext cx="10515600" cy="4788431"/>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81986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263EE2-C30E-43C1-8793-840BB4AE4360}"/>
              </a:ext>
            </a:extLst>
          </p:cNvPr>
          <p:cNvSpPr>
            <a:spLocks noGrp="1"/>
          </p:cNvSpPr>
          <p:nvPr>
            <p:ph type="title"/>
            <p:custDataLst>
              <p:tags r:id="rId1"/>
            </p:custDataLst>
          </p:nvPr>
        </p:nvSpPr>
        <p:spPr>
          <a:xfrm>
            <a:off x="838200" y="316999"/>
            <a:ext cx="10515600" cy="1325563"/>
          </a:xfrm>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7F8C2603-D7E4-4895-AB2C-372ECA0993A9}"/>
              </a:ext>
            </a:extLst>
          </p:cNvPr>
          <p:cNvSpPr>
            <a:spLocks noGrp="1"/>
          </p:cNvSpPr>
          <p:nvPr>
            <p:ph idx="1"/>
            <p:custDataLst>
              <p:tags r:id="rId2"/>
            </p:custDataLst>
          </p:nvPr>
        </p:nvSpPr>
        <p:spPr>
          <a:xfrm>
            <a:off x="838199" y="973852"/>
            <a:ext cx="10738685" cy="4975692"/>
          </a:xfrm>
        </p:spPr>
        <p:txBody>
          <a:bodyPr/>
          <a:lstStyle/>
          <a:p>
            <a:pPr marL="457200" indent="-457200" algn="just">
              <a:lnSpc>
                <a:spcPct val="125000"/>
              </a:lnSpc>
              <a:buFont typeface="+mj-lt"/>
              <a:buAutoNum type="arabicPeriod" startAt="10"/>
            </a:pPr>
            <a:r>
              <a:rPr lang="en-US" sz="2100" dirty="0"/>
              <a:t>If you are loading </a:t>
            </a:r>
            <a:r>
              <a:rPr lang="en-US" sz="2100" u="sng" dirty="0"/>
              <a:t>a new item</a:t>
            </a:r>
            <a:r>
              <a:rPr lang="en-US" sz="2100" dirty="0"/>
              <a:t>, complete the </a:t>
            </a:r>
            <a:r>
              <a:rPr lang="en-US" sz="2100" b="1" dirty="0"/>
              <a:t>UOM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13" action="ppaction://hlinksldjump"/>
              </a:rPr>
              <a:t>Item UOM Maintenance</a:t>
            </a:r>
            <a:r>
              <a:rPr lang="en-US" sz="2100" dirty="0"/>
              <a:t> 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xmlns="" id="{B39BB1CF-BE71-462F-ADC5-DA605FE68538}"/>
              </a:ext>
            </a:extLst>
          </p:cNvPr>
          <p:cNvPicPr>
            <a:picLocks noChangeAspect="1"/>
          </p:cNvPicPr>
          <p:nvPr>
            <p:custDataLst>
              <p:tags r:id="rId3"/>
            </p:custDataLst>
          </p:nvPr>
        </p:nvPicPr>
        <p:blipFill>
          <a:blip r:embed="rId14"/>
          <a:stretch>
            <a:fillRect/>
          </a:stretch>
        </p:blipFill>
        <p:spPr>
          <a:xfrm>
            <a:off x="206037" y="2857448"/>
            <a:ext cx="3716409" cy="3552450"/>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xmlns="" id="{1F7218AC-BA9B-4785-8AF7-AD0946BCF8FF}"/>
              </a:ext>
            </a:extLst>
          </p:cNvPr>
          <p:cNvPicPr>
            <a:picLocks noChangeAspect="1"/>
          </p:cNvPicPr>
          <p:nvPr>
            <p:custDataLst>
              <p:tags r:id="rId4"/>
            </p:custDataLst>
          </p:nvPr>
        </p:nvPicPr>
        <p:blipFill>
          <a:blip r:embed="rId15"/>
          <a:stretch>
            <a:fillRect/>
          </a:stretch>
        </p:blipFill>
        <p:spPr>
          <a:xfrm>
            <a:off x="5408788" y="2985784"/>
            <a:ext cx="4368788" cy="3413450"/>
          </a:xfrm>
          <a:prstGeom prst="rect">
            <a:avLst/>
          </a:prstGeom>
          <a:ln>
            <a:solidFill>
              <a:schemeClr val="tx1">
                <a:lumMod val="65000"/>
                <a:lumOff val="35000"/>
              </a:schemeClr>
            </a:solidFill>
          </a:ln>
        </p:spPr>
      </p:pic>
      <p:cxnSp>
        <p:nvCxnSpPr>
          <p:cNvPr id="9" name="Straight Arrow Connector 8">
            <a:extLst>
              <a:ext uri="{FF2B5EF4-FFF2-40B4-BE49-F238E27FC236}">
                <a16:creationId xmlns:a16="http://schemas.microsoft.com/office/drawing/2014/main" xmlns="" id="{998F62C9-74E1-4FAE-AAAE-80DC0D458643}"/>
              </a:ext>
            </a:extLst>
          </p:cNvPr>
          <p:cNvCxnSpPr>
            <a:cxnSpLocks/>
          </p:cNvCxnSpPr>
          <p:nvPr>
            <p:custDataLst>
              <p:tags r:id="rId5"/>
            </p:custDataLst>
          </p:nvPr>
        </p:nvCxnSpPr>
        <p:spPr>
          <a:xfrm flipV="1">
            <a:off x="2562664" y="3403265"/>
            <a:ext cx="1541503" cy="940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ight Brace 11">
            <a:extLst>
              <a:ext uri="{FF2B5EF4-FFF2-40B4-BE49-F238E27FC236}">
                <a16:creationId xmlns:a16="http://schemas.microsoft.com/office/drawing/2014/main" xmlns="" id="{3ABB8B0A-3813-496B-AA60-B0A0547B98AF}"/>
              </a:ext>
            </a:extLst>
          </p:cNvPr>
          <p:cNvSpPr/>
          <p:nvPr>
            <p:custDataLst>
              <p:tags r:id="rId6"/>
            </p:custDataLst>
          </p:nvPr>
        </p:nvSpPr>
        <p:spPr>
          <a:xfrm>
            <a:off x="2742336" y="3587931"/>
            <a:ext cx="1361832" cy="2751904"/>
          </a:xfrm>
          <a:prstGeom prst="rightBrace">
            <a:avLst>
              <a:gd name="adj1" fmla="val 0"/>
              <a:gd name="adj2" fmla="val 4716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5" name="Rectangle 14">
            <a:extLst>
              <a:ext uri="{FF2B5EF4-FFF2-40B4-BE49-F238E27FC236}">
                <a16:creationId xmlns:a16="http://schemas.microsoft.com/office/drawing/2014/main" xmlns="" id="{1563333A-DD50-42E1-875D-C8BC8F2F6B6B}"/>
              </a:ext>
            </a:extLst>
          </p:cNvPr>
          <p:cNvSpPr/>
          <p:nvPr>
            <p:custDataLst>
              <p:tags r:id="rId7"/>
            </p:custDataLst>
          </p:nvPr>
        </p:nvSpPr>
        <p:spPr>
          <a:xfrm>
            <a:off x="4198719" y="3244334"/>
            <a:ext cx="2721614" cy="369332"/>
          </a:xfrm>
          <a:prstGeom prst="rect">
            <a:avLst/>
          </a:prstGeom>
        </p:spPr>
        <p:txBody>
          <a:bodyPr wrap="square">
            <a:spAutoFit/>
          </a:bodyPr>
          <a:lstStyle/>
          <a:p>
            <a:pPr algn="just"/>
            <a:r>
              <a:rPr lang="en-US" dirty="0">
                <a:solidFill>
                  <a:srgbClr val="000000"/>
                </a:solidFill>
              </a:rPr>
              <a:t>Mandatory</a:t>
            </a:r>
            <a:endParaRPr lang="en-CA" dirty="0">
              <a:solidFill>
                <a:srgbClr val="000000"/>
              </a:solidFill>
            </a:endParaRPr>
          </a:p>
        </p:txBody>
      </p:sp>
      <p:sp>
        <p:nvSpPr>
          <p:cNvPr id="17" name="Rectangle 16">
            <a:extLst>
              <a:ext uri="{FF2B5EF4-FFF2-40B4-BE49-F238E27FC236}">
                <a16:creationId xmlns:a16="http://schemas.microsoft.com/office/drawing/2014/main" xmlns="" id="{F1F37D6A-2FE3-4D55-84F6-396D91E6D174}"/>
              </a:ext>
            </a:extLst>
          </p:cNvPr>
          <p:cNvSpPr/>
          <p:nvPr>
            <p:custDataLst>
              <p:tags r:id="rId8"/>
            </p:custDataLst>
          </p:nvPr>
        </p:nvSpPr>
        <p:spPr>
          <a:xfrm>
            <a:off x="4250001" y="4691231"/>
            <a:ext cx="2721614" cy="369332"/>
          </a:xfrm>
          <a:prstGeom prst="rect">
            <a:avLst/>
          </a:prstGeom>
        </p:spPr>
        <p:txBody>
          <a:bodyPr wrap="square">
            <a:spAutoFit/>
          </a:bodyPr>
          <a:lstStyle/>
          <a:p>
            <a:pPr algn="just"/>
            <a:r>
              <a:rPr lang="en-US" dirty="0">
                <a:solidFill>
                  <a:srgbClr val="000000"/>
                </a:solidFill>
              </a:rPr>
              <a:t>Optional</a:t>
            </a:r>
            <a:endParaRPr lang="en-CA" dirty="0">
              <a:solidFill>
                <a:srgbClr val="000000"/>
              </a:solidFill>
            </a:endParaRPr>
          </a:p>
        </p:txBody>
      </p:sp>
      <p:sp>
        <p:nvSpPr>
          <p:cNvPr id="19" name="Right Brace 18">
            <a:extLst>
              <a:ext uri="{FF2B5EF4-FFF2-40B4-BE49-F238E27FC236}">
                <a16:creationId xmlns:a16="http://schemas.microsoft.com/office/drawing/2014/main" xmlns="" id="{9D50053A-DC14-448F-97BC-3B8A699B4800}"/>
              </a:ext>
            </a:extLst>
          </p:cNvPr>
          <p:cNvSpPr/>
          <p:nvPr>
            <p:custDataLst>
              <p:tags r:id="rId9"/>
            </p:custDataLst>
          </p:nvPr>
        </p:nvSpPr>
        <p:spPr>
          <a:xfrm>
            <a:off x="9699641" y="2985784"/>
            <a:ext cx="667565" cy="571552"/>
          </a:xfrm>
          <a:prstGeom prst="rightBrace">
            <a:avLst>
              <a:gd name="adj1" fmla="val 0"/>
              <a:gd name="adj2" fmla="val 4902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1" name="Rectangle 20">
            <a:extLst>
              <a:ext uri="{FF2B5EF4-FFF2-40B4-BE49-F238E27FC236}">
                <a16:creationId xmlns:a16="http://schemas.microsoft.com/office/drawing/2014/main" xmlns="" id="{B77249FC-2AA5-4021-A046-93425E219B7F}"/>
              </a:ext>
            </a:extLst>
          </p:cNvPr>
          <p:cNvSpPr/>
          <p:nvPr>
            <p:custDataLst>
              <p:tags r:id="rId10"/>
            </p:custDataLst>
          </p:nvPr>
        </p:nvSpPr>
        <p:spPr>
          <a:xfrm>
            <a:off x="10509884" y="2841979"/>
            <a:ext cx="1524205" cy="923330"/>
          </a:xfrm>
          <a:prstGeom prst="rect">
            <a:avLst/>
          </a:prstGeom>
        </p:spPr>
        <p:txBody>
          <a:bodyPr wrap="square">
            <a:spAutoFit/>
          </a:bodyPr>
          <a:lstStyle/>
          <a:p>
            <a:pPr algn="just"/>
            <a:r>
              <a:rPr lang="en-US" dirty="0">
                <a:solidFill>
                  <a:srgbClr val="000000"/>
                </a:solidFill>
              </a:rPr>
              <a:t>Automatically calculated by the system</a:t>
            </a:r>
            <a:endParaRPr lang="en-CA" dirty="0">
              <a:solidFill>
                <a:srgbClr val="000000"/>
              </a:solidFill>
            </a:endParaRPr>
          </a:p>
        </p:txBody>
      </p:sp>
    </p:spTree>
    <p:extLst>
      <p:ext uri="{BB962C8B-B14F-4D97-AF65-F5344CB8AC3E}">
        <p14:creationId xmlns:p14="http://schemas.microsoft.com/office/powerpoint/2010/main" val="87778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xmlns="" id="{B0A5A3F7-71BD-4942-BBF9-295764FAFF7D}"/>
              </a:ext>
            </a:extLst>
          </p:cNvPr>
          <p:cNvGraphicFramePr>
            <a:graphicFrameLocks noGrp="1"/>
          </p:cNvGraphicFramePr>
          <p:nvPr>
            <p:custDataLst>
              <p:tags r:id="rId2"/>
            </p:custDataLst>
            <p:extLst>
              <p:ext uri="{D42A27DB-BD31-4B8C-83A1-F6EECF244321}">
                <p14:modId xmlns:p14="http://schemas.microsoft.com/office/powerpoint/2010/main" val="160264109"/>
              </p:ext>
            </p:extLst>
          </p:nvPr>
        </p:nvGraphicFramePr>
        <p:xfrm>
          <a:off x="304800" y="2031071"/>
          <a:ext cx="11582400" cy="38506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xmlns="" val="3611636286"/>
                    </a:ext>
                  </a:extLst>
                </a:gridCol>
                <a:gridCol w="9228667">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unit of measure. This field is </a:t>
                      </a:r>
                      <a:r>
                        <a:rPr lang="en-US" sz="1800" b="1" u="sng" kern="1200" dirty="0">
                          <a:solidFill>
                            <a:schemeClr val="tx1">
                              <a:lumMod val="50000"/>
                              <a:lumOff val="50000"/>
                            </a:schemeClr>
                          </a:solidFill>
                          <a:latin typeface="+mn-lt"/>
                          <a:ea typeface="+mn-ea"/>
                          <a:cs typeface="+mn-cs"/>
                        </a:rPr>
                        <a:t>mandatory</a:t>
                      </a:r>
                      <a:r>
                        <a:rPr lang="en-US" sz="1800" kern="1200" dirty="0">
                          <a:solidFill>
                            <a:schemeClr val="tx1">
                              <a:lumMod val="50000"/>
                              <a:lumOff val="50000"/>
                            </a:schemeClr>
                          </a:solidFill>
                          <a:latin typeface="+mn-lt"/>
                          <a:ea typeface="+mn-ea"/>
                          <a:cs typeface="+mn-cs"/>
                        </a:rPr>
                        <a:t>. </a:t>
                      </a:r>
                    </a:p>
                  </a:txBody>
                  <a:tcPr/>
                </a:tc>
                <a:extLst>
                  <a:ext uri="{0D108BD9-81ED-4DB2-BD59-A6C34878D82A}">
                    <a16:rowId xmlns:a16="http://schemas.microsoft.com/office/drawing/2014/main" xmlns="" val="382426395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of UOM 1 in UOM 2</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Given that UOM 1 is the stocking unit of measure, the number of UOM 1 it takes to make one UOM 2.</a:t>
                      </a:r>
                      <a:endParaRPr lang="fr-CA"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706045385"/>
                  </a:ext>
                </a:extLst>
              </a:tr>
              <a:tr h="48987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2 to 6</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These</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fields</a:t>
                      </a:r>
                      <a:r>
                        <a:rPr lang="fr-CA" sz="1800" kern="1200" dirty="0">
                          <a:solidFill>
                            <a:schemeClr val="tx1">
                              <a:lumMod val="50000"/>
                              <a:lumOff val="50000"/>
                            </a:schemeClr>
                          </a:solidFill>
                          <a:latin typeface="+mn-lt"/>
                          <a:ea typeface="+mn-ea"/>
                          <a:cs typeface="+mn-cs"/>
                        </a:rPr>
                        <a:t> are </a:t>
                      </a:r>
                      <a:r>
                        <a:rPr lang="fr-CA" sz="1800" b="1" u="sng" kern="1200" dirty="0" err="1">
                          <a:solidFill>
                            <a:schemeClr val="tx1">
                              <a:lumMod val="50000"/>
                              <a:lumOff val="50000"/>
                            </a:schemeClr>
                          </a:solidFill>
                          <a:latin typeface="+mn-lt"/>
                          <a:ea typeface="+mn-ea"/>
                          <a:cs typeface="+mn-cs"/>
                        </a:rPr>
                        <a:t>optional</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The level 2 to 6 unit of measure. If specified, UOMs 1 to 6 must be unique.</a:t>
                      </a:r>
                    </a:p>
                  </a:txBody>
                  <a:tcPr/>
                </a:tc>
                <a:extLst>
                  <a:ext uri="{0D108BD9-81ED-4DB2-BD59-A6C34878D82A}">
                    <a16:rowId xmlns:a16="http://schemas.microsoft.com/office/drawing/2014/main" xmlns="" val="23015927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Minimum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Maximum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xmlns="" val="453915864"/>
                  </a:ext>
                </a:extLst>
              </a:tr>
            </a:tbl>
          </a:graphicData>
        </a:graphic>
      </p:graphicFrame>
      <p:sp>
        <p:nvSpPr>
          <p:cNvPr id="6" name="Content Placeholder 2">
            <a:extLst>
              <a:ext uri="{FF2B5EF4-FFF2-40B4-BE49-F238E27FC236}">
                <a16:creationId xmlns:a16="http://schemas.microsoft.com/office/drawing/2014/main" xmlns="" id="{23380FDD-29B9-48D1-805D-66E391BA7387}"/>
              </a:ext>
            </a:extLst>
          </p:cNvPr>
          <p:cNvSpPr>
            <a:spLocks noGrp="1"/>
          </p:cNvSpPr>
          <p:nvPr>
            <p:ph idx="1"/>
            <p:custDataLst>
              <p:tags r:id="rId3"/>
            </p:custDataLst>
          </p:nvPr>
        </p:nvSpPr>
        <p:spPr>
          <a:xfrm>
            <a:off x="838200" y="1393258"/>
            <a:ext cx="10515600" cy="4788431"/>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3426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8" name="Table 5">
            <a:extLst>
              <a:ext uri="{FF2B5EF4-FFF2-40B4-BE49-F238E27FC236}">
                <a16:creationId xmlns:a16="http://schemas.microsoft.com/office/drawing/2014/main" xmlns="" id="{0923E396-6DA8-42F5-AED8-0A2104944CC9}"/>
              </a:ext>
            </a:extLst>
          </p:cNvPr>
          <p:cNvGraphicFramePr>
            <a:graphicFrameLocks noGrp="1"/>
          </p:cNvGraphicFramePr>
          <p:nvPr>
            <p:custDataLst>
              <p:tags r:id="rId2"/>
            </p:custDataLst>
            <p:extLst>
              <p:ext uri="{D42A27DB-BD31-4B8C-83A1-F6EECF244321}">
                <p14:modId xmlns:p14="http://schemas.microsoft.com/office/powerpoint/2010/main" val="2242132642"/>
              </p:ext>
            </p:extLst>
          </p:nvPr>
        </p:nvGraphicFramePr>
        <p:xfrm>
          <a:off x="304800" y="2176721"/>
          <a:ext cx="11582400" cy="393700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xmlns="" val="3611636286"/>
                    </a:ext>
                  </a:extLst>
                </a:gridCol>
                <a:gridCol w="9781953">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Load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per Tag which defines the unit of measure for which a tag ID is generated. The load unit of measure is the item's normal handling unit of measure that controls the creation of unique tags and inventory records at the time of receiving. This value must represent either UOM 1, UOM 2, UOM 3, UOM 4, UOM 5 or UOM 6.</a:t>
                      </a:r>
                    </a:p>
                  </a:txBody>
                  <a:tcPr/>
                </a:tc>
                <a:extLst>
                  <a:ext uri="{0D108BD9-81ED-4DB2-BD59-A6C34878D82A}">
                    <a16:rowId xmlns:a16="http://schemas.microsoft.com/office/drawing/2014/main" xmlns="" val="170604538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Label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which tag labels are printed on a receipt record. The label unit of measure controls the number of bar code license plate tags generated at receiving. Label UOM should not be confused with Load UOM since a single unit load could generate many labels, each with the same tag ID. In this example, 2 labels will be generated because the value is set to EACH for a pack of 2. This value must represent either UOM 1, UOM 2, UOM 3, UOM 4, UOM 5 or UOM 6.</a:t>
                      </a:r>
                    </a:p>
                  </a:txBody>
                  <a:tcPr/>
                </a:tc>
                <a:extLst>
                  <a:ext uri="{0D108BD9-81ED-4DB2-BD59-A6C34878D82A}">
                    <a16:rowId xmlns:a16="http://schemas.microsoft.com/office/drawing/2014/main" xmlns="" val="230159274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Command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command unit of measure controls how quantity information is communicated to users for all work-related tasks (e.g. picking or store using a RF gun. Commands are displayed to users in this unit of measure whenever possible. </a:t>
                      </a:r>
                    </a:p>
                  </a:txBody>
                  <a:tcPr/>
                </a:tc>
                <a:extLst>
                  <a:ext uri="{0D108BD9-81ED-4DB2-BD59-A6C34878D82A}">
                    <a16:rowId xmlns:a16="http://schemas.microsoft.com/office/drawing/2014/main" xmlns="" val="2984483722"/>
                  </a:ext>
                </a:extLst>
              </a:tr>
            </a:tbl>
          </a:graphicData>
        </a:graphic>
      </p:graphicFrame>
      <p:sp>
        <p:nvSpPr>
          <p:cNvPr id="9" name="Content Placeholder 2">
            <a:extLst>
              <a:ext uri="{FF2B5EF4-FFF2-40B4-BE49-F238E27FC236}">
                <a16:creationId xmlns:a16="http://schemas.microsoft.com/office/drawing/2014/main" xmlns="" id="{D4294236-0AC2-42D4-BB33-8B73D485FEBD}"/>
              </a:ext>
            </a:extLst>
          </p:cNvPr>
          <p:cNvSpPr>
            <a:spLocks noGrp="1"/>
          </p:cNvSpPr>
          <p:nvPr>
            <p:ph idx="1"/>
            <p:custDataLst>
              <p:tags r:id="rId3"/>
            </p:custDataLst>
          </p:nvPr>
        </p:nvSpPr>
        <p:spPr>
          <a:xfrm>
            <a:off x="838200" y="1468582"/>
            <a:ext cx="10515600" cy="4713107"/>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503232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389322-2418-4541-A9C6-77B8B904CFD4}"/>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xmlns="" id="{0F7127F4-B623-43A8-A28B-29886B522C8B}"/>
              </a:ext>
            </a:extLst>
          </p:cNvPr>
          <p:cNvGraphicFramePr>
            <a:graphicFrameLocks noGrp="1"/>
          </p:cNvGraphicFramePr>
          <p:nvPr>
            <p:custDataLst>
              <p:tags r:id="rId2"/>
            </p:custDataLst>
            <p:extLst>
              <p:ext uri="{D42A27DB-BD31-4B8C-83A1-F6EECF244321}">
                <p14:modId xmlns:p14="http://schemas.microsoft.com/office/powerpoint/2010/main" val="4235323805"/>
              </p:ext>
            </p:extLst>
          </p:nvPr>
        </p:nvGraphicFramePr>
        <p:xfrm>
          <a:off x="304800" y="2244371"/>
          <a:ext cx="11582400" cy="348996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xmlns="" val="3611636286"/>
                    </a:ext>
                  </a:extLst>
                </a:gridCol>
                <a:gridCol w="9781953">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Carton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Unit of measure that defines a shipping carton that can be shipped directly to a customer as is. It is used to calculate the number of cartons on shipping paperwork (i.e. the bill of lading). This value must represent either UOM 1, UOM 2, UOM 3, UOM 4, UOM 5 or UOM 6. </a:t>
                      </a: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Cross Dock UOM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unit of measure that can be cross docked for an item. </a:t>
                      </a:r>
                      <a:r>
                        <a:rPr lang="en-US" sz="1800" b="1" u="sng" kern="1200" dirty="0">
                          <a:solidFill>
                            <a:schemeClr val="tx1">
                              <a:lumMod val="50000"/>
                              <a:lumOff val="50000"/>
                            </a:schemeClr>
                          </a:solidFill>
                          <a:latin typeface="+mn-lt"/>
                          <a:ea typeface="+mn-ea"/>
                          <a:cs typeface="+mn-cs"/>
                        </a:rPr>
                        <a:t>This field is not used. </a:t>
                      </a:r>
                    </a:p>
                  </a:txBody>
                  <a:tcPr/>
                </a:tc>
                <a:extLst>
                  <a:ext uri="{0D108BD9-81ED-4DB2-BD59-A6C34878D82A}">
                    <a16:rowId xmlns:a16="http://schemas.microsoft.com/office/drawing/2014/main" xmlns=""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Break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lowest unit of measure allowed when picking this item. </a:t>
                      </a:r>
                    </a:p>
                  </a:txBody>
                  <a:tcPr/>
                </a:tc>
                <a:extLst>
                  <a:ext uri="{0D108BD9-81ED-4DB2-BD59-A6C34878D82A}">
                    <a16:rowId xmlns:a16="http://schemas.microsoft.com/office/drawing/2014/main" xmlns="" val="973992593"/>
                  </a:ext>
                </a:extLst>
              </a:tr>
              <a:tr h="1012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Pick Label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largest unit of measure for which a pick label will be printed. Example: if the command unit of measure is PALLET, and the pick label unit of measure is CASE, when a pallet is required (with10 cases per pallet), therefore 10 labels will be printed for the pallet. This value must represent either UOM 1, UOM 2, UOM 3, UOM 4, UOM 5 or UOM 6, may not be greater than the Command UOM and not be less than the Break UOM.</a:t>
                      </a:r>
                    </a:p>
                  </a:txBody>
                  <a:tcPr/>
                </a:tc>
                <a:extLst>
                  <a:ext uri="{0D108BD9-81ED-4DB2-BD59-A6C34878D82A}">
                    <a16:rowId xmlns:a16="http://schemas.microsoft.com/office/drawing/2014/main" xmlns="" val="3202253516"/>
                  </a:ext>
                </a:extLst>
              </a:tr>
            </a:tbl>
          </a:graphicData>
        </a:graphic>
      </p:graphicFrame>
      <p:sp>
        <p:nvSpPr>
          <p:cNvPr id="7" name="Content Placeholder 2">
            <a:extLst>
              <a:ext uri="{FF2B5EF4-FFF2-40B4-BE49-F238E27FC236}">
                <a16:creationId xmlns:a16="http://schemas.microsoft.com/office/drawing/2014/main" xmlns="" id="{4EBC7B16-4EAF-4955-943A-A25A7628A9C7}"/>
              </a:ext>
            </a:extLst>
          </p:cNvPr>
          <p:cNvSpPr>
            <a:spLocks noGrp="1"/>
          </p:cNvSpPr>
          <p:nvPr>
            <p:ph idx="1"/>
            <p:custDataLst>
              <p:tags r:id="rId3"/>
            </p:custDataLst>
          </p:nvPr>
        </p:nvSpPr>
        <p:spPr>
          <a:xfrm>
            <a:off x="838200" y="1496291"/>
            <a:ext cx="10515600" cy="4685398"/>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05163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67FD90-E7E7-4A13-897D-FD97920BE6C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707C5EBC-6A0E-4D35-ACE9-9DC27564C9E4}"/>
              </a:ext>
            </a:extLst>
          </p:cNvPr>
          <p:cNvSpPr>
            <a:spLocks noGrp="1"/>
          </p:cNvSpPr>
          <p:nvPr>
            <p:ph idx="1"/>
            <p:custDataLst>
              <p:tags r:id="rId2"/>
            </p:custDataLst>
          </p:nvPr>
        </p:nvSpPr>
        <p:spPr>
          <a:xfrm>
            <a:off x="838201" y="1159328"/>
            <a:ext cx="6313714" cy="4838341"/>
          </a:xfrm>
        </p:spPr>
        <p:txBody>
          <a:bodyPr/>
          <a:lstStyle/>
          <a:p>
            <a:pPr marL="457200" indent="-457200" algn="just">
              <a:lnSpc>
                <a:spcPct val="130000"/>
              </a:lnSpc>
              <a:buFont typeface="+mj-lt"/>
              <a:buAutoNum type="arabicPeriod" startAt="11"/>
            </a:pPr>
            <a:r>
              <a:rPr lang="en-US" sz="2100" dirty="0"/>
              <a:t>If you are loading </a:t>
            </a:r>
            <a:r>
              <a:rPr lang="en-US" sz="2100" u="sng" dirty="0"/>
              <a:t>a new item</a:t>
            </a:r>
            <a:r>
              <a:rPr lang="en-US" sz="2100" dirty="0"/>
              <a:t>, complete the </a:t>
            </a:r>
            <a:r>
              <a:rPr lang="en-US" sz="2100" b="1" dirty="0"/>
              <a:t>Volume and Weight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6" action="ppaction://hlinksldjump"/>
              </a:rPr>
              <a:t>Item Volumetrics Maintenance </a:t>
            </a:r>
            <a:r>
              <a:rPr lang="en-US" sz="2100" dirty="0"/>
              <a:t>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xmlns="" id="{AB52FF80-8571-4AEC-BDFA-60B97E7EBC4F}"/>
              </a:ext>
            </a:extLst>
          </p:cNvPr>
          <p:cNvPicPr>
            <a:picLocks noChangeAspect="1"/>
          </p:cNvPicPr>
          <p:nvPr>
            <p:custDataLst>
              <p:tags r:id="rId3"/>
            </p:custDataLst>
          </p:nvPr>
        </p:nvPicPr>
        <p:blipFill>
          <a:blip r:embed="rId7"/>
          <a:stretch>
            <a:fillRect/>
          </a:stretch>
        </p:blipFill>
        <p:spPr>
          <a:xfrm>
            <a:off x="7551788" y="703577"/>
            <a:ext cx="3802012" cy="5612494"/>
          </a:xfrm>
          <a:prstGeom prst="rect">
            <a:avLst/>
          </a:prstGeom>
        </p:spPr>
      </p:pic>
    </p:spTree>
    <p:extLst>
      <p:ext uri="{BB962C8B-B14F-4D97-AF65-F5344CB8AC3E}">
        <p14:creationId xmlns:p14="http://schemas.microsoft.com/office/powerpoint/2010/main" val="77085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95B5C7-7EDA-4747-971F-8B070CE67CF6}"/>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54DA42CC-40CB-4A2F-8973-73781A249AF0}"/>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1"/>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xmlns="" id="{B68A1032-D63C-43F3-B765-4C89C7850FD5}"/>
              </a:ext>
            </a:extLst>
          </p:cNvPr>
          <p:cNvGraphicFramePr>
            <a:graphicFrameLocks noGrp="1"/>
          </p:cNvGraphicFramePr>
          <p:nvPr>
            <p:custDataLst>
              <p:tags r:id="rId3"/>
            </p:custDataLst>
            <p:extLst>
              <p:ext uri="{D42A27DB-BD31-4B8C-83A1-F6EECF244321}">
                <p14:modId xmlns:p14="http://schemas.microsoft.com/office/powerpoint/2010/main" val="2886133136"/>
              </p:ext>
            </p:extLst>
          </p:nvPr>
        </p:nvGraphicFramePr>
        <p:xfrm>
          <a:off x="309768" y="1890221"/>
          <a:ext cx="11572463" cy="1854200"/>
        </p:xfrm>
        <a:graphic>
          <a:graphicData uri="http://schemas.openxmlformats.org/drawingml/2006/table">
            <a:tbl>
              <a:tblPr firstRow="1" bandRow="1">
                <a:tableStyleId>{F5AB1C69-6EDB-4FF4-983F-18BD219EF322}</a:tableStyleId>
              </a:tblPr>
              <a:tblGrid>
                <a:gridCol w="2939618">
                  <a:extLst>
                    <a:ext uri="{9D8B030D-6E8A-4147-A177-3AD203B41FA5}">
                      <a16:colId xmlns:a16="http://schemas.microsoft.com/office/drawing/2014/main" xmlns="" val="3611636286"/>
                    </a:ext>
                  </a:extLst>
                </a:gridCol>
                <a:gridCol w="8632845">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Height</a:t>
                      </a:r>
                      <a:r>
                        <a:rPr lang="fr-CA" sz="1800" kern="1200" dirty="0">
                          <a:solidFill>
                            <a:schemeClr val="tx1">
                              <a:lumMod val="50000"/>
                              <a:lumOff val="50000"/>
                            </a:schemeClr>
                          </a:solidFill>
                          <a:latin typeface="+mn-lt"/>
                          <a:ea typeface="+mn-ea"/>
                          <a:cs typeface="+mn-cs"/>
                        </a:rPr>
                        <a:t> 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height of the specified unit of measure inventory. </a:t>
                      </a: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Width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width of the specified unit of measure inventory.</a:t>
                      </a:r>
                    </a:p>
                  </a:txBody>
                  <a:tcPr/>
                </a:tc>
                <a:extLst>
                  <a:ext uri="{0D108BD9-81ED-4DB2-BD59-A6C34878D82A}">
                    <a16:rowId xmlns:a16="http://schemas.microsoft.com/office/drawing/2014/main" xmlns=""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Depth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depth of the specified unit of measure inventory.</a:t>
                      </a:r>
                    </a:p>
                  </a:txBody>
                  <a:tcPr/>
                </a:tc>
                <a:extLst>
                  <a:ext uri="{0D108BD9-81ED-4DB2-BD59-A6C34878D82A}">
                    <a16:rowId xmlns:a16="http://schemas.microsoft.com/office/drawing/2014/main" xmlns=""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Gross Weight UOM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gross weight of the specified unit of measure inventory.</a:t>
                      </a:r>
                    </a:p>
                  </a:txBody>
                  <a:tcPr/>
                </a:tc>
                <a:extLst>
                  <a:ext uri="{0D108BD9-81ED-4DB2-BD59-A6C34878D82A}">
                    <a16:rowId xmlns:a16="http://schemas.microsoft.com/office/drawing/2014/main" xmlns="" val="3572132625"/>
                  </a:ext>
                </a:extLst>
              </a:tr>
            </a:tbl>
          </a:graphicData>
        </a:graphic>
      </p:graphicFrame>
      <p:sp>
        <p:nvSpPr>
          <p:cNvPr id="7" name="Content Placeholder 2">
            <a:extLst>
              <a:ext uri="{FF2B5EF4-FFF2-40B4-BE49-F238E27FC236}">
                <a16:creationId xmlns:a16="http://schemas.microsoft.com/office/drawing/2014/main" xmlns="" id="{058F76FE-5D3B-4BFD-BC59-7ED14EF82D00}"/>
              </a:ext>
            </a:extLst>
          </p:cNvPr>
          <p:cNvSpPr txBox="1">
            <a:spLocks/>
          </p:cNvSpPr>
          <p:nvPr>
            <p:custDataLst>
              <p:tags r:id="rId4"/>
            </p:custDataLst>
          </p:nvPr>
        </p:nvSpPr>
        <p:spPr>
          <a:xfrm>
            <a:off x="309768" y="3898539"/>
            <a:ext cx="11572463" cy="185420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Font typeface="Wingdings" panose="05000000000000000000" pitchFamily="2" charset="2"/>
              <a:buChar char="ü"/>
            </a:pPr>
            <a:r>
              <a:rPr lang="en-US" sz="2000" dirty="0"/>
              <a:t> If the corresponding UOM is entered for the Height UOM 1, Width UOM 1, Depth UOM 1 and Gross Weight UOM 1, then the corresponding height/width/depth must also be entered. These fields are </a:t>
            </a:r>
            <a:r>
              <a:rPr lang="en-US" sz="2000" b="1" u="sng" dirty="0"/>
              <a:t>mandatory</a:t>
            </a:r>
            <a:r>
              <a:rPr lang="en-US" sz="2000" dirty="0"/>
              <a:t>. </a:t>
            </a:r>
          </a:p>
          <a:p>
            <a:pPr algn="just">
              <a:lnSpc>
                <a:spcPct val="130000"/>
              </a:lnSpc>
              <a:buFont typeface="Wingdings" panose="05000000000000000000" pitchFamily="2" charset="2"/>
              <a:buChar char="ü"/>
            </a:pPr>
            <a:endParaRPr lang="en-CA" sz="2000" dirty="0"/>
          </a:p>
        </p:txBody>
      </p:sp>
      <p:graphicFrame>
        <p:nvGraphicFramePr>
          <p:cNvPr id="9" name="Table 8">
            <a:extLst>
              <a:ext uri="{FF2B5EF4-FFF2-40B4-BE49-F238E27FC236}">
                <a16:creationId xmlns:a16="http://schemas.microsoft.com/office/drawing/2014/main" xmlns="" id="{0B531A59-9DFB-41EA-8232-A86B13A68E4E}"/>
              </a:ext>
            </a:extLst>
          </p:cNvPr>
          <p:cNvGraphicFramePr>
            <a:graphicFrameLocks noGrp="1"/>
          </p:cNvGraphicFramePr>
          <p:nvPr>
            <p:custDataLst>
              <p:tags r:id="rId5"/>
            </p:custDataLst>
            <p:extLst>
              <p:ext uri="{D42A27DB-BD31-4B8C-83A1-F6EECF244321}">
                <p14:modId xmlns:p14="http://schemas.microsoft.com/office/powerpoint/2010/main" val="478172288"/>
              </p:ext>
            </p:extLst>
          </p:nvPr>
        </p:nvGraphicFramePr>
        <p:xfrm>
          <a:off x="309767" y="4959639"/>
          <a:ext cx="11572462" cy="1188720"/>
        </p:xfrm>
        <a:graphic>
          <a:graphicData uri="http://schemas.openxmlformats.org/drawingml/2006/table">
            <a:tbl>
              <a:tblPr firstRow="1" bandRow="1">
                <a:tableStyleId>{0505E3EF-67EA-436B-97B2-0124C06EBD24}</a:tableStyleId>
              </a:tblPr>
              <a:tblGrid>
                <a:gridCol w="2972798">
                  <a:extLst>
                    <a:ext uri="{9D8B030D-6E8A-4147-A177-3AD203B41FA5}">
                      <a16:colId xmlns:a16="http://schemas.microsoft.com/office/drawing/2014/main" xmlns="" val="3611636286"/>
                    </a:ext>
                  </a:extLst>
                </a:gridCol>
                <a:gridCol w="8599664">
                  <a:extLst>
                    <a:ext uri="{9D8B030D-6E8A-4147-A177-3AD203B41FA5}">
                      <a16:colId xmlns:a16="http://schemas.microsoft.com/office/drawing/2014/main" xmlns="" val="13929572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Height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Width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Depth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Gross Weight UOM 2 to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These fields are </a:t>
                      </a:r>
                      <a:r>
                        <a:rPr lang="en-US" sz="1800" b="1" u="sng" kern="1200" dirty="0">
                          <a:solidFill>
                            <a:schemeClr val="tx1">
                              <a:lumMod val="50000"/>
                              <a:lumOff val="50000"/>
                            </a:schemeClr>
                          </a:solidFill>
                          <a:latin typeface="+mn-lt"/>
                          <a:ea typeface="+mn-ea"/>
                          <a:cs typeface="+mn-cs"/>
                        </a:rPr>
                        <a:t>optional</a:t>
                      </a:r>
                      <a:r>
                        <a:rPr lang="en-US" sz="1800" b="0" kern="1200" dirty="0">
                          <a:solidFill>
                            <a:schemeClr val="tx1">
                              <a:lumMod val="50000"/>
                              <a:lumOff val="50000"/>
                            </a:schemeClr>
                          </a:solidFill>
                          <a:latin typeface="+mn-lt"/>
                          <a:ea typeface="+mn-ea"/>
                          <a:cs typeface="+mn-cs"/>
                        </a:rPr>
                        <a:t> depending on whether you entered a value for UOM 2 to 6. The explanation is the same as above.</a:t>
                      </a:r>
                    </a:p>
                  </a:txBody>
                  <a:tcPr/>
                </a:tc>
                <a:extLst>
                  <a:ext uri="{0D108BD9-81ED-4DB2-BD59-A6C34878D82A}">
                    <a16:rowId xmlns:a16="http://schemas.microsoft.com/office/drawing/2014/main" xmlns="" val="453915864"/>
                  </a:ext>
                </a:extLst>
              </a:tr>
            </a:tbl>
          </a:graphicData>
        </a:graphic>
      </p:graphicFrame>
    </p:spTree>
    <p:extLst>
      <p:ext uri="{BB962C8B-B14F-4D97-AF65-F5344CB8AC3E}">
        <p14:creationId xmlns:p14="http://schemas.microsoft.com/office/powerpoint/2010/main" val="3805342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894ADE61-8434-47F9-A2E8-8F1D725EA5D2}"/>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2"/>
            </a:pPr>
            <a:r>
              <a:rPr lang="en-US" sz="2100" dirty="0"/>
              <a:t>Complete the </a:t>
            </a:r>
            <a:r>
              <a:rPr lang="en-US" sz="2100" b="1" dirty="0"/>
              <a:t>Receiving section </a:t>
            </a:r>
            <a:r>
              <a:rPr lang="en-US" sz="2100" dirty="0"/>
              <a:t>for the fields shown below. An explanation of the fields is given in the next slide.</a:t>
            </a:r>
            <a:endParaRPr lang="en-CA" sz="2100" dirty="0"/>
          </a:p>
        </p:txBody>
      </p:sp>
      <p:pic>
        <p:nvPicPr>
          <p:cNvPr id="6" name="Picture 5">
            <a:extLst>
              <a:ext uri="{FF2B5EF4-FFF2-40B4-BE49-F238E27FC236}">
                <a16:creationId xmlns:a16="http://schemas.microsoft.com/office/drawing/2014/main" xmlns="" id="{B9D0ABAD-2A3E-48D4-AD23-F841768C312D}"/>
              </a:ext>
            </a:extLst>
          </p:cNvPr>
          <p:cNvPicPr>
            <a:picLocks noChangeAspect="1"/>
          </p:cNvPicPr>
          <p:nvPr>
            <p:custDataLst>
              <p:tags r:id="rId3"/>
            </p:custDataLst>
          </p:nvPr>
        </p:nvPicPr>
        <p:blipFill>
          <a:blip r:embed="rId12"/>
          <a:stretch>
            <a:fillRect/>
          </a:stretch>
        </p:blipFill>
        <p:spPr>
          <a:xfrm>
            <a:off x="838200" y="2231850"/>
            <a:ext cx="5573371" cy="3711750"/>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xmlns="" id="{9057CA0D-4F93-4F9F-AFF5-8C59C0E86F14}"/>
              </a:ext>
            </a:extLst>
          </p:cNvPr>
          <p:cNvCxnSpPr>
            <a:cxnSpLocks/>
          </p:cNvCxnSpPr>
          <p:nvPr>
            <p:custDataLst>
              <p:tags r:id="rId4"/>
            </p:custDataLst>
          </p:nvPr>
        </p:nvCxnSpPr>
        <p:spPr>
          <a:xfrm>
            <a:off x="3510585" y="2922814"/>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xmlns="" id="{F2786BE6-819B-4ED1-B372-A927CE957D33}"/>
              </a:ext>
            </a:extLst>
          </p:cNvPr>
          <p:cNvCxnSpPr>
            <a:cxnSpLocks/>
          </p:cNvCxnSpPr>
          <p:nvPr>
            <p:custDataLst>
              <p:tags r:id="rId5"/>
            </p:custDataLst>
          </p:nvPr>
        </p:nvCxnSpPr>
        <p:spPr>
          <a:xfrm>
            <a:off x="3510585" y="3842657"/>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xmlns="" id="{AE54C3E3-B01A-4D8B-AE9C-B2FAF38AED01}"/>
              </a:ext>
            </a:extLst>
          </p:cNvPr>
          <p:cNvCxnSpPr>
            <a:cxnSpLocks/>
          </p:cNvCxnSpPr>
          <p:nvPr>
            <p:custDataLst>
              <p:tags r:id="rId6"/>
            </p:custDataLst>
          </p:nvPr>
        </p:nvCxnSpPr>
        <p:spPr>
          <a:xfrm>
            <a:off x="3526914" y="4190998"/>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xmlns="" id="{4314B835-A97A-48B4-AAFE-E9B13CA8D6B7}"/>
              </a:ext>
            </a:extLst>
          </p:cNvPr>
          <p:cNvSpPr/>
          <p:nvPr>
            <p:custDataLst>
              <p:tags r:id="rId7"/>
            </p:custDataLst>
          </p:nvPr>
        </p:nvSpPr>
        <p:spPr>
          <a:xfrm>
            <a:off x="7309445" y="273814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sp>
        <p:nvSpPr>
          <p:cNvPr id="15" name="Rectangle 14">
            <a:extLst>
              <a:ext uri="{FF2B5EF4-FFF2-40B4-BE49-F238E27FC236}">
                <a16:creationId xmlns:a16="http://schemas.microsoft.com/office/drawing/2014/main" xmlns="" id="{023A0073-FE34-4DEE-8F24-7835AD7888E3}"/>
              </a:ext>
            </a:extLst>
          </p:cNvPr>
          <p:cNvSpPr/>
          <p:nvPr>
            <p:custDataLst>
              <p:tags r:id="rId8"/>
            </p:custDataLst>
          </p:nvPr>
        </p:nvSpPr>
        <p:spPr>
          <a:xfrm>
            <a:off x="7309445" y="3657991"/>
            <a:ext cx="2721614" cy="369332"/>
          </a:xfrm>
          <a:prstGeom prst="rect">
            <a:avLst/>
          </a:prstGeom>
        </p:spPr>
        <p:txBody>
          <a:bodyPr wrap="square">
            <a:spAutoFit/>
          </a:bodyPr>
          <a:lstStyle/>
          <a:p>
            <a:pPr algn="just"/>
            <a:r>
              <a:rPr lang="en-US" dirty="0">
                <a:solidFill>
                  <a:srgbClr val="000000"/>
                </a:solidFill>
              </a:rPr>
              <a:t>Always set to No </a:t>
            </a:r>
            <a:endParaRPr lang="en-CA" dirty="0">
              <a:solidFill>
                <a:srgbClr val="000000"/>
              </a:solidFill>
            </a:endParaRPr>
          </a:p>
        </p:txBody>
      </p:sp>
      <p:sp>
        <p:nvSpPr>
          <p:cNvPr id="17" name="Rectangle 16">
            <a:extLst>
              <a:ext uri="{FF2B5EF4-FFF2-40B4-BE49-F238E27FC236}">
                <a16:creationId xmlns:a16="http://schemas.microsoft.com/office/drawing/2014/main" xmlns="" id="{2B71ACAF-F4FA-4142-BE0F-696D0C0E3199}"/>
              </a:ext>
            </a:extLst>
          </p:cNvPr>
          <p:cNvSpPr/>
          <p:nvPr>
            <p:custDataLst>
              <p:tags r:id="rId9"/>
            </p:custDataLst>
          </p:nvPr>
        </p:nvSpPr>
        <p:spPr>
          <a:xfrm>
            <a:off x="7314715" y="4006332"/>
            <a:ext cx="2721614" cy="369332"/>
          </a:xfrm>
          <a:prstGeom prst="rect">
            <a:avLst/>
          </a:prstGeom>
        </p:spPr>
        <p:txBody>
          <a:bodyPr wrap="square">
            <a:spAutoFit/>
          </a:bodyPr>
          <a:lstStyle/>
          <a:p>
            <a:pPr algn="just"/>
            <a:r>
              <a:rPr lang="en-US" dirty="0">
                <a:solidFill>
                  <a:srgbClr val="000000"/>
                </a:solidFill>
              </a:rPr>
              <a:t>Set to No </a:t>
            </a:r>
            <a:endParaRPr lang="en-CA" dirty="0">
              <a:solidFill>
                <a:srgbClr val="000000"/>
              </a:solidFill>
            </a:endParaRPr>
          </a:p>
        </p:txBody>
      </p:sp>
    </p:spTree>
    <p:extLst>
      <p:ext uri="{BB962C8B-B14F-4D97-AF65-F5344CB8AC3E}">
        <p14:creationId xmlns:p14="http://schemas.microsoft.com/office/powerpoint/2010/main" val="159484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9A2FBEA7-2905-4EB0-9760-20C7AB016556}"/>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2"/>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xmlns="" id="{DEFBF77E-C831-4534-A334-DE98273F6E9D}"/>
              </a:ext>
            </a:extLst>
          </p:cNvPr>
          <p:cNvGraphicFramePr>
            <a:graphicFrameLocks noGrp="1"/>
          </p:cNvGraphicFramePr>
          <p:nvPr>
            <p:custDataLst>
              <p:tags r:id="rId3"/>
            </p:custDataLst>
            <p:extLst>
              <p:ext uri="{D42A27DB-BD31-4B8C-83A1-F6EECF244321}">
                <p14:modId xmlns:p14="http://schemas.microsoft.com/office/powerpoint/2010/main" val="2404019968"/>
              </p:ext>
            </p:extLst>
          </p:nvPr>
        </p:nvGraphicFramePr>
        <p:xfrm>
          <a:off x="309768" y="1890221"/>
          <a:ext cx="11572463" cy="4394200"/>
        </p:xfrm>
        <a:graphic>
          <a:graphicData uri="http://schemas.openxmlformats.org/drawingml/2006/table">
            <a:tbl>
              <a:tblPr firstRow="1" bandRow="1">
                <a:tableStyleId>{F5AB1C69-6EDB-4FF4-983F-18BD219EF322}</a:tableStyleId>
              </a:tblPr>
              <a:tblGrid>
                <a:gridCol w="2613046">
                  <a:extLst>
                    <a:ext uri="{9D8B030D-6E8A-4147-A177-3AD203B41FA5}">
                      <a16:colId xmlns:a16="http://schemas.microsoft.com/office/drawing/2014/main" xmlns="" val="3611636286"/>
                    </a:ext>
                  </a:extLst>
                </a:gridCol>
                <a:gridCol w="8959417">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Allow</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Receipt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inventory of this item may be received in the warehouse. A value of No indicates that inventory of this item cannot be received.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Storage Rule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is the storage rule to follow when an item is received. Storage rules instruct the WMS how to find a storage location to support the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process.</a:t>
                      </a:r>
                    </a:p>
                  </a:txBody>
                  <a:tcPr/>
                </a:tc>
                <a:extLst>
                  <a:ext uri="{0D108BD9-81ED-4DB2-BD59-A6C34878D82A}">
                    <a16:rowId xmlns:a16="http://schemas.microsoft.com/office/drawing/2014/main" xmlns=""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Release for </a:t>
                      </a:r>
                      <a:r>
                        <a:rPr lang="en-CA" sz="1800" kern="1200" dirty="0" err="1">
                          <a:solidFill>
                            <a:schemeClr val="tx1">
                              <a:lumMod val="50000"/>
                              <a:lumOff val="50000"/>
                            </a:schemeClr>
                          </a:solidFill>
                          <a:latin typeface="+mn-lt"/>
                          <a:ea typeface="+mn-ea"/>
                          <a:cs typeface="+mn-cs"/>
                        </a:rPr>
                        <a:t>Putaway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will be released for storage automatically during receiving. A value of No indicates that the item will not be released for storage. By setting this value to No, the inventory will be temporarily placed on hold until the user releases manually the inventory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via the Release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resource.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xmlns=""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Tag </a:t>
                      </a:r>
                      <a:r>
                        <a:rPr lang="fr-CA" sz="1800" kern="1200" dirty="0" err="1">
                          <a:solidFill>
                            <a:schemeClr val="tx1">
                              <a:lumMod val="50000"/>
                              <a:lumOff val="50000"/>
                            </a:schemeClr>
                          </a:solidFill>
                          <a:latin typeface="+mn-lt"/>
                          <a:ea typeface="+mn-ea"/>
                          <a:cs typeface="+mn-cs"/>
                        </a:rPr>
                        <a:t>Tracking</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is tag-tracked. </a:t>
                      </a:r>
                      <a:r>
                        <a:rPr lang="en-US" sz="1800" b="1" u="sng" kern="1200" dirty="0">
                          <a:solidFill>
                            <a:schemeClr val="tx1">
                              <a:lumMod val="50000"/>
                              <a:lumOff val="50000"/>
                            </a:schemeClr>
                          </a:solidFill>
                          <a:latin typeface="+mn-lt"/>
                          <a:ea typeface="+mn-ea"/>
                          <a:cs typeface="+mn-cs"/>
                        </a:rPr>
                        <a:t>This field is set to No </a:t>
                      </a:r>
                      <a:r>
                        <a:rPr lang="en-US" sz="1800" kern="1200" dirty="0">
                          <a:solidFill>
                            <a:schemeClr val="tx1">
                              <a:lumMod val="50000"/>
                              <a:lumOff val="50000"/>
                            </a:schemeClr>
                          </a:solidFill>
                          <a:latin typeface="+mn-lt"/>
                          <a:ea typeface="+mn-ea"/>
                          <a:cs typeface="+mn-cs"/>
                        </a:rPr>
                        <a:t>as the tag tracking is usually done at the location level.  </a:t>
                      </a:r>
                    </a:p>
                  </a:txBody>
                  <a:tcPr/>
                </a:tc>
                <a:extLst>
                  <a:ext uri="{0D108BD9-81ED-4DB2-BD59-A6C34878D82A}">
                    <a16:rowId xmlns:a16="http://schemas.microsoft.com/office/drawing/2014/main" xmlns=""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Consolidation Age Limit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relative age, in number of days, that is used for consolidation. During location selection, inventory will not be consolidated with other inventory that differs in age by more than the consolidation age. The value given to this field is always the highest.</a:t>
                      </a:r>
                    </a:p>
                  </a:txBody>
                  <a:tcPr/>
                </a:tc>
                <a:extLst>
                  <a:ext uri="{0D108BD9-81ED-4DB2-BD59-A6C34878D82A}">
                    <a16:rowId xmlns:a16="http://schemas.microsoft.com/office/drawing/2014/main" xmlns="" val="4243880112"/>
                  </a:ext>
                </a:extLst>
              </a:tr>
            </a:tbl>
          </a:graphicData>
        </a:graphic>
      </p:graphicFrame>
    </p:spTree>
    <p:extLst>
      <p:ext uri="{BB962C8B-B14F-4D97-AF65-F5344CB8AC3E}">
        <p14:creationId xmlns:p14="http://schemas.microsoft.com/office/powerpoint/2010/main" val="513000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7D031F-FCB1-4973-89C8-D65ECA045B41}"/>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66B87A78-20EF-4FCF-ACED-88D05806FC80}"/>
              </a:ext>
            </a:extLst>
          </p:cNvPr>
          <p:cNvSpPr>
            <a:spLocks noGrp="1"/>
          </p:cNvSpPr>
          <p:nvPr>
            <p:ph idx="1"/>
            <p:custDataLst>
              <p:tags r:id="rId2"/>
            </p:custDataLst>
          </p:nvPr>
        </p:nvSpPr>
        <p:spPr>
          <a:xfrm>
            <a:off x="356940" y="1121061"/>
            <a:ext cx="4162293" cy="4975692"/>
          </a:xfrm>
        </p:spPr>
        <p:txBody>
          <a:bodyPr/>
          <a:lstStyle/>
          <a:p>
            <a:pPr marL="457200" indent="-457200" algn="just">
              <a:lnSpc>
                <a:spcPct val="130000"/>
              </a:lnSpc>
              <a:buFont typeface="+mj-lt"/>
              <a:buAutoNum type="arabicPeriod" startAt="13"/>
            </a:pPr>
            <a:r>
              <a:rPr lang="en-US" sz="2100" dirty="0"/>
              <a:t>Complete the </a:t>
            </a:r>
            <a:r>
              <a:rPr lang="en-US" sz="2100" b="1" dirty="0"/>
              <a:t>Default Input Settings </a:t>
            </a:r>
            <a:r>
              <a:rPr lang="en-US" sz="2100" dirty="0"/>
              <a:t>section</a:t>
            </a:r>
            <a:r>
              <a:rPr lang="en-US" sz="2100" b="1" dirty="0"/>
              <a:t> </a:t>
            </a:r>
            <a:r>
              <a:rPr lang="en-US" sz="2100" dirty="0"/>
              <a:t>for the fields shown in the opposite figure. An explanation of the fields is given in the next slide.</a:t>
            </a:r>
            <a:endParaRPr lang="en-CA" sz="2100" dirty="0"/>
          </a:p>
        </p:txBody>
      </p:sp>
      <p:pic>
        <p:nvPicPr>
          <p:cNvPr id="6" name="Picture 5">
            <a:extLst>
              <a:ext uri="{FF2B5EF4-FFF2-40B4-BE49-F238E27FC236}">
                <a16:creationId xmlns:a16="http://schemas.microsoft.com/office/drawing/2014/main" xmlns="" id="{B4A0DC78-33A8-4A97-BC4E-7D049452CA1E}"/>
              </a:ext>
            </a:extLst>
          </p:cNvPr>
          <p:cNvPicPr>
            <a:picLocks noChangeAspect="1"/>
          </p:cNvPicPr>
          <p:nvPr>
            <p:custDataLst>
              <p:tags r:id="rId3"/>
            </p:custDataLst>
          </p:nvPr>
        </p:nvPicPr>
        <p:blipFill>
          <a:blip r:embed="rId11"/>
          <a:stretch>
            <a:fillRect/>
          </a:stretch>
        </p:blipFill>
        <p:spPr>
          <a:xfrm>
            <a:off x="4621233" y="761247"/>
            <a:ext cx="5508972" cy="5487906"/>
          </a:xfrm>
          <a:prstGeom prst="rect">
            <a:avLst/>
          </a:prstGeom>
        </p:spPr>
      </p:pic>
      <p:cxnSp>
        <p:nvCxnSpPr>
          <p:cNvPr id="7" name="Straight Arrow Connector 6">
            <a:extLst>
              <a:ext uri="{FF2B5EF4-FFF2-40B4-BE49-F238E27FC236}">
                <a16:creationId xmlns:a16="http://schemas.microsoft.com/office/drawing/2014/main" xmlns="" id="{D00C4502-4FFB-4D90-BCFF-E7A804911037}"/>
              </a:ext>
            </a:extLst>
          </p:cNvPr>
          <p:cNvCxnSpPr>
            <a:cxnSpLocks/>
          </p:cNvCxnSpPr>
          <p:nvPr>
            <p:custDataLst>
              <p:tags r:id="rId4"/>
            </p:custDataLst>
          </p:nvPr>
        </p:nvCxnSpPr>
        <p:spPr>
          <a:xfrm>
            <a:off x="7685061" y="2217964"/>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xmlns="" id="{9C305A2E-AFE4-44A5-B723-ACD9AA623A21}"/>
              </a:ext>
            </a:extLst>
          </p:cNvPr>
          <p:cNvSpPr/>
          <p:nvPr>
            <p:custDataLst>
              <p:tags r:id="rId5"/>
            </p:custDataLst>
          </p:nvPr>
        </p:nvSpPr>
        <p:spPr>
          <a:xfrm>
            <a:off x="10460382" y="2017256"/>
            <a:ext cx="1617889" cy="369332"/>
          </a:xfrm>
          <a:prstGeom prst="rect">
            <a:avLst/>
          </a:prstGeom>
        </p:spPr>
        <p:txBody>
          <a:bodyPr wrap="square">
            <a:spAutoFit/>
          </a:bodyPr>
          <a:lstStyle/>
          <a:p>
            <a:pPr algn="just"/>
            <a:r>
              <a:rPr lang="en-US" dirty="0">
                <a:solidFill>
                  <a:srgbClr val="000000"/>
                </a:solidFill>
              </a:rPr>
              <a:t>Set to Yes </a:t>
            </a:r>
            <a:endParaRPr lang="en-CA" dirty="0">
              <a:solidFill>
                <a:srgbClr val="000000"/>
              </a:solidFill>
            </a:endParaRPr>
          </a:p>
        </p:txBody>
      </p:sp>
      <p:cxnSp>
        <p:nvCxnSpPr>
          <p:cNvPr id="9" name="Straight Arrow Connector 8">
            <a:extLst>
              <a:ext uri="{FF2B5EF4-FFF2-40B4-BE49-F238E27FC236}">
                <a16:creationId xmlns:a16="http://schemas.microsoft.com/office/drawing/2014/main" xmlns="" id="{447D47A5-2474-4145-90F0-D3DBF362610E}"/>
              </a:ext>
            </a:extLst>
          </p:cNvPr>
          <p:cNvCxnSpPr>
            <a:cxnSpLocks/>
          </p:cNvCxnSpPr>
          <p:nvPr>
            <p:custDataLst>
              <p:tags r:id="rId6"/>
            </p:custDataLst>
          </p:nvPr>
        </p:nvCxnSpPr>
        <p:spPr>
          <a:xfrm>
            <a:off x="7672768" y="3301484"/>
            <a:ext cx="2645732"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xmlns="" id="{3547D8AE-DC17-4EE6-84BD-76C9741625D4}"/>
              </a:ext>
            </a:extLst>
          </p:cNvPr>
          <p:cNvSpPr/>
          <p:nvPr>
            <p:custDataLst>
              <p:tags r:id="rId7"/>
            </p:custDataLst>
          </p:nvPr>
        </p:nvSpPr>
        <p:spPr>
          <a:xfrm>
            <a:off x="10427683" y="311681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cxnSp>
        <p:nvCxnSpPr>
          <p:cNvPr id="11" name="Straight Arrow Connector 10">
            <a:extLst>
              <a:ext uri="{FF2B5EF4-FFF2-40B4-BE49-F238E27FC236}">
                <a16:creationId xmlns:a16="http://schemas.microsoft.com/office/drawing/2014/main" xmlns="" id="{FD94D6B8-B133-4100-9EA1-A7AB0625E7D7}"/>
              </a:ext>
            </a:extLst>
          </p:cNvPr>
          <p:cNvCxnSpPr>
            <a:cxnSpLocks/>
          </p:cNvCxnSpPr>
          <p:nvPr>
            <p:custDataLst>
              <p:tags r:id="rId8"/>
            </p:custDataLst>
          </p:nvPr>
        </p:nvCxnSpPr>
        <p:spPr>
          <a:xfrm>
            <a:off x="7685061" y="6001503"/>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xmlns="" id="{D88FA262-F1FC-4305-B6C2-1237E2E94BF8}"/>
              </a:ext>
            </a:extLst>
          </p:cNvPr>
          <p:cNvSpPr/>
          <p:nvPr>
            <p:custDataLst>
              <p:tags r:id="rId9"/>
            </p:custDataLst>
          </p:nvPr>
        </p:nvSpPr>
        <p:spPr>
          <a:xfrm>
            <a:off x="10331116" y="5678337"/>
            <a:ext cx="1860884" cy="646331"/>
          </a:xfrm>
          <a:prstGeom prst="rect">
            <a:avLst/>
          </a:prstGeom>
        </p:spPr>
        <p:txBody>
          <a:bodyPr wrap="square">
            <a:spAutoFit/>
          </a:bodyPr>
          <a:lstStyle/>
          <a:p>
            <a:pPr algn="just"/>
            <a:r>
              <a:rPr lang="en-US" dirty="0">
                <a:solidFill>
                  <a:srgbClr val="000000"/>
                </a:solidFill>
              </a:rPr>
              <a:t>Field downloaded from the DMS</a:t>
            </a:r>
            <a:endParaRPr lang="en-CA" dirty="0">
              <a:solidFill>
                <a:srgbClr val="000000"/>
              </a:solidFill>
            </a:endParaRPr>
          </a:p>
        </p:txBody>
      </p:sp>
    </p:spTree>
    <p:extLst>
      <p:ext uri="{BB962C8B-B14F-4D97-AF65-F5344CB8AC3E}">
        <p14:creationId xmlns:p14="http://schemas.microsoft.com/office/powerpoint/2010/main" val="88325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3C6A5C21-4E07-4F33-9198-1792FD7F3D1C}"/>
              </a:ext>
            </a:extLst>
          </p:cNvPr>
          <p:cNvSpPr>
            <a:spLocks noGrp="1"/>
          </p:cNvSpPr>
          <p:nvPr>
            <p:ph idx="1"/>
            <p:custDataLst>
              <p:tags r:id="rId2"/>
            </p:custDataLst>
          </p:nvPr>
        </p:nvSpPr>
        <p:spPr>
          <a:xfrm>
            <a:off x="838200" y="1174443"/>
            <a:ext cx="10515600" cy="4788431"/>
          </a:xfrm>
        </p:spPr>
        <p:txBody>
          <a:bodyPr/>
          <a:lstStyle/>
          <a:p>
            <a:pPr marL="457200" indent="-457200">
              <a:buFont typeface="+mj-lt"/>
              <a:buAutoNum type="arabicPeriod" startAt="13"/>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xmlns="" id="{7D8D730F-8CD6-4B78-A425-D6D2A38312E0}"/>
              </a:ext>
            </a:extLst>
          </p:cNvPr>
          <p:cNvGraphicFramePr>
            <a:graphicFrameLocks noGrp="1"/>
          </p:cNvGraphicFramePr>
          <p:nvPr>
            <p:custDataLst>
              <p:tags r:id="rId3"/>
            </p:custDataLst>
            <p:extLst>
              <p:ext uri="{D42A27DB-BD31-4B8C-83A1-F6EECF244321}">
                <p14:modId xmlns:p14="http://schemas.microsoft.com/office/powerpoint/2010/main" val="2408455894"/>
              </p:ext>
            </p:extLst>
          </p:nvPr>
        </p:nvGraphicFramePr>
        <p:xfrm>
          <a:off x="309768" y="1690688"/>
          <a:ext cx="11572463" cy="466852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xmlns="" val="3611636286"/>
                    </a:ext>
                  </a:extLst>
                </a:gridCol>
                <a:gridCol w="8967581">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Hold Code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default hold code to be used for the item during receiving. For some reason, this enables to keep separate the item </a:t>
                      </a:r>
                      <a:r>
                        <a:rPr lang="en-CA" sz="1800" kern="1200" dirty="0">
                          <a:solidFill>
                            <a:schemeClr val="tx1">
                              <a:lumMod val="50000"/>
                              <a:lumOff val="50000"/>
                            </a:schemeClr>
                          </a:solidFill>
                          <a:latin typeface="+mn-lt"/>
                          <a:ea typeface="+mn-ea"/>
                          <a:cs typeface="+mn-cs"/>
                        </a:rPr>
                        <a:t>from similar inventory for Quality Check or in the event of a new item for example. </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Expiration Date Consolidation Method</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u="none" kern="1200" dirty="0">
                          <a:solidFill>
                            <a:schemeClr val="tx1">
                              <a:lumMod val="50000"/>
                              <a:lumOff val="50000"/>
                            </a:schemeClr>
                          </a:solidFill>
                          <a:latin typeface="+mn-lt"/>
                          <a:ea typeface="+mn-ea"/>
                          <a:cs typeface="+mn-cs"/>
                        </a:rPr>
                        <a:t>This is used when updating the item's expiration date when the inventory is being </a:t>
                      </a:r>
                      <a:r>
                        <a:rPr lang="en-US" sz="1800" kern="1200" dirty="0">
                          <a:solidFill>
                            <a:schemeClr val="tx1">
                              <a:lumMod val="50000"/>
                              <a:lumOff val="50000"/>
                            </a:schemeClr>
                          </a:solidFill>
                          <a:latin typeface="+mn-lt"/>
                          <a:ea typeface="+mn-ea"/>
                          <a:cs typeface="+mn-cs"/>
                        </a:rPr>
                        <a:t>consolidated.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Destination</a:t>
                      </a:r>
                      <a:r>
                        <a:rPr lang="en-US" sz="1800" kern="1200" dirty="0">
                          <a:solidFill>
                            <a:schemeClr val="tx1">
                              <a:lumMod val="50000"/>
                              <a:lumOff val="50000"/>
                            </a:schemeClr>
                          </a:solidFill>
                          <a:latin typeface="+mn-lt"/>
                          <a:ea typeface="+mn-ea"/>
                          <a:cs typeface="+mn-cs"/>
                        </a:rPr>
                        <a:t>” indicates that the inventory will be updated with the item expiration date of the inventory record currently in the destination location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Older</a:t>
                      </a:r>
                      <a:r>
                        <a:rPr lang="en-US" sz="1800" kern="1200" dirty="0">
                          <a:solidFill>
                            <a:schemeClr val="tx1">
                              <a:lumMod val="50000"/>
                              <a:lumOff val="50000"/>
                            </a:schemeClr>
                          </a:solidFill>
                          <a:latin typeface="+mn-lt"/>
                          <a:ea typeface="+mn-ea"/>
                          <a:cs typeface="+mn-cs"/>
                        </a:rPr>
                        <a:t>” indicates that the inventory will be updated with the older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Newest</a:t>
                      </a:r>
                      <a:r>
                        <a:rPr lang="en-US" sz="1800" kern="1200" dirty="0">
                          <a:solidFill>
                            <a:schemeClr val="tx1">
                              <a:lumMod val="50000"/>
                              <a:lumOff val="50000"/>
                            </a:schemeClr>
                          </a:solidFill>
                          <a:latin typeface="+mn-lt"/>
                          <a:ea typeface="+mn-ea"/>
                          <a:cs typeface="+mn-cs"/>
                        </a:rPr>
                        <a:t>” indicates that the inventory being consolidated will be updated with the newer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By indicating "Newest", if a product currently in stock received last week is mixed with the same product received this week, then the expiration date will be that week.</a:t>
                      </a:r>
                    </a:p>
                  </a:txBody>
                  <a:tcPr/>
                </a:tc>
                <a:extLst>
                  <a:ext uri="{0D108BD9-81ED-4DB2-BD59-A6C34878D82A}">
                    <a16:rowId xmlns:a16="http://schemas.microsoft.com/office/drawing/2014/main" xmlns="" val="453915864"/>
                  </a:ext>
                </a:extLst>
              </a:tr>
            </a:tbl>
          </a:graphicData>
        </a:graphic>
      </p:graphicFrame>
    </p:spTree>
    <p:extLst>
      <p:ext uri="{BB962C8B-B14F-4D97-AF65-F5344CB8AC3E}">
        <p14:creationId xmlns:p14="http://schemas.microsoft.com/office/powerpoint/2010/main" val="2497133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59300F-A99F-4784-9A30-0B5A87372AE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4">
            <a:extLst>
              <a:ext uri="{FF2B5EF4-FFF2-40B4-BE49-F238E27FC236}">
                <a16:creationId xmlns:a16="http://schemas.microsoft.com/office/drawing/2014/main" xmlns="" id="{F8E5ADA1-DC84-4347-BCF0-63B172F5C9CC}"/>
              </a:ext>
            </a:extLst>
          </p:cNvPr>
          <p:cNvGraphicFramePr>
            <a:graphicFrameLocks noGrp="1"/>
          </p:cNvGraphicFramePr>
          <p:nvPr>
            <p:custDataLst>
              <p:tags r:id="rId2"/>
            </p:custDataLst>
            <p:extLst>
              <p:ext uri="{D42A27DB-BD31-4B8C-83A1-F6EECF244321}">
                <p14:modId xmlns:p14="http://schemas.microsoft.com/office/powerpoint/2010/main" val="2774986155"/>
              </p:ext>
            </p:extLst>
          </p:nvPr>
        </p:nvGraphicFramePr>
        <p:xfrm>
          <a:off x="309768" y="2139141"/>
          <a:ext cx="11572463" cy="338836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xmlns="" val="3611636286"/>
                    </a:ext>
                  </a:extLst>
                </a:gridCol>
                <a:gridCol w="8967581">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Expiry Date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expiration date will be equal to the receipt date plus the shelf life. A value of No indicates that the item expiration date must be entered by the user. </a:t>
                      </a:r>
                      <a:r>
                        <a:rPr lang="en-US" sz="1800" b="1" u="sng" kern="1200" dirty="0">
                          <a:solidFill>
                            <a:schemeClr val="tx1">
                              <a:lumMod val="50000"/>
                              <a:lumOff val="50000"/>
                            </a:schemeClr>
                          </a:solidFill>
                          <a:latin typeface="+mn-lt"/>
                          <a:ea typeface="+mn-ea"/>
                          <a:cs typeface="+mn-cs"/>
                        </a:rPr>
                        <a:t>This field is set to Yes.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Allow Only One Hold per Location</a:t>
                      </a:r>
                      <a:endParaRPr lang="en-CA" sz="1800" kern="1200" dirty="0">
                        <a:solidFill>
                          <a:schemeClr val="tx1">
                            <a:lumMod val="50000"/>
                            <a:lumOff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determines whether the inventory can be stored in a location that already has inventory or if it needs to be placed in another location. </a:t>
                      </a:r>
                      <a:r>
                        <a:rPr lang="en-US" sz="1800" b="1" u="sng" kern="1200" dirty="0">
                          <a:solidFill>
                            <a:schemeClr val="tx1">
                              <a:lumMod val="50000"/>
                              <a:lumOff val="50000"/>
                            </a:schemeClr>
                          </a:solidFill>
                          <a:latin typeface="+mn-lt"/>
                          <a:ea typeface="+mn-ea"/>
                          <a:cs typeface="+mn-cs"/>
                        </a:rPr>
                        <a:t>This field is always set to No</a:t>
                      </a:r>
                      <a:r>
                        <a:rPr lang="en-US" sz="1800" kern="1200" dirty="0">
                          <a:solidFill>
                            <a:schemeClr val="tx1">
                              <a:lumMod val="50000"/>
                              <a:lumOff val="50000"/>
                            </a:schemeClr>
                          </a:solidFill>
                          <a:latin typeface="+mn-lt"/>
                          <a:ea typeface="+mn-ea"/>
                          <a:cs typeface="+mn-cs"/>
                        </a:rPr>
                        <a:t>. A value of No indicates that any hold code can be placed into the location with the same item.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Serial Number Required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a serial number is required for this item. A value of No indicates that a serial number is not required for this item. </a:t>
                      </a:r>
                      <a:r>
                        <a:rPr lang="en-US" sz="1800" b="1" u="sng" kern="1200" dirty="0">
                          <a:solidFill>
                            <a:schemeClr val="tx1">
                              <a:lumMod val="50000"/>
                              <a:lumOff val="50000"/>
                            </a:schemeClr>
                          </a:solidFill>
                          <a:latin typeface="+mn-lt"/>
                          <a:ea typeface="+mn-ea"/>
                          <a:cs typeface="+mn-cs"/>
                        </a:rPr>
                        <a:t>This value is downloaded from the DMS</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706232209"/>
                  </a:ext>
                </a:extLst>
              </a:tr>
            </a:tbl>
          </a:graphicData>
        </a:graphic>
      </p:graphicFrame>
      <p:sp>
        <p:nvSpPr>
          <p:cNvPr id="8" name="Content Placeholder 2">
            <a:extLst>
              <a:ext uri="{FF2B5EF4-FFF2-40B4-BE49-F238E27FC236}">
                <a16:creationId xmlns:a16="http://schemas.microsoft.com/office/drawing/2014/main" xmlns="" id="{8D65FE5C-734C-4F70-95ED-19062B16A210}"/>
              </a:ext>
            </a:extLst>
          </p:cNvPr>
          <p:cNvSpPr>
            <a:spLocks noGrp="1"/>
          </p:cNvSpPr>
          <p:nvPr>
            <p:ph idx="1"/>
            <p:custDataLst>
              <p:tags r:id="rId3"/>
            </p:custDataLst>
          </p:nvPr>
        </p:nvSpPr>
        <p:spPr>
          <a:xfrm>
            <a:off x="838200" y="1364943"/>
            <a:ext cx="10515600" cy="4788431"/>
          </a:xfrm>
        </p:spPr>
        <p:txBody>
          <a:bodyPr/>
          <a:lstStyle/>
          <a:p>
            <a:pPr marL="457200" indent="-457200">
              <a:buFont typeface="+mj-lt"/>
              <a:buAutoNum type="arabicPeriod" startAt="13"/>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193838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98677A7B-296B-415C-A371-504F61FDBA1A}"/>
              </a:ext>
            </a:extLst>
          </p:cNvPr>
          <p:cNvPicPr>
            <a:picLocks noChangeAspect="1"/>
          </p:cNvPicPr>
          <p:nvPr>
            <p:custDataLst>
              <p:tags r:id="rId1"/>
            </p:custDataLst>
          </p:nvPr>
        </p:nvPicPr>
        <p:blipFill>
          <a:blip r:embed="rId12"/>
          <a:stretch>
            <a:fillRect/>
          </a:stretch>
        </p:blipFill>
        <p:spPr>
          <a:xfrm>
            <a:off x="638365" y="2162847"/>
            <a:ext cx="5702091" cy="4061490"/>
          </a:xfrm>
          <a:prstGeom prst="rect">
            <a:avLst/>
          </a:prstGeom>
        </p:spPr>
      </p:pic>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2"/>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2F129AF8-57D0-4CE0-8DE1-C396C1E6CF8D}"/>
              </a:ext>
            </a:extLst>
          </p:cNvPr>
          <p:cNvSpPr>
            <a:spLocks noGrp="1"/>
          </p:cNvSpPr>
          <p:nvPr>
            <p:ph idx="1"/>
            <p:custDataLst>
              <p:tags r:id="rId3"/>
            </p:custDataLst>
          </p:nvPr>
        </p:nvSpPr>
        <p:spPr>
          <a:xfrm>
            <a:off x="356940" y="1121061"/>
            <a:ext cx="10996860" cy="4975692"/>
          </a:xfrm>
        </p:spPr>
        <p:txBody>
          <a:bodyPr/>
          <a:lstStyle/>
          <a:p>
            <a:pPr marL="457200" indent="-457200" algn="just">
              <a:lnSpc>
                <a:spcPct val="130000"/>
              </a:lnSpc>
              <a:buFont typeface="+mj-lt"/>
              <a:buAutoNum type="arabicPeriod" startAt="14"/>
            </a:pPr>
            <a:r>
              <a:rPr lang="en-US" sz="2100" b="1" u="sng" dirty="0"/>
              <a:t>In the case of a hazardous material only</a:t>
            </a:r>
            <a:r>
              <a:rPr lang="en-US" sz="2100" dirty="0"/>
              <a:t>, complete the </a:t>
            </a:r>
            <a:r>
              <a:rPr lang="en-US" sz="2100" b="1" dirty="0"/>
              <a:t>Other Information </a:t>
            </a:r>
            <a:r>
              <a:rPr lang="en-US" sz="2100" dirty="0"/>
              <a:t>section</a:t>
            </a:r>
            <a:r>
              <a:rPr lang="en-US" sz="2100" b="1" dirty="0"/>
              <a:t> </a:t>
            </a:r>
            <a:r>
              <a:rPr lang="en-US" sz="2100" dirty="0"/>
              <a:t>for the fields shown below. An explanation of the fields is given in the next slide.</a:t>
            </a:r>
            <a:endParaRPr lang="en-CA" sz="2100" dirty="0"/>
          </a:p>
        </p:txBody>
      </p:sp>
      <p:cxnSp>
        <p:nvCxnSpPr>
          <p:cNvPr id="7" name="Straight Arrow Connector 6">
            <a:extLst>
              <a:ext uri="{FF2B5EF4-FFF2-40B4-BE49-F238E27FC236}">
                <a16:creationId xmlns:a16="http://schemas.microsoft.com/office/drawing/2014/main" xmlns="" id="{1DE1735A-8851-430E-973D-2CC7C25A87DD}"/>
              </a:ext>
            </a:extLst>
          </p:cNvPr>
          <p:cNvCxnSpPr>
            <a:cxnSpLocks/>
          </p:cNvCxnSpPr>
          <p:nvPr>
            <p:custDataLst>
              <p:tags r:id="rId4"/>
            </p:custDataLst>
          </p:nvPr>
        </p:nvCxnSpPr>
        <p:spPr>
          <a:xfrm>
            <a:off x="3542670" y="5398749"/>
            <a:ext cx="3227098"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xmlns="" id="{280B00E1-FBBA-4363-8151-CBB3E979AF85}"/>
              </a:ext>
            </a:extLst>
          </p:cNvPr>
          <p:cNvSpPr/>
          <p:nvPr>
            <p:custDataLst>
              <p:tags r:id="rId5"/>
            </p:custDataLst>
          </p:nvPr>
        </p:nvSpPr>
        <p:spPr>
          <a:xfrm>
            <a:off x="6860678" y="5214083"/>
            <a:ext cx="4282476" cy="369332"/>
          </a:xfrm>
          <a:prstGeom prst="rect">
            <a:avLst/>
          </a:prstGeom>
        </p:spPr>
        <p:txBody>
          <a:bodyPr wrap="square">
            <a:spAutoFit/>
          </a:bodyPr>
          <a:lstStyle/>
          <a:p>
            <a:pPr algn="just"/>
            <a:r>
              <a:rPr lang="en-US" dirty="0">
                <a:solidFill>
                  <a:srgbClr val="000000"/>
                </a:solidFill>
              </a:rPr>
              <a:t>Managed by the TMS, always set to No </a:t>
            </a:r>
            <a:endParaRPr lang="en-CA" dirty="0">
              <a:solidFill>
                <a:srgbClr val="000000"/>
              </a:solidFill>
            </a:endParaRPr>
          </a:p>
        </p:txBody>
      </p:sp>
      <p:cxnSp>
        <p:nvCxnSpPr>
          <p:cNvPr id="12" name="Straight Arrow Connector 11">
            <a:extLst>
              <a:ext uri="{FF2B5EF4-FFF2-40B4-BE49-F238E27FC236}">
                <a16:creationId xmlns:a16="http://schemas.microsoft.com/office/drawing/2014/main" xmlns="" id="{9AC33162-11F8-4213-9725-882865408F6E}"/>
              </a:ext>
            </a:extLst>
          </p:cNvPr>
          <p:cNvCxnSpPr>
            <a:cxnSpLocks/>
          </p:cNvCxnSpPr>
          <p:nvPr>
            <p:custDataLst>
              <p:tags r:id="rId6"/>
            </p:custDataLst>
          </p:nvPr>
        </p:nvCxnSpPr>
        <p:spPr>
          <a:xfrm>
            <a:off x="3759239" y="3941846"/>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xmlns="" id="{BADD98CB-1F99-4B62-87ED-D7A54039A13F}"/>
              </a:ext>
            </a:extLst>
          </p:cNvPr>
          <p:cNvSpPr/>
          <p:nvPr>
            <p:custDataLst>
              <p:tags r:id="rId7"/>
            </p:custDataLst>
          </p:nvPr>
        </p:nvSpPr>
        <p:spPr>
          <a:xfrm>
            <a:off x="6898871" y="3757180"/>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cxnSp>
        <p:nvCxnSpPr>
          <p:cNvPr id="16" name="Straight Arrow Connector 15">
            <a:extLst>
              <a:ext uri="{FF2B5EF4-FFF2-40B4-BE49-F238E27FC236}">
                <a16:creationId xmlns:a16="http://schemas.microsoft.com/office/drawing/2014/main" xmlns="" id="{8402ABFA-2F62-4AF7-ADD8-920387F9F711}"/>
              </a:ext>
            </a:extLst>
          </p:cNvPr>
          <p:cNvCxnSpPr>
            <a:cxnSpLocks/>
          </p:cNvCxnSpPr>
          <p:nvPr>
            <p:custDataLst>
              <p:tags r:id="rId8"/>
            </p:custDataLst>
          </p:nvPr>
        </p:nvCxnSpPr>
        <p:spPr>
          <a:xfrm>
            <a:off x="3533886" y="5111632"/>
            <a:ext cx="3235882"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xmlns="" id="{6DC447B5-8F66-471F-BFE8-33CC953FD666}"/>
              </a:ext>
            </a:extLst>
          </p:cNvPr>
          <p:cNvSpPr/>
          <p:nvPr>
            <p:custDataLst>
              <p:tags r:id="rId9"/>
            </p:custDataLst>
          </p:nvPr>
        </p:nvSpPr>
        <p:spPr>
          <a:xfrm>
            <a:off x="6860678" y="4901833"/>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spTree>
    <p:extLst>
      <p:ext uri="{BB962C8B-B14F-4D97-AF65-F5344CB8AC3E}">
        <p14:creationId xmlns:p14="http://schemas.microsoft.com/office/powerpoint/2010/main" val="1524780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04763771-6C82-4162-A5AC-F3602FF29FF6}"/>
              </a:ext>
            </a:extLst>
          </p:cNvPr>
          <p:cNvSpPr>
            <a:spLocks noGrp="1"/>
          </p:cNvSpPr>
          <p:nvPr>
            <p:ph idx="1"/>
            <p:custDataLst>
              <p:tags r:id="rId2"/>
            </p:custDataLst>
          </p:nvPr>
        </p:nvSpPr>
        <p:spPr>
          <a:xfrm>
            <a:off x="838200" y="1238611"/>
            <a:ext cx="10515600" cy="4788431"/>
          </a:xfrm>
        </p:spPr>
        <p:txBody>
          <a:bodyPr/>
          <a:lstStyle/>
          <a:p>
            <a:pPr marL="457200" indent="-457200">
              <a:buFont typeface="+mj-lt"/>
              <a:buAutoNum type="arabicPeriod" startAt="14"/>
            </a:pPr>
            <a:r>
              <a:rPr lang="fr-CA" dirty="0"/>
              <a:t>(</a:t>
            </a:r>
            <a:r>
              <a:rPr lang="fr-CA" dirty="0" err="1"/>
              <a:t>Continued</a:t>
            </a:r>
            <a:r>
              <a:rPr lang="fr-CA" dirty="0"/>
              <a:t>)</a:t>
            </a:r>
            <a:endParaRPr lang="en-CA" dirty="0"/>
          </a:p>
        </p:txBody>
      </p:sp>
      <p:graphicFrame>
        <p:nvGraphicFramePr>
          <p:cNvPr id="7" name="Table 6">
            <a:extLst>
              <a:ext uri="{FF2B5EF4-FFF2-40B4-BE49-F238E27FC236}">
                <a16:creationId xmlns:a16="http://schemas.microsoft.com/office/drawing/2014/main" xmlns="" id="{8A1289DA-7478-4ECE-BE95-7A254B42D0B0}"/>
              </a:ext>
            </a:extLst>
          </p:cNvPr>
          <p:cNvGraphicFramePr>
            <a:graphicFrameLocks noGrp="1"/>
          </p:cNvGraphicFramePr>
          <p:nvPr>
            <p:custDataLst>
              <p:tags r:id="rId3"/>
            </p:custDataLst>
            <p:extLst>
              <p:ext uri="{D42A27DB-BD31-4B8C-83A1-F6EECF244321}">
                <p14:modId xmlns:p14="http://schemas.microsoft.com/office/powerpoint/2010/main" val="3495073845"/>
              </p:ext>
            </p:extLst>
          </p:nvPr>
        </p:nvGraphicFramePr>
        <p:xfrm>
          <a:off x="309768" y="2067897"/>
          <a:ext cx="11572463" cy="4043680"/>
        </p:xfrm>
        <a:graphic>
          <a:graphicData uri="http://schemas.openxmlformats.org/drawingml/2006/table">
            <a:tbl>
              <a:tblPr firstRow="1" bandRow="1">
                <a:tableStyleId>{F5AB1C69-6EDB-4FF4-983F-18BD219EF322}</a:tableStyleId>
              </a:tblPr>
              <a:tblGrid>
                <a:gridCol w="3764927">
                  <a:extLst>
                    <a:ext uri="{9D8B030D-6E8A-4147-A177-3AD203B41FA5}">
                      <a16:colId xmlns:a16="http://schemas.microsoft.com/office/drawing/2014/main" xmlns="" val="3611636286"/>
                    </a:ext>
                  </a:extLst>
                </a:gridCol>
                <a:gridCol w="7807536">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Special</a:t>
                      </a:r>
                      <a:r>
                        <a:rPr lang="fr-CA" sz="1800" kern="1200" dirty="0">
                          <a:solidFill>
                            <a:schemeClr val="tx1">
                              <a:lumMod val="50000"/>
                              <a:lumOff val="50000"/>
                            </a:schemeClr>
                          </a:solidFill>
                          <a:latin typeface="+mn-lt"/>
                          <a:ea typeface="+mn-ea"/>
                          <a:cs typeface="+mn-cs"/>
                        </a:rPr>
                        <a:t> Container Type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Wave release will always assign this container type for the item during picking and will exclude this item from the regular container.</a:t>
                      </a:r>
                    </a:p>
                  </a:txBody>
                  <a:tcPr/>
                </a:tc>
                <a:extLst>
                  <a:ext uri="{0D108BD9-81ED-4DB2-BD59-A6C34878D82A}">
                    <a16:rowId xmlns:a16="http://schemas.microsoft.com/office/drawing/2014/main" xmlns=""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Identification Number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identifier provided by the </a:t>
                      </a:r>
                      <a:r>
                        <a:rPr lang="en-CA" sz="1800" kern="1200" dirty="0">
                          <a:solidFill>
                            <a:schemeClr val="tx1">
                              <a:lumMod val="50000"/>
                              <a:lumOff val="50000"/>
                            </a:schemeClr>
                          </a:solidFill>
                          <a:latin typeface="+mn-lt"/>
                          <a:ea typeface="+mn-ea"/>
                          <a:cs typeface="+mn-cs"/>
                        </a:rPr>
                        <a:t>Material Safety Data Sheet (</a:t>
                      </a:r>
                      <a:r>
                        <a:rPr lang="en-US" sz="1800" kern="1200" dirty="0">
                          <a:solidFill>
                            <a:schemeClr val="tx1">
                              <a:lumMod val="50000"/>
                              <a:lumOff val="50000"/>
                            </a:schemeClr>
                          </a:solidFill>
                          <a:latin typeface="+mn-lt"/>
                          <a:ea typeface="+mn-ea"/>
                          <a:cs typeface="+mn-cs"/>
                        </a:rPr>
                        <a:t>MSDS). </a:t>
                      </a:r>
                    </a:p>
                  </a:txBody>
                  <a:tcPr/>
                </a:tc>
                <a:extLst>
                  <a:ext uri="{0D108BD9-81ED-4DB2-BD59-A6C34878D82A}">
                    <a16:rowId xmlns:a16="http://schemas.microsoft.com/office/drawing/2014/main" xmlns="" val="3422762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Class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The hazardous material classification.</a:t>
                      </a:r>
                    </a:p>
                  </a:txBody>
                  <a:tcPr/>
                </a:tc>
                <a:extLst>
                  <a:ext uri="{0D108BD9-81ED-4DB2-BD59-A6C34878D82A}">
                    <a16:rowId xmlns:a16="http://schemas.microsoft.com/office/drawing/2014/main" xmlns="" val="412805236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proper shipping name for this item. Refer to the next slide for more details. </a:t>
                      </a:r>
                    </a:p>
                  </a:txBody>
                  <a:tcPr/>
                </a:tc>
                <a:extLst>
                  <a:ext uri="{0D108BD9-81ED-4DB2-BD59-A6C34878D82A}">
                    <a16:rowId xmlns:a16="http://schemas.microsoft.com/office/drawing/2014/main" xmlns="" val="381115463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Label</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description/code used for hazardous labeling for the item.</a:t>
                      </a:r>
                    </a:p>
                  </a:txBody>
                  <a:tcPr/>
                </a:tc>
                <a:extLst>
                  <a:ext uri="{0D108BD9-81ED-4DB2-BD59-A6C34878D82A}">
                    <a16:rowId xmlns:a16="http://schemas.microsoft.com/office/drawing/2014/main" xmlns="" val="354987091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group material classification provided by the MSDS. </a:t>
                      </a:r>
                    </a:p>
                  </a:txBody>
                  <a:tcPr/>
                </a:tc>
                <a:extLst>
                  <a:ext uri="{0D108BD9-81ED-4DB2-BD59-A6C34878D82A}">
                    <a16:rowId xmlns:a16="http://schemas.microsoft.com/office/drawing/2014/main" xmlns="" val="255474266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Placard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flag that indicates if hazardous placards are required. This field is managed via the TMS and is </a:t>
                      </a:r>
                      <a:r>
                        <a:rPr lang="en-US" sz="1800" b="1" u="sng" kern="1200" dirty="0">
                          <a:solidFill>
                            <a:schemeClr val="tx1">
                              <a:lumMod val="50000"/>
                              <a:lumOff val="50000"/>
                            </a:schemeClr>
                          </a:solidFill>
                          <a:latin typeface="+mn-lt"/>
                          <a:ea typeface="+mn-ea"/>
                          <a:cs typeface="+mn-cs"/>
                        </a:rPr>
                        <a:t>always set to No. </a:t>
                      </a:r>
                    </a:p>
                  </a:txBody>
                  <a:tcPr/>
                </a:tc>
                <a:extLst>
                  <a:ext uri="{0D108BD9-81ED-4DB2-BD59-A6C34878D82A}">
                    <a16:rowId xmlns:a16="http://schemas.microsoft.com/office/drawing/2014/main" xmlns="" val="1349014533"/>
                  </a:ext>
                </a:extLst>
              </a:tr>
            </a:tbl>
          </a:graphicData>
        </a:graphic>
      </p:graphicFrame>
    </p:spTree>
    <p:extLst>
      <p:ext uri="{BB962C8B-B14F-4D97-AF65-F5344CB8AC3E}">
        <p14:creationId xmlns:p14="http://schemas.microsoft.com/office/powerpoint/2010/main" val="340828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950B2B-3B4B-4E86-91D3-EB2E28BE8BCC}"/>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635B3478-8706-485A-8924-C2C72FFE4ED1}"/>
              </a:ext>
            </a:extLst>
          </p:cNvPr>
          <p:cNvSpPr>
            <a:spLocks noGrp="1"/>
          </p:cNvSpPr>
          <p:nvPr>
            <p:ph idx="1"/>
            <p:custDataLst>
              <p:tags r:id="rId2"/>
            </p:custDataLst>
          </p:nvPr>
        </p:nvSpPr>
        <p:spPr>
          <a:xfrm>
            <a:off x="657725" y="1042738"/>
            <a:ext cx="11149263" cy="4925679"/>
          </a:xfrm>
        </p:spPr>
        <p:txBody>
          <a:bodyPr/>
          <a:lstStyle/>
          <a:p>
            <a:pPr marL="0" indent="0" algn="just">
              <a:lnSpc>
                <a:spcPct val="140000"/>
              </a:lnSpc>
              <a:buNone/>
            </a:pPr>
            <a:r>
              <a:rPr lang="fr-CA" sz="2100" dirty="0" err="1"/>
              <a:t>Additional</a:t>
            </a:r>
            <a:r>
              <a:rPr lang="fr-CA" sz="2100" dirty="0"/>
              <a:t> Note – The </a:t>
            </a:r>
            <a:r>
              <a:rPr lang="en-CA" sz="2100" b="1" kern="1200" dirty="0">
                <a:solidFill>
                  <a:schemeClr val="tx1">
                    <a:lumMod val="50000"/>
                    <a:lumOff val="50000"/>
                  </a:schemeClr>
                </a:solidFill>
                <a:latin typeface="+mn-lt"/>
                <a:ea typeface="+mn-ea"/>
                <a:cs typeface="+mn-cs"/>
              </a:rPr>
              <a:t>Hazardous Material Shipping Name</a:t>
            </a:r>
            <a:r>
              <a:rPr lang="fr-CA" sz="2100" b="1" kern="1200" dirty="0">
                <a:solidFill>
                  <a:schemeClr val="tx1">
                    <a:lumMod val="50000"/>
                    <a:lumOff val="50000"/>
                  </a:schemeClr>
                </a:solidFill>
                <a:latin typeface="+mn-lt"/>
                <a:ea typeface="+mn-ea"/>
                <a:cs typeface="+mn-cs"/>
              </a:rPr>
              <a:t> </a:t>
            </a:r>
            <a:r>
              <a:rPr lang="fr-CA" sz="2100" kern="1200" dirty="0">
                <a:solidFill>
                  <a:schemeClr val="tx1">
                    <a:lumMod val="50000"/>
                    <a:lumOff val="50000"/>
                  </a:schemeClr>
                </a:solidFill>
                <a:latin typeface="+mn-lt"/>
                <a:ea typeface="+mn-ea"/>
                <a:cs typeface="+mn-cs"/>
              </a:rPr>
              <a:t>in the Item </a:t>
            </a:r>
            <a:r>
              <a:rPr lang="fr-CA" sz="2100" kern="1200" dirty="0" err="1">
                <a:solidFill>
                  <a:schemeClr val="tx1">
                    <a:lumMod val="50000"/>
                    <a:lumOff val="50000"/>
                  </a:schemeClr>
                </a:solidFill>
                <a:latin typeface="+mn-lt"/>
                <a:ea typeface="+mn-ea"/>
                <a:cs typeface="+mn-cs"/>
              </a:rPr>
              <a:t>Load</a:t>
            </a:r>
            <a:r>
              <a:rPr lang="fr-CA" sz="2100" kern="1200" dirty="0">
                <a:solidFill>
                  <a:schemeClr val="tx1">
                    <a:lumMod val="50000"/>
                    <a:lumOff val="50000"/>
                  </a:schemeClr>
                </a:solidFill>
                <a:latin typeface="+mn-lt"/>
                <a:ea typeface="+mn-ea"/>
                <a:cs typeface="+mn-cs"/>
              </a:rPr>
              <a:t> </a:t>
            </a:r>
            <a:r>
              <a:rPr lang="fr-CA" sz="2100" kern="1200" dirty="0" err="1">
                <a:solidFill>
                  <a:schemeClr val="tx1">
                    <a:lumMod val="50000"/>
                    <a:lumOff val="50000"/>
                  </a:schemeClr>
                </a:solidFill>
                <a:latin typeface="+mn-lt"/>
                <a:ea typeface="+mn-ea"/>
                <a:cs typeface="+mn-cs"/>
              </a:rPr>
              <a:t>resource</a:t>
            </a:r>
            <a:r>
              <a:rPr lang="fr-CA" sz="2100" kern="1200" dirty="0">
                <a:solidFill>
                  <a:schemeClr val="tx1">
                    <a:lumMod val="50000"/>
                    <a:lumOff val="50000"/>
                  </a:schemeClr>
                </a:solidFill>
                <a:latin typeface="+mn-lt"/>
                <a:ea typeface="+mn-ea"/>
                <a:cs typeface="+mn-cs"/>
              </a:rPr>
              <a:t> </a:t>
            </a:r>
            <a:r>
              <a:rPr lang="en-US" sz="2100" kern="1200" dirty="0">
                <a:solidFill>
                  <a:schemeClr val="tx1">
                    <a:lumMod val="50000"/>
                    <a:lumOff val="50000"/>
                  </a:schemeClr>
                </a:solidFill>
                <a:latin typeface="+mn-lt"/>
                <a:ea typeface="+mn-ea"/>
                <a:cs typeface="+mn-cs"/>
              </a:rPr>
              <a:t>is a code (or key) in the WMS and which refers to a text value. This text value corresponds to the real description of the item for shipping purposes. The real description of the item can be found in the Literals resource.</a:t>
            </a:r>
            <a:r>
              <a:rPr lang="en-CA" sz="2100" kern="1200" dirty="0">
                <a:solidFill>
                  <a:schemeClr val="tx1">
                    <a:lumMod val="50000"/>
                    <a:lumOff val="50000"/>
                  </a:schemeClr>
                </a:solidFill>
                <a:latin typeface="+mn-lt"/>
                <a:ea typeface="+mn-ea"/>
                <a:cs typeface="+mn-cs"/>
              </a:rPr>
              <a:t> </a:t>
            </a:r>
          </a:p>
        </p:txBody>
      </p:sp>
      <p:pic>
        <p:nvPicPr>
          <p:cNvPr id="5" name="Picture 4">
            <a:extLst>
              <a:ext uri="{FF2B5EF4-FFF2-40B4-BE49-F238E27FC236}">
                <a16:creationId xmlns:a16="http://schemas.microsoft.com/office/drawing/2014/main" xmlns="" id="{29ED6746-B8DE-4206-8E6F-0B4014D535E4}"/>
              </a:ext>
            </a:extLst>
          </p:cNvPr>
          <p:cNvPicPr>
            <a:picLocks noChangeAspect="1"/>
          </p:cNvPicPr>
          <p:nvPr>
            <p:custDataLst>
              <p:tags r:id="rId3"/>
            </p:custDataLst>
          </p:nvPr>
        </p:nvPicPr>
        <p:blipFill rotWithShape="1">
          <a:blip r:embed="rId8"/>
          <a:srcRect b="36302"/>
          <a:stretch/>
        </p:blipFill>
        <p:spPr>
          <a:xfrm>
            <a:off x="154065" y="2662477"/>
            <a:ext cx="4754819" cy="2179384"/>
          </a:xfrm>
          <a:prstGeom prst="rect">
            <a:avLst/>
          </a:prstGeom>
          <a:ln>
            <a:solidFill>
              <a:schemeClr val="bg2">
                <a:lumMod val="75000"/>
              </a:schemeClr>
            </a:solidFill>
          </a:ln>
        </p:spPr>
      </p:pic>
      <p:pic>
        <p:nvPicPr>
          <p:cNvPr id="7" name="Picture 6">
            <a:extLst>
              <a:ext uri="{FF2B5EF4-FFF2-40B4-BE49-F238E27FC236}">
                <a16:creationId xmlns:a16="http://schemas.microsoft.com/office/drawing/2014/main" xmlns="" id="{89385C7B-C3B4-48DD-953D-CB549BE1118F}"/>
              </a:ext>
            </a:extLst>
          </p:cNvPr>
          <p:cNvPicPr>
            <a:picLocks noChangeAspect="1"/>
          </p:cNvPicPr>
          <p:nvPr>
            <p:custDataLst>
              <p:tags r:id="rId4"/>
            </p:custDataLst>
          </p:nvPr>
        </p:nvPicPr>
        <p:blipFill rotWithShape="1">
          <a:blip r:embed="rId9"/>
          <a:srcRect r="14848"/>
          <a:stretch/>
        </p:blipFill>
        <p:spPr>
          <a:xfrm>
            <a:off x="3433132" y="4254785"/>
            <a:ext cx="8620935" cy="2072969"/>
          </a:xfrm>
          <a:prstGeom prst="rect">
            <a:avLst/>
          </a:prstGeom>
          <a:ln>
            <a:solidFill>
              <a:schemeClr val="bg2">
                <a:lumMod val="75000"/>
              </a:schemeClr>
            </a:solidFill>
          </a:ln>
        </p:spPr>
      </p:pic>
      <p:cxnSp>
        <p:nvCxnSpPr>
          <p:cNvPr id="9" name="Straight Arrow Connector 8">
            <a:extLst>
              <a:ext uri="{FF2B5EF4-FFF2-40B4-BE49-F238E27FC236}">
                <a16:creationId xmlns:a16="http://schemas.microsoft.com/office/drawing/2014/main" xmlns="" id="{FFFBF0A5-2A03-4FED-A37D-2B5B413A0CDF}"/>
              </a:ext>
            </a:extLst>
          </p:cNvPr>
          <p:cNvCxnSpPr>
            <a:cxnSpLocks/>
          </p:cNvCxnSpPr>
          <p:nvPr>
            <p:custDataLst>
              <p:tags r:id="rId5"/>
            </p:custDataLst>
          </p:nvPr>
        </p:nvCxnSpPr>
        <p:spPr>
          <a:xfrm>
            <a:off x="2691894" y="6144126"/>
            <a:ext cx="122250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B06CBCAB-9AE6-441E-A488-A07046E4F2DF}"/>
              </a:ext>
            </a:extLst>
          </p:cNvPr>
          <p:cNvCxnSpPr>
            <a:cxnSpLocks/>
          </p:cNvCxnSpPr>
          <p:nvPr>
            <p:custDataLst>
              <p:tags r:id="rId6"/>
            </p:custDataLst>
          </p:nvPr>
        </p:nvCxnSpPr>
        <p:spPr>
          <a:xfrm>
            <a:off x="2691894" y="4745609"/>
            <a:ext cx="0" cy="13985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545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xmlns=""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5"/>
            </a:pPr>
            <a:r>
              <a:rPr lang="en-US" sz="2100" dirty="0"/>
              <a:t>Once all the required fields in the sections have been completed, click Submit.</a:t>
            </a:r>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0" indent="0" algn="just">
              <a:lnSpc>
                <a:spcPct val="130000"/>
              </a:lnSpc>
              <a:buNone/>
            </a:pPr>
            <a:endParaRPr lang="en-US" sz="3000" dirty="0"/>
          </a:p>
          <a:p>
            <a:pPr marL="457200" indent="-457200" algn="just">
              <a:lnSpc>
                <a:spcPct val="130000"/>
              </a:lnSpc>
              <a:buFont typeface="+mj-lt"/>
              <a:buAutoNum type="arabicPeriod" startAt="16"/>
            </a:pPr>
            <a:r>
              <a:rPr lang="en-US" sz="2100" dirty="0"/>
              <a:t>Click on Close to exit the Item Load resource.</a:t>
            </a:r>
            <a:endParaRPr lang="en-CA" sz="2100" dirty="0"/>
          </a:p>
          <a:p>
            <a:pPr marL="457200" indent="-457200" algn="just">
              <a:lnSpc>
                <a:spcPct val="130000"/>
              </a:lnSpc>
              <a:buFont typeface="+mj-lt"/>
              <a:buAutoNum type="arabicPeriod" startAt="16"/>
            </a:pPr>
            <a:endParaRPr lang="en-CA" sz="2100" dirty="0"/>
          </a:p>
        </p:txBody>
      </p:sp>
      <p:pic>
        <p:nvPicPr>
          <p:cNvPr id="6" name="Picture 5">
            <a:extLst>
              <a:ext uri="{FF2B5EF4-FFF2-40B4-BE49-F238E27FC236}">
                <a16:creationId xmlns:a16="http://schemas.microsoft.com/office/drawing/2014/main" xmlns="" id="{5697C4D1-F69F-4150-BFE5-F23C2BF4B75C}"/>
              </a:ext>
            </a:extLst>
          </p:cNvPr>
          <p:cNvPicPr>
            <a:picLocks noChangeAspect="1"/>
          </p:cNvPicPr>
          <p:nvPr>
            <p:custDataLst>
              <p:tags r:id="rId3"/>
            </p:custDataLst>
          </p:nvPr>
        </p:nvPicPr>
        <p:blipFill rotWithShape="1">
          <a:blip r:embed="rId6"/>
          <a:srcRect t="50000"/>
          <a:stretch/>
        </p:blipFill>
        <p:spPr>
          <a:xfrm>
            <a:off x="401052" y="1828263"/>
            <a:ext cx="11389895" cy="2749284"/>
          </a:xfrm>
          <a:prstGeom prst="rect">
            <a:avLst/>
          </a:prstGeom>
        </p:spPr>
      </p:pic>
      <p:pic>
        <p:nvPicPr>
          <p:cNvPr id="8" name="Picture 7">
            <a:extLst>
              <a:ext uri="{FF2B5EF4-FFF2-40B4-BE49-F238E27FC236}">
                <a16:creationId xmlns:a16="http://schemas.microsoft.com/office/drawing/2014/main" xmlns="" id="{15B0F498-27CC-407D-9E71-F1390FD6D500}"/>
              </a:ext>
            </a:extLst>
          </p:cNvPr>
          <p:cNvPicPr>
            <a:picLocks noChangeAspect="1"/>
          </p:cNvPicPr>
          <p:nvPr>
            <p:custDataLst>
              <p:tags r:id="rId4"/>
            </p:custDataLst>
          </p:nvPr>
        </p:nvPicPr>
        <p:blipFill>
          <a:blip r:embed="rId7"/>
          <a:stretch>
            <a:fillRect/>
          </a:stretch>
        </p:blipFill>
        <p:spPr>
          <a:xfrm>
            <a:off x="401052" y="5204539"/>
            <a:ext cx="11389895" cy="1041226"/>
          </a:xfrm>
          <a:prstGeom prst="rect">
            <a:avLst/>
          </a:prstGeom>
        </p:spPr>
      </p:pic>
    </p:spTree>
    <p:extLst>
      <p:ext uri="{BB962C8B-B14F-4D97-AF65-F5344CB8AC3E}">
        <p14:creationId xmlns:p14="http://schemas.microsoft.com/office/powerpoint/2010/main" val="437802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xmlns="" id="{88A62F98-1398-4388-B088-C11376F92F3D}"/>
              </a:ext>
            </a:extLst>
          </p:cNvPr>
          <p:cNvSpPr>
            <a:spLocks noGrp="1"/>
          </p:cNvSpPr>
          <p:nvPr>
            <p:ph idx="1"/>
            <p:custDataLst>
              <p:tags r:id="rId2"/>
            </p:custDataLst>
          </p:nvPr>
        </p:nvSpPr>
        <p:spPr>
          <a:xfrm>
            <a:off x="583323" y="1024758"/>
            <a:ext cx="11209283" cy="5120673"/>
          </a:xfrm>
        </p:spPr>
        <p:txBody>
          <a:bodyPr/>
          <a:lstStyle/>
          <a:p>
            <a:pPr marL="0" indent="0" algn="just">
              <a:lnSpc>
                <a:spcPct val="110000"/>
              </a:lnSpc>
              <a:buNone/>
            </a:pPr>
            <a:r>
              <a:rPr lang="fr-CA" sz="2100" dirty="0" err="1"/>
              <a:t>Additional</a:t>
            </a:r>
            <a:r>
              <a:rPr lang="fr-CA" sz="2100" dirty="0"/>
              <a:t> Note –  </a:t>
            </a:r>
            <a:r>
              <a:rPr lang="en-US" sz="2100" u="sng" dirty="0"/>
              <a:t>If you just want to update data for a particular item</a:t>
            </a:r>
            <a:r>
              <a:rPr lang="en-US" sz="2100" dirty="0"/>
              <a:t>, from the Item Load resource:</a:t>
            </a:r>
          </a:p>
          <a:p>
            <a:pPr algn="just">
              <a:lnSpc>
                <a:spcPct val="110000"/>
              </a:lnSpc>
              <a:buFont typeface="Wingdings" panose="05000000000000000000" pitchFamily="2" charset="2"/>
              <a:buChar char="ü"/>
            </a:pPr>
            <a:r>
              <a:rPr lang="en-US" sz="2100" dirty="0"/>
              <a:t> Perform a search to retrieve the item you wish to update, </a:t>
            </a:r>
          </a:p>
          <a:p>
            <a:pPr algn="just">
              <a:lnSpc>
                <a:spcPct val="110000"/>
              </a:lnSpc>
              <a:buFont typeface="Wingdings" panose="05000000000000000000" pitchFamily="2" charset="2"/>
              <a:buChar char="ü"/>
            </a:pPr>
            <a:r>
              <a:rPr lang="en-US" sz="2100" dirty="0"/>
              <a:t> Select the View Record Details,  </a:t>
            </a:r>
          </a:p>
          <a:p>
            <a:pPr algn="just">
              <a:lnSpc>
                <a:spcPct val="110000"/>
              </a:lnSpc>
              <a:buFont typeface="Wingdings" panose="05000000000000000000" pitchFamily="2" charset="2"/>
              <a:buChar char="ü"/>
            </a:pPr>
            <a:r>
              <a:rPr lang="en-US" sz="2100" dirty="0"/>
              <a:t> From the new window, update the desired fields as explained previously, </a:t>
            </a:r>
          </a:p>
          <a:p>
            <a:pPr algn="just">
              <a:lnSpc>
                <a:spcPct val="110000"/>
              </a:lnSpc>
              <a:buFont typeface="Wingdings" panose="05000000000000000000" pitchFamily="2" charset="2"/>
              <a:buChar char="ü"/>
            </a:pPr>
            <a:r>
              <a:rPr lang="en-US" sz="2100" dirty="0"/>
              <a:t> Click on Submit.</a:t>
            </a:r>
            <a:endParaRPr lang="en-CA" sz="2100" dirty="0"/>
          </a:p>
        </p:txBody>
      </p:sp>
      <p:pic>
        <p:nvPicPr>
          <p:cNvPr id="5" name="Picture 4">
            <a:extLst>
              <a:ext uri="{FF2B5EF4-FFF2-40B4-BE49-F238E27FC236}">
                <a16:creationId xmlns:a16="http://schemas.microsoft.com/office/drawing/2014/main" xmlns="" id="{1C87EE33-ED28-4113-B239-9CD561DBAA81}"/>
              </a:ext>
            </a:extLst>
          </p:cNvPr>
          <p:cNvPicPr>
            <a:picLocks noChangeAspect="1"/>
          </p:cNvPicPr>
          <p:nvPr>
            <p:custDataLst>
              <p:tags r:id="rId3"/>
            </p:custDataLst>
          </p:nvPr>
        </p:nvPicPr>
        <p:blipFill>
          <a:blip r:embed="rId6"/>
          <a:stretch>
            <a:fillRect/>
          </a:stretch>
        </p:blipFill>
        <p:spPr>
          <a:xfrm>
            <a:off x="243949" y="3429000"/>
            <a:ext cx="8836572" cy="2896227"/>
          </a:xfrm>
          <a:prstGeom prst="rect">
            <a:avLst/>
          </a:prstGeom>
          <a:ln>
            <a:solidFill>
              <a:schemeClr val="tx1">
                <a:lumMod val="65000"/>
                <a:lumOff val="35000"/>
              </a:schemeClr>
            </a:solidFill>
          </a:ln>
        </p:spPr>
      </p:pic>
      <p:pic>
        <p:nvPicPr>
          <p:cNvPr id="7" name="Picture 6">
            <a:extLst>
              <a:ext uri="{FF2B5EF4-FFF2-40B4-BE49-F238E27FC236}">
                <a16:creationId xmlns:a16="http://schemas.microsoft.com/office/drawing/2014/main" xmlns="" id="{858AF495-1744-41C3-BA1C-A4A4F7117788}"/>
              </a:ext>
            </a:extLst>
          </p:cNvPr>
          <p:cNvPicPr>
            <a:picLocks noChangeAspect="1"/>
          </p:cNvPicPr>
          <p:nvPr>
            <p:custDataLst>
              <p:tags r:id="rId4"/>
            </p:custDataLst>
          </p:nvPr>
        </p:nvPicPr>
        <p:blipFill>
          <a:blip r:embed="rId7"/>
          <a:stretch>
            <a:fillRect/>
          </a:stretch>
        </p:blipFill>
        <p:spPr>
          <a:xfrm>
            <a:off x="9251732" y="3066360"/>
            <a:ext cx="2649021" cy="3258867"/>
          </a:xfrm>
          <a:prstGeom prst="rect">
            <a:avLst/>
          </a:prstGeom>
          <a:ln>
            <a:solidFill>
              <a:schemeClr val="tx1">
                <a:lumMod val="50000"/>
                <a:lumOff val="50000"/>
              </a:schemeClr>
            </a:solidFill>
          </a:ln>
        </p:spPr>
      </p:pic>
    </p:spTree>
    <p:extLst>
      <p:ext uri="{BB962C8B-B14F-4D97-AF65-F5344CB8AC3E}">
        <p14:creationId xmlns:p14="http://schemas.microsoft.com/office/powerpoint/2010/main" val="701220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Inventory Load</a:t>
            </a:r>
          </a:p>
        </p:txBody>
      </p:sp>
      <p:sp>
        <p:nvSpPr>
          <p:cNvPr id="4" name="TextBox 3">
            <a:extLst>
              <a:ext uri="{FF2B5EF4-FFF2-40B4-BE49-F238E27FC236}">
                <a16:creationId xmlns:a16="http://schemas.microsoft.com/office/drawing/2014/main" xmlns="" id="{4428CCAB-DEA2-4A6C-85DC-37AD447EDAD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04408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1D1299-C73E-4FB0-8B88-6D6EF7CFB6B4}"/>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4BAD0275-1717-4897-B0D9-9D87B417F097}"/>
              </a:ext>
            </a:extLst>
          </p:cNvPr>
          <p:cNvSpPr>
            <a:spLocks noGrp="1"/>
          </p:cNvSpPr>
          <p:nvPr>
            <p:ph idx="1"/>
            <p:custDataLst>
              <p:tags r:id="rId2"/>
            </p:custDataLst>
          </p:nvPr>
        </p:nvSpPr>
        <p:spPr>
          <a:xfrm>
            <a:off x="838200" y="1690688"/>
            <a:ext cx="10515600" cy="4124325"/>
          </a:xfrm>
        </p:spPr>
        <p:txBody>
          <a:bodyPr/>
          <a:lstStyle/>
          <a:p>
            <a:pPr>
              <a:lnSpc>
                <a:spcPct val="200000"/>
              </a:lnSpc>
            </a:pPr>
            <a:r>
              <a:rPr lang="en-US" dirty="0"/>
              <a:t>The Inventory Load resource is part of the initial WMS configuration process. </a:t>
            </a:r>
          </a:p>
          <a:p>
            <a:pPr algn="just">
              <a:lnSpc>
                <a:spcPct val="200000"/>
              </a:lnSpc>
            </a:pPr>
            <a:r>
              <a:rPr lang="en-US" dirty="0"/>
              <a:t>This resource is used to load the initial existing inventory of items into the system. </a:t>
            </a:r>
          </a:p>
          <a:p>
            <a:pPr>
              <a:lnSpc>
                <a:spcPct val="200000"/>
              </a:lnSpc>
            </a:pPr>
            <a:r>
              <a:rPr lang="en-US" dirty="0"/>
              <a:t>Only one receipt may be prepared (reserved) by a given user at any one time. While a given receipt is reserved, no other user can access it.</a:t>
            </a:r>
            <a:endParaRPr lang="en-CA" dirty="0"/>
          </a:p>
        </p:txBody>
      </p:sp>
    </p:spTree>
    <p:extLst>
      <p:ext uri="{BB962C8B-B14F-4D97-AF65-F5344CB8AC3E}">
        <p14:creationId xmlns:p14="http://schemas.microsoft.com/office/powerpoint/2010/main" val="1198841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1D1299-C73E-4FB0-8B88-6D6EF7CFB6B4}"/>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pic>
        <p:nvPicPr>
          <p:cNvPr id="7" name="Picture 6">
            <a:extLst>
              <a:ext uri="{FF2B5EF4-FFF2-40B4-BE49-F238E27FC236}">
                <a16:creationId xmlns:a16="http://schemas.microsoft.com/office/drawing/2014/main" xmlns="" id="{96E62F56-6EFD-4D1C-8C46-7E1DF9497F1C}"/>
              </a:ext>
            </a:extLst>
          </p:cNvPr>
          <p:cNvPicPr>
            <a:picLocks noChangeAspect="1"/>
          </p:cNvPicPr>
          <p:nvPr>
            <p:custDataLst>
              <p:tags r:id="rId2"/>
            </p:custDataLst>
          </p:nvPr>
        </p:nvPicPr>
        <p:blipFill>
          <a:blip r:embed="rId5"/>
          <a:stretch>
            <a:fillRect/>
          </a:stretch>
        </p:blipFill>
        <p:spPr>
          <a:xfrm>
            <a:off x="8927359" y="158193"/>
            <a:ext cx="2839598" cy="6060350"/>
          </a:xfrm>
          <a:prstGeom prst="rect">
            <a:avLst/>
          </a:prstGeom>
        </p:spPr>
      </p:pic>
      <p:sp>
        <p:nvSpPr>
          <p:cNvPr id="9" name="Content Placeholder 2">
            <a:extLst>
              <a:ext uri="{FF2B5EF4-FFF2-40B4-BE49-F238E27FC236}">
                <a16:creationId xmlns:a16="http://schemas.microsoft.com/office/drawing/2014/main" xmlns="" id="{DEC4B218-EF89-4282-8C49-2E20AD9A1E3C}"/>
              </a:ext>
            </a:extLst>
          </p:cNvPr>
          <p:cNvSpPr txBox="1">
            <a:spLocks/>
          </p:cNvSpPr>
          <p:nvPr>
            <p:custDataLst>
              <p:tags r:id="rId3"/>
            </p:custDataLst>
          </p:nvPr>
        </p:nvSpPr>
        <p:spPr>
          <a:xfrm>
            <a:off x="838201" y="1259458"/>
            <a:ext cx="7676002" cy="481903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300" u="sng" dirty="0"/>
              <a:t>If you want to load inventory for an item into the WMS: </a:t>
            </a:r>
          </a:p>
          <a:p>
            <a:pPr marL="457200" indent="-457200" algn="just">
              <a:lnSpc>
                <a:spcPct val="13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3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30000"/>
              </a:lnSpc>
              <a:buFont typeface="+mj-lt"/>
              <a:buAutoNum type="arabicPeriod"/>
            </a:pPr>
            <a:r>
              <a:rPr lang="en-US" sz="2300" dirty="0"/>
              <a:t>Under WMS System Administration, click on </a:t>
            </a:r>
            <a:r>
              <a:rPr lang="en-US" sz="2300" b="1" dirty="0"/>
              <a:t>Configuration</a:t>
            </a:r>
            <a:r>
              <a:rPr lang="en-US" sz="2300" dirty="0"/>
              <a:t>. </a:t>
            </a:r>
          </a:p>
          <a:p>
            <a:pPr marL="457200" indent="-457200" algn="just">
              <a:lnSpc>
                <a:spcPct val="130000"/>
              </a:lnSpc>
              <a:buFont typeface="+mj-lt"/>
              <a:buAutoNum type="arabicPeriod"/>
            </a:pPr>
            <a:r>
              <a:rPr lang="en-US" sz="2300" dirty="0"/>
              <a:t>Under Configuration, click on </a:t>
            </a:r>
            <a:r>
              <a:rPr lang="en-US" sz="2300" b="1" dirty="0"/>
              <a:t>Data Import and/or Export Views</a:t>
            </a:r>
            <a:r>
              <a:rPr lang="en-US" sz="2300" dirty="0"/>
              <a:t>.</a:t>
            </a:r>
          </a:p>
          <a:p>
            <a:pPr marL="457200" indent="-457200" algn="just">
              <a:lnSpc>
                <a:spcPct val="130000"/>
              </a:lnSpc>
              <a:buFont typeface="+mj-lt"/>
              <a:buAutoNum type="arabicPeriod"/>
            </a:pPr>
            <a:r>
              <a:rPr lang="en-US" sz="2300" dirty="0"/>
              <a:t>Under Data Import and/or Export Views, click on </a:t>
            </a:r>
            <a:r>
              <a:rPr lang="en-US" sz="2300" b="1" dirty="0"/>
              <a:t>Inventory Load.</a:t>
            </a:r>
            <a:endParaRPr lang="en-US" sz="2300" dirty="0"/>
          </a:p>
          <a:p>
            <a:pPr marL="0" indent="0" algn="just">
              <a:lnSpc>
                <a:spcPct val="130000"/>
              </a:lnSpc>
              <a:buFont typeface="Arial" panose="020B0604020202020204" pitchFamily="34" charset="0"/>
              <a:buNone/>
            </a:pPr>
            <a:endParaRPr lang="en-US" sz="2300" dirty="0"/>
          </a:p>
        </p:txBody>
      </p:sp>
    </p:spTree>
    <p:extLst>
      <p:ext uri="{BB962C8B-B14F-4D97-AF65-F5344CB8AC3E}">
        <p14:creationId xmlns:p14="http://schemas.microsoft.com/office/powerpoint/2010/main" val="946766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7987F46D-CD9E-4EBA-BBBB-E206F8E88F78}"/>
              </a:ext>
            </a:extLst>
          </p:cNvPr>
          <p:cNvSpPr>
            <a:spLocks noGrp="1"/>
          </p:cNvSpPr>
          <p:nvPr>
            <p:ph idx="1"/>
            <p:custDataLst>
              <p:tags r:id="rId2"/>
            </p:custDataLst>
          </p:nvPr>
        </p:nvSpPr>
        <p:spPr>
          <a:xfrm>
            <a:off x="838200" y="1396538"/>
            <a:ext cx="10515600" cy="4780425"/>
          </a:xfrm>
        </p:spPr>
        <p:txBody>
          <a:bodyPr/>
          <a:lstStyle/>
          <a:p>
            <a:pPr marL="457200" indent="-457200">
              <a:lnSpc>
                <a:spcPct val="150000"/>
              </a:lnSpc>
              <a:buFont typeface="+mj-lt"/>
              <a:buAutoNum type="arabicPeriod" startAt="6"/>
            </a:pPr>
            <a:r>
              <a:rPr lang="fr-CA" dirty="0" err="1"/>
              <a:t>From</a:t>
            </a:r>
            <a:r>
              <a:rPr lang="fr-CA" dirty="0"/>
              <a:t> the Inventory </a:t>
            </a:r>
            <a:r>
              <a:rPr lang="fr-CA" dirty="0" err="1"/>
              <a:t>Load</a:t>
            </a:r>
            <a:r>
              <a:rPr lang="fr-CA" dirty="0"/>
              <a:t> Resource, click on </a:t>
            </a:r>
            <a:r>
              <a:rPr lang="fr-CA" dirty="0" err="1"/>
              <a:t>Create</a:t>
            </a:r>
            <a:r>
              <a:rPr lang="fr-CA" dirty="0"/>
              <a:t> at the </a:t>
            </a:r>
            <a:r>
              <a:rPr lang="fr-CA" dirty="0" err="1"/>
              <a:t>bottom</a:t>
            </a:r>
            <a:r>
              <a:rPr lang="fr-CA" dirty="0"/>
              <a:t> right of </a:t>
            </a:r>
            <a:r>
              <a:rPr lang="fr-CA" dirty="0" err="1"/>
              <a:t>your</a:t>
            </a:r>
            <a:r>
              <a:rPr lang="fr-CA" dirty="0"/>
              <a:t> screen.</a:t>
            </a:r>
          </a:p>
          <a:p>
            <a:pPr marL="457200" indent="-457200">
              <a:buFont typeface="+mj-lt"/>
              <a:buAutoNum type="arabicPeriod" startAt="6"/>
            </a:pPr>
            <a:endParaRPr lang="en-CA" dirty="0"/>
          </a:p>
        </p:txBody>
      </p:sp>
      <p:pic>
        <p:nvPicPr>
          <p:cNvPr id="5" name="Picture 4">
            <a:extLst>
              <a:ext uri="{FF2B5EF4-FFF2-40B4-BE49-F238E27FC236}">
                <a16:creationId xmlns:a16="http://schemas.microsoft.com/office/drawing/2014/main" xmlns="" id="{81F70A19-2458-41AA-A608-763B43185D9B}"/>
              </a:ext>
            </a:extLst>
          </p:cNvPr>
          <p:cNvPicPr>
            <a:picLocks noChangeAspect="1"/>
          </p:cNvPicPr>
          <p:nvPr>
            <p:custDataLst>
              <p:tags r:id="rId3"/>
            </p:custDataLst>
          </p:nvPr>
        </p:nvPicPr>
        <p:blipFill>
          <a:blip r:embed="rId6"/>
          <a:stretch>
            <a:fillRect/>
          </a:stretch>
        </p:blipFill>
        <p:spPr>
          <a:xfrm>
            <a:off x="382385" y="2741787"/>
            <a:ext cx="10971415" cy="2719675"/>
          </a:xfrm>
          <a:prstGeom prst="rect">
            <a:avLst/>
          </a:prstGeom>
        </p:spPr>
      </p:pic>
    </p:spTree>
    <p:extLst>
      <p:ext uri="{BB962C8B-B14F-4D97-AF65-F5344CB8AC3E}">
        <p14:creationId xmlns:p14="http://schemas.microsoft.com/office/powerpoint/2010/main" val="1304481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7" name="Content Placeholder 2">
            <a:extLst>
              <a:ext uri="{FF2B5EF4-FFF2-40B4-BE49-F238E27FC236}">
                <a16:creationId xmlns:a16="http://schemas.microsoft.com/office/drawing/2014/main" xmlns="" id="{5237003B-2DFB-4033-926A-FFDC9DDF5D39}"/>
              </a:ext>
            </a:extLst>
          </p:cNvPr>
          <p:cNvSpPr>
            <a:spLocks noGrp="1"/>
          </p:cNvSpPr>
          <p:nvPr>
            <p:ph idx="1"/>
            <p:custDataLst>
              <p:tags r:id="rId2"/>
            </p:custDataLst>
          </p:nvPr>
        </p:nvSpPr>
        <p:spPr>
          <a:xfrm>
            <a:off x="298580" y="1276709"/>
            <a:ext cx="6008914" cy="4900254"/>
          </a:xfrm>
        </p:spPr>
        <p:txBody>
          <a:bodyPr/>
          <a:lstStyle/>
          <a:p>
            <a:pPr marL="457200" indent="-457200" algn="just">
              <a:lnSpc>
                <a:spcPct val="140000"/>
              </a:lnSpc>
              <a:buFont typeface="+mj-lt"/>
              <a:buAutoNum type="arabicPeriod" startAt="7"/>
            </a:pPr>
            <a:r>
              <a:rPr lang="en-US" sz="2300" dirty="0"/>
              <a:t>Enter a </a:t>
            </a:r>
            <a:r>
              <a:rPr lang="en-US" sz="2300" b="1" dirty="0"/>
              <a:t>Reason</a:t>
            </a:r>
            <a:r>
              <a:rPr lang="en-US" sz="2300" dirty="0"/>
              <a:t> for the receipt. </a:t>
            </a:r>
          </a:p>
          <a:p>
            <a:pPr marL="457200" indent="-457200" algn="just">
              <a:lnSpc>
                <a:spcPct val="140000"/>
              </a:lnSpc>
              <a:buFont typeface="+mj-lt"/>
              <a:buAutoNum type="arabicPeriod" startAt="7"/>
            </a:pPr>
            <a:r>
              <a:rPr lang="en-US" sz="2300" dirty="0"/>
              <a:t>Enter the </a:t>
            </a:r>
            <a:r>
              <a:rPr lang="en-US" sz="2300" b="1" dirty="0"/>
              <a:t>item</a:t>
            </a:r>
            <a:r>
              <a:rPr lang="en-US" sz="2300" dirty="0"/>
              <a:t> number from the inventory.</a:t>
            </a:r>
          </a:p>
          <a:p>
            <a:pPr marL="457200" indent="-457200" algn="just">
              <a:lnSpc>
                <a:spcPct val="140000"/>
              </a:lnSpc>
              <a:buFont typeface="+mj-lt"/>
              <a:buAutoNum type="arabicPeriod" startAt="7"/>
            </a:pPr>
            <a:r>
              <a:rPr lang="en-US" sz="2300" dirty="0"/>
              <a:t>Enter the received quantity in the </a:t>
            </a:r>
            <a:r>
              <a:rPr lang="en-US" sz="2300" b="1" dirty="0"/>
              <a:t>Input Quantity </a:t>
            </a:r>
            <a:r>
              <a:rPr lang="en-US" sz="2300" dirty="0"/>
              <a:t>field as well as the corresponding UOM in the </a:t>
            </a:r>
            <a:r>
              <a:rPr lang="en-US" sz="2300" b="1" dirty="0"/>
              <a:t>Input UOM </a:t>
            </a:r>
            <a:r>
              <a:rPr lang="en-US" sz="2300" dirty="0"/>
              <a:t>field. </a:t>
            </a:r>
          </a:p>
          <a:p>
            <a:pPr algn="just">
              <a:lnSpc>
                <a:spcPct val="140000"/>
              </a:lnSpc>
              <a:buFont typeface="Wingdings" panose="05000000000000000000" pitchFamily="2" charset="2"/>
              <a:buChar char="ü"/>
            </a:pPr>
            <a:r>
              <a:rPr lang="en-US" sz="2300" dirty="0"/>
              <a:t> The default value for the UOM is set to the value of the item's UOM 1 field, as defined in the items table, but it can be overridden with the item's UOM 2, UOM 3 or UOM 4 if needed. </a:t>
            </a:r>
          </a:p>
          <a:p>
            <a:pPr marL="457200" indent="-457200" algn="just">
              <a:lnSpc>
                <a:spcPct val="140000"/>
              </a:lnSpc>
              <a:buFont typeface="+mj-lt"/>
              <a:buAutoNum type="arabicPeriod" startAt="7"/>
            </a:pPr>
            <a:endParaRPr lang="fr-CA" sz="2300" dirty="0"/>
          </a:p>
          <a:p>
            <a:pPr marL="457200" indent="-457200" algn="just">
              <a:lnSpc>
                <a:spcPct val="140000"/>
              </a:lnSpc>
              <a:buFont typeface="+mj-lt"/>
              <a:buAutoNum type="arabicPeriod" startAt="7"/>
            </a:pPr>
            <a:endParaRPr lang="en-CA" sz="2300" dirty="0"/>
          </a:p>
        </p:txBody>
      </p:sp>
      <p:pic>
        <p:nvPicPr>
          <p:cNvPr id="9" name="Picture 8">
            <a:extLst>
              <a:ext uri="{FF2B5EF4-FFF2-40B4-BE49-F238E27FC236}">
                <a16:creationId xmlns:a16="http://schemas.microsoft.com/office/drawing/2014/main" xmlns="" id="{4B09A9C1-0A84-4456-B141-49F2626C5A62}"/>
              </a:ext>
            </a:extLst>
          </p:cNvPr>
          <p:cNvPicPr>
            <a:picLocks noChangeAspect="1"/>
          </p:cNvPicPr>
          <p:nvPr>
            <p:custDataLst>
              <p:tags r:id="rId3"/>
            </p:custDataLst>
          </p:nvPr>
        </p:nvPicPr>
        <p:blipFill>
          <a:blip r:embed="rId6"/>
          <a:stretch>
            <a:fillRect/>
          </a:stretch>
        </p:blipFill>
        <p:spPr>
          <a:xfrm>
            <a:off x="6640960" y="1415199"/>
            <a:ext cx="5252460" cy="4268974"/>
          </a:xfrm>
          <a:prstGeom prst="rect">
            <a:avLst/>
          </a:prstGeom>
        </p:spPr>
      </p:pic>
    </p:spTree>
    <p:extLst>
      <p:ext uri="{BB962C8B-B14F-4D97-AF65-F5344CB8AC3E}">
        <p14:creationId xmlns:p14="http://schemas.microsoft.com/office/powerpoint/2010/main" val="2228200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917C7119-2935-4368-8D83-74EEF186BC5F}"/>
              </a:ext>
            </a:extLst>
          </p:cNvPr>
          <p:cNvSpPr>
            <a:spLocks noGrp="1"/>
          </p:cNvSpPr>
          <p:nvPr>
            <p:ph idx="1"/>
            <p:custDataLst>
              <p:tags r:id="rId2"/>
            </p:custDataLst>
          </p:nvPr>
        </p:nvSpPr>
        <p:spPr>
          <a:xfrm>
            <a:off x="485192" y="1284572"/>
            <a:ext cx="5915607" cy="4761764"/>
          </a:xfrm>
        </p:spPr>
        <p:txBody>
          <a:bodyPr/>
          <a:lstStyle/>
          <a:p>
            <a:pPr marL="457200" indent="-457200" algn="just">
              <a:lnSpc>
                <a:spcPct val="130000"/>
              </a:lnSpc>
              <a:buFont typeface="+mj-lt"/>
              <a:buAutoNum type="arabicPeriod" startAt="10"/>
            </a:pPr>
            <a:r>
              <a:rPr lang="en-US" sz="2300" dirty="0"/>
              <a:t>Enter the </a:t>
            </a:r>
            <a:r>
              <a:rPr lang="en-US" sz="2300" b="1" dirty="0"/>
              <a:t>Item Expiration Date </a:t>
            </a:r>
            <a:r>
              <a:rPr lang="en-US" sz="2300" dirty="0"/>
              <a:t>as shown on the product's packaging.</a:t>
            </a:r>
          </a:p>
          <a:p>
            <a:pPr algn="just">
              <a:lnSpc>
                <a:spcPct val="130000"/>
              </a:lnSpc>
              <a:buFont typeface="Wingdings" panose="05000000000000000000" pitchFamily="2" charset="2"/>
              <a:buChar char="ü"/>
            </a:pPr>
            <a:r>
              <a:rPr lang="en-US" sz="2300" dirty="0"/>
              <a:t> If the Default Expiry Date field in the items table is set to No, this is a required field.</a:t>
            </a:r>
          </a:p>
          <a:p>
            <a:pPr algn="just">
              <a:lnSpc>
                <a:spcPct val="130000"/>
              </a:lnSpc>
              <a:buFont typeface="Wingdings" panose="05000000000000000000" pitchFamily="2" charset="2"/>
              <a:buChar char="ü"/>
            </a:pPr>
            <a:r>
              <a:rPr lang="en-US" sz="2300" dirty="0"/>
              <a:t> If the Default Expiry Date field in the items table is set to Yes, the expiry date is calculated using the current system date plus the item's shelf life.</a:t>
            </a:r>
          </a:p>
          <a:p>
            <a:pPr algn="just">
              <a:lnSpc>
                <a:spcPct val="130000"/>
              </a:lnSpc>
              <a:buFont typeface="Wingdings" panose="05000000000000000000" pitchFamily="2" charset="2"/>
              <a:buChar char="ü"/>
            </a:pPr>
            <a:r>
              <a:rPr lang="en-US" sz="2300" dirty="0"/>
              <a:t> If an existing lot is used, the Default Expiry Date should default from the lot.</a:t>
            </a:r>
          </a:p>
          <a:p>
            <a:pPr marL="0" indent="0" algn="just">
              <a:lnSpc>
                <a:spcPct val="130000"/>
              </a:lnSpc>
              <a:buNone/>
            </a:pPr>
            <a:endParaRPr lang="en-CA" sz="2300" dirty="0"/>
          </a:p>
        </p:txBody>
      </p:sp>
      <p:pic>
        <p:nvPicPr>
          <p:cNvPr id="5" name="Picture 4">
            <a:extLst>
              <a:ext uri="{FF2B5EF4-FFF2-40B4-BE49-F238E27FC236}">
                <a16:creationId xmlns:a16="http://schemas.microsoft.com/office/drawing/2014/main" xmlns="" id="{9A3534AE-1CF8-461A-B744-F8280FE429AB}"/>
              </a:ext>
            </a:extLst>
          </p:cNvPr>
          <p:cNvPicPr>
            <a:picLocks noChangeAspect="1"/>
          </p:cNvPicPr>
          <p:nvPr>
            <p:custDataLst>
              <p:tags r:id="rId3"/>
            </p:custDataLst>
          </p:nvPr>
        </p:nvPicPr>
        <p:blipFill>
          <a:blip r:embed="rId6"/>
          <a:stretch>
            <a:fillRect/>
          </a:stretch>
        </p:blipFill>
        <p:spPr>
          <a:xfrm>
            <a:off x="6766650" y="1415199"/>
            <a:ext cx="5126772" cy="4208226"/>
          </a:xfrm>
          <a:prstGeom prst="rect">
            <a:avLst/>
          </a:prstGeom>
        </p:spPr>
      </p:pic>
    </p:spTree>
    <p:extLst>
      <p:ext uri="{BB962C8B-B14F-4D97-AF65-F5344CB8AC3E}">
        <p14:creationId xmlns:p14="http://schemas.microsoft.com/office/powerpoint/2010/main" val="4073399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A1F6FC73-12C3-4EAA-91FC-9788077DACAB}"/>
              </a:ext>
            </a:extLst>
          </p:cNvPr>
          <p:cNvSpPr>
            <a:spLocks noGrp="1"/>
          </p:cNvSpPr>
          <p:nvPr>
            <p:ph idx="1"/>
            <p:custDataLst>
              <p:tags r:id="rId2"/>
            </p:custDataLst>
          </p:nvPr>
        </p:nvSpPr>
        <p:spPr>
          <a:xfrm>
            <a:off x="559838" y="1186990"/>
            <a:ext cx="6400800" cy="4761764"/>
          </a:xfrm>
        </p:spPr>
        <p:txBody>
          <a:bodyPr/>
          <a:lstStyle/>
          <a:p>
            <a:pPr marL="457200" indent="-457200" algn="just">
              <a:lnSpc>
                <a:spcPct val="110000"/>
              </a:lnSpc>
              <a:buFont typeface="+mj-lt"/>
              <a:buAutoNum type="arabicPeriod" startAt="11"/>
            </a:pPr>
            <a:r>
              <a:rPr lang="en-US" sz="2300" dirty="0"/>
              <a:t>The </a:t>
            </a:r>
            <a:r>
              <a:rPr lang="en-US" sz="2300" b="1" dirty="0"/>
              <a:t>Receiving Location </a:t>
            </a:r>
            <a:r>
              <a:rPr lang="en-US" sz="2300" dirty="0"/>
              <a:t>field will be defined by default with a value retrieved from the default receiving warehouse assigned to the station set up for the user in the WMS users table.</a:t>
            </a:r>
          </a:p>
          <a:p>
            <a:pPr algn="just">
              <a:lnSpc>
                <a:spcPct val="110000"/>
              </a:lnSpc>
              <a:buFont typeface="Wingdings" panose="05000000000000000000" pitchFamily="2" charset="2"/>
              <a:buChar char="ü"/>
            </a:pPr>
            <a:r>
              <a:rPr lang="en-US" sz="2300" dirty="0"/>
              <a:t> This is the location into which the inventory has already been received and from which the inventory will be retrieved for </a:t>
            </a:r>
            <a:r>
              <a:rPr lang="en-US" sz="2300" dirty="0" err="1"/>
              <a:t>putaway</a:t>
            </a:r>
            <a:r>
              <a:rPr lang="en-US" sz="2300" dirty="0"/>
              <a:t>.</a:t>
            </a:r>
          </a:p>
          <a:p>
            <a:pPr algn="just">
              <a:lnSpc>
                <a:spcPct val="110000"/>
              </a:lnSpc>
              <a:buFont typeface="Wingdings" panose="05000000000000000000" pitchFamily="2" charset="2"/>
              <a:buChar char="ü"/>
            </a:pPr>
            <a:r>
              <a:rPr lang="en-US" sz="2300" dirty="0"/>
              <a:t> You may enter a location for a direct store (i.e. a location for which the type is FIFO, LIFO or BULK). In the case of a location that is assigned a forward pick item, your entry is allowed only if the forward pick item is the same as the item being received.</a:t>
            </a:r>
          </a:p>
          <a:p>
            <a:pPr marL="0" indent="0" algn="just">
              <a:lnSpc>
                <a:spcPct val="110000"/>
              </a:lnSpc>
              <a:buNone/>
            </a:pPr>
            <a:endParaRPr lang="en-US" sz="2300" dirty="0"/>
          </a:p>
          <a:p>
            <a:pPr marL="457200" indent="-457200" algn="just">
              <a:lnSpc>
                <a:spcPct val="110000"/>
              </a:lnSpc>
              <a:buFont typeface="+mj-lt"/>
              <a:buAutoNum type="arabicPeriod" startAt="11"/>
            </a:pPr>
            <a:endParaRPr lang="en-US" sz="2300" dirty="0"/>
          </a:p>
          <a:p>
            <a:pPr marL="0" indent="0" algn="just">
              <a:lnSpc>
                <a:spcPct val="110000"/>
              </a:lnSpc>
              <a:buNone/>
            </a:pPr>
            <a:endParaRPr lang="en-CA" sz="2300" dirty="0"/>
          </a:p>
        </p:txBody>
      </p:sp>
      <p:pic>
        <p:nvPicPr>
          <p:cNvPr id="5" name="Picture 4">
            <a:extLst>
              <a:ext uri="{FF2B5EF4-FFF2-40B4-BE49-F238E27FC236}">
                <a16:creationId xmlns:a16="http://schemas.microsoft.com/office/drawing/2014/main" xmlns="" id="{C92E4441-F2D8-4193-A9F5-3EAF8CFD630E}"/>
              </a:ext>
            </a:extLst>
          </p:cNvPr>
          <p:cNvPicPr>
            <a:picLocks noChangeAspect="1"/>
          </p:cNvPicPr>
          <p:nvPr>
            <p:custDataLst>
              <p:tags r:id="rId3"/>
            </p:custDataLst>
          </p:nvPr>
        </p:nvPicPr>
        <p:blipFill>
          <a:blip r:embed="rId6"/>
          <a:stretch>
            <a:fillRect/>
          </a:stretch>
        </p:blipFill>
        <p:spPr>
          <a:xfrm>
            <a:off x="7239000" y="1690688"/>
            <a:ext cx="4573849" cy="3754368"/>
          </a:xfrm>
          <a:prstGeom prst="rect">
            <a:avLst/>
          </a:prstGeom>
        </p:spPr>
      </p:pic>
    </p:spTree>
    <p:extLst>
      <p:ext uri="{BB962C8B-B14F-4D97-AF65-F5344CB8AC3E}">
        <p14:creationId xmlns:p14="http://schemas.microsoft.com/office/powerpoint/2010/main" val="2096919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grpSp>
        <p:nvGrpSpPr>
          <p:cNvPr id="7" name="Group 6">
            <a:extLst>
              <a:ext uri="{FF2B5EF4-FFF2-40B4-BE49-F238E27FC236}">
                <a16:creationId xmlns:a16="http://schemas.microsoft.com/office/drawing/2014/main" xmlns="" id="{4DAC8E70-BB60-475A-A5C7-8A03AE9B800C}"/>
              </a:ext>
            </a:extLst>
          </p:cNvPr>
          <p:cNvGrpSpPr/>
          <p:nvPr>
            <p:custDataLst>
              <p:tags r:id="rId2"/>
            </p:custDataLst>
          </p:nvPr>
        </p:nvGrpSpPr>
        <p:grpSpPr>
          <a:xfrm>
            <a:off x="838200" y="1940410"/>
            <a:ext cx="9092681" cy="4236553"/>
            <a:chOff x="838200" y="1863190"/>
            <a:chExt cx="9560767" cy="4370114"/>
          </a:xfrm>
        </p:grpSpPr>
        <p:pic>
          <p:nvPicPr>
            <p:cNvPr id="4" name="Picture 3">
              <a:extLst>
                <a:ext uri="{FF2B5EF4-FFF2-40B4-BE49-F238E27FC236}">
                  <a16:creationId xmlns:a16="http://schemas.microsoft.com/office/drawing/2014/main" xmlns="" id="{DA15EB01-910D-4239-B8E8-4667D1C6B6E0}"/>
                </a:ext>
              </a:extLst>
            </p:cNvPr>
            <p:cNvPicPr>
              <a:picLocks noChangeAspect="1"/>
            </p:cNvPicPr>
            <p:nvPr/>
          </p:nvPicPr>
          <p:blipFill rotWithShape="1">
            <a:blip r:embed="rId6"/>
            <a:srcRect t="91293"/>
            <a:stretch/>
          </p:blipFill>
          <p:spPr>
            <a:xfrm>
              <a:off x="838200" y="5822301"/>
              <a:ext cx="9560767" cy="411003"/>
            </a:xfrm>
            <a:prstGeom prst="rect">
              <a:avLst/>
            </a:prstGeom>
          </p:spPr>
        </p:pic>
        <p:pic>
          <p:nvPicPr>
            <p:cNvPr id="6" name="Picture 5">
              <a:extLst>
                <a:ext uri="{FF2B5EF4-FFF2-40B4-BE49-F238E27FC236}">
                  <a16:creationId xmlns:a16="http://schemas.microsoft.com/office/drawing/2014/main" xmlns="" id="{18C272E0-2A0B-45E9-AE6E-B7F31F1F2675}"/>
                </a:ext>
              </a:extLst>
            </p:cNvPr>
            <p:cNvPicPr>
              <a:picLocks noChangeAspect="1"/>
            </p:cNvPicPr>
            <p:nvPr/>
          </p:nvPicPr>
          <p:blipFill rotWithShape="1">
            <a:blip r:embed="rId6"/>
            <a:srcRect b="16123"/>
            <a:stretch/>
          </p:blipFill>
          <p:spPr>
            <a:xfrm>
              <a:off x="838200" y="1863190"/>
              <a:ext cx="9560767" cy="3959111"/>
            </a:xfrm>
            <a:prstGeom prst="rect">
              <a:avLst/>
            </a:prstGeom>
          </p:spPr>
        </p:pic>
      </p:grpSp>
      <p:sp>
        <p:nvSpPr>
          <p:cNvPr id="8" name="Content Placeholder 2">
            <a:extLst>
              <a:ext uri="{FF2B5EF4-FFF2-40B4-BE49-F238E27FC236}">
                <a16:creationId xmlns:a16="http://schemas.microsoft.com/office/drawing/2014/main" xmlns="" id="{71C2194B-2428-434E-8800-54FDDE9A4728}"/>
              </a:ext>
            </a:extLst>
          </p:cNvPr>
          <p:cNvSpPr>
            <a:spLocks noGrp="1"/>
          </p:cNvSpPr>
          <p:nvPr>
            <p:ph idx="1"/>
            <p:custDataLst>
              <p:tags r:id="rId3"/>
            </p:custDataLst>
          </p:nvPr>
        </p:nvSpPr>
        <p:spPr>
          <a:xfrm>
            <a:off x="838200" y="1212980"/>
            <a:ext cx="10515600" cy="4963983"/>
          </a:xfrm>
        </p:spPr>
        <p:txBody>
          <a:bodyPr/>
          <a:lstStyle/>
          <a:p>
            <a:pPr marL="457200" indent="-457200">
              <a:lnSpc>
                <a:spcPct val="150000"/>
              </a:lnSpc>
              <a:buFont typeface="+mj-lt"/>
              <a:buAutoNum type="arabicPeriod" startAt="12"/>
            </a:pPr>
            <a:r>
              <a:rPr lang="en-US" dirty="0"/>
              <a:t>Once all the fields properly entered, click on Continue. </a:t>
            </a:r>
          </a:p>
          <a:p>
            <a:pPr marL="457200" indent="-457200">
              <a:buFont typeface="+mj-lt"/>
              <a:buAutoNum type="arabicPeriod" startAt="12"/>
            </a:pPr>
            <a:endParaRPr lang="en-CA" dirty="0"/>
          </a:p>
        </p:txBody>
      </p:sp>
    </p:spTree>
    <p:extLst>
      <p:ext uri="{BB962C8B-B14F-4D97-AF65-F5344CB8AC3E}">
        <p14:creationId xmlns:p14="http://schemas.microsoft.com/office/powerpoint/2010/main" val="3688290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pic>
        <p:nvPicPr>
          <p:cNvPr id="4" name="Picture 3">
            <a:extLst>
              <a:ext uri="{FF2B5EF4-FFF2-40B4-BE49-F238E27FC236}">
                <a16:creationId xmlns:a16="http://schemas.microsoft.com/office/drawing/2014/main" xmlns="" id="{6048FC3D-4C5A-49BC-8A86-72C32BB83D31}"/>
              </a:ext>
            </a:extLst>
          </p:cNvPr>
          <p:cNvPicPr>
            <a:picLocks noChangeAspect="1"/>
          </p:cNvPicPr>
          <p:nvPr>
            <p:custDataLst>
              <p:tags r:id="rId2"/>
            </p:custDataLst>
          </p:nvPr>
        </p:nvPicPr>
        <p:blipFill>
          <a:blip r:embed="rId6"/>
          <a:stretch>
            <a:fillRect/>
          </a:stretch>
        </p:blipFill>
        <p:spPr>
          <a:xfrm>
            <a:off x="6096000" y="341798"/>
            <a:ext cx="5585413" cy="5969410"/>
          </a:xfrm>
          <a:prstGeom prst="rect">
            <a:avLst/>
          </a:prstGeom>
        </p:spPr>
      </p:pic>
      <p:sp>
        <p:nvSpPr>
          <p:cNvPr id="5" name="Content Placeholder 2">
            <a:extLst>
              <a:ext uri="{FF2B5EF4-FFF2-40B4-BE49-F238E27FC236}">
                <a16:creationId xmlns:a16="http://schemas.microsoft.com/office/drawing/2014/main" xmlns="" id="{56F11C7A-4C02-4375-8A39-7903C13F77CF}"/>
              </a:ext>
            </a:extLst>
          </p:cNvPr>
          <p:cNvSpPr>
            <a:spLocks noGrp="1"/>
          </p:cNvSpPr>
          <p:nvPr>
            <p:ph idx="1"/>
            <p:custDataLst>
              <p:tags r:id="rId3"/>
            </p:custDataLst>
          </p:nvPr>
        </p:nvSpPr>
        <p:spPr>
          <a:xfrm>
            <a:off x="510588" y="1212980"/>
            <a:ext cx="5257800" cy="4963983"/>
          </a:xfrm>
        </p:spPr>
        <p:txBody>
          <a:bodyPr/>
          <a:lstStyle/>
          <a:p>
            <a:pPr marL="457200" indent="-457200" algn="just">
              <a:lnSpc>
                <a:spcPct val="130000"/>
              </a:lnSpc>
              <a:buFont typeface="+mj-lt"/>
              <a:buAutoNum type="arabicPeriod" startAt="13"/>
            </a:pPr>
            <a:r>
              <a:rPr lang="en-US" dirty="0"/>
              <a:t>A new window will appear. Enter a </a:t>
            </a:r>
            <a:r>
              <a:rPr lang="en-US" b="1" dirty="0"/>
              <a:t>Container Type</a:t>
            </a:r>
            <a:r>
              <a:rPr lang="en-US" dirty="0"/>
              <a:t> and a </a:t>
            </a:r>
            <a:r>
              <a:rPr lang="en-US" b="1" dirty="0"/>
              <a:t>Container</a:t>
            </a:r>
            <a:r>
              <a:rPr lang="en-US" dirty="0"/>
              <a:t> if applicable. </a:t>
            </a:r>
          </a:p>
          <a:p>
            <a:pPr algn="just">
              <a:lnSpc>
                <a:spcPct val="130000"/>
              </a:lnSpc>
              <a:buFont typeface="Wingdings" panose="05000000000000000000" pitchFamily="2" charset="2"/>
              <a:buChar char="ü"/>
            </a:pPr>
            <a:r>
              <a:rPr lang="en-US" dirty="0"/>
              <a:t> The container is the container number in which the inventory will be moved and/or stored.</a:t>
            </a:r>
          </a:p>
          <a:p>
            <a:pPr algn="just">
              <a:lnSpc>
                <a:spcPct val="130000"/>
              </a:lnSpc>
              <a:buFont typeface="Wingdings" panose="05000000000000000000" pitchFamily="2" charset="2"/>
              <a:buChar char="ü"/>
            </a:pPr>
            <a:r>
              <a:rPr lang="en-US" dirty="0"/>
              <a:t> The container type is the type code for the container in which the inventory will be moved and/or stored.</a:t>
            </a:r>
          </a:p>
          <a:p>
            <a:pPr marL="457200" indent="-457200" algn="just">
              <a:lnSpc>
                <a:spcPct val="130000"/>
              </a:lnSpc>
              <a:buFont typeface="+mj-lt"/>
              <a:buAutoNum type="arabicPeriod" startAt="12"/>
            </a:pPr>
            <a:endParaRPr lang="en-CA" dirty="0"/>
          </a:p>
        </p:txBody>
      </p:sp>
    </p:spTree>
    <p:extLst>
      <p:ext uri="{BB962C8B-B14F-4D97-AF65-F5344CB8AC3E}">
        <p14:creationId xmlns:p14="http://schemas.microsoft.com/office/powerpoint/2010/main" val="1586181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77C34C56-B278-444B-A2A5-343539EA4B83}"/>
              </a:ext>
            </a:extLst>
          </p:cNvPr>
          <p:cNvSpPr>
            <a:spLocks noGrp="1"/>
          </p:cNvSpPr>
          <p:nvPr>
            <p:ph idx="1"/>
            <p:custDataLst>
              <p:tags r:id="rId2"/>
            </p:custDataLst>
          </p:nvPr>
        </p:nvSpPr>
        <p:spPr>
          <a:xfrm>
            <a:off x="510588" y="1212980"/>
            <a:ext cx="5257800" cy="4963983"/>
          </a:xfrm>
        </p:spPr>
        <p:txBody>
          <a:bodyPr/>
          <a:lstStyle/>
          <a:p>
            <a:pPr marL="457200" indent="-457200" algn="just">
              <a:lnSpc>
                <a:spcPct val="130000"/>
              </a:lnSpc>
              <a:buFont typeface="+mj-lt"/>
              <a:buAutoNum type="arabicPeriod" startAt="14"/>
            </a:pPr>
            <a:r>
              <a:rPr lang="en-US" dirty="0"/>
              <a:t>Optionally, enter a </a:t>
            </a:r>
            <a:r>
              <a:rPr lang="en-US" b="1" dirty="0"/>
              <a:t>Hold Code</a:t>
            </a:r>
            <a:r>
              <a:rPr lang="en-US" dirty="0"/>
              <a:t>. </a:t>
            </a:r>
          </a:p>
          <a:p>
            <a:pPr algn="just">
              <a:lnSpc>
                <a:spcPct val="130000"/>
              </a:lnSpc>
              <a:buFont typeface="Wingdings" panose="05000000000000000000" pitchFamily="2" charset="2"/>
              <a:buChar char="ü"/>
            </a:pPr>
            <a:r>
              <a:rPr lang="en-US" dirty="0"/>
              <a:t> The hold code provides a means to identify inventory that is to be kept separate from similar inventory for disposal, a return to the vendor, testing, or inspection purposes. The hold code may be for a full or partial load.</a:t>
            </a:r>
          </a:p>
          <a:p>
            <a:pPr marL="0" indent="0" algn="just">
              <a:lnSpc>
                <a:spcPct val="130000"/>
              </a:lnSpc>
              <a:buNone/>
            </a:pPr>
            <a:endParaRPr lang="en-CA" dirty="0"/>
          </a:p>
        </p:txBody>
      </p:sp>
      <p:pic>
        <p:nvPicPr>
          <p:cNvPr id="6" name="Picture 5">
            <a:extLst>
              <a:ext uri="{FF2B5EF4-FFF2-40B4-BE49-F238E27FC236}">
                <a16:creationId xmlns:a16="http://schemas.microsoft.com/office/drawing/2014/main" xmlns="" id="{E5ACF548-CE53-4E3B-9568-FFB7666858D4}"/>
              </a:ext>
            </a:extLst>
          </p:cNvPr>
          <p:cNvPicPr>
            <a:picLocks noChangeAspect="1"/>
          </p:cNvPicPr>
          <p:nvPr>
            <p:custDataLst>
              <p:tags r:id="rId3"/>
            </p:custDataLst>
          </p:nvPr>
        </p:nvPicPr>
        <p:blipFill>
          <a:blip r:embed="rId6"/>
          <a:stretch>
            <a:fillRect/>
          </a:stretch>
        </p:blipFill>
        <p:spPr>
          <a:xfrm>
            <a:off x="6402428" y="905804"/>
            <a:ext cx="5278984" cy="4735839"/>
          </a:xfrm>
          <a:prstGeom prst="rect">
            <a:avLst/>
          </a:prstGeom>
        </p:spPr>
      </p:pic>
    </p:spTree>
    <p:extLst>
      <p:ext uri="{BB962C8B-B14F-4D97-AF65-F5344CB8AC3E}">
        <p14:creationId xmlns:p14="http://schemas.microsoft.com/office/powerpoint/2010/main" val="3656869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C62ABDD5-D1B8-4B7E-AA78-4C936D0C9EA7}"/>
              </a:ext>
            </a:extLst>
          </p:cNvPr>
          <p:cNvSpPr>
            <a:spLocks noGrp="1"/>
          </p:cNvSpPr>
          <p:nvPr>
            <p:ph idx="1"/>
            <p:custDataLst>
              <p:tags r:id="rId2"/>
            </p:custDataLst>
          </p:nvPr>
        </p:nvSpPr>
        <p:spPr>
          <a:xfrm>
            <a:off x="510588" y="1212980"/>
            <a:ext cx="5585412" cy="4963983"/>
          </a:xfrm>
        </p:spPr>
        <p:txBody>
          <a:bodyPr/>
          <a:lstStyle/>
          <a:p>
            <a:pPr marL="457200" indent="-457200" algn="just">
              <a:lnSpc>
                <a:spcPct val="130000"/>
              </a:lnSpc>
              <a:buFont typeface="+mj-lt"/>
              <a:buAutoNum type="arabicPeriod" startAt="15"/>
            </a:pPr>
            <a:r>
              <a:rPr lang="en-US" dirty="0"/>
              <a:t>Optionally, enter a </a:t>
            </a:r>
            <a:r>
              <a:rPr lang="en-US" b="1" dirty="0"/>
              <a:t>Tag</a:t>
            </a:r>
            <a:r>
              <a:rPr lang="en-US" dirty="0"/>
              <a:t>. </a:t>
            </a:r>
          </a:p>
          <a:p>
            <a:pPr algn="just">
              <a:lnSpc>
                <a:spcPct val="130000"/>
              </a:lnSpc>
              <a:buFont typeface="Wingdings" panose="05000000000000000000" pitchFamily="2" charset="2"/>
              <a:buChar char="ü"/>
            </a:pPr>
            <a:r>
              <a:rPr lang="en-US" dirty="0"/>
              <a:t> This is the specific tag number requested for the inventory being received or released. </a:t>
            </a:r>
          </a:p>
          <a:p>
            <a:pPr algn="just">
              <a:lnSpc>
                <a:spcPct val="130000"/>
              </a:lnSpc>
              <a:buFont typeface="Wingdings" panose="05000000000000000000" pitchFamily="2" charset="2"/>
              <a:buChar char="ü"/>
            </a:pPr>
            <a:r>
              <a:rPr lang="en-US" dirty="0"/>
              <a:t> The requested tag must be unique. If no tag number is specified, the system assigns tag numbers using the next available sequential number obtained from the data ID generation table.</a:t>
            </a:r>
            <a:endParaRPr lang="en-CA" dirty="0"/>
          </a:p>
        </p:txBody>
      </p:sp>
      <p:pic>
        <p:nvPicPr>
          <p:cNvPr id="5" name="Picture 4">
            <a:extLst>
              <a:ext uri="{FF2B5EF4-FFF2-40B4-BE49-F238E27FC236}">
                <a16:creationId xmlns:a16="http://schemas.microsoft.com/office/drawing/2014/main" xmlns="" id="{4ED07136-EBE6-48D5-8E2F-E94FDAB2724E}"/>
              </a:ext>
            </a:extLst>
          </p:cNvPr>
          <p:cNvPicPr>
            <a:picLocks noChangeAspect="1"/>
          </p:cNvPicPr>
          <p:nvPr>
            <p:custDataLst>
              <p:tags r:id="rId3"/>
            </p:custDataLst>
          </p:nvPr>
        </p:nvPicPr>
        <p:blipFill>
          <a:blip r:embed="rId6"/>
          <a:stretch>
            <a:fillRect/>
          </a:stretch>
        </p:blipFill>
        <p:spPr>
          <a:xfrm>
            <a:off x="6562017" y="1212980"/>
            <a:ext cx="5278984" cy="4735839"/>
          </a:xfrm>
          <a:prstGeom prst="rect">
            <a:avLst/>
          </a:prstGeom>
        </p:spPr>
      </p:pic>
    </p:spTree>
    <p:extLst>
      <p:ext uri="{BB962C8B-B14F-4D97-AF65-F5344CB8AC3E}">
        <p14:creationId xmlns:p14="http://schemas.microsoft.com/office/powerpoint/2010/main" val="15745100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C62ABDD5-D1B8-4B7E-AA78-4C936D0C9EA7}"/>
              </a:ext>
            </a:extLst>
          </p:cNvPr>
          <p:cNvSpPr>
            <a:spLocks noGrp="1"/>
          </p:cNvSpPr>
          <p:nvPr>
            <p:ph idx="1"/>
            <p:custDataLst>
              <p:tags r:id="rId2"/>
            </p:custDataLst>
          </p:nvPr>
        </p:nvSpPr>
        <p:spPr>
          <a:xfrm>
            <a:off x="510588" y="1219200"/>
            <a:ext cx="5838454" cy="4957763"/>
          </a:xfrm>
        </p:spPr>
        <p:txBody>
          <a:bodyPr/>
          <a:lstStyle/>
          <a:p>
            <a:pPr marL="457200" indent="-457200" algn="just">
              <a:lnSpc>
                <a:spcPct val="130000"/>
              </a:lnSpc>
              <a:buFont typeface="+mj-lt"/>
              <a:buAutoNum type="arabicPeriod" startAt="16"/>
            </a:pPr>
            <a:r>
              <a:rPr lang="en-US" dirty="0"/>
              <a:t>Optionally, change the </a:t>
            </a:r>
            <a:r>
              <a:rPr lang="en-US" b="1" dirty="0"/>
              <a:t>Number of Labels</a:t>
            </a:r>
            <a:r>
              <a:rPr lang="en-US" dirty="0"/>
              <a:t>. </a:t>
            </a:r>
          </a:p>
          <a:p>
            <a:pPr algn="just">
              <a:lnSpc>
                <a:spcPct val="130000"/>
              </a:lnSpc>
              <a:buFont typeface="Wingdings" panose="05000000000000000000" pitchFamily="2" charset="2"/>
              <a:buChar char="ü"/>
            </a:pPr>
            <a:r>
              <a:rPr lang="en-US" dirty="0"/>
              <a:t> The number of labels is calculated from the Receipt Quantity and Order UOM, as well as the Label UOM field from the items table. </a:t>
            </a:r>
          </a:p>
          <a:p>
            <a:pPr algn="just">
              <a:lnSpc>
                <a:spcPct val="130000"/>
              </a:lnSpc>
              <a:buFont typeface="Wingdings" panose="05000000000000000000" pitchFamily="2" charset="2"/>
              <a:buChar char="ü"/>
            </a:pPr>
            <a:r>
              <a:rPr lang="en-US" dirty="0"/>
              <a:t> The number of labels is given an initial value based on the Quantity Balance (i.e., the expected receipt quantity) but can be adjusted as desired.</a:t>
            </a:r>
          </a:p>
          <a:p>
            <a:pPr algn="just">
              <a:lnSpc>
                <a:spcPct val="130000"/>
              </a:lnSpc>
              <a:buFont typeface="Wingdings" panose="05000000000000000000" pitchFamily="2" charset="2"/>
              <a:buChar char="ü"/>
            </a:pPr>
            <a:endParaRPr lang="en-CA" dirty="0"/>
          </a:p>
        </p:txBody>
      </p:sp>
      <p:pic>
        <p:nvPicPr>
          <p:cNvPr id="6" name="Picture 5">
            <a:extLst>
              <a:ext uri="{FF2B5EF4-FFF2-40B4-BE49-F238E27FC236}">
                <a16:creationId xmlns:a16="http://schemas.microsoft.com/office/drawing/2014/main" xmlns="" id="{7F9FC6F9-9B42-4418-B906-E569BB886DEA}"/>
              </a:ext>
            </a:extLst>
          </p:cNvPr>
          <p:cNvPicPr>
            <a:picLocks noChangeAspect="1"/>
          </p:cNvPicPr>
          <p:nvPr>
            <p:custDataLst>
              <p:tags r:id="rId3"/>
            </p:custDataLst>
          </p:nvPr>
        </p:nvPicPr>
        <p:blipFill>
          <a:blip r:embed="rId6"/>
          <a:stretch>
            <a:fillRect/>
          </a:stretch>
        </p:blipFill>
        <p:spPr>
          <a:xfrm>
            <a:off x="6665534" y="1027906"/>
            <a:ext cx="5278984" cy="4735839"/>
          </a:xfrm>
          <a:prstGeom prst="rect">
            <a:avLst/>
          </a:prstGeom>
        </p:spPr>
      </p:pic>
    </p:spTree>
    <p:extLst>
      <p:ext uri="{BB962C8B-B14F-4D97-AF65-F5344CB8AC3E}">
        <p14:creationId xmlns:p14="http://schemas.microsoft.com/office/powerpoint/2010/main" val="336694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C09822BE-4355-4274-A3D7-37C7BDDDD48A}"/>
              </a:ext>
            </a:extLst>
          </p:cNvPr>
          <p:cNvSpPr>
            <a:spLocks noGrp="1"/>
          </p:cNvSpPr>
          <p:nvPr>
            <p:ph idx="1"/>
            <p:custDataLst>
              <p:tags r:id="rId2"/>
            </p:custDataLst>
          </p:nvPr>
        </p:nvSpPr>
        <p:spPr>
          <a:xfrm>
            <a:off x="510588" y="1149928"/>
            <a:ext cx="5585412" cy="5027036"/>
          </a:xfrm>
        </p:spPr>
        <p:txBody>
          <a:bodyPr/>
          <a:lstStyle/>
          <a:p>
            <a:pPr marL="457200" indent="-457200" algn="just">
              <a:lnSpc>
                <a:spcPct val="150000"/>
              </a:lnSpc>
              <a:buFont typeface="+mj-lt"/>
              <a:buAutoNum type="arabicPeriod" startAt="17"/>
            </a:pPr>
            <a:r>
              <a:rPr lang="en-US" dirty="0"/>
              <a:t>Optionally, enter a </a:t>
            </a:r>
            <a:r>
              <a:rPr lang="en-US" b="1" dirty="0"/>
              <a:t>Requested Location</a:t>
            </a:r>
            <a:r>
              <a:rPr lang="en-US" dirty="0"/>
              <a:t>.</a:t>
            </a:r>
          </a:p>
          <a:p>
            <a:pPr algn="just">
              <a:lnSpc>
                <a:spcPct val="150000"/>
              </a:lnSpc>
              <a:buFont typeface="Wingdings" panose="05000000000000000000" pitchFamily="2" charset="2"/>
              <a:buChar char="ü"/>
            </a:pPr>
            <a:r>
              <a:rPr lang="en-US" dirty="0"/>
              <a:t> This is the location into which the user has requested the inventory be stored after the receiving process.</a:t>
            </a:r>
          </a:p>
          <a:p>
            <a:pPr algn="just">
              <a:lnSpc>
                <a:spcPct val="150000"/>
              </a:lnSpc>
              <a:buFont typeface="Wingdings" panose="05000000000000000000" pitchFamily="2" charset="2"/>
              <a:buChar char="ü"/>
            </a:pPr>
            <a:r>
              <a:rPr lang="en-US" dirty="0"/>
              <a:t> The receiving location must be different than the requested location.</a:t>
            </a:r>
          </a:p>
          <a:p>
            <a:pPr algn="just">
              <a:lnSpc>
                <a:spcPct val="130000"/>
              </a:lnSpc>
              <a:buFont typeface="Wingdings" panose="05000000000000000000" pitchFamily="2" charset="2"/>
              <a:buChar char="ü"/>
            </a:pPr>
            <a:endParaRPr lang="en-US" dirty="0"/>
          </a:p>
          <a:p>
            <a:pPr algn="just">
              <a:lnSpc>
                <a:spcPct val="130000"/>
              </a:lnSpc>
              <a:buFont typeface="Wingdings" panose="05000000000000000000" pitchFamily="2" charset="2"/>
              <a:buChar char="ü"/>
            </a:pPr>
            <a:endParaRPr lang="en-CA" dirty="0"/>
          </a:p>
        </p:txBody>
      </p:sp>
      <p:pic>
        <p:nvPicPr>
          <p:cNvPr id="5" name="Picture 4">
            <a:extLst>
              <a:ext uri="{FF2B5EF4-FFF2-40B4-BE49-F238E27FC236}">
                <a16:creationId xmlns:a16="http://schemas.microsoft.com/office/drawing/2014/main" xmlns="" id="{20EF4901-AE4E-41AC-B15B-1E2C09F19E4D}"/>
              </a:ext>
            </a:extLst>
          </p:cNvPr>
          <p:cNvPicPr>
            <a:picLocks noChangeAspect="1"/>
          </p:cNvPicPr>
          <p:nvPr>
            <p:custDataLst>
              <p:tags r:id="rId3"/>
            </p:custDataLst>
          </p:nvPr>
        </p:nvPicPr>
        <p:blipFill>
          <a:blip r:embed="rId6"/>
          <a:stretch>
            <a:fillRect/>
          </a:stretch>
        </p:blipFill>
        <p:spPr>
          <a:xfrm>
            <a:off x="6527512" y="819540"/>
            <a:ext cx="5278984" cy="4735839"/>
          </a:xfrm>
          <a:prstGeom prst="rect">
            <a:avLst/>
          </a:prstGeom>
        </p:spPr>
      </p:pic>
    </p:spTree>
    <p:extLst>
      <p:ext uri="{BB962C8B-B14F-4D97-AF65-F5344CB8AC3E}">
        <p14:creationId xmlns:p14="http://schemas.microsoft.com/office/powerpoint/2010/main" val="3169681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4" name="Content Placeholder 2">
            <a:extLst>
              <a:ext uri="{FF2B5EF4-FFF2-40B4-BE49-F238E27FC236}">
                <a16:creationId xmlns:a16="http://schemas.microsoft.com/office/drawing/2014/main" xmlns="" id="{E599B43D-87EE-4817-9A18-FFD23F206AAE}"/>
              </a:ext>
            </a:extLst>
          </p:cNvPr>
          <p:cNvSpPr>
            <a:spLocks noGrp="1"/>
          </p:cNvSpPr>
          <p:nvPr>
            <p:ph idx="1"/>
            <p:custDataLst>
              <p:tags r:id="rId2"/>
            </p:custDataLst>
          </p:nvPr>
        </p:nvSpPr>
        <p:spPr>
          <a:xfrm>
            <a:off x="510588" y="1170360"/>
            <a:ext cx="5660138" cy="5006603"/>
          </a:xfrm>
        </p:spPr>
        <p:txBody>
          <a:bodyPr/>
          <a:lstStyle/>
          <a:p>
            <a:pPr marL="457200" indent="-457200" algn="just">
              <a:lnSpc>
                <a:spcPct val="130000"/>
              </a:lnSpc>
              <a:buFont typeface="+mj-lt"/>
              <a:buAutoNum type="arabicPeriod" startAt="18"/>
            </a:pPr>
            <a:r>
              <a:rPr lang="en-US" dirty="0"/>
              <a:t>Optionally, change the </a:t>
            </a:r>
            <a:r>
              <a:rPr lang="en-CA" b="1" dirty="0"/>
              <a:t>Receipt Date and Time</a:t>
            </a:r>
            <a:r>
              <a:rPr lang="en-CA" dirty="0"/>
              <a:t>. </a:t>
            </a:r>
            <a:r>
              <a:rPr lang="en-US" dirty="0"/>
              <a:t>  </a:t>
            </a:r>
          </a:p>
          <a:p>
            <a:pPr algn="just">
              <a:lnSpc>
                <a:spcPct val="130000"/>
              </a:lnSpc>
              <a:buFont typeface="Wingdings" panose="05000000000000000000" pitchFamily="2" charset="2"/>
              <a:buChar char="ü"/>
            </a:pPr>
            <a:r>
              <a:rPr lang="en-US" dirty="0"/>
              <a:t> This is the date used to determine the age of the inventory and used for inventory selection.</a:t>
            </a:r>
          </a:p>
          <a:p>
            <a:pPr algn="just">
              <a:lnSpc>
                <a:spcPct val="130000"/>
              </a:lnSpc>
              <a:buFont typeface="Wingdings" panose="05000000000000000000" pitchFamily="2" charset="2"/>
              <a:buChar char="ü"/>
            </a:pPr>
            <a:r>
              <a:rPr lang="en-US" dirty="0"/>
              <a:t> When this value is modified, the values of the Rotation Date and Time and Item Expiration Date are recalculated and displayed.</a:t>
            </a:r>
          </a:p>
          <a:p>
            <a:pPr algn="just">
              <a:lnSpc>
                <a:spcPct val="130000"/>
              </a:lnSpc>
              <a:buFont typeface="Wingdings" panose="05000000000000000000" pitchFamily="2" charset="2"/>
              <a:buChar char="ü"/>
            </a:pPr>
            <a:endParaRPr lang="en-US" dirty="0"/>
          </a:p>
          <a:p>
            <a:pPr algn="just">
              <a:lnSpc>
                <a:spcPct val="130000"/>
              </a:lnSpc>
              <a:buFont typeface="Wingdings" panose="05000000000000000000" pitchFamily="2" charset="2"/>
              <a:buChar char="ü"/>
            </a:pPr>
            <a:endParaRPr lang="en-CA" dirty="0"/>
          </a:p>
        </p:txBody>
      </p:sp>
      <p:pic>
        <p:nvPicPr>
          <p:cNvPr id="6" name="Picture 5">
            <a:extLst>
              <a:ext uri="{FF2B5EF4-FFF2-40B4-BE49-F238E27FC236}">
                <a16:creationId xmlns:a16="http://schemas.microsoft.com/office/drawing/2014/main" xmlns="" id="{97E5214A-4EBE-4CCD-AC93-264AC279B578}"/>
              </a:ext>
            </a:extLst>
          </p:cNvPr>
          <p:cNvPicPr>
            <a:picLocks noChangeAspect="1"/>
          </p:cNvPicPr>
          <p:nvPr>
            <p:custDataLst>
              <p:tags r:id="rId3"/>
            </p:custDataLst>
          </p:nvPr>
        </p:nvPicPr>
        <p:blipFill>
          <a:blip r:embed="rId6"/>
          <a:stretch>
            <a:fillRect/>
          </a:stretch>
        </p:blipFill>
        <p:spPr>
          <a:xfrm>
            <a:off x="6498338" y="925698"/>
            <a:ext cx="5416980" cy="5006603"/>
          </a:xfrm>
          <a:prstGeom prst="rect">
            <a:avLst/>
          </a:prstGeom>
        </p:spPr>
      </p:pic>
    </p:spTree>
    <p:extLst>
      <p:ext uri="{BB962C8B-B14F-4D97-AF65-F5344CB8AC3E}">
        <p14:creationId xmlns:p14="http://schemas.microsoft.com/office/powerpoint/2010/main" val="332842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xmlns="" id="{BDA453AF-CC89-470E-878C-692CDE51700E}"/>
              </a:ext>
            </a:extLst>
          </p:cNvPr>
          <p:cNvSpPr>
            <a:spLocks noGrp="1"/>
          </p:cNvSpPr>
          <p:nvPr>
            <p:ph idx="1"/>
            <p:custDataLst>
              <p:tags r:id="rId2"/>
            </p:custDataLst>
          </p:nvPr>
        </p:nvSpPr>
        <p:spPr>
          <a:xfrm>
            <a:off x="838199" y="1212980"/>
            <a:ext cx="5205933" cy="4963983"/>
          </a:xfrm>
        </p:spPr>
        <p:txBody>
          <a:bodyPr/>
          <a:lstStyle/>
          <a:p>
            <a:pPr marL="457200" indent="-457200" algn="just">
              <a:lnSpc>
                <a:spcPct val="150000"/>
              </a:lnSpc>
              <a:buFont typeface="+mj-lt"/>
              <a:buAutoNum type="arabicPeriod" startAt="19"/>
            </a:pPr>
            <a:r>
              <a:rPr lang="en-US" dirty="0"/>
              <a:t>Once all the fields properly entered, click on Submit. </a:t>
            </a:r>
          </a:p>
          <a:p>
            <a:pPr marL="0" indent="0" algn="just">
              <a:lnSpc>
                <a:spcPct val="150000"/>
              </a:lnSpc>
              <a:buNone/>
            </a:pPr>
            <a:endParaRPr lang="en-US" sz="600" dirty="0"/>
          </a:p>
          <a:p>
            <a:pPr algn="just">
              <a:lnSpc>
                <a:spcPct val="150000"/>
              </a:lnSpc>
              <a:buFont typeface="Wingdings" panose="05000000000000000000" pitchFamily="2" charset="2"/>
              <a:buChar char="ü"/>
            </a:pPr>
            <a:r>
              <a:rPr lang="en-US" dirty="0"/>
              <a:t> Inventory for the product has been loaded into the system.</a:t>
            </a:r>
          </a:p>
          <a:p>
            <a:pPr marL="0" indent="0">
              <a:buNone/>
            </a:pPr>
            <a:endParaRPr lang="en-CA" dirty="0"/>
          </a:p>
          <a:p>
            <a:pPr marL="0" indent="0">
              <a:buNone/>
            </a:pPr>
            <a:endParaRPr lang="en-CA" dirty="0"/>
          </a:p>
        </p:txBody>
      </p:sp>
      <p:pic>
        <p:nvPicPr>
          <p:cNvPr id="5" name="Picture 4">
            <a:extLst>
              <a:ext uri="{FF2B5EF4-FFF2-40B4-BE49-F238E27FC236}">
                <a16:creationId xmlns:a16="http://schemas.microsoft.com/office/drawing/2014/main" xmlns="" id="{D15E4BED-AF41-492A-904D-8EFC3A797444}"/>
              </a:ext>
            </a:extLst>
          </p:cNvPr>
          <p:cNvPicPr>
            <a:picLocks noChangeAspect="1"/>
          </p:cNvPicPr>
          <p:nvPr>
            <p:custDataLst>
              <p:tags r:id="rId3"/>
            </p:custDataLst>
          </p:nvPr>
        </p:nvPicPr>
        <p:blipFill>
          <a:blip r:embed="rId6"/>
          <a:stretch>
            <a:fillRect/>
          </a:stretch>
        </p:blipFill>
        <p:spPr>
          <a:xfrm>
            <a:off x="6468321" y="401220"/>
            <a:ext cx="5205933" cy="5863160"/>
          </a:xfrm>
          <a:prstGeom prst="rect">
            <a:avLst/>
          </a:prstGeom>
        </p:spPr>
      </p:pic>
    </p:spTree>
    <p:extLst>
      <p:ext uri="{BB962C8B-B14F-4D97-AF65-F5344CB8AC3E}">
        <p14:creationId xmlns:p14="http://schemas.microsoft.com/office/powerpoint/2010/main" val="601197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Items (WMS)</a:t>
            </a:r>
          </a:p>
        </p:txBody>
      </p:sp>
      <p:sp>
        <p:nvSpPr>
          <p:cNvPr id="4" name="TextBox 3">
            <a:extLst>
              <a:ext uri="{FF2B5EF4-FFF2-40B4-BE49-F238E27FC236}">
                <a16:creationId xmlns:a16="http://schemas.microsoft.com/office/drawing/2014/main" xmlns="" id="{B2DFA561-3913-4F60-A612-C84F55DD0379}"/>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651512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203158"/>
            <a:ext cx="10515600" cy="4973805"/>
          </a:xfrm>
        </p:spPr>
        <p:txBody>
          <a:bodyPr/>
          <a:lstStyle/>
          <a:p>
            <a:pPr algn="just">
              <a:lnSpc>
                <a:spcPct val="130000"/>
              </a:lnSpc>
            </a:pPr>
            <a:r>
              <a:rPr lang="fr-CA" sz="2300" dirty="0"/>
              <a:t>The Items </a:t>
            </a:r>
            <a:r>
              <a:rPr lang="fr-CA" sz="2300" dirty="0" err="1"/>
              <a:t>resource</a:t>
            </a:r>
            <a:r>
              <a:rPr lang="fr-CA" sz="2300" dirty="0"/>
              <a:t> </a:t>
            </a:r>
            <a:r>
              <a:rPr lang="fr-CA" sz="2300" dirty="0" err="1"/>
              <a:t>is</a:t>
            </a:r>
            <a:r>
              <a:rPr lang="fr-CA" sz="2300" dirty="0"/>
              <a:t> </a:t>
            </a:r>
            <a:r>
              <a:rPr lang="fr-CA" sz="2300" dirty="0" err="1"/>
              <a:t>used</a:t>
            </a:r>
            <a:r>
              <a:rPr lang="fr-CA" sz="2300" dirty="0"/>
              <a:t> to a</a:t>
            </a:r>
            <a:r>
              <a:rPr lang="en-US" sz="2300" dirty="0"/>
              <a:t>dd, modify, copy, delete the records in the items table and in its child, the item extended descriptions table and to query the records in the item and item extended description tables.</a:t>
            </a:r>
          </a:p>
          <a:p>
            <a:pPr algn="just">
              <a:lnSpc>
                <a:spcPct val="130000"/>
              </a:lnSpc>
            </a:pPr>
            <a:r>
              <a:rPr lang="en-US" sz="2300" dirty="0"/>
              <a:t>An item is the identification of a type of inventory handled within a facility. An item record contains information that allows the creation and management of consistent inventory using product specific characteristics such as dimensions, weight, default receiving information, and special handling and storage requirements.</a:t>
            </a:r>
          </a:p>
          <a:p>
            <a:pPr algn="just">
              <a:lnSpc>
                <a:spcPct val="130000"/>
              </a:lnSpc>
            </a:pPr>
            <a:r>
              <a:rPr lang="en-US" sz="2300" dirty="0"/>
              <a:t>When an item number is specified during the inventory creation process, the system looks up the item in this table and generates receipt and inventory records based on the item definition. </a:t>
            </a:r>
          </a:p>
          <a:p>
            <a:pPr algn="just">
              <a:lnSpc>
                <a:spcPct val="130000"/>
              </a:lnSpc>
            </a:pPr>
            <a:endParaRPr lang="en-CA" sz="2300" dirty="0"/>
          </a:p>
        </p:txBody>
      </p:sp>
    </p:spTree>
    <p:extLst>
      <p:ext uri="{BB962C8B-B14F-4D97-AF65-F5344CB8AC3E}">
        <p14:creationId xmlns:p14="http://schemas.microsoft.com/office/powerpoint/2010/main" val="1069936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203158"/>
            <a:ext cx="10515600" cy="4973805"/>
          </a:xfrm>
        </p:spPr>
        <p:txBody>
          <a:bodyPr/>
          <a:lstStyle/>
          <a:p>
            <a:pPr algn="just">
              <a:lnSpc>
                <a:spcPct val="130000"/>
              </a:lnSpc>
            </a:pPr>
            <a:r>
              <a:rPr lang="en-US" sz="2300" dirty="0"/>
              <a:t>Through this resource you can:</a:t>
            </a:r>
          </a:p>
          <a:p>
            <a:pPr lvl="1" algn="just">
              <a:lnSpc>
                <a:spcPct val="130000"/>
              </a:lnSpc>
              <a:buFont typeface="Wingdings" panose="05000000000000000000" pitchFamily="2" charset="2"/>
              <a:buChar char="ü"/>
            </a:pPr>
            <a:r>
              <a:rPr lang="en-US" sz="2300" dirty="0"/>
              <a:t> Update the item configuration of a Host uploaded item,</a:t>
            </a:r>
          </a:p>
          <a:p>
            <a:pPr lvl="1" algn="just">
              <a:lnSpc>
                <a:spcPct val="130000"/>
              </a:lnSpc>
              <a:buFont typeface="Wingdings" panose="05000000000000000000" pitchFamily="2" charset="2"/>
              <a:buChar char="ü"/>
            </a:pPr>
            <a:r>
              <a:rPr lang="en-US" sz="2300" dirty="0"/>
              <a:t> Create and configure a non-uploaded item.</a:t>
            </a:r>
          </a:p>
          <a:p>
            <a:pPr algn="just">
              <a:lnSpc>
                <a:spcPct val="130000"/>
              </a:lnSpc>
            </a:pPr>
            <a:r>
              <a:rPr lang="en-US" sz="2300" dirty="0"/>
              <a:t>The prerequisites are: </a:t>
            </a:r>
          </a:p>
          <a:p>
            <a:pPr lvl="1" algn="just">
              <a:lnSpc>
                <a:spcPct val="140000"/>
              </a:lnSpc>
              <a:buFont typeface="Wingdings" panose="05000000000000000000" pitchFamily="2" charset="2"/>
              <a:buChar char="ü"/>
            </a:pPr>
            <a:r>
              <a:rPr lang="en-US" sz="2300" dirty="0"/>
              <a:t> The item is created in the Host system and downloaded, via an interface, to WMS (for upload items),</a:t>
            </a:r>
          </a:p>
          <a:p>
            <a:pPr lvl="1" algn="just">
              <a:lnSpc>
                <a:spcPct val="130000"/>
              </a:lnSpc>
              <a:buFont typeface="Wingdings" panose="05000000000000000000" pitchFamily="2" charset="2"/>
              <a:buChar char="ü"/>
            </a:pPr>
            <a:r>
              <a:rPr lang="en-US" sz="2300" dirty="0"/>
              <a:t> A WMS storage rule exists (for upload and non-upload items),</a:t>
            </a:r>
          </a:p>
          <a:p>
            <a:pPr lvl="1" algn="just">
              <a:lnSpc>
                <a:spcPct val="130000"/>
              </a:lnSpc>
              <a:buFont typeface="Wingdings" panose="05000000000000000000" pitchFamily="2" charset="2"/>
              <a:buChar char="ü"/>
            </a:pPr>
            <a:r>
              <a:rPr lang="en-US" sz="2300" dirty="0"/>
              <a:t>An Item is physically available, or its physical characteristics are available (for upload and non-upload items).</a:t>
            </a:r>
          </a:p>
          <a:p>
            <a:pPr lvl="1" algn="just">
              <a:lnSpc>
                <a:spcPct val="130000"/>
              </a:lnSpc>
              <a:buFont typeface="Wingdings" panose="05000000000000000000" pitchFamily="2" charset="2"/>
              <a:buChar char="ü"/>
            </a:pPr>
            <a:endParaRPr lang="en-US" sz="2300" dirty="0"/>
          </a:p>
          <a:p>
            <a:pPr lvl="1" algn="just">
              <a:lnSpc>
                <a:spcPct val="130000"/>
              </a:lnSpc>
              <a:buFont typeface="Wingdings" panose="05000000000000000000" pitchFamily="2" charset="2"/>
              <a:buChar char="ü"/>
            </a:pPr>
            <a:endParaRPr lang="en-US" sz="2300" dirty="0"/>
          </a:p>
          <a:p>
            <a:pPr lvl="1" algn="just">
              <a:lnSpc>
                <a:spcPct val="130000"/>
              </a:lnSpc>
              <a:buFont typeface="Wingdings" panose="05000000000000000000" pitchFamily="2" charset="2"/>
              <a:buChar char="ü"/>
            </a:pPr>
            <a:endParaRPr lang="en-US" sz="2300" dirty="0"/>
          </a:p>
        </p:txBody>
      </p:sp>
    </p:spTree>
    <p:extLst>
      <p:ext uri="{BB962C8B-B14F-4D97-AF65-F5344CB8AC3E}">
        <p14:creationId xmlns:p14="http://schemas.microsoft.com/office/powerpoint/2010/main" val="1459660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0925D-6CD1-4907-9A7F-CF8876B66D93}"/>
              </a:ext>
            </a:extLst>
          </p:cNvPr>
          <p:cNvSpPr>
            <a:spLocks noGrp="1"/>
          </p:cNvSpPr>
          <p:nvPr>
            <p:ph type="title"/>
            <p:custDataLst>
              <p:tags r:id="rId1"/>
            </p:custDataLst>
          </p:nvPr>
        </p:nvSpPr>
        <p:spPr/>
        <p:txBody>
          <a:bodyPr/>
          <a:lstStyle/>
          <a:p>
            <a:r>
              <a:rPr lang="en-CA" sz="3600" dirty="0"/>
              <a:t>Items (WMS)</a:t>
            </a:r>
            <a:endParaRPr lang="en-CA" dirty="0"/>
          </a:p>
        </p:txBody>
      </p:sp>
      <p:pic>
        <p:nvPicPr>
          <p:cNvPr id="7" name="Picture 6">
            <a:extLst>
              <a:ext uri="{FF2B5EF4-FFF2-40B4-BE49-F238E27FC236}">
                <a16:creationId xmlns:a16="http://schemas.microsoft.com/office/drawing/2014/main" xmlns="" id="{F819CF6C-8D7D-457F-AD05-060DC407F46F}"/>
              </a:ext>
            </a:extLst>
          </p:cNvPr>
          <p:cNvPicPr>
            <a:picLocks noChangeAspect="1"/>
          </p:cNvPicPr>
          <p:nvPr>
            <p:custDataLst>
              <p:tags r:id="rId2"/>
            </p:custDataLst>
          </p:nvPr>
        </p:nvPicPr>
        <p:blipFill>
          <a:blip r:embed="rId5"/>
          <a:stretch>
            <a:fillRect/>
          </a:stretch>
        </p:blipFill>
        <p:spPr>
          <a:xfrm>
            <a:off x="8171514" y="1133810"/>
            <a:ext cx="3182286" cy="4590379"/>
          </a:xfrm>
          <a:prstGeom prst="rect">
            <a:avLst/>
          </a:prstGeom>
        </p:spPr>
      </p:pic>
      <p:sp>
        <p:nvSpPr>
          <p:cNvPr id="11" name="Content Placeholder 2">
            <a:extLst>
              <a:ext uri="{FF2B5EF4-FFF2-40B4-BE49-F238E27FC236}">
                <a16:creationId xmlns:a16="http://schemas.microsoft.com/office/drawing/2014/main" xmlns="" id="{943A6E49-2FF3-4315-8B89-E7D1B217BFE1}"/>
              </a:ext>
            </a:extLst>
          </p:cNvPr>
          <p:cNvSpPr txBox="1">
            <a:spLocks/>
          </p:cNvSpPr>
          <p:nvPr>
            <p:custDataLst>
              <p:tags r:id="rId3"/>
            </p:custDataLst>
          </p:nvPr>
        </p:nvSpPr>
        <p:spPr>
          <a:xfrm>
            <a:off x="1026694" y="1344706"/>
            <a:ext cx="6256421" cy="455732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Item Characteristics</a:t>
            </a:r>
            <a:r>
              <a:rPr lang="en-US" sz="2300" dirty="0"/>
              <a:t>. </a:t>
            </a:r>
          </a:p>
          <a:p>
            <a:pPr marL="457200" indent="-457200" algn="just">
              <a:lnSpc>
                <a:spcPct val="150000"/>
              </a:lnSpc>
              <a:buFont typeface="+mj-lt"/>
              <a:buAutoNum type="arabicPeriod"/>
            </a:pPr>
            <a:r>
              <a:rPr lang="en-US" sz="2300" dirty="0"/>
              <a:t>Under Item Characteristics, click on </a:t>
            </a:r>
            <a:r>
              <a:rPr lang="en-US" sz="2300" b="1" dirty="0"/>
              <a:t>Items. </a:t>
            </a:r>
            <a:endParaRPr lang="en-US" sz="2200" dirty="0"/>
          </a:p>
        </p:txBody>
      </p:sp>
    </p:spTree>
    <p:extLst>
      <p:ext uri="{BB962C8B-B14F-4D97-AF65-F5344CB8AC3E}">
        <p14:creationId xmlns:p14="http://schemas.microsoft.com/office/powerpoint/2010/main" val="1184751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7559A619-7190-49FC-9A90-15CB8CE6F422}"/>
              </a:ext>
            </a:extLst>
          </p:cNvPr>
          <p:cNvSpPr>
            <a:spLocks noGrp="1"/>
          </p:cNvSpPr>
          <p:nvPr>
            <p:ph idx="1"/>
            <p:custDataLst>
              <p:tags r:id="rId2"/>
            </p:custDataLst>
          </p:nvPr>
        </p:nvSpPr>
        <p:spPr>
          <a:xfrm>
            <a:off x="838200" y="1157288"/>
            <a:ext cx="10515600" cy="5019675"/>
          </a:xfrm>
        </p:spPr>
        <p:txBody>
          <a:bodyPr/>
          <a:lstStyle/>
          <a:p>
            <a:pPr marL="457200" indent="-457200">
              <a:lnSpc>
                <a:spcPct val="150000"/>
              </a:lnSpc>
              <a:buFont typeface="+mj-lt"/>
              <a:buAutoNum type="arabicPeriod" startAt="5"/>
            </a:pPr>
            <a:r>
              <a:rPr lang="fr-CA" dirty="0"/>
              <a:t>In the new </a:t>
            </a:r>
            <a:r>
              <a:rPr lang="fr-CA" dirty="0" err="1"/>
              <a:t>window</a:t>
            </a:r>
            <a:r>
              <a:rPr lang="fr-CA" dirty="0"/>
              <a:t>, </a:t>
            </a:r>
            <a:r>
              <a:rPr lang="en-US" dirty="0"/>
              <a:t>the existing items in the WMS will be listed.</a:t>
            </a:r>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6" name="Picture 5">
            <a:extLst>
              <a:ext uri="{FF2B5EF4-FFF2-40B4-BE49-F238E27FC236}">
                <a16:creationId xmlns:a16="http://schemas.microsoft.com/office/drawing/2014/main" xmlns="" id="{8F116329-AAEC-4297-9F7A-D7D74007ECE5}"/>
              </a:ext>
            </a:extLst>
          </p:cNvPr>
          <p:cNvPicPr>
            <a:picLocks noChangeAspect="1"/>
          </p:cNvPicPr>
          <p:nvPr>
            <p:custDataLst>
              <p:tags r:id="rId3"/>
            </p:custDataLst>
          </p:nvPr>
        </p:nvPicPr>
        <p:blipFill>
          <a:blip r:embed="rId5"/>
          <a:stretch>
            <a:fillRect/>
          </a:stretch>
        </p:blipFill>
        <p:spPr>
          <a:xfrm>
            <a:off x="742950" y="2088283"/>
            <a:ext cx="10308484" cy="4012480"/>
          </a:xfrm>
          <a:prstGeom prst="rect">
            <a:avLst/>
          </a:prstGeom>
        </p:spPr>
      </p:pic>
    </p:spTree>
    <p:extLst>
      <p:ext uri="{BB962C8B-B14F-4D97-AF65-F5344CB8AC3E}">
        <p14:creationId xmlns:p14="http://schemas.microsoft.com/office/powerpoint/2010/main" val="37265409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xmlns="" id="{F2E067D0-6242-4883-AFBE-9EEB997CA2EB}"/>
              </a:ext>
            </a:extLst>
          </p:cNvPr>
          <p:cNvSpPr>
            <a:spLocks noGrp="1"/>
          </p:cNvSpPr>
          <p:nvPr>
            <p:ph idx="1"/>
            <p:custDataLst>
              <p:tags r:id="rId2"/>
            </p:custDataLst>
          </p:nvPr>
        </p:nvSpPr>
        <p:spPr>
          <a:xfrm>
            <a:off x="838200" y="1157288"/>
            <a:ext cx="7338869" cy="5019675"/>
          </a:xfrm>
        </p:spPr>
        <p:txBody>
          <a:bodyPr/>
          <a:lstStyle/>
          <a:p>
            <a:pPr marL="457200" indent="-457200" algn="just">
              <a:lnSpc>
                <a:spcPct val="150000"/>
              </a:lnSpc>
              <a:buFont typeface="+mj-lt"/>
              <a:buAutoNum type="arabicPeriod" startAt="6"/>
            </a:pPr>
            <a:r>
              <a:rPr lang="en-US" u="sng" dirty="0"/>
              <a:t>To create a new item or to update an existing upload item</a:t>
            </a:r>
            <a:r>
              <a:rPr lang="en-US" dirty="0"/>
              <a:t>:</a:t>
            </a:r>
          </a:p>
          <a:p>
            <a:pPr marL="0" indent="0" algn="just">
              <a:lnSpc>
                <a:spcPct val="150000"/>
              </a:lnSpc>
              <a:buNone/>
            </a:pPr>
            <a:r>
              <a:rPr lang="fr-CA" dirty="0"/>
              <a:t>	</a:t>
            </a:r>
            <a:r>
              <a:rPr lang="fr-CA" dirty="0">
                <a:solidFill>
                  <a:schemeClr val="accent2"/>
                </a:solidFill>
              </a:rPr>
              <a:t>6.1</a:t>
            </a:r>
            <a:r>
              <a:rPr lang="fr-CA" dirty="0"/>
              <a:t> </a:t>
            </a:r>
            <a:r>
              <a:rPr lang="fr-CA" b="1" dirty="0"/>
              <a:t>If the item </a:t>
            </a:r>
            <a:r>
              <a:rPr lang="fr-CA" b="1" dirty="0" err="1"/>
              <a:t>does</a:t>
            </a:r>
            <a:r>
              <a:rPr lang="fr-CA" b="1" dirty="0"/>
              <a:t> not </a:t>
            </a:r>
            <a:r>
              <a:rPr lang="fr-CA" b="1" dirty="0" err="1"/>
              <a:t>exist</a:t>
            </a:r>
            <a:r>
              <a:rPr lang="fr-CA" b="1" dirty="0"/>
              <a:t>:</a:t>
            </a:r>
          </a:p>
          <a:p>
            <a:pPr marL="0" indent="0" algn="just">
              <a:lnSpc>
                <a:spcPct val="150000"/>
              </a:lnSpc>
              <a:buNone/>
            </a:pPr>
            <a:r>
              <a:rPr lang="fr-CA" b="1" dirty="0"/>
              <a:t>		</a:t>
            </a:r>
            <a:r>
              <a:rPr lang="fr-CA" dirty="0">
                <a:solidFill>
                  <a:schemeClr val="accent2"/>
                </a:solidFill>
              </a:rPr>
              <a:t> 6.1.1 </a:t>
            </a:r>
            <a:r>
              <a:rPr lang="fr-CA" dirty="0"/>
              <a:t>Click on </a:t>
            </a:r>
            <a:r>
              <a:rPr lang="fr-CA" dirty="0" err="1"/>
              <a:t>Create</a:t>
            </a:r>
            <a:r>
              <a:rPr lang="fr-CA" dirty="0"/>
              <a:t> at the </a:t>
            </a:r>
            <a:r>
              <a:rPr lang="fr-CA" dirty="0" err="1"/>
              <a:t>bottom</a:t>
            </a:r>
            <a:r>
              <a:rPr lang="fr-CA" dirty="0"/>
              <a:t> right 		of </a:t>
            </a:r>
            <a:r>
              <a:rPr lang="fr-CA" dirty="0" err="1"/>
              <a:t>your</a:t>
            </a:r>
            <a:r>
              <a:rPr lang="fr-CA" dirty="0"/>
              <a:t> screen.</a:t>
            </a:r>
          </a:p>
          <a:p>
            <a:pPr marL="0" indent="0" algn="just">
              <a:lnSpc>
                <a:spcPct val="150000"/>
              </a:lnSpc>
              <a:buNone/>
            </a:pPr>
            <a:r>
              <a:rPr lang="fr-CA" dirty="0"/>
              <a:t>		</a:t>
            </a:r>
            <a:r>
              <a:rPr lang="fr-CA" dirty="0">
                <a:solidFill>
                  <a:schemeClr val="accent2"/>
                </a:solidFill>
              </a:rPr>
              <a:t>6.1.2 </a:t>
            </a:r>
            <a:r>
              <a:rPr lang="fr-CA" dirty="0" err="1"/>
              <a:t>From</a:t>
            </a:r>
            <a:r>
              <a:rPr lang="fr-CA" dirty="0"/>
              <a:t> the new </a:t>
            </a:r>
            <a:r>
              <a:rPr lang="fr-CA" dirty="0" err="1"/>
              <a:t>window</a:t>
            </a:r>
            <a:r>
              <a:rPr lang="fr-CA" dirty="0"/>
              <a:t>, enter the 		Item. </a:t>
            </a:r>
          </a:p>
          <a:p>
            <a:pPr marL="0" indent="0" algn="just">
              <a:lnSpc>
                <a:spcPct val="150000"/>
              </a:lnSpc>
              <a:buNone/>
            </a:pPr>
            <a:r>
              <a:rPr lang="fr-CA" dirty="0"/>
              <a:t>		</a:t>
            </a:r>
            <a:r>
              <a:rPr lang="fr-CA" dirty="0">
                <a:solidFill>
                  <a:schemeClr val="accent2"/>
                </a:solidFill>
              </a:rPr>
              <a:t>6.1.3</a:t>
            </a:r>
            <a:r>
              <a:rPr lang="fr-CA" dirty="0"/>
              <a:t> Click on Continue.</a:t>
            </a:r>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en-US" dirty="0"/>
          </a:p>
          <a:p>
            <a:pPr marL="0" indent="0" algn="just">
              <a:lnSpc>
                <a:spcPct val="150000"/>
              </a:lnSpc>
              <a:buNone/>
            </a:pPr>
            <a:endParaRPr lang="en-CA" dirty="0"/>
          </a:p>
        </p:txBody>
      </p:sp>
      <p:grpSp>
        <p:nvGrpSpPr>
          <p:cNvPr id="11" name="Group 10">
            <a:extLst>
              <a:ext uri="{FF2B5EF4-FFF2-40B4-BE49-F238E27FC236}">
                <a16:creationId xmlns:a16="http://schemas.microsoft.com/office/drawing/2014/main" xmlns="" id="{F94870BD-EAE8-4C3C-8B6B-A6F4759D8FB5}"/>
              </a:ext>
            </a:extLst>
          </p:cNvPr>
          <p:cNvGrpSpPr/>
          <p:nvPr>
            <p:custDataLst>
              <p:tags r:id="rId3"/>
            </p:custDataLst>
          </p:nvPr>
        </p:nvGrpSpPr>
        <p:grpSpPr>
          <a:xfrm>
            <a:off x="8470034" y="1300163"/>
            <a:ext cx="3176731" cy="4876800"/>
            <a:chOff x="4507634" y="0"/>
            <a:chExt cx="3176731" cy="4876800"/>
          </a:xfrm>
        </p:grpSpPr>
        <p:pic>
          <p:nvPicPr>
            <p:cNvPr id="8" name="Picture 7">
              <a:extLst>
                <a:ext uri="{FF2B5EF4-FFF2-40B4-BE49-F238E27FC236}">
                  <a16:creationId xmlns:a16="http://schemas.microsoft.com/office/drawing/2014/main" xmlns="" id="{23EAED32-CBFA-41D5-8DD9-7DC924ADCAC7}"/>
                </a:ext>
              </a:extLst>
            </p:cNvPr>
            <p:cNvPicPr>
              <a:picLocks noChangeAspect="1"/>
            </p:cNvPicPr>
            <p:nvPr/>
          </p:nvPicPr>
          <p:blipFill rotWithShape="1">
            <a:blip r:embed="rId5"/>
            <a:srcRect b="55556"/>
            <a:stretch/>
          </p:blipFill>
          <p:spPr>
            <a:xfrm>
              <a:off x="4507634" y="0"/>
              <a:ext cx="3176731" cy="3048000"/>
            </a:xfrm>
            <a:prstGeom prst="rect">
              <a:avLst/>
            </a:prstGeom>
          </p:spPr>
        </p:pic>
        <p:pic>
          <p:nvPicPr>
            <p:cNvPr id="10" name="Picture 9">
              <a:extLst>
                <a:ext uri="{FF2B5EF4-FFF2-40B4-BE49-F238E27FC236}">
                  <a16:creationId xmlns:a16="http://schemas.microsoft.com/office/drawing/2014/main" xmlns="" id="{5A5B10F1-24BB-4B5A-931A-DB123E6A371B}"/>
                </a:ext>
              </a:extLst>
            </p:cNvPr>
            <p:cNvPicPr>
              <a:picLocks noChangeAspect="1"/>
            </p:cNvPicPr>
            <p:nvPr/>
          </p:nvPicPr>
          <p:blipFill rotWithShape="1">
            <a:blip r:embed="rId5"/>
            <a:srcRect t="64722"/>
            <a:stretch/>
          </p:blipFill>
          <p:spPr>
            <a:xfrm>
              <a:off x="4507634" y="2457450"/>
              <a:ext cx="3176731" cy="2419350"/>
            </a:xfrm>
            <a:prstGeom prst="rect">
              <a:avLst/>
            </a:prstGeom>
          </p:spPr>
        </p:pic>
      </p:grpSp>
    </p:spTree>
    <p:extLst>
      <p:ext uri="{BB962C8B-B14F-4D97-AF65-F5344CB8AC3E}">
        <p14:creationId xmlns:p14="http://schemas.microsoft.com/office/powerpoint/2010/main" val="1185066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xmlns="" id="{F2E067D0-6242-4883-AFBE-9EEB997CA2EB}"/>
              </a:ext>
            </a:extLst>
          </p:cNvPr>
          <p:cNvSpPr>
            <a:spLocks noGrp="1"/>
          </p:cNvSpPr>
          <p:nvPr>
            <p:ph idx="1"/>
            <p:custDataLst>
              <p:tags r:id="rId2"/>
            </p:custDataLst>
          </p:nvPr>
        </p:nvSpPr>
        <p:spPr>
          <a:xfrm>
            <a:off x="838200" y="1157288"/>
            <a:ext cx="10515600" cy="5019675"/>
          </a:xfrm>
        </p:spPr>
        <p:txBody>
          <a:bodyPr/>
          <a:lstStyle/>
          <a:p>
            <a:pPr marL="457200" indent="-457200">
              <a:lnSpc>
                <a:spcPct val="150000"/>
              </a:lnSpc>
              <a:buFont typeface="+mj-lt"/>
              <a:buAutoNum type="arabicPeriod" startAt="6"/>
            </a:pPr>
            <a:r>
              <a:rPr lang="en-US" dirty="0"/>
              <a:t>(Continued) </a:t>
            </a:r>
            <a:r>
              <a:rPr lang="en-US" u="sng" dirty="0"/>
              <a:t>To create a new item or to update an existing upload item</a:t>
            </a:r>
            <a:r>
              <a:rPr lang="en-US" dirty="0"/>
              <a:t>:</a:t>
            </a:r>
          </a:p>
          <a:p>
            <a:pPr marL="0" indent="0">
              <a:lnSpc>
                <a:spcPct val="150000"/>
              </a:lnSpc>
              <a:buNone/>
            </a:pPr>
            <a:r>
              <a:rPr lang="fr-CA" dirty="0"/>
              <a:t>	</a:t>
            </a:r>
            <a:r>
              <a:rPr lang="fr-CA" dirty="0">
                <a:solidFill>
                  <a:schemeClr val="accent2"/>
                </a:solidFill>
              </a:rPr>
              <a:t>6.2</a:t>
            </a:r>
            <a:r>
              <a:rPr lang="fr-CA" dirty="0"/>
              <a:t> </a:t>
            </a:r>
            <a:r>
              <a:rPr lang="fr-CA" b="1" dirty="0"/>
              <a:t>If an </a:t>
            </a:r>
            <a:r>
              <a:rPr lang="fr-CA" b="1" dirty="0" err="1"/>
              <a:t>upload</a:t>
            </a:r>
            <a:r>
              <a:rPr lang="fr-CA" b="1" dirty="0"/>
              <a:t> item </a:t>
            </a:r>
            <a:r>
              <a:rPr lang="fr-CA" b="1" dirty="0" err="1"/>
              <a:t>exists</a:t>
            </a:r>
            <a:r>
              <a:rPr lang="fr-CA" b="1" dirty="0"/>
              <a:t>:</a:t>
            </a:r>
          </a:p>
          <a:p>
            <a:pPr marL="0" indent="0">
              <a:lnSpc>
                <a:spcPct val="150000"/>
              </a:lnSpc>
              <a:buNone/>
            </a:pPr>
            <a:r>
              <a:rPr lang="fr-CA" b="1" dirty="0"/>
              <a:t>		</a:t>
            </a:r>
            <a:r>
              <a:rPr lang="fr-CA" dirty="0">
                <a:solidFill>
                  <a:schemeClr val="accent2"/>
                </a:solidFill>
              </a:rPr>
              <a:t>6.2.1 </a:t>
            </a:r>
            <a:r>
              <a:rPr lang="fr-CA" dirty="0" err="1"/>
              <a:t>Perform</a:t>
            </a:r>
            <a:r>
              <a:rPr lang="fr-CA" dirty="0"/>
              <a:t> a </a:t>
            </a:r>
            <a:r>
              <a:rPr lang="fr-CA" dirty="0" err="1"/>
              <a:t>search</a:t>
            </a:r>
            <a:r>
              <a:rPr lang="fr-CA" dirty="0"/>
              <a:t> to </a:t>
            </a:r>
            <a:r>
              <a:rPr lang="fr-CA" dirty="0" err="1"/>
              <a:t>retrieve</a:t>
            </a:r>
            <a:r>
              <a:rPr lang="fr-CA" dirty="0"/>
              <a:t> the item to </a:t>
            </a:r>
            <a:r>
              <a:rPr lang="fr-CA" dirty="0" err="1"/>
              <a:t>be</a:t>
            </a:r>
            <a:r>
              <a:rPr lang="fr-CA" dirty="0"/>
              <a:t> </a:t>
            </a:r>
            <a:r>
              <a:rPr lang="fr-CA" dirty="0" err="1"/>
              <a:t>updated</a:t>
            </a:r>
            <a:r>
              <a:rPr lang="fr-CA" dirty="0"/>
              <a:t>,</a:t>
            </a:r>
          </a:p>
          <a:p>
            <a:pPr marL="0" indent="0">
              <a:lnSpc>
                <a:spcPct val="150000"/>
              </a:lnSpc>
              <a:buNone/>
            </a:pPr>
            <a:r>
              <a:rPr lang="fr-CA" dirty="0"/>
              <a:t>		</a:t>
            </a:r>
            <a:r>
              <a:rPr lang="fr-CA" dirty="0">
                <a:solidFill>
                  <a:schemeClr val="accent2"/>
                </a:solidFill>
              </a:rPr>
              <a:t>6.2.2</a:t>
            </a:r>
            <a:r>
              <a:rPr lang="fr-CA" dirty="0"/>
              <a:t> Click on </a:t>
            </a:r>
            <a:r>
              <a:rPr lang="fr-CA" dirty="0" err="1"/>
              <a:t>View</a:t>
            </a:r>
            <a:r>
              <a:rPr lang="fr-CA" dirty="0"/>
              <a:t> Record Details. </a:t>
            </a:r>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grpSp>
        <p:nvGrpSpPr>
          <p:cNvPr id="8" name="Group 7">
            <a:extLst>
              <a:ext uri="{FF2B5EF4-FFF2-40B4-BE49-F238E27FC236}">
                <a16:creationId xmlns:a16="http://schemas.microsoft.com/office/drawing/2014/main" xmlns="" id="{4FAE9569-24CC-4950-B625-68D9FB63E7CF}"/>
              </a:ext>
            </a:extLst>
          </p:cNvPr>
          <p:cNvGrpSpPr/>
          <p:nvPr>
            <p:custDataLst>
              <p:tags r:id="rId3"/>
            </p:custDataLst>
          </p:nvPr>
        </p:nvGrpSpPr>
        <p:grpSpPr>
          <a:xfrm>
            <a:off x="571500" y="3803133"/>
            <a:ext cx="10782300" cy="2580204"/>
            <a:chOff x="666750" y="3832225"/>
            <a:chExt cx="12192000" cy="2699266"/>
          </a:xfrm>
        </p:grpSpPr>
        <p:pic>
          <p:nvPicPr>
            <p:cNvPr id="4" name="Picture 3">
              <a:extLst>
                <a:ext uri="{FF2B5EF4-FFF2-40B4-BE49-F238E27FC236}">
                  <a16:creationId xmlns:a16="http://schemas.microsoft.com/office/drawing/2014/main" xmlns="" id="{1A4ED8FE-EFD6-4BF9-A49C-1B5263E53B9A}"/>
                </a:ext>
              </a:extLst>
            </p:cNvPr>
            <p:cNvPicPr>
              <a:picLocks noChangeAspect="1"/>
            </p:cNvPicPr>
            <p:nvPr/>
          </p:nvPicPr>
          <p:blipFill rotWithShape="1">
            <a:blip r:embed="rId6"/>
            <a:srcRect t="72437"/>
            <a:stretch/>
          </p:blipFill>
          <p:spPr>
            <a:xfrm>
              <a:off x="666750" y="4869933"/>
              <a:ext cx="12192000" cy="1661558"/>
            </a:xfrm>
            <a:prstGeom prst="rect">
              <a:avLst/>
            </a:prstGeom>
          </p:spPr>
        </p:pic>
        <p:pic>
          <p:nvPicPr>
            <p:cNvPr id="5" name="Picture 4">
              <a:extLst>
                <a:ext uri="{FF2B5EF4-FFF2-40B4-BE49-F238E27FC236}">
                  <a16:creationId xmlns:a16="http://schemas.microsoft.com/office/drawing/2014/main" xmlns="" id="{9A4E3BCC-CA5F-4613-9948-47FBF3FA1753}"/>
                </a:ext>
              </a:extLst>
            </p:cNvPr>
            <p:cNvPicPr>
              <a:picLocks noChangeAspect="1"/>
            </p:cNvPicPr>
            <p:nvPr/>
          </p:nvPicPr>
          <p:blipFill rotWithShape="1">
            <a:blip r:embed="rId6"/>
            <a:srcRect b="82988"/>
            <a:stretch/>
          </p:blipFill>
          <p:spPr>
            <a:xfrm>
              <a:off x="666750" y="3832225"/>
              <a:ext cx="12192000" cy="1025525"/>
            </a:xfrm>
            <a:prstGeom prst="rect">
              <a:avLst/>
            </a:prstGeom>
          </p:spPr>
        </p:pic>
      </p:grpSp>
    </p:spTree>
    <p:extLst>
      <p:ext uri="{BB962C8B-B14F-4D97-AF65-F5344CB8AC3E}">
        <p14:creationId xmlns:p14="http://schemas.microsoft.com/office/powerpoint/2010/main" val="26190188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xmlns="" id="{F2E067D0-6242-4883-AFBE-9EEB997CA2EB}"/>
              </a:ext>
            </a:extLst>
          </p:cNvPr>
          <p:cNvSpPr>
            <a:spLocks noGrp="1"/>
          </p:cNvSpPr>
          <p:nvPr>
            <p:ph idx="1"/>
            <p:custDataLst>
              <p:tags r:id="rId2"/>
            </p:custDataLst>
          </p:nvPr>
        </p:nvSpPr>
        <p:spPr>
          <a:xfrm>
            <a:off x="838200" y="1157288"/>
            <a:ext cx="10515600" cy="5019675"/>
          </a:xfrm>
        </p:spPr>
        <p:txBody>
          <a:bodyPr/>
          <a:lstStyle/>
          <a:p>
            <a:pPr marL="457200" indent="-457200" algn="just">
              <a:lnSpc>
                <a:spcPct val="150000"/>
              </a:lnSpc>
              <a:buFont typeface="+mj-lt"/>
              <a:buAutoNum type="arabicPeriod" startAt="7"/>
            </a:pPr>
            <a:r>
              <a:rPr lang="en-US" dirty="0"/>
              <a:t>From the new window, </a:t>
            </a:r>
            <a:r>
              <a:rPr lang="en-US" sz="2400" dirty="0"/>
              <a:t>the following sections can be completed (for new non-upload item) or updated (for </a:t>
            </a:r>
            <a:r>
              <a:rPr lang="en-US" dirty="0"/>
              <a:t>existing upload item)</a:t>
            </a:r>
            <a:r>
              <a:rPr lang="en-US" sz="2400" dirty="0"/>
              <a:t>: </a:t>
            </a:r>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en-US" dirty="0"/>
          </a:p>
          <a:p>
            <a:pPr marL="0" indent="0" algn="just">
              <a:lnSpc>
                <a:spcPct val="150000"/>
              </a:lnSpc>
              <a:buNone/>
            </a:pPr>
            <a:endParaRPr lang="en-CA" dirty="0"/>
          </a:p>
        </p:txBody>
      </p:sp>
      <p:sp>
        <p:nvSpPr>
          <p:cNvPr id="3" name="TextBox 2">
            <a:extLst>
              <a:ext uri="{FF2B5EF4-FFF2-40B4-BE49-F238E27FC236}">
                <a16:creationId xmlns:a16="http://schemas.microsoft.com/office/drawing/2014/main" xmlns="" id="{95C55ED1-86A4-4B07-92A3-BE00AF2634B6}"/>
              </a:ext>
            </a:extLst>
          </p:cNvPr>
          <p:cNvSpPr txBox="1"/>
          <p:nvPr>
            <p:custDataLst>
              <p:tags r:id="rId3"/>
            </p:custDataLst>
          </p:nvPr>
        </p:nvSpPr>
        <p:spPr>
          <a:xfrm>
            <a:off x="1276350" y="2362324"/>
            <a:ext cx="10515600" cy="3743269"/>
          </a:xfrm>
          <a:prstGeom prst="rect">
            <a:avLst/>
          </a:prstGeom>
          <a:noFill/>
        </p:spPr>
        <p:txBody>
          <a:bodyPr wrap="square" numCol="2">
            <a:spAutoFit/>
          </a:bodyPr>
          <a:lstStyle/>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rPr>
              <a:t> </a:t>
            </a:r>
            <a:r>
              <a:rPr lang="en-US" sz="2100" dirty="0">
                <a:solidFill>
                  <a:schemeClr val="tx1">
                    <a:lumMod val="50000"/>
                    <a:lumOff val="50000"/>
                  </a:schemeClr>
                </a:solidFill>
                <a:hlinkClick r:id="rId6" action="ppaction://hlinksldjump"/>
              </a:rPr>
              <a:t>General</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7" action="ppaction://hlinksldjump"/>
              </a:rPr>
              <a:t>Receiving</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8" action="ppaction://hlinksldjump"/>
              </a:rPr>
              <a:t>Default Input Settings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9" action="ppaction://hlinksldjump"/>
              </a:rPr>
              <a:t>UOM1</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0" action="ppaction://hlinksldjump"/>
              </a:rPr>
              <a:t>UOM 2 to 6 </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1" action="ppaction://hlinksldjump"/>
              </a:rPr>
              <a:t>UOMs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2" action="ppaction://hlinksldjump"/>
              </a:rPr>
              <a:t>Item Precautionary Statements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3" action="ppaction://hlinksldjump"/>
              </a:rPr>
              <a:t>Serial Tracking</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4" action="ppaction://hlinksldjump"/>
              </a:rPr>
              <a:t>Shipping</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5" action="ppaction://hlinksldjump"/>
              </a:rPr>
              <a:t>Cycle Counting </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6" action="ppaction://hlinksldjump"/>
              </a:rPr>
              <a:t>Hazardous Material Handling</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7" action="ppaction://hlinksldjump"/>
              </a:rPr>
              <a:t>Item Extended Description </a:t>
            </a:r>
            <a:endParaRPr lang="en-US" sz="2100" dirty="0">
              <a:solidFill>
                <a:schemeClr val="tx1">
                  <a:lumMod val="50000"/>
                  <a:lumOff val="50000"/>
                </a:schemeClr>
              </a:solidFill>
            </a:endParaRPr>
          </a:p>
        </p:txBody>
      </p:sp>
    </p:spTree>
    <p:extLst>
      <p:ext uri="{BB962C8B-B14F-4D97-AF65-F5344CB8AC3E}">
        <p14:creationId xmlns:p14="http://schemas.microsoft.com/office/powerpoint/2010/main" val="30706358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xmlns="" id="{F2E067D0-6242-4883-AFBE-9EEB997CA2EB}"/>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7"/>
            </a:pPr>
            <a:r>
              <a:rPr lang="en-US" sz="2100" dirty="0"/>
              <a:t>(Continued) Additional Note – </a:t>
            </a:r>
            <a:r>
              <a:rPr lang="en-US" sz="2100" b="1" dirty="0"/>
              <a:t>When dealing with an upload item</a:t>
            </a:r>
            <a:r>
              <a:rPr lang="en-US" sz="2100" dirty="0"/>
              <a:t>, the following fields are populated by the host to WMS and </a:t>
            </a:r>
            <a:r>
              <a:rPr lang="en-US" sz="2100" u="sng" dirty="0"/>
              <a:t>cannot be changed in WMS</a:t>
            </a:r>
            <a:r>
              <a:rPr lang="en-US" sz="2100" dirty="0"/>
              <a:t>: </a:t>
            </a:r>
          </a:p>
          <a:p>
            <a:pPr marL="0" indent="0" algn="just">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5" name="TextBox 4">
            <a:extLst>
              <a:ext uri="{FF2B5EF4-FFF2-40B4-BE49-F238E27FC236}">
                <a16:creationId xmlns:a16="http://schemas.microsoft.com/office/drawing/2014/main" xmlns="" id="{2C3082A4-341B-48D6-B90A-2F4978038FBB}"/>
              </a:ext>
            </a:extLst>
          </p:cNvPr>
          <p:cNvSpPr txBox="1"/>
          <p:nvPr>
            <p:custDataLst>
              <p:tags r:id="rId3"/>
            </p:custDataLst>
          </p:nvPr>
        </p:nvSpPr>
        <p:spPr>
          <a:xfrm>
            <a:off x="838200" y="3327572"/>
            <a:ext cx="10915650" cy="5909310"/>
          </a:xfrm>
          <a:prstGeom prst="rect">
            <a:avLst/>
          </a:prstGeom>
          <a:noFill/>
        </p:spPr>
        <p:txBody>
          <a:bodyPr wrap="square" numCol="2">
            <a:spAutoFit/>
          </a:bodyPr>
          <a:lstStyle/>
          <a:p>
            <a:pPr marL="342900" lvl="0" indent="-342900">
              <a:lnSpc>
                <a:spcPct val="120000"/>
              </a:lnSpc>
              <a:spcBef>
                <a:spcPts val="400"/>
              </a:spcBef>
              <a:buFont typeface="Wingdings" panose="05000000000000000000" pitchFamily="2" charset="2"/>
              <a:buChar char="Ø"/>
            </a:pPr>
            <a:r>
              <a:rPr lang="en-US" sz="2100" dirty="0">
                <a:solidFill>
                  <a:schemeClr val="tx1">
                    <a:lumMod val="50000"/>
                    <a:lumOff val="50000"/>
                  </a:schemeClr>
                </a:solidFill>
              </a:rPr>
              <a:t>Item ID</a:t>
            </a:r>
            <a:endParaRPr lang="en-CA"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Description 1 and Description </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Package Description 1 and Package Description 2</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UPC</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Stock Type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Upload</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Product Class</a:t>
            </a: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lvl="0">
              <a:lnSpc>
                <a:spcPct val="120000"/>
              </a:lnSpc>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Expiry Lead Time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UOM1</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GTIN1</a:t>
            </a:r>
            <a:endParaRPr lang="en-CA"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Lot Entry Required</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Default Expiry Date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Allow Only One Lot per Location </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Serial Number Required</a:t>
            </a:r>
            <a:endParaRPr lang="en-CA" sz="2100" dirty="0">
              <a:solidFill>
                <a:schemeClr val="tx1">
                  <a:lumMod val="50000"/>
                  <a:lumOff val="50000"/>
                </a:schemeClr>
              </a:solidFill>
            </a:endParaRPr>
          </a:p>
        </p:txBody>
      </p:sp>
      <p:pic>
        <p:nvPicPr>
          <p:cNvPr id="9" name="Picture 8">
            <a:extLst>
              <a:ext uri="{FF2B5EF4-FFF2-40B4-BE49-F238E27FC236}">
                <a16:creationId xmlns:a16="http://schemas.microsoft.com/office/drawing/2014/main" xmlns="" id="{BBBF1E5A-AF53-4042-8C8D-FC914CCBA4E8}"/>
              </a:ext>
            </a:extLst>
          </p:cNvPr>
          <p:cNvPicPr>
            <a:picLocks noChangeAspect="1"/>
          </p:cNvPicPr>
          <p:nvPr>
            <p:custDataLst>
              <p:tags r:id="rId4"/>
            </p:custDataLst>
          </p:nvPr>
        </p:nvPicPr>
        <p:blipFill>
          <a:blip r:embed="rId6"/>
          <a:stretch>
            <a:fillRect/>
          </a:stretch>
        </p:blipFill>
        <p:spPr>
          <a:xfrm>
            <a:off x="838200" y="2267777"/>
            <a:ext cx="10357862" cy="914770"/>
          </a:xfrm>
          <a:prstGeom prst="rect">
            <a:avLst/>
          </a:prstGeom>
        </p:spPr>
      </p:pic>
    </p:spTree>
    <p:extLst>
      <p:ext uri="{BB962C8B-B14F-4D97-AF65-F5344CB8AC3E}">
        <p14:creationId xmlns:p14="http://schemas.microsoft.com/office/powerpoint/2010/main" val="1110433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6E26611C-75A4-47C4-9BF7-9B4F6ABF75D5}"/>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en-US" sz="2100" dirty="0"/>
              <a:t>In the </a:t>
            </a:r>
            <a:r>
              <a:rPr lang="en-US" sz="2100" b="1" dirty="0"/>
              <a:t>General</a:t>
            </a:r>
            <a:r>
              <a:rPr lang="en-US" sz="2100" dirty="0"/>
              <a:t> section, enter the item configuration.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xmlns="" id="{FED1E9AB-0566-4B19-8201-F69E62E421F0}"/>
              </a:ext>
            </a:extLst>
          </p:cNvPr>
          <p:cNvPicPr>
            <a:picLocks noChangeAspect="1"/>
          </p:cNvPicPr>
          <p:nvPr>
            <p:custDataLst>
              <p:tags r:id="rId3"/>
            </p:custDataLst>
          </p:nvPr>
        </p:nvPicPr>
        <p:blipFill rotWithShape="1">
          <a:blip r:embed="rId5"/>
          <a:srcRect/>
          <a:stretch/>
        </p:blipFill>
        <p:spPr>
          <a:xfrm>
            <a:off x="838200" y="2090576"/>
            <a:ext cx="7480148" cy="4326099"/>
          </a:xfrm>
          <a:prstGeom prst="rect">
            <a:avLst/>
          </a:prstGeom>
        </p:spPr>
      </p:pic>
    </p:spTree>
    <p:extLst>
      <p:ext uri="{BB962C8B-B14F-4D97-AF65-F5344CB8AC3E}">
        <p14:creationId xmlns:p14="http://schemas.microsoft.com/office/powerpoint/2010/main" val="3086774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D1BE17C7-708B-4C46-AC04-6E85116E9719}"/>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graphicFrame>
        <p:nvGraphicFramePr>
          <p:cNvPr id="6" name="Table 5">
            <a:extLst>
              <a:ext uri="{FF2B5EF4-FFF2-40B4-BE49-F238E27FC236}">
                <a16:creationId xmlns:a16="http://schemas.microsoft.com/office/drawing/2014/main" xmlns="" id="{42A0FD68-D670-4902-A6A7-CA9F41114AFA}"/>
              </a:ext>
            </a:extLst>
          </p:cNvPr>
          <p:cNvGraphicFramePr>
            <a:graphicFrameLocks noGrp="1"/>
          </p:cNvGraphicFramePr>
          <p:nvPr>
            <p:custDataLst>
              <p:tags r:id="rId3"/>
            </p:custDataLst>
            <p:extLst>
              <p:ext uri="{D42A27DB-BD31-4B8C-83A1-F6EECF244321}">
                <p14:modId xmlns:p14="http://schemas.microsoft.com/office/powerpoint/2010/main" val="794536257"/>
              </p:ext>
            </p:extLst>
          </p:nvPr>
        </p:nvGraphicFramePr>
        <p:xfrm>
          <a:off x="442903" y="1826324"/>
          <a:ext cx="11306194" cy="4350639"/>
        </p:xfrm>
        <a:graphic>
          <a:graphicData uri="http://schemas.openxmlformats.org/drawingml/2006/table">
            <a:tbl>
              <a:tblPr firstRow="1" bandRow="1">
                <a:tableStyleId>{F5AB1C69-6EDB-4FF4-983F-18BD219EF322}</a:tableStyleId>
              </a:tblPr>
              <a:tblGrid>
                <a:gridCol w="2720228">
                  <a:extLst>
                    <a:ext uri="{9D8B030D-6E8A-4147-A177-3AD203B41FA5}">
                      <a16:colId xmlns:a16="http://schemas.microsoft.com/office/drawing/2014/main" xmlns="" val="3611636286"/>
                    </a:ext>
                  </a:extLst>
                </a:gridCol>
                <a:gridCol w="8585966">
                  <a:extLst>
                    <a:ext uri="{9D8B030D-6E8A-4147-A177-3AD203B41FA5}">
                      <a16:colId xmlns:a16="http://schemas.microsoft.com/office/drawing/2014/main" xmlns="" val="1392957211"/>
                    </a:ext>
                  </a:extLst>
                </a:gridCol>
              </a:tblGrid>
              <a:tr h="370840">
                <a:tc>
                  <a:txBody>
                    <a:bodyPr/>
                    <a:lstStyle/>
                    <a:p>
                      <a:r>
                        <a:rPr lang="fr-CA" sz="1700" dirty="0"/>
                        <a:t>Field</a:t>
                      </a:r>
                      <a:endParaRPr lang="en-CA" sz="1700" dirty="0"/>
                    </a:p>
                  </a:txBody>
                  <a:tcPr/>
                </a:tc>
                <a:tc>
                  <a:txBody>
                    <a:bodyPr/>
                    <a:lstStyle/>
                    <a:p>
                      <a:r>
                        <a:rPr lang="fr-CA" sz="1700" err="1"/>
                        <a:t>Explanation</a:t>
                      </a:r>
                      <a:endParaRPr lang="en-CA" sz="1700"/>
                    </a:p>
                  </a:txBody>
                  <a:tcPr/>
                </a:tc>
                <a:extLst>
                  <a:ext uri="{0D108BD9-81ED-4DB2-BD59-A6C34878D82A}">
                    <a16:rowId xmlns:a16="http://schemas.microsoft.com/office/drawing/2014/main" xmlns="" val="2076139349"/>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Description 1 &amp; 2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l" fontAlgn="b">
                        <a:lnSpc>
                          <a:spcPct val="90000"/>
                        </a:lnSpc>
                      </a:pPr>
                      <a:r>
                        <a:rPr lang="en-US" sz="1800" kern="1200" dirty="0">
                          <a:solidFill>
                            <a:schemeClr val="tx1">
                              <a:lumMod val="50000"/>
                              <a:lumOff val="50000"/>
                            </a:schemeClr>
                          </a:solidFill>
                          <a:latin typeface="+mn-lt"/>
                          <a:ea typeface="+mn-ea"/>
                          <a:cs typeface="+mn-cs"/>
                        </a:rPr>
                        <a:t> The description of the item for language 1 &amp; 2 users.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62901116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Package Description 1 &amp; 2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 A description of the package code for the item for language 1 &amp; 2 users. This field is often used to capture the pack/size of an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4076287684"/>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Returnable to Stock</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Indicates whether the item is considered returnable to stock when being processed through the Express Returns resource. </a:t>
                      </a:r>
                      <a:endParaRPr lang="en-US" sz="1800" kern="1200" dirty="0">
                        <a:solidFill>
                          <a:schemeClr val="tx1">
                            <a:lumMod val="50000"/>
                            <a:lumOff val="50000"/>
                          </a:schemeClr>
                        </a:solidFill>
                        <a:effectLst/>
                        <a:latin typeface="+mn-lt"/>
                        <a:ea typeface="+mn-ea"/>
                        <a:cs typeface="+mn-cs"/>
                      </a:endParaRPr>
                    </a:p>
                    <a:p>
                      <a:pPr marL="285750" indent="-285750" algn="just" fontAlgn="b">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the storage rule assigned to the item will be used to find a storage location for the returned quantity.</a:t>
                      </a:r>
                      <a:endParaRPr lang="en-CA" sz="1800" kern="1200" dirty="0">
                        <a:solidFill>
                          <a:schemeClr val="tx1">
                            <a:lumMod val="50000"/>
                            <a:lumOff val="50000"/>
                          </a:schemeClr>
                        </a:solidFill>
                        <a:latin typeface="+mn-lt"/>
                        <a:ea typeface="+mn-ea"/>
                        <a:cs typeface="+mn-cs"/>
                      </a:endParaRPr>
                    </a:p>
                    <a:p>
                      <a:pPr marL="285750" indent="-285750" algn="just" fontAlgn="b">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the item's storage rule will not be used during the Release action when processed through the Express Returns resource for the returned quantity. The storage location will be extracted from the Non-Returnable to Stock Disposal Location field in the Warehouse Options resource, if applicable. Also, the non-returnable to stock hold code will be applied to the inventory from the Warehouse Options resource, if applicable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336022824"/>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Pallet Required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determines whether a pallet is required for the storage of any quantity of the item, so the volumetric calculations should always be based on the Load UOM.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91582263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Allow </a:t>
                      </a:r>
                      <a:r>
                        <a:rPr lang="en-US" sz="1800" kern="1200" dirty="0" err="1">
                          <a:solidFill>
                            <a:schemeClr val="tx1">
                              <a:lumMod val="50000"/>
                              <a:lumOff val="50000"/>
                            </a:schemeClr>
                          </a:solidFill>
                          <a:latin typeface="+mn-lt"/>
                          <a:ea typeface="+mn-ea"/>
                          <a:cs typeface="+mn-cs"/>
                        </a:rPr>
                        <a:t>Overpick</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 Indicates if picking more than the ordered quantity of the line item is allowed.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071974661"/>
                  </a:ext>
                </a:extLst>
              </a:tr>
            </a:tbl>
          </a:graphicData>
        </a:graphic>
      </p:graphicFrame>
    </p:spTree>
    <p:extLst>
      <p:ext uri="{BB962C8B-B14F-4D97-AF65-F5344CB8AC3E}">
        <p14:creationId xmlns:p14="http://schemas.microsoft.com/office/powerpoint/2010/main" val="38485927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D1BE17C7-708B-4C46-AC04-6E85116E9719}"/>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graphicFrame>
        <p:nvGraphicFramePr>
          <p:cNvPr id="6" name="Table 5">
            <a:extLst>
              <a:ext uri="{FF2B5EF4-FFF2-40B4-BE49-F238E27FC236}">
                <a16:creationId xmlns:a16="http://schemas.microsoft.com/office/drawing/2014/main" xmlns="" id="{42A0FD68-D670-4902-A6A7-CA9F41114AFA}"/>
              </a:ext>
            </a:extLst>
          </p:cNvPr>
          <p:cNvGraphicFramePr>
            <a:graphicFrameLocks noGrp="1"/>
          </p:cNvGraphicFramePr>
          <p:nvPr>
            <p:custDataLst>
              <p:tags r:id="rId3"/>
            </p:custDataLst>
            <p:extLst>
              <p:ext uri="{D42A27DB-BD31-4B8C-83A1-F6EECF244321}">
                <p14:modId xmlns:p14="http://schemas.microsoft.com/office/powerpoint/2010/main" val="3653898285"/>
              </p:ext>
            </p:extLst>
          </p:nvPr>
        </p:nvGraphicFramePr>
        <p:xfrm>
          <a:off x="466706" y="1776413"/>
          <a:ext cx="11306194" cy="4502150"/>
        </p:xfrm>
        <a:graphic>
          <a:graphicData uri="http://schemas.openxmlformats.org/drawingml/2006/table">
            <a:tbl>
              <a:tblPr firstRow="1" bandRow="1">
                <a:tableStyleId>{F5AB1C69-6EDB-4FF4-983F-18BD219EF322}</a:tableStyleId>
              </a:tblPr>
              <a:tblGrid>
                <a:gridCol w="2448197">
                  <a:extLst>
                    <a:ext uri="{9D8B030D-6E8A-4147-A177-3AD203B41FA5}">
                      <a16:colId xmlns:a16="http://schemas.microsoft.com/office/drawing/2014/main" xmlns="" val="3611636286"/>
                    </a:ext>
                  </a:extLst>
                </a:gridCol>
                <a:gridCol w="8857997">
                  <a:extLst>
                    <a:ext uri="{9D8B030D-6E8A-4147-A177-3AD203B41FA5}">
                      <a16:colId xmlns:a16="http://schemas.microsoft.com/office/drawing/2014/main" xmlns="" val="1392957211"/>
                    </a:ext>
                  </a:extLst>
                </a:gridCol>
              </a:tblGrid>
              <a:tr h="370840">
                <a:tc>
                  <a:txBody>
                    <a:bodyPr/>
                    <a:lstStyle/>
                    <a:p>
                      <a:r>
                        <a:rPr lang="fr-CA" sz="1800" dirty="0"/>
                        <a:t>Field</a:t>
                      </a:r>
                      <a:endParaRPr lang="en-CA" sz="1800" dirty="0"/>
                    </a:p>
                  </a:txBody>
                  <a:tcPr/>
                </a:tc>
                <a:tc>
                  <a:txBody>
                    <a:bodyPr/>
                    <a:lstStyle/>
                    <a:p>
                      <a:r>
                        <a:rPr lang="fr-CA" sz="1800" err="1"/>
                        <a:t>Explanation</a:t>
                      </a:r>
                      <a:endParaRPr lang="en-CA" sz="1800"/>
                    </a:p>
                  </a:txBody>
                  <a:tcPr/>
                </a:tc>
                <a:extLst>
                  <a:ext uri="{0D108BD9-81ED-4DB2-BD59-A6C34878D82A}">
                    <a16:rowId xmlns:a16="http://schemas.microsoft.com/office/drawing/2014/main" xmlns="" val="2076139349"/>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Tolerance Item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indicates if tolerance picking is applicable to the item/package code for any product that does not consistently have a uniform quantity associated with some or all its units of measures.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32173227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Tolerance Percentage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acceptable variance allowed while over-picking product for an order.</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87525837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FIFO Window</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Number of days which is considered equal in terms of FIFO. Used with FIFO Window Search Path to find inventory which is older than the TAG found by this many days.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759374969"/>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Allow Use of FFP Location</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determines if Floating Forward Pick (FFP) locations will be used for this item. Used with order planning to see if a FFP can be used or not.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4250576357"/>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Maximum Stack Count</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maximum number of loads, as defined by the Load UOM, that can be stacked vertically in a location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54754923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Inventory Class</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An inventory category that may be used to generate planned cycle counts. This concept is used to slot warehouse families together within the facility for reasons to do with weight, stack ability, fragility, hazardous needs, security, and so on. This field is manually maintained and serves as a memo field for cycle counting or reporting purposes only.</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10504262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Pallet Stack Pattern</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user-defined TI-HI pattern to be followed when stacking cartons of this item/package code onto a pallet.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136174521"/>
                  </a:ext>
                </a:extLst>
              </a:tr>
            </a:tbl>
          </a:graphicData>
        </a:graphic>
      </p:graphicFrame>
    </p:spTree>
    <p:extLst>
      <p:ext uri="{BB962C8B-B14F-4D97-AF65-F5344CB8AC3E}">
        <p14:creationId xmlns:p14="http://schemas.microsoft.com/office/powerpoint/2010/main" val="16389321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6EE77220-1481-4935-9129-7324E201AFD4}"/>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9"/>
            </a:pPr>
            <a:r>
              <a:rPr lang="en-US" sz="2100" dirty="0"/>
              <a:t>Enter the item configuration for the following fields.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xmlns="" id="{E76C6464-E105-4C48-9362-17B6212AB680}"/>
              </a:ext>
            </a:extLst>
          </p:cNvPr>
          <p:cNvPicPr>
            <a:picLocks noChangeAspect="1"/>
          </p:cNvPicPr>
          <p:nvPr>
            <p:custDataLst>
              <p:tags r:id="rId3"/>
            </p:custDataLst>
          </p:nvPr>
        </p:nvPicPr>
        <p:blipFill>
          <a:blip r:embed="rId5"/>
          <a:stretch>
            <a:fillRect/>
          </a:stretch>
        </p:blipFill>
        <p:spPr>
          <a:xfrm>
            <a:off x="517928" y="2264008"/>
            <a:ext cx="7333594" cy="3470042"/>
          </a:xfrm>
          <a:prstGeom prst="rect">
            <a:avLst/>
          </a:prstGeom>
        </p:spPr>
      </p:pic>
    </p:spTree>
    <p:extLst>
      <p:ext uri="{BB962C8B-B14F-4D97-AF65-F5344CB8AC3E}">
        <p14:creationId xmlns:p14="http://schemas.microsoft.com/office/powerpoint/2010/main" val="13765347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01A86FC0-23EF-4270-9F88-84DFC2D3DD1B}"/>
              </a:ext>
            </a:extLst>
          </p:cNvPr>
          <p:cNvGraphicFramePr>
            <a:graphicFrameLocks noGrp="1"/>
          </p:cNvGraphicFramePr>
          <p:nvPr>
            <p:custDataLst>
              <p:tags r:id="rId2"/>
            </p:custDataLst>
            <p:extLst>
              <p:ext uri="{D42A27DB-BD31-4B8C-83A1-F6EECF244321}">
                <p14:modId xmlns:p14="http://schemas.microsoft.com/office/powerpoint/2010/main" val="1776064924"/>
              </p:ext>
            </p:extLst>
          </p:nvPr>
        </p:nvGraphicFramePr>
        <p:xfrm>
          <a:off x="500053" y="2415825"/>
          <a:ext cx="11191894" cy="2869311"/>
        </p:xfrm>
        <a:graphic>
          <a:graphicData uri="http://schemas.openxmlformats.org/drawingml/2006/table">
            <a:tbl>
              <a:tblPr firstRow="1" bandRow="1">
                <a:tableStyleId>{F5AB1C69-6EDB-4FF4-983F-18BD219EF322}</a:tableStyleId>
              </a:tblPr>
              <a:tblGrid>
                <a:gridCol w="1647844">
                  <a:extLst>
                    <a:ext uri="{9D8B030D-6E8A-4147-A177-3AD203B41FA5}">
                      <a16:colId xmlns:a16="http://schemas.microsoft.com/office/drawing/2014/main" xmlns="" val="3611636286"/>
                    </a:ext>
                  </a:extLst>
                </a:gridCol>
                <a:gridCol w="9544050">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Shelf Life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shelf life of lot-controlled items in number of days. Used to calculate the default expiration date for receipts of the item/package code. For non-lot-controlled items, the system will set this value to 99999 days.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629011165"/>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Expiry Lead Time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days which are required before stock expires and is no longer available for picking and shipping.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85102177"/>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Owner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owner of the item used for billing purposes when referencing this item in the </a:t>
                      </a:r>
                      <a:r>
                        <a:rPr lang="en-US" sz="1800" kern="1200" dirty="0" err="1">
                          <a:solidFill>
                            <a:schemeClr val="tx1">
                              <a:lumMod val="50000"/>
                              <a:lumOff val="50000"/>
                            </a:schemeClr>
                          </a:solidFill>
                          <a:latin typeface="+mn-lt"/>
                          <a:ea typeface="+mn-ea"/>
                          <a:cs typeface="+mn-cs"/>
                        </a:rPr>
                        <a:t>EliteSeries</a:t>
                      </a:r>
                      <a:r>
                        <a:rPr lang="en-US" sz="1800" kern="1200" dirty="0">
                          <a:solidFill>
                            <a:schemeClr val="tx1">
                              <a:lumMod val="50000"/>
                              <a:lumOff val="50000"/>
                            </a:schemeClr>
                          </a:solidFill>
                          <a:latin typeface="+mn-lt"/>
                          <a:ea typeface="+mn-ea"/>
                          <a:cs typeface="+mn-cs"/>
                        </a:rPr>
                        <a:t> Billing Management System (BMS).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4076287684"/>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UPC</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Universal Product Code for this item.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336022824"/>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NDC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National Drug Code for the item.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915822635"/>
                  </a:ext>
                </a:extLst>
              </a:tr>
            </a:tbl>
          </a:graphicData>
        </a:graphic>
      </p:graphicFrame>
      <p:sp>
        <p:nvSpPr>
          <p:cNvPr id="8" name="Content Placeholder 2">
            <a:extLst>
              <a:ext uri="{FF2B5EF4-FFF2-40B4-BE49-F238E27FC236}">
                <a16:creationId xmlns:a16="http://schemas.microsoft.com/office/drawing/2014/main" xmlns="" id="{48028776-067A-4569-8A4C-2E0E17DC9059}"/>
              </a:ext>
            </a:extLst>
          </p:cNvPr>
          <p:cNvSpPr>
            <a:spLocks noGrp="1"/>
          </p:cNvSpPr>
          <p:nvPr>
            <p:ph idx="1"/>
            <p:custDataLst>
              <p:tags r:id="rId3"/>
            </p:custDataLst>
          </p:nvPr>
        </p:nvSpPr>
        <p:spPr>
          <a:xfrm>
            <a:off x="838200" y="1524000"/>
            <a:ext cx="10515600" cy="4652963"/>
          </a:xfrm>
        </p:spPr>
        <p:txBody>
          <a:bodyPr/>
          <a:lstStyle/>
          <a:p>
            <a:pPr marL="457200" indent="-457200" algn="just">
              <a:lnSpc>
                <a:spcPct val="150000"/>
              </a:lnSpc>
              <a:buFont typeface="+mj-lt"/>
              <a:buAutoNum type="arabicPeriod" startAt="9"/>
            </a:pPr>
            <a:r>
              <a:rPr lang="fr-CA" sz="2100" dirty="0"/>
              <a:t>(</a:t>
            </a:r>
            <a:r>
              <a:rPr lang="fr-CA" sz="2100" dirty="0" err="1"/>
              <a:t>Continued</a:t>
            </a:r>
            <a:r>
              <a:rPr lang="fr-CA" sz="2100" dirty="0"/>
              <a:t>)</a:t>
            </a:r>
            <a:endParaRPr lang="en-CA" sz="2100" dirty="0"/>
          </a:p>
        </p:txBody>
      </p:sp>
    </p:spTree>
    <p:extLst>
      <p:ext uri="{BB962C8B-B14F-4D97-AF65-F5344CB8AC3E}">
        <p14:creationId xmlns:p14="http://schemas.microsoft.com/office/powerpoint/2010/main" val="1958903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01A86FC0-23EF-4270-9F88-84DFC2D3DD1B}"/>
              </a:ext>
            </a:extLst>
          </p:cNvPr>
          <p:cNvGraphicFramePr>
            <a:graphicFrameLocks noGrp="1"/>
          </p:cNvGraphicFramePr>
          <p:nvPr>
            <p:custDataLst>
              <p:tags r:id="rId2"/>
            </p:custDataLst>
            <p:extLst>
              <p:ext uri="{D42A27DB-BD31-4B8C-83A1-F6EECF244321}">
                <p14:modId xmlns:p14="http://schemas.microsoft.com/office/powerpoint/2010/main" val="2201047381"/>
              </p:ext>
            </p:extLst>
          </p:nvPr>
        </p:nvGraphicFramePr>
        <p:xfrm>
          <a:off x="500053" y="2334768"/>
          <a:ext cx="11191894" cy="3198114"/>
        </p:xfrm>
        <a:graphic>
          <a:graphicData uri="http://schemas.openxmlformats.org/drawingml/2006/table">
            <a:tbl>
              <a:tblPr firstRow="1" bandRow="1">
                <a:tableStyleId>{F5AB1C69-6EDB-4FF4-983F-18BD219EF322}</a:tableStyleId>
              </a:tblPr>
              <a:tblGrid>
                <a:gridCol w="1647844">
                  <a:extLst>
                    <a:ext uri="{9D8B030D-6E8A-4147-A177-3AD203B41FA5}">
                      <a16:colId xmlns:a16="http://schemas.microsoft.com/office/drawing/2014/main" xmlns="" val="3611636286"/>
                    </a:ext>
                  </a:extLst>
                </a:gridCol>
                <a:gridCol w="9544050">
                  <a:extLst>
                    <a:ext uri="{9D8B030D-6E8A-4147-A177-3AD203B41FA5}">
                      <a16:colId xmlns:a16="http://schemas.microsoft.com/office/drawing/2014/main" xmlns="" val="1392957211"/>
                    </a:ext>
                  </a:extLst>
                </a:gridCol>
              </a:tblGrid>
              <a:tr h="294934">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Item Status</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status of the item. </a:t>
                      </a:r>
                    </a:p>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 item that are newly created on the Host will have a default status of NEW - Newly Created by the Interface. The user must first set up the item's required WMS data fields prior to receiving the item in the warehouse. Part of setting up new items in the WMS is changing the status to RDY - Active. Once the status is set to RDY, the item can be received in the WMS.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071974661"/>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Stock Type</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item classification differentiates regularly stocked items from non-stock items.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714908386"/>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Upload</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field is automatically set to yes if the item was uploaded from the Host.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285199770"/>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Subject to DSCSA</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Indicates whether the item is subject to the transactional data required under the Drug Supply Chain Security Act laws.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344179038"/>
                  </a:ext>
                </a:extLst>
              </a:tr>
              <a:tr h="370840">
                <a:tc>
                  <a:txBody>
                    <a:bodyPr/>
                    <a:lstStyle/>
                    <a:p>
                      <a:pPr marL="0" algn="just" defTabSz="914400" rtl="0" eaLnBrk="1" fontAlgn="b" latinLnBrk="0" hangingPunct="1">
                        <a:lnSpc>
                          <a:spcPct val="90000"/>
                        </a:lnSpc>
                      </a:pPr>
                      <a:r>
                        <a:rPr lang="en-US" sz="1700" kern="1200">
                          <a:solidFill>
                            <a:schemeClr val="tx1">
                              <a:lumMod val="50000"/>
                              <a:lumOff val="50000"/>
                            </a:schemeClr>
                          </a:solidFill>
                          <a:latin typeface="+mn-lt"/>
                          <a:ea typeface="+mn-ea"/>
                          <a:cs typeface="+mn-cs"/>
                        </a:rPr>
                        <a:t>Product Class</a:t>
                      </a:r>
                      <a:endParaRPr lang="en-CA" sz="17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700" kern="1200" dirty="0">
                          <a:solidFill>
                            <a:schemeClr val="tx1">
                              <a:lumMod val="50000"/>
                              <a:lumOff val="50000"/>
                            </a:schemeClr>
                          </a:solidFill>
                          <a:latin typeface="+mn-lt"/>
                          <a:ea typeface="+mn-ea"/>
                          <a:cs typeface="+mn-cs"/>
                        </a:rPr>
                        <a:t>Grouping of like items which may be used to generate planned cycle count. </a:t>
                      </a:r>
                      <a:endParaRPr lang="en-CA" sz="17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363478693"/>
                  </a:ext>
                </a:extLst>
              </a:tr>
            </a:tbl>
          </a:graphicData>
        </a:graphic>
      </p:graphicFrame>
      <p:sp>
        <p:nvSpPr>
          <p:cNvPr id="8" name="Content Placeholder 2">
            <a:extLst>
              <a:ext uri="{FF2B5EF4-FFF2-40B4-BE49-F238E27FC236}">
                <a16:creationId xmlns:a16="http://schemas.microsoft.com/office/drawing/2014/main" xmlns="" id="{48028776-067A-4569-8A4C-2E0E17DC9059}"/>
              </a:ext>
            </a:extLst>
          </p:cNvPr>
          <p:cNvSpPr>
            <a:spLocks noGrp="1"/>
          </p:cNvSpPr>
          <p:nvPr>
            <p:ph idx="1"/>
            <p:custDataLst>
              <p:tags r:id="rId3"/>
            </p:custDataLst>
          </p:nvPr>
        </p:nvSpPr>
        <p:spPr>
          <a:xfrm>
            <a:off x="838200" y="1524000"/>
            <a:ext cx="10515600" cy="4652963"/>
          </a:xfrm>
        </p:spPr>
        <p:txBody>
          <a:bodyPr/>
          <a:lstStyle/>
          <a:p>
            <a:pPr marL="457200" indent="-457200" algn="just">
              <a:lnSpc>
                <a:spcPct val="150000"/>
              </a:lnSpc>
              <a:buFont typeface="+mj-lt"/>
              <a:buAutoNum type="arabicPeriod" startAt="9"/>
            </a:pPr>
            <a:r>
              <a:rPr lang="fr-CA" sz="2100" dirty="0"/>
              <a:t>(</a:t>
            </a:r>
            <a:r>
              <a:rPr lang="fr-CA" sz="2100" dirty="0" err="1"/>
              <a:t>Continued</a:t>
            </a:r>
            <a:r>
              <a:rPr lang="fr-CA" sz="2100" dirty="0"/>
              <a:t>)</a:t>
            </a:r>
            <a:endParaRPr lang="en-CA" sz="2100" dirty="0"/>
          </a:p>
        </p:txBody>
      </p:sp>
    </p:spTree>
    <p:extLst>
      <p:ext uri="{BB962C8B-B14F-4D97-AF65-F5344CB8AC3E}">
        <p14:creationId xmlns:p14="http://schemas.microsoft.com/office/powerpoint/2010/main" val="13532645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10"/>
            </a:pPr>
            <a:r>
              <a:rPr lang="en-US" sz="2100" dirty="0"/>
              <a:t>Enter the item attributes for receiving in the </a:t>
            </a:r>
            <a:r>
              <a:rPr lang="en-US" sz="2100" b="1" dirty="0"/>
              <a:t>Receiving</a:t>
            </a:r>
            <a:r>
              <a:rPr lang="en-US" sz="2100" dirty="0"/>
              <a:t> section.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xmlns="" id="{C2C862EB-F26E-482C-BFFB-9C0AC3E97B57}"/>
              </a:ext>
            </a:extLst>
          </p:cNvPr>
          <p:cNvPicPr>
            <a:picLocks noChangeAspect="1"/>
          </p:cNvPicPr>
          <p:nvPr>
            <p:custDataLst>
              <p:tags r:id="rId3"/>
            </p:custDataLst>
          </p:nvPr>
        </p:nvPicPr>
        <p:blipFill>
          <a:blip r:embed="rId5"/>
          <a:stretch>
            <a:fillRect/>
          </a:stretch>
        </p:blipFill>
        <p:spPr>
          <a:xfrm>
            <a:off x="838200" y="2398841"/>
            <a:ext cx="5740843" cy="3797172"/>
          </a:xfrm>
          <a:prstGeom prst="rect">
            <a:avLst/>
          </a:prstGeom>
        </p:spPr>
      </p:pic>
    </p:spTree>
    <p:extLst>
      <p:ext uri="{BB962C8B-B14F-4D97-AF65-F5344CB8AC3E}">
        <p14:creationId xmlns:p14="http://schemas.microsoft.com/office/powerpoint/2010/main" val="1114981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xmlns="" id="{3A3D2073-F513-488F-B189-2340F134ED2A}"/>
              </a:ext>
            </a:extLst>
          </p:cNvPr>
          <p:cNvSpPr>
            <a:spLocks noGrp="1"/>
          </p:cNvSpPr>
          <p:nvPr>
            <p:ph idx="1"/>
            <p:custDataLst>
              <p:tags r:id="rId1"/>
            </p:custDataLst>
          </p:nvPr>
        </p:nvSpPr>
        <p:spPr>
          <a:xfrm>
            <a:off x="838200" y="1219200"/>
            <a:ext cx="10515600" cy="4741196"/>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2727861136"/>
              </p:ext>
            </p:extLst>
          </p:nvPr>
        </p:nvGraphicFramePr>
        <p:xfrm>
          <a:off x="378363" y="1898968"/>
          <a:ext cx="11435273" cy="4096258"/>
        </p:xfrm>
        <a:graphic>
          <a:graphicData uri="http://schemas.openxmlformats.org/drawingml/2006/table">
            <a:tbl>
              <a:tblPr firstRow="1" bandRow="1">
                <a:tableStyleId>{F5AB1C69-6EDB-4FF4-983F-18BD219EF322}</a:tableStyleId>
              </a:tblPr>
              <a:tblGrid>
                <a:gridCol w="2040987">
                  <a:extLst>
                    <a:ext uri="{9D8B030D-6E8A-4147-A177-3AD203B41FA5}">
                      <a16:colId xmlns:a16="http://schemas.microsoft.com/office/drawing/2014/main" xmlns="" val="3611636286"/>
                    </a:ext>
                  </a:extLst>
                </a:gridCol>
                <a:gridCol w="9394286">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Allows Receipt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inventory of this item may be received.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629011165"/>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Storage Rule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Assigned based on where the inventory should be stored.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85102177"/>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Default Release for </a:t>
                      </a:r>
                      <a:r>
                        <a:rPr lang="en-US" sz="1800" kern="1200" dirty="0" err="1">
                          <a:solidFill>
                            <a:schemeClr val="tx1">
                              <a:lumMod val="50000"/>
                              <a:lumOff val="50000"/>
                            </a:schemeClr>
                          </a:solidFill>
                          <a:latin typeface="+mn-lt"/>
                          <a:ea typeface="+mn-ea"/>
                          <a:cs typeface="+mn-cs"/>
                        </a:rPr>
                        <a:t>Putaway</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will be released for storage automatically during receiving.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as soon as a receipt line transaction has been closed out, system-directed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tasks will be generated and the inventory will be made available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a:t>
                      </a: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an explicit release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must be invoked by the user to allow the product to be released to inventory, for products which require close inspection, quality assurance hold, etc.</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4076287684"/>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Secure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the item requires a special storage method and/or handling to ensure security.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336022824"/>
                  </a:ext>
                </a:extLst>
              </a:tr>
              <a:tr h="192241">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Temperature Control</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the item must be stored or transported within a temperature-controlled environment.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915822635"/>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Hazmat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is classified as hazardous material.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0303872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Tag Tracking</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that the item is tag-tracked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64011705"/>
                  </a:ext>
                </a:extLst>
              </a:tr>
              <a:tr h="370840">
                <a:tc>
                  <a:txBody>
                    <a:bodyPr/>
                    <a:lstStyle/>
                    <a:p>
                      <a:pPr marL="0" algn="l" defTabSz="914400" rtl="0" eaLnBrk="1" fontAlgn="b" latinLnBrk="0" hangingPunct="1">
                        <a:lnSpc>
                          <a:spcPct val="90000"/>
                        </a:lnSpc>
                      </a:pPr>
                      <a:r>
                        <a:rPr lang="fr-CA" sz="1800" kern="1200" dirty="0">
                          <a:solidFill>
                            <a:schemeClr val="tx1">
                              <a:lumMod val="50000"/>
                              <a:lumOff val="50000"/>
                            </a:schemeClr>
                          </a:solidFill>
                          <a:latin typeface="+mn-lt"/>
                          <a:ea typeface="+mn-ea"/>
                          <a:cs typeface="+mn-cs"/>
                        </a:rPr>
                        <a:t>Tag Label Format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label format to be used for tags printed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4025772320"/>
                  </a:ext>
                </a:extLst>
              </a:tr>
            </a:tbl>
          </a:graphicData>
        </a:graphic>
      </p:graphicFrame>
    </p:spTree>
    <p:extLst>
      <p:ext uri="{BB962C8B-B14F-4D97-AF65-F5344CB8AC3E}">
        <p14:creationId xmlns:p14="http://schemas.microsoft.com/office/powerpoint/2010/main" val="3268552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xmlns="" id="{3A3D2073-F513-488F-B189-2340F134ED2A}"/>
              </a:ext>
            </a:extLst>
          </p:cNvPr>
          <p:cNvSpPr>
            <a:spLocks noGrp="1"/>
          </p:cNvSpPr>
          <p:nvPr>
            <p:ph idx="1"/>
            <p:custDataLst>
              <p:tags r:id="rId1"/>
            </p:custDataLst>
          </p:nvPr>
        </p:nvSpPr>
        <p:spPr>
          <a:xfrm>
            <a:off x="838200" y="1593183"/>
            <a:ext cx="10515600" cy="4900613"/>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1136959563"/>
              </p:ext>
            </p:extLst>
          </p:nvPr>
        </p:nvGraphicFramePr>
        <p:xfrm>
          <a:off x="500053" y="2328784"/>
          <a:ext cx="11191894" cy="2584450"/>
        </p:xfrm>
        <a:graphic>
          <a:graphicData uri="http://schemas.openxmlformats.org/drawingml/2006/table">
            <a:tbl>
              <a:tblPr firstRow="1" bandRow="1">
                <a:tableStyleId>{F5AB1C69-6EDB-4FF4-983F-18BD219EF322}</a:tableStyleId>
              </a:tblPr>
              <a:tblGrid>
                <a:gridCol w="1766897">
                  <a:extLst>
                    <a:ext uri="{9D8B030D-6E8A-4147-A177-3AD203B41FA5}">
                      <a16:colId xmlns:a16="http://schemas.microsoft.com/office/drawing/2014/main" xmlns="" val="3611636286"/>
                    </a:ext>
                  </a:extLst>
                </a:gridCol>
                <a:gridCol w="94249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Dedicated Location</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is the preferred location for storing an item. The storage logic will use the value in this field if a requested location was not specified by the user and after having checked for potential cross dock entries for the item, but before performing any other searches. The dedicated location must be empty at the time of storage and the inventory must fit in the location based on weight and either location size or volumetric information.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58995727"/>
                  </a:ext>
                </a:extLst>
              </a:tr>
              <a:tr h="370840">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Location Size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field is matched to the Size field in the location when the system searches for a suitable storage location. When this field is assigned a value other than blank, the system will perform calculations based on the number of loads to determine if the inventory will fit into a location.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782269234"/>
                  </a:ext>
                </a:extLst>
              </a:tr>
            </a:tbl>
          </a:graphicData>
        </a:graphic>
      </p:graphicFrame>
    </p:spTree>
    <p:extLst>
      <p:ext uri="{BB962C8B-B14F-4D97-AF65-F5344CB8AC3E}">
        <p14:creationId xmlns:p14="http://schemas.microsoft.com/office/powerpoint/2010/main" val="36250770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xmlns="" id="{3A3D2073-F513-488F-B189-2340F134ED2A}"/>
              </a:ext>
            </a:extLst>
          </p:cNvPr>
          <p:cNvSpPr>
            <a:spLocks noGrp="1"/>
          </p:cNvSpPr>
          <p:nvPr>
            <p:ph idx="1"/>
            <p:custDataLst>
              <p:tags r:id="rId1"/>
            </p:custDataLst>
          </p:nvPr>
        </p:nvSpPr>
        <p:spPr>
          <a:xfrm>
            <a:off x="838200" y="1402683"/>
            <a:ext cx="10515600" cy="4900613"/>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3406304791"/>
              </p:ext>
            </p:extLst>
          </p:nvPr>
        </p:nvGraphicFramePr>
        <p:xfrm>
          <a:off x="500053" y="2138284"/>
          <a:ext cx="11191894" cy="3352546"/>
        </p:xfrm>
        <a:graphic>
          <a:graphicData uri="http://schemas.openxmlformats.org/drawingml/2006/table">
            <a:tbl>
              <a:tblPr firstRow="1" bandRow="1">
                <a:tableStyleId>{F5AB1C69-6EDB-4FF4-983F-18BD219EF322}</a:tableStyleId>
              </a:tblPr>
              <a:tblGrid>
                <a:gridCol w="1919297">
                  <a:extLst>
                    <a:ext uri="{9D8B030D-6E8A-4147-A177-3AD203B41FA5}">
                      <a16:colId xmlns:a16="http://schemas.microsoft.com/office/drawing/2014/main" xmlns="" val="3611636286"/>
                    </a:ext>
                  </a:extLst>
                </a:gridCol>
                <a:gridCol w="92725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Consolidation Age Limit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relative age, in number of days, that is used for consolidation. During location selection, inventory will not be consolidated with other inventory that differs in age by more than the consolidation age. Default value set to 99999.</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89813013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Direct Store to FP Location Threshold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9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threshold in days of the inventory received compared to existing inventory found in the warehouse.</a:t>
                      </a:r>
                      <a:r>
                        <a:rPr lang="en-CA" sz="1800" kern="1200" dirty="0">
                          <a:solidFill>
                            <a:schemeClr val="tx1">
                              <a:lumMod val="50000"/>
                              <a:lumOff val="50000"/>
                            </a:schemeClr>
                          </a:solidFill>
                          <a:latin typeface="+mn-lt"/>
                          <a:ea typeface="+mn-ea"/>
                          <a:cs typeface="+mn-cs"/>
                        </a:rPr>
                        <a:t> This field is optional. This is used </a:t>
                      </a:r>
                      <a:r>
                        <a:rPr lang="en-US" sz="1800" kern="1200" dirty="0">
                          <a:solidFill>
                            <a:schemeClr val="tx1">
                              <a:lumMod val="50000"/>
                              <a:lumOff val="50000"/>
                            </a:schemeClr>
                          </a:solidFill>
                          <a:latin typeface="+mn-lt"/>
                          <a:ea typeface="+mn-ea"/>
                          <a:cs typeface="+mn-cs"/>
                        </a:rPr>
                        <a:t>by the storage logic to store inventory directly from the receiving dock to the FP location. </a:t>
                      </a:r>
                    </a:p>
                    <a:p>
                      <a:pPr marL="285750" marR="0" lvl="0" indent="-285750" algn="just" defTabSz="914400" rtl="0" eaLnBrk="1" fontAlgn="b" latinLnBrk="0" hangingPunct="1">
                        <a:lnSpc>
                          <a:spcPct val="90000"/>
                        </a:lnSpc>
                        <a:spcBef>
                          <a:spcPts val="0"/>
                        </a:spcBef>
                        <a:spcAft>
                          <a:spcPts val="0"/>
                        </a:spcAft>
                        <a:buClrTx/>
                        <a:buSzTx/>
                        <a:buFont typeface="Arial" panose="020B0604020202020204" pitchFamily="34" charset="0"/>
                        <a:buChar char="•"/>
                        <a:tabLst/>
                        <a:defRPr/>
                      </a:pPr>
                      <a:r>
                        <a:rPr lang="en-US" sz="1800" b="1" kern="1200" dirty="0">
                          <a:solidFill>
                            <a:schemeClr val="tx1">
                              <a:lumMod val="50000"/>
                              <a:lumOff val="50000"/>
                            </a:schemeClr>
                          </a:solidFill>
                          <a:latin typeface="+mn-lt"/>
                          <a:ea typeface="+mn-ea"/>
                          <a:cs typeface="+mn-cs"/>
                        </a:rPr>
                        <a:t>If the value in this field is null</a:t>
                      </a:r>
                      <a:r>
                        <a:rPr lang="en-US" sz="1800" kern="1200" dirty="0">
                          <a:solidFill>
                            <a:schemeClr val="tx1">
                              <a:lumMod val="50000"/>
                              <a:lumOff val="50000"/>
                            </a:schemeClr>
                          </a:solidFill>
                          <a:latin typeface="+mn-lt"/>
                          <a:ea typeface="+mn-ea"/>
                          <a:cs typeface="+mn-cs"/>
                        </a:rPr>
                        <a:t>, the current logic (storing directly into the FP location) will be used and any older inventory in the warehouse will be ignored.</a:t>
                      </a:r>
                    </a:p>
                    <a:p>
                      <a:pPr marL="285750" marR="0" lvl="0" indent="-285750" algn="just" defTabSz="914400" rtl="0" eaLnBrk="1" fontAlgn="b" latinLnBrk="0" hangingPunct="1">
                        <a:lnSpc>
                          <a:spcPct val="90000"/>
                        </a:lnSpc>
                        <a:spcBef>
                          <a:spcPts val="0"/>
                        </a:spcBef>
                        <a:spcAft>
                          <a:spcPts val="0"/>
                        </a:spcAft>
                        <a:buClrTx/>
                        <a:buSzTx/>
                        <a:buFont typeface="Arial" panose="020B0604020202020204" pitchFamily="34" charset="0"/>
                        <a:buChar char="•"/>
                        <a:tabLst/>
                        <a:defRPr/>
                      </a:pPr>
                      <a:r>
                        <a:rPr lang="en-US" sz="1800" b="1" kern="1200" dirty="0">
                          <a:solidFill>
                            <a:schemeClr val="tx1">
                              <a:lumMod val="50000"/>
                              <a:lumOff val="50000"/>
                            </a:schemeClr>
                          </a:solidFill>
                          <a:latin typeface="+mn-lt"/>
                          <a:ea typeface="+mn-ea"/>
                          <a:cs typeface="+mn-cs"/>
                        </a:rPr>
                        <a:t>If the value is not null</a:t>
                      </a:r>
                      <a:r>
                        <a:rPr lang="en-US" sz="1800" kern="1200" dirty="0">
                          <a:solidFill>
                            <a:schemeClr val="tx1">
                              <a:lumMod val="50000"/>
                              <a:lumOff val="50000"/>
                            </a:schemeClr>
                          </a:solidFill>
                          <a:latin typeface="+mn-lt"/>
                          <a:ea typeface="+mn-ea"/>
                          <a:cs typeface="+mn-cs"/>
                        </a:rPr>
                        <a:t>, the logic will take the received inventory item expiration date plus the threshold value and verify if there is older inventory in the warehouse. If older inventory exists, the new inventory received is not directed to the FP location, instead, the storage rule is invoked for that item to find an overstock location.</a:t>
                      </a:r>
                    </a:p>
                  </a:txBody>
                  <a:tcPr marL="9525" marR="9525" marT="9525" marB="0" anchor="b"/>
                </a:tc>
                <a:extLst>
                  <a:ext uri="{0D108BD9-81ED-4DB2-BD59-A6C34878D82A}">
                    <a16:rowId xmlns:a16="http://schemas.microsoft.com/office/drawing/2014/main" xmlns="" val="1042849150"/>
                  </a:ext>
                </a:extLst>
              </a:tr>
            </a:tbl>
          </a:graphicData>
        </a:graphic>
      </p:graphicFrame>
    </p:spTree>
    <p:extLst>
      <p:ext uri="{BB962C8B-B14F-4D97-AF65-F5344CB8AC3E}">
        <p14:creationId xmlns:p14="http://schemas.microsoft.com/office/powerpoint/2010/main" val="28341891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543050"/>
            <a:ext cx="10515600" cy="4633913"/>
          </a:xfrm>
        </p:spPr>
        <p:txBody>
          <a:bodyPr/>
          <a:lstStyle/>
          <a:p>
            <a:pPr marL="457200" indent="-457200" algn="just">
              <a:lnSpc>
                <a:spcPct val="150000"/>
              </a:lnSpc>
              <a:buFont typeface="+mj-lt"/>
              <a:buAutoNum type="arabicPeriod" startAt="11"/>
            </a:pPr>
            <a:r>
              <a:rPr lang="en-US" sz="2100" dirty="0"/>
              <a:t>Enter the item attributes in the </a:t>
            </a:r>
            <a:r>
              <a:rPr lang="en-US" sz="2100" b="1" dirty="0"/>
              <a:t>Default Input Settings </a:t>
            </a:r>
            <a:r>
              <a:rPr lang="en-US" sz="2100" dirty="0"/>
              <a:t>section. An explanation of the fields is given in the next slides. </a:t>
            </a: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5" name="Picture 4">
            <a:extLst>
              <a:ext uri="{FF2B5EF4-FFF2-40B4-BE49-F238E27FC236}">
                <a16:creationId xmlns:a16="http://schemas.microsoft.com/office/drawing/2014/main" xmlns="" id="{1E654AD1-404E-4700-B0D7-367B68DDCF03}"/>
              </a:ext>
            </a:extLst>
          </p:cNvPr>
          <p:cNvPicPr>
            <a:picLocks noChangeAspect="1"/>
          </p:cNvPicPr>
          <p:nvPr>
            <p:custDataLst>
              <p:tags r:id="rId3"/>
            </p:custDataLst>
          </p:nvPr>
        </p:nvPicPr>
        <p:blipFill>
          <a:blip r:embed="rId6"/>
          <a:stretch>
            <a:fillRect/>
          </a:stretch>
        </p:blipFill>
        <p:spPr>
          <a:xfrm>
            <a:off x="241453" y="2906713"/>
            <a:ext cx="6445097" cy="2984643"/>
          </a:xfrm>
          <a:prstGeom prst="rect">
            <a:avLst/>
          </a:prstGeom>
        </p:spPr>
      </p:pic>
      <p:pic>
        <p:nvPicPr>
          <p:cNvPr id="8" name="Picture 7">
            <a:extLst>
              <a:ext uri="{FF2B5EF4-FFF2-40B4-BE49-F238E27FC236}">
                <a16:creationId xmlns:a16="http://schemas.microsoft.com/office/drawing/2014/main" xmlns="" id="{F9B87FA7-CFBF-4F4D-8B98-B3466728363E}"/>
              </a:ext>
            </a:extLst>
          </p:cNvPr>
          <p:cNvPicPr>
            <a:picLocks noChangeAspect="1"/>
          </p:cNvPicPr>
          <p:nvPr>
            <p:custDataLst>
              <p:tags r:id="rId4"/>
            </p:custDataLst>
          </p:nvPr>
        </p:nvPicPr>
        <p:blipFill rotWithShape="1">
          <a:blip r:embed="rId7"/>
          <a:srcRect l="24708"/>
          <a:stretch/>
        </p:blipFill>
        <p:spPr>
          <a:xfrm>
            <a:off x="6686550" y="3161198"/>
            <a:ext cx="5330668" cy="2725252"/>
          </a:xfrm>
          <a:prstGeom prst="rect">
            <a:avLst/>
          </a:prstGeom>
        </p:spPr>
      </p:pic>
    </p:spTree>
    <p:extLst>
      <p:ext uri="{BB962C8B-B14F-4D97-AF65-F5344CB8AC3E}">
        <p14:creationId xmlns:p14="http://schemas.microsoft.com/office/powerpoint/2010/main" val="29346689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027906"/>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xmlns=""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3699456606"/>
              </p:ext>
            </p:extLst>
          </p:nvPr>
        </p:nvGraphicFramePr>
        <p:xfrm>
          <a:off x="389021" y="1690688"/>
          <a:ext cx="11642558" cy="4606036"/>
        </p:xfrm>
        <a:graphic>
          <a:graphicData uri="http://schemas.openxmlformats.org/drawingml/2006/table">
            <a:tbl>
              <a:tblPr firstRow="1" bandRow="1">
                <a:tableStyleId>{F5AB1C69-6EDB-4FF4-983F-18BD219EF322}</a:tableStyleId>
              </a:tblPr>
              <a:tblGrid>
                <a:gridCol w="1712495">
                  <a:extLst>
                    <a:ext uri="{9D8B030D-6E8A-4147-A177-3AD203B41FA5}">
                      <a16:colId xmlns:a16="http://schemas.microsoft.com/office/drawing/2014/main" xmlns="" val="3611636286"/>
                    </a:ext>
                  </a:extLst>
                </a:gridCol>
                <a:gridCol w="9930063">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Lot Entry Required</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is a lot-controlled item and requires the user to enter the lot number at the time of inventory creation. This is defaulted from Host.</a:t>
                      </a:r>
                    </a:p>
                  </a:txBody>
                  <a:tcPr marL="9525" marR="9525" marT="9525" marB="0" anchor="b"/>
                </a:tc>
                <a:extLst>
                  <a:ext uri="{0D108BD9-81ED-4DB2-BD59-A6C34878D82A}">
                    <a16:rowId xmlns:a16="http://schemas.microsoft.com/office/drawing/2014/main" xmlns="" val="89813013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Apply Forward Pick FEFO Logic</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which inventory to retrieve for the lot-controlled item at the order planning step.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FEFO (First Expired, First Out) logic will be used when allocating inventory for an outbound order line, therefore inventory with earliest expiration date will be pick before inventory with old expiration dates in the forward pick.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FIFO (First In First Out) logic will be used when allocating inventory for an outbound order line. </a:t>
                      </a:r>
                    </a:p>
                  </a:txBody>
                  <a:tcPr marL="9525" marR="9525" marT="9525" marB="0" anchor="b"/>
                </a:tc>
                <a:extLst>
                  <a:ext uri="{0D108BD9-81ED-4DB2-BD59-A6C34878D82A}">
                    <a16:rowId xmlns:a16="http://schemas.microsoft.com/office/drawing/2014/main" xmlns="" val="975556241"/>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 Only One Hold per Location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used by the store function to determine if comingling of the same hold code for the same item is allowed.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it is set to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and the hold code for the item is different, then it will not be stored in the same location.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any hold code can be placed into the location with the same item. </a:t>
                      </a:r>
                    </a:p>
                  </a:txBody>
                  <a:tcPr marL="9525" marR="9525" marT="9525" marB="0" anchor="b"/>
                </a:tc>
                <a:extLst>
                  <a:ext uri="{0D108BD9-81ED-4DB2-BD59-A6C34878D82A}">
                    <a16:rowId xmlns:a16="http://schemas.microsoft.com/office/drawing/2014/main" xmlns="" val="4245821322"/>
                  </a:ext>
                </a:extLst>
              </a:tr>
              <a:tr h="677128">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 Only One Lot per Location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it is set to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this determines that comingling of the same lot number for the same item is allowed and if the lot number for the item is different, then it will not be stored in the same location.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any lot number can be placed into the location with the same item.</a:t>
                      </a:r>
                    </a:p>
                  </a:txBody>
                  <a:tcPr marL="9525" marR="9525" marT="9525" marB="0" anchor="b"/>
                </a:tc>
                <a:extLst>
                  <a:ext uri="{0D108BD9-81ED-4DB2-BD59-A6C34878D82A}">
                    <a16:rowId xmlns:a16="http://schemas.microsoft.com/office/drawing/2014/main" xmlns="" val="1198927661"/>
                  </a:ext>
                </a:extLst>
              </a:tr>
            </a:tbl>
          </a:graphicData>
        </a:graphic>
      </p:graphicFrame>
    </p:spTree>
    <p:extLst>
      <p:ext uri="{BB962C8B-B14F-4D97-AF65-F5344CB8AC3E}">
        <p14:creationId xmlns:p14="http://schemas.microsoft.com/office/powerpoint/2010/main" val="25054993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212182"/>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xmlns=""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2540380080"/>
              </p:ext>
            </p:extLst>
          </p:nvPr>
        </p:nvGraphicFramePr>
        <p:xfrm>
          <a:off x="301532" y="1903997"/>
          <a:ext cx="11621020" cy="4362734"/>
        </p:xfrm>
        <a:graphic>
          <a:graphicData uri="http://schemas.openxmlformats.org/drawingml/2006/table">
            <a:tbl>
              <a:tblPr firstRow="1" bandRow="1">
                <a:tableStyleId>{F5AB1C69-6EDB-4FF4-983F-18BD219EF322}</a:tableStyleId>
              </a:tblPr>
              <a:tblGrid>
                <a:gridCol w="1836821">
                  <a:extLst>
                    <a:ext uri="{9D8B030D-6E8A-4147-A177-3AD203B41FA5}">
                      <a16:colId xmlns:a16="http://schemas.microsoft.com/office/drawing/2014/main" xmlns="" val="3611636286"/>
                    </a:ext>
                  </a:extLst>
                </a:gridCol>
                <a:gridCol w="9784199">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Set Lot from Expiration Date</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 a value of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the expiration date will be populated in the lot column or the lot-controlled item.</a:t>
                      </a:r>
                    </a:p>
                  </a:txBody>
                  <a:tcPr marL="9525" marR="9525" marT="9525" marB="0" anchor="b"/>
                </a:tc>
                <a:extLst>
                  <a:ext uri="{0D108BD9-81ED-4DB2-BD59-A6C34878D82A}">
                    <a16:rowId xmlns:a16="http://schemas.microsoft.com/office/drawing/2014/main" xmlns="" val="1042849150"/>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Tag Entry Option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used to indicate whether this option is permitted during receiving and inventory status modifications. Relates to the receipt of pre-labeled inbound product, whereby it is required to scan the inbound tags or bar codes that will serve as internal license plates for inventory tracking purposes.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 Changes Allowed </a:t>
                      </a:r>
                      <a:r>
                        <a:rPr lang="en-US" sz="1800" kern="1200" dirty="0">
                          <a:solidFill>
                            <a:schemeClr val="tx1">
                              <a:lumMod val="50000"/>
                              <a:lumOff val="50000"/>
                            </a:schemeClr>
                          </a:solidFill>
                          <a:latin typeface="+mn-lt"/>
                          <a:ea typeface="+mn-ea"/>
                          <a:cs typeface="+mn-cs"/>
                        </a:rPr>
                        <a:t>indicates that users will not have the ability to change the default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Not Allowed </a:t>
                      </a:r>
                      <a:r>
                        <a:rPr lang="en-US" sz="1800" kern="1200" dirty="0">
                          <a:solidFill>
                            <a:schemeClr val="tx1">
                              <a:lumMod val="50000"/>
                              <a:lumOff val="50000"/>
                            </a:schemeClr>
                          </a:solidFill>
                          <a:latin typeface="+mn-lt"/>
                          <a:ea typeface="+mn-ea"/>
                          <a:cs typeface="+mn-cs"/>
                        </a:rPr>
                        <a:t>indicates that users will not have the ability to enter a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Optional</a:t>
                      </a:r>
                      <a:r>
                        <a:rPr lang="en-US" sz="1800" kern="1200" dirty="0">
                          <a:solidFill>
                            <a:schemeClr val="tx1">
                              <a:lumMod val="50000"/>
                              <a:lumOff val="50000"/>
                            </a:schemeClr>
                          </a:solidFill>
                          <a:latin typeface="+mn-lt"/>
                          <a:ea typeface="+mn-ea"/>
                          <a:cs typeface="+mn-cs"/>
                        </a:rPr>
                        <a:t> indicates that users have the option of entering a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Required</a:t>
                      </a:r>
                      <a:r>
                        <a:rPr lang="en-US" sz="1800" kern="1200" dirty="0">
                          <a:solidFill>
                            <a:schemeClr val="tx1">
                              <a:lumMod val="50000"/>
                              <a:lumOff val="50000"/>
                            </a:schemeClr>
                          </a:solidFill>
                          <a:latin typeface="+mn-lt"/>
                          <a:ea typeface="+mn-ea"/>
                          <a:cs typeface="+mn-cs"/>
                        </a:rPr>
                        <a:t> indicates that users will be forced to enter a value for the specified field at the time of receiving. This field is subsequently used to segment all inventory records within the system, in the background, for tracking purposes.</a:t>
                      </a:r>
                    </a:p>
                  </a:txBody>
                  <a:tcPr marL="9525" marR="9525" marT="9525" marB="0" anchor="b"/>
                </a:tc>
                <a:extLst>
                  <a:ext uri="{0D108BD9-81ED-4DB2-BD59-A6C34878D82A}">
                    <a16:rowId xmlns:a16="http://schemas.microsoft.com/office/drawing/2014/main" xmlns="" val="3956734496"/>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Default Lot</a:t>
                      </a:r>
                    </a:p>
                  </a:txBody>
                  <a:tcPr marL="9525" marR="9525" marT="9525" marB="0" anchor="b"/>
                </a:tc>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 default lot code to be used for the item during receiving.</a:t>
                      </a:r>
                    </a:p>
                  </a:txBody>
                  <a:tcPr marL="9525" marR="9525" marT="9525" marB="0" anchor="b"/>
                </a:tc>
                <a:extLst>
                  <a:ext uri="{0D108BD9-81ED-4DB2-BD59-A6C34878D82A}">
                    <a16:rowId xmlns:a16="http://schemas.microsoft.com/office/drawing/2014/main" xmlns="" val="2513244549"/>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Default Hold Code</a:t>
                      </a:r>
                    </a:p>
                  </a:txBody>
                  <a:tcPr marL="9525" marR="9525" marT="9525" marB="0" anchor="b"/>
                </a:tc>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default hold code to be used for this item/package code during receiving.</a:t>
                      </a:r>
                    </a:p>
                  </a:txBody>
                  <a:tcPr marL="9525" marR="9525" marT="9525" marB="0" anchor="b"/>
                </a:tc>
                <a:extLst>
                  <a:ext uri="{0D108BD9-81ED-4DB2-BD59-A6C34878D82A}">
                    <a16:rowId xmlns:a16="http://schemas.microsoft.com/office/drawing/2014/main" xmlns="" val="2386843626"/>
                  </a:ext>
                </a:extLst>
              </a:tr>
            </a:tbl>
          </a:graphicData>
        </a:graphic>
      </p:graphicFrame>
    </p:spTree>
    <p:extLst>
      <p:ext uri="{BB962C8B-B14F-4D97-AF65-F5344CB8AC3E}">
        <p14:creationId xmlns:p14="http://schemas.microsoft.com/office/powerpoint/2010/main" val="15662257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xmlns=""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4290987393"/>
              </p:ext>
            </p:extLst>
          </p:nvPr>
        </p:nvGraphicFramePr>
        <p:xfrm>
          <a:off x="500053" y="2017522"/>
          <a:ext cx="11191894" cy="3407410"/>
        </p:xfrm>
        <a:graphic>
          <a:graphicData uri="http://schemas.openxmlformats.org/drawingml/2006/table">
            <a:tbl>
              <a:tblPr firstRow="1" bandRow="1">
                <a:tableStyleId>{F5AB1C69-6EDB-4FF4-983F-18BD219EF322}</a:tableStyleId>
              </a:tblPr>
              <a:tblGrid>
                <a:gridCol w="1919297">
                  <a:extLst>
                    <a:ext uri="{9D8B030D-6E8A-4147-A177-3AD203B41FA5}">
                      <a16:colId xmlns:a16="http://schemas.microsoft.com/office/drawing/2014/main" xmlns="" val="3611636286"/>
                    </a:ext>
                  </a:extLst>
                </a:gridCol>
                <a:gridCol w="92725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Default Expiry Date</a:t>
                      </a:r>
                    </a:p>
                  </a:txBody>
                  <a:tcPr marL="9525" marR="9525" marT="9525" marB="0" anchor="b"/>
                </a:tc>
                <a:tc>
                  <a:txBody>
                    <a:bodyPr/>
                    <a:lstStyle/>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the item expiration date will be equal to the receipt date plus the shelf life. </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the item expiration date must be entered by the user. Defaulted from Host.</a:t>
                      </a:r>
                    </a:p>
                  </a:txBody>
                  <a:tcPr marL="9525" marR="9525" marT="9525" marB="0" anchor="b"/>
                </a:tc>
                <a:extLst>
                  <a:ext uri="{0D108BD9-81ED-4DB2-BD59-A6C34878D82A}">
                    <a16:rowId xmlns:a16="http://schemas.microsoft.com/office/drawing/2014/main" xmlns="" val="1956077319"/>
                  </a:ext>
                </a:extLst>
              </a:tr>
              <a:tr h="258206">
                <a:tc>
                  <a:txBody>
                    <a:bodyPr/>
                    <a:lstStyle/>
                    <a:p>
                      <a:pPr marL="0" algn="l" defTabSz="914400" rtl="0" eaLnBrk="1" fontAlgn="b" latinLnBrk="0" hangingPunct="1">
                        <a:lnSpc>
                          <a:spcPct val="100000"/>
                        </a:lnSpc>
                      </a:pPr>
                      <a:r>
                        <a:rPr lang="en-US" sz="1800" kern="1200">
                          <a:solidFill>
                            <a:schemeClr val="tx1">
                              <a:lumMod val="50000"/>
                              <a:lumOff val="50000"/>
                            </a:schemeClr>
                          </a:solidFill>
                          <a:latin typeface="+mn-lt"/>
                          <a:ea typeface="+mn-ea"/>
                          <a:cs typeface="+mn-cs"/>
                        </a:rPr>
                        <a:t>Expiration Date Consolidation Method</a:t>
                      </a:r>
                    </a:p>
                  </a:txBody>
                  <a:tcPr marL="9525" marR="9525" marT="9525" marB="0" anchor="b"/>
                </a:tc>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is used when updating the item's expiration date when the inventory is being consolidated through the consolidation logic. Default is set to 0 – Destination. The following options are available: </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Destination</a:t>
                      </a:r>
                      <a:r>
                        <a:rPr lang="en-US" sz="1800" kern="1200" dirty="0">
                          <a:solidFill>
                            <a:schemeClr val="tx1">
                              <a:lumMod val="50000"/>
                              <a:lumOff val="50000"/>
                            </a:schemeClr>
                          </a:solidFill>
                          <a:latin typeface="+mn-lt"/>
                          <a:ea typeface="+mn-ea"/>
                          <a:cs typeface="+mn-cs"/>
                        </a:rPr>
                        <a:t> indicates that the inventory records will be updated with the item expiration date of the inventory record currently in the destination location being consolidated.</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Older</a:t>
                      </a:r>
                      <a:r>
                        <a:rPr lang="en-US" sz="1800" kern="1200" dirty="0">
                          <a:solidFill>
                            <a:schemeClr val="tx1">
                              <a:lumMod val="50000"/>
                              <a:lumOff val="50000"/>
                            </a:schemeClr>
                          </a:solidFill>
                          <a:latin typeface="+mn-lt"/>
                          <a:ea typeface="+mn-ea"/>
                          <a:cs typeface="+mn-cs"/>
                        </a:rPr>
                        <a:t> indicates that the inventory records will be updated with the older item expiration date of the inventory records being consolidated.</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Newer</a:t>
                      </a:r>
                      <a:r>
                        <a:rPr lang="en-US" sz="1800" kern="1200" dirty="0">
                          <a:solidFill>
                            <a:schemeClr val="tx1">
                              <a:lumMod val="50000"/>
                              <a:lumOff val="50000"/>
                            </a:schemeClr>
                          </a:solidFill>
                          <a:latin typeface="+mn-lt"/>
                          <a:ea typeface="+mn-ea"/>
                          <a:cs typeface="+mn-cs"/>
                        </a:rPr>
                        <a:t> indicates that the inventories being consolidated inventory records will be updated with the newer item expiration date of the inventory records being consolidated.</a:t>
                      </a:r>
                    </a:p>
                  </a:txBody>
                  <a:tcPr marL="9525" marR="9525" marT="9525" marB="0" anchor="b"/>
                </a:tc>
                <a:extLst>
                  <a:ext uri="{0D108BD9-81ED-4DB2-BD59-A6C34878D82A}">
                    <a16:rowId xmlns:a16="http://schemas.microsoft.com/office/drawing/2014/main" xmlns="" val="4191754907"/>
                  </a:ext>
                </a:extLst>
              </a:tr>
            </a:tbl>
          </a:graphicData>
        </a:graphic>
      </p:graphicFrame>
    </p:spTree>
    <p:extLst>
      <p:ext uri="{BB962C8B-B14F-4D97-AF65-F5344CB8AC3E}">
        <p14:creationId xmlns:p14="http://schemas.microsoft.com/office/powerpoint/2010/main" val="1110431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1AE08856-C959-411C-86F4-4FCEF564DD50}"/>
              </a:ext>
            </a:extLst>
          </p:cNvPr>
          <p:cNvSpPr>
            <a:spLocks noGrp="1"/>
          </p:cNvSpPr>
          <p:nvPr>
            <p:ph idx="1"/>
            <p:custDataLst>
              <p:tags r:id="rId2"/>
            </p:custDataLst>
          </p:nvPr>
        </p:nvSpPr>
        <p:spPr>
          <a:xfrm>
            <a:off x="838200" y="1027906"/>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xmlns=""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2565591533"/>
              </p:ext>
            </p:extLst>
          </p:nvPr>
        </p:nvGraphicFramePr>
        <p:xfrm>
          <a:off x="500053" y="1690688"/>
          <a:ext cx="11191894" cy="4596511"/>
        </p:xfrm>
        <a:graphic>
          <a:graphicData uri="http://schemas.openxmlformats.org/drawingml/2006/table">
            <a:tbl>
              <a:tblPr firstRow="1" bandRow="1">
                <a:tableStyleId>{F5AB1C69-6EDB-4FF4-983F-18BD219EF322}</a:tableStyleId>
              </a:tblPr>
              <a:tblGrid>
                <a:gridCol w="1617505">
                  <a:extLst>
                    <a:ext uri="{9D8B030D-6E8A-4147-A177-3AD203B41FA5}">
                      <a16:colId xmlns:a16="http://schemas.microsoft.com/office/drawing/2014/main" xmlns="" val="3611636286"/>
                    </a:ext>
                  </a:extLst>
                </a:gridCol>
                <a:gridCol w="9574389">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Auto-Assign Use-By Date and Time</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identifies whether the item requires the application of the use-by date and time at the picking step.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Not Applicable </a:t>
                      </a:r>
                      <a:r>
                        <a:rPr lang="en-US" sz="1800" kern="1200" dirty="0">
                          <a:solidFill>
                            <a:schemeClr val="tx1">
                              <a:lumMod val="50000"/>
                              <a:lumOff val="50000"/>
                            </a:schemeClr>
                          </a:solidFill>
                          <a:latin typeface="+mn-lt"/>
                          <a:ea typeface="+mn-ea"/>
                          <a:cs typeface="+mn-cs"/>
                        </a:rPr>
                        <a:t>indicates that the option does not apply.</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Picked Only </a:t>
                      </a:r>
                      <a:r>
                        <a:rPr lang="en-US" sz="1800" kern="1200" dirty="0">
                          <a:solidFill>
                            <a:schemeClr val="tx1">
                              <a:lumMod val="50000"/>
                              <a:lumOff val="50000"/>
                            </a:schemeClr>
                          </a:solidFill>
                          <a:latin typeface="+mn-lt"/>
                          <a:ea typeface="+mn-ea"/>
                          <a:cs typeface="+mn-cs"/>
                        </a:rPr>
                        <a:t>indicates that the use-by date and time will be applied at time of picking. The current date and time will be increased by the number of hours and days populated in the Use-By Days and Use-By Hours fields.</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Picked and Opened</a:t>
                      </a:r>
                      <a:r>
                        <a:rPr lang="en-US" sz="1800" kern="1200" dirty="0">
                          <a:solidFill>
                            <a:schemeClr val="tx1">
                              <a:lumMod val="50000"/>
                              <a:lumOff val="50000"/>
                            </a:schemeClr>
                          </a:solidFill>
                          <a:latin typeface="+mn-lt"/>
                          <a:ea typeface="+mn-ea"/>
                          <a:cs typeface="+mn-cs"/>
                        </a:rPr>
                        <a:t> indicates that the use-by date and time will be applied to the full tag at time of picking. This is to accommodate products that are picked out of a sealed package (e.g. sterile or environment-protective) that not only require the picked product to receive a used-by date and time but also the remaining inventory in that package as well. This will be applied to the inventory picked and the remaining inventory associated to the tag that has been picked. The current date and time will be increased by the number of hours and days populated in the Use-By Days and Use-By Hours fields.</a:t>
                      </a:r>
                    </a:p>
                  </a:txBody>
                  <a:tcPr marL="9525" marR="9525" marT="9525" marB="0" anchor="b"/>
                </a:tc>
                <a:extLst>
                  <a:ext uri="{0D108BD9-81ED-4DB2-BD59-A6C34878D82A}">
                    <a16:rowId xmlns:a16="http://schemas.microsoft.com/office/drawing/2014/main" xmlns="" val="3933785360"/>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Use-By Days</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days the product must be consumed after it has been picked. Applies only if the Auto-Assign Use-By Date and Time flag is set to 1 or 2</a:t>
                      </a:r>
                    </a:p>
                  </a:txBody>
                  <a:tcPr marL="9525" marR="9525" marT="9525" marB="0" anchor="b"/>
                </a:tc>
                <a:extLst>
                  <a:ext uri="{0D108BD9-81ED-4DB2-BD59-A6C34878D82A}">
                    <a16:rowId xmlns:a16="http://schemas.microsoft.com/office/drawing/2014/main" xmlns="" val="100724020"/>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Use-By Hours</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hours the product must be consumed after it has been picked. Applies only if the Auto-Assign Use-By Date and Time flag is set to 1 or 2</a:t>
                      </a:r>
                    </a:p>
                  </a:txBody>
                  <a:tcPr marL="9525" marR="9525" marT="9525" marB="0" anchor="b"/>
                </a:tc>
                <a:extLst>
                  <a:ext uri="{0D108BD9-81ED-4DB2-BD59-A6C34878D82A}">
                    <a16:rowId xmlns:a16="http://schemas.microsoft.com/office/drawing/2014/main" xmlns="" val="3153659182"/>
                  </a:ext>
                </a:extLst>
              </a:tr>
            </a:tbl>
          </a:graphicData>
        </a:graphic>
      </p:graphicFrame>
    </p:spTree>
    <p:extLst>
      <p:ext uri="{BB962C8B-B14F-4D97-AF65-F5344CB8AC3E}">
        <p14:creationId xmlns:p14="http://schemas.microsoft.com/office/powerpoint/2010/main" val="36859737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085850"/>
            <a:ext cx="10515600" cy="4862513"/>
          </a:xfrm>
        </p:spPr>
        <p:txBody>
          <a:bodyPr/>
          <a:lstStyle/>
          <a:p>
            <a:pPr marL="457200" indent="-457200">
              <a:lnSpc>
                <a:spcPct val="150000"/>
              </a:lnSpc>
              <a:buFont typeface="+mj-lt"/>
              <a:buAutoNum type="arabicPeriod" startAt="12"/>
            </a:pPr>
            <a:r>
              <a:rPr lang="en-US" dirty="0"/>
              <a:t>Enter the item unit of measure in the </a:t>
            </a:r>
            <a:r>
              <a:rPr lang="en-US" b="1" dirty="0"/>
              <a:t>UOM 1</a:t>
            </a:r>
            <a:r>
              <a:rPr lang="en-US" dirty="0"/>
              <a:t> section. </a:t>
            </a:r>
            <a:endParaRPr lang="en-CA" dirty="0"/>
          </a:p>
        </p:txBody>
      </p:sp>
      <p:pic>
        <p:nvPicPr>
          <p:cNvPr id="5" name="Picture 4">
            <a:extLst>
              <a:ext uri="{FF2B5EF4-FFF2-40B4-BE49-F238E27FC236}">
                <a16:creationId xmlns:a16="http://schemas.microsoft.com/office/drawing/2014/main" xmlns="" id="{23467145-42B2-454C-8C5C-C820119A38C0}"/>
              </a:ext>
            </a:extLst>
          </p:cNvPr>
          <p:cNvPicPr>
            <a:picLocks noChangeAspect="1"/>
          </p:cNvPicPr>
          <p:nvPr>
            <p:custDataLst>
              <p:tags r:id="rId3"/>
            </p:custDataLst>
          </p:nvPr>
        </p:nvPicPr>
        <p:blipFill rotWithShape="1">
          <a:blip r:embed="rId13"/>
          <a:srcRect b="15831"/>
          <a:stretch/>
        </p:blipFill>
        <p:spPr>
          <a:xfrm>
            <a:off x="342900" y="3034133"/>
            <a:ext cx="5548478" cy="3074987"/>
          </a:xfrm>
          <a:prstGeom prst="rect">
            <a:avLst/>
          </a:prstGeom>
        </p:spPr>
      </p:pic>
      <p:sp>
        <p:nvSpPr>
          <p:cNvPr id="6" name="Rectangle 5">
            <a:extLst>
              <a:ext uri="{FF2B5EF4-FFF2-40B4-BE49-F238E27FC236}">
                <a16:creationId xmlns:a16="http://schemas.microsoft.com/office/drawing/2014/main" xmlns="" id="{39A0F39B-2248-4C00-93F2-3E242ACFB2FC}"/>
              </a:ext>
            </a:extLst>
          </p:cNvPr>
          <p:cNvSpPr/>
          <p:nvPr>
            <p:custDataLst>
              <p:tags r:id="rId4"/>
            </p:custDataLst>
          </p:nvPr>
        </p:nvSpPr>
        <p:spPr>
          <a:xfrm>
            <a:off x="342900" y="2101067"/>
            <a:ext cx="7181850" cy="646331"/>
          </a:xfrm>
          <a:prstGeom prst="rect">
            <a:avLst/>
          </a:prstGeom>
        </p:spPr>
        <p:txBody>
          <a:bodyPr wrap="square">
            <a:spAutoFit/>
          </a:bodyPr>
          <a:lstStyle/>
          <a:p>
            <a:pPr algn="just"/>
            <a:r>
              <a:rPr lang="en-US" dirty="0">
                <a:solidFill>
                  <a:srgbClr val="000000"/>
                </a:solidFill>
              </a:rPr>
              <a:t>Name of UOM 1, populated by the Host in the case of an upload item. This is the lowest unit of measure, common to both the Host and WMS.</a:t>
            </a:r>
            <a:endParaRPr lang="en-CA" dirty="0">
              <a:solidFill>
                <a:srgbClr val="000000"/>
              </a:solidFill>
            </a:endParaRPr>
          </a:p>
        </p:txBody>
      </p:sp>
      <p:cxnSp>
        <p:nvCxnSpPr>
          <p:cNvPr id="7" name="Straight Arrow Connector 6">
            <a:extLst>
              <a:ext uri="{FF2B5EF4-FFF2-40B4-BE49-F238E27FC236}">
                <a16:creationId xmlns:a16="http://schemas.microsoft.com/office/drawing/2014/main" xmlns="" id="{6D9D59C9-D54C-4CF8-AA68-C366A755749E}"/>
              </a:ext>
            </a:extLst>
          </p:cNvPr>
          <p:cNvCxnSpPr>
            <a:cxnSpLocks/>
          </p:cNvCxnSpPr>
          <p:nvPr>
            <p:custDataLst>
              <p:tags r:id="rId5"/>
            </p:custDataLst>
          </p:nvPr>
        </p:nvCxnSpPr>
        <p:spPr>
          <a:xfrm>
            <a:off x="4419600" y="409091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xmlns="" id="{171C6F2B-211C-4ABF-99BE-8FCCDB67A0D6}"/>
              </a:ext>
            </a:extLst>
          </p:cNvPr>
          <p:cNvSpPr/>
          <p:nvPr>
            <p:custDataLst>
              <p:tags r:id="rId6"/>
            </p:custDataLst>
          </p:nvPr>
        </p:nvSpPr>
        <p:spPr>
          <a:xfrm>
            <a:off x="6196266" y="3695712"/>
            <a:ext cx="5805234" cy="923330"/>
          </a:xfrm>
          <a:prstGeom prst="rect">
            <a:avLst/>
          </a:prstGeom>
        </p:spPr>
        <p:txBody>
          <a:bodyPr wrap="square">
            <a:spAutoFit/>
          </a:bodyPr>
          <a:lstStyle/>
          <a:p>
            <a:pPr algn="just"/>
            <a:r>
              <a:rPr lang="en-US" dirty="0">
                <a:solidFill>
                  <a:srgbClr val="000000"/>
                </a:solidFill>
              </a:rPr>
              <a:t>The unique identifier according to the GS1 Global Trade Item Number standards, populated by the Host for an upload item.</a:t>
            </a:r>
            <a:endParaRPr lang="en-CA" dirty="0">
              <a:solidFill>
                <a:srgbClr val="000000"/>
              </a:solidFill>
            </a:endParaRPr>
          </a:p>
        </p:txBody>
      </p:sp>
      <p:sp>
        <p:nvSpPr>
          <p:cNvPr id="13" name="Rectangle 12">
            <a:extLst>
              <a:ext uri="{FF2B5EF4-FFF2-40B4-BE49-F238E27FC236}">
                <a16:creationId xmlns:a16="http://schemas.microsoft.com/office/drawing/2014/main" xmlns="" id="{EA6DEB58-3B08-49F2-93CB-D6FD48E3F1AC}"/>
              </a:ext>
            </a:extLst>
          </p:cNvPr>
          <p:cNvSpPr/>
          <p:nvPr>
            <p:custDataLst>
              <p:tags r:id="rId7"/>
            </p:custDataLst>
          </p:nvPr>
        </p:nvSpPr>
        <p:spPr>
          <a:xfrm>
            <a:off x="6148136" y="4671083"/>
            <a:ext cx="5387320" cy="369332"/>
          </a:xfrm>
          <a:prstGeom prst="rect">
            <a:avLst/>
          </a:prstGeom>
        </p:spPr>
        <p:txBody>
          <a:bodyPr wrap="square">
            <a:spAutoFit/>
          </a:bodyPr>
          <a:lstStyle/>
          <a:p>
            <a:pPr algn="just"/>
            <a:r>
              <a:rPr lang="en-US" dirty="0">
                <a:solidFill>
                  <a:srgbClr val="000000"/>
                </a:solidFill>
              </a:rPr>
              <a:t>The height, width, depth and weight for the UOM 1. </a:t>
            </a:r>
            <a:endParaRPr lang="en-CA" dirty="0">
              <a:solidFill>
                <a:srgbClr val="000000"/>
              </a:solidFill>
            </a:endParaRPr>
          </a:p>
        </p:txBody>
      </p:sp>
      <p:sp>
        <p:nvSpPr>
          <p:cNvPr id="15" name="Rectangle 14">
            <a:extLst>
              <a:ext uri="{FF2B5EF4-FFF2-40B4-BE49-F238E27FC236}">
                <a16:creationId xmlns:a16="http://schemas.microsoft.com/office/drawing/2014/main" xmlns="" id="{6B542573-FF3A-4429-A79D-1CA480086DC1}"/>
              </a:ext>
            </a:extLst>
          </p:cNvPr>
          <p:cNvSpPr/>
          <p:nvPr>
            <p:custDataLst>
              <p:tags r:id="rId8"/>
            </p:custDataLst>
          </p:nvPr>
        </p:nvSpPr>
        <p:spPr>
          <a:xfrm>
            <a:off x="6186236" y="5330371"/>
            <a:ext cx="5387320" cy="646331"/>
          </a:xfrm>
          <a:prstGeom prst="rect">
            <a:avLst/>
          </a:prstGeom>
        </p:spPr>
        <p:txBody>
          <a:bodyPr wrap="square">
            <a:spAutoFit/>
          </a:bodyPr>
          <a:lstStyle/>
          <a:p>
            <a:pPr algn="just"/>
            <a:r>
              <a:rPr lang="en-US" dirty="0">
                <a:solidFill>
                  <a:srgbClr val="000000"/>
                </a:solidFill>
              </a:rPr>
              <a:t>The level 1 gross weight of the specified unit of measure inventory.</a:t>
            </a:r>
            <a:endParaRPr lang="en-CA" dirty="0">
              <a:solidFill>
                <a:srgbClr val="000000"/>
              </a:solidFill>
            </a:endParaRPr>
          </a:p>
        </p:txBody>
      </p:sp>
      <p:cxnSp>
        <p:nvCxnSpPr>
          <p:cNvPr id="24" name="Straight Arrow Connector 23">
            <a:extLst>
              <a:ext uri="{FF2B5EF4-FFF2-40B4-BE49-F238E27FC236}">
                <a16:creationId xmlns:a16="http://schemas.microsoft.com/office/drawing/2014/main" xmlns="" id="{6EAD3C04-6460-48DD-8AFA-777EF4B23D45}"/>
              </a:ext>
            </a:extLst>
          </p:cNvPr>
          <p:cNvCxnSpPr>
            <a:cxnSpLocks/>
          </p:cNvCxnSpPr>
          <p:nvPr>
            <p:custDataLst>
              <p:tags r:id="rId9"/>
            </p:custDataLst>
          </p:nvPr>
        </p:nvCxnSpPr>
        <p:spPr>
          <a:xfrm>
            <a:off x="4381500" y="483386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xmlns="" id="{35F6599E-623F-4A9E-A718-DE847858AA74}"/>
              </a:ext>
            </a:extLst>
          </p:cNvPr>
          <p:cNvCxnSpPr>
            <a:cxnSpLocks/>
          </p:cNvCxnSpPr>
          <p:nvPr>
            <p:custDataLst>
              <p:tags r:id="rId10"/>
            </p:custDataLst>
          </p:nvPr>
        </p:nvCxnSpPr>
        <p:spPr>
          <a:xfrm>
            <a:off x="4381500" y="555776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xmlns="" id="{8D2BD4FD-5F27-428F-AFD7-5C3A1D584C91}"/>
              </a:ext>
            </a:extLst>
          </p:cNvPr>
          <p:cNvCxnSpPr>
            <a:cxnSpLocks/>
          </p:cNvCxnSpPr>
          <p:nvPr>
            <p:custDataLst>
              <p:tags r:id="rId11"/>
            </p:custDataLst>
          </p:nvPr>
        </p:nvCxnSpPr>
        <p:spPr>
          <a:xfrm flipV="1">
            <a:off x="2705100" y="2800350"/>
            <a:ext cx="0" cy="795262"/>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976376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333500"/>
            <a:ext cx="10515600" cy="4843463"/>
          </a:xfrm>
        </p:spPr>
        <p:txBody>
          <a:bodyPr/>
          <a:lstStyle/>
          <a:p>
            <a:pPr marL="457200" indent="-457200" algn="just">
              <a:lnSpc>
                <a:spcPct val="150000"/>
              </a:lnSpc>
              <a:buFont typeface="+mj-lt"/>
              <a:buAutoNum type="arabicPeriod" startAt="13"/>
            </a:pPr>
            <a:r>
              <a:rPr lang="en-US" dirty="0"/>
              <a:t>In the same manner as in the UOM1 section, enter the item units of measure in the </a:t>
            </a:r>
            <a:r>
              <a:rPr lang="en-US" b="1" dirty="0"/>
              <a:t>UOM 2 to 6 </a:t>
            </a:r>
            <a:r>
              <a:rPr lang="en-US" dirty="0"/>
              <a:t>sections if applicable. </a:t>
            </a:r>
          </a:p>
          <a:p>
            <a:pPr lvl="1" algn="just">
              <a:lnSpc>
                <a:spcPct val="150000"/>
              </a:lnSpc>
              <a:buFont typeface="Wingdings" panose="05000000000000000000" pitchFamily="2" charset="2"/>
              <a:buChar char="ü"/>
            </a:pPr>
            <a:r>
              <a:rPr lang="en-US" sz="2400" dirty="0"/>
              <a:t> Units of measure are used to define standard packing of items in the warehouse. Examples: each (individual piece), bag, box, case, pallet, etc.</a:t>
            </a:r>
          </a:p>
          <a:p>
            <a:pPr lvl="1" algn="just">
              <a:lnSpc>
                <a:spcPct val="150000"/>
              </a:lnSpc>
              <a:buFont typeface="Wingdings" panose="05000000000000000000" pitchFamily="2" charset="2"/>
              <a:buChar char="ü"/>
            </a:pPr>
            <a:r>
              <a:rPr lang="en-US" sz="2400" dirty="0"/>
              <a:t> Note that UOMs 1 to 6 must be unique and gaps between them are not allowed. </a:t>
            </a:r>
            <a:endParaRPr lang="en-CA" sz="2400" dirty="0"/>
          </a:p>
        </p:txBody>
      </p:sp>
    </p:spTree>
    <p:extLst>
      <p:ext uri="{BB962C8B-B14F-4D97-AF65-F5344CB8AC3E}">
        <p14:creationId xmlns:p14="http://schemas.microsoft.com/office/powerpoint/2010/main" val="23309158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20000"/>
              </a:lnSpc>
              <a:buFont typeface="+mj-lt"/>
              <a:buAutoNum type="arabicPeriod" startAt="13"/>
            </a:pPr>
            <a:r>
              <a:rPr lang="en-US" dirty="0"/>
              <a:t>(Continued)</a:t>
            </a:r>
            <a:endParaRPr lang="en-CA" sz="2400" dirty="0"/>
          </a:p>
        </p:txBody>
      </p:sp>
      <p:pic>
        <p:nvPicPr>
          <p:cNvPr id="5" name="Picture 4">
            <a:extLst>
              <a:ext uri="{FF2B5EF4-FFF2-40B4-BE49-F238E27FC236}">
                <a16:creationId xmlns:a16="http://schemas.microsoft.com/office/drawing/2014/main" xmlns="" id="{7CD9EE9E-4A81-422B-AC73-6984BA45534D}"/>
              </a:ext>
            </a:extLst>
          </p:cNvPr>
          <p:cNvPicPr>
            <a:picLocks noChangeAspect="1"/>
          </p:cNvPicPr>
          <p:nvPr>
            <p:custDataLst>
              <p:tags r:id="rId3"/>
            </p:custDataLst>
          </p:nvPr>
        </p:nvPicPr>
        <p:blipFill>
          <a:blip r:embed="rId10"/>
          <a:stretch>
            <a:fillRect/>
          </a:stretch>
        </p:blipFill>
        <p:spPr>
          <a:xfrm>
            <a:off x="533192" y="2739231"/>
            <a:ext cx="11011108" cy="2903537"/>
          </a:xfrm>
          <a:prstGeom prst="rect">
            <a:avLst/>
          </a:prstGeom>
        </p:spPr>
      </p:pic>
      <p:cxnSp>
        <p:nvCxnSpPr>
          <p:cNvPr id="6" name="Straight Arrow Connector 5">
            <a:extLst>
              <a:ext uri="{FF2B5EF4-FFF2-40B4-BE49-F238E27FC236}">
                <a16:creationId xmlns:a16="http://schemas.microsoft.com/office/drawing/2014/main" xmlns="" id="{E1FB3E92-C2C9-4CDE-9FFC-EF2E76BB2C94}"/>
              </a:ext>
            </a:extLst>
          </p:cNvPr>
          <p:cNvCxnSpPr>
            <a:cxnSpLocks/>
          </p:cNvCxnSpPr>
          <p:nvPr>
            <p:custDataLst>
              <p:tags r:id="rId4"/>
            </p:custDataLst>
          </p:nvPr>
        </p:nvCxnSpPr>
        <p:spPr>
          <a:xfrm>
            <a:off x="1395666" y="4356385"/>
            <a:ext cx="0" cy="151101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7" name="Rectangle 6">
            <a:extLst>
              <a:ext uri="{FF2B5EF4-FFF2-40B4-BE49-F238E27FC236}">
                <a16:creationId xmlns:a16="http://schemas.microsoft.com/office/drawing/2014/main" xmlns="" id="{3F1231A3-2847-49CB-9502-28ED952F6E07}"/>
              </a:ext>
            </a:extLst>
          </p:cNvPr>
          <p:cNvSpPr/>
          <p:nvPr>
            <p:custDataLst>
              <p:tags r:id="rId5"/>
            </p:custDataLst>
          </p:nvPr>
        </p:nvSpPr>
        <p:spPr>
          <a:xfrm>
            <a:off x="838200" y="5929311"/>
            <a:ext cx="5805234" cy="369332"/>
          </a:xfrm>
          <a:prstGeom prst="rect">
            <a:avLst/>
          </a:prstGeom>
        </p:spPr>
        <p:txBody>
          <a:bodyPr wrap="square">
            <a:spAutoFit/>
          </a:bodyPr>
          <a:lstStyle/>
          <a:p>
            <a:pPr algn="just"/>
            <a:r>
              <a:rPr lang="en-US" dirty="0">
                <a:solidFill>
                  <a:srgbClr val="000000"/>
                </a:solidFill>
              </a:rPr>
              <a:t>The quantity of UOM 1 it takes to make one UOM 2.</a:t>
            </a:r>
            <a:endParaRPr lang="en-CA" dirty="0">
              <a:solidFill>
                <a:srgbClr val="000000"/>
              </a:solidFill>
            </a:endParaRPr>
          </a:p>
        </p:txBody>
      </p:sp>
      <p:cxnSp>
        <p:nvCxnSpPr>
          <p:cNvPr id="10" name="Straight Arrow Connector 9">
            <a:extLst>
              <a:ext uri="{FF2B5EF4-FFF2-40B4-BE49-F238E27FC236}">
                <a16:creationId xmlns:a16="http://schemas.microsoft.com/office/drawing/2014/main" xmlns="" id="{56FDC3D0-EDEE-4F13-8575-3D46DEDED565}"/>
              </a:ext>
            </a:extLst>
          </p:cNvPr>
          <p:cNvCxnSpPr>
            <a:cxnSpLocks/>
          </p:cNvCxnSpPr>
          <p:nvPr>
            <p:custDataLst>
              <p:tags r:id="rId6"/>
            </p:custDataLst>
          </p:nvPr>
        </p:nvCxnSpPr>
        <p:spPr>
          <a:xfrm flipV="1">
            <a:off x="7815516" y="2457450"/>
            <a:ext cx="0" cy="127028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xmlns="" id="{C1BAAF30-31B5-4EB8-BD66-CF816E6A60CB}"/>
              </a:ext>
            </a:extLst>
          </p:cNvPr>
          <p:cNvSpPr/>
          <p:nvPr>
            <p:custDataLst>
              <p:tags r:id="rId7"/>
            </p:custDataLst>
          </p:nvPr>
        </p:nvSpPr>
        <p:spPr>
          <a:xfrm>
            <a:off x="4795095" y="1690688"/>
            <a:ext cx="6040841" cy="646331"/>
          </a:xfrm>
          <a:prstGeom prst="rect">
            <a:avLst/>
          </a:prstGeom>
        </p:spPr>
        <p:txBody>
          <a:bodyPr wrap="square">
            <a:spAutoFit/>
          </a:bodyPr>
          <a:lstStyle/>
          <a:p>
            <a:pPr algn="just"/>
            <a:r>
              <a:rPr lang="en-US" dirty="0">
                <a:solidFill>
                  <a:srgbClr val="000000"/>
                </a:solidFill>
              </a:rPr>
              <a:t>The unit of measure description used against UOM 3 for billing purposes in the </a:t>
            </a:r>
            <a:r>
              <a:rPr lang="en-US" dirty="0" err="1">
                <a:solidFill>
                  <a:srgbClr val="000000"/>
                </a:solidFill>
              </a:rPr>
              <a:t>EliteSeries</a:t>
            </a:r>
            <a:r>
              <a:rPr lang="en-US" dirty="0">
                <a:solidFill>
                  <a:srgbClr val="000000"/>
                </a:solidFill>
              </a:rPr>
              <a:t> Billing Management System. </a:t>
            </a:r>
          </a:p>
        </p:txBody>
      </p:sp>
    </p:spTree>
    <p:extLst>
      <p:ext uri="{BB962C8B-B14F-4D97-AF65-F5344CB8AC3E}">
        <p14:creationId xmlns:p14="http://schemas.microsoft.com/office/powerpoint/2010/main" val="27317386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314450"/>
            <a:ext cx="10515600" cy="4862513"/>
          </a:xfrm>
        </p:spPr>
        <p:txBody>
          <a:bodyPr/>
          <a:lstStyle/>
          <a:p>
            <a:pPr marL="457200" indent="-457200" algn="just">
              <a:lnSpc>
                <a:spcPct val="150000"/>
              </a:lnSpc>
              <a:buFont typeface="+mj-lt"/>
              <a:buAutoNum type="arabicPeriod" startAt="13"/>
            </a:pPr>
            <a:r>
              <a:rPr lang="en-US" dirty="0"/>
              <a:t>(Continued) Note that the height, width, depth and weight for any UOM that has </a:t>
            </a:r>
            <a:r>
              <a:rPr lang="en-US" u="sng" dirty="0"/>
              <a:t>not</a:t>
            </a:r>
            <a:r>
              <a:rPr lang="en-US" dirty="0"/>
              <a:t> been defined in the UOM 2 to 6 sections should remain at 0. </a:t>
            </a:r>
            <a:endParaRPr lang="en-CA" dirty="0"/>
          </a:p>
        </p:txBody>
      </p:sp>
      <p:pic>
        <p:nvPicPr>
          <p:cNvPr id="6" name="Picture 5">
            <a:extLst>
              <a:ext uri="{FF2B5EF4-FFF2-40B4-BE49-F238E27FC236}">
                <a16:creationId xmlns:a16="http://schemas.microsoft.com/office/drawing/2014/main" xmlns="" id="{F81FF14A-E773-4901-A54E-76C8717BCFBA}"/>
              </a:ext>
            </a:extLst>
          </p:cNvPr>
          <p:cNvPicPr>
            <a:picLocks noChangeAspect="1"/>
          </p:cNvPicPr>
          <p:nvPr>
            <p:custDataLst>
              <p:tags r:id="rId3"/>
            </p:custDataLst>
          </p:nvPr>
        </p:nvPicPr>
        <p:blipFill>
          <a:blip r:embed="rId5"/>
          <a:stretch>
            <a:fillRect/>
          </a:stretch>
        </p:blipFill>
        <p:spPr>
          <a:xfrm>
            <a:off x="171450" y="2810762"/>
            <a:ext cx="11849100" cy="2341187"/>
          </a:xfrm>
          <a:prstGeom prst="rect">
            <a:avLst/>
          </a:prstGeom>
        </p:spPr>
      </p:pic>
    </p:spTree>
    <p:extLst>
      <p:ext uri="{BB962C8B-B14F-4D97-AF65-F5344CB8AC3E}">
        <p14:creationId xmlns:p14="http://schemas.microsoft.com/office/powerpoint/2010/main" val="5958169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5" name="Content Placeholder 2">
            <a:extLst>
              <a:ext uri="{FF2B5EF4-FFF2-40B4-BE49-F238E27FC236}">
                <a16:creationId xmlns:a16="http://schemas.microsoft.com/office/drawing/2014/main" xmlns="" id="{3B10F3F3-B9C1-4D8F-A320-EC3BDE6FC04F}"/>
              </a:ext>
            </a:extLst>
          </p:cNvPr>
          <p:cNvSpPr>
            <a:spLocks noGrp="1"/>
          </p:cNvSpPr>
          <p:nvPr>
            <p:ph idx="1"/>
            <p:custDataLst>
              <p:tags r:id="rId2"/>
            </p:custDataLst>
          </p:nvPr>
        </p:nvSpPr>
        <p:spPr>
          <a:xfrm>
            <a:off x="838200" y="1352551"/>
            <a:ext cx="10515600" cy="4599094"/>
          </a:xfrm>
        </p:spPr>
        <p:txBody>
          <a:bodyPr/>
          <a:lstStyle/>
          <a:p>
            <a:pPr marL="457200" indent="-457200" algn="just">
              <a:lnSpc>
                <a:spcPct val="150000"/>
              </a:lnSpc>
              <a:buFont typeface="+mj-lt"/>
              <a:buAutoNum type="arabicPeriod" startAt="14"/>
            </a:pPr>
            <a:r>
              <a:rPr lang="en-US" dirty="0"/>
              <a:t>Enter the item attributes in the </a:t>
            </a:r>
            <a:r>
              <a:rPr lang="en-US" b="1" dirty="0"/>
              <a:t>UOMs</a:t>
            </a:r>
            <a:r>
              <a:rPr lang="en-US" dirty="0"/>
              <a:t> section. An explanation of the fields is given in the next slides. </a:t>
            </a:r>
            <a:endParaRPr lang="fr-CA" dirty="0"/>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4" name="Picture 3">
            <a:extLst>
              <a:ext uri="{FF2B5EF4-FFF2-40B4-BE49-F238E27FC236}">
                <a16:creationId xmlns:a16="http://schemas.microsoft.com/office/drawing/2014/main" xmlns="" id="{7F42380B-98D8-46CE-B873-B1EC230118AF}"/>
              </a:ext>
            </a:extLst>
          </p:cNvPr>
          <p:cNvPicPr>
            <a:picLocks noChangeAspect="1"/>
          </p:cNvPicPr>
          <p:nvPr>
            <p:custDataLst>
              <p:tags r:id="rId3"/>
            </p:custDataLst>
          </p:nvPr>
        </p:nvPicPr>
        <p:blipFill>
          <a:blip r:embed="rId5"/>
          <a:stretch>
            <a:fillRect/>
          </a:stretch>
        </p:blipFill>
        <p:spPr>
          <a:xfrm>
            <a:off x="838200" y="2601914"/>
            <a:ext cx="7179558" cy="3501918"/>
          </a:xfrm>
          <a:prstGeom prst="rect">
            <a:avLst/>
          </a:prstGeom>
        </p:spPr>
      </p:pic>
    </p:spTree>
    <p:extLst>
      <p:ext uri="{BB962C8B-B14F-4D97-AF65-F5344CB8AC3E}">
        <p14:creationId xmlns:p14="http://schemas.microsoft.com/office/powerpoint/2010/main" val="27274146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xmlns="" id="{6F547A74-76C7-453B-9A28-D49DEB1446E4}"/>
              </a:ext>
            </a:extLst>
          </p:cNvPr>
          <p:cNvSpPr>
            <a:spLocks noGrp="1"/>
          </p:cNvSpPr>
          <p:nvPr>
            <p:ph idx="1"/>
            <p:custDataLst>
              <p:tags r:id="rId1"/>
            </p:custDataLst>
          </p:nvPr>
        </p:nvSpPr>
        <p:spPr>
          <a:xfrm>
            <a:off x="838200" y="1162050"/>
            <a:ext cx="10515600" cy="4789595"/>
          </a:xfrm>
        </p:spPr>
        <p:txBody>
          <a:bodyPr/>
          <a:lstStyle/>
          <a:p>
            <a:pPr marL="457200" indent="-457200" algn="just">
              <a:lnSpc>
                <a:spcPct val="150000"/>
              </a:lnSpc>
              <a:buFont typeface="+mj-lt"/>
              <a:buAutoNum type="arabicPeriod" startAt="14"/>
            </a:pPr>
            <a:r>
              <a:rPr lang="fr-CA" dirty="0"/>
              <a:t>(</a:t>
            </a:r>
            <a:r>
              <a:rPr lang="fr-CA" dirty="0" err="1"/>
              <a:t>Continued</a:t>
            </a:r>
            <a:r>
              <a:rPr lang="fr-CA" dirty="0"/>
              <a:t>)</a:t>
            </a:r>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4" name="Table 3">
            <a:extLst>
              <a:ext uri="{FF2B5EF4-FFF2-40B4-BE49-F238E27FC236}">
                <a16:creationId xmlns:a16="http://schemas.microsoft.com/office/drawing/2014/main" xmlns="" id="{7165A344-5C85-4FAF-86E6-1616BF96DD15}"/>
              </a:ext>
            </a:extLst>
          </p:cNvPr>
          <p:cNvGraphicFramePr>
            <a:graphicFrameLocks noGrp="1"/>
          </p:cNvGraphicFramePr>
          <p:nvPr>
            <p:custDataLst>
              <p:tags r:id="rId3"/>
            </p:custDataLst>
            <p:extLst>
              <p:ext uri="{D42A27DB-BD31-4B8C-83A1-F6EECF244321}">
                <p14:modId xmlns:p14="http://schemas.microsoft.com/office/powerpoint/2010/main" val="3901637564"/>
              </p:ext>
            </p:extLst>
          </p:nvPr>
        </p:nvGraphicFramePr>
        <p:xfrm>
          <a:off x="500053" y="1976545"/>
          <a:ext cx="11191894" cy="3975100"/>
        </p:xfrm>
        <a:graphic>
          <a:graphicData uri="http://schemas.openxmlformats.org/drawingml/2006/table">
            <a:tbl>
              <a:tblPr firstRow="1" bandRow="1">
                <a:tableStyleId>{F5AB1C69-6EDB-4FF4-983F-18BD219EF322}</a:tableStyleId>
              </a:tblPr>
              <a:tblGrid>
                <a:gridCol w="2014547">
                  <a:extLst>
                    <a:ext uri="{9D8B030D-6E8A-4147-A177-3AD203B41FA5}">
                      <a16:colId xmlns:a16="http://schemas.microsoft.com/office/drawing/2014/main" xmlns="" val="3611636286"/>
                    </a:ext>
                  </a:extLst>
                </a:gridCol>
                <a:gridCol w="917734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Load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unit of measure that defines the maximum quantity of an item that will be received for each receipt record. Defines the unit of measure for which a tag ID is generated. The load unit of measure is the item's normal handling unit of measure that controls the creation of unique tags and inventory records at the time of receiving. The Load UOM must represent either UOM 1, UOM 2, UOM 3, UOM 4, UOM 5 or UOM6.</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933785360"/>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Minimum/Maximum Load Quantity</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minimum/maximum quantity (in the lowest unit of measure) of inventory that can be associated with a full load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85244263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Label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unit of measure for which tag labels are printed on a receipt record. The Label UOM must represent either UOM 1, UOM 2, UOM 3, UOM 4, UOM 5 or UOM6.</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826109979"/>
                  </a:ext>
                </a:extLst>
              </a:tr>
              <a:tr h="258206">
                <a:tc>
                  <a:txBody>
                    <a:bodyPr/>
                    <a:lstStyle/>
                    <a:p>
                      <a:pPr marL="0" algn="l" defTabSz="914400" rtl="0" eaLnBrk="1" fontAlgn="b" latinLnBrk="0" hangingPunct="1">
                        <a:lnSpc>
                          <a:spcPct val="100000"/>
                        </a:lnSpc>
                      </a:pPr>
                      <a:r>
                        <a:rPr lang="en-US" sz="1800" kern="1200">
                          <a:solidFill>
                            <a:schemeClr val="tx1">
                              <a:lumMod val="50000"/>
                              <a:lumOff val="50000"/>
                            </a:schemeClr>
                          </a:solidFill>
                          <a:latin typeface="+mn-lt"/>
                          <a:ea typeface="+mn-ea"/>
                          <a:cs typeface="+mn-cs"/>
                        </a:rPr>
                        <a:t>Command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controls how quantity information is communicated to users for all tasks. Commands are displayed to users in this unit of measure whenever possible. Commands are never shown in a higher unit of measure than the command unit of measure. The command must be issued as an even multiple of a defined UOM (no decimals/fractions).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00724020"/>
                  </a:ext>
                </a:extLst>
              </a:tr>
            </a:tbl>
          </a:graphicData>
        </a:graphic>
      </p:graphicFrame>
    </p:spTree>
    <p:extLst>
      <p:ext uri="{BB962C8B-B14F-4D97-AF65-F5344CB8AC3E}">
        <p14:creationId xmlns:p14="http://schemas.microsoft.com/office/powerpoint/2010/main" val="26121355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xmlns="" id="{6F547A74-76C7-453B-9A28-D49DEB1446E4}"/>
              </a:ext>
            </a:extLst>
          </p:cNvPr>
          <p:cNvSpPr>
            <a:spLocks noGrp="1"/>
          </p:cNvSpPr>
          <p:nvPr>
            <p:ph idx="1"/>
            <p:custDataLst>
              <p:tags r:id="rId1"/>
            </p:custDataLst>
          </p:nvPr>
        </p:nvSpPr>
        <p:spPr>
          <a:xfrm>
            <a:off x="838200" y="1504950"/>
            <a:ext cx="10515600" cy="4446695"/>
          </a:xfrm>
        </p:spPr>
        <p:txBody>
          <a:bodyPr/>
          <a:lstStyle/>
          <a:p>
            <a:pPr marL="457200" indent="-457200" algn="just">
              <a:lnSpc>
                <a:spcPct val="150000"/>
              </a:lnSpc>
              <a:buFont typeface="+mj-lt"/>
              <a:buAutoNum type="arabicPeriod" startAt="14"/>
            </a:pPr>
            <a:r>
              <a:rPr lang="fr-CA" dirty="0"/>
              <a:t>(</a:t>
            </a:r>
            <a:r>
              <a:rPr lang="fr-CA" dirty="0" err="1"/>
              <a:t>Continued</a:t>
            </a:r>
            <a:r>
              <a:rPr lang="fr-CA" dirty="0"/>
              <a:t>)</a:t>
            </a:r>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4" name="Table 3">
            <a:extLst>
              <a:ext uri="{FF2B5EF4-FFF2-40B4-BE49-F238E27FC236}">
                <a16:creationId xmlns:a16="http://schemas.microsoft.com/office/drawing/2014/main" xmlns="" id="{7165A344-5C85-4FAF-86E6-1616BF96DD15}"/>
              </a:ext>
            </a:extLst>
          </p:cNvPr>
          <p:cNvGraphicFramePr>
            <a:graphicFrameLocks noGrp="1"/>
          </p:cNvGraphicFramePr>
          <p:nvPr>
            <p:custDataLst>
              <p:tags r:id="rId3"/>
            </p:custDataLst>
            <p:extLst>
              <p:ext uri="{D42A27DB-BD31-4B8C-83A1-F6EECF244321}">
                <p14:modId xmlns:p14="http://schemas.microsoft.com/office/powerpoint/2010/main" val="1293319068"/>
              </p:ext>
            </p:extLst>
          </p:nvPr>
        </p:nvGraphicFramePr>
        <p:xfrm>
          <a:off x="500053" y="2487613"/>
          <a:ext cx="11191894" cy="260705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xmlns="" val="3611636286"/>
                    </a:ext>
                  </a:extLst>
                </a:gridCol>
                <a:gridCol w="93106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Carton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unit of measure that defines a stocking carton.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153659182"/>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Cross Dock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minimum unit of measure that can be cross docked for an item. Receipts less than this unit of measure are not considered for cross docking.</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646475671"/>
                  </a:ext>
                </a:extLst>
              </a:tr>
              <a:tr h="258206">
                <a:tc>
                  <a:txBody>
                    <a:bodyPr/>
                    <a:lstStyle/>
                    <a:p>
                      <a:pPr marL="0" algn="l" defTabSz="914400" rtl="0" eaLnBrk="1" fontAlgn="b" latinLnBrk="0" hangingPunct="1">
                        <a:lnSpc>
                          <a:spcPct val="110000"/>
                        </a:lnSpc>
                      </a:pPr>
                      <a:r>
                        <a:rPr lang="en-US" sz="1800" kern="1200">
                          <a:solidFill>
                            <a:schemeClr val="tx1">
                              <a:lumMod val="50000"/>
                              <a:lumOff val="50000"/>
                            </a:schemeClr>
                          </a:solidFill>
                          <a:latin typeface="+mn-lt"/>
                          <a:ea typeface="+mn-ea"/>
                          <a:cs typeface="+mn-cs"/>
                        </a:rPr>
                        <a:t>Break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lowest unit of measure that WMS can transact in for the item. This UOM may not be split into small units.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646728206"/>
                  </a:ext>
                </a:extLst>
              </a:tr>
              <a:tr h="0">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No Container Preselection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For the specified unit of measure and higher, no picking container will be specified in the container selection algorithm defined in the container selection code table.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142874349"/>
                  </a:ext>
                </a:extLst>
              </a:tr>
              <a:tr h="258206">
                <a:tc>
                  <a:txBody>
                    <a:bodyPr/>
                    <a:lstStyle/>
                    <a:p>
                      <a:pPr marL="0" algn="l" defTabSz="914400" rtl="0" eaLnBrk="1" fontAlgn="b" latinLnBrk="0" hangingPunct="1">
                        <a:lnSpc>
                          <a:spcPct val="110000"/>
                        </a:lnSpc>
                      </a:pPr>
                      <a:r>
                        <a:rPr lang="en-US" sz="1800" kern="1200">
                          <a:solidFill>
                            <a:schemeClr val="tx1">
                              <a:lumMod val="50000"/>
                              <a:lumOff val="50000"/>
                            </a:schemeClr>
                          </a:solidFill>
                          <a:latin typeface="+mn-lt"/>
                          <a:ea typeface="+mn-ea"/>
                          <a:cs typeface="+mn-cs"/>
                        </a:rPr>
                        <a:t>Pick Label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largest unit of measure for which a pick label will be printed.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480603024"/>
                  </a:ext>
                </a:extLst>
              </a:tr>
            </a:tbl>
          </a:graphicData>
        </a:graphic>
      </p:graphicFrame>
    </p:spTree>
    <p:extLst>
      <p:ext uri="{BB962C8B-B14F-4D97-AF65-F5344CB8AC3E}">
        <p14:creationId xmlns:p14="http://schemas.microsoft.com/office/powerpoint/2010/main" val="35277776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0697CE17-B271-4988-AEB5-1C4207C71F56}"/>
              </a:ext>
            </a:extLst>
          </p:cNvPr>
          <p:cNvSpPr>
            <a:spLocks noGrp="1"/>
          </p:cNvSpPr>
          <p:nvPr>
            <p:ph idx="1"/>
            <p:custDataLst>
              <p:tags r:id="rId2"/>
            </p:custDataLst>
          </p:nvPr>
        </p:nvSpPr>
        <p:spPr>
          <a:xfrm>
            <a:off x="614150" y="1219199"/>
            <a:ext cx="10739650" cy="4801353"/>
          </a:xfrm>
        </p:spPr>
        <p:txBody>
          <a:bodyPr/>
          <a:lstStyle/>
          <a:p>
            <a:pPr marL="457200" indent="-457200" algn="just">
              <a:lnSpc>
                <a:spcPct val="130000"/>
              </a:lnSpc>
              <a:buFont typeface="+mj-lt"/>
              <a:buAutoNum type="arabicPeriod" startAt="15"/>
            </a:pPr>
            <a:r>
              <a:rPr lang="en-US" dirty="0"/>
              <a:t>By clicking on "View More" at the top right of the resource, various other parameters can be configured if applicable: </a:t>
            </a:r>
            <a:r>
              <a:rPr lang="en-US" dirty="0">
                <a:hlinkClick r:id="rId6" action="ppaction://hlinksldjump"/>
              </a:rPr>
              <a:t>Item Precautionary Statements</a:t>
            </a:r>
            <a:r>
              <a:rPr lang="en-US" dirty="0"/>
              <a:t>, </a:t>
            </a:r>
            <a:r>
              <a:rPr lang="en-US" dirty="0">
                <a:hlinkClick r:id="rId7" action="ppaction://hlinksldjump"/>
              </a:rPr>
              <a:t>Serial Tracking</a:t>
            </a:r>
            <a:r>
              <a:rPr lang="en-US" dirty="0"/>
              <a:t>, </a:t>
            </a:r>
            <a:r>
              <a:rPr lang="en-US" dirty="0">
                <a:hlinkClick r:id="rId8" action="ppaction://hlinksldjump"/>
              </a:rPr>
              <a:t>Shipping</a:t>
            </a:r>
            <a:r>
              <a:rPr lang="en-US" dirty="0"/>
              <a:t>, </a:t>
            </a:r>
            <a:r>
              <a:rPr lang="en-US" dirty="0">
                <a:hlinkClick r:id="rId9" action="ppaction://hlinksldjump"/>
              </a:rPr>
              <a:t>Cycle Counting</a:t>
            </a:r>
            <a:r>
              <a:rPr lang="en-US" dirty="0"/>
              <a:t>, </a:t>
            </a:r>
            <a:r>
              <a:rPr lang="en-US" dirty="0">
                <a:hlinkClick r:id="rId10" action="ppaction://hlinksldjump"/>
              </a:rPr>
              <a:t>Hazardous Material Handling</a:t>
            </a:r>
            <a:r>
              <a:rPr lang="en-US" dirty="0"/>
              <a:t> and </a:t>
            </a:r>
            <a:r>
              <a:rPr lang="en-US" dirty="0">
                <a:hlinkClick r:id="rId11" action="ppaction://hlinksldjump"/>
              </a:rPr>
              <a:t>Item Extended Description</a:t>
            </a:r>
            <a:r>
              <a:rPr lang="en-US" dirty="0"/>
              <a:t>.</a:t>
            </a:r>
            <a:endParaRPr lang="en-CA" dirty="0"/>
          </a:p>
        </p:txBody>
      </p:sp>
      <p:pic>
        <p:nvPicPr>
          <p:cNvPr id="6" name="Picture 5">
            <a:extLst>
              <a:ext uri="{FF2B5EF4-FFF2-40B4-BE49-F238E27FC236}">
                <a16:creationId xmlns:a16="http://schemas.microsoft.com/office/drawing/2014/main" xmlns="" id="{FF908D6F-3AD0-41C8-ABEF-211B75D991E7}"/>
              </a:ext>
            </a:extLst>
          </p:cNvPr>
          <p:cNvPicPr>
            <a:picLocks noChangeAspect="1"/>
          </p:cNvPicPr>
          <p:nvPr>
            <p:custDataLst>
              <p:tags r:id="rId3"/>
            </p:custDataLst>
          </p:nvPr>
        </p:nvPicPr>
        <p:blipFill rotWithShape="1">
          <a:blip r:embed="rId12"/>
          <a:srcRect b="34605"/>
          <a:stretch/>
        </p:blipFill>
        <p:spPr>
          <a:xfrm>
            <a:off x="381000" y="3256739"/>
            <a:ext cx="11430000" cy="3037559"/>
          </a:xfrm>
          <a:prstGeom prst="rect">
            <a:avLst/>
          </a:prstGeom>
        </p:spPr>
      </p:pic>
      <p:pic>
        <p:nvPicPr>
          <p:cNvPr id="8" name="Picture 7">
            <a:extLst>
              <a:ext uri="{FF2B5EF4-FFF2-40B4-BE49-F238E27FC236}">
                <a16:creationId xmlns:a16="http://schemas.microsoft.com/office/drawing/2014/main" xmlns="" id="{C0C196BA-D4E1-4C18-9C4B-BC207E659598}"/>
              </a:ext>
            </a:extLst>
          </p:cNvPr>
          <p:cNvPicPr>
            <a:picLocks noChangeAspect="1"/>
          </p:cNvPicPr>
          <p:nvPr>
            <p:custDataLst>
              <p:tags r:id="rId4"/>
            </p:custDataLst>
          </p:nvPr>
        </p:nvPicPr>
        <p:blipFill>
          <a:blip r:embed="rId13"/>
          <a:stretch>
            <a:fillRect/>
          </a:stretch>
        </p:blipFill>
        <p:spPr>
          <a:xfrm>
            <a:off x="6686203" y="4182973"/>
            <a:ext cx="1629785" cy="1711275"/>
          </a:xfrm>
          <a:prstGeom prst="rect">
            <a:avLst/>
          </a:prstGeom>
        </p:spPr>
      </p:pic>
    </p:spTree>
    <p:extLst>
      <p:ext uri="{BB962C8B-B14F-4D97-AF65-F5344CB8AC3E}">
        <p14:creationId xmlns:p14="http://schemas.microsoft.com/office/powerpoint/2010/main" val="37056195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CD2EC11D-7B51-4107-8CFA-D2196ED9E90B}"/>
              </a:ext>
            </a:extLst>
          </p:cNvPr>
          <p:cNvSpPr>
            <a:spLocks noGrp="1"/>
          </p:cNvSpPr>
          <p:nvPr>
            <p:ph idx="1"/>
            <p:custDataLst>
              <p:tags r:id="rId2"/>
            </p:custDataLst>
          </p:nvPr>
        </p:nvSpPr>
        <p:spPr>
          <a:xfrm>
            <a:off x="982639" y="1200151"/>
            <a:ext cx="10003810" cy="4896602"/>
          </a:xfrm>
        </p:spPr>
        <p:txBody>
          <a:bodyPr/>
          <a:lstStyle/>
          <a:p>
            <a:pPr marL="457200" indent="-457200" algn="just">
              <a:lnSpc>
                <a:spcPct val="130000"/>
              </a:lnSpc>
              <a:buFont typeface="+mj-lt"/>
              <a:buAutoNum type="arabicPeriod" startAt="16"/>
            </a:pPr>
            <a:r>
              <a:rPr lang="en-US" dirty="0"/>
              <a:t>Click on </a:t>
            </a:r>
            <a:r>
              <a:rPr lang="en-US" b="1" dirty="0"/>
              <a:t>Item</a:t>
            </a:r>
            <a:r>
              <a:rPr lang="en-US" dirty="0"/>
              <a:t> </a:t>
            </a:r>
            <a:r>
              <a:rPr lang="en-US" b="1" dirty="0"/>
              <a:t>Precautionary Statement</a:t>
            </a:r>
            <a:r>
              <a:rPr lang="fr-CA" dirty="0"/>
              <a:t>:</a:t>
            </a:r>
          </a:p>
          <a:p>
            <a:pPr marL="457200" lvl="1" indent="0" algn="just">
              <a:lnSpc>
                <a:spcPct val="130000"/>
              </a:lnSpc>
              <a:buNone/>
            </a:pPr>
            <a:r>
              <a:rPr lang="fr-CA" sz="2400" dirty="0">
                <a:solidFill>
                  <a:schemeClr val="accent2"/>
                </a:solidFill>
              </a:rPr>
              <a:t>16.1</a:t>
            </a:r>
            <a:r>
              <a:rPr lang="fr-CA" sz="2400" dirty="0"/>
              <a:t> </a:t>
            </a:r>
            <a:r>
              <a:rPr lang="en-US" sz="2400" dirty="0"/>
              <a:t>Enter a Precautionary Statement Code and click Add.</a:t>
            </a:r>
          </a:p>
          <a:p>
            <a:pPr marL="457200" lvl="1" indent="0" algn="just">
              <a:lnSpc>
                <a:spcPct val="130000"/>
              </a:lnSpc>
              <a:buNone/>
            </a:pPr>
            <a:r>
              <a:rPr lang="en-US" sz="2400" dirty="0">
                <a:solidFill>
                  <a:schemeClr val="accent2"/>
                </a:solidFill>
              </a:rPr>
              <a:t>16.2</a:t>
            </a:r>
            <a:r>
              <a:rPr lang="en-US" sz="2400" dirty="0"/>
              <a:t> Repeat step 16.1 for as many statements are required.</a:t>
            </a:r>
          </a:p>
          <a:p>
            <a:pPr marL="457200" lvl="1" indent="0" algn="just">
              <a:lnSpc>
                <a:spcPct val="130000"/>
              </a:lnSpc>
              <a:buNone/>
            </a:pPr>
            <a:r>
              <a:rPr lang="en-US" sz="2400" dirty="0">
                <a:solidFill>
                  <a:schemeClr val="accent2"/>
                </a:solidFill>
              </a:rPr>
              <a:t>16.3</a:t>
            </a:r>
            <a:r>
              <a:rPr lang="en-US" sz="2400" dirty="0"/>
              <a:t> Click OK when all Item Precautionary Statements are added.</a:t>
            </a:r>
          </a:p>
          <a:p>
            <a:pPr marL="457200" indent="-457200" algn="just">
              <a:lnSpc>
                <a:spcPct val="130000"/>
              </a:lnSpc>
              <a:buFont typeface="+mj-lt"/>
              <a:buAutoNum type="arabicPeriod" startAt="16"/>
            </a:pPr>
            <a:endParaRPr lang="en-CA" dirty="0"/>
          </a:p>
        </p:txBody>
      </p:sp>
      <p:grpSp>
        <p:nvGrpSpPr>
          <p:cNvPr id="9" name="Group 8">
            <a:extLst>
              <a:ext uri="{FF2B5EF4-FFF2-40B4-BE49-F238E27FC236}">
                <a16:creationId xmlns:a16="http://schemas.microsoft.com/office/drawing/2014/main" xmlns="" id="{57728F19-7946-47EC-92F1-25FF3E7EF2F8}"/>
              </a:ext>
            </a:extLst>
          </p:cNvPr>
          <p:cNvGrpSpPr/>
          <p:nvPr>
            <p:custDataLst>
              <p:tags r:id="rId3"/>
            </p:custDataLst>
          </p:nvPr>
        </p:nvGrpSpPr>
        <p:grpSpPr>
          <a:xfrm>
            <a:off x="1536968" y="3610350"/>
            <a:ext cx="5666776" cy="2617371"/>
            <a:chOff x="5575568" y="1276349"/>
            <a:chExt cx="5666776" cy="2617371"/>
          </a:xfrm>
        </p:grpSpPr>
        <p:pic>
          <p:nvPicPr>
            <p:cNvPr id="6" name="Picture 5">
              <a:extLst>
                <a:ext uri="{FF2B5EF4-FFF2-40B4-BE49-F238E27FC236}">
                  <a16:creationId xmlns:a16="http://schemas.microsoft.com/office/drawing/2014/main" xmlns="" id="{F37182CA-EF82-4CDA-B0F6-B202887D7768}"/>
                </a:ext>
              </a:extLst>
            </p:cNvPr>
            <p:cNvPicPr>
              <a:picLocks noChangeAspect="1"/>
            </p:cNvPicPr>
            <p:nvPr/>
          </p:nvPicPr>
          <p:blipFill rotWithShape="1">
            <a:blip r:embed="rId5"/>
            <a:srcRect b="45515"/>
            <a:stretch/>
          </p:blipFill>
          <p:spPr>
            <a:xfrm>
              <a:off x="5575568" y="1276349"/>
              <a:ext cx="5555320" cy="2419351"/>
            </a:xfrm>
            <a:prstGeom prst="rect">
              <a:avLst/>
            </a:prstGeom>
          </p:spPr>
        </p:pic>
        <p:pic>
          <p:nvPicPr>
            <p:cNvPr id="8" name="Picture 7">
              <a:extLst>
                <a:ext uri="{FF2B5EF4-FFF2-40B4-BE49-F238E27FC236}">
                  <a16:creationId xmlns:a16="http://schemas.microsoft.com/office/drawing/2014/main" xmlns="" id="{A8E7B16D-E672-4462-A95E-EF0A4E807CA2}"/>
                </a:ext>
              </a:extLst>
            </p:cNvPr>
            <p:cNvPicPr>
              <a:picLocks noChangeAspect="1"/>
            </p:cNvPicPr>
            <p:nvPr/>
          </p:nvPicPr>
          <p:blipFill rotWithShape="1">
            <a:blip r:embed="rId5"/>
            <a:srcRect t="85802"/>
            <a:stretch/>
          </p:blipFill>
          <p:spPr>
            <a:xfrm>
              <a:off x="5687024" y="3263276"/>
              <a:ext cx="5555320" cy="630444"/>
            </a:xfrm>
            <a:prstGeom prst="rect">
              <a:avLst/>
            </a:prstGeom>
          </p:spPr>
        </p:pic>
      </p:grpSp>
    </p:spTree>
    <p:extLst>
      <p:ext uri="{BB962C8B-B14F-4D97-AF65-F5344CB8AC3E}">
        <p14:creationId xmlns:p14="http://schemas.microsoft.com/office/powerpoint/2010/main" val="38360784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CD2EC11D-7B51-4107-8CFA-D2196ED9E90B}"/>
              </a:ext>
            </a:extLst>
          </p:cNvPr>
          <p:cNvSpPr>
            <a:spLocks noGrp="1"/>
          </p:cNvSpPr>
          <p:nvPr>
            <p:ph idx="1"/>
            <p:custDataLst>
              <p:tags r:id="rId2"/>
            </p:custDataLst>
          </p:nvPr>
        </p:nvSpPr>
        <p:spPr>
          <a:xfrm>
            <a:off x="838200" y="1428750"/>
            <a:ext cx="10515600" cy="4668002"/>
          </a:xfrm>
        </p:spPr>
        <p:txBody>
          <a:bodyPr/>
          <a:lstStyle/>
          <a:p>
            <a:pPr marL="457200" indent="-457200" algn="just">
              <a:lnSpc>
                <a:spcPct val="130000"/>
              </a:lnSpc>
              <a:buFont typeface="+mj-lt"/>
              <a:buAutoNum type="arabicPeriod" startAt="17"/>
            </a:pPr>
            <a:r>
              <a:rPr lang="en-US" dirty="0"/>
              <a:t>Click on </a:t>
            </a:r>
            <a:r>
              <a:rPr lang="en-US" b="1" dirty="0"/>
              <a:t>Serial Tracking</a:t>
            </a:r>
            <a:r>
              <a:rPr lang="en-US" dirty="0"/>
              <a:t>, complete the section</a:t>
            </a:r>
            <a:r>
              <a:rPr lang="en-US" b="1" dirty="0"/>
              <a:t> </a:t>
            </a:r>
            <a:r>
              <a:rPr lang="en-US" dirty="0"/>
              <a:t>for the fields shown below and click on OK once done. An explanation of the fields is given in the next slide.</a:t>
            </a:r>
            <a:endParaRPr lang="en-CA" dirty="0"/>
          </a:p>
          <a:p>
            <a:pPr marL="457200" indent="-457200" algn="just">
              <a:lnSpc>
                <a:spcPct val="130000"/>
              </a:lnSpc>
              <a:buFont typeface="+mj-lt"/>
              <a:buAutoNum type="arabicPeriod" startAt="17"/>
            </a:pPr>
            <a:endParaRPr lang="fr-CA" dirty="0"/>
          </a:p>
          <a:p>
            <a:pPr marL="0" indent="0" algn="just">
              <a:lnSpc>
                <a:spcPct val="130000"/>
              </a:lnSpc>
              <a:buNone/>
            </a:pPr>
            <a:endParaRPr lang="en-CA" dirty="0"/>
          </a:p>
        </p:txBody>
      </p:sp>
      <p:grpSp>
        <p:nvGrpSpPr>
          <p:cNvPr id="15" name="Group 14">
            <a:extLst>
              <a:ext uri="{FF2B5EF4-FFF2-40B4-BE49-F238E27FC236}">
                <a16:creationId xmlns:a16="http://schemas.microsoft.com/office/drawing/2014/main" xmlns="" id="{B6E76056-7D38-49C3-A714-BA7C7A4905A5}"/>
              </a:ext>
            </a:extLst>
          </p:cNvPr>
          <p:cNvGrpSpPr/>
          <p:nvPr>
            <p:custDataLst>
              <p:tags r:id="rId3"/>
            </p:custDataLst>
          </p:nvPr>
        </p:nvGrpSpPr>
        <p:grpSpPr>
          <a:xfrm>
            <a:off x="1360944" y="2830512"/>
            <a:ext cx="6354306" cy="2751139"/>
            <a:chOff x="3304045" y="1189720"/>
            <a:chExt cx="5583908" cy="2410730"/>
          </a:xfrm>
        </p:grpSpPr>
        <p:pic>
          <p:nvPicPr>
            <p:cNvPr id="12" name="Picture 11">
              <a:extLst>
                <a:ext uri="{FF2B5EF4-FFF2-40B4-BE49-F238E27FC236}">
                  <a16:creationId xmlns:a16="http://schemas.microsoft.com/office/drawing/2014/main" xmlns="" id="{D2CFE6BE-313E-4C94-BBFB-83FF5294357E}"/>
                </a:ext>
              </a:extLst>
            </p:cNvPr>
            <p:cNvPicPr>
              <a:picLocks noChangeAspect="1"/>
            </p:cNvPicPr>
            <p:nvPr/>
          </p:nvPicPr>
          <p:blipFill rotWithShape="1">
            <a:blip r:embed="rId5"/>
            <a:srcRect b="46172"/>
            <a:stretch/>
          </p:blipFill>
          <p:spPr>
            <a:xfrm>
              <a:off x="3304046" y="1189720"/>
              <a:ext cx="5583907" cy="2410730"/>
            </a:xfrm>
            <a:prstGeom prst="rect">
              <a:avLst/>
            </a:prstGeom>
          </p:spPr>
        </p:pic>
        <p:pic>
          <p:nvPicPr>
            <p:cNvPr id="14" name="Picture 13">
              <a:extLst>
                <a:ext uri="{FF2B5EF4-FFF2-40B4-BE49-F238E27FC236}">
                  <a16:creationId xmlns:a16="http://schemas.microsoft.com/office/drawing/2014/main" xmlns="" id="{17A7D1FE-EA1E-471F-A906-F09902E0F677}"/>
                </a:ext>
              </a:extLst>
            </p:cNvPr>
            <p:cNvPicPr>
              <a:picLocks noChangeAspect="1"/>
            </p:cNvPicPr>
            <p:nvPr/>
          </p:nvPicPr>
          <p:blipFill rotWithShape="1">
            <a:blip r:embed="rId5"/>
            <a:srcRect t="88498"/>
            <a:stretch/>
          </p:blipFill>
          <p:spPr>
            <a:xfrm>
              <a:off x="3304045" y="3085349"/>
              <a:ext cx="5583907" cy="515101"/>
            </a:xfrm>
            <a:prstGeom prst="rect">
              <a:avLst/>
            </a:prstGeom>
          </p:spPr>
        </p:pic>
      </p:grpSp>
    </p:spTree>
    <p:extLst>
      <p:ext uri="{BB962C8B-B14F-4D97-AF65-F5344CB8AC3E}">
        <p14:creationId xmlns:p14="http://schemas.microsoft.com/office/powerpoint/2010/main" val="25918103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CA8B53DC-09F5-4038-8EC3-7F3BD75899C4}"/>
              </a:ext>
            </a:extLst>
          </p:cNvPr>
          <p:cNvGraphicFramePr>
            <a:graphicFrameLocks noGrp="1"/>
          </p:cNvGraphicFramePr>
          <p:nvPr>
            <p:custDataLst>
              <p:tags r:id="rId2"/>
            </p:custDataLst>
            <p:extLst>
              <p:ext uri="{D42A27DB-BD31-4B8C-83A1-F6EECF244321}">
                <p14:modId xmlns:p14="http://schemas.microsoft.com/office/powerpoint/2010/main" val="2712532502"/>
              </p:ext>
            </p:extLst>
          </p:nvPr>
        </p:nvGraphicFramePr>
        <p:xfrm>
          <a:off x="500053" y="2536852"/>
          <a:ext cx="11191894" cy="271373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xmlns="" val="3611636286"/>
                    </a:ext>
                  </a:extLst>
                </a:gridCol>
                <a:gridCol w="93106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Required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field Indicates if a serial number is required for this item. This field is defaulted from Host.</a:t>
                      </a:r>
                      <a:endParaRPr lang="en-CA" sz="1800" kern="1200" dirty="0">
                        <a:solidFill>
                          <a:schemeClr val="tx1">
                            <a:lumMod val="50000"/>
                            <a:lumOff val="50000"/>
                          </a:schemeClr>
                        </a:solidFill>
                        <a:latin typeface="+mn-lt"/>
                        <a:ea typeface="+mn-ea"/>
                        <a:cs typeface="+mn-cs"/>
                      </a:endParaRPr>
                    </a:p>
                    <a:p>
                      <a:pPr marL="0" algn="just" defTabSz="914400" rtl="0" eaLnBrk="1" fontAlgn="b" latinLnBrk="0" hangingPunct="1">
                        <a:lnSpc>
                          <a:spcPct val="110000"/>
                        </a:lnSpc>
                      </a:pP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153659182"/>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Tracking Method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fr-CA" sz="1800" kern="1200" dirty="0">
                          <a:solidFill>
                            <a:schemeClr val="tx1">
                              <a:lumMod val="50000"/>
                              <a:lumOff val="50000"/>
                            </a:schemeClr>
                          </a:solidFill>
                          <a:latin typeface="+mn-lt"/>
                          <a:ea typeface="+mn-ea"/>
                          <a:cs typeface="+mn-cs"/>
                        </a:rPr>
                        <a:t>This </a:t>
                      </a:r>
                      <a:r>
                        <a:rPr lang="fr-CA" sz="1800" kern="1200" dirty="0" err="1">
                          <a:solidFill>
                            <a:schemeClr val="tx1">
                              <a:lumMod val="50000"/>
                              <a:lumOff val="50000"/>
                            </a:schemeClr>
                          </a:solidFill>
                          <a:latin typeface="+mn-lt"/>
                          <a:ea typeface="+mn-ea"/>
                          <a:cs typeface="+mn-cs"/>
                        </a:rPr>
                        <a:t>is</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the tracking method used when processing serialized items. </a:t>
                      </a: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None</a:t>
                      </a:r>
                      <a:r>
                        <a:rPr lang="en-US" sz="1800" kern="1200" dirty="0">
                          <a:solidFill>
                            <a:schemeClr val="tx1">
                              <a:lumMod val="50000"/>
                              <a:lumOff val="50000"/>
                            </a:schemeClr>
                          </a:solidFill>
                          <a:latin typeface="+mn-lt"/>
                          <a:ea typeface="+mn-ea"/>
                          <a:cs typeface="+mn-cs"/>
                        </a:rPr>
                        <a:t> indicates that serial number tracking is not required.</a:t>
                      </a:r>
                      <a:endParaRPr lang="en-CA" sz="1800" kern="1200" dirty="0">
                        <a:solidFill>
                          <a:schemeClr val="tx1">
                            <a:lumMod val="50000"/>
                            <a:lumOff val="50000"/>
                          </a:schemeClr>
                        </a:solidFill>
                        <a:latin typeface="+mn-lt"/>
                        <a:ea typeface="+mn-ea"/>
                        <a:cs typeface="+mn-cs"/>
                      </a:endParaRP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Outbound</a:t>
                      </a:r>
                      <a:r>
                        <a:rPr lang="en-US" sz="1800" kern="1200" dirty="0">
                          <a:solidFill>
                            <a:schemeClr val="tx1">
                              <a:lumMod val="50000"/>
                              <a:lumOff val="50000"/>
                            </a:schemeClr>
                          </a:solidFill>
                          <a:latin typeface="+mn-lt"/>
                          <a:ea typeface="+mn-ea"/>
                          <a:cs typeface="+mn-cs"/>
                        </a:rPr>
                        <a:t> </a:t>
                      </a:r>
                      <a:r>
                        <a:rPr lang="en-US" sz="1800" b="1" kern="1200" dirty="0">
                          <a:solidFill>
                            <a:schemeClr val="tx1">
                              <a:lumMod val="50000"/>
                              <a:lumOff val="50000"/>
                            </a:schemeClr>
                          </a:solidFill>
                          <a:latin typeface="+mn-lt"/>
                          <a:ea typeface="+mn-ea"/>
                          <a:cs typeface="+mn-cs"/>
                        </a:rPr>
                        <a:t>Only</a:t>
                      </a:r>
                      <a:r>
                        <a:rPr lang="en-US" sz="1800" kern="1200" dirty="0">
                          <a:solidFill>
                            <a:schemeClr val="tx1">
                              <a:lumMod val="50000"/>
                              <a:lumOff val="50000"/>
                            </a:schemeClr>
                          </a:solidFill>
                          <a:latin typeface="+mn-lt"/>
                          <a:ea typeface="+mn-ea"/>
                          <a:cs typeface="+mn-cs"/>
                        </a:rPr>
                        <a:t> indicates that serial number tracking is only required for shipping purposes.</a:t>
                      </a:r>
                      <a:endParaRPr lang="en-CA" sz="1800" kern="1200" dirty="0">
                        <a:solidFill>
                          <a:schemeClr val="tx1">
                            <a:lumMod val="50000"/>
                            <a:lumOff val="50000"/>
                          </a:schemeClr>
                        </a:solidFill>
                        <a:latin typeface="+mn-lt"/>
                        <a:ea typeface="+mn-ea"/>
                        <a:cs typeface="+mn-cs"/>
                      </a:endParaRP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Full Serial Number Tracking </a:t>
                      </a:r>
                      <a:r>
                        <a:rPr lang="en-US" sz="1800" kern="1200" dirty="0">
                          <a:solidFill>
                            <a:schemeClr val="tx1">
                              <a:lumMod val="50000"/>
                              <a:lumOff val="50000"/>
                            </a:schemeClr>
                          </a:solidFill>
                          <a:latin typeface="+mn-lt"/>
                          <a:ea typeface="+mn-ea"/>
                          <a:cs typeface="+mn-cs"/>
                        </a:rPr>
                        <a:t>indicates that full serial number tracking is required. Product adjustments and movement of the inventory throughout the warehouse are tracked using this method, and the location of each serial number in the warehouse is known and traceable.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646475671"/>
                  </a:ext>
                </a:extLst>
              </a:tr>
            </a:tbl>
          </a:graphicData>
        </a:graphic>
      </p:graphicFrame>
      <p:sp>
        <p:nvSpPr>
          <p:cNvPr id="8" name="Content Placeholder 2">
            <a:extLst>
              <a:ext uri="{FF2B5EF4-FFF2-40B4-BE49-F238E27FC236}">
                <a16:creationId xmlns:a16="http://schemas.microsoft.com/office/drawing/2014/main" xmlns="" id="{B77443EA-D14A-4D5C-B780-DF3285655568}"/>
              </a:ext>
            </a:extLst>
          </p:cNvPr>
          <p:cNvSpPr>
            <a:spLocks noGrp="1"/>
          </p:cNvSpPr>
          <p:nvPr>
            <p:ph idx="1"/>
            <p:custDataLst>
              <p:tags r:id="rId3"/>
            </p:custDataLst>
          </p:nvPr>
        </p:nvSpPr>
        <p:spPr>
          <a:xfrm>
            <a:off x="838200" y="1690688"/>
            <a:ext cx="10515600" cy="4406064"/>
          </a:xfrm>
        </p:spPr>
        <p:txBody>
          <a:bodyPr/>
          <a:lstStyle/>
          <a:p>
            <a:pPr marL="457200" indent="-457200" algn="just">
              <a:lnSpc>
                <a:spcPct val="130000"/>
              </a:lnSpc>
              <a:buFont typeface="+mj-lt"/>
              <a:buAutoNum type="arabicPeriod" startAt="17"/>
            </a:pPr>
            <a:r>
              <a:rPr lang="fr-CA" dirty="0"/>
              <a:t>(</a:t>
            </a:r>
            <a:r>
              <a:rPr lang="fr-CA" dirty="0" err="1"/>
              <a:t>Continued</a:t>
            </a:r>
            <a:r>
              <a:rPr lang="fr-CA" dirty="0"/>
              <a:t>)</a:t>
            </a:r>
          </a:p>
          <a:p>
            <a:pPr marL="0" indent="0" algn="just">
              <a:lnSpc>
                <a:spcPct val="130000"/>
              </a:lnSpc>
              <a:buNone/>
            </a:pPr>
            <a:endParaRPr lang="en-CA" dirty="0"/>
          </a:p>
        </p:txBody>
      </p:sp>
    </p:spTree>
    <p:extLst>
      <p:ext uri="{BB962C8B-B14F-4D97-AF65-F5344CB8AC3E}">
        <p14:creationId xmlns:p14="http://schemas.microsoft.com/office/powerpoint/2010/main" val="12681302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B77443EA-D14A-4D5C-B780-DF3285655568}"/>
              </a:ext>
            </a:extLst>
          </p:cNvPr>
          <p:cNvSpPr>
            <a:spLocks noGrp="1"/>
          </p:cNvSpPr>
          <p:nvPr>
            <p:ph idx="1"/>
            <p:custDataLst>
              <p:tags r:id="rId1"/>
            </p:custDataLst>
          </p:nvPr>
        </p:nvSpPr>
        <p:spPr>
          <a:xfrm>
            <a:off x="838200" y="1181100"/>
            <a:ext cx="10515600" cy="4915652"/>
          </a:xfrm>
        </p:spPr>
        <p:txBody>
          <a:bodyPr/>
          <a:lstStyle/>
          <a:p>
            <a:pPr marL="457200" indent="-457200" algn="just">
              <a:lnSpc>
                <a:spcPct val="130000"/>
              </a:lnSpc>
              <a:buFont typeface="+mj-lt"/>
              <a:buAutoNum type="arabicPeriod" startAt="17"/>
            </a:pPr>
            <a:r>
              <a:rPr lang="fr-CA" dirty="0"/>
              <a:t>(</a:t>
            </a:r>
            <a:r>
              <a:rPr lang="fr-CA" dirty="0" err="1"/>
              <a:t>Continued</a:t>
            </a:r>
            <a:r>
              <a:rPr lang="fr-CA" dirty="0"/>
              <a:t>)</a:t>
            </a:r>
          </a:p>
          <a:p>
            <a:pPr marL="0" indent="0">
              <a:lnSpc>
                <a:spcPct val="130000"/>
              </a:lnSpc>
              <a:buNone/>
            </a:pPr>
            <a:endParaRPr lang="en-CA" dirty="0"/>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CA8B53DC-09F5-4038-8EC3-7F3BD75899C4}"/>
              </a:ext>
            </a:extLst>
          </p:cNvPr>
          <p:cNvGraphicFramePr>
            <a:graphicFrameLocks noGrp="1"/>
          </p:cNvGraphicFramePr>
          <p:nvPr>
            <p:custDataLst>
              <p:tags r:id="rId3"/>
            </p:custDataLst>
            <p:extLst>
              <p:ext uri="{D42A27DB-BD31-4B8C-83A1-F6EECF244321}">
                <p14:modId xmlns:p14="http://schemas.microsoft.com/office/powerpoint/2010/main" val="2836213390"/>
              </p:ext>
            </p:extLst>
          </p:nvPr>
        </p:nvGraphicFramePr>
        <p:xfrm>
          <a:off x="500053" y="1916113"/>
          <a:ext cx="11191894" cy="422249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xmlns="" val="3611636286"/>
                    </a:ext>
                  </a:extLst>
                </a:gridCol>
                <a:gridCol w="9310697">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Format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format in which the system determines the generation of the serial numbers when the use enters in a range or a starting serial number for the generation of a serial number range. The serial number format code is set up in the serial number formats table. Used when the item is a serialized item and that tracking is required.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646728206"/>
                  </a:ext>
                </a:extLst>
              </a:tr>
              <a:tr h="0">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Default Serial Number Input Method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This field represents the input method to be used when entering the serial numbers for serialized items</a:t>
                      </a:r>
                      <a:r>
                        <a:rPr lang="en-CA" sz="1800" kern="1200" dirty="0">
                          <a:solidFill>
                            <a:schemeClr val="tx1">
                              <a:lumMod val="50000"/>
                              <a:lumOff val="50000"/>
                            </a:schemeClr>
                          </a:solidFill>
                          <a:latin typeface="+mn-lt"/>
                          <a:ea typeface="+mn-ea"/>
                          <a:cs typeface="+mn-cs"/>
                        </a:rPr>
                        <a:t>. </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None</a:t>
                      </a:r>
                      <a:r>
                        <a:rPr lang="en-US" sz="1800" kern="1200" dirty="0">
                          <a:solidFill>
                            <a:schemeClr val="tx1">
                              <a:lumMod val="50000"/>
                              <a:lumOff val="50000"/>
                            </a:schemeClr>
                          </a:solidFill>
                          <a:latin typeface="+mn-lt"/>
                          <a:ea typeface="+mn-ea"/>
                          <a:cs typeface="+mn-cs"/>
                        </a:rPr>
                        <a:t> - no entry is required</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Single Entry </a:t>
                      </a:r>
                      <a:r>
                        <a:rPr lang="en-US" sz="1800" kern="1200" dirty="0">
                          <a:solidFill>
                            <a:schemeClr val="tx1">
                              <a:lumMod val="50000"/>
                              <a:lumOff val="50000"/>
                            </a:schemeClr>
                          </a:solidFill>
                          <a:latin typeface="+mn-lt"/>
                          <a:ea typeface="+mn-ea"/>
                          <a:cs typeface="+mn-cs"/>
                        </a:rPr>
                        <a:t>- single serial number entry is required.</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Start and End Entry Range </a:t>
                      </a:r>
                      <a:r>
                        <a:rPr lang="en-US" sz="1800" kern="1200" dirty="0">
                          <a:solidFill>
                            <a:schemeClr val="tx1">
                              <a:lumMod val="50000"/>
                              <a:lumOff val="50000"/>
                            </a:schemeClr>
                          </a:solidFill>
                          <a:latin typeface="+mn-lt"/>
                          <a:ea typeface="+mn-ea"/>
                          <a:cs typeface="+mn-cs"/>
                        </a:rPr>
                        <a:t>- requires the entry of the starting serial number and ending serial number for the serialized item. Based on the range entered, the system will fill in the other serial numbers based on the start and end range.</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Open Entry Range </a:t>
                      </a:r>
                      <a:r>
                        <a:rPr lang="en-US" sz="1800" kern="1200" dirty="0">
                          <a:solidFill>
                            <a:schemeClr val="tx1">
                              <a:lumMod val="50000"/>
                              <a:lumOff val="50000"/>
                            </a:schemeClr>
                          </a:solidFill>
                          <a:latin typeface="+mn-lt"/>
                          <a:ea typeface="+mn-ea"/>
                          <a:cs typeface="+mn-cs"/>
                        </a:rPr>
                        <a:t>- requires the entry of the start serial number and the quantity for the serialized item being processed in the entry function.</a:t>
                      </a:r>
                    </a:p>
                  </a:txBody>
                  <a:tcPr marL="9525" marR="9525" marT="9525" marB="0" anchor="b"/>
                </a:tc>
                <a:extLst>
                  <a:ext uri="{0D108BD9-81ED-4DB2-BD59-A6C34878D82A}">
                    <a16:rowId xmlns:a16="http://schemas.microsoft.com/office/drawing/2014/main" xmlns="" val="1142874349"/>
                  </a:ext>
                </a:extLst>
              </a:tr>
            </a:tbl>
          </a:graphicData>
        </a:graphic>
      </p:graphicFrame>
    </p:spTree>
    <p:extLst>
      <p:ext uri="{BB962C8B-B14F-4D97-AF65-F5344CB8AC3E}">
        <p14:creationId xmlns:p14="http://schemas.microsoft.com/office/powerpoint/2010/main" val="42111310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721F17FF-EC54-4ECB-AF76-D0A6CD3AFEF1}"/>
              </a:ext>
            </a:extLst>
          </p:cNvPr>
          <p:cNvSpPr>
            <a:spLocks noGrp="1"/>
          </p:cNvSpPr>
          <p:nvPr>
            <p:ph idx="1"/>
            <p:custDataLst>
              <p:tags r:id="rId2"/>
            </p:custDataLst>
          </p:nvPr>
        </p:nvSpPr>
        <p:spPr>
          <a:xfrm>
            <a:off x="838200" y="1504950"/>
            <a:ext cx="10515600" cy="4591802"/>
          </a:xfrm>
        </p:spPr>
        <p:txBody>
          <a:bodyPr/>
          <a:lstStyle/>
          <a:p>
            <a:pPr marL="457200" indent="-457200" algn="just">
              <a:lnSpc>
                <a:spcPct val="130000"/>
              </a:lnSpc>
              <a:buFont typeface="+mj-lt"/>
              <a:buAutoNum type="arabicPeriod" startAt="18"/>
            </a:pPr>
            <a:r>
              <a:rPr lang="en-US" dirty="0"/>
              <a:t>Click on </a:t>
            </a:r>
            <a:r>
              <a:rPr lang="en-US" b="1" dirty="0"/>
              <a:t>Shipping</a:t>
            </a:r>
            <a:r>
              <a:rPr lang="en-US" dirty="0"/>
              <a:t>, complete the section</a:t>
            </a:r>
            <a:r>
              <a:rPr lang="en-US" b="1" dirty="0"/>
              <a:t> </a:t>
            </a:r>
            <a:r>
              <a:rPr lang="en-US" dirty="0"/>
              <a:t>for the fields shown below and click on OK once done. An explanation of the fields is given in the next slide.</a:t>
            </a:r>
            <a:endParaRPr lang="en-CA" dirty="0"/>
          </a:p>
          <a:p>
            <a:pPr marL="457200" indent="-457200" algn="just">
              <a:lnSpc>
                <a:spcPct val="130000"/>
              </a:lnSpc>
              <a:buFont typeface="+mj-lt"/>
              <a:buAutoNum type="arabicPeriod" startAt="18"/>
            </a:pPr>
            <a:endParaRPr lang="fr-CA" dirty="0"/>
          </a:p>
          <a:p>
            <a:pPr marL="0" indent="0" algn="just">
              <a:lnSpc>
                <a:spcPct val="130000"/>
              </a:lnSpc>
              <a:buNone/>
            </a:pPr>
            <a:endParaRPr lang="en-CA" dirty="0"/>
          </a:p>
        </p:txBody>
      </p:sp>
      <p:grpSp>
        <p:nvGrpSpPr>
          <p:cNvPr id="9" name="Group 8">
            <a:extLst>
              <a:ext uri="{FF2B5EF4-FFF2-40B4-BE49-F238E27FC236}">
                <a16:creationId xmlns:a16="http://schemas.microsoft.com/office/drawing/2014/main" xmlns="" id="{BD882D02-950E-49D9-B0FD-77EB87C0B73C}"/>
              </a:ext>
            </a:extLst>
          </p:cNvPr>
          <p:cNvGrpSpPr/>
          <p:nvPr>
            <p:custDataLst>
              <p:tags r:id="rId3"/>
            </p:custDataLst>
          </p:nvPr>
        </p:nvGrpSpPr>
        <p:grpSpPr>
          <a:xfrm>
            <a:off x="1394282" y="2823588"/>
            <a:ext cx="5593436" cy="3236446"/>
            <a:chOff x="3299282" y="1194485"/>
            <a:chExt cx="5593436" cy="3236446"/>
          </a:xfrm>
        </p:grpSpPr>
        <p:pic>
          <p:nvPicPr>
            <p:cNvPr id="6" name="Picture 5">
              <a:extLst>
                <a:ext uri="{FF2B5EF4-FFF2-40B4-BE49-F238E27FC236}">
                  <a16:creationId xmlns:a16="http://schemas.microsoft.com/office/drawing/2014/main" xmlns="" id="{1F4ED81D-4409-40B3-9891-1BEDB4477F59}"/>
                </a:ext>
              </a:extLst>
            </p:cNvPr>
            <p:cNvPicPr>
              <a:picLocks noChangeAspect="1"/>
            </p:cNvPicPr>
            <p:nvPr/>
          </p:nvPicPr>
          <p:blipFill rotWithShape="1">
            <a:blip r:embed="rId5"/>
            <a:srcRect b="38064"/>
            <a:stretch/>
          </p:blipFill>
          <p:spPr>
            <a:xfrm>
              <a:off x="3299282" y="1194485"/>
              <a:ext cx="5593436" cy="2767916"/>
            </a:xfrm>
            <a:prstGeom prst="rect">
              <a:avLst/>
            </a:prstGeom>
          </p:spPr>
        </p:pic>
        <p:pic>
          <p:nvPicPr>
            <p:cNvPr id="8" name="Picture 7">
              <a:extLst>
                <a:ext uri="{FF2B5EF4-FFF2-40B4-BE49-F238E27FC236}">
                  <a16:creationId xmlns:a16="http://schemas.microsoft.com/office/drawing/2014/main" xmlns="" id="{7B99753A-703B-481D-A8B3-8BEEA3C07DAF}"/>
                </a:ext>
              </a:extLst>
            </p:cNvPr>
            <p:cNvPicPr>
              <a:picLocks noChangeAspect="1"/>
            </p:cNvPicPr>
            <p:nvPr/>
          </p:nvPicPr>
          <p:blipFill rotWithShape="1">
            <a:blip r:embed="rId5"/>
            <a:srcRect t="89516"/>
            <a:stretch/>
          </p:blipFill>
          <p:spPr>
            <a:xfrm>
              <a:off x="3299282" y="3962400"/>
              <a:ext cx="5593436" cy="468531"/>
            </a:xfrm>
            <a:prstGeom prst="rect">
              <a:avLst/>
            </a:prstGeom>
          </p:spPr>
        </p:pic>
      </p:grpSp>
    </p:spTree>
    <p:extLst>
      <p:ext uri="{BB962C8B-B14F-4D97-AF65-F5344CB8AC3E}">
        <p14:creationId xmlns:p14="http://schemas.microsoft.com/office/powerpoint/2010/main" val="27128483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xmlns="" id="{09161C8E-C79D-416D-B5C7-3194294AC6CF}"/>
              </a:ext>
            </a:extLst>
          </p:cNvPr>
          <p:cNvSpPr>
            <a:spLocks noGrp="1"/>
          </p:cNvSpPr>
          <p:nvPr>
            <p:ph idx="1"/>
            <p:custDataLst>
              <p:tags r:id="rId1"/>
            </p:custDataLst>
          </p:nvPr>
        </p:nvSpPr>
        <p:spPr>
          <a:xfrm>
            <a:off x="741948" y="1188120"/>
            <a:ext cx="10515600" cy="4668002"/>
          </a:xfrm>
        </p:spPr>
        <p:txBody>
          <a:bodyPr/>
          <a:lstStyle/>
          <a:p>
            <a:pPr marL="457200" indent="-457200" algn="just">
              <a:lnSpc>
                <a:spcPct val="130000"/>
              </a:lnSpc>
              <a:buFont typeface="+mj-lt"/>
              <a:buAutoNum type="arabicPeriod" startAt="18"/>
            </a:pPr>
            <a:r>
              <a:rPr lang="fr-CA" dirty="0"/>
              <a:t>(</a:t>
            </a:r>
            <a:r>
              <a:rPr lang="fr-CA" dirty="0" err="1"/>
              <a:t>Continued</a:t>
            </a:r>
            <a:r>
              <a:rPr lang="fr-CA" dirty="0"/>
              <a:t>)</a:t>
            </a:r>
          </a:p>
          <a:p>
            <a:pPr marL="457200" indent="-457200" algn="just">
              <a:lnSpc>
                <a:spcPct val="130000"/>
              </a:lnSpc>
              <a:buFont typeface="+mj-lt"/>
              <a:buAutoNum type="arabicPeriod" startAt="18"/>
            </a:pPr>
            <a:r>
              <a:rPr lang="fr-CA" dirty="0"/>
              <a:t>À</a:t>
            </a:r>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0" indent="0" algn="just">
              <a:lnSpc>
                <a:spcPct val="130000"/>
              </a:lnSpc>
              <a:buNone/>
            </a:pPr>
            <a:endParaRPr lang="fr-CA" dirty="0"/>
          </a:p>
          <a:p>
            <a:pPr marL="0" indent="0" algn="just">
              <a:lnSpc>
                <a:spcPct val="130000"/>
              </a:lnSpc>
              <a:buNone/>
            </a:pPr>
            <a:endParaRPr lang="fr-CA" dirty="0"/>
          </a:p>
          <a:p>
            <a:pPr marL="0" indent="0" algn="just">
              <a:lnSpc>
                <a:spcPct val="130000"/>
              </a:lnSpc>
              <a:buNone/>
            </a:pPr>
            <a:endParaRPr lang="fr-CA" sz="1000" dirty="0"/>
          </a:p>
          <a:p>
            <a:pPr marL="0" indent="0" algn="just">
              <a:lnSpc>
                <a:spcPct val="130000"/>
              </a:lnSpc>
              <a:buNone/>
            </a:pPr>
            <a:r>
              <a:rPr lang="en-CA" sz="2000" dirty="0"/>
              <a:t>*These fields are optional.</a:t>
            </a:r>
          </a:p>
          <a:p>
            <a:pPr marL="457200" indent="-457200" algn="just">
              <a:lnSpc>
                <a:spcPct val="130000"/>
              </a:lnSpc>
              <a:buFont typeface="+mj-lt"/>
              <a:buAutoNum type="arabicPeriod" startAt="18"/>
            </a:pPr>
            <a:endParaRPr lang="fr-CA" dirty="0"/>
          </a:p>
          <a:p>
            <a:pPr marL="0" indent="0" algn="just">
              <a:lnSpc>
                <a:spcPct val="130000"/>
              </a:lnSpc>
              <a:buNone/>
            </a:pPr>
            <a:r>
              <a:rPr lang="en-CA" dirty="0"/>
              <a:t>	</a:t>
            </a:r>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524EB3A8-9058-4117-855A-DEC47125E3B6}"/>
              </a:ext>
            </a:extLst>
          </p:cNvPr>
          <p:cNvGraphicFramePr>
            <a:graphicFrameLocks noGrp="1"/>
          </p:cNvGraphicFramePr>
          <p:nvPr>
            <p:custDataLst>
              <p:tags r:id="rId3"/>
            </p:custDataLst>
            <p:extLst>
              <p:ext uri="{D42A27DB-BD31-4B8C-83A1-F6EECF244321}">
                <p14:modId xmlns:p14="http://schemas.microsoft.com/office/powerpoint/2010/main" val="3473313228"/>
              </p:ext>
            </p:extLst>
          </p:nvPr>
        </p:nvGraphicFramePr>
        <p:xfrm>
          <a:off x="537151" y="1987331"/>
          <a:ext cx="11191894" cy="3700780"/>
        </p:xfrm>
        <a:graphic>
          <a:graphicData uri="http://schemas.openxmlformats.org/drawingml/2006/table">
            <a:tbl>
              <a:tblPr firstRow="1" bandRow="1">
                <a:tableStyleId>{F5AB1C69-6EDB-4FF4-983F-18BD219EF322}</a:tableStyleId>
              </a:tblPr>
              <a:tblGrid>
                <a:gridCol w="1508218">
                  <a:extLst>
                    <a:ext uri="{9D8B030D-6E8A-4147-A177-3AD203B41FA5}">
                      <a16:colId xmlns:a16="http://schemas.microsoft.com/office/drawing/2014/main" xmlns="" val="3611636286"/>
                    </a:ext>
                  </a:extLst>
                </a:gridCol>
                <a:gridCol w="9683676">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Freight Class</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freight class for a less than truckload (LTL) shipment, as defined by the National Motor Freight Traffic Association. This value must be specified for each shipment package when an LTL carrier service is used.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3153659182"/>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NMFC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NMFC is the number defined by the National Motor Freight Association (NMFC) to identify each type of product that can be shipped by an LTL carrier. This number will print on the bill of lading, if provided.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64647567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CHES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classification number. CHES number is a government agency number used by the electrical distribution industry and is a memo field.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21416584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Special Container Type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Wave release will assign this container type to picks for this item during container preselection and will exclude this item from the regular container preselection logic. When container preselection is used, and this field is supplied with a valid container type defined in the container types table, this container type will be used instead of the Container Selection Code assigned in the container selection code table.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65166403"/>
                  </a:ext>
                </a:extLst>
              </a:tr>
            </a:tbl>
          </a:graphicData>
        </a:graphic>
      </p:graphicFrame>
    </p:spTree>
    <p:extLst>
      <p:ext uri="{BB962C8B-B14F-4D97-AF65-F5344CB8AC3E}">
        <p14:creationId xmlns:p14="http://schemas.microsoft.com/office/powerpoint/2010/main" val="6823963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xmlns="" id="{09161C8E-C79D-416D-B5C7-3194294AC6CF}"/>
              </a:ext>
            </a:extLst>
          </p:cNvPr>
          <p:cNvSpPr>
            <a:spLocks noGrp="1"/>
          </p:cNvSpPr>
          <p:nvPr>
            <p:ph idx="1"/>
            <p:custDataLst>
              <p:tags r:id="rId1"/>
            </p:custDataLst>
          </p:nvPr>
        </p:nvSpPr>
        <p:spPr>
          <a:xfrm>
            <a:off x="838200" y="1428750"/>
            <a:ext cx="10515600" cy="4668002"/>
          </a:xfrm>
        </p:spPr>
        <p:txBody>
          <a:bodyPr/>
          <a:lstStyle/>
          <a:p>
            <a:pPr marL="457200" indent="-457200" algn="just">
              <a:lnSpc>
                <a:spcPct val="130000"/>
              </a:lnSpc>
              <a:buFont typeface="+mj-lt"/>
              <a:buAutoNum type="arabicPeriod" startAt="18"/>
            </a:pPr>
            <a:r>
              <a:rPr lang="fr-CA" dirty="0"/>
              <a:t>(</a:t>
            </a:r>
            <a:r>
              <a:rPr lang="fr-CA" dirty="0" err="1"/>
              <a:t>Continued</a:t>
            </a:r>
            <a:r>
              <a:rPr lang="fr-CA" dirty="0"/>
              <a:t>)</a:t>
            </a:r>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0" indent="0" algn="just">
              <a:lnSpc>
                <a:spcPct val="130000"/>
              </a:lnSpc>
              <a:buNone/>
            </a:pPr>
            <a:endParaRPr lang="fr-CA" sz="1000" dirty="0"/>
          </a:p>
          <a:p>
            <a:pPr marL="0" indent="0" algn="just">
              <a:lnSpc>
                <a:spcPct val="130000"/>
              </a:lnSpc>
              <a:buNone/>
            </a:pPr>
            <a:r>
              <a:rPr lang="fr-CA" sz="2000" dirty="0"/>
              <a:t>*</a:t>
            </a:r>
            <a:r>
              <a:rPr lang="fr-CA" sz="2000" dirty="0" err="1"/>
              <a:t>These</a:t>
            </a:r>
            <a:r>
              <a:rPr lang="fr-CA" sz="2000" dirty="0"/>
              <a:t> </a:t>
            </a:r>
            <a:r>
              <a:rPr lang="fr-CA" sz="2000" dirty="0" err="1"/>
              <a:t>fields</a:t>
            </a:r>
            <a:r>
              <a:rPr lang="fr-CA" sz="2000" dirty="0"/>
              <a:t> are </a:t>
            </a:r>
            <a:r>
              <a:rPr lang="fr-CA" sz="2000" dirty="0" err="1"/>
              <a:t>optional</a:t>
            </a:r>
            <a:r>
              <a:rPr lang="fr-CA" sz="2000" dirty="0"/>
              <a:t>.</a:t>
            </a:r>
            <a:endParaRPr lang="en-CA" sz="2000" dirty="0"/>
          </a:p>
          <a:p>
            <a:pPr marL="457200" indent="-457200" algn="just">
              <a:lnSpc>
                <a:spcPct val="130000"/>
              </a:lnSpc>
              <a:buFont typeface="+mj-lt"/>
              <a:buAutoNum type="arabicPeriod" startAt="18"/>
            </a:pPr>
            <a:endParaRPr lang="fr-CA" dirty="0"/>
          </a:p>
          <a:p>
            <a:pPr marL="0" indent="0" algn="just">
              <a:lnSpc>
                <a:spcPct val="130000"/>
              </a:lnSpc>
              <a:buNone/>
            </a:pPr>
            <a:r>
              <a:rPr lang="en-CA" dirty="0"/>
              <a:t>	</a:t>
            </a:r>
          </a:p>
        </p:txBody>
      </p:sp>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524EB3A8-9058-4117-855A-DEC47125E3B6}"/>
              </a:ext>
            </a:extLst>
          </p:cNvPr>
          <p:cNvGraphicFramePr>
            <a:graphicFrameLocks noGrp="1"/>
          </p:cNvGraphicFramePr>
          <p:nvPr>
            <p:custDataLst>
              <p:tags r:id="rId3"/>
            </p:custDataLst>
            <p:extLst>
              <p:ext uri="{D42A27DB-BD31-4B8C-83A1-F6EECF244321}">
                <p14:modId xmlns:p14="http://schemas.microsoft.com/office/powerpoint/2010/main" val="2268787586"/>
              </p:ext>
            </p:extLst>
          </p:nvPr>
        </p:nvGraphicFramePr>
        <p:xfrm>
          <a:off x="633403" y="2227961"/>
          <a:ext cx="11191894" cy="2979928"/>
        </p:xfrm>
        <a:graphic>
          <a:graphicData uri="http://schemas.openxmlformats.org/drawingml/2006/table">
            <a:tbl>
              <a:tblPr firstRow="1" bandRow="1">
                <a:tableStyleId>{F5AB1C69-6EDB-4FF4-983F-18BD219EF322}</a:tableStyleId>
              </a:tblPr>
              <a:tblGrid>
                <a:gridCol w="1845102">
                  <a:extLst>
                    <a:ext uri="{9D8B030D-6E8A-4147-A177-3AD203B41FA5}">
                      <a16:colId xmlns:a16="http://schemas.microsoft.com/office/drawing/2014/main" xmlns="" val="3611636286"/>
                    </a:ext>
                  </a:extLst>
                </a:gridCol>
                <a:gridCol w="9346792">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algn="l" defTabSz="914400" rtl="0" eaLnBrk="1" fontAlgn="b" latinLnBrk="0" hangingPunct="1">
                        <a:lnSpc>
                          <a:spcPct val="110000"/>
                        </a:lnSpc>
                      </a:pPr>
                      <a:r>
                        <a:rPr lang="en-CA" sz="1800" kern="1200" dirty="0">
                          <a:solidFill>
                            <a:schemeClr val="tx1">
                              <a:lumMod val="50000"/>
                              <a:lumOff val="50000"/>
                            </a:schemeClr>
                          </a:solidFill>
                          <a:latin typeface="+mn-lt"/>
                          <a:ea typeface="+mn-ea"/>
                          <a:cs typeface="+mn-cs"/>
                        </a:rPr>
                        <a:t>Pack Full Load Separately</a:t>
                      </a: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flag that indicates whether or not a container will be used for full load picking when the container preselection (CPRE) logic is enabled.</a:t>
                      </a:r>
                    </a:p>
                    <a:p>
                      <a:pPr marL="285750" indent="-285750" algn="just" defTabSz="914400" rtl="0" eaLnBrk="1" fontAlgn="b" latinLnBrk="0" hangingPunct="1">
                        <a:lnSpc>
                          <a:spcPct val="11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Yes indicates that when a full load pick is required and the CPRE logic is enabled, the system will always assign a container using the LOAD container type for the full load pick.</a:t>
                      </a:r>
                    </a:p>
                    <a:p>
                      <a:pPr marL="285750" indent="-285750" algn="just" defTabSz="914400" rtl="0" eaLnBrk="1" fontAlgn="b" latinLnBrk="0" hangingPunct="1">
                        <a:lnSpc>
                          <a:spcPct val="11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No indicates that when a full load pick is required, the system will not use the LOAD container type and will follow the standard CPRE logic to determine which container to use during picking.</a:t>
                      </a:r>
                    </a:p>
                  </a:txBody>
                  <a:tcPr marL="9525" marR="9525" marT="9525" marB="0" anchor="b"/>
                </a:tc>
                <a:extLst>
                  <a:ext uri="{0D108BD9-81ED-4DB2-BD59-A6C34878D82A}">
                    <a16:rowId xmlns:a16="http://schemas.microsoft.com/office/drawing/2014/main" xmlns="" val="2341790511"/>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Tariff*</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export tariff code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1821146807"/>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Tariff Cross Reference*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export tariff code for the item. This is used for query purposes only.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xmlns="" val="2066145945"/>
                  </a:ext>
                </a:extLst>
              </a:tr>
            </a:tbl>
          </a:graphicData>
        </a:graphic>
      </p:graphicFrame>
    </p:spTree>
    <p:extLst>
      <p:ext uri="{BB962C8B-B14F-4D97-AF65-F5344CB8AC3E}">
        <p14:creationId xmlns:p14="http://schemas.microsoft.com/office/powerpoint/2010/main" val="42826652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9D7A5B0E-26EC-4281-ACF0-2AA6BABC894D}"/>
              </a:ext>
            </a:extLst>
          </p:cNvPr>
          <p:cNvSpPr>
            <a:spLocks noGrp="1"/>
          </p:cNvSpPr>
          <p:nvPr>
            <p:ph idx="1"/>
            <p:custDataLst>
              <p:tags r:id="rId2"/>
            </p:custDataLst>
          </p:nvPr>
        </p:nvSpPr>
        <p:spPr>
          <a:xfrm>
            <a:off x="838200" y="1122151"/>
            <a:ext cx="10515600" cy="4974601"/>
          </a:xfrm>
        </p:spPr>
        <p:txBody>
          <a:bodyPr/>
          <a:lstStyle/>
          <a:p>
            <a:pPr marL="457200" indent="-457200" algn="just">
              <a:lnSpc>
                <a:spcPct val="130000"/>
              </a:lnSpc>
              <a:buFont typeface="+mj-lt"/>
              <a:buAutoNum type="arabicPeriod" startAt="19"/>
            </a:pPr>
            <a:r>
              <a:rPr lang="en-US" dirty="0"/>
              <a:t>Click on </a:t>
            </a:r>
            <a:r>
              <a:rPr lang="en-US" b="1" dirty="0"/>
              <a:t>Cycle Counting</a:t>
            </a:r>
            <a:r>
              <a:rPr lang="en-US" dirty="0"/>
              <a:t>, complete the section</a:t>
            </a:r>
            <a:r>
              <a:rPr lang="en-US" b="1" dirty="0"/>
              <a:t> </a:t>
            </a:r>
            <a:r>
              <a:rPr lang="en-US" dirty="0"/>
              <a:t>for the fields shown below and click on OK once done. </a:t>
            </a:r>
            <a:endParaRPr lang="fr-CA" dirty="0"/>
          </a:p>
          <a:p>
            <a:pPr marL="0" indent="0" algn="just">
              <a:lnSpc>
                <a:spcPct val="130000"/>
              </a:lnSpc>
              <a:buNone/>
            </a:pPr>
            <a:endParaRPr lang="en-CA" dirty="0"/>
          </a:p>
        </p:txBody>
      </p:sp>
      <p:grpSp>
        <p:nvGrpSpPr>
          <p:cNvPr id="13" name="Group 12">
            <a:extLst>
              <a:ext uri="{FF2B5EF4-FFF2-40B4-BE49-F238E27FC236}">
                <a16:creationId xmlns:a16="http://schemas.microsoft.com/office/drawing/2014/main" xmlns="" id="{679C67D4-D9B1-4CAF-BF64-1865D2DAAE14}"/>
              </a:ext>
            </a:extLst>
          </p:cNvPr>
          <p:cNvGrpSpPr/>
          <p:nvPr>
            <p:custDataLst>
              <p:tags r:id="rId3"/>
            </p:custDataLst>
          </p:nvPr>
        </p:nvGrpSpPr>
        <p:grpSpPr>
          <a:xfrm>
            <a:off x="1103862" y="2485814"/>
            <a:ext cx="6195894" cy="3288135"/>
            <a:chOff x="3284989" y="1180191"/>
            <a:chExt cx="5622022" cy="2297270"/>
          </a:xfrm>
        </p:grpSpPr>
        <p:pic>
          <p:nvPicPr>
            <p:cNvPr id="10" name="Picture 9">
              <a:extLst>
                <a:ext uri="{FF2B5EF4-FFF2-40B4-BE49-F238E27FC236}">
                  <a16:creationId xmlns:a16="http://schemas.microsoft.com/office/drawing/2014/main" xmlns="" id="{E7E62E00-878F-4BA0-BB15-896AD2936E62}"/>
                </a:ext>
              </a:extLst>
            </p:cNvPr>
            <p:cNvPicPr>
              <a:picLocks noChangeAspect="1"/>
            </p:cNvPicPr>
            <p:nvPr/>
          </p:nvPicPr>
          <p:blipFill rotWithShape="1">
            <a:blip r:embed="rId12"/>
            <a:srcRect b="50000"/>
            <a:stretch/>
          </p:blipFill>
          <p:spPr>
            <a:xfrm>
              <a:off x="3284989" y="1180191"/>
              <a:ext cx="5622022" cy="2248809"/>
            </a:xfrm>
            <a:prstGeom prst="rect">
              <a:avLst/>
            </a:prstGeom>
          </p:spPr>
        </p:pic>
        <p:pic>
          <p:nvPicPr>
            <p:cNvPr id="12" name="Picture 11">
              <a:extLst>
                <a:ext uri="{FF2B5EF4-FFF2-40B4-BE49-F238E27FC236}">
                  <a16:creationId xmlns:a16="http://schemas.microsoft.com/office/drawing/2014/main" xmlns="" id="{1BA37926-870E-4A94-B194-0087AB7EFA44}"/>
                </a:ext>
              </a:extLst>
            </p:cNvPr>
            <p:cNvPicPr>
              <a:picLocks noChangeAspect="1"/>
            </p:cNvPicPr>
            <p:nvPr/>
          </p:nvPicPr>
          <p:blipFill rotWithShape="1">
            <a:blip r:embed="rId12"/>
            <a:srcRect t="87520"/>
            <a:stretch/>
          </p:blipFill>
          <p:spPr>
            <a:xfrm>
              <a:off x="3284989" y="2916155"/>
              <a:ext cx="5622022" cy="561306"/>
            </a:xfrm>
            <a:prstGeom prst="rect">
              <a:avLst/>
            </a:prstGeom>
          </p:spPr>
        </p:pic>
      </p:grpSp>
      <p:cxnSp>
        <p:nvCxnSpPr>
          <p:cNvPr id="14" name="Straight Arrow Connector 13">
            <a:extLst>
              <a:ext uri="{FF2B5EF4-FFF2-40B4-BE49-F238E27FC236}">
                <a16:creationId xmlns:a16="http://schemas.microsoft.com/office/drawing/2014/main" xmlns="" id="{D4B309E3-9179-4F27-8A19-0B228C87062E}"/>
              </a:ext>
            </a:extLst>
          </p:cNvPr>
          <p:cNvCxnSpPr>
            <a:cxnSpLocks/>
          </p:cNvCxnSpPr>
          <p:nvPr>
            <p:custDataLst>
              <p:tags r:id="rId4"/>
            </p:custDataLst>
          </p:nvPr>
        </p:nvCxnSpPr>
        <p:spPr>
          <a:xfrm>
            <a:off x="3396017" y="3400635"/>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xmlns="" id="{8779C23D-F8C1-4B9B-B5D1-AEC1538AAB7D}"/>
              </a:ext>
            </a:extLst>
          </p:cNvPr>
          <p:cNvSpPr/>
          <p:nvPr>
            <p:custDataLst>
              <p:tags r:id="rId5"/>
            </p:custDataLst>
          </p:nvPr>
        </p:nvSpPr>
        <p:spPr>
          <a:xfrm>
            <a:off x="5272768" y="3005435"/>
            <a:ext cx="6737264" cy="923330"/>
          </a:xfrm>
          <a:prstGeom prst="rect">
            <a:avLst/>
          </a:prstGeom>
        </p:spPr>
        <p:txBody>
          <a:bodyPr wrap="square">
            <a:spAutoFit/>
          </a:bodyPr>
          <a:lstStyle/>
          <a:p>
            <a:pPr algn="just"/>
            <a:r>
              <a:rPr lang="en-US" dirty="0">
                <a:solidFill>
                  <a:srgbClr val="000000"/>
                </a:solidFill>
              </a:rPr>
              <a:t>The number of days between automatically scheduled cycle counts for an item. This field is used when the Automatic Cycle Count flag is set to Yes in the Warehouse Options resource.</a:t>
            </a:r>
            <a:endParaRPr lang="en-CA" dirty="0">
              <a:solidFill>
                <a:srgbClr val="000000"/>
              </a:solidFill>
            </a:endParaRPr>
          </a:p>
        </p:txBody>
      </p:sp>
      <p:cxnSp>
        <p:nvCxnSpPr>
          <p:cNvPr id="16" name="Straight Arrow Connector 15">
            <a:extLst>
              <a:ext uri="{FF2B5EF4-FFF2-40B4-BE49-F238E27FC236}">
                <a16:creationId xmlns:a16="http://schemas.microsoft.com/office/drawing/2014/main" xmlns="" id="{87968A55-E07C-473B-B67F-759C2D6780F3}"/>
              </a:ext>
            </a:extLst>
          </p:cNvPr>
          <p:cNvCxnSpPr>
            <a:cxnSpLocks/>
          </p:cNvCxnSpPr>
          <p:nvPr>
            <p:custDataLst>
              <p:tags r:id="rId6"/>
            </p:custDataLst>
          </p:nvPr>
        </p:nvCxnSpPr>
        <p:spPr>
          <a:xfrm>
            <a:off x="3525955" y="4204384"/>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xmlns="" id="{633F5F27-E04D-4D1D-812D-023CD0820104}"/>
              </a:ext>
            </a:extLst>
          </p:cNvPr>
          <p:cNvSpPr/>
          <p:nvPr>
            <p:custDataLst>
              <p:tags r:id="rId7"/>
            </p:custDataLst>
          </p:nvPr>
        </p:nvSpPr>
        <p:spPr>
          <a:xfrm>
            <a:off x="5313711" y="3987987"/>
            <a:ext cx="6737264" cy="646331"/>
          </a:xfrm>
          <a:prstGeom prst="rect">
            <a:avLst/>
          </a:prstGeom>
        </p:spPr>
        <p:txBody>
          <a:bodyPr wrap="square">
            <a:spAutoFit/>
          </a:bodyPr>
          <a:lstStyle/>
          <a:p>
            <a:pPr algn="just"/>
            <a:r>
              <a:rPr lang="en-US" dirty="0">
                <a:solidFill>
                  <a:srgbClr val="000000"/>
                </a:solidFill>
              </a:rPr>
              <a:t>The unit of measure for the quantity specified in the Cycle Count Trigger Quantity field. Default setting is UOM 1</a:t>
            </a:r>
            <a:endParaRPr lang="en-CA" dirty="0">
              <a:solidFill>
                <a:srgbClr val="000000"/>
              </a:solidFill>
            </a:endParaRPr>
          </a:p>
        </p:txBody>
      </p:sp>
      <p:cxnSp>
        <p:nvCxnSpPr>
          <p:cNvPr id="19" name="Straight Arrow Connector 18">
            <a:extLst>
              <a:ext uri="{FF2B5EF4-FFF2-40B4-BE49-F238E27FC236}">
                <a16:creationId xmlns:a16="http://schemas.microsoft.com/office/drawing/2014/main" xmlns="" id="{4F66B3B9-ACEE-427F-B863-1EE58DBEE631}"/>
              </a:ext>
            </a:extLst>
          </p:cNvPr>
          <p:cNvCxnSpPr>
            <a:cxnSpLocks/>
          </p:cNvCxnSpPr>
          <p:nvPr>
            <p:custDataLst>
              <p:tags r:id="rId8"/>
            </p:custDataLst>
          </p:nvPr>
        </p:nvCxnSpPr>
        <p:spPr>
          <a:xfrm>
            <a:off x="838200" y="3815979"/>
            <a:ext cx="0" cy="140827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xmlns="" id="{21BB7CC5-770E-4DD1-A7EC-A2B5CAF35BAD}"/>
              </a:ext>
            </a:extLst>
          </p:cNvPr>
          <p:cNvCxnSpPr>
            <a:cxnSpLocks/>
          </p:cNvCxnSpPr>
          <p:nvPr>
            <p:custDataLst>
              <p:tags r:id="rId9"/>
            </p:custDataLst>
          </p:nvPr>
        </p:nvCxnSpPr>
        <p:spPr>
          <a:xfrm>
            <a:off x="838200" y="3818530"/>
            <a:ext cx="39009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xmlns="" id="{C50664D6-F90F-4979-8A3A-3EF149DCB43B}"/>
              </a:ext>
            </a:extLst>
          </p:cNvPr>
          <p:cNvSpPr/>
          <p:nvPr>
            <p:custDataLst>
              <p:tags r:id="rId10"/>
            </p:custDataLst>
          </p:nvPr>
        </p:nvSpPr>
        <p:spPr>
          <a:xfrm>
            <a:off x="298082" y="5291351"/>
            <a:ext cx="6195869" cy="923330"/>
          </a:xfrm>
          <a:prstGeom prst="rect">
            <a:avLst/>
          </a:prstGeom>
        </p:spPr>
        <p:txBody>
          <a:bodyPr wrap="square">
            <a:spAutoFit/>
          </a:bodyPr>
          <a:lstStyle/>
          <a:p>
            <a:pPr algn="just"/>
            <a:r>
              <a:rPr lang="en-US" dirty="0">
                <a:solidFill>
                  <a:srgbClr val="000000"/>
                </a:solidFill>
              </a:rPr>
              <a:t>When the remaining quantity of an inventory record falls to a level less than or equal to trigger quantity, the system will automatically generate a cycle count for the location. </a:t>
            </a:r>
            <a:endParaRPr lang="en-CA" dirty="0">
              <a:solidFill>
                <a:srgbClr val="000000"/>
              </a:solidFill>
            </a:endParaRPr>
          </a:p>
        </p:txBody>
      </p:sp>
    </p:spTree>
    <p:extLst>
      <p:ext uri="{BB962C8B-B14F-4D97-AF65-F5344CB8AC3E}">
        <p14:creationId xmlns:p14="http://schemas.microsoft.com/office/powerpoint/2010/main" val="11896641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28E5D6F7-DCAF-4F8E-BDD3-5105CEBF18C0}"/>
              </a:ext>
            </a:extLst>
          </p:cNvPr>
          <p:cNvSpPr>
            <a:spLocks noGrp="1"/>
          </p:cNvSpPr>
          <p:nvPr>
            <p:ph idx="1"/>
            <p:custDataLst>
              <p:tags r:id="rId2"/>
            </p:custDataLst>
          </p:nvPr>
        </p:nvSpPr>
        <p:spPr>
          <a:xfrm>
            <a:off x="838200" y="1122151"/>
            <a:ext cx="10515600" cy="4974601"/>
          </a:xfrm>
        </p:spPr>
        <p:txBody>
          <a:bodyPr/>
          <a:lstStyle/>
          <a:p>
            <a:pPr marL="457200" indent="-457200" algn="just">
              <a:lnSpc>
                <a:spcPct val="130000"/>
              </a:lnSpc>
              <a:buFont typeface="+mj-lt"/>
              <a:buAutoNum type="arabicPeriod" startAt="20"/>
            </a:pPr>
            <a:r>
              <a:rPr lang="en-US" dirty="0"/>
              <a:t>Click on </a:t>
            </a:r>
            <a:r>
              <a:rPr lang="en-US" b="1" dirty="0"/>
              <a:t>Hazardous Material Handling</a:t>
            </a:r>
            <a:r>
              <a:rPr lang="en-US" dirty="0"/>
              <a:t>, complete the section</a:t>
            </a:r>
            <a:r>
              <a:rPr lang="en-US" b="1" dirty="0"/>
              <a:t> </a:t>
            </a:r>
            <a:r>
              <a:rPr lang="en-US" dirty="0"/>
              <a:t>for the fields shown below and click on OK once done. </a:t>
            </a:r>
            <a:endParaRPr lang="fr-CA" dirty="0"/>
          </a:p>
          <a:p>
            <a:pPr marL="0" indent="0" algn="just">
              <a:lnSpc>
                <a:spcPct val="130000"/>
              </a:lnSpc>
              <a:buNone/>
            </a:pPr>
            <a:endParaRPr lang="en-CA" dirty="0"/>
          </a:p>
        </p:txBody>
      </p:sp>
      <p:pic>
        <p:nvPicPr>
          <p:cNvPr id="6" name="Picture 5">
            <a:extLst>
              <a:ext uri="{FF2B5EF4-FFF2-40B4-BE49-F238E27FC236}">
                <a16:creationId xmlns:a16="http://schemas.microsoft.com/office/drawing/2014/main" xmlns="" id="{463EF3CB-06C3-4105-B3F3-473A71C5D428}"/>
              </a:ext>
            </a:extLst>
          </p:cNvPr>
          <p:cNvPicPr>
            <a:picLocks noChangeAspect="1"/>
          </p:cNvPicPr>
          <p:nvPr>
            <p:custDataLst>
              <p:tags r:id="rId3"/>
            </p:custDataLst>
          </p:nvPr>
        </p:nvPicPr>
        <p:blipFill>
          <a:blip r:embed="rId19"/>
          <a:stretch>
            <a:fillRect/>
          </a:stretch>
        </p:blipFill>
        <p:spPr>
          <a:xfrm>
            <a:off x="246756" y="2447714"/>
            <a:ext cx="6437529" cy="3288135"/>
          </a:xfrm>
          <a:prstGeom prst="rect">
            <a:avLst/>
          </a:prstGeom>
        </p:spPr>
      </p:pic>
      <p:cxnSp>
        <p:nvCxnSpPr>
          <p:cNvPr id="7" name="Straight Arrow Connector 6">
            <a:extLst>
              <a:ext uri="{FF2B5EF4-FFF2-40B4-BE49-F238E27FC236}">
                <a16:creationId xmlns:a16="http://schemas.microsoft.com/office/drawing/2014/main" xmlns="" id="{0FADF84B-2A7A-409B-AEBB-652F1EA754D7}"/>
              </a:ext>
            </a:extLst>
          </p:cNvPr>
          <p:cNvCxnSpPr>
            <a:cxnSpLocks/>
          </p:cNvCxnSpPr>
          <p:nvPr>
            <p:custDataLst>
              <p:tags r:id="rId4"/>
            </p:custDataLst>
          </p:nvPr>
        </p:nvCxnSpPr>
        <p:spPr>
          <a:xfrm>
            <a:off x="4319334" y="3362629"/>
            <a:ext cx="1192552" cy="9327"/>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xmlns="" id="{96018DD0-A1DB-4B53-B315-E53ECC6E46EF}"/>
              </a:ext>
            </a:extLst>
          </p:cNvPr>
          <p:cNvSpPr/>
          <p:nvPr>
            <p:custDataLst>
              <p:tags r:id="rId5"/>
            </p:custDataLst>
          </p:nvPr>
        </p:nvSpPr>
        <p:spPr>
          <a:xfrm>
            <a:off x="5832518" y="3187290"/>
            <a:ext cx="6737264" cy="369332"/>
          </a:xfrm>
          <a:prstGeom prst="rect">
            <a:avLst/>
          </a:prstGeom>
        </p:spPr>
        <p:txBody>
          <a:bodyPr wrap="square">
            <a:spAutoFit/>
          </a:bodyPr>
          <a:lstStyle/>
          <a:p>
            <a:pPr>
              <a:spcBef>
                <a:spcPts val="400"/>
              </a:spcBef>
              <a:spcAft>
                <a:spcPts val="400"/>
              </a:spcAft>
            </a:pPr>
            <a:r>
              <a:rPr lang="en-US" dirty="0">
                <a:effectLst/>
                <a:latin typeface="Segoe UI" panose="020B0502040204020203" pitchFamily="34" charset="0"/>
                <a:ea typeface="Segoe UI" panose="020B0502040204020203" pitchFamily="34" charset="0"/>
                <a:cs typeface="Segoe UI" panose="020B0502040204020203" pitchFamily="34" charset="0"/>
              </a:rPr>
              <a:t>The UN or NA hazardous material classification*.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xmlns="" id="{19FEA16E-590C-4B27-9F05-80A4A12ECA5C}"/>
              </a:ext>
            </a:extLst>
          </p:cNvPr>
          <p:cNvSpPr/>
          <p:nvPr>
            <p:custDataLst>
              <p:tags r:id="rId6"/>
            </p:custDataLst>
          </p:nvPr>
        </p:nvSpPr>
        <p:spPr>
          <a:xfrm>
            <a:off x="5832518" y="3584087"/>
            <a:ext cx="67372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classification*.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xmlns="" id="{87A6EE39-663B-4FFD-A9D7-27788837BBD5}"/>
              </a:ext>
            </a:extLst>
          </p:cNvPr>
          <p:cNvSpPr/>
          <p:nvPr>
            <p:custDataLst>
              <p:tags r:id="rId7"/>
            </p:custDataLst>
          </p:nvPr>
        </p:nvSpPr>
        <p:spPr>
          <a:xfrm>
            <a:off x="5832518" y="3993202"/>
            <a:ext cx="67372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proper shipping name for this item*.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4" name="Rectangle 13">
            <a:extLst>
              <a:ext uri="{FF2B5EF4-FFF2-40B4-BE49-F238E27FC236}">
                <a16:creationId xmlns:a16="http://schemas.microsoft.com/office/drawing/2014/main" xmlns="" id="{E6F9F6CB-D135-45E8-9FD7-181BB80C93CA}"/>
              </a:ext>
            </a:extLst>
          </p:cNvPr>
          <p:cNvSpPr/>
          <p:nvPr>
            <p:custDataLst>
              <p:tags r:id="rId8"/>
            </p:custDataLst>
          </p:nvPr>
        </p:nvSpPr>
        <p:spPr>
          <a:xfrm>
            <a:off x="5832518" y="4423502"/>
            <a:ext cx="73849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description used for hazardous labelling for the item*.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6" name="Rectangle 15">
            <a:extLst>
              <a:ext uri="{FF2B5EF4-FFF2-40B4-BE49-F238E27FC236}">
                <a16:creationId xmlns:a16="http://schemas.microsoft.com/office/drawing/2014/main" xmlns="" id="{547A9665-96CD-4D1B-BB32-5E10D7BCBFD6}"/>
              </a:ext>
            </a:extLst>
          </p:cNvPr>
          <p:cNvSpPr/>
          <p:nvPr>
            <p:custDataLst>
              <p:tags r:id="rId9"/>
            </p:custDataLst>
          </p:nvPr>
        </p:nvSpPr>
        <p:spPr>
          <a:xfrm>
            <a:off x="5832518" y="4853802"/>
            <a:ext cx="73849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classification*.</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xmlns="" id="{32BAF8BB-E004-486A-81C4-0FEC9E39D72A}"/>
              </a:ext>
            </a:extLst>
          </p:cNvPr>
          <p:cNvSpPr/>
          <p:nvPr>
            <p:custDataLst>
              <p:tags r:id="rId10"/>
            </p:custDataLst>
          </p:nvPr>
        </p:nvSpPr>
        <p:spPr>
          <a:xfrm>
            <a:off x="5832518" y="5231138"/>
            <a:ext cx="8954394" cy="369332"/>
          </a:xfrm>
          <a:prstGeom prst="rect">
            <a:avLst/>
          </a:prstGeom>
        </p:spPr>
        <p:txBody>
          <a:bodyPr wrap="square">
            <a:spAutoFit/>
          </a:bodyPr>
          <a:lstStyle/>
          <a:p>
            <a:pPr>
              <a:spcBef>
                <a:spcPts val="400"/>
              </a:spcBef>
              <a:spcAft>
                <a:spcPts val="400"/>
              </a:spcAft>
            </a:pPr>
            <a:r>
              <a:rPr lang="en-US" dirty="0">
                <a:effectLst/>
                <a:latin typeface="Segoe UI" panose="020B0502040204020203" pitchFamily="34" charset="0"/>
                <a:ea typeface="Segoe UI" panose="020B0502040204020203" pitchFamily="34" charset="0"/>
                <a:cs typeface="Segoe UI" panose="020B0502040204020203" pitchFamily="34" charset="0"/>
              </a:rPr>
              <a:t>A flag that indicates if the hazardous placards are required*.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cxnSp>
        <p:nvCxnSpPr>
          <p:cNvPr id="20" name="Straight Arrow Connector 19">
            <a:extLst>
              <a:ext uri="{FF2B5EF4-FFF2-40B4-BE49-F238E27FC236}">
                <a16:creationId xmlns:a16="http://schemas.microsoft.com/office/drawing/2014/main" xmlns="" id="{73D5C247-C51E-4769-B613-164E578B064A}"/>
              </a:ext>
            </a:extLst>
          </p:cNvPr>
          <p:cNvCxnSpPr>
            <a:cxnSpLocks/>
          </p:cNvCxnSpPr>
          <p:nvPr>
            <p:custDataLst>
              <p:tags r:id="rId11"/>
            </p:custDataLst>
          </p:nvPr>
        </p:nvCxnSpPr>
        <p:spPr>
          <a:xfrm>
            <a:off x="4281234" y="3768753"/>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xmlns="" id="{E728A999-445A-48CE-80AD-E70E12A50E60}"/>
              </a:ext>
            </a:extLst>
          </p:cNvPr>
          <p:cNvCxnSpPr>
            <a:cxnSpLocks/>
          </p:cNvCxnSpPr>
          <p:nvPr>
            <p:custDataLst>
              <p:tags r:id="rId12"/>
            </p:custDataLst>
          </p:nvPr>
        </p:nvCxnSpPr>
        <p:spPr>
          <a:xfrm>
            <a:off x="4281234" y="414578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xmlns="" id="{4C8566E7-E5B0-4BEC-84C1-56558692AF32}"/>
              </a:ext>
            </a:extLst>
          </p:cNvPr>
          <p:cNvCxnSpPr>
            <a:cxnSpLocks/>
          </p:cNvCxnSpPr>
          <p:nvPr>
            <p:custDataLst>
              <p:tags r:id="rId13"/>
            </p:custDataLst>
          </p:nvPr>
        </p:nvCxnSpPr>
        <p:spPr>
          <a:xfrm>
            <a:off x="4281234" y="4608168"/>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xmlns="" id="{8AB567DF-BA51-4ABB-AC79-6499D9AA12BC}"/>
              </a:ext>
            </a:extLst>
          </p:cNvPr>
          <p:cNvCxnSpPr>
            <a:cxnSpLocks/>
          </p:cNvCxnSpPr>
          <p:nvPr>
            <p:custDataLst>
              <p:tags r:id="rId14"/>
            </p:custDataLst>
          </p:nvPr>
        </p:nvCxnSpPr>
        <p:spPr>
          <a:xfrm>
            <a:off x="4300284" y="503480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xmlns="" id="{ABFCAA23-662C-4C81-88D2-196B46A77C53}"/>
              </a:ext>
            </a:extLst>
          </p:cNvPr>
          <p:cNvCxnSpPr>
            <a:cxnSpLocks/>
          </p:cNvCxnSpPr>
          <p:nvPr>
            <p:custDataLst>
              <p:tags r:id="rId15"/>
            </p:custDataLst>
          </p:nvPr>
        </p:nvCxnSpPr>
        <p:spPr>
          <a:xfrm>
            <a:off x="4319334" y="541580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1" name="Rectangle 30">
            <a:extLst>
              <a:ext uri="{FF2B5EF4-FFF2-40B4-BE49-F238E27FC236}">
                <a16:creationId xmlns:a16="http://schemas.microsoft.com/office/drawing/2014/main" xmlns="" id="{38E2CE81-558C-47A9-847E-2D1769A7E640}"/>
              </a:ext>
            </a:extLst>
          </p:cNvPr>
          <p:cNvSpPr/>
          <p:nvPr>
            <p:custDataLst>
              <p:tags r:id="rId16"/>
            </p:custDataLst>
          </p:nvPr>
        </p:nvSpPr>
        <p:spPr>
          <a:xfrm>
            <a:off x="438150" y="5856664"/>
            <a:ext cx="6737264" cy="400110"/>
          </a:xfrm>
          <a:prstGeom prst="rect">
            <a:avLst/>
          </a:prstGeom>
        </p:spPr>
        <p:txBody>
          <a:bodyPr wrap="square">
            <a:spAutoFit/>
          </a:bodyPr>
          <a:lstStyle/>
          <a:p>
            <a:pPr>
              <a:spcBef>
                <a:spcPts val="400"/>
              </a:spcBef>
              <a:spcAft>
                <a:spcPts val="400"/>
              </a:spcAft>
            </a:pPr>
            <a:r>
              <a:rPr lang="en-US" sz="2000" dirty="0">
                <a:solidFill>
                  <a:schemeClr val="tx1">
                    <a:lumMod val="50000"/>
                    <a:lumOff val="50000"/>
                  </a:schemeClr>
                </a:solidFill>
              </a:rPr>
              <a:t>*All these fields are optional.</a:t>
            </a:r>
            <a:endParaRPr lang="en-CA" sz="2000" dirty="0"/>
          </a:p>
        </p:txBody>
      </p:sp>
    </p:spTree>
    <p:extLst>
      <p:ext uri="{BB962C8B-B14F-4D97-AF65-F5344CB8AC3E}">
        <p14:creationId xmlns:p14="http://schemas.microsoft.com/office/powerpoint/2010/main" val="29679732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7806F3D0-34DC-49BA-B48D-19D05CECDAAF}"/>
              </a:ext>
            </a:extLst>
          </p:cNvPr>
          <p:cNvSpPr>
            <a:spLocks noGrp="1"/>
          </p:cNvSpPr>
          <p:nvPr>
            <p:ph idx="1"/>
            <p:custDataLst>
              <p:tags r:id="rId2"/>
            </p:custDataLst>
          </p:nvPr>
        </p:nvSpPr>
        <p:spPr>
          <a:xfrm>
            <a:off x="457200" y="1352550"/>
            <a:ext cx="5638800" cy="4744202"/>
          </a:xfrm>
        </p:spPr>
        <p:txBody>
          <a:bodyPr/>
          <a:lstStyle/>
          <a:p>
            <a:pPr marL="457200" indent="-457200" algn="just">
              <a:lnSpc>
                <a:spcPct val="130000"/>
              </a:lnSpc>
              <a:buFont typeface="+mj-lt"/>
              <a:buAutoNum type="arabicPeriod" startAt="21"/>
            </a:pPr>
            <a:r>
              <a:rPr lang="en-US" dirty="0"/>
              <a:t>Click on </a:t>
            </a:r>
            <a:r>
              <a:rPr lang="en-US" b="1" dirty="0"/>
              <a:t>Item Extended Description</a:t>
            </a:r>
            <a:r>
              <a:rPr lang="en-US" dirty="0"/>
              <a:t>:</a:t>
            </a:r>
          </a:p>
          <a:p>
            <a:pPr marL="457200" lvl="1" indent="0" algn="just">
              <a:lnSpc>
                <a:spcPct val="130000"/>
              </a:lnSpc>
              <a:buNone/>
            </a:pPr>
            <a:r>
              <a:rPr lang="fr-CA" sz="2400" dirty="0">
                <a:solidFill>
                  <a:schemeClr val="accent2"/>
                </a:solidFill>
              </a:rPr>
              <a:t>21.1</a:t>
            </a:r>
            <a:r>
              <a:rPr lang="fr-CA" sz="2400" dirty="0"/>
              <a:t> </a:t>
            </a:r>
            <a:r>
              <a:rPr lang="en-US" sz="2400" dirty="0"/>
              <a:t>Select 1 or 2 in the Language field, enter a Description and a Print Sequence.</a:t>
            </a:r>
          </a:p>
          <a:p>
            <a:pPr marL="457200" lvl="1" indent="0" algn="just">
              <a:lnSpc>
                <a:spcPct val="130000"/>
              </a:lnSpc>
              <a:buNone/>
            </a:pPr>
            <a:r>
              <a:rPr lang="en-US" sz="2400" dirty="0">
                <a:solidFill>
                  <a:schemeClr val="accent2"/>
                </a:solidFill>
              </a:rPr>
              <a:t>21.2</a:t>
            </a:r>
            <a:r>
              <a:rPr lang="en-US" sz="2400" dirty="0"/>
              <a:t> Repeat step 21.1 for as many descriptions are required.</a:t>
            </a:r>
          </a:p>
          <a:p>
            <a:pPr marL="457200" lvl="1" indent="0" algn="just">
              <a:lnSpc>
                <a:spcPct val="130000"/>
              </a:lnSpc>
              <a:buNone/>
            </a:pPr>
            <a:r>
              <a:rPr lang="en-US" sz="2400" dirty="0">
                <a:solidFill>
                  <a:schemeClr val="accent2"/>
                </a:solidFill>
              </a:rPr>
              <a:t>21.3</a:t>
            </a:r>
            <a:r>
              <a:rPr lang="en-US" sz="2400" dirty="0"/>
              <a:t> Click OK when all descriptions are added.</a:t>
            </a:r>
          </a:p>
          <a:p>
            <a:pPr marL="0" indent="0" algn="just">
              <a:lnSpc>
                <a:spcPct val="130000"/>
              </a:lnSpc>
              <a:buNone/>
            </a:pPr>
            <a:endParaRPr lang="en-US" dirty="0"/>
          </a:p>
          <a:p>
            <a:pPr marL="0" indent="0" algn="just">
              <a:lnSpc>
                <a:spcPct val="130000"/>
              </a:lnSpc>
              <a:buNone/>
            </a:pPr>
            <a:endParaRPr lang="en-US" dirty="0"/>
          </a:p>
          <a:p>
            <a:pPr marL="0" indent="0" algn="just">
              <a:lnSpc>
                <a:spcPct val="130000"/>
              </a:lnSpc>
              <a:buNone/>
            </a:pPr>
            <a:endParaRPr lang="fr-CA" dirty="0"/>
          </a:p>
          <a:p>
            <a:pPr marL="0" indent="0" algn="just">
              <a:lnSpc>
                <a:spcPct val="130000"/>
              </a:lnSpc>
              <a:buNone/>
            </a:pPr>
            <a:endParaRPr lang="en-CA" dirty="0"/>
          </a:p>
        </p:txBody>
      </p:sp>
      <p:pic>
        <p:nvPicPr>
          <p:cNvPr id="6" name="Picture 5">
            <a:extLst>
              <a:ext uri="{FF2B5EF4-FFF2-40B4-BE49-F238E27FC236}">
                <a16:creationId xmlns:a16="http://schemas.microsoft.com/office/drawing/2014/main" xmlns="" id="{B6D1603F-724E-4A2A-BD16-06CDC21DB77B}"/>
              </a:ext>
            </a:extLst>
          </p:cNvPr>
          <p:cNvPicPr>
            <a:picLocks noChangeAspect="1"/>
          </p:cNvPicPr>
          <p:nvPr>
            <p:custDataLst>
              <p:tags r:id="rId3"/>
            </p:custDataLst>
          </p:nvPr>
        </p:nvPicPr>
        <p:blipFill>
          <a:blip r:embed="rId7"/>
          <a:stretch>
            <a:fillRect/>
          </a:stretch>
        </p:blipFill>
        <p:spPr>
          <a:xfrm>
            <a:off x="6366340" y="1352550"/>
            <a:ext cx="5555320" cy="4478560"/>
          </a:xfrm>
          <a:prstGeom prst="rect">
            <a:avLst/>
          </a:prstGeom>
        </p:spPr>
      </p:pic>
      <p:sp>
        <p:nvSpPr>
          <p:cNvPr id="8" name="TextBox 7">
            <a:extLst>
              <a:ext uri="{FF2B5EF4-FFF2-40B4-BE49-F238E27FC236}">
                <a16:creationId xmlns:a16="http://schemas.microsoft.com/office/drawing/2014/main" xmlns="" id="{F7EE2A7F-59A6-448F-BE0C-2560D41797AB}"/>
              </a:ext>
            </a:extLst>
          </p:cNvPr>
          <p:cNvSpPr txBox="1"/>
          <p:nvPr>
            <p:custDataLst>
              <p:tags r:id="rId4"/>
            </p:custDataLst>
          </p:nvPr>
        </p:nvSpPr>
        <p:spPr>
          <a:xfrm>
            <a:off x="609600" y="5524500"/>
            <a:ext cx="7486650" cy="533672"/>
          </a:xfrm>
          <a:prstGeom prst="rect">
            <a:avLst/>
          </a:prstGeom>
          <a:noFill/>
        </p:spPr>
        <p:txBody>
          <a:bodyPr wrap="square">
            <a:spAutoFit/>
          </a:bodyPr>
          <a:lstStyle/>
          <a:p>
            <a:pPr marL="0" indent="0" algn="just">
              <a:lnSpc>
                <a:spcPct val="130000"/>
              </a:lnSpc>
              <a:buNone/>
            </a:pPr>
            <a:r>
              <a:rPr lang="en-US" sz="2400" dirty="0">
                <a:solidFill>
                  <a:schemeClr val="tx1">
                    <a:lumMod val="50000"/>
                    <a:lumOff val="50000"/>
                  </a:schemeClr>
                </a:solidFill>
              </a:rPr>
              <a:t>An explanation of the fields is given in the next slide.</a:t>
            </a:r>
          </a:p>
        </p:txBody>
      </p:sp>
    </p:spTree>
    <p:extLst>
      <p:ext uri="{BB962C8B-B14F-4D97-AF65-F5344CB8AC3E}">
        <p14:creationId xmlns:p14="http://schemas.microsoft.com/office/powerpoint/2010/main" val="20726568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FFA379-2CEA-4F9E-B847-3040E89A8C71}"/>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xmlns="" id="{BAC0EFBB-ACF1-42F2-A0A4-086ED9D5B359}"/>
              </a:ext>
            </a:extLst>
          </p:cNvPr>
          <p:cNvGraphicFramePr>
            <a:graphicFrameLocks noGrp="1"/>
          </p:cNvGraphicFramePr>
          <p:nvPr>
            <p:custDataLst>
              <p:tags r:id="rId2"/>
            </p:custDataLst>
            <p:extLst>
              <p:ext uri="{D42A27DB-BD31-4B8C-83A1-F6EECF244321}">
                <p14:modId xmlns:p14="http://schemas.microsoft.com/office/powerpoint/2010/main" val="1313900750"/>
              </p:ext>
            </p:extLst>
          </p:nvPr>
        </p:nvGraphicFramePr>
        <p:xfrm>
          <a:off x="633403" y="2089912"/>
          <a:ext cx="11191894" cy="2678176"/>
        </p:xfrm>
        <a:graphic>
          <a:graphicData uri="http://schemas.openxmlformats.org/drawingml/2006/table">
            <a:tbl>
              <a:tblPr firstRow="1" bandRow="1">
                <a:tableStyleId>{F5AB1C69-6EDB-4FF4-983F-18BD219EF322}</a:tableStyleId>
              </a:tblPr>
              <a:tblGrid>
                <a:gridCol w="1845102">
                  <a:extLst>
                    <a:ext uri="{9D8B030D-6E8A-4147-A177-3AD203B41FA5}">
                      <a16:colId xmlns:a16="http://schemas.microsoft.com/office/drawing/2014/main" xmlns="" val="3611636286"/>
                    </a:ext>
                  </a:extLst>
                </a:gridCol>
                <a:gridCol w="9346792">
                  <a:extLst>
                    <a:ext uri="{9D8B030D-6E8A-4147-A177-3AD203B41FA5}">
                      <a16:colId xmlns:a16="http://schemas.microsoft.com/office/drawing/2014/main" xmlns="" val="1392957211"/>
                    </a:ext>
                  </a:extLst>
                </a:gridCol>
              </a:tblGrid>
              <a:tr h="370840">
                <a:tc>
                  <a:txBody>
                    <a:bodyPr/>
                    <a:lstStyle/>
                    <a:p>
                      <a:pPr marL="0" algn="just" defTabSz="914400" rtl="0" eaLnBrk="1" fontAlgn="b" latinLnBrk="0" hangingPunct="1">
                        <a:lnSpc>
                          <a:spcPct val="11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11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xmlns="" val="2076139349"/>
                  </a:ext>
                </a:extLst>
              </a:tr>
              <a:tr h="258206">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Language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285750" marR="0" lvl="0" indent="-285750" algn="just" defTabSz="914400" rtl="0" eaLnBrk="1" fontAlgn="b" latinLnBrk="0" hangingPunct="1">
                        <a:lnSpc>
                          <a:spcPct val="110000"/>
                        </a:lnSpc>
                        <a:spcBef>
                          <a:spcPts val="0"/>
                        </a:spcBef>
                        <a:spcAft>
                          <a:spcPts val="0"/>
                        </a:spcAft>
                        <a:buClrTx/>
                        <a:buSzTx/>
                        <a:buFont typeface="Arial" panose="020B0604020202020204" pitchFamily="34" charset="0"/>
                        <a:buChar char="•"/>
                        <a:tabLst/>
                        <a:defRPr/>
                      </a:pPr>
                      <a:r>
                        <a:rPr lang="en-US" sz="1800" kern="1200" dirty="0">
                          <a:solidFill>
                            <a:schemeClr val="tx1">
                              <a:lumMod val="50000"/>
                              <a:lumOff val="50000"/>
                            </a:schemeClr>
                          </a:solidFill>
                          <a:latin typeface="+mn-lt"/>
                          <a:ea typeface="+mn-ea"/>
                          <a:cs typeface="+mn-cs"/>
                        </a:rPr>
                        <a:t>1 indicates that language 1 item descriptions are to be used in the labels and documents sent to the customer.</a:t>
                      </a:r>
                    </a:p>
                    <a:p>
                      <a:pPr marL="285750" marR="0" lvl="0" indent="-285750" algn="just" defTabSz="914400" rtl="0" eaLnBrk="1" fontAlgn="b" latinLnBrk="0" hangingPunct="1">
                        <a:lnSpc>
                          <a:spcPct val="110000"/>
                        </a:lnSpc>
                        <a:spcBef>
                          <a:spcPts val="0"/>
                        </a:spcBef>
                        <a:spcAft>
                          <a:spcPts val="0"/>
                        </a:spcAft>
                        <a:buClrTx/>
                        <a:buSzTx/>
                        <a:buFont typeface="Arial" panose="020B0604020202020204" pitchFamily="34" charset="0"/>
                        <a:buChar char="•"/>
                        <a:tabLst/>
                        <a:defRPr/>
                      </a:pPr>
                      <a:r>
                        <a:rPr lang="en-US" sz="1800" kern="1200" dirty="0">
                          <a:solidFill>
                            <a:schemeClr val="tx1">
                              <a:lumMod val="50000"/>
                              <a:lumOff val="50000"/>
                            </a:schemeClr>
                          </a:solidFill>
                          <a:latin typeface="+mn-lt"/>
                          <a:ea typeface="+mn-ea"/>
                          <a:cs typeface="+mn-cs"/>
                        </a:rPr>
                        <a:t>2 indicates that language 2 item descriptions are to be used in the labels and documents sent to the customer. </a:t>
                      </a:r>
                    </a:p>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value for this field originates in the host DMS.</a:t>
                      </a:r>
                    </a:p>
                  </a:txBody>
                  <a:tcPr marL="9525" marR="9525" marT="9525" marB="0" anchor="b"/>
                </a:tc>
                <a:extLst>
                  <a:ext uri="{0D108BD9-81ED-4DB2-BD59-A6C34878D82A}">
                    <a16:rowId xmlns:a16="http://schemas.microsoft.com/office/drawing/2014/main" xmlns="" val="2341790511"/>
                  </a:ext>
                </a:extLst>
              </a:tr>
              <a:tr h="258206">
                <a:tc>
                  <a:txBody>
                    <a:bodyPr/>
                    <a:lstStyle/>
                    <a:p>
                      <a:pPr marL="0" algn="l" defTabSz="914400" rtl="0" eaLnBrk="1" fontAlgn="b" latinLnBrk="0" hangingPunct="1">
                        <a:lnSpc>
                          <a:spcPct val="110000"/>
                        </a:lnSpc>
                      </a:pPr>
                      <a:r>
                        <a:rPr lang="fr-CA" sz="1800" kern="1200" dirty="0">
                          <a:solidFill>
                            <a:schemeClr val="tx1">
                              <a:lumMod val="50000"/>
                              <a:lumOff val="50000"/>
                            </a:schemeClr>
                          </a:solidFill>
                          <a:latin typeface="+mn-lt"/>
                          <a:ea typeface="+mn-ea"/>
                          <a:cs typeface="+mn-cs"/>
                        </a:rPr>
                        <a:t>Description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This </a:t>
                      </a:r>
                      <a:r>
                        <a:rPr lang="fr-CA" sz="1800" kern="1200" dirty="0" err="1">
                          <a:solidFill>
                            <a:schemeClr val="tx1">
                              <a:lumMod val="50000"/>
                              <a:lumOff val="50000"/>
                            </a:schemeClr>
                          </a:solidFill>
                          <a:latin typeface="+mn-lt"/>
                          <a:ea typeface="+mn-ea"/>
                          <a:cs typeface="+mn-cs"/>
                        </a:rPr>
                        <a:t>is</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one line of extended description for the item.</a:t>
                      </a:r>
                    </a:p>
                  </a:txBody>
                  <a:tcPr marL="9525" marR="9525" marT="9525" marB="0" anchor="b"/>
                </a:tc>
                <a:extLst>
                  <a:ext uri="{0D108BD9-81ED-4DB2-BD59-A6C34878D82A}">
                    <a16:rowId xmlns:a16="http://schemas.microsoft.com/office/drawing/2014/main" xmlns="" val="1821146807"/>
                  </a:ext>
                </a:extLst>
              </a:tr>
              <a:tr h="258206">
                <a:tc>
                  <a:txBody>
                    <a:bodyPr/>
                    <a:lstStyle/>
                    <a:p>
                      <a:pPr marL="0" marR="0" lvl="0" indent="0" algn="l"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Print Sequence </a:t>
                      </a: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value indicates the relative sequence of each line of the item's extended description on documents. Description lines can be added to an item in one sequence and printed in another. </a:t>
                      </a:r>
                    </a:p>
                  </a:txBody>
                  <a:tcPr marL="9525" marR="9525" marT="9525" marB="0" anchor="b"/>
                </a:tc>
                <a:extLst>
                  <a:ext uri="{0D108BD9-81ED-4DB2-BD59-A6C34878D82A}">
                    <a16:rowId xmlns:a16="http://schemas.microsoft.com/office/drawing/2014/main" xmlns="" val="2066145945"/>
                  </a:ext>
                </a:extLst>
              </a:tr>
            </a:tbl>
          </a:graphicData>
        </a:graphic>
      </p:graphicFrame>
      <p:sp>
        <p:nvSpPr>
          <p:cNvPr id="6" name="Content Placeholder 2">
            <a:extLst>
              <a:ext uri="{FF2B5EF4-FFF2-40B4-BE49-F238E27FC236}">
                <a16:creationId xmlns:a16="http://schemas.microsoft.com/office/drawing/2014/main" xmlns="" id="{528915AC-F582-49E5-9CB8-F87DD7DDF9B7}"/>
              </a:ext>
            </a:extLst>
          </p:cNvPr>
          <p:cNvSpPr>
            <a:spLocks noGrp="1"/>
          </p:cNvSpPr>
          <p:nvPr>
            <p:ph idx="1"/>
            <p:custDataLst>
              <p:tags r:id="rId3"/>
            </p:custDataLst>
          </p:nvPr>
        </p:nvSpPr>
        <p:spPr>
          <a:xfrm>
            <a:off x="838200" y="1352550"/>
            <a:ext cx="7524750" cy="4744202"/>
          </a:xfrm>
        </p:spPr>
        <p:txBody>
          <a:bodyPr/>
          <a:lstStyle/>
          <a:p>
            <a:pPr marL="457200" indent="-457200" algn="just">
              <a:lnSpc>
                <a:spcPct val="130000"/>
              </a:lnSpc>
              <a:buFont typeface="+mj-lt"/>
              <a:buAutoNum type="arabicPeriod" startAt="21"/>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28923947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40B316-9971-4B95-AE49-0C239DA4EE68}"/>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FA114B2C-EBBE-42C1-9247-1A5E8C72E7F9}"/>
              </a:ext>
            </a:extLst>
          </p:cNvPr>
          <p:cNvSpPr>
            <a:spLocks noGrp="1"/>
          </p:cNvSpPr>
          <p:nvPr>
            <p:ph idx="1"/>
            <p:custDataLst>
              <p:tags r:id="rId2"/>
            </p:custDataLst>
          </p:nvPr>
        </p:nvSpPr>
        <p:spPr>
          <a:xfrm>
            <a:off x="838200" y="1213658"/>
            <a:ext cx="10515600" cy="4883094"/>
          </a:xfrm>
        </p:spPr>
        <p:txBody>
          <a:bodyPr/>
          <a:lstStyle/>
          <a:p>
            <a:pPr marL="457200" indent="-457200" algn="just">
              <a:lnSpc>
                <a:spcPct val="130000"/>
              </a:lnSpc>
              <a:buFont typeface="+mj-lt"/>
              <a:buAutoNum type="arabicPeriod" startAt="22"/>
            </a:pPr>
            <a:r>
              <a:rPr lang="en-US" dirty="0"/>
              <a:t>When the item is fully configured, change the status from "Newly Created by the Interface" to "Active“ in Item Status field. </a:t>
            </a:r>
          </a:p>
          <a:p>
            <a:pPr marL="0" indent="0" algn="just">
              <a:lnSpc>
                <a:spcPct val="130000"/>
              </a:lnSpc>
              <a:buNone/>
            </a:pPr>
            <a:endParaRPr lang="en-CA" dirty="0"/>
          </a:p>
        </p:txBody>
      </p:sp>
      <p:pic>
        <p:nvPicPr>
          <p:cNvPr id="6" name="Picture 5">
            <a:extLst>
              <a:ext uri="{FF2B5EF4-FFF2-40B4-BE49-F238E27FC236}">
                <a16:creationId xmlns:a16="http://schemas.microsoft.com/office/drawing/2014/main" xmlns="" id="{3527536D-3556-4795-8972-2D178F469568}"/>
              </a:ext>
            </a:extLst>
          </p:cNvPr>
          <p:cNvPicPr>
            <a:picLocks noChangeAspect="1"/>
          </p:cNvPicPr>
          <p:nvPr>
            <p:custDataLst>
              <p:tags r:id="rId3"/>
            </p:custDataLst>
          </p:nvPr>
        </p:nvPicPr>
        <p:blipFill rotWithShape="1">
          <a:blip r:embed="rId6"/>
          <a:srcRect t="28618" b="11126"/>
          <a:stretch/>
        </p:blipFill>
        <p:spPr>
          <a:xfrm>
            <a:off x="362867" y="2540794"/>
            <a:ext cx="11466266" cy="3231356"/>
          </a:xfrm>
          <a:prstGeom prst="rect">
            <a:avLst/>
          </a:prstGeom>
        </p:spPr>
      </p:pic>
    </p:spTree>
    <p:extLst>
      <p:ext uri="{BB962C8B-B14F-4D97-AF65-F5344CB8AC3E}">
        <p14:creationId xmlns:p14="http://schemas.microsoft.com/office/powerpoint/2010/main" val="40355716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40B316-9971-4B95-AE49-0C239DA4EE68}"/>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xmlns="" id="{2E7F3A0D-FDD8-4356-897A-8FB11F4E08EB}"/>
              </a:ext>
            </a:extLst>
          </p:cNvPr>
          <p:cNvSpPr>
            <a:spLocks noGrp="1"/>
          </p:cNvSpPr>
          <p:nvPr>
            <p:ph idx="1"/>
            <p:custDataLst>
              <p:tags r:id="rId2"/>
            </p:custDataLst>
          </p:nvPr>
        </p:nvSpPr>
        <p:spPr>
          <a:xfrm>
            <a:off x="838200" y="1123950"/>
            <a:ext cx="10515600" cy="4972802"/>
          </a:xfrm>
        </p:spPr>
        <p:txBody>
          <a:bodyPr/>
          <a:lstStyle/>
          <a:p>
            <a:pPr marL="457200" indent="-457200" algn="just">
              <a:lnSpc>
                <a:spcPct val="130000"/>
              </a:lnSpc>
              <a:buFont typeface="+mj-lt"/>
              <a:buAutoNum type="arabicPeriod" startAt="23"/>
            </a:pPr>
            <a:r>
              <a:rPr lang="en-US" dirty="0"/>
              <a:t>Finally, click on Submit. </a:t>
            </a:r>
            <a:endParaRPr lang="en-CA" dirty="0"/>
          </a:p>
        </p:txBody>
      </p:sp>
      <p:pic>
        <p:nvPicPr>
          <p:cNvPr id="6" name="Picture 5">
            <a:extLst>
              <a:ext uri="{FF2B5EF4-FFF2-40B4-BE49-F238E27FC236}">
                <a16:creationId xmlns:a16="http://schemas.microsoft.com/office/drawing/2014/main" xmlns="" id="{C1F4EC30-C4E8-4191-A303-F9F4D969A928}"/>
              </a:ext>
            </a:extLst>
          </p:cNvPr>
          <p:cNvPicPr>
            <a:picLocks noChangeAspect="1"/>
          </p:cNvPicPr>
          <p:nvPr>
            <p:custDataLst>
              <p:tags r:id="rId3"/>
            </p:custDataLst>
          </p:nvPr>
        </p:nvPicPr>
        <p:blipFill>
          <a:blip r:embed="rId5"/>
          <a:stretch>
            <a:fillRect/>
          </a:stretch>
        </p:blipFill>
        <p:spPr>
          <a:xfrm>
            <a:off x="838200" y="1690688"/>
            <a:ext cx="9086850" cy="4543425"/>
          </a:xfrm>
          <a:prstGeom prst="rect">
            <a:avLst/>
          </a:prstGeom>
        </p:spPr>
      </p:pic>
    </p:spTree>
    <p:extLst>
      <p:ext uri="{BB962C8B-B14F-4D97-AF65-F5344CB8AC3E}">
        <p14:creationId xmlns:p14="http://schemas.microsoft.com/office/powerpoint/2010/main" val="40918448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276350"/>
            <a:ext cx="10515600" cy="4900613"/>
          </a:xfrm>
        </p:spPr>
        <p:txBody>
          <a:bodyPr/>
          <a:lstStyle/>
          <a:p>
            <a:pPr marL="0" indent="0" algn="just">
              <a:lnSpc>
                <a:spcPct val="120000"/>
              </a:lnSpc>
              <a:buNone/>
            </a:pPr>
            <a:r>
              <a:rPr lang="fr-CA" dirty="0" err="1"/>
              <a:t>Additional</a:t>
            </a:r>
            <a:r>
              <a:rPr lang="fr-CA" dirty="0"/>
              <a:t> Note – </a:t>
            </a:r>
            <a:r>
              <a:rPr lang="en-US" sz="2400" b="1" kern="1200" dirty="0">
                <a:solidFill>
                  <a:schemeClr val="tx1">
                    <a:lumMod val="50000"/>
                    <a:lumOff val="50000"/>
                  </a:schemeClr>
                </a:solidFill>
                <a:latin typeface="+mn-lt"/>
                <a:ea typeface="+mn-ea"/>
                <a:cs typeface="+mn-cs"/>
              </a:rPr>
              <a:t>All items that are newly created on the Host </a:t>
            </a:r>
            <a:r>
              <a:rPr lang="en-US" sz="2400" kern="1200" dirty="0">
                <a:solidFill>
                  <a:schemeClr val="tx1">
                    <a:lumMod val="50000"/>
                    <a:lumOff val="50000"/>
                  </a:schemeClr>
                </a:solidFill>
                <a:latin typeface="+mn-lt"/>
                <a:ea typeface="+mn-ea"/>
                <a:cs typeface="+mn-cs"/>
              </a:rPr>
              <a:t>will have a default status of “Newly Created by the Interface”. The user must first set up the item's required WMS data fields prior to receiving the item in the warehouse. Part of setting up new items in the WMS is changing the status to “Active”. Once the status is set to </a:t>
            </a:r>
            <a:r>
              <a:rPr lang="en-US" dirty="0"/>
              <a:t>“Active”</a:t>
            </a:r>
            <a:r>
              <a:rPr lang="en-US" sz="2400" kern="1200" dirty="0">
                <a:solidFill>
                  <a:schemeClr val="tx1">
                    <a:lumMod val="50000"/>
                    <a:lumOff val="50000"/>
                  </a:schemeClr>
                </a:solidFill>
                <a:latin typeface="+mn-lt"/>
                <a:ea typeface="+mn-ea"/>
                <a:cs typeface="+mn-cs"/>
              </a:rPr>
              <a:t>, the item can be received in the WMS. To do this:</a:t>
            </a:r>
          </a:p>
          <a:p>
            <a:pPr marL="457200" indent="-457200" algn="just">
              <a:lnSpc>
                <a:spcPct val="120000"/>
              </a:lnSpc>
              <a:buFont typeface="+mj-lt"/>
              <a:buAutoNum type="arabicPeriod"/>
            </a:pPr>
            <a:r>
              <a:rPr lang="en-US" sz="2400" kern="1200" dirty="0">
                <a:solidFill>
                  <a:schemeClr val="tx1">
                    <a:lumMod val="50000"/>
                    <a:lumOff val="50000"/>
                  </a:schemeClr>
                </a:solidFill>
                <a:latin typeface="+mn-lt"/>
                <a:ea typeface="+mn-ea"/>
                <a:cs typeface="+mn-cs"/>
              </a:rPr>
              <a:t>Retrieve the new item created by the Host which has a "Newly Created by the Interface" status and click on View Record Details.</a:t>
            </a:r>
            <a:endParaRPr lang="en-CA" sz="2400" kern="1200" dirty="0">
              <a:solidFill>
                <a:schemeClr val="tx1">
                  <a:lumMod val="50000"/>
                  <a:lumOff val="50000"/>
                </a:schemeClr>
              </a:solidFill>
              <a:latin typeface="+mn-lt"/>
              <a:ea typeface="+mn-ea"/>
              <a:cs typeface="+mn-cs"/>
            </a:endParaRPr>
          </a:p>
          <a:p>
            <a:pPr marL="0" indent="0">
              <a:buNone/>
            </a:pPr>
            <a:endParaRPr lang="en-CA" dirty="0"/>
          </a:p>
        </p:txBody>
      </p:sp>
      <p:pic>
        <p:nvPicPr>
          <p:cNvPr id="5" name="Picture 4">
            <a:extLst>
              <a:ext uri="{FF2B5EF4-FFF2-40B4-BE49-F238E27FC236}">
                <a16:creationId xmlns:a16="http://schemas.microsoft.com/office/drawing/2014/main" xmlns="" id="{56489487-4D9B-44F7-B870-E14A584E96AC}"/>
              </a:ext>
            </a:extLst>
          </p:cNvPr>
          <p:cNvPicPr>
            <a:picLocks noChangeAspect="1"/>
          </p:cNvPicPr>
          <p:nvPr>
            <p:custDataLst>
              <p:tags r:id="rId3"/>
            </p:custDataLst>
          </p:nvPr>
        </p:nvPicPr>
        <p:blipFill rotWithShape="1">
          <a:blip r:embed="rId5"/>
          <a:srcRect t="42845"/>
          <a:stretch/>
        </p:blipFill>
        <p:spPr>
          <a:xfrm>
            <a:off x="314325" y="4743534"/>
            <a:ext cx="11563350" cy="1257215"/>
          </a:xfrm>
          <a:prstGeom prst="rect">
            <a:avLst/>
          </a:prstGeom>
        </p:spPr>
      </p:pic>
    </p:spTree>
    <p:extLst>
      <p:ext uri="{BB962C8B-B14F-4D97-AF65-F5344CB8AC3E}">
        <p14:creationId xmlns:p14="http://schemas.microsoft.com/office/powerpoint/2010/main" val="563213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xmlns="" id="{44C8A021-3E3E-4268-AE29-2773903E1BD3}"/>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2"/>
            </a:pPr>
            <a:r>
              <a:rPr lang="fr-CA" dirty="0" err="1"/>
              <a:t>From</a:t>
            </a:r>
            <a:r>
              <a:rPr lang="fr-CA" dirty="0"/>
              <a:t> the </a:t>
            </a:r>
            <a:r>
              <a:rPr lang="fr-CA" dirty="0" err="1"/>
              <a:t>detail</a:t>
            </a:r>
            <a:r>
              <a:rPr lang="fr-CA" dirty="0"/>
              <a:t> </a:t>
            </a:r>
            <a:r>
              <a:rPr lang="fr-CA" dirty="0" err="1"/>
              <a:t>view</a:t>
            </a:r>
            <a:r>
              <a:rPr lang="fr-CA" dirty="0"/>
              <a:t> of the item, in the </a:t>
            </a:r>
            <a:r>
              <a:rPr lang="fr-CA" b="1" dirty="0"/>
              <a:t>Item </a:t>
            </a:r>
            <a:r>
              <a:rPr lang="fr-CA" b="1" dirty="0" err="1"/>
              <a:t>Status</a:t>
            </a:r>
            <a:r>
              <a:rPr lang="fr-CA" b="1" dirty="0"/>
              <a:t> </a:t>
            </a:r>
            <a:r>
              <a:rPr lang="fr-CA" dirty="0" err="1"/>
              <a:t>field</a:t>
            </a:r>
            <a:r>
              <a:rPr lang="fr-CA" dirty="0"/>
              <a:t>, change the </a:t>
            </a:r>
            <a:r>
              <a:rPr lang="fr-CA" dirty="0" err="1"/>
              <a:t>Status</a:t>
            </a:r>
            <a:r>
              <a:rPr lang="fr-CA" dirty="0"/>
              <a:t> to </a:t>
            </a:r>
            <a:r>
              <a:rPr lang="en-US" sz="2400" kern="1200" dirty="0">
                <a:solidFill>
                  <a:schemeClr val="tx1">
                    <a:lumMod val="50000"/>
                    <a:lumOff val="50000"/>
                  </a:schemeClr>
                </a:solidFill>
                <a:latin typeface="+mn-lt"/>
                <a:ea typeface="+mn-ea"/>
                <a:cs typeface="+mn-cs"/>
              </a:rPr>
              <a:t>"</a:t>
            </a:r>
            <a:r>
              <a:rPr lang="fr-CA" dirty="0"/>
              <a:t>Active</a:t>
            </a:r>
            <a:r>
              <a:rPr lang="en-US" dirty="0"/>
              <a:t>”</a:t>
            </a:r>
            <a:r>
              <a:rPr lang="fr-CA" dirty="0"/>
              <a:t> and click on </a:t>
            </a:r>
            <a:r>
              <a:rPr lang="fr-CA" dirty="0" err="1"/>
              <a:t>Submit</a:t>
            </a:r>
            <a:r>
              <a:rPr lang="fr-CA" dirty="0"/>
              <a:t>. </a:t>
            </a:r>
          </a:p>
          <a:p>
            <a:pPr marL="457200" indent="-457200" algn="just">
              <a:lnSpc>
                <a:spcPct val="150000"/>
              </a:lnSpc>
              <a:buFont typeface="+mj-lt"/>
              <a:buAutoNum type="arabicPeriod" startAt="2"/>
            </a:pPr>
            <a:endParaRPr lang="fr-CA" dirty="0"/>
          </a:p>
        </p:txBody>
      </p:sp>
      <p:pic>
        <p:nvPicPr>
          <p:cNvPr id="6" name="Picture 5">
            <a:extLst>
              <a:ext uri="{FF2B5EF4-FFF2-40B4-BE49-F238E27FC236}">
                <a16:creationId xmlns:a16="http://schemas.microsoft.com/office/drawing/2014/main" xmlns="" id="{874696B6-5132-4536-91FA-6CA051F293F5}"/>
              </a:ext>
            </a:extLst>
          </p:cNvPr>
          <p:cNvPicPr>
            <a:picLocks noChangeAspect="1"/>
          </p:cNvPicPr>
          <p:nvPr>
            <p:custDataLst>
              <p:tags r:id="rId3"/>
            </p:custDataLst>
          </p:nvPr>
        </p:nvPicPr>
        <p:blipFill rotWithShape="1">
          <a:blip r:embed="rId5"/>
          <a:srcRect t="28618"/>
          <a:stretch/>
        </p:blipFill>
        <p:spPr>
          <a:xfrm>
            <a:off x="940467" y="2601913"/>
            <a:ext cx="10708607" cy="3575050"/>
          </a:xfrm>
          <a:prstGeom prst="rect">
            <a:avLst/>
          </a:prstGeom>
        </p:spPr>
      </p:pic>
    </p:spTree>
    <p:extLst>
      <p:ext uri="{BB962C8B-B14F-4D97-AF65-F5344CB8AC3E}">
        <p14:creationId xmlns:p14="http://schemas.microsoft.com/office/powerpoint/2010/main" val="39111252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Item (TMS)</a:t>
            </a:r>
          </a:p>
        </p:txBody>
      </p:sp>
      <p:sp>
        <p:nvSpPr>
          <p:cNvPr id="4" name="TextBox 3">
            <a:extLst>
              <a:ext uri="{FF2B5EF4-FFF2-40B4-BE49-F238E27FC236}">
                <a16:creationId xmlns:a16="http://schemas.microsoft.com/office/drawing/2014/main" xmlns="" id="{03821002-3B09-4C25-957A-0698B6D868A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7120238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72E50E-403C-4E30-9B26-79AF2EFEA227}"/>
              </a:ext>
            </a:extLst>
          </p:cNvPr>
          <p:cNvSpPr>
            <a:spLocks noGrp="1"/>
          </p:cNvSpPr>
          <p:nvPr>
            <p:ph type="title"/>
            <p:custDataLst>
              <p:tags r:id="rId1"/>
            </p:custDataLst>
          </p:nvPr>
        </p:nvSpPr>
        <p:spPr/>
        <p:txBody>
          <a:bodyPr/>
          <a:lstStyle/>
          <a:p>
            <a:r>
              <a:rPr lang="fr-CA" dirty="0"/>
              <a:t>Item (TMS)</a:t>
            </a:r>
            <a:endParaRPr lang="en-CA" dirty="0"/>
          </a:p>
        </p:txBody>
      </p:sp>
      <p:sp>
        <p:nvSpPr>
          <p:cNvPr id="3" name="Content Placeholder 2">
            <a:extLst>
              <a:ext uri="{FF2B5EF4-FFF2-40B4-BE49-F238E27FC236}">
                <a16:creationId xmlns:a16="http://schemas.microsoft.com/office/drawing/2014/main" xmlns="" id="{1C8AA331-7FFE-4074-8CB6-F8F6058B9498}"/>
              </a:ext>
            </a:extLst>
          </p:cNvPr>
          <p:cNvSpPr>
            <a:spLocks noGrp="1"/>
          </p:cNvSpPr>
          <p:nvPr>
            <p:ph idx="1"/>
            <p:custDataLst>
              <p:tags r:id="rId2"/>
            </p:custDataLst>
          </p:nvPr>
        </p:nvSpPr>
        <p:spPr>
          <a:xfrm>
            <a:off x="838200" y="1147865"/>
            <a:ext cx="10515600" cy="4756725"/>
          </a:xfrm>
        </p:spPr>
        <p:txBody>
          <a:bodyPr/>
          <a:lstStyle/>
          <a:p>
            <a:pPr algn="just">
              <a:lnSpc>
                <a:spcPct val="200000"/>
              </a:lnSpc>
            </a:pPr>
            <a:r>
              <a:rPr lang="fr-CA" dirty="0"/>
              <a:t>The TMS Item </a:t>
            </a:r>
            <a:r>
              <a:rPr lang="fr-CA" dirty="0" err="1"/>
              <a:t>resource</a:t>
            </a:r>
            <a:r>
              <a:rPr lang="fr-CA" dirty="0"/>
              <a:t> c</a:t>
            </a:r>
            <a:r>
              <a:rPr lang="en-US" dirty="0" err="1"/>
              <a:t>ontains</a:t>
            </a:r>
            <a:r>
              <a:rPr lang="en-US" dirty="0"/>
              <a:t> </a:t>
            </a:r>
            <a:r>
              <a:rPr lang="en-US" b="1" dirty="0"/>
              <a:t>details on products that are to be shipped</a:t>
            </a:r>
            <a:r>
              <a:rPr lang="en-US" dirty="0"/>
              <a:t>.</a:t>
            </a:r>
            <a:r>
              <a:rPr lang="en-US" b="1" dirty="0"/>
              <a:t> </a:t>
            </a:r>
          </a:p>
          <a:p>
            <a:pPr algn="just">
              <a:lnSpc>
                <a:spcPct val="200000"/>
              </a:lnSpc>
            </a:pPr>
            <a:r>
              <a:rPr lang="en-US" dirty="0"/>
              <a:t>This resource allows you to </a:t>
            </a:r>
            <a:r>
              <a:rPr lang="en-US" b="1" dirty="0"/>
              <a:t>create </a:t>
            </a:r>
            <a:r>
              <a:rPr lang="en-US" dirty="0"/>
              <a:t>an item, to </a:t>
            </a:r>
            <a:r>
              <a:rPr lang="en-US" b="1" dirty="0"/>
              <a:t>update</a:t>
            </a:r>
            <a:r>
              <a:rPr lang="en-US" dirty="0"/>
              <a:t> (add, modify, copy, delete) the record of a specific item or to </a:t>
            </a:r>
            <a:r>
              <a:rPr lang="en-US" b="1" dirty="0"/>
              <a:t>query</a:t>
            </a:r>
            <a:r>
              <a:rPr lang="en-US" dirty="0"/>
              <a:t> the records in the items table if desired.</a:t>
            </a:r>
          </a:p>
          <a:p>
            <a:pPr algn="just">
              <a:lnSpc>
                <a:spcPct val="200000"/>
              </a:lnSpc>
            </a:pPr>
            <a:r>
              <a:rPr lang="en-US" dirty="0"/>
              <a:t>Data in this table is typically used for </a:t>
            </a:r>
            <a:r>
              <a:rPr lang="en-US" b="1" dirty="0"/>
              <a:t>Customs documents </a:t>
            </a:r>
            <a:r>
              <a:rPr lang="en-US" dirty="0"/>
              <a:t>and </a:t>
            </a:r>
            <a:r>
              <a:rPr lang="en-US" b="1" dirty="0"/>
              <a:t>LTL bills of lading</a:t>
            </a:r>
            <a:r>
              <a:rPr lang="en-US" dirty="0"/>
              <a:t>.</a:t>
            </a:r>
          </a:p>
          <a:p>
            <a:pPr algn="just">
              <a:lnSpc>
                <a:spcPct val="200000"/>
              </a:lnSpc>
            </a:pPr>
            <a:r>
              <a:rPr lang="en-US" dirty="0"/>
              <a:t>Once captured in the TMS database, this information can be printed (when required) on </a:t>
            </a:r>
            <a:r>
              <a:rPr lang="en-US" b="1" dirty="0"/>
              <a:t>shipping labels </a:t>
            </a:r>
            <a:r>
              <a:rPr lang="en-US" dirty="0"/>
              <a:t>and shown within the system.</a:t>
            </a:r>
          </a:p>
          <a:p>
            <a:pPr algn="just">
              <a:lnSpc>
                <a:spcPct val="200000"/>
              </a:lnSpc>
            </a:pPr>
            <a:endParaRPr lang="en-US" dirty="0"/>
          </a:p>
          <a:p>
            <a:pPr algn="just">
              <a:lnSpc>
                <a:spcPct val="200000"/>
              </a:lnSpc>
            </a:pPr>
            <a:endParaRPr lang="en-CA" dirty="0"/>
          </a:p>
        </p:txBody>
      </p:sp>
    </p:spTree>
    <p:extLst>
      <p:ext uri="{BB962C8B-B14F-4D97-AF65-F5344CB8AC3E}">
        <p14:creationId xmlns:p14="http://schemas.microsoft.com/office/powerpoint/2010/main" val="23210474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0A5072-70F0-4BF6-9C28-BA7A062F0404}"/>
              </a:ext>
            </a:extLst>
          </p:cNvPr>
          <p:cNvSpPr>
            <a:spLocks noGrp="1"/>
          </p:cNvSpPr>
          <p:nvPr>
            <p:ph type="title"/>
            <p:custDataLst>
              <p:tags r:id="rId1"/>
            </p:custDataLst>
          </p:nvPr>
        </p:nvSpPr>
        <p:spPr/>
        <p:txBody>
          <a:bodyPr/>
          <a:lstStyle/>
          <a:p>
            <a:r>
              <a:rPr lang="fr-CA" dirty="0"/>
              <a:t>Item (TMS)</a:t>
            </a:r>
            <a:endParaRPr lang="en-CA" dirty="0"/>
          </a:p>
        </p:txBody>
      </p:sp>
      <p:pic>
        <p:nvPicPr>
          <p:cNvPr id="5" name="Picture 4">
            <a:extLst>
              <a:ext uri="{FF2B5EF4-FFF2-40B4-BE49-F238E27FC236}">
                <a16:creationId xmlns:a16="http://schemas.microsoft.com/office/drawing/2014/main" xmlns="" id="{E6F76CB7-0633-49C7-A0A1-9CB751DBC8E6}"/>
              </a:ext>
            </a:extLst>
          </p:cNvPr>
          <p:cNvPicPr>
            <a:picLocks noChangeAspect="1"/>
          </p:cNvPicPr>
          <p:nvPr>
            <p:custDataLst>
              <p:tags r:id="rId2"/>
            </p:custDataLst>
          </p:nvPr>
        </p:nvPicPr>
        <p:blipFill>
          <a:blip r:embed="rId6"/>
          <a:stretch>
            <a:fillRect/>
          </a:stretch>
        </p:blipFill>
        <p:spPr>
          <a:xfrm>
            <a:off x="7908759" y="365125"/>
            <a:ext cx="3213016" cy="5696762"/>
          </a:xfrm>
          <a:prstGeom prst="rect">
            <a:avLst/>
          </a:prstGeom>
        </p:spPr>
      </p:pic>
      <p:sp>
        <p:nvSpPr>
          <p:cNvPr id="6" name="Content Placeholder 2">
            <a:extLst>
              <a:ext uri="{FF2B5EF4-FFF2-40B4-BE49-F238E27FC236}">
                <a16:creationId xmlns:a16="http://schemas.microsoft.com/office/drawing/2014/main" xmlns="" id="{8EEF0A33-7262-4CDC-BD9F-DB6A34EEEF34}"/>
              </a:ext>
            </a:extLst>
          </p:cNvPr>
          <p:cNvSpPr>
            <a:spLocks noGrp="1"/>
          </p:cNvSpPr>
          <p:nvPr>
            <p:ph idx="1"/>
            <p:custDataLst>
              <p:tags r:id="rId3"/>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Transport Management </a:t>
            </a:r>
            <a:r>
              <a:rPr lang="en-US" sz="2300" dirty="0"/>
              <a:t>menu.</a:t>
            </a:r>
          </a:p>
          <a:p>
            <a:pPr marL="457200" indent="-457200" algn="just">
              <a:lnSpc>
                <a:spcPct val="150000"/>
              </a:lnSpc>
              <a:buFont typeface="+mj-lt"/>
              <a:buAutoNum type="arabicPeriod"/>
            </a:pPr>
            <a:r>
              <a:rPr lang="en-US" sz="2300" dirty="0"/>
              <a:t>Select the </a:t>
            </a:r>
            <a:r>
              <a:rPr lang="en-US" sz="2300" b="1" dirty="0"/>
              <a:t>Transport Administration</a:t>
            </a:r>
            <a:r>
              <a:rPr lang="en-US" sz="2300" dirty="0"/>
              <a:t> resource.</a:t>
            </a:r>
          </a:p>
          <a:p>
            <a:pPr marL="457200" indent="-457200" algn="just">
              <a:lnSpc>
                <a:spcPct val="150000"/>
              </a:lnSpc>
              <a:buFont typeface="+mj-lt"/>
              <a:buAutoNum type="arabicPeriod"/>
            </a:pPr>
            <a:r>
              <a:rPr lang="en-US" sz="2300" dirty="0"/>
              <a:t>Under Transport Administration, click on </a:t>
            </a:r>
            <a:r>
              <a:rPr lang="en-US" sz="2300" b="1" dirty="0"/>
              <a:t>TMS Masters</a:t>
            </a:r>
            <a:r>
              <a:rPr lang="en-US" sz="2300" dirty="0"/>
              <a:t>.</a:t>
            </a:r>
          </a:p>
          <a:p>
            <a:pPr marL="457200" indent="-457200" algn="just">
              <a:lnSpc>
                <a:spcPct val="150000"/>
              </a:lnSpc>
              <a:buFont typeface="+mj-lt"/>
              <a:buAutoNum type="arabicPeriod"/>
            </a:pPr>
            <a:r>
              <a:rPr lang="en-US" sz="2300" dirty="0"/>
              <a:t>Under TMS Masters, click on </a:t>
            </a:r>
            <a:r>
              <a:rPr lang="en-US" sz="2300" b="1" dirty="0"/>
              <a:t>Item.</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31101182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66FB1F-0C9C-48C8-BC71-4AD81EDA0135}"/>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xmlns="" id="{63898B1F-9222-441C-BD20-FEA04488D03C}"/>
              </a:ext>
            </a:extLst>
          </p:cNvPr>
          <p:cNvSpPr>
            <a:spLocks noGrp="1"/>
          </p:cNvSpPr>
          <p:nvPr>
            <p:ph idx="1"/>
            <p:custDataLst>
              <p:tags r:id="rId2"/>
            </p:custDataLst>
          </p:nvPr>
        </p:nvSpPr>
        <p:spPr>
          <a:xfrm>
            <a:off x="838200" y="1245141"/>
            <a:ext cx="10515600" cy="4854002"/>
          </a:xfrm>
        </p:spPr>
        <p:txBody>
          <a:bodyPr/>
          <a:lstStyle/>
          <a:p>
            <a:pPr marL="457200" indent="-457200" algn="just">
              <a:lnSpc>
                <a:spcPct val="150000"/>
              </a:lnSpc>
              <a:buFont typeface="+mj-lt"/>
              <a:buAutoNum type="arabicPeriod" startAt="5"/>
            </a:pPr>
            <a:r>
              <a:rPr lang="en-US" sz="2400" dirty="0"/>
              <a:t>To update an item, perform a search to retrieve the item and click on View Record Details.</a:t>
            </a:r>
            <a:endParaRPr lang="en-US" dirty="0"/>
          </a:p>
          <a:p>
            <a:endParaRPr lang="en-CA" dirty="0"/>
          </a:p>
        </p:txBody>
      </p:sp>
      <p:pic>
        <p:nvPicPr>
          <p:cNvPr id="6" name="Picture 5">
            <a:extLst>
              <a:ext uri="{FF2B5EF4-FFF2-40B4-BE49-F238E27FC236}">
                <a16:creationId xmlns:a16="http://schemas.microsoft.com/office/drawing/2014/main" xmlns="" id="{8C878D34-387C-42B0-8084-CBD6F7EDB34C}"/>
              </a:ext>
            </a:extLst>
          </p:cNvPr>
          <p:cNvPicPr>
            <a:picLocks noChangeAspect="1"/>
          </p:cNvPicPr>
          <p:nvPr>
            <p:custDataLst>
              <p:tags r:id="rId3"/>
            </p:custDataLst>
          </p:nvPr>
        </p:nvPicPr>
        <p:blipFill>
          <a:blip r:embed="rId5"/>
          <a:stretch>
            <a:fillRect/>
          </a:stretch>
        </p:blipFill>
        <p:spPr>
          <a:xfrm>
            <a:off x="223736" y="2629069"/>
            <a:ext cx="11744528" cy="3022854"/>
          </a:xfrm>
          <a:prstGeom prst="rect">
            <a:avLst/>
          </a:prstGeom>
        </p:spPr>
      </p:pic>
    </p:spTree>
    <p:extLst>
      <p:ext uri="{BB962C8B-B14F-4D97-AF65-F5344CB8AC3E}">
        <p14:creationId xmlns:p14="http://schemas.microsoft.com/office/powerpoint/2010/main" val="7611103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215A86-FC5F-4878-9A6C-6A66B67036E4}"/>
              </a:ext>
            </a:extLst>
          </p:cNvPr>
          <p:cNvSpPr>
            <a:spLocks noGrp="1"/>
          </p:cNvSpPr>
          <p:nvPr>
            <p:ph type="title"/>
            <p:custDataLst>
              <p:tags r:id="rId1"/>
            </p:custDataLst>
          </p:nvPr>
        </p:nvSpPr>
        <p:spPr/>
        <p:txBody>
          <a:bodyPr/>
          <a:lstStyle/>
          <a:p>
            <a:r>
              <a:rPr lang="fr-CA" dirty="0"/>
              <a:t>Item (TMS)</a:t>
            </a:r>
            <a:endParaRPr lang="en-CA" dirty="0"/>
          </a:p>
        </p:txBody>
      </p:sp>
      <p:sp>
        <p:nvSpPr>
          <p:cNvPr id="5" name="Content Placeholder 2">
            <a:extLst>
              <a:ext uri="{FF2B5EF4-FFF2-40B4-BE49-F238E27FC236}">
                <a16:creationId xmlns:a16="http://schemas.microsoft.com/office/drawing/2014/main" xmlns="" id="{1BD4874C-34B8-4B7E-BFF1-3D9BAAD6DDEC}"/>
              </a:ext>
            </a:extLst>
          </p:cNvPr>
          <p:cNvSpPr>
            <a:spLocks noGrp="1"/>
          </p:cNvSpPr>
          <p:nvPr>
            <p:ph idx="1"/>
            <p:custDataLst>
              <p:tags r:id="rId2"/>
            </p:custDataLst>
          </p:nvPr>
        </p:nvSpPr>
        <p:spPr>
          <a:xfrm>
            <a:off x="838200" y="1315453"/>
            <a:ext cx="10515600" cy="4861510"/>
          </a:xfrm>
        </p:spPr>
        <p:txBody>
          <a:bodyPr/>
          <a:lstStyle/>
          <a:p>
            <a:pPr marL="457200" indent="-457200" algn="just">
              <a:lnSpc>
                <a:spcPct val="150000"/>
              </a:lnSpc>
              <a:buFont typeface="+mj-lt"/>
              <a:buAutoNum type="arabicPeriod" startAt="6"/>
            </a:pPr>
            <a:r>
              <a:rPr lang="en-US" dirty="0"/>
              <a:t>From the new window, three sections will appear: General, Hazmat, International. </a:t>
            </a:r>
            <a:endParaRPr lang="en-CA" dirty="0"/>
          </a:p>
        </p:txBody>
      </p:sp>
      <p:pic>
        <p:nvPicPr>
          <p:cNvPr id="7" name="Picture 6">
            <a:extLst>
              <a:ext uri="{FF2B5EF4-FFF2-40B4-BE49-F238E27FC236}">
                <a16:creationId xmlns:a16="http://schemas.microsoft.com/office/drawing/2014/main" xmlns="" id="{4DD1683A-9F67-43D5-9BA2-D70704109C62}"/>
              </a:ext>
            </a:extLst>
          </p:cNvPr>
          <p:cNvPicPr>
            <a:picLocks noChangeAspect="1"/>
          </p:cNvPicPr>
          <p:nvPr>
            <p:custDataLst>
              <p:tags r:id="rId3"/>
            </p:custDataLst>
          </p:nvPr>
        </p:nvPicPr>
        <p:blipFill>
          <a:blip r:embed="rId7"/>
          <a:stretch>
            <a:fillRect/>
          </a:stretch>
        </p:blipFill>
        <p:spPr>
          <a:xfrm>
            <a:off x="100556" y="3986800"/>
            <a:ext cx="3609474" cy="1800663"/>
          </a:xfrm>
          <a:prstGeom prst="rect">
            <a:avLst/>
          </a:prstGeom>
          <a:ln>
            <a:solidFill>
              <a:schemeClr val="bg2">
                <a:lumMod val="75000"/>
              </a:schemeClr>
            </a:solidFill>
          </a:ln>
        </p:spPr>
      </p:pic>
      <p:pic>
        <p:nvPicPr>
          <p:cNvPr id="9" name="Picture 8">
            <a:extLst>
              <a:ext uri="{FF2B5EF4-FFF2-40B4-BE49-F238E27FC236}">
                <a16:creationId xmlns:a16="http://schemas.microsoft.com/office/drawing/2014/main" xmlns="" id="{E4BB9924-639D-444C-BE3F-8A6EDFA0046D}"/>
              </a:ext>
            </a:extLst>
          </p:cNvPr>
          <p:cNvPicPr>
            <a:picLocks noChangeAspect="1"/>
          </p:cNvPicPr>
          <p:nvPr>
            <p:custDataLst>
              <p:tags r:id="rId4"/>
            </p:custDataLst>
          </p:nvPr>
        </p:nvPicPr>
        <p:blipFill>
          <a:blip r:embed="rId8"/>
          <a:stretch>
            <a:fillRect/>
          </a:stretch>
        </p:blipFill>
        <p:spPr>
          <a:xfrm>
            <a:off x="3805333" y="2760826"/>
            <a:ext cx="3956430" cy="3026637"/>
          </a:xfrm>
          <a:prstGeom prst="rect">
            <a:avLst/>
          </a:prstGeom>
          <a:ln>
            <a:solidFill>
              <a:schemeClr val="bg2">
                <a:lumMod val="75000"/>
              </a:schemeClr>
            </a:solidFill>
          </a:ln>
        </p:spPr>
      </p:pic>
      <p:pic>
        <p:nvPicPr>
          <p:cNvPr id="11" name="Picture 10">
            <a:extLst>
              <a:ext uri="{FF2B5EF4-FFF2-40B4-BE49-F238E27FC236}">
                <a16:creationId xmlns:a16="http://schemas.microsoft.com/office/drawing/2014/main" xmlns="" id="{83D53968-990C-4FA6-AD10-8532BDB9C4CF}"/>
              </a:ext>
            </a:extLst>
          </p:cNvPr>
          <p:cNvPicPr>
            <a:picLocks noChangeAspect="1"/>
          </p:cNvPicPr>
          <p:nvPr>
            <p:custDataLst>
              <p:tags r:id="rId5"/>
            </p:custDataLst>
          </p:nvPr>
        </p:nvPicPr>
        <p:blipFill>
          <a:blip r:embed="rId9"/>
          <a:stretch>
            <a:fillRect/>
          </a:stretch>
        </p:blipFill>
        <p:spPr>
          <a:xfrm>
            <a:off x="7857066" y="3105122"/>
            <a:ext cx="4270766" cy="2682341"/>
          </a:xfrm>
          <a:prstGeom prst="rect">
            <a:avLst/>
          </a:prstGeom>
          <a:ln>
            <a:solidFill>
              <a:schemeClr val="bg2">
                <a:lumMod val="75000"/>
              </a:schemeClr>
            </a:solidFill>
          </a:ln>
        </p:spPr>
      </p:pic>
    </p:spTree>
    <p:extLst>
      <p:ext uri="{BB962C8B-B14F-4D97-AF65-F5344CB8AC3E}">
        <p14:creationId xmlns:p14="http://schemas.microsoft.com/office/powerpoint/2010/main" val="26001756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843BD5-CAEE-4C90-86E6-3F6BCEFAC418}"/>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xmlns="" id="{AF647549-76D8-4228-87D4-130C31D789B3}"/>
              </a:ext>
            </a:extLst>
          </p:cNvPr>
          <p:cNvSpPr>
            <a:spLocks noGrp="1"/>
          </p:cNvSpPr>
          <p:nvPr>
            <p:ph idx="1"/>
            <p:custDataLst>
              <p:tags r:id="rId2"/>
            </p:custDataLst>
          </p:nvPr>
        </p:nvSpPr>
        <p:spPr>
          <a:xfrm>
            <a:off x="838200" y="1010653"/>
            <a:ext cx="10515600" cy="5166311"/>
          </a:xfrm>
        </p:spPr>
        <p:txBody>
          <a:bodyPr/>
          <a:lstStyle/>
          <a:p>
            <a:pPr marL="457200" indent="-457200" algn="just">
              <a:lnSpc>
                <a:spcPct val="150000"/>
              </a:lnSpc>
              <a:buFont typeface="+mj-lt"/>
              <a:buAutoNum type="arabicPeriod" startAt="7"/>
            </a:pPr>
            <a:r>
              <a:rPr lang="en-US" sz="2200" dirty="0"/>
              <a:t>Update only the </a:t>
            </a:r>
            <a:r>
              <a:rPr lang="en-US" sz="2200" b="1" dirty="0"/>
              <a:t>Hazmat </a:t>
            </a:r>
            <a:r>
              <a:rPr lang="en-US" sz="2200" dirty="0"/>
              <a:t>section</a:t>
            </a:r>
            <a:r>
              <a:rPr lang="en-US" sz="2200" b="1" dirty="0"/>
              <a:t> </a:t>
            </a:r>
            <a:r>
              <a:rPr lang="en-US" sz="2200" dirty="0"/>
              <a:t>for the fields shown below. An explanation of the fields is given in the next slide.</a:t>
            </a:r>
            <a:endParaRPr lang="en-CA" sz="2200" dirty="0"/>
          </a:p>
          <a:p>
            <a:pPr algn="just">
              <a:lnSpc>
                <a:spcPct val="150000"/>
              </a:lnSpc>
            </a:pPr>
            <a:endParaRPr lang="en-CA" dirty="0"/>
          </a:p>
        </p:txBody>
      </p:sp>
      <p:pic>
        <p:nvPicPr>
          <p:cNvPr id="6" name="Picture 5">
            <a:extLst>
              <a:ext uri="{FF2B5EF4-FFF2-40B4-BE49-F238E27FC236}">
                <a16:creationId xmlns:a16="http://schemas.microsoft.com/office/drawing/2014/main" xmlns="" id="{B687352F-1456-45C1-831E-9BA452BC32D4}"/>
              </a:ext>
            </a:extLst>
          </p:cNvPr>
          <p:cNvPicPr>
            <a:picLocks noChangeAspect="1"/>
          </p:cNvPicPr>
          <p:nvPr>
            <p:custDataLst>
              <p:tags r:id="rId3"/>
            </p:custDataLst>
          </p:nvPr>
        </p:nvPicPr>
        <p:blipFill>
          <a:blip r:embed="rId7"/>
          <a:stretch>
            <a:fillRect/>
          </a:stretch>
        </p:blipFill>
        <p:spPr>
          <a:xfrm>
            <a:off x="372982" y="2266500"/>
            <a:ext cx="5257800" cy="4110332"/>
          </a:xfrm>
          <a:prstGeom prst="rect">
            <a:avLst/>
          </a:prstGeom>
        </p:spPr>
      </p:pic>
      <p:pic>
        <p:nvPicPr>
          <p:cNvPr id="8" name="Picture 7">
            <a:extLst>
              <a:ext uri="{FF2B5EF4-FFF2-40B4-BE49-F238E27FC236}">
                <a16:creationId xmlns:a16="http://schemas.microsoft.com/office/drawing/2014/main" xmlns="" id="{7D46627D-492B-40FD-A827-1A080CFA9A6D}"/>
              </a:ext>
            </a:extLst>
          </p:cNvPr>
          <p:cNvPicPr>
            <a:picLocks noChangeAspect="1"/>
          </p:cNvPicPr>
          <p:nvPr>
            <p:custDataLst>
              <p:tags r:id="rId4"/>
            </p:custDataLst>
          </p:nvPr>
        </p:nvPicPr>
        <p:blipFill>
          <a:blip r:embed="rId8"/>
          <a:stretch>
            <a:fillRect/>
          </a:stretch>
        </p:blipFill>
        <p:spPr>
          <a:xfrm>
            <a:off x="5727035" y="3270426"/>
            <a:ext cx="5841186" cy="3106406"/>
          </a:xfrm>
          <a:prstGeom prst="rect">
            <a:avLst/>
          </a:prstGeom>
        </p:spPr>
      </p:pic>
    </p:spTree>
    <p:extLst>
      <p:ext uri="{BB962C8B-B14F-4D97-AF65-F5344CB8AC3E}">
        <p14:creationId xmlns:p14="http://schemas.microsoft.com/office/powerpoint/2010/main" val="710745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xmlns=""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907742911"/>
              </p:ext>
            </p:extLst>
          </p:nvPr>
        </p:nvGraphicFramePr>
        <p:xfrm>
          <a:off x="304800" y="1690688"/>
          <a:ext cx="11582400" cy="461772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xmlns="" val="3611636286"/>
                    </a:ext>
                  </a:extLst>
                </a:gridCol>
                <a:gridCol w="9351523">
                  <a:extLst>
                    <a:ext uri="{9D8B030D-6E8A-4147-A177-3AD203B41FA5}">
                      <a16:colId xmlns:a16="http://schemas.microsoft.com/office/drawing/2014/main" xmlns=""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endParaRPr lang="fr-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item is a Hazmat.</a:t>
                      </a:r>
                    </a:p>
                  </a:txBody>
                  <a:tcPr/>
                </a:tc>
                <a:extLst>
                  <a:ext uri="{0D108BD9-81ED-4DB2-BD59-A6C34878D82A}">
                    <a16:rowId xmlns:a16="http://schemas.microsoft.com/office/drawing/2014/main" xmlns="" val="262901116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r>
                        <a:rPr lang="fr-CA" sz="1900" kern="1200" dirty="0">
                          <a:solidFill>
                            <a:schemeClr val="tx1">
                              <a:lumMod val="50000"/>
                              <a:lumOff val="50000"/>
                            </a:schemeClr>
                          </a:solidFill>
                          <a:latin typeface="+mn-lt"/>
                          <a:ea typeface="+mn-ea"/>
                          <a:cs typeface="+mn-cs"/>
                        </a:rPr>
                        <a:t> ID</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hazardous material identification number for the contents of the package.</a:t>
                      </a:r>
                    </a:p>
                  </a:txBody>
                  <a:tcPr/>
                </a:tc>
                <a:extLst>
                  <a:ext uri="{0D108BD9-81ED-4DB2-BD59-A6C34878D82A}">
                    <a16:rowId xmlns:a16="http://schemas.microsoft.com/office/drawing/2014/main" xmlns="" val="1071974661"/>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500 kg Exemption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a:t>
                      </a:r>
                      <a:r>
                        <a:rPr lang="en-CA" sz="1900" kern="1200" dirty="0">
                          <a:solidFill>
                            <a:schemeClr val="tx1">
                              <a:lumMod val="50000"/>
                              <a:lumOff val="50000"/>
                            </a:schemeClr>
                          </a:solidFill>
                          <a:latin typeface="+mn-lt"/>
                          <a:ea typeface="+mn-ea"/>
                          <a:cs typeface="+mn-cs"/>
                        </a:rPr>
                        <a:t>500 kg Exemption applies to the item. </a:t>
                      </a:r>
                      <a:endParaRPr lang="en-US" sz="19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232173227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Hazardous Material Class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classification used for the Hazmat. E.g. </a:t>
                      </a:r>
                      <a:r>
                        <a:rPr lang="fr-FR" sz="2000" kern="1200" dirty="0">
                          <a:solidFill>
                            <a:schemeClr val="tx1">
                              <a:lumMod val="50000"/>
                              <a:lumOff val="50000"/>
                            </a:schemeClr>
                          </a:solidFill>
                          <a:latin typeface="+mn-lt"/>
                          <a:ea typeface="+mn-ea"/>
                          <a:cs typeface="+mn-cs"/>
                        </a:rPr>
                        <a:t>explosives, </a:t>
                      </a:r>
                      <a:r>
                        <a:rPr lang="fr-FR" sz="2000" kern="1200" dirty="0" err="1">
                          <a:solidFill>
                            <a:schemeClr val="tx1">
                              <a:lumMod val="50000"/>
                              <a:lumOff val="50000"/>
                            </a:schemeClr>
                          </a:solidFill>
                          <a:latin typeface="+mn-lt"/>
                          <a:ea typeface="+mn-ea"/>
                          <a:cs typeface="+mn-cs"/>
                        </a:rPr>
                        <a:t>gases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liquids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solids</a:t>
                      </a:r>
                      <a:r>
                        <a:rPr lang="fr-FR" sz="2000" kern="1200" dirty="0">
                          <a:solidFill>
                            <a:schemeClr val="tx1">
                              <a:lumMod val="50000"/>
                              <a:lumOff val="50000"/>
                            </a:schemeClr>
                          </a:solidFill>
                          <a:latin typeface="+mn-lt"/>
                          <a:ea typeface="+mn-ea"/>
                          <a:cs typeface="+mn-cs"/>
                        </a:rPr>
                        <a:t>, etc.</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23594587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Cargo Air</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Yes indicates that the hazardous materials are all packed together in the same packaging. No indicates that the hazardous materials are not packed in the same packaging.</a:t>
                      </a:r>
                    </a:p>
                  </a:txBody>
                  <a:tcPr/>
                </a:tc>
                <a:extLst>
                  <a:ext uri="{0D108BD9-81ED-4DB2-BD59-A6C34878D82A}">
                    <a16:rowId xmlns:a16="http://schemas.microsoft.com/office/drawing/2014/main" xmlns="" val="192580041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Description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A description of the hazardous material.</a:t>
                      </a:r>
                    </a:p>
                  </a:txBody>
                  <a:tcPr/>
                </a:tc>
                <a:extLst>
                  <a:ext uri="{0D108BD9-81ED-4DB2-BD59-A6C34878D82A}">
                    <a16:rowId xmlns:a16="http://schemas.microsoft.com/office/drawing/2014/main" xmlns="" val="133887810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proper shipping name for this item. Refer to the </a:t>
                      </a:r>
                      <a:r>
                        <a:rPr lang="en-US" sz="2000" kern="1200" dirty="0">
                          <a:solidFill>
                            <a:schemeClr val="tx1">
                              <a:lumMod val="50000"/>
                              <a:lumOff val="50000"/>
                            </a:schemeClr>
                          </a:solidFill>
                          <a:latin typeface="+mn-lt"/>
                          <a:ea typeface="+mn-ea"/>
                          <a:cs typeface="+mn-cs"/>
                          <a:hlinkClick r:id="rId5" action="ppaction://hlinksldjump">
                            <a:extLst>
                              <a:ext uri="{A12FA001-AC4F-418D-AE19-62706E023703}">
                                <ahyp:hlinkClr xmlns:ahyp="http://schemas.microsoft.com/office/drawing/2018/hyperlinkcolor" xmlns="" val="tx"/>
                              </a:ext>
                            </a:extLst>
                          </a:hlinkClick>
                        </a:rPr>
                        <a:t>slide 25</a:t>
                      </a:r>
                      <a:r>
                        <a:rPr lang="en-US" sz="2000" kern="1200" dirty="0">
                          <a:solidFill>
                            <a:schemeClr val="tx1">
                              <a:lumMod val="50000"/>
                              <a:lumOff val="50000"/>
                            </a:schemeClr>
                          </a:solidFill>
                          <a:latin typeface="+mn-lt"/>
                          <a:ea typeface="+mn-ea"/>
                          <a:cs typeface="+mn-cs"/>
                        </a:rPr>
                        <a:t> for more details. </a:t>
                      </a:r>
                    </a:p>
                  </a:txBody>
                  <a:tcPr/>
                </a:tc>
                <a:extLst>
                  <a:ext uri="{0D108BD9-81ED-4DB2-BD59-A6C34878D82A}">
                    <a16:rowId xmlns:a16="http://schemas.microsoft.com/office/drawing/2014/main" xmlns="" val="697336624"/>
                  </a:ext>
                </a:extLst>
              </a:tr>
            </a:tbl>
          </a:graphicData>
        </a:graphic>
      </p:graphicFrame>
      <p:sp>
        <p:nvSpPr>
          <p:cNvPr id="7" name="Content Placeholder 2">
            <a:extLst>
              <a:ext uri="{FF2B5EF4-FFF2-40B4-BE49-F238E27FC236}">
                <a16:creationId xmlns:a16="http://schemas.microsoft.com/office/drawing/2014/main" xmlns=""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21834330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xmlns=""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2102584382"/>
              </p:ext>
            </p:extLst>
          </p:nvPr>
        </p:nvGraphicFramePr>
        <p:xfrm>
          <a:off x="304800" y="1690688"/>
          <a:ext cx="11582400" cy="449580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xmlns="" val="3611636286"/>
                    </a:ext>
                  </a:extLst>
                </a:gridCol>
                <a:gridCol w="9351523">
                  <a:extLst>
                    <a:ext uri="{9D8B030D-6E8A-4147-A177-3AD203B41FA5}">
                      <a16:colId xmlns:a16="http://schemas.microsoft.com/office/drawing/2014/main" xmlns=""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Contact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contact (usually the company) name.</a:t>
                      </a:r>
                    </a:p>
                  </a:txBody>
                  <a:tcPr/>
                </a:tc>
                <a:extLst>
                  <a:ext uri="{0D108BD9-81ED-4DB2-BD59-A6C34878D82A}">
                    <a16:rowId xmlns:a16="http://schemas.microsoft.com/office/drawing/2014/main" xmlns="" val="292470631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Phone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phone number.</a:t>
                      </a:r>
                    </a:p>
                  </a:txBody>
                  <a:tcPr/>
                </a:tc>
                <a:extLst>
                  <a:ext uri="{0D108BD9-81ED-4DB2-BD59-A6C34878D82A}">
                    <a16:rowId xmlns:a16="http://schemas.microsoft.com/office/drawing/2014/main" xmlns="" val="3993320737"/>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Excepted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Small quantities of hazardous materials (typically samples) that may be shipped as an exemption to the regulations and just be marked with and Excepted Quantities Mark. Indicate whether Yes or No the </a:t>
                      </a:r>
                      <a:r>
                        <a:rPr lang="en-CA" sz="2000" kern="1200" dirty="0">
                          <a:solidFill>
                            <a:schemeClr val="tx1">
                              <a:lumMod val="50000"/>
                              <a:lumOff val="50000"/>
                            </a:schemeClr>
                          </a:solidFill>
                          <a:latin typeface="+mn-lt"/>
                          <a:ea typeface="+mn-ea"/>
                          <a:cs typeface="+mn-cs"/>
                        </a:rPr>
                        <a:t>Excepted Quantity rule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52616952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Limited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limited quantity is the maximum quantity per inner packaging or article for transporting dangerous goods as limited quantities. Indicate whether Yes or No the </a:t>
                      </a:r>
                      <a:r>
                        <a:rPr lang="en-CA" sz="2000" kern="1200" dirty="0">
                          <a:solidFill>
                            <a:schemeClr val="tx1">
                              <a:lumMod val="50000"/>
                              <a:lumOff val="50000"/>
                            </a:schemeClr>
                          </a:solidFill>
                          <a:latin typeface="+mn-lt"/>
                          <a:ea typeface="+mn-ea"/>
                          <a:cs typeface="+mn-cs"/>
                        </a:rPr>
                        <a:t>Limited Quantity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315378781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following options are available: 0 - No Packing Group Specified (default), 1 - Packing Group I, 2 - Packing Group II, and 3 - Packing Group III.</a:t>
                      </a:r>
                    </a:p>
                  </a:txBody>
                  <a:tcPr/>
                </a:tc>
                <a:extLst>
                  <a:ext uri="{0D108BD9-81ED-4DB2-BD59-A6C34878D82A}">
                    <a16:rowId xmlns:a16="http://schemas.microsoft.com/office/drawing/2014/main" xmlns="" val="1801836032"/>
                  </a:ext>
                </a:extLst>
              </a:tr>
            </a:tbl>
          </a:graphicData>
        </a:graphic>
      </p:graphicFrame>
      <p:sp>
        <p:nvSpPr>
          <p:cNvPr id="7" name="Content Placeholder 2">
            <a:extLst>
              <a:ext uri="{FF2B5EF4-FFF2-40B4-BE49-F238E27FC236}">
                <a16:creationId xmlns:a16="http://schemas.microsoft.com/office/drawing/2014/main" xmlns=""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6377055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xmlns=""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613108011"/>
              </p:ext>
            </p:extLst>
          </p:nvPr>
        </p:nvGraphicFramePr>
        <p:xfrm>
          <a:off x="304800" y="1749054"/>
          <a:ext cx="11582400" cy="437388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xmlns="" val="3611636286"/>
                    </a:ext>
                  </a:extLst>
                </a:gridCol>
                <a:gridCol w="9351523">
                  <a:extLst>
                    <a:ext uri="{9D8B030D-6E8A-4147-A177-3AD203B41FA5}">
                      <a16:colId xmlns:a16="http://schemas.microsoft.com/office/drawing/2014/main" xmlns=""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xmlns=""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type of regulation to which the hazardous material is subject.</a:t>
                      </a:r>
                      <a:r>
                        <a:rPr lang="en-CA" sz="2000" kern="1200" dirty="0">
                          <a:solidFill>
                            <a:schemeClr val="tx1">
                              <a:lumMod val="50000"/>
                              <a:lumOff val="50000"/>
                            </a:schemeClr>
                          </a:solidFill>
                          <a:latin typeface="+mn-lt"/>
                          <a:ea typeface="+mn-ea"/>
                          <a:cs typeface="+mn-cs"/>
                        </a:rPr>
                        <a:t>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28822832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 Set</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Choose the appropriate regulation from the drop-down menu that applies to the item.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xmlns="" val="134377262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Reportable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reportable quantities of a Hazmat is the amount of that substance that has to be released before the </a:t>
                      </a:r>
                      <a:r>
                        <a:rPr lang="en-CA" sz="2000" kern="1200" dirty="0">
                          <a:solidFill>
                            <a:schemeClr val="tx1">
                              <a:lumMod val="50000"/>
                              <a:lumOff val="50000"/>
                            </a:schemeClr>
                          </a:solidFill>
                          <a:latin typeface="+mn-lt"/>
                          <a:ea typeface="+mn-ea"/>
                          <a:cs typeface="+mn-cs"/>
                        </a:rPr>
                        <a:t>Environmental Protection </a:t>
                      </a:r>
                      <a:r>
                        <a:rPr lang="en-CA" sz="2000" kern="1200" dirty="0" err="1">
                          <a:solidFill>
                            <a:schemeClr val="tx1">
                              <a:lumMod val="50000"/>
                              <a:lumOff val="50000"/>
                            </a:schemeClr>
                          </a:solidFill>
                          <a:latin typeface="+mn-lt"/>
                          <a:ea typeface="+mn-ea"/>
                          <a:cs typeface="+mn-cs"/>
                        </a:rPr>
                        <a:t>Agence</a:t>
                      </a:r>
                      <a:r>
                        <a:rPr lang="en-US" sz="2000" kern="1200" dirty="0">
                          <a:solidFill>
                            <a:schemeClr val="tx1">
                              <a:lumMod val="50000"/>
                              <a:lumOff val="50000"/>
                            </a:schemeClr>
                          </a:solidFill>
                          <a:latin typeface="+mn-lt"/>
                          <a:ea typeface="+mn-ea"/>
                          <a:cs typeface="+mn-cs"/>
                        </a:rPr>
                        <a:t> requires notification to go to the National Response Center. These quantities are based on volume. Indicate whether Yes or No </a:t>
                      </a:r>
                      <a:r>
                        <a:rPr lang="fr-CA" sz="2000" kern="1200" dirty="0" err="1">
                          <a:solidFill>
                            <a:schemeClr val="tx1">
                              <a:lumMod val="50000"/>
                              <a:lumOff val="50000"/>
                            </a:schemeClr>
                          </a:solidFill>
                          <a:latin typeface="+mn-lt"/>
                          <a:ea typeface="+mn-ea"/>
                          <a:cs typeface="+mn-cs"/>
                        </a:rPr>
                        <a:t>this</a:t>
                      </a:r>
                      <a:r>
                        <a:rPr lang="fr-CA" sz="2000" kern="1200" dirty="0">
                          <a:solidFill>
                            <a:schemeClr val="tx1">
                              <a:lumMod val="50000"/>
                              <a:lumOff val="50000"/>
                            </a:schemeClr>
                          </a:solidFill>
                          <a:latin typeface="+mn-lt"/>
                          <a:ea typeface="+mn-ea"/>
                          <a:cs typeface="+mn-cs"/>
                        </a:rPr>
                        <a:t> </a:t>
                      </a:r>
                      <a:r>
                        <a:rPr lang="en-CA" sz="2000" kern="1200" dirty="0">
                          <a:solidFill>
                            <a:schemeClr val="tx1">
                              <a:lumMod val="50000"/>
                              <a:lumOff val="50000"/>
                            </a:schemeClr>
                          </a:solidFill>
                          <a:latin typeface="+mn-lt"/>
                          <a:ea typeface="+mn-ea"/>
                          <a:cs typeface="+mn-cs"/>
                        </a:rPr>
                        <a:t>applies to the item. </a:t>
                      </a:r>
                    </a:p>
                  </a:txBody>
                  <a:tcPr/>
                </a:tc>
                <a:extLst>
                  <a:ext uri="{0D108BD9-81ED-4DB2-BD59-A6C34878D82A}">
                    <a16:rowId xmlns:a16="http://schemas.microsoft.com/office/drawing/2014/main" xmlns="" val="321313546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Indicates the net quantity of the hazardous materials shipment being shipped.</a:t>
                      </a:r>
                    </a:p>
                  </a:txBody>
                  <a:tcPr anchor="ctr"/>
                </a:tc>
                <a:extLst>
                  <a:ext uri="{0D108BD9-81ED-4DB2-BD59-A6C34878D82A}">
                    <a16:rowId xmlns:a16="http://schemas.microsoft.com/office/drawing/2014/main" xmlns="" val="1721305308"/>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UOM</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unit of measure associated with the hazardous material quantity specified.</a:t>
                      </a:r>
                    </a:p>
                  </a:txBody>
                  <a:tcPr anchor="ctr"/>
                </a:tc>
                <a:extLst>
                  <a:ext uri="{0D108BD9-81ED-4DB2-BD59-A6C34878D82A}">
                    <a16:rowId xmlns:a16="http://schemas.microsoft.com/office/drawing/2014/main" xmlns="" val="300683369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MSDS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identifier of the </a:t>
                      </a:r>
                      <a:r>
                        <a:rPr lang="en-CA" sz="2000" kern="1200" dirty="0">
                          <a:solidFill>
                            <a:schemeClr val="tx1">
                              <a:lumMod val="50000"/>
                              <a:lumOff val="50000"/>
                            </a:schemeClr>
                          </a:solidFill>
                          <a:latin typeface="+mn-lt"/>
                          <a:ea typeface="+mn-ea"/>
                          <a:cs typeface="+mn-cs"/>
                        </a:rPr>
                        <a:t>Material Safety Data Sheet associated to the item. </a:t>
                      </a:r>
                    </a:p>
                  </a:txBody>
                  <a:tcPr anchor="ctr"/>
                </a:tc>
                <a:extLst>
                  <a:ext uri="{0D108BD9-81ED-4DB2-BD59-A6C34878D82A}">
                    <a16:rowId xmlns:a16="http://schemas.microsoft.com/office/drawing/2014/main" xmlns="" val="22758140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NFPA H-F-R-S/N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a:t>
                      </a:r>
                      <a:r>
                        <a:rPr lang="en-CA" sz="2000" kern="1200" dirty="0">
                          <a:solidFill>
                            <a:schemeClr val="tx1">
                              <a:lumMod val="50000"/>
                              <a:lumOff val="50000"/>
                            </a:schemeClr>
                          </a:solidFill>
                          <a:latin typeface="+mn-lt"/>
                          <a:ea typeface="+mn-ea"/>
                          <a:cs typeface="+mn-cs"/>
                        </a:rPr>
                        <a:t>NFPA number associated to the item. </a:t>
                      </a:r>
                    </a:p>
                  </a:txBody>
                  <a:tcPr anchor="ctr"/>
                </a:tc>
                <a:extLst>
                  <a:ext uri="{0D108BD9-81ED-4DB2-BD59-A6C34878D82A}">
                    <a16:rowId xmlns:a16="http://schemas.microsoft.com/office/drawing/2014/main" xmlns="" val="817661281"/>
                  </a:ext>
                </a:extLst>
              </a:tr>
            </a:tbl>
          </a:graphicData>
        </a:graphic>
      </p:graphicFrame>
      <p:sp>
        <p:nvSpPr>
          <p:cNvPr id="7" name="Content Placeholder 2">
            <a:extLst>
              <a:ext uri="{FF2B5EF4-FFF2-40B4-BE49-F238E27FC236}">
                <a16:creationId xmlns:a16="http://schemas.microsoft.com/office/drawing/2014/main" xmlns=""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5774629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F2BA1-F687-44F6-8A6B-FDEE5E3CA2FA}"/>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xmlns=""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sz="2200" dirty="0"/>
              <a:t>Once all the required fields in the Hazmat section have been completed, click Submit.</a:t>
            </a:r>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0" indent="0" algn="just">
              <a:lnSpc>
                <a:spcPct val="130000"/>
              </a:lnSpc>
              <a:buNone/>
            </a:pPr>
            <a:endParaRPr lang="en-US" sz="500" dirty="0"/>
          </a:p>
          <a:p>
            <a:pPr marL="457200" indent="-457200" algn="just">
              <a:lnSpc>
                <a:spcPct val="130000"/>
              </a:lnSpc>
              <a:buFont typeface="+mj-lt"/>
              <a:buAutoNum type="arabicPeriod" startAt="9"/>
            </a:pPr>
            <a:r>
              <a:rPr lang="en-US" sz="2200"/>
              <a:t>Click on Close </a:t>
            </a:r>
            <a:r>
              <a:rPr lang="en-US" sz="2200" dirty="0"/>
              <a:t>to exit the TMS Item resource.</a:t>
            </a:r>
            <a:endParaRPr lang="en-CA" sz="2200" dirty="0"/>
          </a:p>
          <a:p>
            <a:pPr marL="457200" indent="-457200" algn="just">
              <a:lnSpc>
                <a:spcPct val="130000"/>
              </a:lnSpc>
              <a:buFont typeface="+mj-lt"/>
              <a:buAutoNum type="arabicPeriod" startAt="9"/>
            </a:pPr>
            <a:endParaRPr lang="en-CA" sz="2200" dirty="0"/>
          </a:p>
        </p:txBody>
      </p:sp>
      <p:pic>
        <p:nvPicPr>
          <p:cNvPr id="5" name="Picture 4">
            <a:extLst>
              <a:ext uri="{FF2B5EF4-FFF2-40B4-BE49-F238E27FC236}">
                <a16:creationId xmlns:a16="http://schemas.microsoft.com/office/drawing/2014/main" xmlns="" id="{EE6972F7-BDCC-46B5-AF32-6D78EF719D2C}"/>
              </a:ext>
            </a:extLst>
          </p:cNvPr>
          <p:cNvPicPr>
            <a:picLocks noChangeAspect="1"/>
          </p:cNvPicPr>
          <p:nvPr>
            <p:custDataLst>
              <p:tags r:id="rId3"/>
            </p:custDataLst>
          </p:nvPr>
        </p:nvPicPr>
        <p:blipFill>
          <a:blip r:embed="rId6"/>
          <a:stretch>
            <a:fillRect/>
          </a:stretch>
        </p:blipFill>
        <p:spPr>
          <a:xfrm>
            <a:off x="401052" y="1951782"/>
            <a:ext cx="11389895" cy="2033052"/>
          </a:xfrm>
          <a:prstGeom prst="rect">
            <a:avLst/>
          </a:prstGeom>
        </p:spPr>
      </p:pic>
      <p:pic>
        <p:nvPicPr>
          <p:cNvPr id="9" name="Picture 8">
            <a:extLst>
              <a:ext uri="{FF2B5EF4-FFF2-40B4-BE49-F238E27FC236}">
                <a16:creationId xmlns:a16="http://schemas.microsoft.com/office/drawing/2014/main" xmlns="" id="{0C3D1E0C-45C3-4976-A15D-48F38E448297}"/>
              </a:ext>
            </a:extLst>
          </p:cNvPr>
          <p:cNvPicPr>
            <a:picLocks noChangeAspect="1"/>
          </p:cNvPicPr>
          <p:nvPr>
            <p:custDataLst>
              <p:tags r:id="rId4"/>
            </p:custDataLst>
          </p:nvPr>
        </p:nvPicPr>
        <p:blipFill>
          <a:blip r:embed="rId7"/>
          <a:stretch>
            <a:fillRect/>
          </a:stretch>
        </p:blipFill>
        <p:spPr>
          <a:xfrm>
            <a:off x="564204" y="4984538"/>
            <a:ext cx="11226743" cy="969045"/>
          </a:xfrm>
          <a:prstGeom prst="rect">
            <a:avLst/>
          </a:prstGeom>
        </p:spPr>
      </p:pic>
    </p:spTree>
    <p:extLst>
      <p:ext uri="{BB962C8B-B14F-4D97-AF65-F5344CB8AC3E}">
        <p14:creationId xmlns:p14="http://schemas.microsoft.com/office/powerpoint/2010/main" val="3207609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5"/>
</p:tagLst>
</file>

<file path=ppt/tags/tag35.xml><?xml version="1.0" encoding="utf-8"?>
<p:tagLst xmlns:a="http://schemas.openxmlformats.org/drawingml/2006/main" xmlns:r="http://schemas.openxmlformats.org/officeDocument/2006/relationships" xmlns:p="http://schemas.openxmlformats.org/presentationml/2006/main">
  <p:tag name="NUM" val="6"/>
</p:tagLst>
</file>

<file path=ppt/tags/tag36.xml><?xml version="1.0" encoding="utf-8"?>
<p:tagLst xmlns:a="http://schemas.openxmlformats.org/drawingml/2006/main" xmlns:r="http://schemas.openxmlformats.org/officeDocument/2006/relationships" xmlns:p="http://schemas.openxmlformats.org/presentationml/2006/main">
  <p:tag name="NUM" val="7"/>
</p:tagLst>
</file>

<file path=ppt/tags/tag37.xml><?xml version="1.0" encoding="utf-8"?>
<p:tagLst xmlns:a="http://schemas.openxmlformats.org/drawingml/2006/main" xmlns:r="http://schemas.openxmlformats.org/officeDocument/2006/relationships" xmlns:p="http://schemas.openxmlformats.org/presentationml/2006/main">
  <p:tag name="NUM" val="8"/>
</p:tagLst>
</file>

<file path=ppt/tags/tag38.xml><?xml version="1.0" encoding="utf-8"?>
<p:tagLst xmlns:a="http://schemas.openxmlformats.org/drawingml/2006/main" xmlns:r="http://schemas.openxmlformats.org/officeDocument/2006/relationships" xmlns:p="http://schemas.openxmlformats.org/presentationml/2006/main">
  <p:tag name="NUM" val="9"/>
</p:tagLst>
</file>

<file path=ppt/tags/tag39.xml><?xml version="1.0" encoding="utf-8"?>
<p:tagLst xmlns:a="http://schemas.openxmlformats.org/drawingml/2006/main" xmlns:r="http://schemas.openxmlformats.org/officeDocument/2006/relationships" xmlns:p="http://schemas.openxmlformats.org/presentationml/2006/main">
  <p:tag name="NUM" val="10"/>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4"/>
</p:tagLst>
</file>

<file path=ppt/tags/tag56.xml><?xml version="1.0" encoding="utf-8"?>
<p:tagLst xmlns:a="http://schemas.openxmlformats.org/drawingml/2006/main" xmlns:r="http://schemas.openxmlformats.org/officeDocument/2006/relationships" xmlns:p="http://schemas.openxmlformats.org/presentationml/2006/main">
  <p:tag name="NUM" val="5"/>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6"/>
</p:tagLst>
</file>

<file path=ppt/tags/tag63.xml><?xml version="1.0" encoding="utf-8"?>
<p:tagLst xmlns:a="http://schemas.openxmlformats.org/drawingml/2006/main" xmlns:r="http://schemas.openxmlformats.org/officeDocument/2006/relationships" xmlns:p="http://schemas.openxmlformats.org/presentationml/2006/main">
  <p:tag name="NUM" val="7"/>
</p:tagLst>
</file>

<file path=ppt/tags/tag64.xml><?xml version="1.0" encoding="utf-8"?>
<p:tagLst xmlns:a="http://schemas.openxmlformats.org/drawingml/2006/main" xmlns:r="http://schemas.openxmlformats.org/officeDocument/2006/relationships" xmlns:p="http://schemas.openxmlformats.org/presentationml/2006/main">
  <p:tag name="NUM" val="8"/>
</p:tagLst>
</file>

<file path=ppt/tags/tag65.xml><?xml version="1.0" encoding="utf-8"?>
<p:tagLst xmlns:a="http://schemas.openxmlformats.org/drawingml/2006/main" xmlns:r="http://schemas.openxmlformats.org/officeDocument/2006/relationships" xmlns:p="http://schemas.openxmlformats.org/presentationml/2006/main">
  <p:tag name="NUM" val="9"/>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1"/>
</p:tagLst>
</file>

<file path=ppt/tags/tag70.xml><?xml version="1.0" encoding="utf-8"?>
<p:tagLst xmlns:a="http://schemas.openxmlformats.org/drawingml/2006/main" xmlns:r="http://schemas.openxmlformats.org/officeDocument/2006/relationships" xmlns:p="http://schemas.openxmlformats.org/presentationml/2006/main">
  <p:tag name="NUM" val="2"/>
</p:tagLst>
</file>

<file path=ppt/tags/tag71.xml><?xml version="1.0" encoding="utf-8"?>
<p:tagLst xmlns:a="http://schemas.openxmlformats.org/drawingml/2006/main" xmlns:r="http://schemas.openxmlformats.org/officeDocument/2006/relationships" xmlns:p="http://schemas.openxmlformats.org/presentationml/2006/main">
  <p:tag name="NUM" val="3"/>
</p:tagLst>
</file>

<file path=ppt/tags/tag72.xml><?xml version="1.0" encoding="utf-8"?>
<p:tagLst xmlns:a="http://schemas.openxmlformats.org/drawingml/2006/main" xmlns:r="http://schemas.openxmlformats.org/officeDocument/2006/relationships" xmlns:p="http://schemas.openxmlformats.org/presentationml/2006/main">
  <p:tag name="NUM" val="4"/>
</p:tagLst>
</file>

<file path=ppt/tags/tag73.xml><?xml version="1.0" encoding="utf-8"?>
<p:tagLst xmlns:a="http://schemas.openxmlformats.org/drawingml/2006/main" xmlns:r="http://schemas.openxmlformats.org/officeDocument/2006/relationships" xmlns:p="http://schemas.openxmlformats.org/presentationml/2006/main">
  <p:tag name="NUM" val="5"/>
</p:tagLst>
</file>

<file path=ppt/tags/tag74.xml><?xml version="1.0" encoding="utf-8"?>
<p:tagLst xmlns:a="http://schemas.openxmlformats.org/drawingml/2006/main" xmlns:r="http://schemas.openxmlformats.org/officeDocument/2006/relationships" xmlns:p="http://schemas.openxmlformats.org/presentationml/2006/main">
  <p:tag name="NUM" val="6"/>
</p:tagLst>
</file>

<file path=ppt/tags/tag75.xml><?xml version="1.0" encoding="utf-8"?>
<p:tagLst xmlns:a="http://schemas.openxmlformats.org/drawingml/2006/main" xmlns:r="http://schemas.openxmlformats.org/officeDocument/2006/relationships" xmlns:p="http://schemas.openxmlformats.org/presentationml/2006/main">
  <p:tag name="NUM" val="7"/>
</p:tagLst>
</file>

<file path=ppt/tags/tag76.xml><?xml version="1.0" encoding="utf-8"?>
<p:tagLst xmlns:a="http://schemas.openxmlformats.org/drawingml/2006/main" xmlns:r="http://schemas.openxmlformats.org/officeDocument/2006/relationships" xmlns:p="http://schemas.openxmlformats.org/presentationml/2006/main">
  <p:tag name="NUM" val="8"/>
</p:tagLst>
</file>

<file path=ppt/tags/tag77.xml><?xml version="1.0" encoding="utf-8"?>
<p:tagLst xmlns:a="http://schemas.openxmlformats.org/drawingml/2006/main" xmlns:r="http://schemas.openxmlformats.org/officeDocument/2006/relationships" xmlns:p="http://schemas.openxmlformats.org/presentationml/2006/main">
  <p:tag name="NUM" val="9"/>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3"/>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1"/>
</p:tagLst>
</file>

<file path=ppt/tags/tag85.xml><?xml version="1.0" encoding="utf-8"?>
<p:tagLst xmlns:a="http://schemas.openxmlformats.org/drawingml/2006/main" xmlns:r="http://schemas.openxmlformats.org/officeDocument/2006/relationships" xmlns:p="http://schemas.openxmlformats.org/presentationml/2006/main">
  <p:tag name="NUM" val="2"/>
</p:tagLst>
</file>

<file path=ppt/tags/tag86.xml><?xml version="1.0" encoding="utf-8"?>
<p:tagLst xmlns:a="http://schemas.openxmlformats.org/drawingml/2006/main" xmlns:r="http://schemas.openxmlformats.org/officeDocument/2006/relationships" xmlns:p="http://schemas.openxmlformats.org/presentationml/2006/main">
  <p:tag name="NUM" val="3"/>
</p:tagLst>
</file>

<file path=ppt/tags/tag87.xml><?xml version="1.0" encoding="utf-8"?>
<p:tagLst xmlns:a="http://schemas.openxmlformats.org/drawingml/2006/main" xmlns:r="http://schemas.openxmlformats.org/officeDocument/2006/relationships" xmlns:p="http://schemas.openxmlformats.org/presentationml/2006/main">
  <p:tag name="NUM" val="4"/>
</p:tagLst>
</file>

<file path=ppt/tags/tag88.xml><?xml version="1.0" encoding="utf-8"?>
<p:tagLst xmlns:a="http://schemas.openxmlformats.org/drawingml/2006/main" xmlns:r="http://schemas.openxmlformats.org/officeDocument/2006/relationships" xmlns:p="http://schemas.openxmlformats.org/presentationml/2006/main">
  <p:tag name="NUM" val="5"/>
</p:tagLst>
</file>

<file path=ppt/tags/tag89.xml><?xml version="1.0" encoding="utf-8"?>
<p:tagLst xmlns:a="http://schemas.openxmlformats.org/drawingml/2006/main" xmlns:r="http://schemas.openxmlformats.org/officeDocument/2006/relationships" xmlns:p="http://schemas.openxmlformats.org/presentationml/2006/main">
  <p:tag name="NUM" val="6"/>
</p:tagLst>
</file>

<file path=ppt/tags/tag90.xml><?xml version="1.0" encoding="utf-8"?>
<p:tagLst xmlns:a="http://schemas.openxmlformats.org/drawingml/2006/main" xmlns:r="http://schemas.openxmlformats.org/officeDocument/2006/relationships" xmlns:p="http://schemas.openxmlformats.org/presentationml/2006/main">
  <p:tag name="NUM" val="7"/>
</p:tagLst>
</file>

<file path=ppt/tags/tag91.xml><?xml version="1.0" encoding="utf-8"?>
<p:tagLst xmlns:a="http://schemas.openxmlformats.org/drawingml/2006/main" xmlns:r="http://schemas.openxmlformats.org/officeDocument/2006/relationships" xmlns:p="http://schemas.openxmlformats.org/presentationml/2006/main">
  <p:tag name="NUM" val="8"/>
</p:tagLst>
</file>

<file path=ppt/tags/tag92.xml><?xml version="1.0" encoding="utf-8"?>
<p:tagLst xmlns:a="http://schemas.openxmlformats.org/drawingml/2006/main" xmlns:r="http://schemas.openxmlformats.org/officeDocument/2006/relationships" xmlns:p="http://schemas.openxmlformats.org/presentationml/2006/main">
  <p:tag name="NUM" val="9"/>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2"/>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1"/>
</p:tagLst>
</file>

<file path=ppt/tags/tag97.xml><?xml version="1.0" encoding="utf-8"?>
<p:tagLst xmlns:a="http://schemas.openxmlformats.org/drawingml/2006/main" xmlns:r="http://schemas.openxmlformats.org/officeDocument/2006/relationships" xmlns:p="http://schemas.openxmlformats.org/presentationml/2006/main">
  <p:tag name="NUM" val="2"/>
</p:tagLst>
</file>

<file path=ppt/tags/tag98.xml><?xml version="1.0" encoding="utf-8"?>
<p:tagLst xmlns:a="http://schemas.openxmlformats.org/drawingml/2006/main" xmlns:r="http://schemas.openxmlformats.org/officeDocument/2006/relationships" xmlns:p="http://schemas.openxmlformats.org/presentationml/2006/main">
  <p:tag name="NUM" val="3"/>
</p:tagLst>
</file>

<file path=ppt/tags/tag99.xml><?xml version="1.0" encoding="utf-8"?>
<p:tagLst xmlns:a="http://schemas.openxmlformats.org/drawingml/2006/main" xmlns:r="http://schemas.openxmlformats.org/officeDocument/2006/relationships" xmlns:p="http://schemas.openxmlformats.org/presentationml/2006/main">
  <p:tag name="NUM" val="4"/>
</p:tagLst>
</file>

<file path=ppt/tags/tag100.xml><?xml version="1.0" encoding="utf-8"?>
<p:tagLst xmlns:a="http://schemas.openxmlformats.org/drawingml/2006/main" xmlns:r="http://schemas.openxmlformats.org/officeDocument/2006/relationships" xmlns:p="http://schemas.openxmlformats.org/presentationml/2006/main">
  <p:tag name="NUM" val="5"/>
</p:tagLst>
</file>

<file path=ppt/tags/tag101.xml><?xml version="1.0" encoding="utf-8"?>
<p:tagLst xmlns:a="http://schemas.openxmlformats.org/drawingml/2006/main" xmlns:r="http://schemas.openxmlformats.org/officeDocument/2006/relationships" xmlns:p="http://schemas.openxmlformats.org/presentationml/2006/main">
  <p:tag name="NUM" val="6"/>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4"/>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4"/>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1"/>
</p:tagLst>
</file>

<file path=ppt/tags/tag124.xml><?xml version="1.0" encoding="utf-8"?>
<p:tagLst xmlns:a="http://schemas.openxmlformats.org/drawingml/2006/main" xmlns:r="http://schemas.openxmlformats.org/officeDocument/2006/relationships" xmlns:p="http://schemas.openxmlformats.org/presentationml/2006/main">
  <p:tag name="NUM" val="2"/>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3"/>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2"/>
</p:tagLst>
</file>

<file path=ppt/tags/tag146.xml><?xml version="1.0" encoding="utf-8"?>
<p:tagLst xmlns:a="http://schemas.openxmlformats.org/drawingml/2006/main" xmlns:r="http://schemas.openxmlformats.org/officeDocument/2006/relationships" xmlns:p="http://schemas.openxmlformats.org/presentationml/2006/main">
  <p:tag name="NUM" val="3"/>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1"/>
</p:tagLst>
</file>

<file path=ppt/tags/tag154.xml><?xml version="1.0" encoding="utf-8"?>
<p:tagLst xmlns:a="http://schemas.openxmlformats.org/drawingml/2006/main" xmlns:r="http://schemas.openxmlformats.org/officeDocument/2006/relationships" xmlns:p="http://schemas.openxmlformats.org/presentationml/2006/main">
  <p:tag name="NUM" val="2"/>
</p:tagLst>
</file>

<file path=ppt/tags/tag155.xml><?xml version="1.0" encoding="utf-8"?>
<p:tagLst xmlns:a="http://schemas.openxmlformats.org/drawingml/2006/main" xmlns:r="http://schemas.openxmlformats.org/officeDocument/2006/relationships" xmlns:p="http://schemas.openxmlformats.org/presentationml/2006/main">
  <p:tag name="NUM" val="1"/>
</p:tagLst>
</file>

<file path=ppt/tags/tag156.xml><?xml version="1.0" encoding="utf-8"?>
<p:tagLst xmlns:a="http://schemas.openxmlformats.org/drawingml/2006/main" xmlns:r="http://schemas.openxmlformats.org/officeDocument/2006/relationships" xmlns:p="http://schemas.openxmlformats.org/presentationml/2006/main">
  <p:tag name="NUM" val="2"/>
</p:tagLst>
</file>

<file path=ppt/tags/tag157.xml><?xml version="1.0" encoding="utf-8"?>
<p:tagLst xmlns:a="http://schemas.openxmlformats.org/drawingml/2006/main" xmlns:r="http://schemas.openxmlformats.org/officeDocument/2006/relationships" xmlns:p="http://schemas.openxmlformats.org/presentationml/2006/main">
  <p:tag name="NUM" val="1"/>
</p:tagLst>
</file>

<file path=ppt/tags/tag158.xml><?xml version="1.0" encoding="utf-8"?>
<p:tagLst xmlns:a="http://schemas.openxmlformats.org/drawingml/2006/main" xmlns:r="http://schemas.openxmlformats.org/officeDocument/2006/relationships" xmlns:p="http://schemas.openxmlformats.org/presentationml/2006/main">
  <p:tag name="NUM" val="2"/>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3"/>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3"/>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2"/>
</p:tagLst>
</file>

<file path=ppt/tags/tag167.xml><?xml version="1.0" encoding="utf-8"?>
<p:tagLst xmlns:a="http://schemas.openxmlformats.org/drawingml/2006/main" xmlns:r="http://schemas.openxmlformats.org/officeDocument/2006/relationships" xmlns:p="http://schemas.openxmlformats.org/presentationml/2006/main">
  <p:tag name="NUM" val="3"/>
</p:tagLst>
</file>

<file path=ppt/tags/tag168.xml><?xml version="1.0" encoding="utf-8"?>
<p:tagLst xmlns:a="http://schemas.openxmlformats.org/drawingml/2006/main" xmlns:r="http://schemas.openxmlformats.org/officeDocument/2006/relationships" xmlns:p="http://schemas.openxmlformats.org/presentationml/2006/main">
  <p:tag name="NUM" val="1"/>
</p:tagLst>
</file>

<file path=ppt/tags/tag169.xml><?xml version="1.0" encoding="utf-8"?>
<p:tagLst xmlns:a="http://schemas.openxmlformats.org/drawingml/2006/main" xmlns:r="http://schemas.openxmlformats.org/officeDocument/2006/relationships" xmlns:p="http://schemas.openxmlformats.org/presentationml/2006/main">
  <p:tag name="NUM" val="2"/>
</p:tagLst>
</file>

<file path=ppt/tags/tag170.xml><?xml version="1.0" encoding="utf-8"?>
<p:tagLst xmlns:a="http://schemas.openxmlformats.org/drawingml/2006/main" xmlns:r="http://schemas.openxmlformats.org/officeDocument/2006/relationships" xmlns:p="http://schemas.openxmlformats.org/presentationml/2006/main">
  <p:tag name="NUM" val="3"/>
</p:tagLst>
</file>

<file path=ppt/tags/tag171.xml><?xml version="1.0" encoding="utf-8"?>
<p:tagLst xmlns:a="http://schemas.openxmlformats.org/drawingml/2006/main" xmlns:r="http://schemas.openxmlformats.org/officeDocument/2006/relationships" xmlns:p="http://schemas.openxmlformats.org/presentationml/2006/main">
  <p:tag name="NUM" val="1"/>
</p:tagLst>
</file>

<file path=ppt/tags/tag172.xml><?xml version="1.0" encoding="utf-8"?>
<p:tagLst xmlns:a="http://schemas.openxmlformats.org/drawingml/2006/main" xmlns:r="http://schemas.openxmlformats.org/officeDocument/2006/relationships" xmlns:p="http://schemas.openxmlformats.org/presentationml/2006/main">
  <p:tag name="NUM" val="2"/>
</p:tagLst>
</file>

<file path=ppt/tags/tag173.xml><?xml version="1.0" encoding="utf-8"?>
<p:tagLst xmlns:a="http://schemas.openxmlformats.org/drawingml/2006/main" xmlns:r="http://schemas.openxmlformats.org/officeDocument/2006/relationships" xmlns:p="http://schemas.openxmlformats.org/presentationml/2006/main">
  <p:tag name="NUM" val="3"/>
</p:tagLst>
</file>

<file path=ppt/tags/tag174.xml><?xml version="1.0" encoding="utf-8"?>
<p:tagLst xmlns:a="http://schemas.openxmlformats.org/drawingml/2006/main" xmlns:r="http://schemas.openxmlformats.org/officeDocument/2006/relationships" xmlns:p="http://schemas.openxmlformats.org/presentationml/2006/main">
  <p:tag name="NUM" val="1"/>
</p:tagLst>
</file>

<file path=ppt/tags/tag175.xml><?xml version="1.0" encoding="utf-8"?>
<p:tagLst xmlns:a="http://schemas.openxmlformats.org/drawingml/2006/main" xmlns:r="http://schemas.openxmlformats.org/officeDocument/2006/relationships" xmlns:p="http://schemas.openxmlformats.org/presentationml/2006/main">
  <p:tag name="NUM" val="2"/>
</p:tagLst>
</file>

<file path=ppt/tags/tag176.xml><?xml version="1.0" encoding="utf-8"?>
<p:tagLst xmlns:a="http://schemas.openxmlformats.org/drawingml/2006/main" xmlns:r="http://schemas.openxmlformats.org/officeDocument/2006/relationships" xmlns:p="http://schemas.openxmlformats.org/presentationml/2006/main">
  <p:tag name="NUM" val="3"/>
</p:tagLst>
</file>

<file path=ppt/tags/tag177.xml><?xml version="1.0" encoding="utf-8"?>
<p:tagLst xmlns:a="http://schemas.openxmlformats.org/drawingml/2006/main" xmlns:r="http://schemas.openxmlformats.org/officeDocument/2006/relationships" xmlns:p="http://schemas.openxmlformats.org/presentationml/2006/main">
  <p:tag name="NUM" val="4"/>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3"/>
</p:tagLst>
</file>

<file path=ppt/tags/tag181.xml><?xml version="1.0" encoding="utf-8"?>
<p:tagLst xmlns:a="http://schemas.openxmlformats.org/drawingml/2006/main" xmlns:r="http://schemas.openxmlformats.org/officeDocument/2006/relationships" xmlns:p="http://schemas.openxmlformats.org/presentationml/2006/main">
  <p:tag name="NUM" val="1"/>
</p:tagLst>
</file>

<file path=ppt/tags/tag182.xml><?xml version="1.0" encoding="utf-8"?>
<p:tagLst xmlns:a="http://schemas.openxmlformats.org/drawingml/2006/main" xmlns:r="http://schemas.openxmlformats.org/officeDocument/2006/relationships" xmlns:p="http://schemas.openxmlformats.org/presentationml/2006/main">
  <p:tag name="NUM" val="2"/>
</p:tagLst>
</file>

<file path=ppt/tags/tag183.xml><?xml version="1.0" encoding="utf-8"?>
<p:tagLst xmlns:a="http://schemas.openxmlformats.org/drawingml/2006/main" xmlns:r="http://schemas.openxmlformats.org/officeDocument/2006/relationships" xmlns:p="http://schemas.openxmlformats.org/presentationml/2006/main">
  <p:tag name="NUM" val="3"/>
</p:tagLst>
</file>

<file path=ppt/tags/tag184.xml><?xml version="1.0" encoding="utf-8"?>
<p:tagLst xmlns:a="http://schemas.openxmlformats.org/drawingml/2006/main" xmlns:r="http://schemas.openxmlformats.org/officeDocument/2006/relationships" xmlns:p="http://schemas.openxmlformats.org/presentationml/2006/main">
  <p:tag name="NUM" val="1"/>
</p:tagLst>
</file>

<file path=ppt/tags/tag185.xml><?xml version="1.0" encoding="utf-8"?>
<p:tagLst xmlns:a="http://schemas.openxmlformats.org/drawingml/2006/main" xmlns:r="http://schemas.openxmlformats.org/officeDocument/2006/relationships" xmlns:p="http://schemas.openxmlformats.org/presentationml/2006/main">
  <p:tag name="NUM" val="2"/>
</p:tagLst>
</file>

<file path=ppt/tags/tag186.xml><?xml version="1.0" encoding="utf-8"?>
<p:tagLst xmlns:a="http://schemas.openxmlformats.org/drawingml/2006/main" xmlns:r="http://schemas.openxmlformats.org/officeDocument/2006/relationships" xmlns:p="http://schemas.openxmlformats.org/presentationml/2006/main">
  <p:tag name="NUM" val="3"/>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1"/>
</p:tagLst>
</file>

<file path=ppt/tags/tag191.xml><?xml version="1.0" encoding="utf-8"?>
<p:tagLst xmlns:a="http://schemas.openxmlformats.org/drawingml/2006/main" xmlns:r="http://schemas.openxmlformats.org/officeDocument/2006/relationships" xmlns:p="http://schemas.openxmlformats.org/presentationml/2006/main">
  <p:tag name="NUM" val="2"/>
</p:tagLst>
</file>

<file path=ppt/tags/tag192.xml><?xml version="1.0" encoding="utf-8"?>
<p:tagLst xmlns:a="http://schemas.openxmlformats.org/drawingml/2006/main" xmlns:r="http://schemas.openxmlformats.org/officeDocument/2006/relationships" xmlns:p="http://schemas.openxmlformats.org/presentationml/2006/main">
  <p:tag name="NUM" val="3"/>
</p:tagLst>
</file>

<file path=ppt/tags/tag193.xml><?xml version="1.0" encoding="utf-8"?>
<p:tagLst xmlns:a="http://schemas.openxmlformats.org/drawingml/2006/main" xmlns:r="http://schemas.openxmlformats.org/officeDocument/2006/relationships" xmlns:p="http://schemas.openxmlformats.org/presentationml/2006/main">
  <p:tag name="NUM" val="1"/>
</p:tagLst>
</file>

<file path=ppt/tags/tag194.xml><?xml version="1.0" encoding="utf-8"?>
<p:tagLst xmlns:a="http://schemas.openxmlformats.org/drawingml/2006/main" xmlns:r="http://schemas.openxmlformats.org/officeDocument/2006/relationships" xmlns:p="http://schemas.openxmlformats.org/presentationml/2006/main">
  <p:tag name="NUM" val="2"/>
</p:tagLst>
</file>

<file path=ppt/tags/tag195.xml><?xml version="1.0" encoding="utf-8"?>
<p:tagLst xmlns:a="http://schemas.openxmlformats.org/drawingml/2006/main" xmlns:r="http://schemas.openxmlformats.org/officeDocument/2006/relationships" xmlns:p="http://schemas.openxmlformats.org/presentationml/2006/main">
  <p:tag name="NUM" val="3"/>
</p:tagLst>
</file>

<file path=ppt/tags/tag196.xml><?xml version="1.0" encoding="utf-8"?>
<p:tagLst xmlns:a="http://schemas.openxmlformats.org/drawingml/2006/main" xmlns:r="http://schemas.openxmlformats.org/officeDocument/2006/relationships" xmlns:p="http://schemas.openxmlformats.org/presentationml/2006/main">
  <p:tag name="NUM" val="1"/>
</p:tagLst>
</file>

<file path=ppt/tags/tag197.xml><?xml version="1.0" encoding="utf-8"?>
<p:tagLst xmlns:a="http://schemas.openxmlformats.org/drawingml/2006/main" xmlns:r="http://schemas.openxmlformats.org/officeDocument/2006/relationships" xmlns:p="http://schemas.openxmlformats.org/presentationml/2006/main">
  <p:tag name="NUM" val="2"/>
</p:tagLst>
</file>

<file path=ppt/tags/tag198.xml><?xml version="1.0" encoding="utf-8"?>
<p:tagLst xmlns:a="http://schemas.openxmlformats.org/drawingml/2006/main" xmlns:r="http://schemas.openxmlformats.org/officeDocument/2006/relationships" xmlns:p="http://schemas.openxmlformats.org/presentationml/2006/main">
  <p:tag name="NUM" val="3"/>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3"/>
</p:tagLst>
</file>

<file path=ppt/tags/tag202.xml><?xml version="1.0" encoding="utf-8"?>
<p:tagLst xmlns:a="http://schemas.openxmlformats.org/drawingml/2006/main" xmlns:r="http://schemas.openxmlformats.org/officeDocument/2006/relationships" xmlns:p="http://schemas.openxmlformats.org/presentationml/2006/main">
  <p:tag name="NUM" val="1"/>
</p:tagLst>
</file>

<file path=ppt/tags/tag203.xml><?xml version="1.0" encoding="utf-8"?>
<p:tagLst xmlns:a="http://schemas.openxmlformats.org/drawingml/2006/main" xmlns:r="http://schemas.openxmlformats.org/officeDocument/2006/relationships" xmlns:p="http://schemas.openxmlformats.org/presentationml/2006/main">
  <p:tag name="NUM" val="2"/>
</p:tagLst>
</file>

<file path=ppt/tags/tag204.xml><?xml version="1.0" encoding="utf-8"?>
<p:tagLst xmlns:a="http://schemas.openxmlformats.org/drawingml/2006/main" xmlns:r="http://schemas.openxmlformats.org/officeDocument/2006/relationships" xmlns:p="http://schemas.openxmlformats.org/presentationml/2006/main">
  <p:tag name="NUM" val="3"/>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3"/>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4"/>
</p:tagLst>
</file>

<file path=ppt/tags/tag212.xml><?xml version="1.0" encoding="utf-8"?>
<p:tagLst xmlns:a="http://schemas.openxmlformats.org/drawingml/2006/main" xmlns:r="http://schemas.openxmlformats.org/officeDocument/2006/relationships" xmlns:p="http://schemas.openxmlformats.org/presentationml/2006/main">
  <p:tag name="NUM" val="1"/>
</p:tagLst>
</file>

<file path=ppt/tags/tag213.xml><?xml version="1.0" encoding="utf-8"?>
<p:tagLst xmlns:a="http://schemas.openxmlformats.org/drawingml/2006/main" xmlns:r="http://schemas.openxmlformats.org/officeDocument/2006/relationships" xmlns:p="http://schemas.openxmlformats.org/presentationml/2006/main">
  <p:tag name="NUM" val="2"/>
</p:tagLst>
</file>

<file path=ppt/tags/tag214.xml><?xml version="1.0" encoding="utf-8"?>
<p:tagLst xmlns:a="http://schemas.openxmlformats.org/drawingml/2006/main" xmlns:r="http://schemas.openxmlformats.org/officeDocument/2006/relationships" xmlns:p="http://schemas.openxmlformats.org/presentationml/2006/main">
  <p:tag name="NUM" val="3"/>
</p:tagLst>
</file>

<file path=ppt/tags/tag215.xml><?xml version="1.0" encoding="utf-8"?>
<p:tagLst xmlns:a="http://schemas.openxmlformats.org/drawingml/2006/main" xmlns:r="http://schemas.openxmlformats.org/officeDocument/2006/relationships" xmlns:p="http://schemas.openxmlformats.org/presentationml/2006/main">
  <p:tag name="NUM" val="1"/>
</p:tagLst>
</file>

<file path=ppt/tags/tag216.xml><?xml version="1.0" encoding="utf-8"?>
<p:tagLst xmlns:a="http://schemas.openxmlformats.org/drawingml/2006/main" xmlns:r="http://schemas.openxmlformats.org/officeDocument/2006/relationships" xmlns:p="http://schemas.openxmlformats.org/presentationml/2006/main">
  <p:tag name="NUM" val="2"/>
</p:tagLst>
</file>

<file path=ppt/tags/tag217.xml><?xml version="1.0" encoding="utf-8"?>
<p:tagLst xmlns:a="http://schemas.openxmlformats.org/drawingml/2006/main" xmlns:r="http://schemas.openxmlformats.org/officeDocument/2006/relationships" xmlns:p="http://schemas.openxmlformats.org/presentationml/2006/main">
  <p:tag name="NUM" val="3"/>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1"/>
</p:tagLst>
</file>

<file path=ppt/tags/tag222.xml><?xml version="1.0" encoding="utf-8"?>
<p:tagLst xmlns:a="http://schemas.openxmlformats.org/drawingml/2006/main" xmlns:r="http://schemas.openxmlformats.org/officeDocument/2006/relationships" xmlns:p="http://schemas.openxmlformats.org/presentationml/2006/main">
  <p:tag name="NUM" val="2"/>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1"/>
</p:tagLst>
</file>

<file path=ppt/tags/tag225.xml><?xml version="1.0" encoding="utf-8"?>
<p:tagLst xmlns:a="http://schemas.openxmlformats.org/drawingml/2006/main" xmlns:r="http://schemas.openxmlformats.org/officeDocument/2006/relationships" xmlns:p="http://schemas.openxmlformats.org/presentationml/2006/main">
  <p:tag name="NUM" val="2"/>
</p:tagLst>
</file>

<file path=ppt/tags/tag226.xml><?xml version="1.0" encoding="utf-8"?>
<p:tagLst xmlns:a="http://schemas.openxmlformats.org/drawingml/2006/main" xmlns:r="http://schemas.openxmlformats.org/officeDocument/2006/relationships" xmlns:p="http://schemas.openxmlformats.org/presentationml/2006/main">
  <p:tag name="NUM" val="3"/>
</p:tagLst>
</file>

<file path=ppt/tags/tag227.xml><?xml version="1.0" encoding="utf-8"?>
<p:tagLst xmlns:a="http://schemas.openxmlformats.org/drawingml/2006/main" xmlns:r="http://schemas.openxmlformats.org/officeDocument/2006/relationships" xmlns:p="http://schemas.openxmlformats.org/presentationml/2006/main">
  <p:tag name="NUM" val="4"/>
</p:tagLst>
</file>

<file path=ppt/tags/tag228.xml><?xml version="1.0" encoding="utf-8"?>
<p:tagLst xmlns:a="http://schemas.openxmlformats.org/drawingml/2006/main" xmlns:r="http://schemas.openxmlformats.org/officeDocument/2006/relationships" xmlns:p="http://schemas.openxmlformats.org/presentationml/2006/main">
  <p:tag name="NUM" val="5"/>
</p:tagLst>
</file>

<file path=ppt/tags/tag229.xml><?xml version="1.0" encoding="utf-8"?>
<p:tagLst xmlns:a="http://schemas.openxmlformats.org/drawingml/2006/main" xmlns:r="http://schemas.openxmlformats.org/officeDocument/2006/relationships" xmlns:p="http://schemas.openxmlformats.org/presentationml/2006/main">
  <p:tag name="NUM" val="6"/>
</p:tagLst>
</file>

<file path=ppt/tags/tag230.xml><?xml version="1.0" encoding="utf-8"?>
<p:tagLst xmlns:a="http://schemas.openxmlformats.org/drawingml/2006/main" xmlns:r="http://schemas.openxmlformats.org/officeDocument/2006/relationships" xmlns:p="http://schemas.openxmlformats.org/presentationml/2006/main">
  <p:tag name="NUM" val="7"/>
</p:tagLst>
</file>

<file path=ppt/tags/tag231.xml><?xml version="1.0" encoding="utf-8"?>
<p:tagLst xmlns:a="http://schemas.openxmlformats.org/drawingml/2006/main" xmlns:r="http://schemas.openxmlformats.org/officeDocument/2006/relationships" xmlns:p="http://schemas.openxmlformats.org/presentationml/2006/main">
  <p:tag name="NUM" val="8"/>
</p:tagLst>
</file>

<file path=ppt/tags/tag232.xml><?xml version="1.0" encoding="utf-8"?>
<p:tagLst xmlns:a="http://schemas.openxmlformats.org/drawingml/2006/main" xmlns:r="http://schemas.openxmlformats.org/officeDocument/2006/relationships" xmlns:p="http://schemas.openxmlformats.org/presentationml/2006/main">
  <p:tag name="NUM" val="9"/>
</p:tagLst>
</file>

<file path=ppt/tags/tag233.xml><?xml version="1.0" encoding="utf-8"?>
<p:tagLst xmlns:a="http://schemas.openxmlformats.org/drawingml/2006/main" xmlns:r="http://schemas.openxmlformats.org/officeDocument/2006/relationships" xmlns:p="http://schemas.openxmlformats.org/presentationml/2006/main">
  <p:tag name="NUM" val="10"/>
</p:tagLst>
</file>

<file path=ppt/tags/tag234.xml><?xml version="1.0" encoding="utf-8"?>
<p:tagLst xmlns:a="http://schemas.openxmlformats.org/drawingml/2006/main" xmlns:r="http://schemas.openxmlformats.org/officeDocument/2006/relationships" xmlns:p="http://schemas.openxmlformats.org/presentationml/2006/main">
  <p:tag name="NUM" val="11"/>
</p:tagLst>
</file>

<file path=ppt/tags/tag235.xml><?xml version="1.0" encoding="utf-8"?>
<p:tagLst xmlns:a="http://schemas.openxmlformats.org/drawingml/2006/main" xmlns:r="http://schemas.openxmlformats.org/officeDocument/2006/relationships" xmlns:p="http://schemas.openxmlformats.org/presentationml/2006/main">
  <p:tag name="NUM" val="1"/>
</p:tagLst>
</file>

<file path=ppt/tags/tag236.xml><?xml version="1.0" encoding="utf-8"?>
<p:tagLst xmlns:a="http://schemas.openxmlformats.org/drawingml/2006/main" xmlns:r="http://schemas.openxmlformats.org/officeDocument/2006/relationships" xmlns:p="http://schemas.openxmlformats.org/presentationml/2006/main">
  <p:tag name="NUM" val="2"/>
</p:tagLst>
</file>

<file path=ppt/tags/tag237.xml><?xml version="1.0" encoding="utf-8"?>
<p:tagLst xmlns:a="http://schemas.openxmlformats.org/drawingml/2006/main" xmlns:r="http://schemas.openxmlformats.org/officeDocument/2006/relationships" xmlns:p="http://schemas.openxmlformats.org/presentationml/2006/main">
  <p:tag name="NUM" val="1"/>
</p:tagLst>
</file>

<file path=ppt/tags/tag238.xml><?xml version="1.0" encoding="utf-8"?>
<p:tagLst xmlns:a="http://schemas.openxmlformats.org/drawingml/2006/main" xmlns:r="http://schemas.openxmlformats.org/officeDocument/2006/relationships" xmlns:p="http://schemas.openxmlformats.org/presentationml/2006/main">
  <p:tag name="NUM" val="2"/>
</p:tagLst>
</file>

<file path=ppt/tags/tag239.xml><?xml version="1.0" encoding="utf-8"?>
<p:tagLst xmlns:a="http://schemas.openxmlformats.org/drawingml/2006/main" xmlns:r="http://schemas.openxmlformats.org/officeDocument/2006/relationships" xmlns:p="http://schemas.openxmlformats.org/presentationml/2006/main">
  <p:tag name="NUM" val="3"/>
</p:tagLst>
</file>

<file path=ppt/tags/tag240.xml><?xml version="1.0" encoding="utf-8"?>
<p:tagLst xmlns:a="http://schemas.openxmlformats.org/drawingml/2006/main" xmlns:r="http://schemas.openxmlformats.org/officeDocument/2006/relationships" xmlns:p="http://schemas.openxmlformats.org/presentationml/2006/main">
  <p:tag name="NUM" val="4"/>
</p:tagLst>
</file>

<file path=ppt/tags/tag241.xml><?xml version="1.0" encoding="utf-8"?>
<p:tagLst xmlns:a="http://schemas.openxmlformats.org/drawingml/2006/main" xmlns:r="http://schemas.openxmlformats.org/officeDocument/2006/relationships" xmlns:p="http://schemas.openxmlformats.org/presentationml/2006/main">
  <p:tag name="NUM" val="5"/>
</p:tagLst>
</file>

<file path=ppt/tags/tag242.xml><?xml version="1.0" encoding="utf-8"?>
<p:tagLst xmlns:a="http://schemas.openxmlformats.org/drawingml/2006/main" xmlns:r="http://schemas.openxmlformats.org/officeDocument/2006/relationships" xmlns:p="http://schemas.openxmlformats.org/presentationml/2006/main">
  <p:tag name="NUM" val="6"/>
</p:tagLst>
</file>

<file path=ppt/tags/tag243.xml><?xml version="1.0" encoding="utf-8"?>
<p:tagLst xmlns:a="http://schemas.openxmlformats.org/drawingml/2006/main" xmlns:r="http://schemas.openxmlformats.org/officeDocument/2006/relationships" xmlns:p="http://schemas.openxmlformats.org/presentationml/2006/main">
  <p:tag name="NUM" val="7"/>
</p:tagLst>
</file>

<file path=ppt/tags/tag244.xml><?xml version="1.0" encoding="utf-8"?>
<p:tagLst xmlns:a="http://schemas.openxmlformats.org/drawingml/2006/main" xmlns:r="http://schemas.openxmlformats.org/officeDocument/2006/relationships" xmlns:p="http://schemas.openxmlformats.org/presentationml/2006/main">
  <p:tag name="NUM" val="1"/>
</p:tagLst>
</file>

<file path=ppt/tags/tag245.xml><?xml version="1.0" encoding="utf-8"?>
<p:tagLst xmlns:a="http://schemas.openxmlformats.org/drawingml/2006/main" xmlns:r="http://schemas.openxmlformats.org/officeDocument/2006/relationships" xmlns:p="http://schemas.openxmlformats.org/presentationml/2006/main">
  <p:tag name="NUM" val="2"/>
</p:tagLst>
</file>

<file path=ppt/tags/tag246.xml><?xml version="1.0" encoding="utf-8"?>
<p:tagLst xmlns:a="http://schemas.openxmlformats.org/drawingml/2006/main" xmlns:r="http://schemas.openxmlformats.org/officeDocument/2006/relationships" xmlns:p="http://schemas.openxmlformats.org/presentationml/2006/main">
  <p:tag name="NUM" val="3"/>
</p:tagLst>
</file>

<file path=ppt/tags/tag247.xml><?xml version="1.0" encoding="utf-8"?>
<p:tagLst xmlns:a="http://schemas.openxmlformats.org/drawingml/2006/main" xmlns:r="http://schemas.openxmlformats.org/officeDocument/2006/relationships" xmlns:p="http://schemas.openxmlformats.org/presentationml/2006/main">
  <p:tag name="NUM" val="1"/>
</p:tagLst>
</file>

<file path=ppt/tags/tag248.xml><?xml version="1.0" encoding="utf-8"?>
<p:tagLst xmlns:a="http://schemas.openxmlformats.org/drawingml/2006/main" xmlns:r="http://schemas.openxmlformats.org/officeDocument/2006/relationships" xmlns:p="http://schemas.openxmlformats.org/presentationml/2006/main">
  <p:tag name="NUM" val="2"/>
</p:tagLst>
</file>

<file path=ppt/tags/tag249.xml><?xml version="1.0" encoding="utf-8"?>
<p:tagLst xmlns:a="http://schemas.openxmlformats.org/drawingml/2006/main" xmlns:r="http://schemas.openxmlformats.org/officeDocument/2006/relationships" xmlns:p="http://schemas.openxmlformats.org/presentationml/2006/main">
  <p:tag name="NUM" val="3"/>
</p:tagLst>
</file>

<file path=ppt/tags/tag250.xml><?xml version="1.0" encoding="utf-8"?>
<p:tagLst xmlns:a="http://schemas.openxmlformats.org/drawingml/2006/main" xmlns:r="http://schemas.openxmlformats.org/officeDocument/2006/relationships" xmlns:p="http://schemas.openxmlformats.org/presentationml/2006/main">
  <p:tag name="NUM" val="1"/>
</p:tagLst>
</file>

<file path=ppt/tags/tag251.xml><?xml version="1.0" encoding="utf-8"?>
<p:tagLst xmlns:a="http://schemas.openxmlformats.org/drawingml/2006/main" xmlns:r="http://schemas.openxmlformats.org/officeDocument/2006/relationships" xmlns:p="http://schemas.openxmlformats.org/presentationml/2006/main">
  <p:tag name="NUM" val="2"/>
</p:tagLst>
</file>

<file path=ppt/tags/tag252.xml><?xml version="1.0" encoding="utf-8"?>
<p:tagLst xmlns:a="http://schemas.openxmlformats.org/drawingml/2006/main" xmlns:r="http://schemas.openxmlformats.org/officeDocument/2006/relationships" xmlns:p="http://schemas.openxmlformats.org/presentationml/2006/main">
  <p:tag name="NUM" val="3"/>
</p:tagLst>
</file>

<file path=ppt/tags/tag253.xml><?xml version="1.0" encoding="utf-8"?>
<p:tagLst xmlns:a="http://schemas.openxmlformats.org/drawingml/2006/main" xmlns:r="http://schemas.openxmlformats.org/officeDocument/2006/relationships" xmlns:p="http://schemas.openxmlformats.org/presentationml/2006/main">
  <p:tag name="NUM" val="1"/>
</p:tagLst>
</file>

<file path=ppt/tags/tag254.xml><?xml version="1.0" encoding="utf-8"?>
<p:tagLst xmlns:a="http://schemas.openxmlformats.org/drawingml/2006/main" xmlns:r="http://schemas.openxmlformats.org/officeDocument/2006/relationships" xmlns:p="http://schemas.openxmlformats.org/presentationml/2006/main">
  <p:tag name="NUM" val="2"/>
</p:tagLst>
</file>

<file path=ppt/tags/tag255.xml><?xml version="1.0" encoding="utf-8"?>
<p:tagLst xmlns:a="http://schemas.openxmlformats.org/drawingml/2006/main" xmlns:r="http://schemas.openxmlformats.org/officeDocument/2006/relationships" xmlns:p="http://schemas.openxmlformats.org/presentationml/2006/main">
  <p:tag name="NUM" val="3"/>
</p:tagLst>
</file>

<file path=ppt/tags/tag256.xml><?xml version="1.0" encoding="utf-8"?>
<p:tagLst xmlns:a="http://schemas.openxmlformats.org/drawingml/2006/main" xmlns:r="http://schemas.openxmlformats.org/officeDocument/2006/relationships" xmlns:p="http://schemas.openxmlformats.org/presentationml/2006/main">
  <p:tag name="NUM" val="1"/>
</p:tagLst>
</file>

<file path=ppt/tags/tag257.xml><?xml version="1.0" encoding="utf-8"?>
<p:tagLst xmlns:a="http://schemas.openxmlformats.org/drawingml/2006/main" xmlns:r="http://schemas.openxmlformats.org/officeDocument/2006/relationships" xmlns:p="http://schemas.openxmlformats.org/presentationml/2006/main">
  <p:tag name="NUM" val="2"/>
</p:tagLst>
</file>

<file path=ppt/tags/tag258.xml><?xml version="1.0" encoding="utf-8"?>
<p:tagLst xmlns:a="http://schemas.openxmlformats.org/drawingml/2006/main" xmlns:r="http://schemas.openxmlformats.org/officeDocument/2006/relationships" xmlns:p="http://schemas.openxmlformats.org/presentationml/2006/main">
  <p:tag name="NUM" val="3"/>
</p:tagLst>
</file>

<file path=ppt/tags/tag259.xml><?xml version="1.0" encoding="utf-8"?>
<p:tagLst xmlns:a="http://schemas.openxmlformats.org/drawingml/2006/main" xmlns:r="http://schemas.openxmlformats.org/officeDocument/2006/relationships" xmlns:p="http://schemas.openxmlformats.org/presentationml/2006/main">
  <p:tag name="NUM" val="4"/>
</p:tagLst>
</file>

<file path=ppt/tags/tag260.xml><?xml version="1.0" encoding="utf-8"?>
<p:tagLst xmlns:a="http://schemas.openxmlformats.org/drawingml/2006/main" xmlns:r="http://schemas.openxmlformats.org/officeDocument/2006/relationships" xmlns:p="http://schemas.openxmlformats.org/presentationml/2006/main">
  <p:tag name="NUM" val="1"/>
</p:tagLst>
</file>

<file path=ppt/tags/tag261.xml><?xml version="1.0" encoding="utf-8"?>
<p:tagLst xmlns:a="http://schemas.openxmlformats.org/drawingml/2006/main" xmlns:r="http://schemas.openxmlformats.org/officeDocument/2006/relationships" xmlns:p="http://schemas.openxmlformats.org/presentationml/2006/main">
  <p:tag name="NUM" val="2"/>
</p:tagLst>
</file>

<file path=ppt/tags/tag262.xml><?xml version="1.0" encoding="utf-8"?>
<p:tagLst xmlns:a="http://schemas.openxmlformats.org/drawingml/2006/main" xmlns:r="http://schemas.openxmlformats.org/officeDocument/2006/relationships" xmlns:p="http://schemas.openxmlformats.org/presentationml/2006/main">
  <p:tag name="NUM" val="3"/>
</p:tagLst>
</file>

<file path=ppt/tags/tag263.xml><?xml version="1.0" encoding="utf-8"?>
<p:tagLst xmlns:a="http://schemas.openxmlformats.org/drawingml/2006/main" xmlns:r="http://schemas.openxmlformats.org/officeDocument/2006/relationships" xmlns:p="http://schemas.openxmlformats.org/presentationml/2006/main">
  <p:tag name="NUM" val="1"/>
</p:tagLst>
</file>

<file path=ppt/tags/tag264.xml><?xml version="1.0" encoding="utf-8"?>
<p:tagLst xmlns:a="http://schemas.openxmlformats.org/drawingml/2006/main" xmlns:r="http://schemas.openxmlformats.org/officeDocument/2006/relationships" xmlns:p="http://schemas.openxmlformats.org/presentationml/2006/main">
  <p:tag name="NUM" val="2"/>
</p:tagLst>
</file>

<file path=ppt/tags/tag265.xml><?xml version="1.0" encoding="utf-8"?>
<p:tagLst xmlns:a="http://schemas.openxmlformats.org/drawingml/2006/main" xmlns:r="http://schemas.openxmlformats.org/officeDocument/2006/relationships" xmlns:p="http://schemas.openxmlformats.org/presentationml/2006/main">
  <p:tag name="NUM" val="3"/>
</p:tagLst>
</file>

<file path=ppt/tags/tag266.xml><?xml version="1.0" encoding="utf-8"?>
<p:tagLst xmlns:a="http://schemas.openxmlformats.org/drawingml/2006/main" xmlns:r="http://schemas.openxmlformats.org/officeDocument/2006/relationships" xmlns:p="http://schemas.openxmlformats.org/presentationml/2006/main">
  <p:tag name="NUM" val="1"/>
</p:tagLst>
</file>

<file path=ppt/tags/tag267.xml><?xml version="1.0" encoding="utf-8"?>
<p:tagLst xmlns:a="http://schemas.openxmlformats.org/drawingml/2006/main" xmlns:r="http://schemas.openxmlformats.org/officeDocument/2006/relationships" xmlns:p="http://schemas.openxmlformats.org/presentationml/2006/main">
  <p:tag name="NUM" val="2"/>
</p:tagLst>
</file>

<file path=ppt/tags/tag268.xml><?xml version="1.0" encoding="utf-8"?>
<p:tagLst xmlns:a="http://schemas.openxmlformats.org/drawingml/2006/main" xmlns:r="http://schemas.openxmlformats.org/officeDocument/2006/relationships" xmlns:p="http://schemas.openxmlformats.org/presentationml/2006/main">
  <p:tag name="NUM" val="3"/>
</p:tagLst>
</file>

<file path=ppt/tags/tag269.xml><?xml version="1.0" encoding="utf-8"?>
<p:tagLst xmlns:a="http://schemas.openxmlformats.org/drawingml/2006/main" xmlns:r="http://schemas.openxmlformats.org/officeDocument/2006/relationships" xmlns:p="http://schemas.openxmlformats.org/presentationml/2006/main">
  <p:tag name="NUM" val="1"/>
</p:tagLst>
</file>

<file path=ppt/tags/tag270.xml><?xml version="1.0" encoding="utf-8"?>
<p:tagLst xmlns:a="http://schemas.openxmlformats.org/drawingml/2006/main" xmlns:r="http://schemas.openxmlformats.org/officeDocument/2006/relationships" xmlns:p="http://schemas.openxmlformats.org/presentationml/2006/main">
  <p:tag name="NUM" val="2"/>
</p:tagLst>
</file>

<file path=ppt/tags/tag271.xml><?xml version="1.0" encoding="utf-8"?>
<p:tagLst xmlns:a="http://schemas.openxmlformats.org/drawingml/2006/main" xmlns:r="http://schemas.openxmlformats.org/officeDocument/2006/relationships" xmlns:p="http://schemas.openxmlformats.org/presentationml/2006/main">
  <p:tag name="NUM" val="3"/>
</p:tagLst>
</file>

<file path=ppt/tags/tag272.xml><?xml version="1.0" encoding="utf-8"?>
<p:tagLst xmlns:a="http://schemas.openxmlformats.org/drawingml/2006/main" xmlns:r="http://schemas.openxmlformats.org/officeDocument/2006/relationships" xmlns:p="http://schemas.openxmlformats.org/presentationml/2006/main">
  <p:tag name="NUM" val="1"/>
</p:tagLst>
</file>

<file path=ppt/tags/tag273.xml><?xml version="1.0" encoding="utf-8"?>
<p:tagLst xmlns:a="http://schemas.openxmlformats.org/drawingml/2006/main" xmlns:r="http://schemas.openxmlformats.org/officeDocument/2006/relationships" xmlns:p="http://schemas.openxmlformats.org/presentationml/2006/main">
  <p:tag name="NUM" val="2"/>
</p:tagLst>
</file>

<file path=ppt/tags/tag274.xml><?xml version="1.0" encoding="utf-8"?>
<p:tagLst xmlns:a="http://schemas.openxmlformats.org/drawingml/2006/main" xmlns:r="http://schemas.openxmlformats.org/officeDocument/2006/relationships" xmlns:p="http://schemas.openxmlformats.org/presentationml/2006/main">
  <p:tag name="NUM" val="3"/>
</p:tagLst>
</file>

<file path=ppt/tags/tag275.xml><?xml version="1.0" encoding="utf-8"?>
<p:tagLst xmlns:a="http://schemas.openxmlformats.org/drawingml/2006/main" xmlns:r="http://schemas.openxmlformats.org/officeDocument/2006/relationships" xmlns:p="http://schemas.openxmlformats.org/presentationml/2006/main">
  <p:tag name="NUM" val="1"/>
</p:tagLst>
</file>

<file path=ppt/tags/tag276.xml><?xml version="1.0" encoding="utf-8"?>
<p:tagLst xmlns:a="http://schemas.openxmlformats.org/drawingml/2006/main" xmlns:r="http://schemas.openxmlformats.org/officeDocument/2006/relationships" xmlns:p="http://schemas.openxmlformats.org/presentationml/2006/main">
  <p:tag name="NUM" val="2"/>
</p:tagLst>
</file>

<file path=ppt/tags/tag277.xml><?xml version="1.0" encoding="utf-8"?>
<p:tagLst xmlns:a="http://schemas.openxmlformats.org/drawingml/2006/main" xmlns:r="http://schemas.openxmlformats.org/officeDocument/2006/relationships" xmlns:p="http://schemas.openxmlformats.org/presentationml/2006/main">
  <p:tag name="NUM" val="3"/>
</p:tagLst>
</file>

<file path=ppt/tags/tag278.xml><?xml version="1.0" encoding="utf-8"?>
<p:tagLst xmlns:a="http://schemas.openxmlformats.org/drawingml/2006/main" xmlns:r="http://schemas.openxmlformats.org/officeDocument/2006/relationships" xmlns:p="http://schemas.openxmlformats.org/presentationml/2006/main">
  <p:tag name="NUM" val="1"/>
</p:tagLst>
</file>

<file path=ppt/tags/tag279.xml><?xml version="1.0" encoding="utf-8"?>
<p:tagLst xmlns:a="http://schemas.openxmlformats.org/drawingml/2006/main" xmlns:r="http://schemas.openxmlformats.org/officeDocument/2006/relationships" xmlns:p="http://schemas.openxmlformats.org/presentationml/2006/main">
  <p:tag name="NUM" val="2"/>
</p:tagLst>
</file>

<file path=ppt/tags/tag280.xml><?xml version="1.0" encoding="utf-8"?>
<p:tagLst xmlns:a="http://schemas.openxmlformats.org/drawingml/2006/main" xmlns:r="http://schemas.openxmlformats.org/officeDocument/2006/relationships" xmlns:p="http://schemas.openxmlformats.org/presentationml/2006/main">
  <p:tag name="NUM" val="3"/>
</p:tagLst>
</file>

<file path=ppt/tags/tag281.xml><?xml version="1.0" encoding="utf-8"?>
<p:tagLst xmlns:a="http://schemas.openxmlformats.org/drawingml/2006/main" xmlns:r="http://schemas.openxmlformats.org/officeDocument/2006/relationships" xmlns:p="http://schemas.openxmlformats.org/presentationml/2006/main">
  <p:tag name="NUM" val="1"/>
</p:tagLst>
</file>

<file path=ppt/tags/tag282.xml><?xml version="1.0" encoding="utf-8"?>
<p:tagLst xmlns:a="http://schemas.openxmlformats.org/drawingml/2006/main" xmlns:r="http://schemas.openxmlformats.org/officeDocument/2006/relationships" xmlns:p="http://schemas.openxmlformats.org/presentationml/2006/main">
  <p:tag name="NUM" val="2"/>
</p:tagLst>
</file>

<file path=ppt/tags/tag283.xml><?xml version="1.0" encoding="utf-8"?>
<p:tagLst xmlns:a="http://schemas.openxmlformats.org/drawingml/2006/main" xmlns:r="http://schemas.openxmlformats.org/officeDocument/2006/relationships" xmlns:p="http://schemas.openxmlformats.org/presentationml/2006/main">
  <p:tag name="NUM" val="3"/>
</p:tagLst>
</file>

<file path=ppt/tags/tag284.xml><?xml version="1.0" encoding="utf-8"?>
<p:tagLst xmlns:a="http://schemas.openxmlformats.org/drawingml/2006/main" xmlns:r="http://schemas.openxmlformats.org/officeDocument/2006/relationships" xmlns:p="http://schemas.openxmlformats.org/presentationml/2006/main">
  <p:tag name="NUM" val="4"/>
</p:tagLst>
</file>

<file path=ppt/tags/tag285.xml><?xml version="1.0" encoding="utf-8"?>
<p:tagLst xmlns:a="http://schemas.openxmlformats.org/drawingml/2006/main" xmlns:r="http://schemas.openxmlformats.org/officeDocument/2006/relationships" xmlns:p="http://schemas.openxmlformats.org/presentationml/2006/main">
  <p:tag name="NUM" val="5"/>
</p:tagLst>
</file>

<file path=ppt/tags/tag286.xml><?xml version="1.0" encoding="utf-8"?>
<p:tagLst xmlns:a="http://schemas.openxmlformats.org/drawingml/2006/main" xmlns:r="http://schemas.openxmlformats.org/officeDocument/2006/relationships" xmlns:p="http://schemas.openxmlformats.org/presentationml/2006/main">
  <p:tag name="NUM" val="6"/>
</p:tagLst>
</file>

<file path=ppt/tags/tag287.xml><?xml version="1.0" encoding="utf-8"?>
<p:tagLst xmlns:a="http://schemas.openxmlformats.org/drawingml/2006/main" xmlns:r="http://schemas.openxmlformats.org/officeDocument/2006/relationships" xmlns:p="http://schemas.openxmlformats.org/presentationml/2006/main">
  <p:tag name="NUM" val="7"/>
</p:tagLst>
</file>

<file path=ppt/tags/tag288.xml><?xml version="1.0" encoding="utf-8"?>
<p:tagLst xmlns:a="http://schemas.openxmlformats.org/drawingml/2006/main" xmlns:r="http://schemas.openxmlformats.org/officeDocument/2006/relationships" xmlns:p="http://schemas.openxmlformats.org/presentationml/2006/main">
  <p:tag name="NUM" val="8"/>
</p:tagLst>
</file>

<file path=ppt/tags/tag289.xml><?xml version="1.0" encoding="utf-8"?>
<p:tagLst xmlns:a="http://schemas.openxmlformats.org/drawingml/2006/main" xmlns:r="http://schemas.openxmlformats.org/officeDocument/2006/relationships" xmlns:p="http://schemas.openxmlformats.org/presentationml/2006/main">
  <p:tag name="NUM" val="9"/>
</p:tagLst>
</file>

<file path=ppt/tags/tag290.xml><?xml version="1.0" encoding="utf-8"?>
<p:tagLst xmlns:a="http://schemas.openxmlformats.org/drawingml/2006/main" xmlns:r="http://schemas.openxmlformats.org/officeDocument/2006/relationships" xmlns:p="http://schemas.openxmlformats.org/presentationml/2006/main">
  <p:tag name="NUM" val="10"/>
</p:tagLst>
</file>

<file path=ppt/tags/tag291.xml><?xml version="1.0" encoding="utf-8"?>
<p:tagLst xmlns:a="http://schemas.openxmlformats.org/drawingml/2006/main" xmlns:r="http://schemas.openxmlformats.org/officeDocument/2006/relationships" xmlns:p="http://schemas.openxmlformats.org/presentationml/2006/main">
  <p:tag name="NUM" val="1"/>
</p:tagLst>
</file>

<file path=ppt/tags/tag292.xml><?xml version="1.0" encoding="utf-8"?>
<p:tagLst xmlns:a="http://schemas.openxmlformats.org/drawingml/2006/main" xmlns:r="http://schemas.openxmlformats.org/officeDocument/2006/relationships" xmlns:p="http://schemas.openxmlformats.org/presentationml/2006/main">
  <p:tag name="NUM" val="2"/>
</p:tagLst>
</file>

<file path=ppt/tags/tag293.xml><?xml version="1.0" encoding="utf-8"?>
<p:tagLst xmlns:a="http://schemas.openxmlformats.org/drawingml/2006/main" xmlns:r="http://schemas.openxmlformats.org/officeDocument/2006/relationships" xmlns:p="http://schemas.openxmlformats.org/presentationml/2006/main">
  <p:tag name="NUM" val="3"/>
</p:tagLst>
</file>

<file path=ppt/tags/tag294.xml><?xml version="1.0" encoding="utf-8"?>
<p:tagLst xmlns:a="http://schemas.openxmlformats.org/drawingml/2006/main" xmlns:r="http://schemas.openxmlformats.org/officeDocument/2006/relationships" xmlns:p="http://schemas.openxmlformats.org/presentationml/2006/main">
  <p:tag name="NUM" val="4"/>
</p:tagLst>
</file>

<file path=ppt/tags/tag295.xml><?xml version="1.0" encoding="utf-8"?>
<p:tagLst xmlns:a="http://schemas.openxmlformats.org/drawingml/2006/main" xmlns:r="http://schemas.openxmlformats.org/officeDocument/2006/relationships" xmlns:p="http://schemas.openxmlformats.org/presentationml/2006/main">
  <p:tag name="NUM" val="5"/>
</p:tagLst>
</file>

<file path=ppt/tags/tag296.xml><?xml version="1.0" encoding="utf-8"?>
<p:tagLst xmlns:a="http://schemas.openxmlformats.org/drawingml/2006/main" xmlns:r="http://schemas.openxmlformats.org/officeDocument/2006/relationships" xmlns:p="http://schemas.openxmlformats.org/presentationml/2006/main">
  <p:tag name="NUM" val="6"/>
</p:tagLst>
</file>

<file path=ppt/tags/tag297.xml><?xml version="1.0" encoding="utf-8"?>
<p:tagLst xmlns:a="http://schemas.openxmlformats.org/drawingml/2006/main" xmlns:r="http://schemas.openxmlformats.org/officeDocument/2006/relationships" xmlns:p="http://schemas.openxmlformats.org/presentationml/2006/main">
  <p:tag name="NUM" val="7"/>
</p:tagLst>
</file>

<file path=ppt/tags/tag298.xml><?xml version="1.0" encoding="utf-8"?>
<p:tagLst xmlns:a="http://schemas.openxmlformats.org/drawingml/2006/main" xmlns:r="http://schemas.openxmlformats.org/officeDocument/2006/relationships" xmlns:p="http://schemas.openxmlformats.org/presentationml/2006/main">
  <p:tag name="NUM" val="8"/>
</p:tagLst>
</file>

<file path=ppt/tags/tag299.xml><?xml version="1.0" encoding="utf-8"?>
<p:tagLst xmlns:a="http://schemas.openxmlformats.org/drawingml/2006/main" xmlns:r="http://schemas.openxmlformats.org/officeDocument/2006/relationships" xmlns:p="http://schemas.openxmlformats.org/presentationml/2006/main">
  <p:tag name="NUM" val="9"/>
</p:tagLst>
</file>

<file path=ppt/tags/tag300.xml><?xml version="1.0" encoding="utf-8"?>
<p:tagLst xmlns:a="http://schemas.openxmlformats.org/drawingml/2006/main" xmlns:r="http://schemas.openxmlformats.org/officeDocument/2006/relationships" xmlns:p="http://schemas.openxmlformats.org/presentationml/2006/main">
  <p:tag name="NUM" val="10"/>
</p:tagLst>
</file>

<file path=ppt/tags/tag301.xml><?xml version="1.0" encoding="utf-8"?>
<p:tagLst xmlns:a="http://schemas.openxmlformats.org/drawingml/2006/main" xmlns:r="http://schemas.openxmlformats.org/officeDocument/2006/relationships" xmlns:p="http://schemas.openxmlformats.org/presentationml/2006/main">
  <p:tag name="NUM" val="11"/>
</p:tagLst>
</file>

<file path=ppt/tags/tag302.xml><?xml version="1.0" encoding="utf-8"?>
<p:tagLst xmlns:a="http://schemas.openxmlformats.org/drawingml/2006/main" xmlns:r="http://schemas.openxmlformats.org/officeDocument/2006/relationships" xmlns:p="http://schemas.openxmlformats.org/presentationml/2006/main">
  <p:tag name="NUM" val="12"/>
</p:tagLst>
</file>

<file path=ppt/tags/tag303.xml><?xml version="1.0" encoding="utf-8"?>
<p:tagLst xmlns:a="http://schemas.openxmlformats.org/drawingml/2006/main" xmlns:r="http://schemas.openxmlformats.org/officeDocument/2006/relationships" xmlns:p="http://schemas.openxmlformats.org/presentationml/2006/main">
  <p:tag name="NUM" val="13"/>
</p:tagLst>
</file>

<file path=ppt/tags/tag304.xml><?xml version="1.0" encoding="utf-8"?>
<p:tagLst xmlns:a="http://schemas.openxmlformats.org/drawingml/2006/main" xmlns:r="http://schemas.openxmlformats.org/officeDocument/2006/relationships" xmlns:p="http://schemas.openxmlformats.org/presentationml/2006/main">
  <p:tag name="NUM" val="14"/>
</p:tagLst>
</file>

<file path=ppt/tags/tag305.xml><?xml version="1.0" encoding="utf-8"?>
<p:tagLst xmlns:a="http://schemas.openxmlformats.org/drawingml/2006/main" xmlns:r="http://schemas.openxmlformats.org/officeDocument/2006/relationships" xmlns:p="http://schemas.openxmlformats.org/presentationml/2006/main">
  <p:tag name="NUM" val="15"/>
</p:tagLst>
</file>

<file path=ppt/tags/tag306.xml><?xml version="1.0" encoding="utf-8"?>
<p:tagLst xmlns:a="http://schemas.openxmlformats.org/drawingml/2006/main" xmlns:r="http://schemas.openxmlformats.org/officeDocument/2006/relationships" xmlns:p="http://schemas.openxmlformats.org/presentationml/2006/main">
  <p:tag name="NUM" val="16"/>
</p:tagLst>
</file>

<file path=ppt/tags/tag307.xml><?xml version="1.0" encoding="utf-8"?>
<p:tagLst xmlns:a="http://schemas.openxmlformats.org/drawingml/2006/main" xmlns:r="http://schemas.openxmlformats.org/officeDocument/2006/relationships" xmlns:p="http://schemas.openxmlformats.org/presentationml/2006/main">
  <p:tag name="NUM" val="1"/>
</p:tagLst>
</file>

<file path=ppt/tags/tag308.xml><?xml version="1.0" encoding="utf-8"?>
<p:tagLst xmlns:a="http://schemas.openxmlformats.org/drawingml/2006/main" xmlns:r="http://schemas.openxmlformats.org/officeDocument/2006/relationships" xmlns:p="http://schemas.openxmlformats.org/presentationml/2006/main">
  <p:tag name="NUM" val="2"/>
</p:tagLst>
</file>

<file path=ppt/tags/tag309.xml><?xml version="1.0" encoding="utf-8"?>
<p:tagLst xmlns:a="http://schemas.openxmlformats.org/drawingml/2006/main" xmlns:r="http://schemas.openxmlformats.org/officeDocument/2006/relationships" xmlns:p="http://schemas.openxmlformats.org/presentationml/2006/main">
  <p:tag name="NUM" val="3"/>
</p:tagLst>
</file>

<file path=ppt/tags/tag310.xml><?xml version="1.0" encoding="utf-8"?>
<p:tagLst xmlns:a="http://schemas.openxmlformats.org/drawingml/2006/main" xmlns:r="http://schemas.openxmlformats.org/officeDocument/2006/relationships" xmlns:p="http://schemas.openxmlformats.org/presentationml/2006/main">
  <p:tag name="NUM" val="4"/>
</p:tagLst>
</file>

<file path=ppt/tags/tag311.xml><?xml version="1.0" encoding="utf-8"?>
<p:tagLst xmlns:a="http://schemas.openxmlformats.org/drawingml/2006/main" xmlns:r="http://schemas.openxmlformats.org/officeDocument/2006/relationships" xmlns:p="http://schemas.openxmlformats.org/presentationml/2006/main">
  <p:tag name="NUM" val="1"/>
</p:tagLst>
</file>

<file path=ppt/tags/tag312.xml><?xml version="1.0" encoding="utf-8"?>
<p:tagLst xmlns:a="http://schemas.openxmlformats.org/drawingml/2006/main" xmlns:r="http://schemas.openxmlformats.org/officeDocument/2006/relationships" xmlns:p="http://schemas.openxmlformats.org/presentationml/2006/main">
  <p:tag name="NUM" val="2"/>
</p:tagLst>
</file>

<file path=ppt/tags/tag313.xml><?xml version="1.0" encoding="utf-8"?>
<p:tagLst xmlns:a="http://schemas.openxmlformats.org/drawingml/2006/main" xmlns:r="http://schemas.openxmlformats.org/officeDocument/2006/relationships" xmlns:p="http://schemas.openxmlformats.org/presentationml/2006/main">
  <p:tag name="NUM" val="3"/>
</p:tagLst>
</file>

<file path=ppt/tags/tag314.xml><?xml version="1.0" encoding="utf-8"?>
<p:tagLst xmlns:a="http://schemas.openxmlformats.org/drawingml/2006/main" xmlns:r="http://schemas.openxmlformats.org/officeDocument/2006/relationships" xmlns:p="http://schemas.openxmlformats.org/presentationml/2006/main">
  <p:tag name="NUM" val="1"/>
</p:tagLst>
</file>

<file path=ppt/tags/tag315.xml><?xml version="1.0" encoding="utf-8"?>
<p:tagLst xmlns:a="http://schemas.openxmlformats.org/drawingml/2006/main" xmlns:r="http://schemas.openxmlformats.org/officeDocument/2006/relationships" xmlns:p="http://schemas.openxmlformats.org/presentationml/2006/main">
  <p:tag name="NUM" val="2"/>
</p:tagLst>
</file>

<file path=ppt/tags/tag316.xml><?xml version="1.0" encoding="utf-8"?>
<p:tagLst xmlns:a="http://schemas.openxmlformats.org/drawingml/2006/main" xmlns:r="http://schemas.openxmlformats.org/officeDocument/2006/relationships" xmlns:p="http://schemas.openxmlformats.org/presentationml/2006/main">
  <p:tag name="NUM" val="3"/>
</p:tagLst>
</file>

<file path=ppt/tags/tag317.xml><?xml version="1.0" encoding="utf-8"?>
<p:tagLst xmlns:a="http://schemas.openxmlformats.org/drawingml/2006/main" xmlns:r="http://schemas.openxmlformats.org/officeDocument/2006/relationships" xmlns:p="http://schemas.openxmlformats.org/presentationml/2006/main">
  <p:tag name="NUM" val="1"/>
</p:tagLst>
</file>

<file path=ppt/tags/tag318.xml><?xml version="1.0" encoding="utf-8"?>
<p:tagLst xmlns:a="http://schemas.openxmlformats.org/drawingml/2006/main" xmlns:r="http://schemas.openxmlformats.org/officeDocument/2006/relationships" xmlns:p="http://schemas.openxmlformats.org/presentationml/2006/main">
  <p:tag name="NUM" val="2"/>
</p:tagLst>
</file>

<file path=ppt/tags/tag319.xml><?xml version="1.0" encoding="utf-8"?>
<p:tagLst xmlns:a="http://schemas.openxmlformats.org/drawingml/2006/main" xmlns:r="http://schemas.openxmlformats.org/officeDocument/2006/relationships" xmlns:p="http://schemas.openxmlformats.org/presentationml/2006/main">
  <p:tag name="NUM" val="3"/>
</p:tagLst>
</file>

<file path=ppt/tags/tag320.xml><?xml version="1.0" encoding="utf-8"?>
<p:tagLst xmlns:a="http://schemas.openxmlformats.org/drawingml/2006/main" xmlns:r="http://schemas.openxmlformats.org/officeDocument/2006/relationships" xmlns:p="http://schemas.openxmlformats.org/presentationml/2006/main">
  <p:tag name="NUM" val="1"/>
</p:tagLst>
</file>

<file path=ppt/tags/tag321.xml><?xml version="1.0" encoding="utf-8"?>
<p:tagLst xmlns:a="http://schemas.openxmlformats.org/drawingml/2006/main" xmlns:r="http://schemas.openxmlformats.org/officeDocument/2006/relationships" xmlns:p="http://schemas.openxmlformats.org/presentationml/2006/main">
  <p:tag name="NUM" val="2"/>
</p:tagLst>
</file>

<file path=ppt/tags/tag322.xml><?xml version="1.0" encoding="utf-8"?>
<p:tagLst xmlns:a="http://schemas.openxmlformats.org/drawingml/2006/main" xmlns:r="http://schemas.openxmlformats.org/officeDocument/2006/relationships" xmlns:p="http://schemas.openxmlformats.org/presentationml/2006/main">
  <p:tag name="NUM" val="3"/>
</p:tagLst>
</file>

<file path=ppt/tags/tag323.xml><?xml version="1.0" encoding="utf-8"?>
<p:tagLst xmlns:a="http://schemas.openxmlformats.org/drawingml/2006/main" xmlns:r="http://schemas.openxmlformats.org/officeDocument/2006/relationships" xmlns:p="http://schemas.openxmlformats.org/presentationml/2006/main">
  <p:tag name="NUM" val="1"/>
</p:tagLst>
</file>

<file path=ppt/tags/tag324.xml><?xml version="1.0" encoding="utf-8"?>
<p:tagLst xmlns:a="http://schemas.openxmlformats.org/drawingml/2006/main" xmlns:r="http://schemas.openxmlformats.org/officeDocument/2006/relationships" xmlns:p="http://schemas.openxmlformats.org/presentationml/2006/main">
  <p:tag name="NUM" val="2"/>
</p:tagLst>
</file>

<file path=ppt/tags/tag325.xml><?xml version="1.0" encoding="utf-8"?>
<p:tagLst xmlns:a="http://schemas.openxmlformats.org/drawingml/2006/main" xmlns:r="http://schemas.openxmlformats.org/officeDocument/2006/relationships" xmlns:p="http://schemas.openxmlformats.org/presentationml/2006/main">
  <p:tag name="NUM" val="3"/>
</p:tagLst>
</file>

<file path=ppt/tags/tag326.xml><?xml version="1.0" encoding="utf-8"?>
<p:tagLst xmlns:a="http://schemas.openxmlformats.org/drawingml/2006/main" xmlns:r="http://schemas.openxmlformats.org/officeDocument/2006/relationships" xmlns:p="http://schemas.openxmlformats.org/presentationml/2006/main">
  <p:tag name="NUM" val="1"/>
</p:tagLst>
</file>

<file path=ppt/tags/tag327.xml><?xml version="1.0" encoding="utf-8"?>
<p:tagLst xmlns:a="http://schemas.openxmlformats.org/drawingml/2006/main" xmlns:r="http://schemas.openxmlformats.org/officeDocument/2006/relationships" xmlns:p="http://schemas.openxmlformats.org/presentationml/2006/main">
  <p:tag name="NUM" val="2"/>
</p:tagLst>
</file>

<file path=ppt/tags/tag328.xml><?xml version="1.0" encoding="utf-8"?>
<p:tagLst xmlns:a="http://schemas.openxmlformats.org/drawingml/2006/main" xmlns:r="http://schemas.openxmlformats.org/officeDocument/2006/relationships" xmlns:p="http://schemas.openxmlformats.org/presentationml/2006/main">
  <p:tag name="NUM" val="1"/>
</p:tagLst>
</file>

<file path=ppt/tags/tag329.xml><?xml version="1.0" encoding="utf-8"?>
<p:tagLst xmlns:a="http://schemas.openxmlformats.org/drawingml/2006/main" xmlns:r="http://schemas.openxmlformats.org/officeDocument/2006/relationships" xmlns:p="http://schemas.openxmlformats.org/presentationml/2006/main">
  <p:tag name="NUM" val="2"/>
</p:tagLst>
</file>

<file path=ppt/tags/tag330.xml><?xml version="1.0" encoding="utf-8"?>
<p:tagLst xmlns:a="http://schemas.openxmlformats.org/drawingml/2006/main" xmlns:r="http://schemas.openxmlformats.org/officeDocument/2006/relationships" xmlns:p="http://schemas.openxmlformats.org/presentationml/2006/main">
  <p:tag name="NUM" val="1"/>
</p:tagLst>
</file>

<file path=ppt/tags/tag331.xml><?xml version="1.0" encoding="utf-8"?>
<p:tagLst xmlns:a="http://schemas.openxmlformats.org/drawingml/2006/main" xmlns:r="http://schemas.openxmlformats.org/officeDocument/2006/relationships" xmlns:p="http://schemas.openxmlformats.org/presentationml/2006/main">
  <p:tag name="NUM" val="2"/>
</p:tagLst>
</file>

<file path=ppt/tags/tag332.xml><?xml version="1.0" encoding="utf-8"?>
<p:tagLst xmlns:a="http://schemas.openxmlformats.org/drawingml/2006/main" xmlns:r="http://schemas.openxmlformats.org/officeDocument/2006/relationships" xmlns:p="http://schemas.openxmlformats.org/presentationml/2006/main">
  <p:tag name="NUM" val="3"/>
</p:tagLst>
</file>

<file path=ppt/tags/tag333.xml><?xml version="1.0" encoding="utf-8"?>
<p:tagLst xmlns:a="http://schemas.openxmlformats.org/drawingml/2006/main" xmlns:r="http://schemas.openxmlformats.org/officeDocument/2006/relationships" xmlns:p="http://schemas.openxmlformats.org/presentationml/2006/main">
  <p:tag name="NUM" val="1"/>
</p:tagLst>
</file>

<file path=ppt/tags/tag334.xml><?xml version="1.0" encoding="utf-8"?>
<p:tagLst xmlns:a="http://schemas.openxmlformats.org/drawingml/2006/main" xmlns:r="http://schemas.openxmlformats.org/officeDocument/2006/relationships" xmlns:p="http://schemas.openxmlformats.org/presentationml/2006/main">
  <p:tag name="NUM" val="2"/>
</p:tagLst>
</file>

<file path=ppt/tags/tag335.xml><?xml version="1.0" encoding="utf-8"?>
<p:tagLst xmlns:a="http://schemas.openxmlformats.org/drawingml/2006/main" xmlns:r="http://schemas.openxmlformats.org/officeDocument/2006/relationships" xmlns:p="http://schemas.openxmlformats.org/presentationml/2006/main">
  <p:tag name="NUM" val="3"/>
</p:tagLst>
</file>

<file path=ppt/tags/tag336.xml><?xml version="1.0" encoding="utf-8"?>
<p:tagLst xmlns:a="http://schemas.openxmlformats.org/drawingml/2006/main" xmlns:r="http://schemas.openxmlformats.org/officeDocument/2006/relationships" xmlns:p="http://schemas.openxmlformats.org/presentationml/2006/main">
  <p:tag name="NUM" val="1"/>
</p:tagLst>
</file>

<file path=ppt/tags/tag337.xml><?xml version="1.0" encoding="utf-8"?>
<p:tagLst xmlns:a="http://schemas.openxmlformats.org/drawingml/2006/main" xmlns:r="http://schemas.openxmlformats.org/officeDocument/2006/relationships" xmlns:p="http://schemas.openxmlformats.org/presentationml/2006/main">
  <p:tag name="NUM" val="2"/>
</p:tagLst>
</file>

<file path=ppt/tags/tag338.xml><?xml version="1.0" encoding="utf-8"?>
<p:tagLst xmlns:a="http://schemas.openxmlformats.org/drawingml/2006/main" xmlns:r="http://schemas.openxmlformats.org/officeDocument/2006/relationships" xmlns:p="http://schemas.openxmlformats.org/presentationml/2006/main">
  <p:tag name="NUM" val="3"/>
</p:tagLst>
</file>

<file path=ppt/tags/tag339.xml><?xml version="1.0" encoding="utf-8"?>
<p:tagLst xmlns:a="http://schemas.openxmlformats.org/drawingml/2006/main" xmlns:r="http://schemas.openxmlformats.org/officeDocument/2006/relationships" xmlns:p="http://schemas.openxmlformats.org/presentationml/2006/main">
  <p:tag name="NUM" val="4"/>
</p:tagLst>
</file>

<file path=ppt/tags/tag340.xml><?xml version="1.0" encoding="utf-8"?>
<p:tagLst xmlns:a="http://schemas.openxmlformats.org/drawingml/2006/main" xmlns:r="http://schemas.openxmlformats.org/officeDocument/2006/relationships" xmlns:p="http://schemas.openxmlformats.org/presentationml/2006/main">
  <p:tag name="NUM" val="5"/>
</p:tagLst>
</file>

<file path=ppt/tags/tag341.xml><?xml version="1.0" encoding="utf-8"?>
<p:tagLst xmlns:a="http://schemas.openxmlformats.org/drawingml/2006/main" xmlns:r="http://schemas.openxmlformats.org/officeDocument/2006/relationships" xmlns:p="http://schemas.openxmlformats.org/presentationml/2006/main">
  <p:tag name="NUM" val="1"/>
</p:tagLst>
</file>

<file path=ppt/tags/tag342.xml><?xml version="1.0" encoding="utf-8"?>
<p:tagLst xmlns:a="http://schemas.openxmlformats.org/drawingml/2006/main" xmlns:r="http://schemas.openxmlformats.org/officeDocument/2006/relationships" xmlns:p="http://schemas.openxmlformats.org/presentationml/2006/main">
  <p:tag name="NUM" val="2"/>
</p:tagLst>
</file>

<file path=ppt/tags/tag343.xml><?xml version="1.0" encoding="utf-8"?>
<p:tagLst xmlns:a="http://schemas.openxmlformats.org/drawingml/2006/main" xmlns:r="http://schemas.openxmlformats.org/officeDocument/2006/relationships" xmlns:p="http://schemas.openxmlformats.org/presentationml/2006/main">
  <p:tag name="NUM" val="3"/>
</p:tagLst>
</file>

<file path=ppt/tags/tag344.xml><?xml version="1.0" encoding="utf-8"?>
<p:tagLst xmlns:a="http://schemas.openxmlformats.org/drawingml/2006/main" xmlns:r="http://schemas.openxmlformats.org/officeDocument/2006/relationships" xmlns:p="http://schemas.openxmlformats.org/presentationml/2006/main">
  <p:tag name="NUM" val="4"/>
</p:tagLst>
</file>

<file path=ppt/tags/tag345.xml><?xml version="1.0" encoding="utf-8"?>
<p:tagLst xmlns:a="http://schemas.openxmlformats.org/drawingml/2006/main" xmlns:r="http://schemas.openxmlformats.org/officeDocument/2006/relationships" xmlns:p="http://schemas.openxmlformats.org/presentationml/2006/main">
  <p:tag name="NUM" val="1"/>
</p:tagLst>
</file>

<file path=ppt/tags/tag346.xml><?xml version="1.0" encoding="utf-8"?>
<p:tagLst xmlns:a="http://schemas.openxmlformats.org/drawingml/2006/main" xmlns:r="http://schemas.openxmlformats.org/officeDocument/2006/relationships" xmlns:p="http://schemas.openxmlformats.org/presentationml/2006/main">
  <p:tag name="NUM" val="2"/>
</p:tagLst>
</file>

<file path=ppt/tags/tag347.xml><?xml version="1.0" encoding="utf-8"?>
<p:tagLst xmlns:a="http://schemas.openxmlformats.org/drawingml/2006/main" xmlns:r="http://schemas.openxmlformats.org/officeDocument/2006/relationships" xmlns:p="http://schemas.openxmlformats.org/presentationml/2006/main">
  <p:tag name="NUM" val="3"/>
</p:tagLst>
</file>

<file path=ppt/tags/tag348.xml><?xml version="1.0" encoding="utf-8"?>
<p:tagLst xmlns:a="http://schemas.openxmlformats.org/drawingml/2006/main" xmlns:r="http://schemas.openxmlformats.org/officeDocument/2006/relationships" xmlns:p="http://schemas.openxmlformats.org/presentationml/2006/main">
  <p:tag name="NUM" val="1"/>
</p:tagLst>
</file>

<file path=ppt/tags/tag349.xml><?xml version="1.0" encoding="utf-8"?>
<p:tagLst xmlns:a="http://schemas.openxmlformats.org/drawingml/2006/main" xmlns:r="http://schemas.openxmlformats.org/officeDocument/2006/relationships" xmlns:p="http://schemas.openxmlformats.org/presentationml/2006/main">
  <p:tag name="NUM" val="2"/>
</p:tagLst>
</file>

<file path=ppt/tags/tag350.xml><?xml version="1.0" encoding="utf-8"?>
<p:tagLst xmlns:a="http://schemas.openxmlformats.org/drawingml/2006/main" xmlns:r="http://schemas.openxmlformats.org/officeDocument/2006/relationships" xmlns:p="http://schemas.openxmlformats.org/presentationml/2006/main">
  <p:tag name="NUM" val="3"/>
</p:tagLst>
</file>

<file path=ppt/tags/tag351.xml><?xml version="1.0" encoding="utf-8"?>
<p:tagLst xmlns:a="http://schemas.openxmlformats.org/drawingml/2006/main" xmlns:r="http://schemas.openxmlformats.org/officeDocument/2006/relationships" xmlns:p="http://schemas.openxmlformats.org/presentationml/2006/main">
  <p:tag name="NUM" val="1"/>
</p:tagLst>
</file>

<file path=ppt/tags/tag352.xml><?xml version="1.0" encoding="utf-8"?>
<p:tagLst xmlns:a="http://schemas.openxmlformats.org/drawingml/2006/main" xmlns:r="http://schemas.openxmlformats.org/officeDocument/2006/relationships" xmlns:p="http://schemas.openxmlformats.org/presentationml/2006/main">
  <p:tag name="NUM" val="2"/>
</p:tagLst>
</file>

<file path=ppt/tags/tag353.xml><?xml version="1.0" encoding="utf-8"?>
<p:tagLst xmlns:a="http://schemas.openxmlformats.org/drawingml/2006/main" xmlns:r="http://schemas.openxmlformats.org/officeDocument/2006/relationships" xmlns:p="http://schemas.openxmlformats.org/presentationml/2006/main">
  <p:tag name="NUM" val="3"/>
</p:tagLst>
</file>

<file path=ppt/tags/tag354.xml><?xml version="1.0" encoding="utf-8"?>
<p:tagLst xmlns:a="http://schemas.openxmlformats.org/drawingml/2006/main" xmlns:r="http://schemas.openxmlformats.org/officeDocument/2006/relationships" xmlns:p="http://schemas.openxmlformats.org/presentationml/2006/main">
  <p:tag name="NUM" val="1"/>
</p:tagLst>
</file>

<file path=ppt/tags/tag355.xml><?xml version="1.0" encoding="utf-8"?>
<p:tagLst xmlns:a="http://schemas.openxmlformats.org/drawingml/2006/main" xmlns:r="http://schemas.openxmlformats.org/officeDocument/2006/relationships" xmlns:p="http://schemas.openxmlformats.org/presentationml/2006/main">
  <p:tag name="NUM" val="2"/>
</p:tagLst>
</file>

<file path=ppt/tags/tag356.xml><?xml version="1.0" encoding="utf-8"?>
<p:tagLst xmlns:a="http://schemas.openxmlformats.org/drawingml/2006/main" xmlns:r="http://schemas.openxmlformats.org/officeDocument/2006/relationships" xmlns:p="http://schemas.openxmlformats.org/presentationml/2006/main">
  <p:tag name="NUM" val="3"/>
</p:tagLst>
</file>

<file path=ppt/tags/tag357.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http://purl.org/dc/terms/"/>
    <ds:schemaRef ds:uri="c7454f8d-4c17-43a4-bc16-0cf0fc914fca"/>
    <ds:schemaRef ds:uri="http://purl.org/dc/dcmitype/"/>
    <ds:schemaRef ds:uri="http://schemas.microsoft.com/office/2006/documentManagement/types"/>
    <ds:schemaRef ds:uri="http://purl.org/dc/elements/1.1/"/>
    <ds:schemaRef ds:uri="http://schemas.microsoft.com/office/2006/metadata/properties"/>
    <ds:schemaRef ds:uri="eb899797-80f6-4e69-af82-8dc567209eda"/>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D8F51A5D-ECD6-4089-AACD-DC86C6154476}"/>
</file>

<file path=docProps/app.xml><?xml version="1.0" encoding="utf-8"?>
<Properties xmlns="http://schemas.openxmlformats.org/officeDocument/2006/extended-properties" xmlns:vt="http://schemas.openxmlformats.org/officeDocument/2006/docPropsVTypes">
  <TotalTime>5900</TotalTime>
  <Words>8897</Words>
  <Application>Microsoft Office PowerPoint</Application>
  <PresentationFormat>Grand écran</PresentationFormat>
  <Paragraphs>889</Paragraphs>
  <Slides>99</Slides>
  <Notes>42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99</vt:i4>
      </vt:variant>
    </vt:vector>
  </HeadingPairs>
  <TitlesOfParts>
    <vt:vector size="107" baseType="lpstr">
      <vt:lpstr>Arial</vt:lpstr>
      <vt:lpstr>Calibri</vt:lpstr>
      <vt:lpstr>Calibri Light</vt:lpstr>
      <vt:lpstr>Segoe UI</vt:lpstr>
      <vt:lpstr>Symbol</vt:lpstr>
      <vt:lpstr>Times New Roman</vt:lpstr>
      <vt:lpstr>Wingdings</vt:lpstr>
      <vt:lpstr>Office Theme</vt:lpstr>
      <vt:lpstr>System Administration Item Load and Inventory Load Item (WMS)  Item (TMS)</vt:lpstr>
      <vt:lpstr>Table of Contents</vt:lpstr>
      <vt:lpstr>Item Load</vt:lpstr>
      <vt:lpstr>Item Load</vt:lpstr>
      <vt:lpstr>Item Load </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 (TMS)</vt:lpstr>
      <vt:lpstr>Item (TMS)</vt:lpstr>
      <vt:lpstr>Item (TMS)</vt:lpstr>
      <vt:lpstr>Item (TMS)</vt:lpstr>
      <vt:lpstr>Item (TMS)</vt:lpstr>
      <vt:lpstr>Item (TMS)</vt:lpstr>
      <vt:lpstr>Item (TMS)</vt:lpstr>
      <vt:lpstr>Item (TMS)</vt:lpstr>
      <vt:lpstr>Item (TMS)</vt:lpstr>
      <vt:lpstr>Item (TMS)</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1040</cp:revision>
  <dcterms:created xsi:type="dcterms:W3CDTF">2016-08-24T13:01:38Z</dcterms:created>
  <dcterms:modified xsi:type="dcterms:W3CDTF">2020-10-22T12:01:15Z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