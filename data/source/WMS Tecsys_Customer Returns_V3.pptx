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6" r:id="rId6"/>
    <p:sldId id="290" r:id="rId7"/>
    <p:sldId id="306" r:id="rId8"/>
    <p:sldId id="288" r:id="rId9"/>
    <p:sldId id="307" r:id="rId10"/>
    <p:sldId id="308" r:id="rId11"/>
    <p:sldId id="309" r:id="rId12"/>
    <p:sldId id="289" r:id="rId13"/>
    <p:sldId id="310" r:id="rId14"/>
    <p:sldId id="314" r:id="rId15"/>
    <p:sldId id="315" r:id="rId16"/>
    <p:sldId id="311" r:id="rId17"/>
    <p:sldId id="312" r:id="rId18"/>
    <p:sldId id="318" r:id="rId19"/>
    <p:sldId id="319" r:id="rId20"/>
    <p:sldId id="313" r:id="rId21"/>
    <p:sldId id="316" r:id="rId22"/>
    <p:sldId id="31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la Vetter" initials="EV" lastIdx="2" clrIdx="0">
    <p:extLst>
      <p:ext uri="{19B8F6BF-5375-455C-9EA6-DF929625EA0E}">
        <p15:presenceInfo xmlns:p15="http://schemas.microsoft.com/office/powerpoint/2012/main" userId="S::ella.vetter@avaloncsc.com::c6918cf5-f6c0-43cc-8499-a1f635017d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-Li Tremblay" userId="852346c9-b2bc-4eee-843e-ad7d28b9aba1" providerId="ADAL" clId="{207BF90D-5539-4398-BC7E-E950D8E51E0F}"/>
    <pc:docChg chg="modSld">
      <pc:chgData name="Han-Li Tremblay" userId="852346c9-b2bc-4eee-843e-ad7d28b9aba1" providerId="ADAL" clId="{207BF90D-5539-4398-BC7E-E950D8E51E0F}" dt="2020-08-25T19:48:14.055" v="0" actId="20577"/>
      <pc:docMkLst>
        <pc:docMk/>
      </pc:docMkLst>
      <pc:sldChg chg="modSp mod">
        <pc:chgData name="Han-Li Tremblay" userId="852346c9-b2bc-4eee-843e-ad7d28b9aba1" providerId="ADAL" clId="{207BF90D-5539-4398-BC7E-E950D8E51E0F}" dt="2020-08-25T19:48:14.055" v="0" actId="20577"/>
        <pc:sldMkLst>
          <pc:docMk/>
          <pc:sldMk cId="3517795346" sldId="317"/>
        </pc:sldMkLst>
        <pc:spChg chg="mod">
          <ac:chgData name="Han-Li Tremblay" userId="852346c9-b2bc-4eee-843e-ad7d28b9aba1" providerId="ADAL" clId="{207BF90D-5539-4398-BC7E-E950D8E51E0F}" dt="2020-08-25T19:48:14.055" v="0" actId="20577"/>
          <ac:spMkLst>
            <pc:docMk/>
            <pc:sldMk cId="3517795346" sldId="317"/>
            <ac:spMk id="10" creationId="{9AF37158-6C9B-4C74-AD8C-63B72A4D7FC8}"/>
          </ac:spMkLst>
        </pc:spChg>
      </pc:sldChg>
    </pc:docChg>
  </pc:docChgLst>
  <pc:docChgLst>
    <pc:chgData name="Ella Vetter" userId="c6918cf5-f6c0-43cc-8499-a1f635017de9" providerId="ADAL" clId="{92392353-EED1-43F1-8536-AABCCFA93E75}"/>
    <pc:docChg chg="undo custSel addSld delSld modSld sldOrd">
      <pc:chgData name="Ella Vetter" userId="c6918cf5-f6c0-43cc-8499-a1f635017de9" providerId="ADAL" clId="{92392353-EED1-43F1-8536-AABCCFA93E75}" dt="2020-08-19T20:38:43.631" v="3005" actId="1038"/>
      <pc:docMkLst>
        <pc:docMk/>
      </pc:docMkLst>
      <pc:sldChg chg="modSp add del mod">
        <pc:chgData name="Ella Vetter" userId="c6918cf5-f6c0-43cc-8499-a1f635017de9" providerId="ADAL" clId="{92392353-EED1-43F1-8536-AABCCFA93E75}" dt="2020-08-17T20:05:32.273" v="25" actId="47"/>
        <pc:sldMkLst>
          <pc:docMk/>
          <pc:sldMk cId="4108423597" sldId="256"/>
        </pc:sldMkLst>
        <pc:spChg chg="mod">
          <ac:chgData name="Ella Vetter" userId="c6918cf5-f6c0-43cc-8499-a1f635017de9" providerId="ADAL" clId="{92392353-EED1-43F1-8536-AABCCFA93E75}" dt="2020-08-17T20:05:26.126" v="15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modSp add del mod modNotesTx">
        <pc:chgData name="Ella Vetter" userId="c6918cf5-f6c0-43cc-8499-a1f635017de9" providerId="ADAL" clId="{92392353-EED1-43F1-8536-AABCCFA93E75}" dt="2020-08-18T19:03:24.015" v="2873" actId="20577"/>
        <pc:sldMkLst>
          <pc:docMk/>
          <pc:sldMk cId="1993397138" sldId="286"/>
        </pc:sldMkLst>
        <pc:spChg chg="mod">
          <ac:chgData name="Ella Vetter" userId="c6918cf5-f6c0-43cc-8499-a1f635017de9" providerId="ADAL" clId="{92392353-EED1-43F1-8536-AABCCFA93E75}" dt="2020-08-18T19:03:24.015" v="2873" actId="20577"/>
          <ac:spMkLst>
            <pc:docMk/>
            <pc:sldMk cId="1993397138" sldId="286"/>
            <ac:spMk id="3" creationId="{37B56F8A-6BEF-459C-AFA4-6D790D24F1CB}"/>
          </ac:spMkLst>
        </pc:spChg>
      </pc:sldChg>
      <pc:sldChg chg="del">
        <pc:chgData name="Ella Vetter" userId="c6918cf5-f6c0-43cc-8499-a1f635017de9" providerId="ADAL" clId="{92392353-EED1-43F1-8536-AABCCFA93E75}" dt="2020-08-17T20:05:30.089" v="17" actId="47"/>
        <pc:sldMkLst>
          <pc:docMk/>
          <pc:sldMk cId="1119100617" sldId="287"/>
        </pc:sldMkLst>
      </pc:sldChg>
      <pc:sldChg chg="delSp modSp add del mod">
        <pc:chgData name="Ella Vetter" userId="c6918cf5-f6c0-43cc-8499-a1f635017de9" providerId="ADAL" clId="{92392353-EED1-43F1-8536-AABCCFA93E75}" dt="2020-08-18T17:53:45.138" v="1426" actId="478"/>
        <pc:sldMkLst>
          <pc:docMk/>
          <pc:sldMk cId="185546831" sldId="288"/>
        </pc:sldMkLst>
        <pc:spChg chg="mod">
          <ac:chgData name="Ella Vetter" userId="c6918cf5-f6c0-43cc-8499-a1f635017de9" providerId="ADAL" clId="{92392353-EED1-43F1-8536-AABCCFA93E75}" dt="2020-08-17T20:52:02.090" v="1196" actId="108"/>
          <ac:spMkLst>
            <pc:docMk/>
            <pc:sldMk cId="185546831" sldId="288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7:53:45.138" v="1426" actId="478"/>
          <ac:spMkLst>
            <pc:docMk/>
            <pc:sldMk cId="185546831" sldId="288"/>
            <ac:spMk id="3" creationId="{EEF38455-45AA-47D0-8328-2077E428FA3B}"/>
          </ac:spMkLst>
        </pc:spChg>
      </pc:sldChg>
      <pc:sldChg chg="del">
        <pc:chgData name="Ella Vetter" userId="c6918cf5-f6c0-43cc-8499-a1f635017de9" providerId="ADAL" clId="{92392353-EED1-43F1-8536-AABCCFA93E75}" dt="2020-08-17T20:05:30.575" v="18" actId="47"/>
        <pc:sldMkLst>
          <pc:docMk/>
          <pc:sldMk cId="103818715" sldId="289"/>
        </pc:sldMkLst>
      </pc:sldChg>
      <pc:sldChg chg="add del">
        <pc:chgData name="Ella Vetter" userId="c6918cf5-f6c0-43cc-8499-a1f635017de9" providerId="ADAL" clId="{92392353-EED1-43F1-8536-AABCCFA93E75}" dt="2020-08-17T20:05:45.607" v="38" actId="47"/>
        <pc:sldMkLst>
          <pc:docMk/>
          <pc:sldMk cId="872510863" sldId="289"/>
        </pc:sldMkLst>
      </pc:sldChg>
      <pc:sldChg chg="delSp modSp add mod">
        <pc:chgData name="Ella Vetter" userId="c6918cf5-f6c0-43cc-8499-a1f635017de9" providerId="ADAL" clId="{92392353-EED1-43F1-8536-AABCCFA93E75}" dt="2020-08-18T18:45:28.047" v="2511" actId="478"/>
        <pc:sldMkLst>
          <pc:docMk/>
          <pc:sldMk cId="3833047504" sldId="289"/>
        </pc:sldMkLst>
        <pc:spChg chg="mod">
          <ac:chgData name="Ella Vetter" userId="c6918cf5-f6c0-43cc-8499-a1f635017de9" providerId="ADAL" clId="{92392353-EED1-43F1-8536-AABCCFA93E75}" dt="2020-08-17T20:52:21.547" v="1208" actId="20577"/>
          <ac:spMkLst>
            <pc:docMk/>
            <pc:sldMk cId="3833047504" sldId="289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8:45:28.047" v="2511" actId="478"/>
          <ac:spMkLst>
            <pc:docMk/>
            <pc:sldMk cId="3833047504" sldId="289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46.006" v="39" actId="47"/>
        <pc:sldMkLst>
          <pc:docMk/>
          <pc:sldMk cId="362456070" sldId="290"/>
        </pc:sldMkLst>
      </pc:sldChg>
      <pc:sldChg chg="delSp modSp add mod ord">
        <pc:chgData name="Ella Vetter" userId="c6918cf5-f6c0-43cc-8499-a1f635017de9" providerId="ADAL" clId="{92392353-EED1-43F1-8536-AABCCFA93E75}" dt="2020-08-18T19:03:32.837" v="2874" actId="478"/>
        <pc:sldMkLst>
          <pc:docMk/>
          <pc:sldMk cId="455073494" sldId="290"/>
        </pc:sldMkLst>
        <pc:spChg chg="mod">
          <ac:chgData name="Ella Vetter" userId="c6918cf5-f6c0-43cc-8499-a1f635017de9" providerId="ADAL" clId="{92392353-EED1-43F1-8536-AABCCFA93E75}" dt="2020-08-18T17:48:01.355" v="1318"/>
          <ac:spMkLst>
            <pc:docMk/>
            <pc:sldMk cId="455073494" sldId="290"/>
            <ac:spMk id="2" creationId="{BD0A18F3-9F12-464B-BC50-F741E79EDDDA}"/>
          </ac:spMkLst>
        </pc:spChg>
        <pc:spChg chg="del">
          <ac:chgData name="Ella Vetter" userId="c6918cf5-f6c0-43cc-8499-a1f635017de9" providerId="ADAL" clId="{92392353-EED1-43F1-8536-AABCCFA93E75}" dt="2020-08-18T19:03:32.837" v="2874" actId="478"/>
          <ac:spMkLst>
            <pc:docMk/>
            <pc:sldMk cId="455073494" sldId="290"/>
            <ac:spMk id="3" creationId="{EEF38455-45AA-47D0-8328-2077E428FA3B}"/>
          </ac:spMkLst>
        </pc:spChg>
      </pc:sldChg>
      <pc:sldChg chg="add del">
        <pc:chgData name="Ella Vetter" userId="c6918cf5-f6c0-43cc-8499-a1f635017de9" providerId="ADAL" clId="{92392353-EED1-43F1-8536-AABCCFA93E75}" dt="2020-08-17T20:05:37.701" v="31" actId="47"/>
        <pc:sldMkLst>
          <pc:docMk/>
          <pc:sldMk cId="871549301" sldId="290"/>
        </pc:sldMkLst>
      </pc:sldChg>
      <pc:sldChg chg="add del">
        <pc:chgData name="Ella Vetter" userId="c6918cf5-f6c0-43cc-8499-a1f635017de9" providerId="ADAL" clId="{92392353-EED1-43F1-8536-AABCCFA93E75}" dt="2020-08-17T20:05:38.173" v="32" actId="47"/>
        <pc:sldMkLst>
          <pc:docMk/>
          <pc:sldMk cId="2770565150" sldId="291"/>
        </pc:sldMkLst>
      </pc:sldChg>
      <pc:sldChg chg="new del">
        <pc:chgData name="Ella Vetter" userId="c6918cf5-f6c0-43cc-8499-a1f635017de9" providerId="ADAL" clId="{92392353-EED1-43F1-8536-AABCCFA93E75}" dt="2020-08-18T17:48:48.135" v="1365" actId="47"/>
        <pc:sldMkLst>
          <pc:docMk/>
          <pc:sldMk cId="4250103720" sldId="291"/>
        </pc:sldMkLst>
      </pc:sldChg>
      <pc:sldChg chg="del">
        <pc:chgData name="Ella Vetter" userId="c6918cf5-f6c0-43cc-8499-a1f635017de9" providerId="ADAL" clId="{92392353-EED1-43F1-8536-AABCCFA93E75}" dt="2020-08-17T20:05:29.322" v="16" actId="47"/>
        <pc:sldMkLst>
          <pc:docMk/>
          <pc:sldMk cId="2581183036" sldId="292"/>
        </pc:sldMkLst>
      </pc:sldChg>
      <pc:sldChg chg="add del">
        <pc:chgData name="Ella Vetter" userId="c6918cf5-f6c0-43cc-8499-a1f635017de9" providerId="ADAL" clId="{92392353-EED1-43F1-8536-AABCCFA93E75}" dt="2020-08-17T20:05:38.664" v="33" actId="47"/>
        <pc:sldMkLst>
          <pc:docMk/>
          <pc:sldMk cId="363628062" sldId="293"/>
        </pc:sldMkLst>
      </pc:sldChg>
      <pc:sldChg chg="modSp add mod">
        <pc:chgData name="Ella Vetter" userId="c6918cf5-f6c0-43cc-8499-a1f635017de9" providerId="ADAL" clId="{92392353-EED1-43F1-8536-AABCCFA93E75}" dt="2020-08-18T19:03:43.695" v="2877" actId="20577"/>
        <pc:sldMkLst>
          <pc:docMk/>
          <pc:sldMk cId="3024852514" sldId="306"/>
        </pc:sldMkLst>
        <pc:spChg chg="mod">
          <ac:chgData name="Ella Vetter" userId="c6918cf5-f6c0-43cc-8499-a1f635017de9" providerId="ADAL" clId="{92392353-EED1-43F1-8536-AABCCFA93E75}" dt="2020-08-18T17:48:59.582" v="1366" actId="13926"/>
          <ac:spMkLst>
            <pc:docMk/>
            <pc:sldMk cId="3024852514" sldId="306"/>
            <ac:spMk id="2" creationId="{67990642-98C9-4E05-8DEA-8CB111834A2B}"/>
          </ac:spMkLst>
        </pc:spChg>
        <pc:spChg chg="mod">
          <ac:chgData name="Ella Vetter" userId="c6918cf5-f6c0-43cc-8499-a1f635017de9" providerId="ADAL" clId="{92392353-EED1-43F1-8536-AABCCFA93E75}" dt="2020-08-18T19:03:43.695" v="2877" actId="20577"/>
          <ac:spMkLst>
            <pc:docMk/>
            <pc:sldMk cId="3024852514" sldId="306"/>
            <ac:spMk id="4" creationId="{EB1BD3C0-FF3E-4E6D-9033-B223EF53FA24}"/>
          </ac:spMkLst>
        </pc:spChg>
      </pc:sldChg>
      <pc:sldChg chg="addSp delSp modSp add mod ord">
        <pc:chgData name="Ella Vetter" userId="c6918cf5-f6c0-43cc-8499-a1f635017de9" providerId="ADAL" clId="{92392353-EED1-43F1-8536-AABCCFA93E75}" dt="2020-08-18T17:56:10.998" v="1519" actId="1037"/>
        <pc:sldMkLst>
          <pc:docMk/>
          <pc:sldMk cId="1934543794" sldId="307"/>
        </pc:sldMkLst>
        <pc:spChg chg="mod">
          <ac:chgData name="Ella Vetter" userId="c6918cf5-f6c0-43cc-8499-a1f635017de9" providerId="ADAL" clId="{92392353-EED1-43F1-8536-AABCCFA93E75}" dt="2020-08-18T17:51:44.397" v="1391" actId="113"/>
          <ac:spMkLst>
            <pc:docMk/>
            <pc:sldMk cId="1934543794" sldId="307"/>
            <ac:spMk id="2" creationId="{67990642-98C9-4E05-8DEA-8CB111834A2B}"/>
          </ac:spMkLst>
        </pc:spChg>
        <pc:spChg chg="del">
          <ac:chgData name="Ella Vetter" userId="c6918cf5-f6c0-43cc-8499-a1f635017de9" providerId="ADAL" clId="{92392353-EED1-43F1-8536-AABCCFA93E75}" dt="2020-08-18T17:51:45.921" v="1392" actId="478"/>
          <ac:spMkLst>
            <pc:docMk/>
            <pc:sldMk cId="1934543794" sldId="307"/>
            <ac:spMk id="4" creationId="{EB1BD3C0-FF3E-4E6D-9033-B223EF53FA24}"/>
          </ac:spMkLst>
        </pc:spChg>
        <pc:spChg chg="add del mod">
          <ac:chgData name="Ella Vetter" userId="c6918cf5-f6c0-43cc-8499-a1f635017de9" providerId="ADAL" clId="{92392353-EED1-43F1-8536-AABCCFA93E75}" dt="2020-08-18T17:51:47.205" v="1393" actId="478"/>
          <ac:spMkLst>
            <pc:docMk/>
            <pc:sldMk cId="1934543794" sldId="307"/>
            <ac:spMk id="5" creationId="{9B6137B2-E076-4A85-90E4-5B941999EB1D}"/>
          </ac:spMkLst>
        </pc:spChg>
        <pc:spChg chg="add mod">
          <ac:chgData name="Ella Vetter" userId="c6918cf5-f6c0-43cc-8499-a1f635017de9" providerId="ADAL" clId="{92392353-EED1-43F1-8536-AABCCFA93E75}" dt="2020-08-18T17:55:57.840" v="1511" actId="20577"/>
          <ac:spMkLst>
            <pc:docMk/>
            <pc:sldMk cId="1934543794" sldId="307"/>
            <ac:spMk id="8" creationId="{92E67459-6C18-4BD1-8104-145AB4A8FC43}"/>
          </ac:spMkLst>
        </pc:spChg>
        <pc:picChg chg="add mod">
          <ac:chgData name="Ella Vetter" userId="c6918cf5-f6c0-43cc-8499-a1f635017de9" providerId="ADAL" clId="{92392353-EED1-43F1-8536-AABCCFA93E75}" dt="2020-08-18T17:56:10.998" v="1519" actId="1037"/>
          <ac:picMkLst>
            <pc:docMk/>
            <pc:sldMk cId="1934543794" sldId="307"/>
            <ac:picMk id="7" creationId="{DFD03059-2B43-47AE-9AFD-57C17E43A87D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01:28.719" v="1637" actId="11"/>
        <pc:sldMkLst>
          <pc:docMk/>
          <pc:sldMk cId="1172688657" sldId="308"/>
        </pc:sldMkLst>
        <pc:spChg chg="del">
          <ac:chgData name="Ella Vetter" userId="c6918cf5-f6c0-43cc-8499-a1f635017de9" providerId="ADAL" clId="{92392353-EED1-43F1-8536-AABCCFA93E75}" dt="2020-08-18T17:59:07.332" v="1525" actId="478"/>
          <ac:spMkLst>
            <pc:docMk/>
            <pc:sldMk cId="1172688657" sldId="308"/>
            <ac:spMk id="2" creationId="{EA8F2687-F2F5-4F55-879D-EC7812FC3E9E}"/>
          </ac:spMkLst>
        </pc:spChg>
        <pc:spChg chg="del">
          <ac:chgData name="Ella Vetter" userId="c6918cf5-f6c0-43cc-8499-a1f635017de9" providerId="ADAL" clId="{92392353-EED1-43F1-8536-AABCCFA93E75}" dt="2020-08-18T17:58:57.096" v="1522" actId="478"/>
          <ac:spMkLst>
            <pc:docMk/>
            <pc:sldMk cId="1172688657" sldId="308"/>
            <ac:spMk id="3" creationId="{04B1798E-6822-4DE5-8D68-9A65199850D8}"/>
          </ac:spMkLst>
        </pc:spChg>
        <pc:spChg chg="add mod">
          <ac:chgData name="Ella Vetter" userId="c6918cf5-f6c0-43cc-8499-a1f635017de9" providerId="ADAL" clId="{92392353-EED1-43F1-8536-AABCCFA93E75}" dt="2020-08-18T17:59:07.853" v="1526"/>
          <ac:spMkLst>
            <pc:docMk/>
            <pc:sldMk cId="1172688657" sldId="308"/>
            <ac:spMk id="6" creationId="{CA491AE6-8732-4272-A30A-3874BEF1770B}"/>
          </ac:spMkLst>
        </pc:spChg>
        <pc:spChg chg="add mod">
          <ac:chgData name="Ella Vetter" userId="c6918cf5-f6c0-43cc-8499-a1f635017de9" providerId="ADAL" clId="{92392353-EED1-43F1-8536-AABCCFA93E75}" dt="2020-08-18T18:01:28.719" v="1637" actId="11"/>
          <ac:spMkLst>
            <pc:docMk/>
            <pc:sldMk cId="1172688657" sldId="308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7:59:01.547" v="1524" actId="1076"/>
          <ac:picMkLst>
            <pc:docMk/>
            <pc:sldMk cId="1172688657" sldId="308"/>
            <ac:picMk id="5" creationId="{37F2AC17-5DA7-4794-910C-82B017AC5E68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7:28.569" v="2984" actId="1035"/>
        <pc:sldMkLst>
          <pc:docMk/>
          <pc:sldMk cId="1733414533" sldId="309"/>
        </pc:sldMkLst>
        <pc:spChg chg="mod">
          <ac:chgData name="Ella Vetter" userId="c6918cf5-f6c0-43cc-8499-a1f635017de9" providerId="ADAL" clId="{92392353-EED1-43F1-8536-AABCCFA93E75}" dt="2020-08-19T20:37:28.569" v="2984" actId="1035"/>
          <ac:spMkLst>
            <pc:docMk/>
            <pc:sldMk cId="1733414533" sldId="309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9T20:36:32.306" v="2978" actId="1035"/>
          <ac:picMkLst>
            <pc:docMk/>
            <pc:sldMk cId="1733414533" sldId="309"/>
            <ac:picMk id="3" creationId="{20BE8656-A820-4FE6-B9BB-84EAB2F3A7A9}"/>
          </ac:picMkLst>
        </pc:picChg>
        <pc:picChg chg="del">
          <ac:chgData name="Ella Vetter" userId="c6918cf5-f6c0-43cc-8499-a1f635017de9" providerId="ADAL" clId="{92392353-EED1-43F1-8536-AABCCFA93E75}" dt="2020-08-18T18:01:46.123" v="1640" actId="478"/>
          <ac:picMkLst>
            <pc:docMk/>
            <pc:sldMk cId="1733414533" sldId="309"/>
            <ac:picMk id="5" creationId="{37F2AC17-5DA7-4794-910C-82B017AC5E68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8:45:35.885" v="2512" actId="11"/>
        <pc:sldMkLst>
          <pc:docMk/>
          <pc:sldMk cId="1485438195" sldId="310"/>
        </pc:sldMkLst>
        <pc:spChg chg="mod">
          <ac:chgData name="Ella Vetter" userId="c6918cf5-f6c0-43cc-8499-a1f635017de9" providerId="ADAL" clId="{92392353-EED1-43F1-8536-AABCCFA93E75}" dt="2020-08-18T18:06:38.260" v="1783" actId="20577"/>
          <ac:spMkLst>
            <pc:docMk/>
            <pc:sldMk cId="1485438195" sldId="310"/>
            <ac:spMk id="6" creationId="{CA491AE6-8732-4272-A30A-3874BEF1770B}"/>
          </ac:spMkLst>
        </pc:spChg>
        <pc:spChg chg="mod">
          <ac:chgData name="Ella Vetter" userId="c6918cf5-f6c0-43cc-8499-a1f635017de9" providerId="ADAL" clId="{92392353-EED1-43F1-8536-AABCCFA93E75}" dt="2020-08-18T18:45:35.885" v="2512" actId="11"/>
          <ac:spMkLst>
            <pc:docMk/>
            <pc:sldMk cId="1485438195" sldId="310"/>
            <ac:spMk id="8" creationId="{A6355D29-7354-415B-B2D7-C9997E6E9931}"/>
          </ac:spMkLst>
        </pc:spChg>
        <pc:picChg chg="del">
          <ac:chgData name="Ella Vetter" userId="c6918cf5-f6c0-43cc-8499-a1f635017de9" providerId="ADAL" clId="{92392353-EED1-43F1-8536-AABCCFA93E75}" dt="2020-08-18T18:04:49.613" v="1688" actId="478"/>
          <ac:picMkLst>
            <pc:docMk/>
            <pc:sldMk cId="1485438195" sldId="310"/>
            <ac:picMk id="3" creationId="{20BE8656-A820-4FE6-B9BB-84EAB2F3A7A9}"/>
          </ac:picMkLst>
        </pc:picChg>
        <pc:picChg chg="add del mod">
          <ac:chgData name="Ella Vetter" userId="c6918cf5-f6c0-43cc-8499-a1f635017de9" providerId="ADAL" clId="{92392353-EED1-43F1-8536-AABCCFA93E75}" dt="2020-08-18T18:08:14.077" v="1831" actId="478"/>
          <ac:picMkLst>
            <pc:docMk/>
            <pc:sldMk cId="1485438195" sldId="310"/>
            <ac:picMk id="4" creationId="{0AE42319-55F3-42D5-A8D4-938F553BEEDB}"/>
          </ac:picMkLst>
        </pc:picChg>
        <pc:picChg chg="add del mod">
          <ac:chgData name="Ella Vetter" userId="c6918cf5-f6c0-43cc-8499-a1f635017de9" providerId="ADAL" clId="{92392353-EED1-43F1-8536-AABCCFA93E75}" dt="2020-08-18T18:41:17.464" v="2401" actId="478"/>
          <ac:picMkLst>
            <pc:docMk/>
            <pc:sldMk cId="1485438195" sldId="310"/>
            <ac:picMk id="7" creationId="{B4E1E038-7B97-400F-A0D5-8573FC8279D1}"/>
          </ac:picMkLst>
        </pc:picChg>
        <pc:picChg chg="add mod">
          <ac:chgData name="Ella Vetter" userId="c6918cf5-f6c0-43cc-8499-a1f635017de9" providerId="ADAL" clId="{92392353-EED1-43F1-8536-AABCCFA93E75}" dt="2020-08-18T18:41:57.494" v="2450" actId="1076"/>
          <ac:picMkLst>
            <pc:docMk/>
            <pc:sldMk cId="1485438195" sldId="310"/>
            <ac:picMk id="10" creationId="{43B1F1B5-604B-4B48-97B0-B370677BF09B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45:56.234" v="2514" actId="11"/>
        <pc:sldMkLst>
          <pc:docMk/>
          <pc:sldMk cId="3894083741" sldId="311"/>
        </pc:sldMkLst>
        <pc:spChg chg="mod">
          <ac:chgData name="Ella Vetter" userId="c6918cf5-f6c0-43cc-8499-a1f635017de9" providerId="ADAL" clId="{92392353-EED1-43F1-8536-AABCCFA93E75}" dt="2020-08-18T18:45:56.234" v="2514" actId="11"/>
          <ac:spMkLst>
            <pc:docMk/>
            <pc:sldMk cId="3894083741" sldId="311"/>
            <ac:spMk id="8" creationId="{A6355D29-7354-415B-B2D7-C9997E6E9931}"/>
          </ac:spMkLst>
        </pc:spChg>
        <pc:grpChg chg="add mod">
          <ac:chgData name="Ella Vetter" userId="c6918cf5-f6c0-43cc-8499-a1f635017de9" providerId="ADAL" clId="{92392353-EED1-43F1-8536-AABCCFA93E75}" dt="2020-08-18T18:14:13.157" v="1896" actId="14100"/>
          <ac:grpSpMkLst>
            <pc:docMk/>
            <pc:sldMk cId="3894083741" sldId="311"/>
            <ac:grpSpMk id="11" creationId="{0BFBDF97-E4E9-4E8F-803D-0402BEC02712}"/>
          </ac:grpSpMkLst>
        </pc:grpChg>
        <pc:picChg chg="add del">
          <ac:chgData name="Ella Vetter" userId="c6918cf5-f6c0-43cc-8499-a1f635017de9" providerId="ADAL" clId="{92392353-EED1-43F1-8536-AABCCFA93E75}" dt="2020-08-18T18:13:33.075" v="1873" actId="22"/>
          <ac:picMkLst>
            <pc:docMk/>
            <pc:sldMk cId="3894083741" sldId="311"/>
            <ac:picMk id="3" creationId="{79EE15F6-0005-44CB-9898-908F7F635E38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5" creationId="{F5AD04B4-F6FF-4C93-A9F9-DAD39623522B}"/>
          </ac:picMkLst>
        </pc:picChg>
        <pc:picChg chg="del">
          <ac:chgData name="Ella Vetter" userId="c6918cf5-f6c0-43cc-8499-a1f635017de9" providerId="ADAL" clId="{92392353-EED1-43F1-8536-AABCCFA93E75}" dt="2020-08-18T18:12:22.183" v="1870" actId="478"/>
          <ac:picMkLst>
            <pc:docMk/>
            <pc:sldMk cId="3894083741" sldId="311"/>
            <ac:picMk id="7" creationId="{B4E1E038-7B97-400F-A0D5-8573FC8279D1}"/>
          </ac:picMkLst>
        </pc:picChg>
        <pc:picChg chg="add mod modCrop">
          <ac:chgData name="Ella Vetter" userId="c6918cf5-f6c0-43cc-8499-a1f635017de9" providerId="ADAL" clId="{92392353-EED1-43F1-8536-AABCCFA93E75}" dt="2020-08-18T18:14:02.598" v="1893" actId="164"/>
          <ac:picMkLst>
            <pc:docMk/>
            <pc:sldMk cId="3894083741" sldId="311"/>
            <ac:picMk id="10" creationId="{1E604F17-C03F-4E50-A0C0-9C02E8F95DC6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9:08:21.585" v="2938" actId="1582"/>
        <pc:sldMkLst>
          <pc:docMk/>
          <pc:sldMk cId="2671936823" sldId="312"/>
        </pc:sldMkLst>
        <pc:spChg chg="add mod">
          <ac:chgData name="Ella Vetter" userId="c6918cf5-f6c0-43cc-8499-a1f635017de9" providerId="ADAL" clId="{92392353-EED1-43F1-8536-AABCCFA93E75}" dt="2020-08-18T19:08:21.585" v="2938" actId="1582"/>
          <ac:spMkLst>
            <pc:docMk/>
            <pc:sldMk cId="2671936823" sldId="312"/>
            <ac:spMk id="2" creationId="{37D8896B-7F2A-4B14-9618-57088EB4D089}"/>
          </ac:spMkLst>
        </pc:spChg>
        <pc:spChg chg="mod">
          <ac:chgData name="Ella Vetter" userId="c6918cf5-f6c0-43cc-8499-a1f635017de9" providerId="ADAL" clId="{92392353-EED1-43F1-8536-AABCCFA93E75}" dt="2020-08-18T19:08:00.502" v="2932" actId="14100"/>
          <ac:spMkLst>
            <pc:docMk/>
            <pc:sldMk cId="2671936823" sldId="312"/>
            <ac:spMk id="8" creationId="{A6355D29-7354-415B-B2D7-C9997E6E9931}"/>
          </ac:spMkLst>
        </pc:spChg>
        <pc:grpChg chg="del">
          <ac:chgData name="Ella Vetter" userId="c6918cf5-f6c0-43cc-8499-a1f635017de9" providerId="ADAL" clId="{92392353-EED1-43F1-8536-AABCCFA93E75}" dt="2020-08-18T18:14:44.694" v="1999" actId="478"/>
          <ac:grpSpMkLst>
            <pc:docMk/>
            <pc:sldMk cId="2671936823" sldId="312"/>
            <ac:grpSpMk id="11" creationId="{0BFBDF97-E4E9-4E8F-803D-0402BEC02712}"/>
          </ac:grpSpMkLst>
        </pc:grpChg>
        <pc:picChg chg="add del mod">
          <ac:chgData name="Ella Vetter" userId="c6918cf5-f6c0-43cc-8499-a1f635017de9" providerId="ADAL" clId="{92392353-EED1-43F1-8536-AABCCFA93E75}" dt="2020-08-18T18:22:03.038" v="2101" actId="478"/>
          <ac:picMkLst>
            <pc:docMk/>
            <pc:sldMk cId="2671936823" sldId="312"/>
            <ac:picMk id="3" creationId="{5342DAB7-B4D2-4095-B390-280BE86C48AF}"/>
          </ac:picMkLst>
        </pc:picChg>
        <pc:picChg chg="add mod">
          <ac:chgData name="Ella Vetter" userId="c6918cf5-f6c0-43cc-8499-a1f635017de9" providerId="ADAL" clId="{92392353-EED1-43F1-8536-AABCCFA93E75}" dt="2020-08-18T19:08:04.304" v="2934" actId="14100"/>
          <ac:picMkLst>
            <pc:docMk/>
            <pc:sldMk cId="2671936823" sldId="312"/>
            <ac:picMk id="7" creationId="{7D39384F-70E7-48DC-B790-24E817AC5170}"/>
          </ac:picMkLst>
        </pc:picChg>
      </pc:sldChg>
      <pc:sldChg chg="addSp delSp modSp add mod">
        <pc:chgData name="Ella Vetter" userId="c6918cf5-f6c0-43cc-8499-a1f635017de9" providerId="ADAL" clId="{92392353-EED1-43F1-8536-AABCCFA93E75}" dt="2020-08-18T18:51:59.521" v="2674" actId="20577"/>
        <pc:sldMkLst>
          <pc:docMk/>
          <pc:sldMk cId="4207432350" sldId="313"/>
        </pc:sldMkLst>
        <pc:spChg chg="add mod">
          <ac:chgData name="Ella Vetter" userId="c6918cf5-f6c0-43cc-8499-a1f635017de9" providerId="ADAL" clId="{92392353-EED1-43F1-8536-AABCCFA93E75}" dt="2020-08-18T18:51:59.521" v="2674" actId="20577"/>
          <ac:spMkLst>
            <pc:docMk/>
            <pc:sldMk cId="4207432350" sldId="313"/>
            <ac:spMk id="5" creationId="{6C5FE9C9-DE55-4905-A115-9BC7C9FE06AF}"/>
          </ac:spMkLst>
        </pc:spChg>
        <pc:spChg chg="del mod">
          <ac:chgData name="Ella Vetter" userId="c6918cf5-f6c0-43cc-8499-a1f635017de9" providerId="ADAL" clId="{92392353-EED1-43F1-8536-AABCCFA93E75}" dt="2020-08-18T18:26:30.922" v="2109" actId="478"/>
          <ac:spMkLst>
            <pc:docMk/>
            <pc:sldMk cId="4207432350" sldId="313"/>
            <ac:spMk id="8" creationId="{A6355D29-7354-415B-B2D7-C9997E6E9931}"/>
          </ac:spMkLst>
        </pc:spChg>
        <pc:picChg chg="add del mod">
          <ac:chgData name="Ella Vetter" userId="c6918cf5-f6c0-43cc-8499-a1f635017de9" providerId="ADAL" clId="{92392353-EED1-43F1-8536-AABCCFA93E75}" dt="2020-08-18T18:50:01.597" v="2585" actId="21"/>
          <ac:picMkLst>
            <pc:docMk/>
            <pc:sldMk cId="4207432350" sldId="313"/>
            <ac:picMk id="3" creationId="{A4A58BD4-91B1-4059-9A5D-23503F2564E0}"/>
          </ac:picMkLst>
        </pc:picChg>
        <pc:picChg chg="add mod">
          <ac:chgData name="Ella Vetter" userId="c6918cf5-f6c0-43cc-8499-a1f635017de9" providerId="ADAL" clId="{92392353-EED1-43F1-8536-AABCCFA93E75}" dt="2020-08-18T18:51:41.330" v="2649" actId="1035"/>
          <ac:picMkLst>
            <pc:docMk/>
            <pc:sldMk cId="4207432350" sldId="313"/>
            <ac:picMk id="4" creationId="{9DAF586A-1AEB-4437-B060-3074FD966C3E}"/>
          </ac:picMkLst>
        </pc:picChg>
        <pc:picChg chg="del">
          <ac:chgData name="Ella Vetter" userId="c6918cf5-f6c0-43cc-8499-a1f635017de9" providerId="ADAL" clId="{92392353-EED1-43F1-8536-AABCCFA93E75}" dt="2020-08-18T18:22:13.384" v="2107" actId="478"/>
          <ac:picMkLst>
            <pc:docMk/>
            <pc:sldMk cId="4207432350" sldId="313"/>
            <ac:picMk id="7" creationId="{7D39384F-70E7-48DC-B790-24E817AC5170}"/>
          </ac:picMkLst>
        </pc:picChg>
      </pc:sldChg>
      <pc:sldChg chg="addSp delSp modSp new mod">
        <pc:chgData name="Ella Vetter" userId="c6918cf5-f6c0-43cc-8499-a1f635017de9" providerId="ADAL" clId="{92392353-EED1-43F1-8536-AABCCFA93E75}" dt="2020-08-18T18:44:43.458" v="2501" actId="1035"/>
        <pc:sldMkLst>
          <pc:docMk/>
          <pc:sldMk cId="2641429719" sldId="314"/>
        </pc:sldMkLst>
        <pc:spChg chg="mod">
          <ac:chgData name="Ella Vetter" userId="c6918cf5-f6c0-43cc-8499-a1f635017de9" providerId="ADAL" clId="{92392353-EED1-43F1-8536-AABCCFA93E75}" dt="2020-08-18T18:37:13.753" v="2367"/>
          <ac:spMkLst>
            <pc:docMk/>
            <pc:sldMk cId="2641429719" sldId="314"/>
            <ac:spMk id="2" creationId="{DB315D18-CCA7-4798-8D25-2EC67FB6436D}"/>
          </ac:spMkLst>
        </pc:spChg>
        <pc:spChg chg="del">
          <ac:chgData name="Ella Vetter" userId="c6918cf5-f6c0-43cc-8499-a1f635017de9" providerId="ADAL" clId="{92392353-EED1-43F1-8536-AABCCFA93E75}" dt="2020-08-18T18:37:15.690" v="2368" actId="478"/>
          <ac:spMkLst>
            <pc:docMk/>
            <pc:sldMk cId="2641429719" sldId="314"/>
            <ac:spMk id="3" creationId="{1B7664AC-F9C5-4618-B40E-981BF7DDF9D4}"/>
          </ac:spMkLst>
        </pc:spChg>
        <pc:spChg chg="add mod">
          <ac:chgData name="Ella Vetter" userId="c6918cf5-f6c0-43cc-8499-a1f635017de9" providerId="ADAL" clId="{92392353-EED1-43F1-8536-AABCCFA93E75}" dt="2020-08-18T18:44:43.458" v="2501" actId="1035"/>
          <ac:spMkLst>
            <pc:docMk/>
            <pc:sldMk cId="2641429719" sldId="314"/>
            <ac:spMk id="5" creationId="{E8F1E7E4-1F6A-4578-BE0F-EB88052B96E9}"/>
          </ac:spMkLst>
        </pc:spChg>
        <pc:picChg chg="add mod ord">
          <ac:chgData name="Ella Vetter" userId="c6918cf5-f6c0-43cc-8499-a1f635017de9" providerId="ADAL" clId="{92392353-EED1-43F1-8536-AABCCFA93E75}" dt="2020-08-18T18:44:30.364" v="2498" actId="1037"/>
          <ac:picMkLst>
            <pc:docMk/>
            <pc:sldMk cId="2641429719" sldId="314"/>
            <ac:picMk id="7" creationId="{E02E8284-DFF6-4BE0-AA39-707651399F0E}"/>
          </ac:picMkLst>
        </pc:picChg>
        <pc:picChg chg="add mod">
          <ac:chgData name="Ella Vetter" userId="c6918cf5-f6c0-43cc-8499-a1f635017de9" providerId="ADAL" clId="{92392353-EED1-43F1-8536-AABCCFA93E75}" dt="2020-08-18T18:44:19.948" v="2489" actId="1076"/>
          <ac:picMkLst>
            <pc:docMk/>
            <pc:sldMk cId="2641429719" sldId="314"/>
            <ac:picMk id="9" creationId="{B8D000C2-C307-4F6E-AD18-524F354731FF}"/>
          </ac:picMkLst>
        </pc:picChg>
      </pc:sldChg>
      <pc:sldChg chg="modSp add mod ord">
        <pc:chgData name="Ella Vetter" userId="c6918cf5-f6c0-43cc-8499-a1f635017de9" providerId="ADAL" clId="{92392353-EED1-43F1-8536-AABCCFA93E75}" dt="2020-08-18T18:45:45.626" v="2513" actId="11"/>
        <pc:sldMkLst>
          <pc:docMk/>
          <pc:sldMk cId="707049838" sldId="315"/>
        </pc:sldMkLst>
        <pc:spChg chg="mod">
          <ac:chgData name="Ella Vetter" userId="c6918cf5-f6c0-43cc-8499-a1f635017de9" providerId="ADAL" clId="{92392353-EED1-43F1-8536-AABCCFA93E75}" dt="2020-08-18T18:45:45.626" v="2513" actId="11"/>
          <ac:spMkLst>
            <pc:docMk/>
            <pc:sldMk cId="707049838" sldId="315"/>
            <ac:spMk id="8" creationId="{A6355D29-7354-415B-B2D7-C9997E6E9931}"/>
          </ac:spMkLst>
        </pc:spChg>
        <pc:picChg chg="mod">
          <ac:chgData name="Ella Vetter" userId="c6918cf5-f6c0-43cc-8499-a1f635017de9" providerId="ADAL" clId="{92392353-EED1-43F1-8536-AABCCFA93E75}" dt="2020-08-18T18:45:15.369" v="2510" actId="14100"/>
          <ac:picMkLst>
            <pc:docMk/>
            <pc:sldMk cId="707049838" sldId="315"/>
            <ac:picMk id="7" creationId="{B4E1E038-7B97-400F-A0D5-8573FC8279D1}"/>
          </ac:picMkLst>
        </pc:picChg>
      </pc:sldChg>
      <pc:sldChg chg="addSp delSp modSp add mod ord">
        <pc:chgData name="Ella Vetter" userId="c6918cf5-f6c0-43cc-8499-a1f635017de9" providerId="ADAL" clId="{92392353-EED1-43F1-8536-AABCCFA93E75}" dt="2020-08-18T19:09:12.584" v="2939" actId="11"/>
        <pc:sldMkLst>
          <pc:docMk/>
          <pc:sldMk cId="2975947291" sldId="316"/>
        </pc:sldMkLst>
        <pc:spChg chg="mod">
          <ac:chgData name="Ella Vetter" userId="c6918cf5-f6c0-43cc-8499-a1f635017de9" providerId="ADAL" clId="{92392353-EED1-43F1-8536-AABCCFA93E75}" dt="2020-08-18T19:09:12.584" v="2939" actId="11"/>
          <ac:spMkLst>
            <pc:docMk/>
            <pc:sldMk cId="2975947291" sldId="316"/>
            <ac:spMk id="8" creationId="{A6355D29-7354-415B-B2D7-C9997E6E9931}"/>
          </ac:spMkLst>
        </pc:spChg>
        <pc:picChg chg="add mod">
          <ac:chgData name="Ella Vetter" userId="c6918cf5-f6c0-43cc-8499-a1f635017de9" providerId="ADAL" clId="{92392353-EED1-43F1-8536-AABCCFA93E75}" dt="2020-08-18T19:06:35.954" v="2919" actId="1076"/>
          <ac:picMkLst>
            <pc:docMk/>
            <pc:sldMk cId="2975947291" sldId="316"/>
            <ac:picMk id="3" creationId="{B1B24DB6-3187-4967-B772-2C6E76B707FD}"/>
          </ac:picMkLst>
        </pc:picChg>
        <pc:picChg chg="del">
          <ac:chgData name="Ella Vetter" userId="c6918cf5-f6c0-43cc-8499-a1f635017de9" providerId="ADAL" clId="{92392353-EED1-43F1-8536-AABCCFA93E75}" dt="2020-08-18T18:47:10.534" v="2523" actId="478"/>
          <ac:picMkLst>
            <pc:docMk/>
            <pc:sldMk cId="2975947291" sldId="316"/>
            <ac:picMk id="7" creationId="{7D39384F-70E7-48DC-B790-24E817AC5170}"/>
          </ac:picMkLst>
        </pc:picChg>
      </pc:sldChg>
      <pc:sldChg chg="addSp delSp modSp add mod addCm delCm modCm">
        <pc:chgData name="Ella Vetter" userId="c6918cf5-f6c0-43cc-8499-a1f635017de9" providerId="ADAL" clId="{92392353-EED1-43F1-8536-AABCCFA93E75}" dt="2020-08-19T20:38:43.631" v="3005" actId="1038"/>
        <pc:sldMkLst>
          <pc:docMk/>
          <pc:sldMk cId="3517795346" sldId="317"/>
        </pc:sldMkLst>
        <pc:spChg chg="mod">
          <ac:chgData name="Ella Vetter" userId="c6918cf5-f6c0-43cc-8499-a1f635017de9" providerId="ADAL" clId="{92392353-EED1-43F1-8536-AABCCFA93E75}" dt="2020-08-19T20:38:25.847" v="2997" actId="948"/>
          <ac:spMkLst>
            <pc:docMk/>
            <pc:sldMk cId="3517795346" sldId="317"/>
            <ac:spMk id="8" creationId="{A6355D29-7354-415B-B2D7-C9997E6E9931}"/>
          </ac:spMkLst>
        </pc:spChg>
        <pc:spChg chg="add mod">
          <ac:chgData name="Ella Vetter" userId="c6918cf5-f6c0-43cc-8499-a1f635017de9" providerId="ADAL" clId="{92392353-EED1-43F1-8536-AABCCFA93E75}" dt="2020-08-18T19:02:25.148" v="2858" actId="20577"/>
          <ac:spMkLst>
            <pc:docMk/>
            <pc:sldMk cId="3517795346" sldId="317"/>
            <ac:spMk id="10" creationId="{9AF37158-6C9B-4C74-AD8C-63B72A4D7FC8}"/>
          </ac:spMkLst>
        </pc:spChg>
        <pc:picChg chg="add del">
          <ac:chgData name="Ella Vetter" userId="c6918cf5-f6c0-43cc-8499-a1f635017de9" providerId="ADAL" clId="{92392353-EED1-43F1-8536-AABCCFA93E75}" dt="2020-08-19T20:37:55.258" v="2988" actId="22"/>
          <ac:picMkLst>
            <pc:docMk/>
            <pc:sldMk cId="3517795346" sldId="317"/>
            <ac:picMk id="3" creationId="{4DB1B46E-3B99-4A45-85B4-6CC82D207548}"/>
          </ac:picMkLst>
        </pc:picChg>
        <pc:picChg chg="del">
          <ac:chgData name="Ella Vetter" userId="c6918cf5-f6c0-43cc-8499-a1f635017de9" providerId="ADAL" clId="{92392353-EED1-43F1-8536-AABCCFA93E75}" dt="2020-08-18T18:54:09.882" v="2680" actId="478"/>
          <ac:picMkLst>
            <pc:docMk/>
            <pc:sldMk cId="3517795346" sldId="317"/>
            <ac:picMk id="3" creationId="{B1B24DB6-3187-4967-B772-2C6E76B707FD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4" creationId="{707970B7-C6C9-443A-A1A3-67F34A1B913F}"/>
          </ac:picMkLst>
        </pc:picChg>
        <pc:picChg chg="add mod">
          <ac:chgData name="Ella Vetter" userId="c6918cf5-f6c0-43cc-8499-a1f635017de9" providerId="ADAL" clId="{92392353-EED1-43F1-8536-AABCCFA93E75}" dt="2020-08-19T20:38:43.631" v="3005" actId="1038"/>
          <ac:picMkLst>
            <pc:docMk/>
            <pc:sldMk cId="3517795346" sldId="317"/>
            <ac:picMk id="7" creationId="{B974B8A9-7C0C-401C-B857-F4D9ABF8E335}"/>
          </ac:picMkLst>
        </pc:picChg>
      </pc:sldChg>
    </pc:docChg>
  </pc:docChgLst>
  <pc:docChgLst>
    <pc:chgData name="Ella Vetter" userId="c6918cf5-f6c0-43cc-8499-a1f635017de9" providerId="ADAL" clId="{03D8DEAE-739D-469B-904C-2522E9DFB65E}"/>
    <pc:docChg chg="undo custSel addSld delSld modSld sldOrd">
      <pc:chgData name="Ella Vetter" userId="c6918cf5-f6c0-43cc-8499-a1f635017de9" providerId="ADAL" clId="{03D8DEAE-739D-469B-904C-2522E9DFB65E}" dt="2020-08-17T20:04:23.132" v="3635" actId="20577"/>
      <pc:docMkLst>
        <pc:docMk/>
      </pc:docMkLst>
      <pc:sldChg chg="modSp mod">
        <pc:chgData name="Ella Vetter" userId="c6918cf5-f6c0-43cc-8499-a1f635017de9" providerId="ADAL" clId="{03D8DEAE-739D-469B-904C-2522E9DFB65E}" dt="2020-08-17T19:04:15.442" v="20" actId="20577"/>
        <pc:sldMkLst>
          <pc:docMk/>
          <pc:sldMk cId="4108423597" sldId="256"/>
        </pc:sldMkLst>
        <pc:spChg chg="mod">
          <ac:chgData name="Ella Vetter" userId="c6918cf5-f6c0-43cc-8499-a1f635017de9" providerId="ADAL" clId="{03D8DEAE-739D-469B-904C-2522E9DFB65E}" dt="2020-08-17T19:04:15.442" v="20" actId="20577"/>
          <ac:spMkLst>
            <pc:docMk/>
            <pc:sldMk cId="4108423597" sldId="256"/>
            <ac:spMk id="2" creationId="{00000000-0000-0000-0000-000000000000}"/>
          </ac:spMkLst>
        </pc:spChg>
      </pc:sldChg>
      <pc:sldChg chg="del modNotesTx">
        <pc:chgData name="Ella Vetter" userId="c6918cf5-f6c0-43cc-8499-a1f635017de9" providerId="ADAL" clId="{03D8DEAE-739D-469B-904C-2522E9DFB65E}" dt="2020-08-17T19:40:11.106" v="2096" actId="47"/>
        <pc:sldMkLst>
          <pc:docMk/>
          <pc:sldMk cId="928301404" sldId="284"/>
        </pc:sldMkLst>
      </pc:sldChg>
      <pc:sldChg chg="modSp add del mod ord">
        <pc:chgData name="Ella Vetter" userId="c6918cf5-f6c0-43cc-8499-a1f635017de9" providerId="ADAL" clId="{03D8DEAE-739D-469B-904C-2522E9DFB65E}" dt="2020-08-17T20:04:10.777" v="3622" actId="47"/>
        <pc:sldMkLst>
          <pc:docMk/>
          <pc:sldMk cId="3024534450" sldId="285"/>
        </pc:sldMkLst>
        <pc:spChg chg="mod">
          <ac:chgData name="Ella Vetter" userId="c6918cf5-f6c0-43cc-8499-a1f635017de9" providerId="ADAL" clId="{03D8DEAE-739D-469B-904C-2522E9DFB65E}" dt="2020-08-17T20:03:13.902" v="3527" actId="20577"/>
          <ac:spMkLst>
            <pc:docMk/>
            <pc:sldMk cId="3024534450" sldId="285"/>
            <ac:spMk id="2" creationId="{BD0A18F3-9F12-464B-BC50-F741E79EDDDA}"/>
          </ac:spMkLst>
        </pc:spChg>
      </pc:sldChg>
      <pc:sldChg chg="modSp add mod modNotesTx">
        <pc:chgData name="Ella Vetter" userId="c6918cf5-f6c0-43cc-8499-a1f635017de9" providerId="ADAL" clId="{03D8DEAE-739D-469B-904C-2522E9DFB65E}" dt="2020-08-17T20:03:03.883" v="3507" actId="1035"/>
        <pc:sldMkLst>
          <pc:docMk/>
          <pc:sldMk cId="1993397138" sldId="286"/>
        </pc:sldMkLst>
        <pc:spChg chg="mod">
          <ac:chgData name="Ella Vetter" userId="c6918cf5-f6c0-43cc-8499-a1f635017de9" providerId="ADAL" clId="{03D8DEAE-739D-469B-904C-2522E9DFB65E}" dt="2020-08-17T20:03:03.883" v="3507" actId="1035"/>
          <ac:spMkLst>
            <pc:docMk/>
            <pc:sldMk cId="1993397138" sldId="286"/>
            <ac:spMk id="3" creationId="{37B56F8A-6BEF-459C-AFA4-6D790D24F1CB}"/>
          </ac:spMkLst>
        </pc:spChg>
      </pc:sldChg>
      <pc:sldChg chg="modSp add mod">
        <pc:chgData name="Ella Vetter" userId="c6918cf5-f6c0-43cc-8499-a1f635017de9" providerId="ADAL" clId="{03D8DEAE-739D-469B-904C-2522E9DFB65E}" dt="2020-08-17T20:03:23.808" v="3541" actId="20577"/>
        <pc:sldMkLst>
          <pc:docMk/>
          <pc:sldMk cId="1119100617" sldId="287"/>
        </pc:sldMkLst>
        <pc:spChg chg="mod">
          <ac:chgData name="Ella Vetter" userId="c6918cf5-f6c0-43cc-8499-a1f635017de9" providerId="ADAL" clId="{03D8DEAE-739D-469B-904C-2522E9DFB65E}" dt="2020-08-17T20:03:23.808" v="3541" actId="20577"/>
          <ac:spMkLst>
            <pc:docMk/>
            <pc:sldMk cId="1119100617" sldId="287"/>
            <ac:spMk id="2" creationId="{BD0A18F3-9F12-464B-BC50-F741E79EDDDA}"/>
          </ac:spMkLst>
        </pc:spChg>
      </pc:sldChg>
      <pc:sldChg chg="add">
        <pc:chgData name="Ella Vetter" userId="c6918cf5-f6c0-43cc-8499-a1f635017de9" providerId="ADAL" clId="{03D8DEAE-739D-469B-904C-2522E9DFB65E}" dt="2020-08-17T20:03:08.406" v="3508"/>
        <pc:sldMkLst>
          <pc:docMk/>
          <pc:sldMk cId="185546831" sldId="288"/>
        </pc:sldMkLst>
      </pc:sldChg>
      <pc:sldChg chg="modSp add mod">
        <pc:chgData name="Ella Vetter" userId="c6918cf5-f6c0-43cc-8499-a1f635017de9" providerId="ADAL" clId="{03D8DEAE-739D-469B-904C-2522E9DFB65E}" dt="2020-08-17T20:03:35.390" v="3576" actId="20577"/>
        <pc:sldMkLst>
          <pc:docMk/>
          <pc:sldMk cId="103818715" sldId="289"/>
        </pc:sldMkLst>
        <pc:spChg chg="mod">
          <ac:chgData name="Ella Vetter" userId="c6918cf5-f6c0-43cc-8499-a1f635017de9" providerId="ADAL" clId="{03D8DEAE-739D-469B-904C-2522E9DFB65E}" dt="2020-08-17T20:03:35.390" v="3576" actId="20577"/>
          <ac:spMkLst>
            <pc:docMk/>
            <pc:sldMk cId="103818715" sldId="289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3:48.846" v="3598" actId="20577"/>
        <pc:sldMkLst>
          <pc:docMk/>
          <pc:sldMk cId="871549301" sldId="290"/>
        </pc:sldMkLst>
        <pc:spChg chg="mod">
          <ac:chgData name="Ella Vetter" userId="c6918cf5-f6c0-43cc-8499-a1f635017de9" providerId="ADAL" clId="{03D8DEAE-739D-469B-904C-2522E9DFB65E}" dt="2020-08-17T20:03:48.846" v="3598" actId="20577"/>
          <ac:spMkLst>
            <pc:docMk/>
            <pc:sldMk cId="871549301" sldId="290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00.374" v="3620" actId="20577"/>
        <pc:sldMkLst>
          <pc:docMk/>
          <pc:sldMk cId="2770565150" sldId="291"/>
        </pc:sldMkLst>
        <pc:spChg chg="mod">
          <ac:chgData name="Ella Vetter" userId="c6918cf5-f6c0-43cc-8499-a1f635017de9" providerId="ADAL" clId="{03D8DEAE-739D-469B-904C-2522E9DFB65E}" dt="2020-08-17T20:04:00.374" v="3620" actId="20577"/>
          <ac:spMkLst>
            <pc:docMk/>
            <pc:sldMk cId="2770565150" sldId="291"/>
            <ac:spMk id="2" creationId="{BD0A18F3-9F12-464B-BC50-F741E79EDDDA}"/>
          </ac:spMkLst>
        </pc:spChg>
      </pc:sldChg>
      <pc:sldChg chg="modSp add mod">
        <pc:chgData name="Ella Vetter" userId="c6918cf5-f6c0-43cc-8499-a1f635017de9" providerId="ADAL" clId="{03D8DEAE-739D-469B-904C-2522E9DFB65E}" dt="2020-08-17T20:04:14.678" v="3625" actId="403"/>
        <pc:sldMkLst>
          <pc:docMk/>
          <pc:sldMk cId="2581183036" sldId="292"/>
        </pc:sldMkLst>
        <pc:spChg chg="mod">
          <ac:chgData name="Ella Vetter" userId="c6918cf5-f6c0-43cc-8499-a1f635017de9" providerId="ADAL" clId="{03D8DEAE-739D-469B-904C-2522E9DFB65E}" dt="2020-08-17T20:04:14.678" v="3625" actId="403"/>
          <ac:spMkLst>
            <pc:docMk/>
            <pc:sldMk cId="2581183036" sldId="292"/>
            <ac:spMk id="2" creationId="{BD0A18F3-9F12-464B-BC50-F741E79EDDDA}"/>
          </ac:spMkLst>
        </pc:spChg>
      </pc:sldChg>
      <pc:sldChg chg="modSp add mod ord">
        <pc:chgData name="Ella Vetter" userId="c6918cf5-f6c0-43cc-8499-a1f635017de9" providerId="ADAL" clId="{03D8DEAE-739D-469B-904C-2522E9DFB65E}" dt="2020-08-17T20:04:23.132" v="3635" actId="20577"/>
        <pc:sldMkLst>
          <pc:docMk/>
          <pc:sldMk cId="363628062" sldId="293"/>
        </pc:sldMkLst>
        <pc:spChg chg="mod">
          <ac:chgData name="Ella Vetter" userId="c6918cf5-f6c0-43cc-8499-a1f635017de9" providerId="ADAL" clId="{03D8DEAE-739D-469B-904C-2522E9DFB65E}" dt="2020-08-17T20:04:23.132" v="3635" actId="20577"/>
          <ac:spMkLst>
            <pc:docMk/>
            <pc:sldMk cId="363628062" sldId="293"/>
            <ac:spMk id="2" creationId="{BD0A18F3-9F12-464B-BC50-F741E79EDDDA}"/>
          </ac:spMkLst>
        </pc:spChg>
      </pc:sldChg>
    </pc:docChg>
  </pc:docChgLst>
  <pc:docChgLst>
    <pc:chgData name="Han-Li Tremblay" userId="852346c9-b2bc-4eee-843e-ad7d28b9aba1" providerId="ADAL" clId="{2E0B1CA8-B862-41C6-A286-E72890825192}"/>
    <pc:docChg chg="undo custSel modSld">
      <pc:chgData name="Han-Li Tremblay" userId="852346c9-b2bc-4eee-843e-ad7d28b9aba1" providerId="ADAL" clId="{2E0B1CA8-B862-41C6-A286-E72890825192}" dt="2020-05-14T14:46:37.556" v="90" actId="20577"/>
      <pc:docMkLst>
        <pc:docMk/>
      </pc:docMkLst>
      <pc:sldChg chg="addSp delSp modSp mod">
        <pc:chgData name="Han-Li Tremblay" userId="852346c9-b2bc-4eee-843e-ad7d28b9aba1" providerId="ADAL" clId="{2E0B1CA8-B862-41C6-A286-E72890825192}" dt="2020-05-14T14:45:58.346" v="88" actId="113"/>
        <pc:sldMkLst>
          <pc:docMk/>
          <pc:sldMk cId="2140319755" sldId="315"/>
        </pc:sldMkLst>
        <pc:spChg chg="mod">
          <ac:chgData name="Han-Li Tremblay" userId="852346c9-b2bc-4eee-843e-ad7d28b9aba1" providerId="ADAL" clId="{2E0B1CA8-B862-41C6-A286-E72890825192}" dt="2020-05-14T14:45:58.346" v="88" actId="113"/>
          <ac:spMkLst>
            <pc:docMk/>
            <pc:sldMk cId="2140319755" sldId="315"/>
            <ac:spMk id="3" creationId="{34399A5B-564D-407B-B894-488105A59A5E}"/>
          </ac:spMkLst>
        </pc:spChg>
        <pc:spChg chg="del">
          <ac:chgData name="Han-Li Tremblay" userId="852346c9-b2bc-4eee-843e-ad7d28b9aba1" providerId="ADAL" clId="{2E0B1CA8-B862-41C6-A286-E72890825192}" dt="2020-05-14T14:45:31.732" v="80" actId="478"/>
          <ac:spMkLst>
            <pc:docMk/>
            <pc:sldMk cId="2140319755" sldId="315"/>
            <ac:spMk id="14" creationId="{18BF6FC1-2CB5-4628-AC03-9E0D2FB44A1E}"/>
          </ac:spMkLst>
        </pc:spChg>
        <pc:spChg chg="add mod">
          <ac:chgData name="Han-Li Tremblay" userId="852346c9-b2bc-4eee-843e-ad7d28b9aba1" providerId="ADAL" clId="{2E0B1CA8-B862-41C6-A286-E72890825192}" dt="2020-05-14T14:45:56.491" v="87" actId="14100"/>
          <ac:spMkLst>
            <pc:docMk/>
            <pc:sldMk cId="2140319755" sldId="315"/>
            <ac:spMk id="17" creationId="{5CC25E5A-B57D-4752-861D-C9465A41E282}"/>
          </ac:spMkLst>
        </pc:spChg>
        <pc:picChg chg="add mod">
          <ac:chgData name="Han-Li Tremblay" userId="852346c9-b2bc-4eee-843e-ad7d28b9aba1" providerId="ADAL" clId="{2E0B1CA8-B862-41C6-A286-E72890825192}" dt="2020-05-14T14:45:49.167" v="84" actId="1076"/>
          <ac:picMkLst>
            <pc:docMk/>
            <pc:sldMk cId="2140319755" sldId="315"/>
            <ac:picMk id="5" creationId="{7D13D716-04AA-4C86-989C-411E72197BED}"/>
          </ac:picMkLst>
        </pc:picChg>
        <pc:picChg chg="del mod">
          <ac:chgData name="Han-Li Tremblay" userId="852346c9-b2bc-4eee-843e-ad7d28b9aba1" providerId="ADAL" clId="{2E0B1CA8-B862-41C6-A286-E72890825192}" dt="2020-05-14T14:45:32.966" v="82" actId="478"/>
          <ac:picMkLst>
            <pc:docMk/>
            <pc:sldMk cId="2140319755" sldId="315"/>
            <ac:picMk id="13" creationId="{0CAB4657-CBED-42D1-808F-E43B862737DB}"/>
          </ac:picMkLst>
        </pc:picChg>
        <pc:cxnChg chg="del mod">
          <ac:chgData name="Han-Li Tremblay" userId="852346c9-b2bc-4eee-843e-ad7d28b9aba1" providerId="ADAL" clId="{2E0B1CA8-B862-41C6-A286-E72890825192}" dt="2020-05-14T14:45:30.026" v="79" actId="478"/>
          <ac:cxnSpMkLst>
            <pc:docMk/>
            <pc:sldMk cId="2140319755" sldId="315"/>
            <ac:cxnSpMk id="15" creationId="{74AD9F0F-447A-4FAF-A247-E5ED33128D24}"/>
          </ac:cxnSpMkLst>
        </pc:cxnChg>
      </pc:sldChg>
      <pc:sldChg chg="addSp delSp modSp mod">
        <pc:chgData name="Han-Li Tremblay" userId="852346c9-b2bc-4eee-843e-ad7d28b9aba1" providerId="ADAL" clId="{2E0B1CA8-B862-41C6-A286-E72890825192}" dt="2020-05-14T14:45:09.129" v="21" actId="1076"/>
        <pc:sldMkLst>
          <pc:docMk/>
          <pc:sldMk cId="187358022" sldId="316"/>
        </pc:sldMkLst>
        <pc:spChg chg="mod">
          <ac:chgData name="Han-Li Tremblay" userId="852346c9-b2bc-4eee-843e-ad7d28b9aba1" providerId="ADAL" clId="{2E0B1CA8-B862-41C6-A286-E72890825192}" dt="2020-05-14T14:44:56.899" v="18" actId="1076"/>
          <ac:spMkLst>
            <pc:docMk/>
            <pc:sldMk cId="187358022" sldId="316"/>
            <ac:spMk id="3" creationId="{8427A7F2-67C7-46B3-9AAB-94E0870A6A76}"/>
          </ac:spMkLst>
        </pc:spChg>
        <pc:spChg chg="mod topLvl">
          <ac:chgData name="Han-Li Tremblay" userId="852346c9-b2bc-4eee-843e-ad7d28b9aba1" providerId="ADAL" clId="{2E0B1CA8-B862-41C6-A286-E72890825192}" dt="2020-05-14T14:44:43.376" v="14" actId="1076"/>
          <ac:spMkLst>
            <pc:docMk/>
            <pc:sldMk cId="187358022" sldId="316"/>
            <ac:spMk id="7" creationId="{6D9E9911-87FA-4EDB-B6E7-EB4D99C285BD}"/>
          </ac:spMkLst>
        </pc:spChg>
        <pc:spChg chg="mod topLvl">
          <ac:chgData name="Han-Li Tremblay" userId="852346c9-b2bc-4eee-843e-ad7d28b9aba1" providerId="ADAL" clId="{2E0B1CA8-B862-41C6-A286-E72890825192}" dt="2020-05-14T14:44:37.663" v="13" actId="165"/>
          <ac:spMkLst>
            <pc:docMk/>
            <pc:sldMk cId="187358022" sldId="316"/>
            <ac:spMk id="8" creationId="{DD9C9291-4085-49DC-883B-9C7BC67E4FFE}"/>
          </ac:spMkLst>
        </pc:spChg>
        <pc:spChg chg="add mod">
          <ac:chgData name="Han-Li Tremblay" userId="852346c9-b2bc-4eee-843e-ad7d28b9aba1" providerId="ADAL" clId="{2E0B1CA8-B862-41C6-A286-E72890825192}" dt="2020-05-14T14:45:09.129" v="21" actId="1076"/>
          <ac:spMkLst>
            <pc:docMk/>
            <pc:sldMk cId="187358022" sldId="316"/>
            <ac:spMk id="10" creationId="{E285F634-81EA-4757-A7C8-D0E60277D5D3}"/>
          </ac:spMkLst>
        </pc:spChg>
        <pc:grpChg chg="add del mod">
          <ac:chgData name="Han-Li Tremblay" userId="852346c9-b2bc-4eee-843e-ad7d28b9aba1" providerId="ADAL" clId="{2E0B1CA8-B862-41C6-A286-E72890825192}" dt="2020-05-14T14:44:37.663" v="13" actId="165"/>
          <ac:grpSpMkLst>
            <pc:docMk/>
            <pc:sldMk cId="187358022" sldId="316"/>
            <ac:grpSpMk id="11" creationId="{3C463478-CC73-4530-AF00-29EF861B0AB3}"/>
          </ac:grpSpMkLst>
        </pc:grpChg>
        <pc:picChg chg="mod">
          <ac:chgData name="Han-Li Tremblay" userId="852346c9-b2bc-4eee-843e-ad7d28b9aba1" providerId="ADAL" clId="{2E0B1CA8-B862-41C6-A286-E72890825192}" dt="2020-05-14T14:44:00.385" v="3" actId="1076"/>
          <ac:picMkLst>
            <pc:docMk/>
            <pc:sldMk cId="187358022" sldId="316"/>
            <ac:picMk id="4" creationId="{A9A5C039-1945-497F-9A4A-8B7EACD979D2}"/>
          </ac:picMkLst>
        </pc:picChg>
        <pc:picChg chg="mod topLvl">
          <ac:chgData name="Han-Li Tremblay" userId="852346c9-b2bc-4eee-843e-ad7d28b9aba1" providerId="ADAL" clId="{2E0B1CA8-B862-41C6-A286-E72890825192}" dt="2020-05-14T14:44:37.663" v="13" actId="165"/>
          <ac:picMkLst>
            <pc:docMk/>
            <pc:sldMk cId="187358022" sldId="316"/>
            <ac:picMk id="5" creationId="{25CACD92-79ED-4402-ADB2-6918EF4848A8}"/>
          </ac:picMkLst>
        </pc:picChg>
        <pc:picChg chg="mod topLvl modCrop">
          <ac:chgData name="Han-Li Tremblay" userId="852346c9-b2bc-4eee-843e-ad7d28b9aba1" providerId="ADAL" clId="{2E0B1CA8-B862-41C6-A286-E72890825192}" dt="2020-05-14T14:44:43.376" v="14" actId="1076"/>
          <ac:picMkLst>
            <pc:docMk/>
            <pc:sldMk cId="187358022" sldId="316"/>
            <ac:picMk id="6" creationId="{744430D0-0A87-481A-9A68-F95D628C1298}"/>
          </ac:picMkLst>
        </pc:picChg>
        <pc:picChg chg="add mod">
          <ac:chgData name="Han-Li Tremblay" userId="852346c9-b2bc-4eee-843e-ad7d28b9aba1" providerId="ADAL" clId="{2E0B1CA8-B862-41C6-A286-E72890825192}" dt="2020-05-14T14:45:09.129" v="21" actId="1076"/>
          <ac:picMkLst>
            <pc:docMk/>
            <pc:sldMk cId="187358022" sldId="316"/>
            <ac:picMk id="9" creationId="{61C6FC44-3B77-4AA0-A08F-FA0FA9E50CDC}"/>
          </ac:picMkLst>
        </pc:picChg>
      </pc:sldChg>
      <pc:sldChg chg="modSp mod">
        <pc:chgData name="Han-Li Tremblay" userId="852346c9-b2bc-4eee-843e-ad7d28b9aba1" providerId="ADAL" clId="{2E0B1CA8-B862-41C6-A286-E72890825192}" dt="2020-05-14T14:46:13.854" v="89" actId="11"/>
        <pc:sldMkLst>
          <pc:docMk/>
          <pc:sldMk cId="1918947853" sldId="317"/>
        </pc:sldMkLst>
        <pc:spChg chg="mod">
          <ac:chgData name="Han-Li Tremblay" userId="852346c9-b2bc-4eee-843e-ad7d28b9aba1" providerId="ADAL" clId="{2E0B1CA8-B862-41C6-A286-E72890825192}" dt="2020-05-14T14:46:13.854" v="89" actId="11"/>
          <ac:spMkLst>
            <pc:docMk/>
            <pc:sldMk cId="1918947853" sldId="317"/>
            <ac:spMk id="3" creationId="{6BDE973B-A277-4E32-AA4E-54274E5E6098}"/>
          </ac:spMkLst>
        </pc:spChg>
      </pc:sldChg>
      <pc:sldChg chg="modSp mod">
        <pc:chgData name="Han-Li Tremblay" userId="852346c9-b2bc-4eee-843e-ad7d28b9aba1" providerId="ADAL" clId="{2E0B1CA8-B862-41C6-A286-E72890825192}" dt="2020-05-14T14:46:37.556" v="90" actId="20577"/>
        <pc:sldMkLst>
          <pc:docMk/>
          <pc:sldMk cId="3983940405" sldId="334"/>
        </pc:sldMkLst>
        <pc:spChg chg="mod">
          <ac:chgData name="Han-Li Tremblay" userId="852346c9-b2bc-4eee-843e-ad7d28b9aba1" providerId="ADAL" clId="{2E0B1CA8-B862-41C6-A286-E72890825192}" dt="2020-05-14T14:46:37.556" v="90" actId="20577"/>
          <ac:spMkLst>
            <pc:docMk/>
            <pc:sldMk cId="3983940405" sldId="334"/>
            <ac:spMk id="3" creationId="{87142D55-EE1F-412A-8985-B2D3C4BB339D}"/>
          </ac:spMkLst>
        </pc:spChg>
      </pc:sldChg>
    </pc:docChg>
  </pc:docChgLst>
  <pc:docChgLst>
    <pc:chgData name="Ella Vetter" userId="c6918cf5-f6c0-43cc-8499-a1f635017de9" providerId="ADAL" clId="{A5B1A3B0-C3CE-4EC0-AF65-F2400DFFE791}"/>
    <pc:docChg chg="undo custSel addSld modSld">
      <pc:chgData name="Ella Vetter" userId="c6918cf5-f6c0-43cc-8499-a1f635017de9" providerId="ADAL" clId="{A5B1A3B0-C3CE-4EC0-AF65-F2400DFFE791}" dt="2020-08-27T16:18:04.685" v="351" actId="1076"/>
      <pc:docMkLst>
        <pc:docMk/>
      </pc:docMkLst>
      <pc:sldChg chg="modSp mod">
        <pc:chgData name="Ella Vetter" userId="c6918cf5-f6c0-43cc-8499-a1f635017de9" providerId="ADAL" clId="{A5B1A3B0-C3CE-4EC0-AF65-F2400DFFE791}" dt="2020-08-25T20:35:23.259" v="249" actId="13926"/>
        <pc:sldMkLst>
          <pc:docMk/>
          <pc:sldMk cId="1993397138" sldId="286"/>
        </pc:sldMkLst>
        <pc:spChg chg="mod">
          <ac:chgData name="Ella Vetter" userId="c6918cf5-f6c0-43cc-8499-a1f635017de9" providerId="ADAL" clId="{A5B1A3B0-C3CE-4EC0-AF65-F2400DFFE791}" dt="2020-08-25T20:35:23.259" v="249" actId="13926"/>
          <ac:spMkLst>
            <pc:docMk/>
            <pc:sldMk cId="1993397138" sldId="286"/>
            <ac:spMk id="3" creationId="{37B56F8A-6BEF-459C-AFA4-6D790D24F1CB}"/>
          </ac:spMkLst>
        </pc:spChg>
      </pc:sldChg>
      <pc:sldChg chg="modSp mod">
        <pc:chgData name="Ella Vetter" userId="c6918cf5-f6c0-43cc-8499-a1f635017de9" providerId="ADAL" clId="{A5B1A3B0-C3CE-4EC0-AF65-F2400DFFE791}" dt="2020-08-25T20:27:25.029" v="44" actId="1038"/>
        <pc:sldMkLst>
          <pc:docMk/>
          <pc:sldMk cId="1172688657" sldId="308"/>
        </pc:sldMkLst>
        <pc:picChg chg="mod">
          <ac:chgData name="Ella Vetter" userId="c6918cf5-f6c0-43cc-8499-a1f635017de9" providerId="ADAL" clId="{A5B1A3B0-C3CE-4EC0-AF65-F2400DFFE791}" dt="2020-08-25T20:27:25.029" v="44" actId="1038"/>
          <ac:picMkLst>
            <pc:docMk/>
            <pc:sldMk cId="1172688657" sldId="308"/>
            <ac:picMk id="5" creationId="{37F2AC17-5DA7-4794-910C-82B017AC5E68}"/>
          </ac:picMkLst>
        </pc:picChg>
      </pc:sldChg>
      <pc:sldChg chg="addSp delSp modSp mod">
        <pc:chgData name="Ella Vetter" userId="c6918cf5-f6c0-43cc-8499-a1f635017de9" providerId="ADAL" clId="{A5B1A3B0-C3CE-4EC0-AF65-F2400DFFE791}" dt="2020-08-27T16:13:20.185" v="313" actId="1076"/>
        <pc:sldMkLst>
          <pc:docMk/>
          <pc:sldMk cId="3894083741" sldId="311"/>
        </pc:sldMkLst>
        <pc:grpChg chg="del">
          <ac:chgData name="Ella Vetter" userId="c6918cf5-f6c0-43cc-8499-a1f635017de9" providerId="ADAL" clId="{A5B1A3B0-C3CE-4EC0-AF65-F2400DFFE791}" dt="2020-08-27T16:13:15.162" v="310" actId="478"/>
          <ac:grpSpMkLst>
            <pc:docMk/>
            <pc:sldMk cId="3894083741" sldId="311"/>
            <ac:grpSpMk id="11" creationId="{0BFBDF97-E4E9-4E8F-803D-0402BEC02712}"/>
          </ac:grpSpMkLst>
        </pc:grpChg>
        <pc:picChg chg="add mod">
          <ac:chgData name="Ella Vetter" userId="c6918cf5-f6c0-43cc-8499-a1f635017de9" providerId="ADAL" clId="{A5B1A3B0-C3CE-4EC0-AF65-F2400DFFE791}" dt="2020-08-27T16:13:20.185" v="313" actId="1076"/>
          <ac:picMkLst>
            <pc:docMk/>
            <pc:sldMk cId="3894083741" sldId="311"/>
            <ac:picMk id="3" creationId="{886D2B83-E97D-47D3-80A4-DD64CBA5EAD1}"/>
          </ac:picMkLst>
        </pc:picChg>
      </pc:sldChg>
      <pc:sldChg chg="addSp delSp modSp mod">
        <pc:chgData name="Ella Vetter" userId="c6918cf5-f6c0-43cc-8499-a1f635017de9" providerId="ADAL" clId="{A5B1A3B0-C3CE-4EC0-AF65-F2400DFFE791}" dt="2020-08-25T20:36:05.744" v="309" actId="1035"/>
        <pc:sldMkLst>
          <pc:docMk/>
          <pc:sldMk cId="2671936823" sldId="312"/>
        </pc:sldMkLst>
        <pc:spChg chg="del">
          <ac:chgData name="Ella Vetter" userId="c6918cf5-f6c0-43cc-8499-a1f635017de9" providerId="ADAL" clId="{A5B1A3B0-C3CE-4EC0-AF65-F2400DFFE791}" dt="2020-08-25T20:30:09.200" v="46" actId="478"/>
          <ac:spMkLst>
            <pc:docMk/>
            <pc:sldMk cId="2671936823" sldId="312"/>
            <ac:spMk id="2" creationId="{37D8896B-7F2A-4B14-9618-57088EB4D089}"/>
          </ac:spMkLst>
        </pc:spChg>
        <pc:spChg chg="mod">
          <ac:chgData name="Ella Vetter" userId="c6918cf5-f6c0-43cc-8499-a1f635017de9" providerId="ADAL" clId="{A5B1A3B0-C3CE-4EC0-AF65-F2400DFFE791}" dt="2020-08-25T20:36:05.744" v="309" actId="1035"/>
          <ac:spMkLst>
            <pc:docMk/>
            <pc:sldMk cId="2671936823" sldId="312"/>
            <ac:spMk id="8" creationId="{A6355D29-7354-415B-B2D7-C9997E6E9931}"/>
          </ac:spMkLst>
        </pc:spChg>
        <pc:picChg chg="add mod">
          <ac:chgData name="Ella Vetter" userId="c6918cf5-f6c0-43cc-8499-a1f635017de9" providerId="ADAL" clId="{A5B1A3B0-C3CE-4EC0-AF65-F2400DFFE791}" dt="2020-08-25T20:36:05.744" v="309" actId="1035"/>
          <ac:picMkLst>
            <pc:docMk/>
            <pc:sldMk cId="2671936823" sldId="312"/>
            <ac:picMk id="4" creationId="{D081ACD7-3C21-4E98-A85D-B7219E2196B3}"/>
          </ac:picMkLst>
        </pc:picChg>
        <pc:picChg chg="del">
          <ac:chgData name="Ella Vetter" userId="c6918cf5-f6c0-43cc-8499-a1f635017de9" providerId="ADAL" clId="{A5B1A3B0-C3CE-4EC0-AF65-F2400DFFE791}" dt="2020-08-25T20:30:06.958" v="45" actId="478"/>
          <ac:picMkLst>
            <pc:docMk/>
            <pc:sldMk cId="2671936823" sldId="312"/>
            <ac:picMk id="7" creationId="{7D39384F-70E7-48DC-B790-24E817AC5170}"/>
          </ac:picMkLst>
        </pc:picChg>
      </pc:sldChg>
      <pc:sldChg chg="addSp delSp modSp new mod">
        <pc:chgData name="Ella Vetter" userId="c6918cf5-f6c0-43cc-8499-a1f635017de9" providerId="ADAL" clId="{A5B1A3B0-C3CE-4EC0-AF65-F2400DFFE791}" dt="2020-08-27T16:16:11.910" v="343" actId="20577"/>
        <pc:sldMkLst>
          <pc:docMk/>
          <pc:sldMk cId="1878344895" sldId="318"/>
        </pc:sldMkLst>
        <pc:spChg chg="mod">
          <ac:chgData name="Ella Vetter" userId="c6918cf5-f6c0-43cc-8499-a1f635017de9" providerId="ADAL" clId="{A5B1A3B0-C3CE-4EC0-AF65-F2400DFFE791}" dt="2020-08-27T16:14:43.500" v="320" actId="13926"/>
          <ac:spMkLst>
            <pc:docMk/>
            <pc:sldMk cId="1878344895" sldId="318"/>
            <ac:spMk id="2" creationId="{D99487AB-BA55-4EB6-BA2E-02D7AC10CAF4}"/>
          </ac:spMkLst>
        </pc:spChg>
        <pc:spChg chg="add del mod">
          <ac:chgData name="Ella Vetter" userId="c6918cf5-f6c0-43cc-8499-a1f635017de9" providerId="ADAL" clId="{A5B1A3B0-C3CE-4EC0-AF65-F2400DFFE791}" dt="2020-08-27T16:16:11.910" v="343" actId="20577"/>
          <ac:spMkLst>
            <pc:docMk/>
            <pc:sldMk cId="1878344895" sldId="318"/>
            <ac:spMk id="3" creationId="{AECF92FC-2D2A-4124-B218-D732D597D733}"/>
          </ac:spMkLst>
        </pc:spChg>
        <pc:picChg chg="add mod modCrop">
          <ac:chgData name="Ella Vetter" userId="c6918cf5-f6c0-43cc-8499-a1f635017de9" providerId="ADAL" clId="{A5B1A3B0-C3CE-4EC0-AF65-F2400DFFE791}" dt="2020-08-27T16:15:44.379" v="326" actId="14100"/>
          <ac:picMkLst>
            <pc:docMk/>
            <pc:sldMk cId="1878344895" sldId="318"/>
            <ac:picMk id="5" creationId="{059A4E15-63CE-4636-AD52-E5D58FD5CE9B}"/>
          </ac:picMkLst>
        </pc:picChg>
        <pc:picChg chg="add del mod ord">
          <ac:chgData name="Ella Vetter" userId="c6918cf5-f6c0-43cc-8499-a1f635017de9" providerId="ADAL" clId="{A5B1A3B0-C3CE-4EC0-AF65-F2400DFFE791}" dt="2020-08-25T20:30:26.896" v="57" actId="22"/>
          <ac:picMkLst>
            <pc:docMk/>
            <pc:sldMk cId="1878344895" sldId="318"/>
            <ac:picMk id="5" creationId="{81DA2A15-5C87-4E22-99F2-715F0D759EA4}"/>
          </ac:picMkLst>
        </pc:picChg>
      </pc:sldChg>
      <pc:sldChg chg="addSp modSp add mod">
        <pc:chgData name="Ella Vetter" userId="c6918cf5-f6c0-43cc-8499-a1f635017de9" providerId="ADAL" clId="{A5B1A3B0-C3CE-4EC0-AF65-F2400DFFE791}" dt="2020-08-27T16:18:04.685" v="351" actId="1076"/>
        <pc:sldMkLst>
          <pc:docMk/>
          <pc:sldMk cId="2532780895" sldId="319"/>
        </pc:sldMkLst>
        <pc:spChg chg="mod">
          <ac:chgData name="Ella Vetter" userId="c6918cf5-f6c0-43cc-8499-a1f635017de9" providerId="ADAL" clId="{A5B1A3B0-C3CE-4EC0-AF65-F2400DFFE791}" dt="2020-08-27T16:16:28.294" v="344" actId="13926"/>
          <ac:spMkLst>
            <pc:docMk/>
            <pc:sldMk cId="2532780895" sldId="319"/>
            <ac:spMk id="2" creationId="{D99487AB-BA55-4EB6-BA2E-02D7AC10CAF4}"/>
          </ac:spMkLst>
        </pc:spChg>
        <pc:spChg chg="mod">
          <ac:chgData name="Ella Vetter" userId="c6918cf5-f6c0-43cc-8499-a1f635017de9" providerId="ADAL" clId="{A5B1A3B0-C3CE-4EC0-AF65-F2400DFFE791}" dt="2020-08-27T16:17:58.795" v="349" actId="2710"/>
          <ac:spMkLst>
            <pc:docMk/>
            <pc:sldMk cId="2532780895" sldId="319"/>
            <ac:spMk id="3" creationId="{AECF92FC-2D2A-4124-B218-D732D597D733}"/>
          </ac:spMkLst>
        </pc:spChg>
        <pc:picChg chg="add mod">
          <ac:chgData name="Ella Vetter" userId="c6918cf5-f6c0-43cc-8499-a1f635017de9" providerId="ADAL" clId="{A5B1A3B0-C3CE-4EC0-AF65-F2400DFFE791}" dt="2020-08-27T16:18:04.685" v="351" actId="1076"/>
          <ac:picMkLst>
            <pc:docMk/>
            <pc:sldMk cId="2532780895" sldId="319"/>
            <ac:picMk id="5" creationId="{2182B1F0-FC7D-4EF9-8CC3-7629F173DB8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F3CFA-5706-43F2-850B-24929E026241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D562-E0E0-4FB4-B4A2-60D50CC5D5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76AA1-4AE4-4C0B-B9F0-94A9DA2C749D}" type="datetimeFigureOut">
              <a:rPr lang="en-CA" smtClean="0"/>
              <a:t>2025-04-30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A5FA9-7139-4C72-AA69-017BCD15C1C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fr-CA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5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6654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603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1946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827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7407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232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FA5FA9-7139-4C72-AA69-017BCD15C1C5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06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2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F58220"/>
              </a:buClr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rgbClr val="F58220"/>
              </a:buClr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057400" indent="-228600">
              <a:buClr>
                <a:srgbClr val="F58220"/>
              </a:buClr>
              <a:buFont typeface="Calibri" panose="020F0502020204030204" pitchFamily="34" charset="0"/>
              <a:buChar char="-"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43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451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70"/>
          <p:cNvGrpSpPr/>
          <p:nvPr userDrawn="1"/>
        </p:nvGrpSpPr>
        <p:grpSpPr>
          <a:xfrm>
            <a:off x="10456514" y="6455664"/>
            <a:ext cx="1389888" cy="319914"/>
            <a:chOff x="7334318" y="6455664"/>
            <a:chExt cx="1389888" cy="319914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7618573" y="6510958"/>
              <a:ext cx="237176" cy="124231"/>
            </a:xfrm>
            <a:custGeom>
              <a:avLst/>
              <a:gdLst>
                <a:gd name="T0" fmla="*/ 393 w 414"/>
                <a:gd name="T1" fmla="*/ 0 h 214"/>
                <a:gd name="T2" fmla="*/ 344 w 414"/>
                <a:gd name="T3" fmla="*/ 0 h 214"/>
                <a:gd name="T4" fmla="*/ 324 w 414"/>
                <a:gd name="T5" fmla="*/ 13 h 214"/>
                <a:gd name="T6" fmla="*/ 281 w 414"/>
                <a:gd name="T7" fmla="*/ 109 h 214"/>
                <a:gd name="T8" fmla="*/ 251 w 414"/>
                <a:gd name="T9" fmla="*/ 16 h 214"/>
                <a:gd name="T10" fmla="*/ 233 w 414"/>
                <a:gd name="T11" fmla="*/ 0 h 214"/>
                <a:gd name="T12" fmla="*/ 188 w 414"/>
                <a:gd name="T13" fmla="*/ 0 h 214"/>
                <a:gd name="T14" fmla="*/ 171 w 414"/>
                <a:gd name="T15" fmla="*/ 16 h 214"/>
                <a:gd name="T16" fmla="*/ 142 w 414"/>
                <a:gd name="T17" fmla="*/ 109 h 214"/>
                <a:gd name="T18" fmla="*/ 99 w 414"/>
                <a:gd name="T19" fmla="*/ 13 h 214"/>
                <a:gd name="T20" fmla="*/ 72 w 414"/>
                <a:gd name="T21" fmla="*/ 0 h 214"/>
                <a:gd name="T22" fmla="*/ 19 w 414"/>
                <a:gd name="T23" fmla="*/ 0 h 214"/>
                <a:gd name="T24" fmla="*/ 5 w 414"/>
                <a:gd name="T25" fmla="*/ 28 h 214"/>
                <a:gd name="T26" fmla="*/ 82 w 414"/>
                <a:gd name="T27" fmla="*/ 203 h 214"/>
                <a:gd name="T28" fmla="*/ 102 w 414"/>
                <a:gd name="T29" fmla="*/ 214 h 214"/>
                <a:gd name="T30" fmla="*/ 158 w 414"/>
                <a:gd name="T31" fmla="*/ 214 h 214"/>
                <a:gd name="T32" fmla="*/ 177 w 414"/>
                <a:gd name="T33" fmla="*/ 202 h 214"/>
                <a:gd name="T34" fmla="*/ 210 w 414"/>
                <a:gd name="T35" fmla="*/ 92 h 214"/>
                <a:gd name="T36" fmla="*/ 213 w 414"/>
                <a:gd name="T37" fmla="*/ 93 h 214"/>
                <a:gd name="T38" fmla="*/ 245 w 414"/>
                <a:gd name="T39" fmla="*/ 202 h 214"/>
                <a:gd name="T40" fmla="*/ 266 w 414"/>
                <a:gd name="T41" fmla="*/ 214 h 214"/>
                <a:gd name="T42" fmla="*/ 311 w 414"/>
                <a:gd name="T43" fmla="*/ 214 h 214"/>
                <a:gd name="T44" fmla="*/ 333 w 414"/>
                <a:gd name="T45" fmla="*/ 202 h 214"/>
                <a:gd name="T46" fmla="*/ 410 w 414"/>
                <a:gd name="T47" fmla="*/ 23 h 214"/>
                <a:gd name="T48" fmla="*/ 393 w 414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4" h="214">
                  <a:moveTo>
                    <a:pt x="393" y="0"/>
                  </a:moveTo>
                  <a:cubicBezTo>
                    <a:pt x="344" y="0"/>
                    <a:pt x="344" y="0"/>
                    <a:pt x="344" y="0"/>
                  </a:cubicBezTo>
                  <a:cubicBezTo>
                    <a:pt x="333" y="0"/>
                    <a:pt x="327" y="6"/>
                    <a:pt x="324" y="13"/>
                  </a:cubicBezTo>
                  <a:cubicBezTo>
                    <a:pt x="281" y="109"/>
                    <a:pt x="281" y="109"/>
                    <a:pt x="281" y="109"/>
                  </a:cubicBezTo>
                  <a:cubicBezTo>
                    <a:pt x="251" y="16"/>
                    <a:pt x="251" y="16"/>
                    <a:pt x="251" y="16"/>
                  </a:cubicBezTo>
                  <a:cubicBezTo>
                    <a:pt x="247" y="4"/>
                    <a:pt x="239" y="0"/>
                    <a:pt x="233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79" y="0"/>
                    <a:pt x="172" y="8"/>
                    <a:pt x="171" y="16"/>
                  </a:cubicBezTo>
                  <a:cubicBezTo>
                    <a:pt x="142" y="109"/>
                    <a:pt x="142" y="109"/>
                    <a:pt x="142" y="109"/>
                  </a:cubicBezTo>
                  <a:cubicBezTo>
                    <a:pt x="99" y="13"/>
                    <a:pt x="99" y="13"/>
                    <a:pt x="99" y="13"/>
                  </a:cubicBezTo>
                  <a:cubicBezTo>
                    <a:pt x="94" y="0"/>
                    <a:pt x="80" y="0"/>
                    <a:pt x="72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0" y="3"/>
                    <a:pt x="1" y="16"/>
                    <a:pt x="5" y="28"/>
                  </a:cubicBezTo>
                  <a:cubicBezTo>
                    <a:pt x="82" y="203"/>
                    <a:pt x="82" y="203"/>
                    <a:pt x="82" y="203"/>
                  </a:cubicBezTo>
                  <a:cubicBezTo>
                    <a:pt x="85" y="207"/>
                    <a:pt x="89" y="214"/>
                    <a:pt x="102" y="214"/>
                  </a:cubicBezTo>
                  <a:cubicBezTo>
                    <a:pt x="158" y="214"/>
                    <a:pt x="158" y="214"/>
                    <a:pt x="158" y="214"/>
                  </a:cubicBezTo>
                  <a:cubicBezTo>
                    <a:pt x="171" y="214"/>
                    <a:pt x="176" y="207"/>
                    <a:pt x="177" y="202"/>
                  </a:cubicBezTo>
                  <a:cubicBezTo>
                    <a:pt x="210" y="92"/>
                    <a:pt x="210" y="92"/>
                    <a:pt x="210" y="92"/>
                  </a:cubicBezTo>
                  <a:cubicBezTo>
                    <a:pt x="210" y="90"/>
                    <a:pt x="212" y="89"/>
                    <a:pt x="213" y="93"/>
                  </a:cubicBezTo>
                  <a:cubicBezTo>
                    <a:pt x="245" y="202"/>
                    <a:pt x="245" y="202"/>
                    <a:pt x="245" y="202"/>
                  </a:cubicBezTo>
                  <a:cubicBezTo>
                    <a:pt x="248" y="208"/>
                    <a:pt x="257" y="214"/>
                    <a:pt x="266" y="214"/>
                  </a:cubicBezTo>
                  <a:cubicBezTo>
                    <a:pt x="311" y="214"/>
                    <a:pt x="311" y="214"/>
                    <a:pt x="311" y="214"/>
                  </a:cubicBezTo>
                  <a:cubicBezTo>
                    <a:pt x="325" y="214"/>
                    <a:pt x="330" y="207"/>
                    <a:pt x="333" y="202"/>
                  </a:cubicBezTo>
                  <a:cubicBezTo>
                    <a:pt x="410" y="23"/>
                    <a:pt x="410" y="23"/>
                    <a:pt x="410" y="23"/>
                  </a:cubicBezTo>
                  <a:cubicBezTo>
                    <a:pt x="414" y="12"/>
                    <a:pt x="408" y="1"/>
                    <a:pt x="393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7361780" y="6455664"/>
              <a:ext cx="200084" cy="101611"/>
            </a:xfrm>
            <a:custGeom>
              <a:avLst/>
              <a:gdLst>
                <a:gd name="T0" fmla="*/ 151 w 350"/>
                <a:gd name="T1" fmla="*/ 0 h 176"/>
                <a:gd name="T2" fmla="*/ 0 w 350"/>
                <a:gd name="T3" fmla="*/ 76 h 176"/>
                <a:gd name="T4" fmla="*/ 30 w 350"/>
                <a:gd name="T5" fmla="*/ 76 h 176"/>
                <a:gd name="T6" fmla="*/ 151 w 350"/>
                <a:gd name="T7" fmla="*/ 23 h 176"/>
                <a:gd name="T8" fmla="*/ 286 w 350"/>
                <a:gd name="T9" fmla="*/ 96 h 176"/>
                <a:gd name="T10" fmla="*/ 248 w 350"/>
                <a:gd name="T11" fmla="*/ 96 h 176"/>
                <a:gd name="T12" fmla="*/ 298 w 350"/>
                <a:gd name="T13" fmla="*/ 176 h 176"/>
                <a:gd name="T14" fmla="*/ 350 w 350"/>
                <a:gd name="T15" fmla="*/ 96 h 176"/>
                <a:gd name="T16" fmla="*/ 313 w 350"/>
                <a:gd name="T17" fmla="*/ 96 h 176"/>
                <a:gd name="T18" fmla="*/ 151 w 350"/>
                <a:gd name="T1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0" h="176">
                  <a:moveTo>
                    <a:pt x="151" y="0"/>
                  </a:moveTo>
                  <a:cubicBezTo>
                    <a:pt x="91" y="0"/>
                    <a:pt x="36" y="29"/>
                    <a:pt x="0" y="76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60" y="43"/>
                    <a:pt x="105" y="23"/>
                    <a:pt x="151" y="23"/>
                  </a:cubicBezTo>
                  <a:cubicBezTo>
                    <a:pt x="205" y="23"/>
                    <a:pt x="257" y="51"/>
                    <a:pt x="286" y="96"/>
                  </a:cubicBezTo>
                  <a:cubicBezTo>
                    <a:pt x="248" y="96"/>
                    <a:pt x="248" y="96"/>
                    <a:pt x="248" y="96"/>
                  </a:cubicBezTo>
                  <a:cubicBezTo>
                    <a:pt x="298" y="176"/>
                    <a:pt x="298" y="176"/>
                    <a:pt x="298" y="176"/>
                  </a:cubicBezTo>
                  <a:cubicBezTo>
                    <a:pt x="350" y="96"/>
                    <a:pt x="350" y="96"/>
                    <a:pt x="350" y="96"/>
                  </a:cubicBezTo>
                  <a:cubicBezTo>
                    <a:pt x="313" y="96"/>
                    <a:pt x="313" y="96"/>
                    <a:pt x="313" y="96"/>
                  </a:cubicBezTo>
                  <a:cubicBezTo>
                    <a:pt x="282" y="37"/>
                    <a:pt x="218" y="0"/>
                    <a:pt x="151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7334318" y="6510958"/>
              <a:ext cx="190097" cy="123513"/>
            </a:xfrm>
            <a:custGeom>
              <a:avLst/>
              <a:gdLst>
                <a:gd name="T0" fmla="*/ 0 w 533"/>
                <a:gd name="T1" fmla="*/ 0 h 344"/>
                <a:gd name="T2" fmla="*/ 219 w 533"/>
                <a:gd name="T3" fmla="*/ 344 h 344"/>
                <a:gd name="T4" fmla="*/ 321 w 533"/>
                <a:gd name="T5" fmla="*/ 178 h 344"/>
                <a:gd name="T6" fmla="*/ 417 w 533"/>
                <a:gd name="T7" fmla="*/ 344 h 344"/>
                <a:gd name="T8" fmla="*/ 533 w 533"/>
                <a:gd name="T9" fmla="*/ 163 h 344"/>
                <a:gd name="T10" fmla="*/ 431 w 533"/>
                <a:gd name="T11" fmla="*/ 0 h 344"/>
                <a:gd name="T12" fmla="*/ 0 w 533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344">
                  <a:moveTo>
                    <a:pt x="0" y="0"/>
                  </a:moveTo>
                  <a:lnTo>
                    <a:pt x="219" y="344"/>
                  </a:lnTo>
                  <a:lnTo>
                    <a:pt x="321" y="178"/>
                  </a:lnTo>
                  <a:lnTo>
                    <a:pt x="417" y="344"/>
                  </a:lnTo>
                  <a:lnTo>
                    <a:pt x="533" y="163"/>
                  </a:lnTo>
                  <a:lnTo>
                    <a:pt x="4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7340024" y="6544708"/>
              <a:ext cx="46365" cy="90840"/>
            </a:xfrm>
            <a:custGeom>
              <a:avLst/>
              <a:gdLst>
                <a:gd name="T0" fmla="*/ 24 w 81"/>
                <a:gd name="T1" fmla="*/ 32 h 157"/>
                <a:gd name="T2" fmla="*/ 3 w 81"/>
                <a:gd name="T3" fmla="*/ 0 h 157"/>
                <a:gd name="T4" fmla="*/ 0 w 81"/>
                <a:gd name="T5" fmla="*/ 32 h 157"/>
                <a:gd name="T6" fmla="*/ 47 w 81"/>
                <a:gd name="T7" fmla="*/ 156 h 157"/>
                <a:gd name="T8" fmla="*/ 81 w 81"/>
                <a:gd name="T9" fmla="*/ 156 h 157"/>
                <a:gd name="T10" fmla="*/ 24 w 81"/>
                <a:gd name="T11" fmla="*/ 3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157">
                  <a:moveTo>
                    <a:pt x="24" y="3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24"/>
                    <a:pt x="0" y="32"/>
                  </a:cubicBezTo>
                  <a:cubicBezTo>
                    <a:pt x="1" y="65"/>
                    <a:pt x="4" y="102"/>
                    <a:pt x="47" y="156"/>
                  </a:cubicBezTo>
                  <a:cubicBezTo>
                    <a:pt x="48" y="157"/>
                    <a:pt x="80" y="156"/>
                    <a:pt x="81" y="156"/>
                  </a:cubicBezTo>
                  <a:cubicBezTo>
                    <a:pt x="46" y="126"/>
                    <a:pt x="23" y="80"/>
                    <a:pt x="24" y="3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8472407" y="6510958"/>
              <a:ext cx="170125" cy="124591"/>
            </a:xfrm>
            <a:custGeom>
              <a:avLst/>
              <a:gdLst>
                <a:gd name="T0" fmla="*/ 293 w 297"/>
                <a:gd name="T1" fmla="*/ 197 h 215"/>
                <a:gd name="T2" fmla="*/ 252 w 297"/>
                <a:gd name="T3" fmla="*/ 132 h 215"/>
                <a:gd name="T4" fmla="*/ 291 w 297"/>
                <a:gd name="T5" fmla="*/ 88 h 215"/>
                <a:gd name="T6" fmla="*/ 291 w 297"/>
                <a:gd name="T7" fmla="*/ 56 h 215"/>
                <a:gd name="T8" fmla="*/ 219 w 297"/>
                <a:gd name="T9" fmla="*/ 0 h 215"/>
                <a:gd name="T10" fmla="*/ 27 w 297"/>
                <a:gd name="T11" fmla="*/ 0 h 215"/>
                <a:gd name="T12" fmla="*/ 0 w 297"/>
                <a:gd name="T13" fmla="*/ 27 h 215"/>
                <a:gd name="T14" fmla="*/ 0 w 297"/>
                <a:gd name="T15" fmla="*/ 198 h 215"/>
                <a:gd name="T16" fmla="*/ 14 w 297"/>
                <a:gd name="T17" fmla="*/ 214 h 215"/>
                <a:gd name="T18" fmla="*/ 77 w 297"/>
                <a:gd name="T19" fmla="*/ 214 h 215"/>
                <a:gd name="T20" fmla="*/ 93 w 297"/>
                <a:gd name="T21" fmla="*/ 196 h 215"/>
                <a:gd name="T22" fmla="*/ 93 w 297"/>
                <a:gd name="T23" fmla="*/ 135 h 215"/>
                <a:gd name="T24" fmla="*/ 96 w 297"/>
                <a:gd name="T25" fmla="*/ 132 h 215"/>
                <a:gd name="T26" fmla="*/ 152 w 297"/>
                <a:gd name="T27" fmla="*/ 132 h 215"/>
                <a:gd name="T28" fmla="*/ 162 w 297"/>
                <a:gd name="T29" fmla="*/ 139 h 215"/>
                <a:gd name="T30" fmla="*/ 196 w 297"/>
                <a:gd name="T31" fmla="*/ 203 h 215"/>
                <a:gd name="T32" fmla="*/ 215 w 297"/>
                <a:gd name="T33" fmla="*/ 214 h 215"/>
                <a:gd name="T34" fmla="*/ 283 w 297"/>
                <a:gd name="T35" fmla="*/ 214 h 215"/>
                <a:gd name="T36" fmla="*/ 293 w 297"/>
                <a:gd name="T37" fmla="*/ 197 h 215"/>
                <a:gd name="T38" fmla="*/ 181 w 297"/>
                <a:gd name="T39" fmla="*/ 82 h 215"/>
                <a:gd name="T40" fmla="*/ 95 w 297"/>
                <a:gd name="T41" fmla="*/ 82 h 215"/>
                <a:gd name="T42" fmla="*/ 92 w 297"/>
                <a:gd name="T43" fmla="*/ 78 h 215"/>
                <a:gd name="T44" fmla="*/ 92 w 297"/>
                <a:gd name="T45" fmla="*/ 54 h 215"/>
                <a:gd name="T46" fmla="*/ 95 w 297"/>
                <a:gd name="T47" fmla="*/ 51 h 215"/>
                <a:gd name="T48" fmla="*/ 179 w 297"/>
                <a:gd name="T49" fmla="*/ 51 h 215"/>
                <a:gd name="T50" fmla="*/ 203 w 297"/>
                <a:gd name="T51" fmla="*/ 66 h 215"/>
                <a:gd name="T52" fmla="*/ 181 w 297"/>
                <a:gd name="T53" fmla="*/ 82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7" h="215">
                  <a:moveTo>
                    <a:pt x="293" y="197"/>
                  </a:moveTo>
                  <a:cubicBezTo>
                    <a:pt x="252" y="132"/>
                    <a:pt x="252" y="132"/>
                    <a:pt x="252" y="132"/>
                  </a:cubicBezTo>
                  <a:cubicBezTo>
                    <a:pt x="276" y="122"/>
                    <a:pt x="291" y="109"/>
                    <a:pt x="291" y="88"/>
                  </a:cubicBezTo>
                  <a:cubicBezTo>
                    <a:pt x="291" y="56"/>
                    <a:pt x="291" y="56"/>
                    <a:pt x="291" y="56"/>
                  </a:cubicBezTo>
                  <a:cubicBezTo>
                    <a:pt x="291" y="26"/>
                    <a:pt x="258" y="2"/>
                    <a:pt x="219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3" y="0"/>
                    <a:pt x="0" y="6"/>
                    <a:pt x="0" y="27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205"/>
                    <a:pt x="3" y="213"/>
                    <a:pt x="14" y="214"/>
                  </a:cubicBezTo>
                  <a:cubicBezTo>
                    <a:pt x="77" y="214"/>
                    <a:pt x="77" y="214"/>
                    <a:pt x="77" y="214"/>
                  </a:cubicBezTo>
                  <a:cubicBezTo>
                    <a:pt x="91" y="214"/>
                    <a:pt x="93" y="205"/>
                    <a:pt x="93" y="196"/>
                  </a:cubicBezTo>
                  <a:cubicBezTo>
                    <a:pt x="93" y="135"/>
                    <a:pt x="93" y="135"/>
                    <a:pt x="93" y="135"/>
                  </a:cubicBezTo>
                  <a:cubicBezTo>
                    <a:pt x="93" y="134"/>
                    <a:pt x="95" y="132"/>
                    <a:pt x="96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7" y="132"/>
                    <a:pt x="158" y="134"/>
                    <a:pt x="162" y="139"/>
                  </a:cubicBezTo>
                  <a:cubicBezTo>
                    <a:pt x="196" y="203"/>
                    <a:pt x="196" y="203"/>
                    <a:pt x="196" y="203"/>
                  </a:cubicBezTo>
                  <a:cubicBezTo>
                    <a:pt x="198" y="205"/>
                    <a:pt x="205" y="215"/>
                    <a:pt x="215" y="214"/>
                  </a:cubicBezTo>
                  <a:cubicBezTo>
                    <a:pt x="283" y="214"/>
                    <a:pt x="283" y="214"/>
                    <a:pt x="283" y="214"/>
                  </a:cubicBezTo>
                  <a:cubicBezTo>
                    <a:pt x="293" y="214"/>
                    <a:pt x="297" y="204"/>
                    <a:pt x="293" y="197"/>
                  </a:cubicBezTo>
                  <a:moveTo>
                    <a:pt x="181" y="82"/>
                  </a:moveTo>
                  <a:cubicBezTo>
                    <a:pt x="95" y="82"/>
                    <a:pt x="95" y="82"/>
                    <a:pt x="95" y="82"/>
                  </a:cubicBezTo>
                  <a:cubicBezTo>
                    <a:pt x="93" y="82"/>
                    <a:pt x="92" y="80"/>
                    <a:pt x="92" y="78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2" y="52"/>
                    <a:pt x="95" y="51"/>
                    <a:pt x="95" y="51"/>
                  </a:cubicBezTo>
                  <a:cubicBezTo>
                    <a:pt x="179" y="51"/>
                    <a:pt x="179" y="51"/>
                    <a:pt x="179" y="51"/>
                  </a:cubicBezTo>
                  <a:cubicBezTo>
                    <a:pt x="194" y="51"/>
                    <a:pt x="203" y="51"/>
                    <a:pt x="203" y="66"/>
                  </a:cubicBezTo>
                  <a:cubicBezTo>
                    <a:pt x="203" y="82"/>
                    <a:pt x="194" y="82"/>
                    <a:pt x="181" y="82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8312625" y="6510958"/>
              <a:ext cx="137312" cy="124231"/>
            </a:xfrm>
            <a:custGeom>
              <a:avLst/>
              <a:gdLst>
                <a:gd name="T0" fmla="*/ 222 w 240"/>
                <a:gd name="T1" fmla="*/ 0 h 214"/>
                <a:gd name="T2" fmla="*/ 24 w 240"/>
                <a:gd name="T3" fmla="*/ 0 h 214"/>
                <a:gd name="T4" fmla="*/ 0 w 240"/>
                <a:gd name="T5" fmla="*/ 24 h 214"/>
                <a:gd name="T6" fmla="*/ 0 w 240"/>
                <a:gd name="T7" fmla="*/ 195 h 214"/>
                <a:gd name="T8" fmla="*/ 24 w 240"/>
                <a:gd name="T9" fmla="*/ 214 h 214"/>
                <a:gd name="T10" fmla="*/ 222 w 240"/>
                <a:gd name="T11" fmla="*/ 214 h 214"/>
                <a:gd name="T12" fmla="*/ 240 w 240"/>
                <a:gd name="T13" fmla="*/ 206 h 214"/>
                <a:gd name="T14" fmla="*/ 240 w 240"/>
                <a:gd name="T15" fmla="*/ 177 h 214"/>
                <a:gd name="T16" fmla="*/ 222 w 240"/>
                <a:gd name="T17" fmla="*/ 164 h 214"/>
                <a:gd name="T18" fmla="*/ 93 w 240"/>
                <a:gd name="T19" fmla="*/ 164 h 214"/>
                <a:gd name="T20" fmla="*/ 88 w 240"/>
                <a:gd name="T21" fmla="*/ 160 h 214"/>
                <a:gd name="T22" fmla="*/ 88 w 240"/>
                <a:gd name="T23" fmla="*/ 134 h 214"/>
                <a:gd name="T24" fmla="*/ 93 w 240"/>
                <a:gd name="T25" fmla="*/ 129 h 214"/>
                <a:gd name="T26" fmla="*/ 222 w 240"/>
                <a:gd name="T27" fmla="*/ 129 h 214"/>
                <a:gd name="T28" fmla="*/ 240 w 240"/>
                <a:gd name="T29" fmla="*/ 114 h 214"/>
                <a:gd name="T30" fmla="*/ 240 w 240"/>
                <a:gd name="T31" fmla="*/ 101 h 214"/>
                <a:gd name="T32" fmla="*/ 222 w 240"/>
                <a:gd name="T33" fmla="*/ 85 h 214"/>
                <a:gd name="T34" fmla="*/ 91 w 240"/>
                <a:gd name="T35" fmla="*/ 85 h 214"/>
                <a:gd name="T36" fmla="*/ 88 w 240"/>
                <a:gd name="T37" fmla="*/ 81 h 214"/>
                <a:gd name="T38" fmla="*/ 88 w 240"/>
                <a:gd name="T39" fmla="*/ 54 h 214"/>
                <a:gd name="T40" fmla="*/ 91 w 240"/>
                <a:gd name="T41" fmla="*/ 51 h 214"/>
                <a:gd name="T42" fmla="*/ 222 w 240"/>
                <a:gd name="T43" fmla="*/ 51 h 214"/>
                <a:gd name="T44" fmla="*/ 240 w 240"/>
                <a:gd name="T45" fmla="*/ 35 h 214"/>
                <a:gd name="T46" fmla="*/ 240 w 240"/>
                <a:gd name="T47" fmla="*/ 17 h 214"/>
                <a:gd name="T48" fmla="*/ 222 w 240"/>
                <a:gd name="T49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0" h="214">
                  <a:moveTo>
                    <a:pt x="22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9" y="0"/>
                    <a:pt x="0" y="9"/>
                    <a:pt x="0" y="24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0" y="208"/>
                    <a:pt x="10" y="214"/>
                    <a:pt x="24" y="214"/>
                  </a:cubicBezTo>
                  <a:cubicBezTo>
                    <a:pt x="222" y="214"/>
                    <a:pt x="222" y="214"/>
                    <a:pt x="222" y="214"/>
                  </a:cubicBezTo>
                  <a:cubicBezTo>
                    <a:pt x="230" y="214"/>
                    <a:pt x="240" y="214"/>
                    <a:pt x="240" y="206"/>
                  </a:cubicBezTo>
                  <a:cubicBezTo>
                    <a:pt x="240" y="177"/>
                    <a:pt x="240" y="177"/>
                    <a:pt x="240" y="177"/>
                  </a:cubicBezTo>
                  <a:cubicBezTo>
                    <a:pt x="240" y="165"/>
                    <a:pt x="230" y="164"/>
                    <a:pt x="222" y="164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0" y="164"/>
                    <a:pt x="89" y="162"/>
                    <a:pt x="88" y="160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2"/>
                    <a:pt x="90" y="129"/>
                    <a:pt x="93" y="129"/>
                  </a:cubicBezTo>
                  <a:cubicBezTo>
                    <a:pt x="222" y="129"/>
                    <a:pt x="222" y="129"/>
                    <a:pt x="222" y="129"/>
                  </a:cubicBezTo>
                  <a:cubicBezTo>
                    <a:pt x="235" y="129"/>
                    <a:pt x="240" y="125"/>
                    <a:pt x="240" y="114"/>
                  </a:cubicBezTo>
                  <a:cubicBezTo>
                    <a:pt x="240" y="101"/>
                    <a:pt x="240" y="101"/>
                    <a:pt x="240" y="101"/>
                  </a:cubicBezTo>
                  <a:cubicBezTo>
                    <a:pt x="240" y="87"/>
                    <a:pt x="234" y="85"/>
                    <a:pt x="222" y="85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0" y="85"/>
                    <a:pt x="88" y="85"/>
                    <a:pt x="88" y="81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8" y="52"/>
                    <a:pt x="88" y="51"/>
                    <a:pt x="91" y="51"/>
                  </a:cubicBezTo>
                  <a:cubicBezTo>
                    <a:pt x="222" y="51"/>
                    <a:pt x="222" y="51"/>
                    <a:pt x="222" y="51"/>
                  </a:cubicBezTo>
                  <a:cubicBezTo>
                    <a:pt x="234" y="51"/>
                    <a:pt x="240" y="46"/>
                    <a:pt x="240" y="35"/>
                  </a:cubicBezTo>
                  <a:cubicBezTo>
                    <a:pt x="240" y="17"/>
                    <a:pt x="240" y="17"/>
                    <a:pt x="240" y="17"/>
                  </a:cubicBezTo>
                  <a:cubicBezTo>
                    <a:pt x="240" y="4"/>
                    <a:pt x="234" y="0"/>
                    <a:pt x="222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7836846" y="6510599"/>
              <a:ext cx="184391" cy="124591"/>
            </a:xfrm>
            <a:custGeom>
              <a:avLst/>
              <a:gdLst>
                <a:gd name="T0" fmla="*/ 237 w 322"/>
                <a:gd name="T1" fmla="*/ 21 h 215"/>
                <a:gd name="T2" fmla="*/ 204 w 322"/>
                <a:gd name="T3" fmla="*/ 1 h 215"/>
                <a:gd name="T4" fmla="*/ 121 w 322"/>
                <a:gd name="T5" fmla="*/ 1 h 215"/>
                <a:gd name="T6" fmla="*/ 86 w 322"/>
                <a:gd name="T7" fmla="*/ 23 h 215"/>
                <a:gd name="T8" fmla="*/ 5 w 322"/>
                <a:gd name="T9" fmla="*/ 194 h 215"/>
                <a:gd name="T10" fmla="*/ 13 w 322"/>
                <a:gd name="T11" fmla="*/ 215 h 215"/>
                <a:gd name="T12" fmla="*/ 62 w 322"/>
                <a:gd name="T13" fmla="*/ 215 h 215"/>
                <a:gd name="T14" fmla="*/ 77 w 322"/>
                <a:gd name="T15" fmla="*/ 207 h 215"/>
                <a:gd name="T16" fmla="*/ 91 w 322"/>
                <a:gd name="T17" fmla="*/ 174 h 215"/>
                <a:gd name="T18" fmla="*/ 203 w 322"/>
                <a:gd name="T19" fmla="*/ 175 h 215"/>
                <a:gd name="T20" fmla="*/ 221 w 322"/>
                <a:gd name="T21" fmla="*/ 207 h 215"/>
                <a:gd name="T22" fmla="*/ 240 w 322"/>
                <a:gd name="T23" fmla="*/ 215 h 215"/>
                <a:gd name="T24" fmla="*/ 307 w 322"/>
                <a:gd name="T25" fmla="*/ 215 h 215"/>
                <a:gd name="T26" fmla="*/ 317 w 322"/>
                <a:gd name="T27" fmla="*/ 194 h 215"/>
                <a:gd name="T28" fmla="*/ 237 w 322"/>
                <a:gd name="T29" fmla="*/ 21 h 215"/>
                <a:gd name="T30" fmla="*/ 180 w 322"/>
                <a:gd name="T31" fmla="*/ 127 h 215"/>
                <a:gd name="T32" fmla="*/ 114 w 322"/>
                <a:gd name="T33" fmla="*/ 127 h 215"/>
                <a:gd name="T34" fmla="*/ 113 w 322"/>
                <a:gd name="T35" fmla="*/ 124 h 215"/>
                <a:gd name="T36" fmla="*/ 146 w 322"/>
                <a:gd name="T37" fmla="*/ 52 h 215"/>
                <a:gd name="T38" fmla="*/ 150 w 322"/>
                <a:gd name="T39" fmla="*/ 52 h 215"/>
                <a:gd name="T40" fmla="*/ 182 w 322"/>
                <a:gd name="T41" fmla="*/ 124 h 215"/>
                <a:gd name="T42" fmla="*/ 180 w 322"/>
                <a:gd name="T43" fmla="*/ 12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2" h="215">
                  <a:moveTo>
                    <a:pt x="237" y="21"/>
                  </a:moveTo>
                  <a:cubicBezTo>
                    <a:pt x="227" y="2"/>
                    <a:pt x="214" y="1"/>
                    <a:pt x="204" y="1"/>
                  </a:cubicBezTo>
                  <a:cubicBezTo>
                    <a:pt x="121" y="1"/>
                    <a:pt x="121" y="1"/>
                    <a:pt x="121" y="1"/>
                  </a:cubicBezTo>
                  <a:cubicBezTo>
                    <a:pt x="108" y="0"/>
                    <a:pt x="91" y="12"/>
                    <a:pt x="86" y="23"/>
                  </a:cubicBezTo>
                  <a:cubicBezTo>
                    <a:pt x="5" y="194"/>
                    <a:pt x="5" y="194"/>
                    <a:pt x="5" y="194"/>
                  </a:cubicBezTo>
                  <a:cubicBezTo>
                    <a:pt x="0" y="202"/>
                    <a:pt x="3" y="215"/>
                    <a:pt x="13" y="215"/>
                  </a:cubicBezTo>
                  <a:cubicBezTo>
                    <a:pt x="62" y="215"/>
                    <a:pt x="62" y="215"/>
                    <a:pt x="62" y="215"/>
                  </a:cubicBezTo>
                  <a:cubicBezTo>
                    <a:pt x="71" y="215"/>
                    <a:pt x="75" y="210"/>
                    <a:pt x="77" y="207"/>
                  </a:cubicBezTo>
                  <a:cubicBezTo>
                    <a:pt x="91" y="174"/>
                    <a:pt x="91" y="174"/>
                    <a:pt x="91" y="174"/>
                  </a:cubicBezTo>
                  <a:cubicBezTo>
                    <a:pt x="203" y="175"/>
                    <a:pt x="203" y="175"/>
                    <a:pt x="203" y="175"/>
                  </a:cubicBezTo>
                  <a:cubicBezTo>
                    <a:pt x="221" y="207"/>
                    <a:pt x="221" y="207"/>
                    <a:pt x="221" y="207"/>
                  </a:cubicBezTo>
                  <a:cubicBezTo>
                    <a:pt x="224" y="212"/>
                    <a:pt x="232" y="215"/>
                    <a:pt x="240" y="215"/>
                  </a:cubicBezTo>
                  <a:cubicBezTo>
                    <a:pt x="307" y="215"/>
                    <a:pt x="307" y="215"/>
                    <a:pt x="307" y="215"/>
                  </a:cubicBezTo>
                  <a:cubicBezTo>
                    <a:pt x="322" y="215"/>
                    <a:pt x="322" y="202"/>
                    <a:pt x="317" y="194"/>
                  </a:cubicBezTo>
                  <a:lnTo>
                    <a:pt x="237" y="21"/>
                  </a:lnTo>
                  <a:close/>
                  <a:moveTo>
                    <a:pt x="180" y="127"/>
                  </a:moveTo>
                  <a:cubicBezTo>
                    <a:pt x="114" y="127"/>
                    <a:pt x="114" y="127"/>
                    <a:pt x="114" y="127"/>
                  </a:cubicBezTo>
                  <a:cubicBezTo>
                    <a:pt x="111" y="127"/>
                    <a:pt x="111" y="125"/>
                    <a:pt x="113" y="124"/>
                  </a:cubicBezTo>
                  <a:cubicBezTo>
                    <a:pt x="146" y="52"/>
                    <a:pt x="146" y="52"/>
                    <a:pt x="146" y="52"/>
                  </a:cubicBezTo>
                  <a:cubicBezTo>
                    <a:pt x="147" y="50"/>
                    <a:pt x="149" y="48"/>
                    <a:pt x="150" y="52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4" y="126"/>
                    <a:pt x="182" y="127"/>
                    <a:pt x="180" y="127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auto">
            <a:xfrm>
              <a:off x="8132870" y="6510958"/>
              <a:ext cx="161922" cy="124591"/>
            </a:xfrm>
            <a:custGeom>
              <a:avLst/>
              <a:gdLst>
                <a:gd name="T0" fmla="*/ 264 w 283"/>
                <a:gd name="T1" fmla="*/ 0 h 215"/>
                <a:gd name="T2" fmla="*/ 21 w 283"/>
                <a:gd name="T3" fmla="*/ 0 h 215"/>
                <a:gd name="T4" fmla="*/ 0 w 283"/>
                <a:gd name="T5" fmla="*/ 17 h 215"/>
                <a:gd name="T6" fmla="*/ 0 w 283"/>
                <a:gd name="T7" fmla="*/ 36 h 215"/>
                <a:gd name="T8" fmla="*/ 17 w 283"/>
                <a:gd name="T9" fmla="*/ 51 h 215"/>
                <a:gd name="T10" fmla="*/ 95 w 283"/>
                <a:gd name="T11" fmla="*/ 51 h 215"/>
                <a:gd name="T12" fmla="*/ 95 w 283"/>
                <a:gd name="T13" fmla="*/ 199 h 215"/>
                <a:gd name="T14" fmla="*/ 111 w 283"/>
                <a:gd name="T15" fmla="*/ 214 h 215"/>
                <a:gd name="T16" fmla="*/ 175 w 283"/>
                <a:gd name="T17" fmla="*/ 214 h 215"/>
                <a:gd name="T18" fmla="*/ 192 w 283"/>
                <a:gd name="T19" fmla="*/ 198 h 215"/>
                <a:gd name="T20" fmla="*/ 192 w 283"/>
                <a:gd name="T21" fmla="*/ 51 h 215"/>
                <a:gd name="T22" fmla="*/ 267 w 283"/>
                <a:gd name="T23" fmla="*/ 51 h 215"/>
                <a:gd name="T24" fmla="*/ 283 w 283"/>
                <a:gd name="T25" fmla="*/ 35 h 215"/>
                <a:gd name="T26" fmla="*/ 283 w 283"/>
                <a:gd name="T27" fmla="*/ 17 h 215"/>
                <a:gd name="T28" fmla="*/ 264 w 283"/>
                <a:gd name="T2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3" h="215">
                  <a:moveTo>
                    <a:pt x="264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3"/>
                    <a:pt x="6" y="51"/>
                    <a:pt x="17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7"/>
                    <a:pt x="102" y="214"/>
                    <a:pt x="111" y="214"/>
                  </a:cubicBezTo>
                  <a:cubicBezTo>
                    <a:pt x="175" y="214"/>
                    <a:pt x="175" y="214"/>
                    <a:pt x="175" y="214"/>
                  </a:cubicBezTo>
                  <a:cubicBezTo>
                    <a:pt x="190" y="215"/>
                    <a:pt x="192" y="206"/>
                    <a:pt x="192" y="198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267" y="51"/>
                    <a:pt x="267" y="51"/>
                    <a:pt x="267" y="51"/>
                  </a:cubicBezTo>
                  <a:cubicBezTo>
                    <a:pt x="277" y="51"/>
                    <a:pt x="283" y="46"/>
                    <a:pt x="283" y="35"/>
                  </a:cubicBezTo>
                  <a:cubicBezTo>
                    <a:pt x="283" y="17"/>
                    <a:pt x="283" y="17"/>
                    <a:pt x="283" y="17"/>
                  </a:cubicBezTo>
                  <a:cubicBezTo>
                    <a:pt x="282" y="8"/>
                    <a:pt x="278" y="0"/>
                    <a:pt x="264" y="0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8032294" y="6510958"/>
              <a:ext cx="132676" cy="124231"/>
            </a:xfrm>
            <a:custGeom>
              <a:avLst/>
              <a:gdLst>
                <a:gd name="T0" fmla="*/ 215 w 232"/>
                <a:gd name="T1" fmla="*/ 173 h 214"/>
                <a:gd name="T2" fmla="*/ 93 w 232"/>
                <a:gd name="T3" fmla="*/ 173 h 214"/>
                <a:gd name="T4" fmla="*/ 93 w 232"/>
                <a:gd name="T5" fmla="*/ 26 h 214"/>
                <a:gd name="T6" fmla="*/ 67 w 232"/>
                <a:gd name="T7" fmla="*/ 0 h 214"/>
                <a:gd name="T8" fmla="*/ 26 w 232"/>
                <a:gd name="T9" fmla="*/ 0 h 214"/>
                <a:gd name="T10" fmla="*/ 0 w 232"/>
                <a:gd name="T11" fmla="*/ 26 h 214"/>
                <a:gd name="T12" fmla="*/ 0 w 232"/>
                <a:gd name="T13" fmla="*/ 192 h 214"/>
                <a:gd name="T14" fmla="*/ 24 w 232"/>
                <a:gd name="T15" fmla="*/ 214 h 214"/>
                <a:gd name="T16" fmla="*/ 216 w 232"/>
                <a:gd name="T17" fmla="*/ 214 h 214"/>
                <a:gd name="T18" fmla="*/ 232 w 232"/>
                <a:gd name="T19" fmla="*/ 206 h 214"/>
                <a:gd name="T20" fmla="*/ 232 w 232"/>
                <a:gd name="T21" fmla="*/ 186 h 214"/>
                <a:gd name="T22" fmla="*/ 215 w 232"/>
                <a:gd name="T23" fmla="*/ 173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14">
                  <a:moveTo>
                    <a:pt x="215" y="173"/>
                  </a:moveTo>
                  <a:cubicBezTo>
                    <a:pt x="93" y="173"/>
                    <a:pt x="93" y="173"/>
                    <a:pt x="93" y="173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"/>
                    <a:pt x="78" y="0"/>
                    <a:pt x="67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5" y="0"/>
                    <a:pt x="0" y="14"/>
                    <a:pt x="0" y="26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03"/>
                    <a:pt x="7" y="214"/>
                    <a:pt x="24" y="214"/>
                  </a:cubicBezTo>
                  <a:cubicBezTo>
                    <a:pt x="216" y="214"/>
                    <a:pt x="216" y="214"/>
                    <a:pt x="216" y="214"/>
                  </a:cubicBezTo>
                  <a:cubicBezTo>
                    <a:pt x="223" y="214"/>
                    <a:pt x="230" y="213"/>
                    <a:pt x="232" y="206"/>
                  </a:cubicBezTo>
                  <a:cubicBezTo>
                    <a:pt x="232" y="186"/>
                    <a:pt x="232" y="186"/>
                    <a:pt x="232" y="186"/>
                  </a:cubicBezTo>
                  <a:cubicBezTo>
                    <a:pt x="231" y="175"/>
                    <a:pt x="222" y="173"/>
                    <a:pt x="215" y="173"/>
                  </a:cubicBezTo>
                </a:path>
              </a:pathLst>
            </a:custGeom>
            <a:solidFill>
              <a:srgbClr val="F5822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7641755" y="6684738"/>
              <a:ext cx="59561" cy="70015"/>
            </a:xfrm>
            <a:custGeom>
              <a:avLst/>
              <a:gdLst>
                <a:gd name="T0" fmla="*/ 87 w 104"/>
                <a:gd name="T1" fmla="*/ 33 h 121"/>
                <a:gd name="T2" fmla="*/ 66 w 104"/>
                <a:gd name="T3" fmla="*/ 25 h 121"/>
                <a:gd name="T4" fmla="*/ 51 w 104"/>
                <a:gd name="T5" fmla="*/ 35 h 121"/>
                <a:gd name="T6" fmla="*/ 63 w 104"/>
                <a:gd name="T7" fmla="*/ 46 h 121"/>
                <a:gd name="T8" fmla="*/ 71 w 104"/>
                <a:gd name="T9" fmla="*/ 48 h 121"/>
                <a:gd name="T10" fmla="*/ 97 w 104"/>
                <a:gd name="T11" fmla="*/ 79 h 121"/>
                <a:gd name="T12" fmla="*/ 78 w 104"/>
                <a:gd name="T13" fmla="*/ 111 h 121"/>
                <a:gd name="T14" fmla="*/ 41 w 104"/>
                <a:gd name="T15" fmla="*/ 121 h 121"/>
                <a:gd name="T16" fmla="*/ 0 w 104"/>
                <a:gd name="T17" fmla="*/ 108 h 121"/>
                <a:gd name="T18" fmla="*/ 18 w 104"/>
                <a:gd name="T19" fmla="*/ 84 h 121"/>
                <a:gd name="T20" fmla="*/ 44 w 104"/>
                <a:gd name="T21" fmla="*/ 96 h 121"/>
                <a:gd name="T22" fmla="*/ 62 w 104"/>
                <a:gd name="T23" fmla="*/ 84 h 121"/>
                <a:gd name="T24" fmla="*/ 45 w 104"/>
                <a:gd name="T25" fmla="*/ 71 h 121"/>
                <a:gd name="T26" fmla="*/ 16 w 104"/>
                <a:gd name="T27" fmla="*/ 38 h 121"/>
                <a:gd name="T28" fmla="*/ 66 w 104"/>
                <a:gd name="T29" fmla="*/ 0 h 121"/>
                <a:gd name="T30" fmla="*/ 104 w 104"/>
                <a:gd name="T31" fmla="*/ 9 h 121"/>
                <a:gd name="T32" fmla="*/ 87 w 104"/>
                <a:gd name="T33" fmla="*/ 3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4" h="121">
                  <a:moveTo>
                    <a:pt x="87" y="33"/>
                  </a:moveTo>
                  <a:cubicBezTo>
                    <a:pt x="81" y="28"/>
                    <a:pt x="74" y="25"/>
                    <a:pt x="66" y="25"/>
                  </a:cubicBezTo>
                  <a:cubicBezTo>
                    <a:pt x="61" y="25"/>
                    <a:pt x="52" y="28"/>
                    <a:pt x="51" y="35"/>
                  </a:cubicBezTo>
                  <a:cubicBezTo>
                    <a:pt x="50" y="41"/>
                    <a:pt x="58" y="44"/>
                    <a:pt x="63" y="46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88" y="53"/>
                    <a:pt x="100" y="61"/>
                    <a:pt x="97" y="79"/>
                  </a:cubicBezTo>
                  <a:cubicBezTo>
                    <a:pt x="95" y="91"/>
                    <a:pt x="90" y="103"/>
                    <a:pt x="78" y="111"/>
                  </a:cubicBezTo>
                  <a:cubicBezTo>
                    <a:pt x="67" y="118"/>
                    <a:pt x="54" y="121"/>
                    <a:pt x="41" y="121"/>
                  </a:cubicBezTo>
                  <a:cubicBezTo>
                    <a:pt x="25" y="121"/>
                    <a:pt x="11" y="116"/>
                    <a:pt x="0" y="108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25" y="91"/>
                    <a:pt x="33" y="96"/>
                    <a:pt x="44" y="96"/>
                  </a:cubicBezTo>
                  <a:cubicBezTo>
                    <a:pt x="52" y="96"/>
                    <a:pt x="61" y="92"/>
                    <a:pt x="62" y="84"/>
                  </a:cubicBezTo>
                  <a:cubicBezTo>
                    <a:pt x="64" y="76"/>
                    <a:pt x="51" y="73"/>
                    <a:pt x="45" y="71"/>
                  </a:cubicBezTo>
                  <a:cubicBezTo>
                    <a:pt x="25" y="66"/>
                    <a:pt x="13" y="61"/>
                    <a:pt x="16" y="38"/>
                  </a:cubicBezTo>
                  <a:cubicBezTo>
                    <a:pt x="20" y="15"/>
                    <a:pt x="41" y="0"/>
                    <a:pt x="66" y="0"/>
                  </a:cubicBezTo>
                  <a:cubicBezTo>
                    <a:pt x="79" y="0"/>
                    <a:pt x="93" y="3"/>
                    <a:pt x="104" y="9"/>
                  </a:cubicBezTo>
                  <a:lnTo>
                    <a:pt x="87" y="3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7704527" y="6708077"/>
              <a:ext cx="59205" cy="46677"/>
            </a:xfrm>
            <a:custGeom>
              <a:avLst/>
              <a:gdLst>
                <a:gd name="T0" fmla="*/ 43 w 103"/>
                <a:gd name="T1" fmla="*/ 0 h 81"/>
                <a:gd name="T2" fmla="*/ 36 w 103"/>
                <a:gd name="T3" fmla="*/ 42 h 81"/>
                <a:gd name="T4" fmla="*/ 48 w 103"/>
                <a:gd name="T5" fmla="*/ 59 h 81"/>
                <a:gd name="T6" fmla="*/ 66 w 103"/>
                <a:gd name="T7" fmla="*/ 42 h 81"/>
                <a:gd name="T8" fmla="*/ 73 w 103"/>
                <a:gd name="T9" fmla="*/ 0 h 81"/>
                <a:gd name="T10" fmla="*/ 103 w 103"/>
                <a:gd name="T11" fmla="*/ 0 h 81"/>
                <a:gd name="T12" fmla="*/ 95 w 103"/>
                <a:gd name="T13" fmla="*/ 47 h 81"/>
                <a:gd name="T14" fmla="*/ 44 w 103"/>
                <a:gd name="T15" fmla="*/ 81 h 81"/>
                <a:gd name="T16" fmla="*/ 5 w 103"/>
                <a:gd name="T17" fmla="*/ 47 h 81"/>
                <a:gd name="T18" fmla="*/ 13 w 103"/>
                <a:gd name="T19" fmla="*/ 0 h 81"/>
                <a:gd name="T20" fmla="*/ 43 w 103"/>
                <a:gd name="T2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" h="81">
                  <a:moveTo>
                    <a:pt x="43" y="0"/>
                  </a:moveTo>
                  <a:cubicBezTo>
                    <a:pt x="36" y="42"/>
                    <a:pt x="36" y="42"/>
                    <a:pt x="36" y="42"/>
                  </a:cubicBezTo>
                  <a:cubicBezTo>
                    <a:pt x="34" y="52"/>
                    <a:pt x="35" y="59"/>
                    <a:pt x="48" y="59"/>
                  </a:cubicBezTo>
                  <a:cubicBezTo>
                    <a:pt x="60" y="59"/>
                    <a:pt x="64" y="52"/>
                    <a:pt x="66" y="4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95" y="47"/>
                    <a:pt x="95" y="47"/>
                    <a:pt x="95" y="47"/>
                  </a:cubicBezTo>
                  <a:cubicBezTo>
                    <a:pt x="91" y="73"/>
                    <a:pt x="70" y="81"/>
                    <a:pt x="44" y="81"/>
                  </a:cubicBezTo>
                  <a:cubicBezTo>
                    <a:pt x="19" y="81"/>
                    <a:pt x="0" y="73"/>
                    <a:pt x="5" y="47"/>
                  </a:cubicBezTo>
                  <a:cubicBezTo>
                    <a:pt x="13" y="0"/>
                    <a:pt x="13" y="0"/>
                    <a:pt x="13" y="0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7769795" y="6707358"/>
              <a:ext cx="44225" cy="45600"/>
            </a:xfrm>
            <a:custGeom>
              <a:avLst/>
              <a:gdLst>
                <a:gd name="T0" fmla="*/ 41 w 77"/>
                <a:gd name="T1" fmla="*/ 14 h 79"/>
                <a:gd name="T2" fmla="*/ 42 w 77"/>
                <a:gd name="T3" fmla="*/ 14 h 79"/>
                <a:gd name="T4" fmla="*/ 72 w 77"/>
                <a:gd name="T5" fmla="*/ 0 h 79"/>
                <a:gd name="T6" fmla="*/ 77 w 77"/>
                <a:gd name="T7" fmla="*/ 0 h 79"/>
                <a:gd name="T8" fmla="*/ 73 w 77"/>
                <a:gd name="T9" fmla="*/ 26 h 79"/>
                <a:gd name="T10" fmla="*/ 60 w 77"/>
                <a:gd name="T11" fmla="*/ 24 h 79"/>
                <a:gd name="T12" fmla="*/ 36 w 77"/>
                <a:gd name="T13" fmla="*/ 48 h 79"/>
                <a:gd name="T14" fmla="*/ 30 w 77"/>
                <a:gd name="T15" fmla="*/ 79 h 79"/>
                <a:gd name="T16" fmla="*/ 0 w 77"/>
                <a:gd name="T17" fmla="*/ 79 h 79"/>
                <a:gd name="T18" fmla="*/ 13 w 77"/>
                <a:gd name="T19" fmla="*/ 1 h 79"/>
                <a:gd name="T20" fmla="*/ 44 w 77"/>
                <a:gd name="T21" fmla="*/ 1 h 79"/>
                <a:gd name="T22" fmla="*/ 41 w 77"/>
                <a:gd name="T23" fmla="*/ 1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7" h="79">
                  <a:moveTo>
                    <a:pt x="41" y="14"/>
                  </a:moveTo>
                  <a:cubicBezTo>
                    <a:pt x="42" y="14"/>
                    <a:pt x="42" y="14"/>
                    <a:pt x="42" y="14"/>
                  </a:cubicBezTo>
                  <a:cubicBezTo>
                    <a:pt x="49" y="4"/>
                    <a:pt x="60" y="0"/>
                    <a:pt x="72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3" y="26"/>
                    <a:pt x="73" y="26"/>
                    <a:pt x="73" y="26"/>
                  </a:cubicBezTo>
                  <a:cubicBezTo>
                    <a:pt x="69" y="24"/>
                    <a:pt x="65" y="24"/>
                    <a:pt x="60" y="24"/>
                  </a:cubicBezTo>
                  <a:cubicBezTo>
                    <a:pt x="44" y="24"/>
                    <a:pt x="38" y="34"/>
                    <a:pt x="36" y="48"/>
                  </a:cubicBezTo>
                  <a:cubicBezTo>
                    <a:pt x="30" y="79"/>
                    <a:pt x="30" y="79"/>
                    <a:pt x="30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44" y="1"/>
                    <a:pt x="44" y="1"/>
                    <a:pt x="44" y="1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7820797" y="6678993"/>
              <a:ext cx="41729" cy="73964"/>
            </a:xfrm>
            <a:custGeom>
              <a:avLst/>
              <a:gdLst>
                <a:gd name="T0" fmla="*/ 31 w 73"/>
                <a:gd name="T1" fmla="*/ 128 h 128"/>
                <a:gd name="T2" fmla="*/ 1 w 73"/>
                <a:gd name="T3" fmla="*/ 128 h 128"/>
                <a:gd name="T4" fmla="*/ 10 w 73"/>
                <a:gd name="T5" fmla="*/ 73 h 128"/>
                <a:gd name="T6" fmla="*/ 0 w 73"/>
                <a:gd name="T7" fmla="*/ 73 h 128"/>
                <a:gd name="T8" fmla="*/ 3 w 73"/>
                <a:gd name="T9" fmla="*/ 50 h 128"/>
                <a:gd name="T10" fmla="*/ 14 w 73"/>
                <a:gd name="T11" fmla="*/ 50 h 128"/>
                <a:gd name="T12" fmla="*/ 16 w 73"/>
                <a:gd name="T13" fmla="*/ 40 h 128"/>
                <a:gd name="T14" fmla="*/ 29 w 73"/>
                <a:gd name="T15" fmla="*/ 12 h 128"/>
                <a:gd name="T16" fmla="*/ 61 w 73"/>
                <a:gd name="T17" fmla="*/ 0 h 128"/>
                <a:gd name="T18" fmla="*/ 73 w 73"/>
                <a:gd name="T19" fmla="*/ 2 h 128"/>
                <a:gd name="T20" fmla="*/ 69 w 73"/>
                <a:gd name="T21" fmla="*/ 26 h 128"/>
                <a:gd name="T22" fmla="*/ 59 w 73"/>
                <a:gd name="T23" fmla="*/ 24 h 128"/>
                <a:gd name="T24" fmla="*/ 46 w 73"/>
                <a:gd name="T25" fmla="*/ 37 h 128"/>
                <a:gd name="T26" fmla="*/ 44 w 73"/>
                <a:gd name="T27" fmla="*/ 50 h 128"/>
                <a:gd name="T28" fmla="*/ 65 w 73"/>
                <a:gd name="T29" fmla="*/ 50 h 128"/>
                <a:gd name="T30" fmla="*/ 61 w 73"/>
                <a:gd name="T31" fmla="*/ 73 h 128"/>
                <a:gd name="T32" fmla="*/ 40 w 73"/>
                <a:gd name="T33" fmla="*/ 73 h 128"/>
                <a:gd name="T34" fmla="*/ 31 w 73"/>
                <a:gd name="T3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128">
                  <a:moveTo>
                    <a:pt x="31" y="128"/>
                  </a:moveTo>
                  <a:cubicBezTo>
                    <a:pt x="1" y="128"/>
                    <a:pt x="1" y="128"/>
                    <a:pt x="1" y="128"/>
                  </a:cubicBezTo>
                  <a:cubicBezTo>
                    <a:pt x="10" y="73"/>
                    <a:pt x="10" y="73"/>
                    <a:pt x="10" y="73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8" y="29"/>
                    <a:pt x="19" y="21"/>
                    <a:pt x="29" y="12"/>
                  </a:cubicBezTo>
                  <a:cubicBezTo>
                    <a:pt x="38" y="4"/>
                    <a:pt x="49" y="0"/>
                    <a:pt x="61" y="0"/>
                  </a:cubicBezTo>
                  <a:cubicBezTo>
                    <a:pt x="65" y="0"/>
                    <a:pt x="69" y="0"/>
                    <a:pt x="73" y="2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66" y="25"/>
                    <a:pt x="63" y="24"/>
                    <a:pt x="59" y="24"/>
                  </a:cubicBezTo>
                  <a:cubicBezTo>
                    <a:pt x="51" y="24"/>
                    <a:pt x="48" y="28"/>
                    <a:pt x="46" y="37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65" y="50"/>
                    <a:pt x="65" y="50"/>
                    <a:pt x="65" y="5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40" y="73"/>
                    <a:pt x="40" y="73"/>
                    <a:pt x="40" y="73"/>
                  </a:cubicBezTo>
                  <a:lnTo>
                    <a:pt x="31" y="1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1" name="Freeform 18"/>
            <p:cNvSpPr>
              <a:spLocks noEditPoints="1"/>
            </p:cNvSpPr>
            <p:nvPr userDrawn="1"/>
          </p:nvSpPr>
          <p:spPr bwMode="auto">
            <a:xfrm>
              <a:off x="7857532" y="6706281"/>
              <a:ext cx="62415" cy="48472"/>
            </a:xfrm>
            <a:custGeom>
              <a:avLst/>
              <a:gdLst>
                <a:gd name="T0" fmla="*/ 96 w 109"/>
                <a:gd name="T1" fmla="*/ 81 h 84"/>
                <a:gd name="T2" fmla="*/ 66 w 109"/>
                <a:gd name="T3" fmla="*/ 81 h 84"/>
                <a:gd name="T4" fmla="*/ 67 w 109"/>
                <a:gd name="T5" fmla="*/ 73 h 84"/>
                <a:gd name="T6" fmla="*/ 67 w 109"/>
                <a:gd name="T7" fmla="*/ 73 h 84"/>
                <a:gd name="T8" fmla="*/ 39 w 109"/>
                <a:gd name="T9" fmla="*/ 84 h 84"/>
                <a:gd name="T10" fmla="*/ 4 w 109"/>
                <a:gd name="T11" fmla="*/ 42 h 84"/>
                <a:gd name="T12" fmla="*/ 53 w 109"/>
                <a:gd name="T13" fmla="*/ 0 h 84"/>
                <a:gd name="T14" fmla="*/ 78 w 109"/>
                <a:gd name="T15" fmla="*/ 10 h 84"/>
                <a:gd name="T16" fmla="*/ 79 w 109"/>
                <a:gd name="T17" fmla="*/ 3 h 84"/>
                <a:gd name="T18" fmla="*/ 109 w 109"/>
                <a:gd name="T19" fmla="*/ 3 h 84"/>
                <a:gd name="T20" fmla="*/ 96 w 109"/>
                <a:gd name="T21" fmla="*/ 81 h 84"/>
                <a:gd name="T22" fmla="*/ 35 w 109"/>
                <a:gd name="T23" fmla="*/ 42 h 84"/>
                <a:gd name="T24" fmla="*/ 51 w 109"/>
                <a:gd name="T25" fmla="*/ 60 h 84"/>
                <a:gd name="T26" fmla="*/ 73 w 109"/>
                <a:gd name="T27" fmla="*/ 42 h 84"/>
                <a:gd name="T28" fmla="*/ 57 w 109"/>
                <a:gd name="T29" fmla="*/ 24 h 84"/>
                <a:gd name="T30" fmla="*/ 35 w 109"/>
                <a:gd name="T31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9" h="84">
                  <a:moveTo>
                    <a:pt x="96" y="81"/>
                  </a:moveTo>
                  <a:cubicBezTo>
                    <a:pt x="66" y="81"/>
                    <a:pt x="66" y="81"/>
                    <a:pt x="66" y="81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7" y="73"/>
                    <a:pt x="67" y="73"/>
                    <a:pt x="67" y="73"/>
                  </a:cubicBezTo>
                  <a:cubicBezTo>
                    <a:pt x="60" y="80"/>
                    <a:pt x="49" y="84"/>
                    <a:pt x="39" y="84"/>
                  </a:cubicBezTo>
                  <a:cubicBezTo>
                    <a:pt x="14" y="84"/>
                    <a:pt x="0" y="64"/>
                    <a:pt x="4" y="42"/>
                  </a:cubicBezTo>
                  <a:cubicBezTo>
                    <a:pt x="7" y="19"/>
                    <a:pt x="28" y="0"/>
                    <a:pt x="53" y="0"/>
                  </a:cubicBezTo>
                  <a:cubicBezTo>
                    <a:pt x="63" y="0"/>
                    <a:pt x="73" y="3"/>
                    <a:pt x="78" y="10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109" y="3"/>
                    <a:pt x="109" y="3"/>
                    <a:pt x="109" y="3"/>
                  </a:cubicBezTo>
                  <a:lnTo>
                    <a:pt x="96" y="81"/>
                  </a:lnTo>
                  <a:close/>
                  <a:moveTo>
                    <a:pt x="35" y="42"/>
                  </a:moveTo>
                  <a:cubicBezTo>
                    <a:pt x="33" y="52"/>
                    <a:pt x="39" y="60"/>
                    <a:pt x="51" y="60"/>
                  </a:cubicBezTo>
                  <a:cubicBezTo>
                    <a:pt x="63" y="60"/>
                    <a:pt x="72" y="52"/>
                    <a:pt x="73" y="42"/>
                  </a:cubicBezTo>
                  <a:cubicBezTo>
                    <a:pt x="75" y="32"/>
                    <a:pt x="69" y="24"/>
                    <a:pt x="57" y="24"/>
                  </a:cubicBezTo>
                  <a:cubicBezTo>
                    <a:pt x="45" y="24"/>
                    <a:pt x="36" y="32"/>
                    <a:pt x="35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7924583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59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59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3" name="Freeform 20"/>
            <p:cNvSpPr>
              <a:spLocks noEditPoints="1"/>
            </p:cNvSpPr>
            <p:nvPr userDrawn="1"/>
          </p:nvSpPr>
          <p:spPr bwMode="auto">
            <a:xfrm>
              <a:off x="7973089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50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8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8075092" y="6686534"/>
              <a:ext cx="52072" cy="66424"/>
            </a:xfrm>
            <a:custGeom>
              <a:avLst/>
              <a:gdLst>
                <a:gd name="T0" fmla="*/ 71 w 146"/>
                <a:gd name="T1" fmla="*/ 185 h 185"/>
                <a:gd name="T2" fmla="*/ 19 w 146"/>
                <a:gd name="T3" fmla="*/ 185 h 185"/>
                <a:gd name="T4" fmla="*/ 43 w 146"/>
                <a:gd name="T5" fmla="*/ 40 h 185"/>
                <a:gd name="T6" fmla="*/ 0 w 146"/>
                <a:gd name="T7" fmla="*/ 40 h 185"/>
                <a:gd name="T8" fmla="*/ 8 w 146"/>
                <a:gd name="T9" fmla="*/ 0 h 185"/>
                <a:gd name="T10" fmla="*/ 146 w 146"/>
                <a:gd name="T11" fmla="*/ 0 h 185"/>
                <a:gd name="T12" fmla="*/ 138 w 146"/>
                <a:gd name="T13" fmla="*/ 40 h 185"/>
                <a:gd name="T14" fmla="*/ 95 w 146"/>
                <a:gd name="T15" fmla="*/ 40 h 185"/>
                <a:gd name="T16" fmla="*/ 71 w 146"/>
                <a:gd name="T17" fmla="*/ 18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85">
                  <a:moveTo>
                    <a:pt x="71" y="185"/>
                  </a:moveTo>
                  <a:lnTo>
                    <a:pt x="19" y="185"/>
                  </a:lnTo>
                  <a:lnTo>
                    <a:pt x="43" y="40"/>
                  </a:lnTo>
                  <a:lnTo>
                    <a:pt x="0" y="40"/>
                  </a:lnTo>
                  <a:lnTo>
                    <a:pt x="8" y="0"/>
                  </a:lnTo>
                  <a:lnTo>
                    <a:pt x="146" y="0"/>
                  </a:lnTo>
                  <a:lnTo>
                    <a:pt x="138" y="40"/>
                  </a:lnTo>
                  <a:lnTo>
                    <a:pt x="95" y="40"/>
                  </a:lnTo>
                  <a:lnTo>
                    <a:pt x="71" y="185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5" name="Freeform 22"/>
            <p:cNvSpPr>
              <a:spLocks noEditPoints="1"/>
            </p:cNvSpPr>
            <p:nvPr userDrawn="1"/>
          </p:nvSpPr>
          <p:spPr bwMode="auto">
            <a:xfrm>
              <a:off x="8113968" y="6706281"/>
              <a:ext cx="58492" cy="48472"/>
            </a:xfrm>
            <a:custGeom>
              <a:avLst/>
              <a:gdLst>
                <a:gd name="T0" fmla="*/ 97 w 102"/>
                <a:gd name="T1" fmla="*/ 47 h 84"/>
                <a:gd name="T2" fmla="*/ 34 w 102"/>
                <a:gd name="T3" fmla="*/ 47 h 84"/>
                <a:gd name="T4" fmla="*/ 49 w 102"/>
                <a:gd name="T5" fmla="*/ 64 h 84"/>
                <a:gd name="T6" fmla="*/ 65 w 102"/>
                <a:gd name="T7" fmla="*/ 57 h 84"/>
                <a:gd name="T8" fmla="*/ 94 w 102"/>
                <a:gd name="T9" fmla="*/ 57 h 84"/>
                <a:gd name="T10" fmla="*/ 46 w 102"/>
                <a:gd name="T11" fmla="*/ 84 h 84"/>
                <a:gd name="T12" fmla="*/ 4 w 102"/>
                <a:gd name="T13" fmla="*/ 42 h 84"/>
                <a:gd name="T14" fmla="*/ 58 w 102"/>
                <a:gd name="T15" fmla="*/ 0 h 84"/>
                <a:gd name="T16" fmla="*/ 97 w 102"/>
                <a:gd name="T17" fmla="*/ 44 h 84"/>
                <a:gd name="T18" fmla="*/ 97 w 102"/>
                <a:gd name="T19" fmla="*/ 47 h 84"/>
                <a:gd name="T20" fmla="*/ 72 w 102"/>
                <a:gd name="T21" fmla="*/ 31 h 84"/>
                <a:gd name="T22" fmla="*/ 57 w 102"/>
                <a:gd name="T23" fmla="*/ 18 h 84"/>
                <a:gd name="T24" fmla="*/ 37 w 102"/>
                <a:gd name="T25" fmla="*/ 31 h 84"/>
                <a:gd name="T26" fmla="*/ 72 w 102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49" y="64"/>
                  </a:cubicBezTo>
                  <a:cubicBezTo>
                    <a:pt x="56" y="64"/>
                    <a:pt x="61" y="62"/>
                    <a:pt x="65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6" y="76"/>
                    <a:pt x="66" y="84"/>
                    <a:pt x="46" y="84"/>
                  </a:cubicBezTo>
                  <a:cubicBezTo>
                    <a:pt x="18" y="84"/>
                    <a:pt x="0" y="69"/>
                    <a:pt x="4" y="42"/>
                  </a:cubicBezTo>
                  <a:cubicBezTo>
                    <a:pt x="9" y="16"/>
                    <a:pt x="31" y="0"/>
                    <a:pt x="58" y="0"/>
                  </a:cubicBezTo>
                  <a:cubicBezTo>
                    <a:pt x="88" y="0"/>
                    <a:pt x="102" y="17"/>
                    <a:pt x="97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8174599" y="6706281"/>
              <a:ext cx="44582" cy="48472"/>
            </a:xfrm>
            <a:custGeom>
              <a:avLst/>
              <a:gdLst>
                <a:gd name="T0" fmla="*/ 74 w 78"/>
                <a:gd name="T1" fmla="*/ 28 h 84"/>
                <a:gd name="T2" fmla="*/ 60 w 78"/>
                <a:gd name="T3" fmla="*/ 23 h 84"/>
                <a:gd name="T4" fmla="*/ 36 w 78"/>
                <a:gd name="T5" fmla="*/ 42 h 84"/>
                <a:gd name="T6" fmla="*/ 53 w 78"/>
                <a:gd name="T7" fmla="*/ 61 h 84"/>
                <a:gd name="T8" fmla="*/ 69 w 78"/>
                <a:gd name="T9" fmla="*/ 56 h 84"/>
                <a:gd name="T10" fmla="*/ 65 w 78"/>
                <a:gd name="T11" fmla="*/ 79 h 84"/>
                <a:gd name="T12" fmla="*/ 43 w 78"/>
                <a:gd name="T13" fmla="*/ 84 h 84"/>
                <a:gd name="T14" fmla="*/ 4 w 78"/>
                <a:gd name="T15" fmla="*/ 43 h 84"/>
                <a:gd name="T16" fmla="*/ 59 w 78"/>
                <a:gd name="T17" fmla="*/ 0 h 84"/>
                <a:gd name="T18" fmla="*/ 78 w 78"/>
                <a:gd name="T19" fmla="*/ 5 h 84"/>
                <a:gd name="T20" fmla="*/ 74 w 78"/>
                <a:gd name="T21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8" h="84">
                  <a:moveTo>
                    <a:pt x="74" y="28"/>
                  </a:moveTo>
                  <a:cubicBezTo>
                    <a:pt x="70" y="25"/>
                    <a:pt x="65" y="23"/>
                    <a:pt x="60" y="23"/>
                  </a:cubicBezTo>
                  <a:cubicBezTo>
                    <a:pt x="48" y="23"/>
                    <a:pt x="37" y="31"/>
                    <a:pt x="36" y="42"/>
                  </a:cubicBezTo>
                  <a:cubicBezTo>
                    <a:pt x="34" y="53"/>
                    <a:pt x="41" y="61"/>
                    <a:pt x="53" y="61"/>
                  </a:cubicBezTo>
                  <a:cubicBezTo>
                    <a:pt x="59" y="61"/>
                    <a:pt x="65" y="59"/>
                    <a:pt x="69" y="56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58" y="83"/>
                    <a:pt x="51" y="84"/>
                    <a:pt x="43" y="84"/>
                  </a:cubicBezTo>
                  <a:cubicBezTo>
                    <a:pt x="18" y="84"/>
                    <a:pt x="0" y="67"/>
                    <a:pt x="4" y="43"/>
                  </a:cubicBezTo>
                  <a:cubicBezTo>
                    <a:pt x="9" y="18"/>
                    <a:pt x="32" y="0"/>
                    <a:pt x="59" y="0"/>
                  </a:cubicBezTo>
                  <a:cubicBezTo>
                    <a:pt x="66" y="0"/>
                    <a:pt x="73" y="2"/>
                    <a:pt x="78" y="5"/>
                  </a:cubicBezTo>
                  <a:lnTo>
                    <a:pt x="74" y="28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7" name="Freeform 24"/>
            <p:cNvSpPr>
              <a:spLocks/>
            </p:cNvSpPr>
            <p:nvPr userDrawn="1"/>
          </p:nvSpPr>
          <p:spPr bwMode="auto">
            <a:xfrm>
              <a:off x="8225601" y="6679711"/>
              <a:ext cx="57778" cy="73246"/>
            </a:xfrm>
            <a:custGeom>
              <a:avLst/>
              <a:gdLst>
                <a:gd name="T0" fmla="*/ 52 w 101"/>
                <a:gd name="T1" fmla="*/ 0 h 127"/>
                <a:gd name="T2" fmla="*/ 42 w 101"/>
                <a:gd name="T3" fmla="*/ 59 h 127"/>
                <a:gd name="T4" fmla="*/ 42 w 101"/>
                <a:gd name="T5" fmla="*/ 59 h 127"/>
                <a:gd name="T6" fmla="*/ 71 w 101"/>
                <a:gd name="T7" fmla="*/ 46 h 127"/>
                <a:gd name="T8" fmla="*/ 98 w 101"/>
                <a:gd name="T9" fmla="*/ 79 h 127"/>
                <a:gd name="T10" fmla="*/ 89 w 101"/>
                <a:gd name="T11" fmla="*/ 127 h 127"/>
                <a:gd name="T12" fmla="*/ 59 w 101"/>
                <a:gd name="T13" fmla="*/ 127 h 127"/>
                <a:gd name="T14" fmla="*/ 66 w 101"/>
                <a:gd name="T15" fmla="*/ 87 h 127"/>
                <a:gd name="T16" fmla="*/ 56 w 101"/>
                <a:gd name="T17" fmla="*/ 68 h 127"/>
                <a:gd name="T18" fmla="*/ 37 w 101"/>
                <a:gd name="T19" fmla="*/ 87 h 127"/>
                <a:gd name="T20" fmla="*/ 30 w 101"/>
                <a:gd name="T21" fmla="*/ 127 h 127"/>
                <a:gd name="T22" fmla="*/ 0 w 101"/>
                <a:gd name="T23" fmla="*/ 127 h 127"/>
                <a:gd name="T24" fmla="*/ 22 w 101"/>
                <a:gd name="T25" fmla="*/ 0 h 127"/>
                <a:gd name="T26" fmla="*/ 52 w 101"/>
                <a:gd name="T27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127">
                  <a:moveTo>
                    <a:pt x="52" y="0"/>
                  </a:moveTo>
                  <a:cubicBezTo>
                    <a:pt x="42" y="59"/>
                    <a:pt x="42" y="59"/>
                    <a:pt x="42" y="59"/>
                  </a:cubicBezTo>
                  <a:cubicBezTo>
                    <a:pt x="42" y="59"/>
                    <a:pt x="42" y="59"/>
                    <a:pt x="42" y="59"/>
                  </a:cubicBezTo>
                  <a:cubicBezTo>
                    <a:pt x="50" y="50"/>
                    <a:pt x="60" y="46"/>
                    <a:pt x="71" y="46"/>
                  </a:cubicBezTo>
                  <a:cubicBezTo>
                    <a:pt x="93" y="46"/>
                    <a:pt x="101" y="59"/>
                    <a:pt x="98" y="79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59" y="127"/>
                    <a:pt x="59" y="127"/>
                    <a:pt x="59" y="12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8" y="78"/>
                    <a:pt x="68" y="68"/>
                    <a:pt x="56" y="68"/>
                  </a:cubicBezTo>
                  <a:cubicBezTo>
                    <a:pt x="44" y="68"/>
                    <a:pt x="38" y="78"/>
                    <a:pt x="37" y="8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8" name="Freeform 25"/>
            <p:cNvSpPr>
              <a:spLocks/>
            </p:cNvSpPr>
            <p:nvPr userDrawn="1"/>
          </p:nvSpPr>
          <p:spPr bwMode="auto">
            <a:xfrm>
              <a:off x="8290869" y="6706281"/>
              <a:ext cx="57778" cy="46677"/>
            </a:xfrm>
            <a:custGeom>
              <a:avLst/>
              <a:gdLst>
                <a:gd name="T0" fmla="*/ 42 w 101"/>
                <a:gd name="T1" fmla="*/ 13 h 81"/>
                <a:gd name="T2" fmla="*/ 42 w 101"/>
                <a:gd name="T3" fmla="*/ 13 h 81"/>
                <a:gd name="T4" fmla="*/ 72 w 101"/>
                <a:gd name="T5" fmla="*/ 0 h 81"/>
                <a:gd name="T6" fmla="*/ 98 w 101"/>
                <a:gd name="T7" fmla="*/ 33 h 81"/>
                <a:gd name="T8" fmla="*/ 90 w 101"/>
                <a:gd name="T9" fmla="*/ 81 h 81"/>
                <a:gd name="T10" fmla="*/ 60 w 101"/>
                <a:gd name="T11" fmla="*/ 81 h 81"/>
                <a:gd name="T12" fmla="*/ 66 w 101"/>
                <a:gd name="T13" fmla="*/ 43 h 81"/>
                <a:gd name="T14" fmla="*/ 56 w 101"/>
                <a:gd name="T15" fmla="*/ 22 h 81"/>
                <a:gd name="T16" fmla="*/ 37 w 101"/>
                <a:gd name="T17" fmla="*/ 41 h 81"/>
                <a:gd name="T18" fmla="*/ 30 w 101"/>
                <a:gd name="T19" fmla="*/ 81 h 81"/>
                <a:gd name="T20" fmla="*/ 0 w 101"/>
                <a:gd name="T21" fmla="*/ 81 h 81"/>
                <a:gd name="T22" fmla="*/ 14 w 101"/>
                <a:gd name="T23" fmla="*/ 3 h 81"/>
                <a:gd name="T24" fmla="*/ 44 w 101"/>
                <a:gd name="T25" fmla="*/ 3 h 81"/>
                <a:gd name="T26" fmla="*/ 42 w 101"/>
                <a:gd name="T27" fmla="*/ 1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1" h="81">
                  <a:moveTo>
                    <a:pt x="42" y="13"/>
                  </a:moveTo>
                  <a:cubicBezTo>
                    <a:pt x="42" y="13"/>
                    <a:pt x="42" y="13"/>
                    <a:pt x="42" y="13"/>
                  </a:cubicBezTo>
                  <a:cubicBezTo>
                    <a:pt x="51" y="3"/>
                    <a:pt x="60" y="0"/>
                    <a:pt x="72" y="0"/>
                  </a:cubicBezTo>
                  <a:cubicBezTo>
                    <a:pt x="95" y="0"/>
                    <a:pt x="101" y="13"/>
                    <a:pt x="98" y="33"/>
                  </a:cubicBezTo>
                  <a:cubicBezTo>
                    <a:pt x="90" y="81"/>
                    <a:pt x="90" y="81"/>
                    <a:pt x="90" y="81"/>
                  </a:cubicBezTo>
                  <a:cubicBezTo>
                    <a:pt x="60" y="81"/>
                    <a:pt x="60" y="81"/>
                    <a:pt x="60" y="81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8" y="36"/>
                    <a:pt x="71" y="22"/>
                    <a:pt x="56" y="22"/>
                  </a:cubicBezTo>
                  <a:cubicBezTo>
                    <a:pt x="44" y="22"/>
                    <a:pt x="39" y="31"/>
                    <a:pt x="37" y="4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44" y="3"/>
                    <a:pt x="44" y="3"/>
                    <a:pt x="44" y="3"/>
                  </a:cubicBezTo>
                  <a:lnTo>
                    <a:pt x="42" y="1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29" name="Freeform 26"/>
            <p:cNvSpPr>
              <a:spLocks noEditPoints="1"/>
            </p:cNvSpPr>
            <p:nvPr userDrawn="1"/>
          </p:nvSpPr>
          <p:spPr bwMode="auto">
            <a:xfrm>
              <a:off x="8354354" y="6706281"/>
              <a:ext cx="63841" cy="48472"/>
            </a:xfrm>
            <a:custGeom>
              <a:avLst/>
              <a:gdLst>
                <a:gd name="T0" fmla="*/ 106 w 111"/>
                <a:gd name="T1" fmla="*/ 42 h 84"/>
                <a:gd name="T2" fmla="*/ 48 w 111"/>
                <a:gd name="T3" fmla="*/ 84 h 84"/>
                <a:gd name="T4" fmla="*/ 4 w 111"/>
                <a:gd name="T5" fmla="*/ 42 h 84"/>
                <a:gd name="T6" fmla="*/ 62 w 111"/>
                <a:gd name="T7" fmla="*/ 0 h 84"/>
                <a:gd name="T8" fmla="*/ 106 w 111"/>
                <a:gd name="T9" fmla="*/ 42 h 84"/>
                <a:gd name="T10" fmla="*/ 36 w 111"/>
                <a:gd name="T11" fmla="*/ 42 h 84"/>
                <a:gd name="T12" fmla="*/ 52 w 111"/>
                <a:gd name="T13" fmla="*/ 60 h 84"/>
                <a:gd name="T14" fmla="*/ 75 w 111"/>
                <a:gd name="T15" fmla="*/ 42 h 84"/>
                <a:gd name="T16" fmla="*/ 58 w 111"/>
                <a:gd name="T17" fmla="*/ 24 h 84"/>
                <a:gd name="T18" fmla="*/ 36 w 111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84">
                  <a:moveTo>
                    <a:pt x="106" y="42"/>
                  </a:moveTo>
                  <a:cubicBezTo>
                    <a:pt x="102" y="69"/>
                    <a:pt x="76" y="84"/>
                    <a:pt x="48" y="84"/>
                  </a:cubicBezTo>
                  <a:cubicBezTo>
                    <a:pt x="21" y="84"/>
                    <a:pt x="0" y="69"/>
                    <a:pt x="4" y="42"/>
                  </a:cubicBezTo>
                  <a:cubicBezTo>
                    <a:pt x="9" y="15"/>
                    <a:pt x="35" y="0"/>
                    <a:pt x="62" y="0"/>
                  </a:cubicBezTo>
                  <a:cubicBezTo>
                    <a:pt x="90" y="0"/>
                    <a:pt x="111" y="15"/>
                    <a:pt x="106" y="42"/>
                  </a:cubicBezTo>
                  <a:moveTo>
                    <a:pt x="36" y="42"/>
                  </a:moveTo>
                  <a:cubicBezTo>
                    <a:pt x="34" y="52"/>
                    <a:pt x="40" y="60"/>
                    <a:pt x="52" y="60"/>
                  </a:cubicBezTo>
                  <a:cubicBezTo>
                    <a:pt x="65" y="60"/>
                    <a:pt x="73" y="52"/>
                    <a:pt x="75" y="42"/>
                  </a:cubicBezTo>
                  <a:cubicBezTo>
                    <a:pt x="76" y="32"/>
                    <a:pt x="71" y="24"/>
                    <a:pt x="58" y="24"/>
                  </a:cubicBezTo>
                  <a:cubicBezTo>
                    <a:pt x="46" y="24"/>
                    <a:pt x="38" y="32"/>
                    <a:pt x="36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0" name="Freeform 27"/>
            <p:cNvSpPr>
              <a:spLocks/>
            </p:cNvSpPr>
            <p:nvPr userDrawn="1"/>
          </p:nvSpPr>
          <p:spPr bwMode="auto">
            <a:xfrm>
              <a:off x="8422119" y="6679711"/>
              <a:ext cx="29602" cy="73246"/>
            </a:xfrm>
            <a:custGeom>
              <a:avLst/>
              <a:gdLst>
                <a:gd name="T0" fmla="*/ 50 w 83"/>
                <a:gd name="T1" fmla="*/ 204 h 204"/>
                <a:gd name="T2" fmla="*/ 0 w 83"/>
                <a:gd name="T3" fmla="*/ 204 h 204"/>
                <a:gd name="T4" fmla="*/ 35 w 83"/>
                <a:gd name="T5" fmla="*/ 0 h 204"/>
                <a:gd name="T6" fmla="*/ 83 w 83"/>
                <a:gd name="T7" fmla="*/ 0 h 204"/>
                <a:gd name="T8" fmla="*/ 50 w 83"/>
                <a:gd name="T9" fmla="*/ 2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04">
                  <a:moveTo>
                    <a:pt x="50" y="204"/>
                  </a:moveTo>
                  <a:lnTo>
                    <a:pt x="0" y="204"/>
                  </a:lnTo>
                  <a:lnTo>
                    <a:pt x="35" y="0"/>
                  </a:lnTo>
                  <a:lnTo>
                    <a:pt x="83" y="0"/>
                  </a:lnTo>
                  <a:lnTo>
                    <a:pt x="50" y="204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1" name="Freeform 28"/>
            <p:cNvSpPr>
              <a:spLocks noEditPoints="1"/>
            </p:cNvSpPr>
            <p:nvPr userDrawn="1"/>
          </p:nvSpPr>
          <p:spPr bwMode="auto">
            <a:xfrm>
              <a:off x="8451364" y="6706281"/>
              <a:ext cx="63841" cy="48472"/>
            </a:xfrm>
            <a:custGeom>
              <a:avLst/>
              <a:gdLst>
                <a:gd name="T0" fmla="*/ 107 w 112"/>
                <a:gd name="T1" fmla="*/ 42 h 84"/>
                <a:gd name="T2" fmla="*/ 49 w 112"/>
                <a:gd name="T3" fmla="*/ 84 h 84"/>
                <a:gd name="T4" fmla="*/ 5 w 112"/>
                <a:gd name="T5" fmla="*/ 42 h 84"/>
                <a:gd name="T6" fmla="*/ 63 w 112"/>
                <a:gd name="T7" fmla="*/ 0 h 84"/>
                <a:gd name="T8" fmla="*/ 107 w 112"/>
                <a:gd name="T9" fmla="*/ 42 h 84"/>
                <a:gd name="T10" fmla="*/ 37 w 112"/>
                <a:gd name="T11" fmla="*/ 42 h 84"/>
                <a:gd name="T12" fmla="*/ 53 w 112"/>
                <a:gd name="T13" fmla="*/ 60 h 84"/>
                <a:gd name="T14" fmla="*/ 75 w 112"/>
                <a:gd name="T15" fmla="*/ 42 h 84"/>
                <a:gd name="T16" fmla="*/ 59 w 112"/>
                <a:gd name="T17" fmla="*/ 24 h 84"/>
                <a:gd name="T18" fmla="*/ 37 w 112"/>
                <a:gd name="T19" fmla="*/ 4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2" h="84">
                  <a:moveTo>
                    <a:pt x="107" y="42"/>
                  </a:moveTo>
                  <a:cubicBezTo>
                    <a:pt x="103" y="69"/>
                    <a:pt x="76" y="84"/>
                    <a:pt x="49" y="84"/>
                  </a:cubicBezTo>
                  <a:cubicBezTo>
                    <a:pt x="22" y="84"/>
                    <a:pt x="0" y="69"/>
                    <a:pt x="5" y="42"/>
                  </a:cubicBezTo>
                  <a:cubicBezTo>
                    <a:pt x="10" y="15"/>
                    <a:pt x="36" y="0"/>
                    <a:pt x="63" y="0"/>
                  </a:cubicBezTo>
                  <a:cubicBezTo>
                    <a:pt x="90" y="0"/>
                    <a:pt x="112" y="15"/>
                    <a:pt x="107" y="42"/>
                  </a:cubicBezTo>
                  <a:moveTo>
                    <a:pt x="37" y="42"/>
                  </a:moveTo>
                  <a:cubicBezTo>
                    <a:pt x="35" y="52"/>
                    <a:pt x="41" y="60"/>
                    <a:pt x="53" y="60"/>
                  </a:cubicBezTo>
                  <a:cubicBezTo>
                    <a:pt x="65" y="60"/>
                    <a:pt x="74" y="52"/>
                    <a:pt x="75" y="42"/>
                  </a:cubicBezTo>
                  <a:cubicBezTo>
                    <a:pt x="77" y="32"/>
                    <a:pt x="71" y="24"/>
                    <a:pt x="59" y="24"/>
                  </a:cubicBezTo>
                  <a:cubicBezTo>
                    <a:pt x="47" y="24"/>
                    <a:pt x="38" y="32"/>
                    <a:pt x="37" y="42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2" name="Freeform 29"/>
            <p:cNvSpPr>
              <a:spLocks noEditPoints="1"/>
            </p:cNvSpPr>
            <p:nvPr userDrawn="1"/>
          </p:nvSpPr>
          <p:spPr bwMode="auto">
            <a:xfrm>
              <a:off x="8515206" y="6706281"/>
              <a:ext cx="65268" cy="69297"/>
            </a:xfrm>
            <a:custGeom>
              <a:avLst/>
              <a:gdLst>
                <a:gd name="T0" fmla="*/ 102 w 114"/>
                <a:gd name="T1" fmla="*/ 74 h 120"/>
                <a:gd name="T2" fmla="*/ 44 w 114"/>
                <a:gd name="T3" fmla="*/ 120 h 120"/>
                <a:gd name="T4" fmla="*/ 1 w 114"/>
                <a:gd name="T5" fmla="*/ 90 h 120"/>
                <a:gd name="T6" fmla="*/ 35 w 114"/>
                <a:gd name="T7" fmla="*/ 90 h 120"/>
                <a:gd name="T8" fmla="*/ 40 w 114"/>
                <a:gd name="T9" fmla="*/ 96 h 120"/>
                <a:gd name="T10" fmla="*/ 48 w 114"/>
                <a:gd name="T11" fmla="*/ 98 h 120"/>
                <a:gd name="T12" fmla="*/ 71 w 114"/>
                <a:gd name="T13" fmla="*/ 76 h 120"/>
                <a:gd name="T14" fmla="*/ 72 w 114"/>
                <a:gd name="T15" fmla="*/ 72 h 120"/>
                <a:gd name="T16" fmla="*/ 43 w 114"/>
                <a:gd name="T17" fmla="*/ 83 h 120"/>
                <a:gd name="T18" fmla="*/ 8 w 114"/>
                <a:gd name="T19" fmla="*/ 43 h 120"/>
                <a:gd name="T20" fmla="*/ 59 w 114"/>
                <a:gd name="T21" fmla="*/ 0 h 120"/>
                <a:gd name="T22" fmla="*/ 82 w 114"/>
                <a:gd name="T23" fmla="*/ 11 h 120"/>
                <a:gd name="T24" fmla="*/ 82 w 114"/>
                <a:gd name="T25" fmla="*/ 11 h 120"/>
                <a:gd name="T26" fmla="*/ 84 w 114"/>
                <a:gd name="T27" fmla="*/ 3 h 120"/>
                <a:gd name="T28" fmla="*/ 114 w 114"/>
                <a:gd name="T29" fmla="*/ 3 h 120"/>
                <a:gd name="T30" fmla="*/ 102 w 114"/>
                <a:gd name="T31" fmla="*/ 74 h 120"/>
                <a:gd name="T32" fmla="*/ 39 w 114"/>
                <a:gd name="T33" fmla="*/ 41 h 120"/>
                <a:gd name="T34" fmla="*/ 56 w 114"/>
                <a:gd name="T35" fmla="*/ 59 h 120"/>
                <a:gd name="T36" fmla="*/ 78 w 114"/>
                <a:gd name="T37" fmla="*/ 41 h 120"/>
                <a:gd name="T38" fmla="*/ 62 w 114"/>
                <a:gd name="T39" fmla="*/ 24 h 120"/>
                <a:gd name="T40" fmla="*/ 39 w 114"/>
                <a:gd name="T41" fmla="*/ 4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0">
                  <a:moveTo>
                    <a:pt x="102" y="74"/>
                  </a:moveTo>
                  <a:cubicBezTo>
                    <a:pt x="96" y="107"/>
                    <a:pt x="76" y="120"/>
                    <a:pt x="44" y="120"/>
                  </a:cubicBezTo>
                  <a:cubicBezTo>
                    <a:pt x="25" y="120"/>
                    <a:pt x="0" y="111"/>
                    <a:pt x="1" y="90"/>
                  </a:cubicBezTo>
                  <a:cubicBezTo>
                    <a:pt x="35" y="90"/>
                    <a:pt x="35" y="90"/>
                    <a:pt x="35" y="90"/>
                  </a:cubicBezTo>
                  <a:cubicBezTo>
                    <a:pt x="35" y="93"/>
                    <a:pt x="37" y="95"/>
                    <a:pt x="40" y="96"/>
                  </a:cubicBezTo>
                  <a:cubicBezTo>
                    <a:pt x="42" y="98"/>
                    <a:pt x="45" y="98"/>
                    <a:pt x="48" y="98"/>
                  </a:cubicBezTo>
                  <a:cubicBezTo>
                    <a:pt x="64" y="98"/>
                    <a:pt x="69" y="88"/>
                    <a:pt x="71" y="76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63" y="79"/>
                    <a:pt x="54" y="83"/>
                    <a:pt x="43" y="83"/>
                  </a:cubicBezTo>
                  <a:cubicBezTo>
                    <a:pt x="18" y="83"/>
                    <a:pt x="4" y="65"/>
                    <a:pt x="8" y="43"/>
                  </a:cubicBezTo>
                  <a:cubicBezTo>
                    <a:pt x="12" y="20"/>
                    <a:pt x="33" y="0"/>
                    <a:pt x="59" y="0"/>
                  </a:cubicBezTo>
                  <a:cubicBezTo>
                    <a:pt x="69" y="0"/>
                    <a:pt x="77" y="3"/>
                    <a:pt x="82" y="11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4" y="3"/>
                    <a:pt x="84" y="3"/>
                    <a:pt x="84" y="3"/>
                  </a:cubicBezTo>
                  <a:cubicBezTo>
                    <a:pt x="114" y="3"/>
                    <a:pt x="114" y="3"/>
                    <a:pt x="114" y="3"/>
                  </a:cubicBezTo>
                  <a:lnTo>
                    <a:pt x="102" y="74"/>
                  </a:lnTo>
                  <a:close/>
                  <a:moveTo>
                    <a:pt x="39" y="41"/>
                  </a:moveTo>
                  <a:cubicBezTo>
                    <a:pt x="38" y="51"/>
                    <a:pt x="43" y="59"/>
                    <a:pt x="56" y="59"/>
                  </a:cubicBezTo>
                  <a:cubicBezTo>
                    <a:pt x="68" y="59"/>
                    <a:pt x="76" y="51"/>
                    <a:pt x="78" y="41"/>
                  </a:cubicBezTo>
                  <a:cubicBezTo>
                    <a:pt x="80" y="32"/>
                    <a:pt x="74" y="24"/>
                    <a:pt x="62" y="24"/>
                  </a:cubicBezTo>
                  <a:cubicBezTo>
                    <a:pt x="49" y="24"/>
                    <a:pt x="41" y="32"/>
                    <a:pt x="39" y="41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3" name="Freeform 30"/>
            <p:cNvSpPr>
              <a:spLocks noEditPoints="1"/>
            </p:cNvSpPr>
            <p:nvPr userDrawn="1"/>
          </p:nvSpPr>
          <p:spPr bwMode="auto">
            <a:xfrm>
              <a:off x="8586537" y="6681507"/>
              <a:ext cx="29602" cy="71451"/>
            </a:xfrm>
            <a:custGeom>
              <a:avLst/>
              <a:gdLst>
                <a:gd name="T0" fmla="*/ 30 w 52"/>
                <a:gd name="T1" fmla="*/ 124 h 124"/>
                <a:gd name="T2" fmla="*/ 0 w 52"/>
                <a:gd name="T3" fmla="*/ 124 h 124"/>
                <a:gd name="T4" fmla="*/ 14 w 52"/>
                <a:gd name="T5" fmla="*/ 46 h 124"/>
                <a:gd name="T6" fmla="*/ 44 w 52"/>
                <a:gd name="T7" fmla="*/ 46 h 124"/>
                <a:gd name="T8" fmla="*/ 30 w 52"/>
                <a:gd name="T9" fmla="*/ 124 h 124"/>
                <a:gd name="T10" fmla="*/ 51 w 52"/>
                <a:gd name="T11" fmla="*/ 16 h 124"/>
                <a:gd name="T12" fmla="*/ 31 w 52"/>
                <a:gd name="T13" fmla="*/ 31 h 124"/>
                <a:gd name="T14" fmla="*/ 17 w 52"/>
                <a:gd name="T15" fmla="*/ 16 h 124"/>
                <a:gd name="T16" fmla="*/ 37 w 52"/>
                <a:gd name="T17" fmla="*/ 0 h 124"/>
                <a:gd name="T18" fmla="*/ 51 w 52"/>
                <a:gd name="T19" fmla="*/ 1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124">
                  <a:moveTo>
                    <a:pt x="30" y="124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44" y="46"/>
                    <a:pt x="44" y="46"/>
                    <a:pt x="44" y="46"/>
                  </a:cubicBezTo>
                  <a:lnTo>
                    <a:pt x="30" y="124"/>
                  </a:lnTo>
                  <a:close/>
                  <a:moveTo>
                    <a:pt x="51" y="16"/>
                  </a:moveTo>
                  <a:cubicBezTo>
                    <a:pt x="49" y="24"/>
                    <a:pt x="41" y="31"/>
                    <a:pt x="31" y="31"/>
                  </a:cubicBezTo>
                  <a:cubicBezTo>
                    <a:pt x="22" y="31"/>
                    <a:pt x="15" y="24"/>
                    <a:pt x="17" y="16"/>
                  </a:cubicBezTo>
                  <a:cubicBezTo>
                    <a:pt x="18" y="7"/>
                    <a:pt x="27" y="0"/>
                    <a:pt x="37" y="0"/>
                  </a:cubicBezTo>
                  <a:cubicBezTo>
                    <a:pt x="46" y="0"/>
                    <a:pt x="52" y="7"/>
                    <a:pt x="51" y="16"/>
                  </a:cubicBezTo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4" name="Freeform 31"/>
            <p:cNvSpPr>
              <a:spLocks noEditPoints="1"/>
            </p:cNvSpPr>
            <p:nvPr userDrawn="1"/>
          </p:nvSpPr>
          <p:spPr bwMode="auto">
            <a:xfrm>
              <a:off x="8615426" y="6706281"/>
              <a:ext cx="59205" cy="48472"/>
            </a:xfrm>
            <a:custGeom>
              <a:avLst/>
              <a:gdLst>
                <a:gd name="T0" fmla="*/ 97 w 103"/>
                <a:gd name="T1" fmla="*/ 47 h 84"/>
                <a:gd name="T2" fmla="*/ 34 w 103"/>
                <a:gd name="T3" fmla="*/ 47 h 84"/>
                <a:gd name="T4" fmla="*/ 50 w 103"/>
                <a:gd name="T5" fmla="*/ 64 h 84"/>
                <a:gd name="T6" fmla="*/ 66 w 103"/>
                <a:gd name="T7" fmla="*/ 57 h 84"/>
                <a:gd name="T8" fmla="*/ 94 w 103"/>
                <a:gd name="T9" fmla="*/ 57 h 84"/>
                <a:gd name="T10" fmla="*/ 47 w 103"/>
                <a:gd name="T11" fmla="*/ 84 h 84"/>
                <a:gd name="T12" fmla="*/ 5 w 103"/>
                <a:gd name="T13" fmla="*/ 42 h 84"/>
                <a:gd name="T14" fmla="*/ 59 w 103"/>
                <a:gd name="T15" fmla="*/ 0 h 84"/>
                <a:gd name="T16" fmla="*/ 98 w 103"/>
                <a:gd name="T17" fmla="*/ 44 h 84"/>
                <a:gd name="T18" fmla="*/ 97 w 103"/>
                <a:gd name="T19" fmla="*/ 47 h 84"/>
                <a:gd name="T20" fmla="*/ 72 w 103"/>
                <a:gd name="T21" fmla="*/ 31 h 84"/>
                <a:gd name="T22" fmla="*/ 57 w 103"/>
                <a:gd name="T23" fmla="*/ 18 h 84"/>
                <a:gd name="T24" fmla="*/ 37 w 103"/>
                <a:gd name="T25" fmla="*/ 31 h 84"/>
                <a:gd name="T26" fmla="*/ 72 w 103"/>
                <a:gd name="T27" fmla="*/ 3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84">
                  <a:moveTo>
                    <a:pt x="97" y="47"/>
                  </a:moveTo>
                  <a:cubicBezTo>
                    <a:pt x="34" y="47"/>
                    <a:pt x="34" y="47"/>
                    <a:pt x="34" y="47"/>
                  </a:cubicBezTo>
                  <a:cubicBezTo>
                    <a:pt x="32" y="58"/>
                    <a:pt x="37" y="64"/>
                    <a:pt x="50" y="64"/>
                  </a:cubicBezTo>
                  <a:cubicBezTo>
                    <a:pt x="56" y="64"/>
                    <a:pt x="61" y="62"/>
                    <a:pt x="66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87" y="76"/>
                    <a:pt x="66" y="84"/>
                    <a:pt x="47" y="84"/>
                  </a:cubicBezTo>
                  <a:cubicBezTo>
                    <a:pt x="19" y="84"/>
                    <a:pt x="0" y="69"/>
                    <a:pt x="5" y="42"/>
                  </a:cubicBezTo>
                  <a:cubicBezTo>
                    <a:pt x="9" y="16"/>
                    <a:pt x="31" y="0"/>
                    <a:pt x="59" y="0"/>
                  </a:cubicBezTo>
                  <a:cubicBezTo>
                    <a:pt x="88" y="0"/>
                    <a:pt x="103" y="17"/>
                    <a:pt x="98" y="44"/>
                  </a:cubicBezTo>
                  <a:lnTo>
                    <a:pt x="97" y="47"/>
                  </a:lnTo>
                  <a:close/>
                  <a:moveTo>
                    <a:pt x="72" y="31"/>
                  </a:moveTo>
                  <a:cubicBezTo>
                    <a:pt x="72" y="23"/>
                    <a:pt x="65" y="18"/>
                    <a:pt x="57" y="18"/>
                  </a:cubicBezTo>
                  <a:cubicBezTo>
                    <a:pt x="48" y="18"/>
                    <a:pt x="40" y="22"/>
                    <a:pt x="37" y="31"/>
                  </a:cubicBezTo>
                  <a:lnTo>
                    <a:pt x="72" y="3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5" name="Freeform 32"/>
            <p:cNvSpPr>
              <a:spLocks/>
            </p:cNvSpPr>
            <p:nvPr userDrawn="1"/>
          </p:nvSpPr>
          <p:spPr bwMode="auto">
            <a:xfrm>
              <a:off x="8676414" y="6706281"/>
              <a:ext cx="47792" cy="48472"/>
            </a:xfrm>
            <a:custGeom>
              <a:avLst/>
              <a:gdLst>
                <a:gd name="T0" fmla="*/ 70 w 84"/>
                <a:gd name="T1" fmla="*/ 23 h 84"/>
                <a:gd name="T2" fmla="*/ 55 w 84"/>
                <a:gd name="T3" fmla="*/ 19 h 84"/>
                <a:gd name="T4" fmla="*/ 44 w 84"/>
                <a:gd name="T5" fmla="*/ 24 h 84"/>
                <a:gd name="T6" fmla="*/ 57 w 84"/>
                <a:gd name="T7" fmla="*/ 31 h 84"/>
                <a:gd name="T8" fmla="*/ 78 w 84"/>
                <a:gd name="T9" fmla="*/ 55 h 84"/>
                <a:gd name="T10" fmla="*/ 33 w 84"/>
                <a:gd name="T11" fmla="*/ 84 h 84"/>
                <a:gd name="T12" fmla="*/ 0 w 84"/>
                <a:gd name="T13" fmla="*/ 75 h 84"/>
                <a:gd name="T14" fmla="*/ 14 w 84"/>
                <a:gd name="T15" fmla="*/ 55 h 84"/>
                <a:gd name="T16" fmla="*/ 37 w 84"/>
                <a:gd name="T17" fmla="*/ 63 h 84"/>
                <a:gd name="T18" fmla="*/ 47 w 84"/>
                <a:gd name="T19" fmla="*/ 57 h 84"/>
                <a:gd name="T20" fmla="*/ 30 w 84"/>
                <a:gd name="T21" fmla="*/ 49 h 84"/>
                <a:gd name="T22" fmla="*/ 14 w 84"/>
                <a:gd name="T23" fmla="*/ 28 h 84"/>
                <a:gd name="T24" fmla="*/ 56 w 84"/>
                <a:gd name="T25" fmla="*/ 0 h 84"/>
                <a:gd name="T26" fmla="*/ 84 w 84"/>
                <a:gd name="T27" fmla="*/ 5 h 84"/>
                <a:gd name="T28" fmla="*/ 70 w 84"/>
                <a:gd name="T29" fmla="*/ 2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" h="84">
                  <a:moveTo>
                    <a:pt x="70" y="23"/>
                  </a:moveTo>
                  <a:cubicBezTo>
                    <a:pt x="66" y="21"/>
                    <a:pt x="60" y="19"/>
                    <a:pt x="55" y="19"/>
                  </a:cubicBezTo>
                  <a:cubicBezTo>
                    <a:pt x="51" y="19"/>
                    <a:pt x="45" y="21"/>
                    <a:pt x="44" y="24"/>
                  </a:cubicBezTo>
                  <a:cubicBezTo>
                    <a:pt x="44" y="30"/>
                    <a:pt x="53" y="31"/>
                    <a:pt x="57" y="31"/>
                  </a:cubicBezTo>
                  <a:cubicBezTo>
                    <a:pt x="70" y="34"/>
                    <a:pt x="80" y="40"/>
                    <a:pt x="78" y="55"/>
                  </a:cubicBezTo>
                  <a:cubicBezTo>
                    <a:pt x="74" y="75"/>
                    <a:pt x="52" y="84"/>
                    <a:pt x="33" y="84"/>
                  </a:cubicBezTo>
                  <a:cubicBezTo>
                    <a:pt x="20" y="84"/>
                    <a:pt x="9" y="81"/>
                    <a:pt x="0" y="75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9" y="59"/>
                    <a:pt x="29" y="63"/>
                    <a:pt x="37" y="63"/>
                  </a:cubicBezTo>
                  <a:cubicBezTo>
                    <a:pt x="40" y="63"/>
                    <a:pt x="46" y="62"/>
                    <a:pt x="47" y="57"/>
                  </a:cubicBezTo>
                  <a:cubicBezTo>
                    <a:pt x="48" y="51"/>
                    <a:pt x="39" y="51"/>
                    <a:pt x="30" y="49"/>
                  </a:cubicBezTo>
                  <a:cubicBezTo>
                    <a:pt x="21" y="46"/>
                    <a:pt x="12" y="42"/>
                    <a:pt x="14" y="28"/>
                  </a:cubicBezTo>
                  <a:cubicBezTo>
                    <a:pt x="18" y="9"/>
                    <a:pt x="38" y="0"/>
                    <a:pt x="56" y="0"/>
                  </a:cubicBezTo>
                  <a:cubicBezTo>
                    <a:pt x="66" y="0"/>
                    <a:pt x="75" y="2"/>
                    <a:pt x="84" y="5"/>
                  </a:cubicBezTo>
                  <a:lnTo>
                    <a:pt x="70" y="23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  <p:grpSp>
        <p:nvGrpSpPr>
          <p:cNvPr id="36" name="Groupe 104"/>
          <p:cNvGrpSpPr>
            <a:grpSpLocks noChangeAspect="1"/>
          </p:cNvGrpSpPr>
          <p:nvPr userDrawn="1"/>
        </p:nvGrpSpPr>
        <p:grpSpPr>
          <a:xfrm flipV="1">
            <a:off x="0" y="6505287"/>
            <a:ext cx="10206455" cy="353622"/>
            <a:chOff x="93663" y="5592763"/>
            <a:chExt cx="12004675" cy="415925"/>
          </a:xfrm>
          <a:solidFill>
            <a:srgbClr val="F58220"/>
          </a:solidFill>
        </p:grpSpPr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3963988" y="5592763"/>
              <a:ext cx="8134350" cy="415925"/>
            </a:xfrm>
            <a:custGeom>
              <a:avLst/>
              <a:gdLst>
                <a:gd name="T0" fmla="*/ 4982 w 5124"/>
                <a:gd name="T1" fmla="*/ 262 h 262"/>
                <a:gd name="T2" fmla="*/ 0 w 5124"/>
                <a:gd name="T3" fmla="*/ 262 h 262"/>
                <a:gd name="T4" fmla="*/ 142 w 5124"/>
                <a:gd name="T5" fmla="*/ 0 h 262"/>
                <a:gd name="T6" fmla="*/ 5124 w 5124"/>
                <a:gd name="T7" fmla="*/ 0 h 262"/>
                <a:gd name="T8" fmla="*/ 4982 w 5124"/>
                <a:gd name="T9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24" h="262">
                  <a:moveTo>
                    <a:pt x="4982" y="262"/>
                  </a:moveTo>
                  <a:lnTo>
                    <a:pt x="0" y="262"/>
                  </a:lnTo>
                  <a:lnTo>
                    <a:pt x="142" y="0"/>
                  </a:lnTo>
                  <a:lnTo>
                    <a:pt x="5124" y="0"/>
                  </a:lnTo>
                  <a:lnTo>
                    <a:pt x="4982" y="2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  <p:sp>
          <p:nvSpPr>
            <p:cNvPr id="38" name="Freeform 6"/>
            <p:cNvSpPr>
              <a:spLocks/>
            </p:cNvSpPr>
            <p:nvPr/>
          </p:nvSpPr>
          <p:spPr bwMode="auto">
            <a:xfrm>
              <a:off x="93663" y="5592763"/>
              <a:ext cx="4060825" cy="415925"/>
            </a:xfrm>
            <a:custGeom>
              <a:avLst/>
              <a:gdLst>
                <a:gd name="T0" fmla="*/ 2558 w 2558"/>
                <a:gd name="T1" fmla="*/ 0 h 262"/>
                <a:gd name="T2" fmla="*/ 0 w 2558"/>
                <a:gd name="T3" fmla="*/ 0 h 262"/>
                <a:gd name="T4" fmla="*/ 0 w 2558"/>
                <a:gd name="T5" fmla="*/ 262 h 262"/>
                <a:gd name="T6" fmla="*/ 2417 w 2558"/>
                <a:gd name="T7" fmla="*/ 262 h 262"/>
                <a:gd name="T8" fmla="*/ 2558 w 2558"/>
                <a:gd name="T9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8" h="262">
                  <a:moveTo>
                    <a:pt x="2558" y="0"/>
                  </a:moveTo>
                  <a:lnTo>
                    <a:pt x="0" y="0"/>
                  </a:lnTo>
                  <a:lnTo>
                    <a:pt x="0" y="262"/>
                  </a:lnTo>
                  <a:lnTo>
                    <a:pt x="2417" y="262"/>
                  </a:lnTo>
                  <a:lnTo>
                    <a:pt x="255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6965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Customer Returns</a:t>
            </a:r>
            <a:endParaRPr lang="en-US" sz="4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CA" sz="2800"/>
              <a:t> WMS Guide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084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41C7-2ECD-475C-8E11-88F1001E6E5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582839"/>
            <a:ext cx="10515600" cy="636361"/>
          </a:xfrm>
        </p:spPr>
        <p:txBody>
          <a:bodyPr/>
          <a:lstStyle/>
          <a:p>
            <a:r>
              <a:rPr lang="en-CA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6F8A-6BEF-459C-AFA4-6D790D24F1C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932815"/>
            <a:ext cx="10515600" cy="1719647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CA" sz="2400"/>
              <a:t>Prerequisite</a:t>
            </a:r>
            <a:r>
              <a:rPr lang="en-CA" sz="2400" b="1"/>
              <a:t> </a:t>
            </a:r>
            <a:r>
              <a:rPr lang="en-CA" sz="2400"/>
              <a:t>…………………</a:t>
            </a:r>
            <a:r>
              <a:rPr lang="en-CA"/>
              <a:t>.............................................................................................3</a:t>
            </a:r>
            <a:endParaRPr lang="en-CA" sz="2400" b="1"/>
          </a:p>
          <a:p>
            <a:pPr marL="0" indent="0" algn="just">
              <a:lnSpc>
                <a:spcPct val="150000"/>
              </a:lnSpc>
              <a:buNone/>
            </a:pPr>
            <a:r>
              <a:rPr lang="en-CA"/>
              <a:t>Inbound Return Planning.............................................................................................5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CA"/>
              <a:t>Inbound Return Receiving...........................................................................................9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397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Prerequisite</a:t>
            </a:r>
          </a:p>
        </p:txBody>
      </p:sp>
    </p:spTree>
    <p:extLst>
      <p:ext uri="{BB962C8B-B14F-4D97-AF65-F5344CB8AC3E}">
        <p14:creationId xmlns:p14="http://schemas.microsoft.com/office/powerpoint/2010/main" val="455073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fr-CA" err="1"/>
              <a:t>Prerequisite</a:t>
            </a:r>
            <a:r>
              <a:rPr lang="fr-CA"/>
              <a:t> </a:t>
            </a:r>
            <a:endParaRPr lang="en-CA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BD3C0-FF3E-4E6D-9033-B223EF53FA24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10336556" cy="4351338"/>
          </a:xfrm>
        </p:spPr>
        <p:txBody>
          <a:bodyPr/>
          <a:lstStyle/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/>
              <a:t> A </a:t>
            </a:r>
            <a:r>
              <a:rPr lang="en-CA" sz="2600"/>
              <a:t>Return Merchandise Authorization </a:t>
            </a:r>
            <a:r>
              <a:rPr lang="en-US" sz="2600"/>
              <a:t>(RMA) is required before initiating a customer return in the WMS.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/>
              <a:t> It is the responsibility of CSR to generate an RMA number.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600"/>
              <a:t> Once the RMA number created, the customer return process is partly performed on a desktop and/or a mobile device.</a:t>
            </a:r>
          </a:p>
        </p:txBody>
      </p:sp>
    </p:spTree>
    <p:extLst>
      <p:ext uri="{BB962C8B-B14F-4D97-AF65-F5344CB8AC3E}">
        <p14:creationId xmlns:p14="http://schemas.microsoft.com/office/powerpoint/2010/main" val="302485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1 – Inbound Return Planning</a:t>
            </a:r>
          </a:p>
        </p:txBody>
      </p:sp>
    </p:spTree>
    <p:extLst>
      <p:ext uri="{BB962C8B-B14F-4D97-AF65-F5344CB8AC3E}">
        <p14:creationId xmlns:p14="http://schemas.microsoft.com/office/powerpoint/2010/main" val="18554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0642-98C9-4E05-8DEA-8CB11183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1 – Inbound Return Planning</a:t>
            </a:r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D03059-2B43-47AE-9AFD-57C17E43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019" y="1712612"/>
            <a:ext cx="4003641" cy="389652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E67459-6C18-4BD1-8104-145AB4A8FC43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5182" y="1712612"/>
            <a:ext cx="5257800" cy="4351338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With a desktop computer, select the </a:t>
            </a:r>
            <a:r>
              <a:rPr lang="en-US" b="1"/>
              <a:t>Inbound Order Management </a:t>
            </a:r>
            <a:r>
              <a:rPr lang="en-US"/>
              <a:t>resource</a:t>
            </a:r>
            <a:r>
              <a:rPr lang="en-US" b="1"/>
              <a:t>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Under Customer Returns, click on </a:t>
            </a:r>
            <a:r>
              <a:rPr lang="en-US" b="1"/>
              <a:t>Inbound Return Planning</a:t>
            </a:r>
          </a:p>
        </p:txBody>
      </p:sp>
    </p:spTree>
    <p:extLst>
      <p:ext uri="{BB962C8B-B14F-4D97-AF65-F5344CB8AC3E}">
        <p14:creationId xmlns:p14="http://schemas.microsoft.com/office/powerpoint/2010/main" val="193454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F2AC17-5DA7-4794-910C-82B017AC5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63" y="2987908"/>
            <a:ext cx="10691446" cy="285155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1 – Inbound Return Planning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3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From the new window, use the search criteria to retrieve the return you wish to process using the RMA number. </a:t>
            </a:r>
          </a:p>
        </p:txBody>
      </p:sp>
    </p:spTree>
    <p:extLst>
      <p:ext uri="{BB962C8B-B14F-4D97-AF65-F5344CB8AC3E}">
        <p14:creationId xmlns:p14="http://schemas.microsoft.com/office/powerpoint/2010/main" val="1172688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1 – Inbound Return Planning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03384" y="1315453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4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Select the Use Record as Criteria for Action button and click on the Plan and Receive with Line Loading action.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E8656-A820-4FE6-B9BB-84EAB2F3A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2642584"/>
            <a:ext cx="9766832" cy="36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14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18F3-9F12-464B-BC50-F741E79EDDDA}"/>
              </a:ext>
            </a:extLst>
          </p:cNvPr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CA" sz="4400" b="1"/>
              <a:t>Step 2 – Inbound Return Receiving</a:t>
            </a:r>
          </a:p>
        </p:txBody>
      </p:sp>
    </p:spTree>
    <p:extLst>
      <p:ext uri="{BB962C8B-B14F-4D97-AF65-F5344CB8AC3E}">
        <p14:creationId xmlns:p14="http://schemas.microsoft.com/office/powerpoint/2010/main" val="383304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5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If you are using a desktop computer, a new Inbound Return Receiving window will appear automatically showing the RMA you previously planned.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1F1B5-604B-4B48-97B0-B370677BF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77" y="2937995"/>
            <a:ext cx="10322257" cy="25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3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E9E85-6AAC-4ACF-B9B1-68C3CBC67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28" y="3763980"/>
            <a:ext cx="10538910" cy="23345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15D18-CCA7-4798-8D25-2EC67FB6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E7E4-1F6A-4578-BE0F-EB88052B96E9}"/>
              </a:ext>
            </a:extLst>
          </p:cNvPr>
          <p:cNvSpPr txBox="1"/>
          <p:nvPr/>
        </p:nvSpPr>
        <p:spPr>
          <a:xfrm>
            <a:off x="703384" y="1264528"/>
            <a:ext cx="7510976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If you want to perform the receiving of the customer return with a mobile device, under the </a:t>
            </a:r>
            <a:r>
              <a:rPr 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Receiving </a:t>
            </a: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resource, select </a:t>
            </a:r>
            <a:r>
              <a:rPr 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Inbound Return Receiving</a:t>
            </a: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r>
              <a:rPr lang="en-US" sz="2400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Then retrieve the RMA you want to process using the Receipt or the RMA number.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E8284-DFF6-4BE0-AA39-707651399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852" y="759451"/>
            <a:ext cx="3328843" cy="52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2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10691445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6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Select the View Record Details action.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E1E038-7B97-400F-A0D5-8573FC827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66" y="2540808"/>
            <a:ext cx="11469682" cy="2762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049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03384" y="1495775"/>
            <a:ext cx="6096001" cy="18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7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Optionally, from the new window, enter the Pro Bill number.  </a:t>
            </a:r>
          </a:p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7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Click on Continue.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D2B83-E97D-47D3-80A4-DD64CBA5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623" y="1495775"/>
            <a:ext cx="4663595" cy="47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3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634313" y="1577737"/>
            <a:ext cx="10709564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1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9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In the new window, enter the quantity that must be returned for each line items.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ACD7-3C21-4E98-A85D-B7219E219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95" y="2418824"/>
            <a:ext cx="11137400" cy="26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936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87AB-BA55-4EB6-BA2E-02D7AC10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92FC-2D2A-4124-B218-D732D597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438"/>
            <a:ext cx="10515600" cy="4962525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US" sz="2100">
                <a:solidFill>
                  <a:schemeClr val="tx1">
                    <a:lumMod val="50000"/>
                    <a:lumOff val="50000"/>
                  </a:schemeClr>
                </a:solidFill>
              </a:rPr>
              <a:t>In the case of an item with a serial number, you need to add this Serial Number when processing the return:</a:t>
            </a:r>
          </a:p>
          <a:p>
            <a:pPr lvl="1">
              <a:lnSpc>
                <a:spcPct val="150000"/>
              </a:lnSpc>
            </a:pPr>
            <a:r>
              <a:rPr lang="en-US" sz="2100"/>
              <a:t>Click on the View Record Details action.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A4E15-63CE-4636-AD52-E5D58FD5C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647"/>
          <a:stretch/>
        </p:blipFill>
        <p:spPr>
          <a:xfrm>
            <a:off x="242887" y="3079582"/>
            <a:ext cx="11687176" cy="245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4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87AB-BA55-4EB6-BA2E-02D7AC10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92FC-2D2A-4124-B218-D732D597D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9364579" cy="4962525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 startAt="11"/>
            </a:pPr>
            <a:r>
              <a:rPr lang="en-US" sz="2100">
                <a:solidFill>
                  <a:schemeClr val="tx1">
                    <a:lumMod val="50000"/>
                    <a:lumOff val="50000"/>
                  </a:schemeClr>
                </a:solidFill>
              </a:rPr>
              <a:t>In the case of an item with a serial number (continued):</a:t>
            </a:r>
          </a:p>
          <a:p>
            <a:pPr lvl="1">
              <a:lnSpc>
                <a:spcPct val="100000"/>
              </a:lnSpc>
            </a:pPr>
            <a:r>
              <a:rPr lang="en-US" sz="2100"/>
              <a:t>Confirm the quantity as well as the unit of measure,</a:t>
            </a:r>
          </a:p>
          <a:p>
            <a:pPr lvl="1">
              <a:lnSpc>
                <a:spcPct val="100000"/>
              </a:lnSpc>
            </a:pPr>
            <a:r>
              <a:rPr lang="en-US" sz="2100"/>
              <a:t>In the </a:t>
            </a:r>
            <a:r>
              <a:rPr lang="en-US" sz="2100" b="1"/>
              <a:t>Serial Tracking </a:t>
            </a:r>
            <a:r>
              <a:rPr lang="en-US" sz="2100"/>
              <a:t>Section: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100"/>
              <a:t>Enter the Serial Number,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100"/>
              <a:t>Click on Add, 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100"/>
              <a:t>Then, click on Submit.</a:t>
            </a:r>
            <a:endParaRPr lang="en-CA" sz="21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2B1F0-FC7D-4EF9-8CC3-7629F173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98273"/>
            <a:ext cx="7734301" cy="31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8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5FE9C9-DE55-4905-A115-9BC7C9FE06AF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48858" y="1349261"/>
            <a:ext cx="10688248" cy="3989609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en-US" sz="2300" b="1"/>
              <a:t>Additional note - Receive </a:t>
            </a:r>
            <a:r>
              <a:rPr lang="en-US" sz="2300" b="1" u="sng"/>
              <a:t>less</a:t>
            </a:r>
            <a:r>
              <a:rPr lang="en-US" sz="2300" b="1"/>
              <a:t> than the expected return quantity : </a:t>
            </a:r>
            <a:endParaRPr lang="en-US" sz="2300"/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/>
              <a:t> If the quantity is partially received (in the "Input Quantity" field) compared to what was expected (in the "Return Quantity" field), the RMA will be kept open.  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/>
              <a:t> A new line for the customer return will be created allowing the return to be processed later for the remaining quantities. The RMA number will remain the same. 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300"/>
              <a:t>If the remaining quantities will no longer be received, it is the responsibility of CSR to cancel the RMA.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F586A-1AEB-4437-B060-3074FD966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390" y="5139773"/>
            <a:ext cx="11649219" cy="124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3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741218" y="1377275"/>
            <a:ext cx="105156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2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Once all quantities (and serial numbers if applicable) have been entered for all line of items, click on Submit.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24DB6-3187-4967-B772-2C6E76B70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08719"/>
            <a:ext cx="8074298" cy="356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47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A491AE6-8732-4272-A30A-3874BEF1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182" y="681037"/>
            <a:ext cx="10515600" cy="619613"/>
          </a:xfrm>
        </p:spPr>
        <p:txBody>
          <a:bodyPr/>
          <a:lstStyle/>
          <a:p>
            <a:r>
              <a:rPr lang="en-CA" sz="3600"/>
              <a:t>Step 2 – Inbound Return Receiving</a:t>
            </a:r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55D29-7354-415B-B2D7-C9997E6E9931}"/>
              </a:ext>
            </a:extLst>
          </p:cNvPr>
          <p:cNvSpPr txBox="1"/>
          <p:nvPr/>
        </p:nvSpPr>
        <p:spPr>
          <a:xfrm>
            <a:off x="644966" y="1569780"/>
            <a:ext cx="10515600" cy="209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3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Finally, select the Use Record as Criteria for Action button and click on the Receive and Close action.</a:t>
            </a:r>
          </a:p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3"/>
            </a:pPr>
            <a:r>
              <a:rPr lang="en-CA" sz="2400">
                <a:solidFill>
                  <a:schemeClr val="tx1">
                    <a:lumMod val="50000"/>
                    <a:lumOff val="50000"/>
                  </a:schemeClr>
                </a:solidFill>
              </a:rPr>
              <a:t>A message will appear for you to confirm the action, select OK.</a:t>
            </a:r>
          </a:p>
          <a:p>
            <a:pPr marL="457200" indent="-457200" algn="just">
              <a:lnSpc>
                <a:spcPct val="120000"/>
              </a:lnSpc>
              <a:spcBef>
                <a:spcPts val="1000"/>
              </a:spcBef>
              <a:buClr>
                <a:srgbClr val="F58220"/>
              </a:buClr>
              <a:buFont typeface="+mj-lt"/>
              <a:buAutoNum type="arabicPeriod" startAt="13"/>
            </a:pPr>
            <a:endParaRPr lang="en-US" sz="2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970B7-C6C9-443A-A1A3-67F34A1B9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18" y="3207944"/>
            <a:ext cx="9026444" cy="25037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4B8A9-7C0C-401C-B857-F4D9ABF8E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520" y="4330040"/>
            <a:ext cx="4678666" cy="13816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F37158-6C9B-4C74-AD8C-63B72A4D7FC8}"/>
              </a:ext>
            </a:extLst>
          </p:cNvPr>
          <p:cNvSpPr txBox="1"/>
          <p:nvPr/>
        </p:nvSpPr>
        <p:spPr>
          <a:xfrm>
            <a:off x="762000" y="5791378"/>
            <a:ext cx="8011660" cy="505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</a:pPr>
            <a:r>
              <a:rPr lang="en-US" sz="2400">
                <a:solidFill>
                  <a:schemeClr val="tx1">
                    <a:lumMod val="50000"/>
                    <a:lumOff val="50000"/>
                  </a:schemeClr>
                </a:solidFill>
              </a:rPr>
              <a:t>This end the process of inbound return receiving. </a:t>
            </a:r>
          </a:p>
        </p:txBody>
      </p:sp>
    </p:spTree>
    <p:extLst>
      <p:ext uri="{BB962C8B-B14F-4D97-AF65-F5344CB8AC3E}">
        <p14:creationId xmlns:p14="http://schemas.microsoft.com/office/powerpoint/2010/main" val="35177953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15B32ECCCF1A4F8BAA78AEE051229E" ma:contentTypeVersion="13" ma:contentTypeDescription="Create a new document." ma:contentTypeScope="" ma:versionID="82d4447324967e8ec7d03b380bd5841e">
  <xsd:schema xmlns:xsd="http://www.w3.org/2001/XMLSchema" xmlns:xs="http://www.w3.org/2001/XMLSchema" xmlns:p="http://schemas.microsoft.com/office/2006/metadata/properties" xmlns:ns2="e462bd94-50ae-4fcb-8a4d-76eef9bd0f1d" xmlns:ns3="698a266e-b205-4ba7-a043-296de9e9eb89" targetNamespace="http://schemas.microsoft.com/office/2006/metadata/properties" ma:root="true" ma:fieldsID="ba4089d00d29558e445e70de257f6fa5" ns2:_="" ns3:_="">
    <xsd:import namespace="e462bd94-50ae-4fcb-8a4d-76eef9bd0f1d"/>
    <xsd:import namespace="698a266e-b205-4ba7-a043-296de9e9eb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2bd94-50ae-4fcb-8a4d-76eef9bd0f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8856d2f-f367-4957-ac1b-6565251ed0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8a266e-b205-4ba7-a043-296de9e9eb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a669148-c562-4cac-984e-a39a7a0331e3}" ma:internalName="TaxCatchAll" ma:showField="CatchAllData" ma:web="698a266e-b205-4ba7-a043-296de9e9eb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98a266e-b205-4ba7-a043-296de9e9eb89">
      <UserInfo>
        <DisplayName>Alpha Barry</DisplayName>
        <AccountId>861</AccountId>
        <AccountType/>
      </UserInfo>
    </SharedWithUsers>
    <lcf76f155ced4ddcb4097134ff3c332f xmlns="e462bd94-50ae-4fcb-8a4d-76eef9bd0f1d">
      <Terms xmlns="http://schemas.microsoft.com/office/infopath/2007/PartnerControls"/>
    </lcf76f155ced4ddcb4097134ff3c332f>
    <TaxCatchAll xmlns="698a266e-b205-4ba7-a043-296de9e9eb89" xsi:nil="true"/>
  </documentManagement>
</p:properties>
</file>

<file path=customXml/itemProps1.xml><?xml version="1.0" encoding="utf-8"?>
<ds:datastoreItem xmlns:ds="http://schemas.openxmlformats.org/officeDocument/2006/customXml" ds:itemID="{B250BBAA-866C-4D31-85A4-D240381A7E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C3736E-1EB6-41E4-93D0-D155D313D838}"/>
</file>

<file path=customXml/itemProps3.xml><?xml version="1.0" encoding="utf-8"?>
<ds:datastoreItem xmlns:ds="http://schemas.openxmlformats.org/officeDocument/2006/customXml" ds:itemID="{1C0D2C95-BABC-47AD-A1E1-702DCD8872B0}">
  <ds:schemaRefs>
    <ds:schemaRef ds:uri="698a266e-b205-4ba7-a043-296de9e9eb89"/>
    <ds:schemaRef ds:uri="c7454f8d-4c17-43a4-bc16-0cf0fc914fca"/>
    <ds:schemaRef ds:uri="e462bd94-50ae-4fcb-8a4d-76eef9bd0f1d"/>
    <ds:schemaRef ds:uri="eb899797-80f6-4e69-af82-8dc567209e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Grand écran</PresentationFormat>
  <Paragraphs>60</Paragraphs>
  <Slides>19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Customer Returns</vt:lpstr>
      <vt:lpstr>Table of Contents</vt:lpstr>
      <vt:lpstr>Prerequisite</vt:lpstr>
      <vt:lpstr>Prerequisite </vt:lpstr>
      <vt:lpstr>Step 1 – Inbound Return Planning</vt:lpstr>
      <vt:lpstr>Step 1 – Inbound Return Planning</vt:lpstr>
      <vt:lpstr>Step 1 – Inbound Return Planning</vt:lpstr>
      <vt:lpstr>Step 1 – Inbound Return Planning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  <vt:lpstr>Step 2 – Inbound Return Receiving</vt:lpstr>
    </vt:vector>
  </TitlesOfParts>
  <Company>Walter Surface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Grondin, Rejean</dc:creator>
  <cp:lastModifiedBy>Guy Jeannot</cp:lastModifiedBy>
  <cp:revision>1</cp:revision>
  <dcterms:created xsi:type="dcterms:W3CDTF">2016-08-24T13:01:38Z</dcterms:created>
  <dcterms:modified xsi:type="dcterms:W3CDTF">2025-04-30T16:54:04Z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0x0101000115B32ECCCF1A4F8BAA78AEE051229E</vt:lpwstr>
  </property>
  <property fmtid="{D5CDD505-2E9C-101B-9397-08002B2CF9AE}" pid="3" name="MediaServiceImageTags">
    <vt:lpwstr/>
  </property>
</Properties>
</file>