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6.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7.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8.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9.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0.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1.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2.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3.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4.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5.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16.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17.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18.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19.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20.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21.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22.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23.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24.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25.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notesSlides/notesSlide26.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notesSlides/notesSlide27.xml" ContentType="application/vnd.openxmlformats-officedocument.presentationml.notesSlide+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notesSlides/notesSlide28.xml" ContentType="application/vnd.openxmlformats-officedocument.presentationml.notesSlide+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5"/>
  </p:notesMasterIdLst>
  <p:handoutMasterIdLst>
    <p:handoutMasterId r:id="rId66"/>
  </p:handoutMasterIdLst>
  <p:sldIdLst>
    <p:sldId id="256" r:id="rId5"/>
    <p:sldId id="286" r:id="rId6"/>
    <p:sldId id="312" r:id="rId7"/>
    <p:sldId id="311" r:id="rId8"/>
    <p:sldId id="317" r:id="rId9"/>
    <p:sldId id="322" r:id="rId10"/>
    <p:sldId id="318" r:id="rId11"/>
    <p:sldId id="319" r:id="rId12"/>
    <p:sldId id="320" r:id="rId13"/>
    <p:sldId id="323" r:id="rId14"/>
    <p:sldId id="325" r:id="rId15"/>
    <p:sldId id="327" r:id="rId16"/>
    <p:sldId id="328" r:id="rId17"/>
    <p:sldId id="329" r:id="rId18"/>
    <p:sldId id="326" r:id="rId19"/>
    <p:sldId id="333" r:id="rId20"/>
    <p:sldId id="334" r:id="rId21"/>
    <p:sldId id="335" r:id="rId22"/>
    <p:sldId id="336" r:id="rId23"/>
    <p:sldId id="348" r:id="rId24"/>
    <p:sldId id="338" r:id="rId25"/>
    <p:sldId id="349" r:id="rId26"/>
    <p:sldId id="339" r:id="rId27"/>
    <p:sldId id="340" r:id="rId28"/>
    <p:sldId id="342" r:id="rId29"/>
    <p:sldId id="341" r:id="rId30"/>
    <p:sldId id="321" r:id="rId31"/>
    <p:sldId id="347" r:id="rId32"/>
    <p:sldId id="330" r:id="rId33"/>
    <p:sldId id="350" r:id="rId34"/>
    <p:sldId id="353" r:id="rId35"/>
    <p:sldId id="354" r:id="rId36"/>
    <p:sldId id="355" r:id="rId37"/>
    <p:sldId id="358" r:id="rId38"/>
    <p:sldId id="356" r:id="rId39"/>
    <p:sldId id="357" r:id="rId40"/>
    <p:sldId id="315" r:id="rId41"/>
    <p:sldId id="331" r:id="rId42"/>
    <p:sldId id="351" r:id="rId43"/>
    <p:sldId id="359" r:id="rId44"/>
    <p:sldId id="360" r:id="rId45"/>
    <p:sldId id="361" r:id="rId46"/>
    <p:sldId id="362" r:id="rId47"/>
    <p:sldId id="316" r:id="rId48"/>
    <p:sldId id="332" r:id="rId49"/>
    <p:sldId id="352" r:id="rId50"/>
    <p:sldId id="363" r:id="rId51"/>
    <p:sldId id="364" r:id="rId52"/>
    <p:sldId id="365" r:id="rId53"/>
    <p:sldId id="366" r:id="rId54"/>
    <p:sldId id="313" r:id="rId55"/>
    <p:sldId id="343" r:id="rId56"/>
    <p:sldId id="344" r:id="rId57"/>
    <p:sldId id="367" r:id="rId58"/>
    <p:sldId id="384" r:id="rId59"/>
    <p:sldId id="385" r:id="rId60"/>
    <p:sldId id="387" r:id="rId61"/>
    <p:sldId id="388" r:id="rId62"/>
    <p:sldId id="389" r:id="rId63"/>
    <p:sldId id="37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4"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82931" autoAdjust="0"/>
  </p:normalViewPr>
  <p:slideViewPr>
    <p:cSldViewPr snapToGrid="0">
      <p:cViewPr varScale="1">
        <p:scale>
          <a:sx n="61" d="100"/>
          <a:sy n="61" d="100"/>
        </p:scale>
        <p:origin x="264" y="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E8CAE533-5900-48F1-9375-A0F1AFC6DE31}"/>
    <pc:docChg chg="undo redo custSel addSld delSld modSld sldOrd">
      <pc:chgData name="Ella Vetter" userId="c6918cf5-f6c0-43cc-8499-a1f635017de9" providerId="ADAL" clId="{E8CAE533-5900-48F1-9375-A0F1AFC6DE31}" dt="2020-09-16T20:23:20.247" v="3279" actId="20577"/>
      <pc:docMkLst>
        <pc:docMk/>
      </pc:docMkLst>
      <pc:sldChg chg="modSp mod">
        <pc:chgData name="Ella Vetter" userId="c6918cf5-f6c0-43cc-8499-a1f635017de9" providerId="ADAL" clId="{E8CAE533-5900-48F1-9375-A0F1AFC6DE31}" dt="2020-09-16T19:46:07.935" v="3226" actId="20577"/>
        <pc:sldMkLst>
          <pc:docMk/>
          <pc:sldMk cId="1993397138" sldId="286"/>
        </pc:sldMkLst>
        <pc:spChg chg="mod">
          <ac:chgData name="Ella Vetter" userId="c6918cf5-f6c0-43cc-8499-a1f635017de9" providerId="ADAL" clId="{E8CAE533-5900-48F1-9375-A0F1AFC6DE31}" dt="2020-09-16T19:46:07.935" v="3226" actId="20577"/>
          <ac:spMkLst>
            <pc:docMk/>
            <pc:sldMk cId="1993397138" sldId="286"/>
            <ac:spMk id="3" creationId="{37B56F8A-6BEF-459C-AFA4-6D790D24F1CB}"/>
          </ac:spMkLst>
        </pc:spChg>
      </pc:sldChg>
      <pc:sldChg chg="modSp mod">
        <pc:chgData name="Ella Vetter" userId="c6918cf5-f6c0-43cc-8499-a1f635017de9" providerId="ADAL" clId="{E8CAE533-5900-48F1-9375-A0F1AFC6DE31}" dt="2020-09-16T16:03:25.573" v="1477" actId="13926"/>
        <pc:sldMkLst>
          <pc:docMk/>
          <pc:sldMk cId="3712023851" sldId="313"/>
        </pc:sldMkLst>
        <pc:spChg chg="mod">
          <ac:chgData name="Ella Vetter" userId="c6918cf5-f6c0-43cc-8499-a1f635017de9" providerId="ADAL" clId="{E8CAE533-5900-48F1-9375-A0F1AFC6DE31}" dt="2020-09-16T16:03:25.573" v="1477" actId="13926"/>
          <ac:spMkLst>
            <pc:docMk/>
            <pc:sldMk cId="3712023851" sldId="313"/>
            <ac:spMk id="2" creationId="{BD0A18F3-9F12-464B-BC50-F741E79EDDDA}"/>
          </ac:spMkLst>
        </pc:spChg>
      </pc:sldChg>
      <pc:sldChg chg="modSp mod">
        <pc:chgData name="Ella Vetter" userId="c6918cf5-f6c0-43cc-8499-a1f635017de9" providerId="ADAL" clId="{E8CAE533-5900-48F1-9375-A0F1AFC6DE31}" dt="2020-09-16T19:46:23.957" v="3228" actId="11"/>
        <pc:sldMkLst>
          <pc:docMk/>
          <pc:sldMk cId="4231542497" sldId="318"/>
        </pc:sldMkLst>
        <pc:spChg chg="mod">
          <ac:chgData name="Ella Vetter" userId="c6918cf5-f6c0-43cc-8499-a1f635017de9" providerId="ADAL" clId="{E8CAE533-5900-48F1-9375-A0F1AFC6DE31}" dt="2020-09-16T19:46:23.957" v="3228" actId="11"/>
          <ac:spMkLst>
            <pc:docMk/>
            <pc:sldMk cId="4231542497" sldId="318"/>
            <ac:spMk id="3" creationId="{53474193-55DD-4B03-A625-1686DEAA14EF}"/>
          </ac:spMkLst>
        </pc:spChg>
      </pc:sldChg>
      <pc:sldChg chg="modSp mod">
        <pc:chgData name="Ella Vetter" userId="c6918cf5-f6c0-43cc-8499-a1f635017de9" providerId="ADAL" clId="{E8CAE533-5900-48F1-9375-A0F1AFC6DE31}" dt="2020-09-16T19:46:30.663" v="3229" actId="11"/>
        <pc:sldMkLst>
          <pc:docMk/>
          <pc:sldMk cId="2141601583" sldId="320"/>
        </pc:sldMkLst>
        <pc:spChg chg="mod">
          <ac:chgData name="Ella Vetter" userId="c6918cf5-f6c0-43cc-8499-a1f635017de9" providerId="ADAL" clId="{E8CAE533-5900-48F1-9375-A0F1AFC6DE31}" dt="2020-09-16T19:46:30.663" v="3229" actId="11"/>
          <ac:spMkLst>
            <pc:docMk/>
            <pc:sldMk cId="2141601583" sldId="320"/>
            <ac:spMk id="3" creationId="{88A62F98-1398-4388-B088-C11376F92F3D}"/>
          </ac:spMkLst>
        </pc:spChg>
      </pc:sldChg>
      <pc:sldChg chg="modSp mod">
        <pc:chgData name="Ella Vetter" userId="c6918cf5-f6c0-43cc-8499-a1f635017de9" providerId="ADAL" clId="{E8CAE533-5900-48F1-9375-A0F1AFC6DE31}" dt="2020-09-16T20:02:55.293" v="3273" actId="20577"/>
        <pc:sldMkLst>
          <pc:docMk/>
          <pc:sldMk cId="701220366" sldId="321"/>
        </pc:sldMkLst>
        <pc:spChg chg="mod">
          <ac:chgData name="Ella Vetter" userId="c6918cf5-f6c0-43cc-8499-a1f635017de9" providerId="ADAL" clId="{E8CAE533-5900-48F1-9375-A0F1AFC6DE31}" dt="2020-09-16T20:02:55.293" v="3273" actId="20577"/>
          <ac:spMkLst>
            <pc:docMk/>
            <pc:sldMk cId="701220366" sldId="321"/>
            <ac:spMk id="3" creationId="{88A62F98-1398-4388-B088-C11376F92F3D}"/>
          </ac:spMkLst>
        </pc:spChg>
      </pc:sldChg>
      <pc:sldChg chg="modSp mod">
        <pc:chgData name="Ella Vetter" userId="c6918cf5-f6c0-43cc-8499-a1f635017de9" providerId="ADAL" clId="{E8CAE533-5900-48F1-9375-A0F1AFC6DE31}" dt="2020-09-16T19:46:19.390" v="3227" actId="11"/>
        <pc:sldMkLst>
          <pc:docMk/>
          <pc:sldMk cId="1043915023" sldId="322"/>
        </pc:sldMkLst>
        <pc:spChg chg="mod">
          <ac:chgData name="Ella Vetter" userId="c6918cf5-f6c0-43cc-8499-a1f635017de9" providerId="ADAL" clId="{E8CAE533-5900-48F1-9375-A0F1AFC6DE31}" dt="2020-09-16T19:46:19.390" v="3227" actId="11"/>
          <ac:spMkLst>
            <pc:docMk/>
            <pc:sldMk cId="1043915023" sldId="322"/>
            <ac:spMk id="9" creationId="{D13DA46D-CD64-490C-80E5-4DDD30392637}"/>
          </ac:spMkLst>
        </pc:spChg>
      </pc:sldChg>
      <pc:sldChg chg="modSp mod">
        <pc:chgData name="Ella Vetter" userId="c6918cf5-f6c0-43cc-8499-a1f635017de9" providerId="ADAL" clId="{E8CAE533-5900-48F1-9375-A0F1AFC6DE31}" dt="2020-09-16T19:46:36.378" v="3230" actId="11"/>
        <pc:sldMkLst>
          <pc:docMk/>
          <pc:sldMk cId="1935364617" sldId="323"/>
        </pc:sldMkLst>
        <pc:spChg chg="mod">
          <ac:chgData name="Ella Vetter" userId="c6918cf5-f6c0-43cc-8499-a1f635017de9" providerId="ADAL" clId="{E8CAE533-5900-48F1-9375-A0F1AFC6DE31}" dt="2020-09-16T19:46:36.378" v="3230" actId="11"/>
          <ac:spMkLst>
            <pc:docMk/>
            <pc:sldMk cId="1935364617" sldId="323"/>
            <ac:spMk id="3" creationId="{88A62F98-1398-4388-B088-C11376F92F3D}"/>
          </ac:spMkLst>
        </pc:spChg>
      </pc:sldChg>
      <pc:sldChg chg="modSp mod">
        <pc:chgData name="Ella Vetter" userId="c6918cf5-f6c0-43cc-8499-a1f635017de9" providerId="ADAL" clId="{E8CAE533-5900-48F1-9375-A0F1AFC6DE31}" dt="2020-09-16T19:46:48.896" v="3231" actId="11"/>
        <pc:sldMkLst>
          <pc:docMk/>
          <pc:sldMk cId="3819862748" sldId="325"/>
        </pc:sldMkLst>
        <pc:spChg chg="mod">
          <ac:chgData name="Ella Vetter" userId="c6918cf5-f6c0-43cc-8499-a1f635017de9" providerId="ADAL" clId="{E8CAE533-5900-48F1-9375-A0F1AFC6DE31}" dt="2020-09-16T19:46:48.896" v="3231" actId="11"/>
          <ac:spMkLst>
            <pc:docMk/>
            <pc:sldMk cId="3819862748" sldId="325"/>
            <ac:spMk id="6" creationId="{C815A54D-D680-47D0-A530-05229ED955FA}"/>
          </ac:spMkLst>
        </pc:spChg>
      </pc:sldChg>
      <pc:sldChg chg="modSp mod">
        <pc:chgData name="Ella Vetter" userId="c6918cf5-f6c0-43cc-8499-a1f635017de9" providerId="ADAL" clId="{E8CAE533-5900-48F1-9375-A0F1AFC6DE31}" dt="2020-09-16T19:47:10.589" v="3235" actId="11"/>
        <pc:sldMkLst>
          <pc:docMk/>
          <pc:sldMk cId="3051631181" sldId="326"/>
        </pc:sldMkLst>
        <pc:spChg chg="mod">
          <ac:chgData name="Ella Vetter" userId="c6918cf5-f6c0-43cc-8499-a1f635017de9" providerId="ADAL" clId="{E8CAE533-5900-48F1-9375-A0F1AFC6DE31}" dt="2020-09-16T19:47:10.589" v="3235" actId="11"/>
          <ac:spMkLst>
            <pc:docMk/>
            <pc:sldMk cId="3051631181" sldId="326"/>
            <ac:spMk id="6" creationId="{90D78095-06B4-428B-A1D1-FA185E91F4DB}"/>
          </ac:spMkLst>
        </pc:spChg>
      </pc:sldChg>
      <pc:sldChg chg="modSp mod">
        <pc:chgData name="Ella Vetter" userId="c6918cf5-f6c0-43cc-8499-a1f635017de9" providerId="ADAL" clId="{E8CAE533-5900-48F1-9375-A0F1AFC6DE31}" dt="2020-09-16T19:46:54.715" v="3232" actId="11"/>
        <pc:sldMkLst>
          <pc:docMk/>
          <pc:sldMk cId="877782285" sldId="327"/>
        </pc:sldMkLst>
        <pc:spChg chg="mod">
          <ac:chgData name="Ella Vetter" userId="c6918cf5-f6c0-43cc-8499-a1f635017de9" providerId="ADAL" clId="{E8CAE533-5900-48F1-9375-A0F1AFC6DE31}" dt="2020-09-16T19:46:54.715" v="3232" actId="11"/>
          <ac:spMkLst>
            <pc:docMk/>
            <pc:sldMk cId="877782285" sldId="327"/>
            <ac:spMk id="4" creationId="{7F8C2603-D7E4-4895-AB2C-372ECA0993A9}"/>
          </ac:spMkLst>
        </pc:spChg>
      </pc:sldChg>
      <pc:sldChg chg="modSp mod">
        <pc:chgData name="Ella Vetter" userId="c6918cf5-f6c0-43cc-8499-a1f635017de9" providerId="ADAL" clId="{E8CAE533-5900-48F1-9375-A0F1AFC6DE31}" dt="2020-09-16T19:47:00.035" v="3233" actId="11"/>
        <pc:sldMkLst>
          <pc:docMk/>
          <pc:sldMk cId="334261442" sldId="328"/>
        </pc:sldMkLst>
        <pc:spChg chg="mod">
          <ac:chgData name="Ella Vetter" userId="c6918cf5-f6c0-43cc-8499-a1f635017de9" providerId="ADAL" clId="{E8CAE533-5900-48F1-9375-A0F1AFC6DE31}" dt="2020-09-16T19:47:00.035" v="3233" actId="11"/>
          <ac:spMkLst>
            <pc:docMk/>
            <pc:sldMk cId="334261442" sldId="328"/>
            <ac:spMk id="6" creationId="{23380FDD-29B9-48D1-805D-66E391BA7387}"/>
          </ac:spMkLst>
        </pc:spChg>
      </pc:sldChg>
      <pc:sldChg chg="modSp mod">
        <pc:chgData name="Ella Vetter" userId="c6918cf5-f6c0-43cc-8499-a1f635017de9" providerId="ADAL" clId="{E8CAE533-5900-48F1-9375-A0F1AFC6DE31}" dt="2020-09-16T19:47:05.411" v="3234" actId="11"/>
        <pc:sldMkLst>
          <pc:docMk/>
          <pc:sldMk cId="3503232561" sldId="329"/>
        </pc:sldMkLst>
        <pc:spChg chg="mod">
          <ac:chgData name="Ella Vetter" userId="c6918cf5-f6c0-43cc-8499-a1f635017de9" providerId="ADAL" clId="{E8CAE533-5900-48F1-9375-A0F1AFC6DE31}" dt="2020-09-16T19:47:05.411" v="3234" actId="11"/>
          <ac:spMkLst>
            <pc:docMk/>
            <pc:sldMk cId="3503232561" sldId="329"/>
            <ac:spMk id="6" creationId="{FB2F8FD9-EEF7-460D-A9DD-C60B151D1FD0}"/>
          </ac:spMkLst>
        </pc:spChg>
      </pc:sldChg>
      <pc:sldChg chg="modSp mod modNotesTx">
        <pc:chgData name="Ella Vetter" userId="c6918cf5-f6c0-43cc-8499-a1f635017de9" providerId="ADAL" clId="{E8CAE533-5900-48F1-9375-A0F1AFC6DE31}" dt="2020-09-16T15:29:30.369" v="703"/>
        <pc:sldMkLst>
          <pc:docMk/>
          <pc:sldMk cId="375912605" sldId="331"/>
        </pc:sldMkLst>
        <pc:spChg chg="mod">
          <ac:chgData name="Ella Vetter" userId="c6918cf5-f6c0-43cc-8499-a1f635017de9" providerId="ADAL" clId="{E8CAE533-5900-48F1-9375-A0F1AFC6DE31}" dt="2020-09-16T15:23:34.672" v="529" actId="115"/>
          <ac:spMkLst>
            <pc:docMk/>
            <pc:sldMk cId="375912605" sldId="331"/>
            <ac:spMk id="3" creationId="{8221F274-BC26-4E74-AB9D-71F773282F5F}"/>
          </ac:spMkLst>
        </pc:spChg>
      </pc:sldChg>
      <pc:sldChg chg="modSp mod modNotesTx">
        <pc:chgData name="Ella Vetter" userId="c6918cf5-f6c0-43cc-8499-a1f635017de9" providerId="ADAL" clId="{E8CAE533-5900-48F1-9375-A0F1AFC6DE31}" dt="2020-09-16T15:48:22.508" v="1361" actId="20577"/>
        <pc:sldMkLst>
          <pc:docMk/>
          <pc:sldMk cId="2949972059" sldId="332"/>
        </pc:sldMkLst>
        <pc:spChg chg="mod">
          <ac:chgData name="Ella Vetter" userId="c6918cf5-f6c0-43cc-8499-a1f635017de9" providerId="ADAL" clId="{E8CAE533-5900-48F1-9375-A0F1AFC6DE31}" dt="2020-09-16T15:48:22.508" v="1361" actId="20577"/>
          <ac:spMkLst>
            <pc:docMk/>
            <pc:sldMk cId="2949972059" sldId="332"/>
            <ac:spMk id="3" creationId="{7E54F556-4D48-4B26-B56B-14903DBF0227}"/>
          </ac:spMkLst>
        </pc:spChg>
      </pc:sldChg>
      <pc:sldChg chg="modSp mod">
        <pc:chgData name="Ella Vetter" userId="c6918cf5-f6c0-43cc-8499-a1f635017de9" providerId="ADAL" clId="{E8CAE533-5900-48F1-9375-A0F1AFC6DE31}" dt="2020-09-16T19:47:16.949" v="3236" actId="11"/>
        <pc:sldMkLst>
          <pc:docMk/>
          <pc:sldMk cId="770859312" sldId="333"/>
        </pc:sldMkLst>
        <pc:spChg chg="mod">
          <ac:chgData name="Ella Vetter" userId="c6918cf5-f6c0-43cc-8499-a1f635017de9" providerId="ADAL" clId="{E8CAE533-5900-48F1-9375-A0F1AFC6DE31}" dt="2020-09-16T19:47:16.949" v="3236" actId="11"/>
          <ac:spMkLst>
            <pc:docMk/>
            <pc:sldMk cId="770859312" sldId="333"/>
            <ac:spMk id="4" creationId="{707C5EBC-6A0E-4D35-ACE9-9DC27564C9E4}"/>
          </ac:spMkLst>
        </pc:spChg>
      </pc:sldChg>
      <pc:sldChg chg="modSp mod">
        <pc:chgData name="Ella Vetter" userId="c6918cf5-f6c0-43cc-8499-a1f635017de9" providerId="ADAL" clId="{E8CAE533-5900-48F1-9375-A0F1AFC6DE31}" dt="2020-09-16T19:47:23.105" v="3237" actId="11"/>
        <pc:sldMkLst>
          <pc:docMk/>
          <pc:sldMk cId="3805342586" sldId="334"/>
        </pc:sldMkLst>
        <pc:spChg chg="mod">
          <ac:chgData name="Ella Vetter" userId="c6918cf5-f6c0-43cc-8499-a1f635017de9" providerId="ADAL" clId="{E8CAE533-5900-48F1-9375-A0F1AFC6DE31}" dt="2020-09-16T19:47:23.105" v="3237" actId="11"/>
          <ac:spMkLst>
            <pc:docMk/>
            <pc:sldMk cId="3805342586" sldId="334"/>
            <ac:spMk id="4" creationId="{54DA42CC-40CB-4A2F-8973-73781A249AF0}"/>
          </ac:spMkLst>
        </pc:spChg>
      </pc:sldChg>
      <pc:sldChg chg="modSp mod">
        <pc:chgData name="Ella Vetter" userId="c6918cf5-f6c0-43cc-8499-a1f635017de9" providerId="ADAL" clId="{E8CAE533-5900-48F1-9375-A0F1AFC6DE31}" dt="2020-09-16T19:47:29.346" v="3238" actId="11"/>
        <pc:sldMkLst>
          <pc:docMk/>
          <pc:sldMk cId="1594842008" sldId="335"/>
        </pc:sldMkLst>
        <pc:spChg chg="mod">
          <ac:chgData name="Ella Vetter" userId="c6918cf5-f6c0-43cc-8499-a1f635017de9" providerId="ADAL" clId="{E8CAE533-5900-48F1-9375-A0F1AFC6DE31}" dt="2020-09-16T19:47:29.346" v="3238" actId="11"/>
          <ac:spMkLst>
            <pc:docMk/>
            <pc:sldMk cId="1594842008" sldId="335"/>
            <ac:spMk id="4" creationId="{894ADE61-8434-47F9-A2E8-8F1D725EA5D2}"/>
          </ac:spMkLst>
        </pc:spChg>
      </pc:sldChg>
      <pc:sldChg chg="modSp mod">
        <pc:chgData name="Ella Vetter" userId="c6918cf5-f6c0-43cc-8499-a1f635017de9" providerId="ADAL" clId="{E8CAE533-5900-48F1-9375-A0F1AFC6DE31}" dt="2020-09-16T19:47:36.507" v="3239" actId="11"/>
        <pc:sldMkLst>
          <pc:docMk/>
          <pc:sldMk cId="513000458" sldId="336"/>
        </pc:sldMkLst>
        <pc:spChg chg="mod">
          <ac:chgData name="Ella Vetter" userId="c6918cf5-f6c0-43cc-8499-a1f635017de9" providerId="ADAL" clId="{E8CAE533-5900-48F1-9375-A0F1AFC6DE31}" dt="2020-09-16T19:47:36.507" v="3239" actId="11"/>
          <ac:spMkLst>
            <pc:docMk/>
            <pc:sldMk cId="513000458" sldId="336"/>
            <ac:spMk id="4" creationId="{9A2FBEA7-2905-4EB0-9760-20C7AB016556}"/>
          </ac:spMkLst>
        </pc:spChg>
      </pc:sldChg>
      <pc:sldChg chg="modSp mod">
        <pc:chgData name="Ella Vetter" userId="c6918cf5-f6c0-43cc-8499-a1f635017de9" providerId="ADAL" clId="{E8CAE533-5900-48F1-9375-A0F1AFC6DE31}" dt="2020-09-16T19:47:53.393" v="3241" actId="11"/>
        <pc:sldMkLst>
          <pc:docMk/>
          <pc:sldMk cId="2497133131" sldId="338"/>
        </pc:sldMkLst>
        <pc:spChg chg="mod">
          <ac:chgData name="Ella Vetter" userId="c6918cf5-f6c0-43cc-8499-a1f635017de9" providerId="ADAL" clId="{E8CAE533-5900-48F1-9375-A0F1AFC6DE31}" dt="2020-09-16T19:47:53.393" v="3241" actId="11"/>
          <ac:spMkLst>
            <pc:docMk/>
            <pc:sldMk cId="2497133131" sldId="338"/>
            <ac:spMk id="4" creationId="{3C6A5C21-4E07-4F33-9198-1792FD7F3D1C}"/>
          </ac:spMkLst>
        </pc:spChg>
      </pc:sldChg>
      <pc:sldChg chg="modSp mod">
        <pc:chgData name="Ella Vetter" userId="c6918cf5-f6c0-43cc-8499-a1f635017de9" providerId="ADAL" clId="{E8CAE533-5900-48F1-9375-A0F1AFC6DE31}" dt="2020-09-16T19:48:08.301" v="3243" actId="11"/>
        <pc:sldMkLst>
          <pc:docMk/>
          <pc:sldMk cId="1524780563" sldId="339"/>
        </pc:sldMkLst>
        <pc:spChg chg="mod">
          <ac:chgData name="Ella Vetter" userId="c6918cf5-f6c0-43cc-8499-a1f635017de9" providerId="ADAL" clId="{E8CAE533-5900-48F1-9375-A0F1AFC6DE31}" dt="2020-09-16T19:48:08.301" v="3243" actId="11"/>
          <ac:spMkLst>
            <pc:docMk/>
            <pc:sldMk cId="1524780563" sldId="339"/>
            <ac:spMk id="4" creationId="{2F129AF8-57D0-4CE0-8DE1-C396C1E6CF8D}"/>
          </ac:spMkLst>
        </pc:spChg>
      </pc:sldChg>
      <pc:sldChg chg="modSp mod">
        <pc:chgData name="Ella Vetter" userId="c6918cf5-f6c0-43cc-8499-a1f635017de9" providerId="ADAL" clId="{E8CAE533-5900-48F1-9375-A0F1AFC6DE31}" dt="2020-09-16T19:48:19.711" v="3244" actId="11"/>
        <pc:sldMkLst>
          <pc:docMk/>
          <pc:sldMk cId="3408288368" sldId="340"/>
        </pc:sldMkLst>
        <pc:spChg chg="mod">
          <ac:chgData name="Ella Vetter" userId="c6918cf5-f6c0-43cc-8499-a1f635017de9" providerId="ADAL" clId="{E8CAE533-5900-48F1-9375-A0F1AFC6DE31}" dt="2020-09-16T19:48:19.711" v="3244" actId="11"/>
          <ac:spMkLst>
            <pc:docMk/>
            <pc:sldMk cId="3408288368" sldId="340"/>
            <ac:spMk id="4" creationId="{04763771-6C82-4162-A5AC-F3602FF29FF6}"/>
          </ac:spMkLst>
        </pc:spChg>
      </pc:sldChg>
      <pc:sldChg chg="modSp mod">
        <pc:chgData name="Ella Vetter" userId="c6918cf5-f6c0-43cc-8499-a1f635017de9" providerId="ADAL" clId="{E8CAE533-5900-48F1-9375-A0F1AFC6DE31}" dt="2020-09-16T19:48:34.768" v="3246" actId="11"/>
        <pc:sldMkLst>
          <pc:docMk/>
          <pc:sldMk cId="437802711" sldId="341"/>
        </pc:sldMkLst>
        <pc:spChg chg="mod">
          <ac:chgData name="Ella Vetter" userId="c6918cf5-f6c0-43cc-8499-a1f635017de9" providerId="ADAL" clId="{E8CAE533-5900-48F1-9375-A0F1AFC6DE31}" dt="2020-09-16T19:48:34.768" v="3246" actId="11"/>
          <ac:spMkLst>
            <pc:docMk/>
            <pc:sldMk cId="437802711" sldId="341"/>
            <ac:spMk id="4" creationId="{D73DF70C-A971-4ABC-B0EC-BF457A93F4A7}"/>
          </ac:spMkLst>
        </pc:spChg>
      </pc:sldChg>
      <pc:sldChg chg="addSp delSp modSp mod">
        <pc:chgData name="Ella Vetter" userId="c6918cf5-f6c0-43cc-8499-a1f635017de9" providerId="ADAL" clId="{E8CAE533-5900-48F1-9375-A0F1AFC6DE31}" dt="2020-09-16T16:38:04.395" v="1851" actId="1035"/>
        <pc:sldMkLst>
          <pc:docMk/>
          <pc:sldMk cId="2321047472" sldId="343"/>
        </pc:sldMkLst>
        <pc:spChg chg="mod">
          <ac:chgData name="Ella Vetter" userId="c6918cf5-f6c0-43cc-8499-a1f635017de9" providerId="ADAL" clId="{E8CAE533-5900-48F1-9375-A0F1AFC6DE31}" dt="2020-09-16T16:37:20.518" v="1809" actId="13926"/>
          <ac:spMkLst>
            <pc:docMk/>
            <pc:sldMk cId="2321047472" sldId="343"/>
            <ac:spMk id="2" creationId="{C272E50E-403C-4E30-9B26-79AF2EFEA227}"/>
          </ac:spMkLst>
        </pc:spChg>
        <pc:spChg chg="mod">
          <ac:chgData name="Ella Vetter" userId="c6918cf5-f6c0-43cc-8499-a1f635017de9" providerId="ADAL" clId="{E8CAE533-5900-48F1-9375-A0F1AFC6DE31}" dt="2020-09-16T16:38:04.395" v="1851" actId="1035"/>
          <ac:spMkLst>
            <pc:docMk/>
            <pc:sldMk cId="2321047472" sldId="343"/>
            <ac:spMk id="3" creationId="{1C8AA331-7FFE-4074-8CB6-F8F6058B9498}"/>
          </ac:spMkLst>
        </pc:spChg>
        <pc:spChg chg="add del">
          <ac:chgData name="Ella Vetter" userId="c6918cf5-f6c0-43cc-8499-a1f635017de9" providerId="ADAL" clId="{E8CAE533-5900-48F1-9375-A0F1AFC6DE31}" dt="2020-09-16T16:07:27.964" v="1547"/>
          <ac:spMkLst>
            <pc:docMk/>
            <pc:sldMk cId="2321047472" sldId="343"/>
            <ac:spMk id="4" creationId="{E71F04E5-6DCA-42B1-8B06-9E1FD7CDD44F}"/>
          </ac:spMkLst>
        </pc:spChg>
        <pc:spChg chg="add del">
          <ac:chgData name="Ella Vetter" userId="c6918cf5-f6c0-43cc-8499-a1f635017de9" providerId="ADAL" clId="{E8CAE533-5900-48F1-9375-A0F1AFC6DE31}" dt="2020-09-16T16:07:30.299" v="1550"/>
          <ac:spMkLst>
            <pc:docMk/>
            <pc:sldMk cId="2321047472" sldId="343"/>
            <ac:spMk id="5" creationId="{35B8488A-C5CE-48B5-A725-CE19F2B260FF}"/>
          </ac:spMkLst>
        </pc:spChg>
        <pc:spChg chg="add del">
          <ac:chgData name="Ella Vetter" userId="c6918cf5-f6c0-43cc-8499-a1f635017de9" providerId="ADAL" clId="{E8CAE533-5900-48F1-9375-A0F1AFC6DE31}" dt="2020-09-16T16:32:52.315" v="1556"/>
          <ac:spMkLst>
            <pc:docMk/>
            <pc:sldMk cId="2321047472" sldId="343"/>
            <ac:spMk id="6" creationId="{C915BF67-1442-4222-82EB-6ECD0ED36C0C}"/>
          </ac:spMkLst>
        </pc:spChg>
      </pc:sldChg>
      <pc:sldChg chg="modSp mod">
        <pc:chgData name="Ella Vetter" userId="c6918cf5-f6c0-43cc-8499-a1f635017de9" providerId="ADAL" clId="{E8CAE533-5900-48F1-9375-A0F1AFC6DE31}" dt="2020-09-16T20:00:19.707" v="3271" actId="20577"/>
        <pc:sldMkLst>
          <pc:docMk/>
          <pc:sldMk cId="883250627" sldId="348"/>
        </pc:sldMkLst>
        <pc:spChg chg="mod">
          <ac:chgData name="Ella Vetter" userId="c6918cf5-f6c0-43cc-8499-a1f635017de9" providerId="ADAL" clId="{E8CAE533-5900-48F1-9375-A0F1AFC6DE31}" dt="2020-09-16T20:00:19.707" v="3271" actId="20577"/>
          <ac:spMkLst>
            <pc:docMk/>
            <pc:sldMk cId="883250627" sldId="348"/>
            <ac:spMk id="4" creationId="{66B87A78-20EF-4FCF-ACED-88D05806FC80}"/>
          </ac:spMkLst>
        </pc:spChg>
      </pc:sldChg>
      <pc:sldChg chg="modSp mod">
        <pc:chgData name="Ella Vetter" userId="c6918cf5-f6c0-43cc-8499-a1f635017de9" providerId="ADAL" clId="{E8CAE533-5900-48F1-9375-A0F1AFC6DE31}" dt="2020-09-16T19:48:00.485" v="3242" actId="11"/>
        <pc:sldMkLst>
          <pc:docMk/>
          <pc:sldMk cId="193838983" sldId="349"/>
        </pc:sldMkLst>
        <pc:spChg chg="mod">
          <ac:chgData name="Ella Vetter" userId="c6918cf5-f6c0-43cc-8499-a1f635017de9" providerId="ADAL" clId="{E8CAE533-5900-48F1-9375-A0F1AFC6DE31}" dt="2020-09-16T19:48:00.485" v="3242" actId="11"/>
          <ac:spMkLst>
            <pc:docMk/>
            <pc:sldMk cId="193838983" sldId="349"/>
            <ac:spMk id="8" creationId="{8D65FE5C-734C-4F70-95ED-19062B16A210}"/>
          </ac:spMkLst>
        </pc:spChg>
      </pc:sldChg>
      <pc:sldChg chg="modSp mod">
        <pc:chgData name="Ella Vetter" userId="c6918cf5-f6c0-43cc-8499-a1f635017de9" providerId="ADAL" clId="{E8CAE533-5900-48F1-9375-A0F1AFC6DE31}" dt="2020-09-16T14:44:28.371" v="16" actId="123"/>
        <pc:sldMkLst>
          <pc:docMk/>
          <pc:sldMk cId="3144359919" sldId="353"/>
        </pc:sldMkLst>
        <pc:spChg chg="mod">
          <ac:chgData name="Ella Vetter" userId="c6918cf5-f6c0-43cc-8499-a1f635017de9" providerId="ADAL" clId="{E8CAE533-5900-48F1-9375-A0F1AFC6DE31}" dt="2020-09-16T14:44:28.371" v="16" actId="123"/>
          <ac:spMkLst>
            <pc:docMk/>
            <pc:sldMk cId="3144359919" sldId="353"/>
            <ac:spMk id="3" creationId="{A43BF2BD-459D-4482-B43A-4B0F359FB02F}"/>
          </ac:spMkLst>
        </pc:spChg>
      </pc:sldChg>
      <pc:sldChg chg="modSp mod">
        <pc:chgData name="Ella Vetter" userId="c6918cf5-f6c0-43cc-8499-a1f635017de9" providerId="ADAL" clId="{E8CAE533-5900-48F1-9375-A0F1AFC6DE31}" dt="2020-09-16T15:40:05.172" v="1180" actId="20577"/>
        <pc:sldMkLst>
          <pc:docMk/>
          <pc:sldMk cId="110084408" sldId="357"/>
        </pc:sldMkLst>
        <pc:spChg chg="mod">
          <ac:chgData name="Ella Vetter" userId="c6918cf5-f6c0-43cc-8499-a1f635017de9" providerId="ADAL" clId="{E8CAE533-5900-48F1-9375-A0F1AFC6DE31}" dt="2020-09-16T15:40:05.172" v="1180" actId="20577"/>
          <ac:spMkLst>
            <pc:docMk/>
            <pc:sldMk cId="110084408" sldId="357"/>
            <ac:spMk id="4" creationId="{E0C5F203-6934-4EFB-90B8-43BB503E1648}"/>
          </ac:spMkLst>
        </pc:spChg>
      </pc:sldChg>
      <pc:sldChg chg="addSp delSp modSp mod">
        <pc:chgData name="Ella Vetter" userId="c6918cf5-f6c0-43cc-8499-a1f635017de9" providerId="ADAL" clId="{E8CAE533-5900-48F1-9375-A0F1AFC6DE31}" dt="2020-09-16T14:46:00.204" v="20" actId="13926"/>
        <pc:sldMkLst>
          <pc:docMk/>
          <pc:sldMk cId="256788973" sldId="359"/>
        </pc:sldMkLst>
        <pc:spChg chg="mod">
          <ac:chgData name="Ella Vetter" userId="c6918cf5-f6c0-43cc-8499-a1f635017de9" providerId="ADAL" clId="{E8CAE533-5900-48F1-9375-A0F1AFC6DE31}" dt="2020-09-16T14:46:00.204" v="20" actId="13926"/>
          <ac:spMkLst>
            <pc:docMk/>
            <pc:sldMk cId="256788973" sldId="359"/>
            <ac:spMk id="2" creationId="{00FBE098-62C7-45A7-B789-152A90C3515D}"/>
          </ac:spMkLst>
        </pc:spChg>
        <pc:spChg chg="del">
          <ac:chgData name="Ella Vetter" userId="c6918cf5-f6c0-43cc-8499-a1f635017de9" providerId="ADAL" clId="{E8CAE533-5900-48F1-9375-A0F1AFC6DE31}" dt="2020-09-16T14:44:07.593" v="7" actId="478"/>
          <ac:spMkLst>
            <pc:docMk/>
            <pc:sldMk cId="256788973" sldId="359"/>
            <ac:spMk id="3" creationId="{C922F6C7-2428-4B4A-A46A-AAD5A2E61970}"/>
          </ac:spMkLst>
        </pc:spChg>
        <pc:spChg chg="add mod">
          <ac:chgData name="Ella Vetter" userId="c6918cf5-f6c0-43cc-8499-a1f635017de9" providerId="ADAL" clId="{E8CAE533-5900-48F1-9375-A0F1AFC6DE31}" dt="2020-09-16T14:44:23.346" v="15" actId="123"/>
          <ac:spMkLst>
            <pc:docMk/>
            <pc:sldMk cId="256788973" sldId="359"/>
            <ac:spMk id="4" creationId="{25CC2C86-E122-46DA-9E54-3A51AB62D03F}"/>
          </ac:spMkLst>
        </pc:spChg>
        <pc:picChg chg="add mod">
          <ac:chgData name="Ella Vetter" userId="c6918cf5-f6c0-43cc-8499-a1f635017de9" providerId="ADAL" clId="{E8CAE533-5900-48F1-9375-A0F1AFC6DE31}" dt="2020-09-16T14:45:54.912" v="19" actId="1076"/>
          <ac:picMkLst>
            <pc:docMk/>
            <pc:sldMk cId="256788973" sldId="359"/>
            <ac:picMk id="6" creationId="{3753803C-A1EA-4138-B553-63756C180EB9}"/>
          </ac:picMkLst>
        </pc:picChg>
      </pc:sldChg>
      <pc:sldChg chg="addSp delSp modSp new mod modNotesTx">
        <pc:chgData name="Ella Vetter" userId="c6918cf5-f6c0-43cc-8499-a1f635017de9" providerId="ADAL" clId="{E8CAE533-5900-48F1-9375-A0F1AFC6DE31}" dt="2020-09-16T15:09:58.567" v="509" actId="13926"/>
        <pc:sldMkLst>
          <pc:docMk/>
          <pc:sldMk cId="2074887566" sldId="360"/>
        </pc:sldMkLst>
        <pc:spChg chg="mod">
          <ac:chgData name="Ella Vetter" userId="c6918cf5-f6c0-43cc-8499-a1f635017de9" providerId="ADAL" clId="{E8CAE533-5900-48F1-9375-A0F1AFC6DE31}" dt="2020-09-16T15:09:58.567" v="509" actId="13926"/>
          <ac:spMkLst>
            <pc:docMk/>
            <pc:sldMk cId="2074887566" sldId="360"/>
            <ac:spMk id="2" creationId="{C35BEF80-5534-4040-BBCC-5882A9DC8FE4}"/>
          </ac:spMkLst>
        </pc:spChg>
        <pc:spChg chg="del">
          <ac:chgData name="Ella Vetter" userId="c6918cf5-f6c0-43cc-8499-a1f635017de9" providerId="ADAL" clId="{E8CAE533-5900-48F1-9375-A0F1AFC6DE31}" dt="2020-09-16T14:46:22.509" v="21" actId="478"/>
          <ac:spMkLst>
            <pc:docMk/>
            <pc:sldMk cId="2074887566" sldId="360"/>
            <ac:spMk id="3" creationId="{5AE33263-E175-4015-99FE-E0BE73F3CDE7}"/>
          </ac:spMkLst>
        </pc:spChg>
        <pc:spChg chg="add mod">
          <ac:chgData name="Ella Vetter" userId="c6918cf5-f6c0-43cc-8499-a1f635017de9" providerId="ADAL" clId="{E8CAE533-5900-48F1-9375-A0F1AFC6DE31}" dt="2020-09-16T14:46:41.754" v="59" actId="113"/>
          <ac:spMkLst>
            <pc:docMk/>
            <pc:sldMk cId="2074887566" sldId="360"/>
            <ac:spMk id="4" creationId="{0350A024-20D5-463D-9952-60A8E354EA8C}"/>
          </ac:spMkLst>
        </pc:spChg>
        <pc:spChg chg="add mod">
          <ac:chgData name="Ella Vetter" userId="c6918cf5-f6c0-43cc-8499-a1f635017de9" providerId="ADAL" clId="{E8CAE533-5900-48F1-9375-A0F1AFC6DE31}" dt="2020-09-16T15:09:53.658" v="508" actId="1036"/>
          <ac:spMkLst>
            <pc:docMk/>
            <pc:sldMk cId="2074887566" sldId="360"/>
            <ac:spMk id="12" creationId="{CF91E8CF-455F-47B7-A966-4A6C09F88A76}"/>
          </ac:spMkLst>
        </pc:spChg>
        <pc:spChg chg="add mod">
          <ac:chgData name="Ella Vetter" userId="c6918cf5-f6c0-43cc-8499-a1f635017de9" providerId="ADAL" clId="{E8CAE533-5900-48F1-9375-A0F1AFC6DE31}" dt="2020-09-16T15:09:53.658" v="508" actId="1036"/>
          <ac:spMkLst>
            <pc:docMk/>
            <pc:sldMk cId="2074887566" sldId="360"/>
            <ac:spMk id="14" creationId="{19E7CB55-3991-4EE6-BA2F-398BECB67FD3}"/>
          </ac:spMkLst>
        </pc:spChg>
        <pc:spChg chg="add mod">
          <ac:chgData name="Ella Vetter" userId="c6918cf5-f6c0-43cc-8499-a1f635017de9" providerId="ADAL" clId="{E8CAE533-5900-48F1-9375-A0F1AFC6DE31}" dt="2020-09-16T15:09:53.658" v="508" actId="1036"/>
          <ac:spMkLst>
            <pc:docMk/>
            <pc:sldMk cId="2074887566" sldId="360"/>
            <ac:spMk id="16" creationId="{17D384F3-E4F7-487E-B9CC-C6BF5136D54A}"/>
          </ac:spMkLst>
        </pc:spChg>
        <pc:spChg chg="add mod">
          <ac:chgData name="Ella Vetter" userId="c6918cf5-f6c0-43cc-8499-a1f635017de9" providerId="ADAL" clId="{E8CAE533-5900-48F1-9375-A0F1AFC6DE31}" dt="2020-09-16T15:09:53.658" v="508" actId="1036"/>
          <ac:spMkLst>
            <pc:docMk/>
            <pc:sldMk cId="2074887566" sldId="360"/>
            <ac:spMk id="20" creationId="{122CF506-ACA6-4B40-A6DE-D0A6218DEA65}"/>
          </ac:spMkLst>
        </pc:spChg>
        <pc:spChg chg="add mod">
          <ac:chgData name="Ella Vetter" userId="c6918cf5-f6c0-43cc-8499-a1f635017de9" providerId="ADAL" clId="{E8CAE533-5900-48F1-9375-A0F1AFC6DE31}" dt="2020-09-16T15:09:53.658" v="508" actId="1036"/>
          <ac:spMkLst>
            <pc:docMk/>
            <pc:sldMk cId="2074887566" sldId="360"/>
            <ac:spMk id="26" creationId="{13B1B233-1A03-4618-9CFC-CA2C81663317}"/>
          </ac:spMkLst>
        </pc:spChg>
        <pc:picChg chg="add mod">
          <ac:chgData name="Ella Vetter" userId="c6918cf5-f6c0-43cc-8499-a1f635017de9" providerId="ADAL" clId="{E8CAE533-5900-48F1-9375-A0F1AFC6DE31}" dt="2020-09-16T15:09:53.658" v="508" actId="1036"/>
          <ac:picMkLst>
            <pc:docMk/>
            <pc:sldMk cId="2074887566" sldId="360"/>
            <ac:picMk id="6" creationId="{9882E3A4-343C-446E-9C74-242DB57913D5}"/>
          </ac:picMkLst>
        </pc:picChg>
        <pc:cxnChg chg="add mod">
          <ac:chgData name="Ella Vetter" userId="c6918cf5-f6c0-43cc-8499-a1f635017de9" providerId="ADAL" clId="{E8CAE533-5900-48F1-9375-A0F1AFC6DE31}" dt="2020-09-16T15:09:53.658" v="508" actId="1036"/>
          <ac:cxnSpMkLst>
            <pc:docMk/>
            <pc:sldMk cId="2074887566" sldId="360"/>
            <ac:cxnSpMk id="7" creationId="{A3A7A5CE-2EE1-4FA1-A364-1E6EA827161C}"/>
          </ac:cxnSpMkLst>
        </pc:cxnChg>
        <pc:cxnChg chg="add mod">
          <ac:chgData name="Ella Vetter" userId="c6918cf5-f6c0-43cc-8499-a1f635017de9" providerId="ADAL" clId="{E8CAE533-5900-48F1-9375-A0F1AFC6DE31}" dt="2020-09-16T15:09:53.658" v="508" actId="1036"/>
          <ac:cxnSpMkLst>
            <pc:docMk/>
            <pc:sldMk cId="2074887566" sldId="360"/>
            <ac:cxnSpMk id="8" creationId="{35732108-FFD2-47A1-9754-25F2CC8EBEDC}"/>
          </ac:cxnSpMkLst>
        </pc:cxnChg>
        <pc:cxnChg chg="add mod">
          <ac:chgData name="Ella Vetter" userId="c6918cf5-f6c0-43cc-8499-a1f635017de9" providerId="ADAL" clId="{E8CAE533-5900-48F1-9375-A0F1AFC6DE31}" dt="2020-09-16T15:09:53.658" v="508" actId="1036"/>
          <ac:cxnSpMkLst>
            <pc:docMk/>
            <pc:sldMk cId="2074887566" sldId="360"/>
            <ac:cxnSpMk id="9" creationId="{EE5AC546-42C8-4391-92DA-0A486F1F25BA}"/>
          </ac:cxnSpMkLst>
        </pc:cxnChg>
        <pc:cxnChg chg="add mod">
          <ac:chgData name="Ella Vetter" userId="c6918cf5-f6c0-43cc-8499-a1f635017de9" providerId="ADAL" clId="{E8CAE533-5900-48F1-9375-A0F1AFC6DE31}" dt="2020-09-16T15:09:53.658" v="508" actId="1036"/>
          <ac:cxnSpMkLst>
            <pc:docMk/>
            <pc:sldMk cId="2074887566" sldId="360"/>
            <ac:cxnSpMk id="10" creationId="{4B391B2C-C843-4423-A394-891EB409CF5B}"/>
          </ac:cxnSpMkLst>
        </pc:cxnChg>
        <pc:cxnChg chg="add mod">
          <ac:chgData name="Ella Vetter" userId="c6918cf5-f6c0-43cc-8499-a1f635017de9" providerId="ADAL" clId="{E8CAE533-5900-48F1-9375-A0F1AFC6DE31}" dt="2020-09-16T15:09:53.658" v="508" actId="1036"/>
          <ac:cxnSpMkLst>
            <pc:docMk/>
            <pc:sldMk cId="2074887566" sldId="360"/>
            <ac:cxnSpMk id="21" creationId="{DB3F08EA-19CC-4EE1-976E-287A602A867B}"/>
          </ac:cxnSpMkLst>
        </pc:cxnChg>
      </pc:sldChg>
      <pc:sldChg chg="addSp delSp modSp add mod">
        <pc:chgData name="Ella Vetter" userId="c6918cf5-f6c0-43cc-8499-a1f635017de9" providerId="ADAL" clId="{E8CAE533-5900-48F1-9375-A0F1AFC6DE31}" dt="2020-09-16T15:10:03.469" v="513" actId="1035"/>
        <pc:sldMkLst>
          <pc:docMk/>
          <pc:sldMk cId="2368709295" sldId="361"/>
        </pc:sldMkLst>
        <pc:spChg chg="del">
          <ac:chgData name="Ella Vetter" userId="c6918cf5-f6c0-43cc-8499-a1f635017de9" providerId="ADAL" clId="{E8CAE533-5900-48F1-9375-A0F1AFC6DE31}" dt="2020-09-16T14:55:33.237" v="155" actId="478"/>
          <ac:spMkLst>
            <pc:docMk/>
            <pc:sldMk cId="2368709295" sldId="361"/>
            <ac:spMk id="3" creationId="{5AE33263-E175-4015-99FE-E0BE73F3CDE7}"/>
          </ac:spMkLst>
        </pc:spChg>
        <pc:spChg chg="add mod">
          <ac:chgData name="Ella Vetter" userId="c6918cf5-f6c0-43cc-8499-a1f635017de9" providerId="ADAL" clId="{E8CAE533-5900-48F1-9375-A0F1AFC6DE31}" dt="2020-09-16T15:10:03.469" v="513" actId="1035"/>
          <ac:spMkLst>
            <pc:docMk/>
            <pc:sldMk cId="2368709295" sldId="361"/>
            <ac:spMk id="4" creationId="{5913F759-147C-4879-BD6B-2D7E6FEB7E38}"/>
          </ac:spMkLst>
        </pc:spChg>
        <pc:picChg chg="add del mod">
          <ac:chgData name="Ella Vetter" userId="c6918cf5-f6c0-43cc-8499-a1f635017de9" providerId="ADAL" clId="{E8CAE533-5900-48F1-9375-A0F1AFC6DE31}" dt="2020-09-16T14:59:15.291" v="286" actId="478"/>
          <ac:picMkLst>
            <pc:docMk/>
            <pc:sldMk cId="2368709295" sldId="361"/>
            <ac:picMk id="6" creationId="{A167F272-BB3E-484D-9927-52703B6CD038}"/>
          </ac:picMkLst>
        </pc:picChg>
        <pc:picChg chg="add mod">
          <ac:chgData name="Ella Vetter" userId="c6918cf5-f6c0-43cc-8499-a1f635017de9" providerId="ADAL" clId="{E8CAE533-5900-48F1-9375-A0F1AFC6DE31}" dt="2020-09-16T14:59:14.470" v="285" actId="571"/>
          <ac:picMkLst>
            <pc:docMk/>
            <pc:sldMk cId="2368709295" sldId="361"/>
            <ac:picMk id="7" creationId="{820C73E2-0082-4E78-9522-475B67C2DF76}"/>
          </ac:picMkLst>
        </pc:picChg>
        <pc:picChg chg="add mod">
          <ac:chgData name="Ella Vetter" userId="c6918cf5-f6c0-43cc-8499-a1f635017de9" providerId="ADAL" clId="{E8CAE533-5900-48F1-9375-A0F1AFC6DE31}" dt="2020-09-16T14:59:22.948" v="291" actId="208"/>
          <ac:picMkLst>
            <pc:docMk/>
            <pc:sldMk cId="2368709295" sldId="361"/>
            <ac:picMk id="9" creationId="{6A700751-3312-4331-8A64-BE6044D18491}"/>
          </ac:picMkLst>
        </pc:picChg>
      </pc:sldChg>
      <pc:sldChg chg="addSp delSp modSp add mod">
        <pc:chgData name="Ella Vetter" userId="c6918cf5-f6c0-43cc-8499-a1f635017de9" providerId="ADAL" clId="{E8CAE533-5900-48F1-9375-A0F1AFC6DE31}" dt="2020-09-16T15:40:09.689" v="1188" actId="20577"/>
        <pc:sldMkLst>
          <pc:docMk/>
          <pc:sldMk cId="882960040" sldId="362"/>
        </pc:sldMkLst>
        <pc:spChg chg="del">
          <ac:chgData name="Ella Vetter" userId="c6918cf5-f6c0-43cc-8499-a1f635017de9" providerId="ADAL" clId="{E8CAE533-5900-48F1-9375-A0F1AFC6DE31}" dt="2020-09-16T14:59:39.912" v="293" actId="478"/>
          <ac:spMkLst>
            <pc:docMk/>
            <pc:sldMk cId="882960040" sldId="362"/>
            <ac:spMk id="3" creationId="{5AE33263-E175-4015-99FE-E0BE73F3CDE7}"/>
          </ac:spMkLst>
        </pc:spChg>
        <pc:spChg chg="add mod">
          <ac:chgData name="Ella Vetter" userId="c6918cf5-f6c0-43cc-8499-a1f635017de9" providerId="ADAL" clId="{E8CAE533-5900-48F1-9375-A0F1AFC6DE31}" dt="2020-09-16T15:40:09.689" v="1188" actId="20577"/>
          <ac:spMkLst>
            <pc:docMk/>
            <pc:sldMk cId="882960040" sldId="362"/>
            <ac:spMk id="4" creationId="{1A7F3C11-AC58-48A9-A1AF-E8BD47BCBCBE}"/>
          </ac:spMkLst>
        </pc:spChg>
        <pc:picChg chg="add mod">
          <ac:chgData name="Ella Vetter" userId="c6918cf5-f6c0-43cc-8499-a1f635017de9" providerId="ADAL" clId="{E8CAE533-5900-48F1-9375-A0F1AFC6DE31}" dt="2020-09-16T15:00:46.250" v="313" actId="1076"/>
          <ac:picMkLst>
            <pc:docMk/>
            <pc:sldMk cId="882960040" sldId="362"/>
            <ac:picMk id="6" creationId="{FA4969C7-26DC-400C-8AA4-A151D43EA457}"/>
          </ac:picMkLst>
        </pc:picChg>
        <pc:picChg chg="add mod">
          <ac:chgData name="Ella Vetter" userId="c6918cf5-f6c0-43cc-8499-a1f635017de9" providerId="ADAL" clId="{E8CAE533-5900-48F1-9375-A0F1AFC6DE31}" dt="2020-09-16T15:01:18.586" v="316" actId="14100"/>
          <ac:picMkLst>
            <pc:docMk/>
            <pc:sldMk cId="882960040" sldId="362"/>
            <ac:picMk id="8" creationId="{EA51F1F0-C9F7-4C94-B68E-8678CC185D6C}"/>
          </ac:picMkLst>
        </pc:picChg>
      </pc:sldChg>
      <pc:sldChg chg="add del">
        <pc:chgData name="Ella Vetter" userId="c6918cf5-f6c0-43cc-8499-a1f635017de9" providerId="ADAL" clId="{E8CAE533-5900-48F1-9375-A0F1AFC6DE31}" dt="2020-09-16T15:10:10.951" v="514" actId="47"/>
        <pc:sldMkLst>
          <pc:docMk/>
          <pc:sldMk cId="1197592500" sldId="363"/>
        </pc:sldMkLst>
      </pc:sldChg>
      <pc:sldChg chg="addSp delSp modSp new mod">
        <pc:chgData name="Ella Vetter" userId="c6918cf5-f6c0-43cc-8499-a1f635017de9" providerId="ADAL" clId="{E8CAE533-5900-48F1-9375-A0F1AFC6DE31}" dt="2020-09-16T15:42:42" v="1303" actId="1076"/>
        <pc:sldMkLst>
          <pc:docMk/>
          <pc:sldMk cId="1575101120" sldId="363"/>
        </pc:sldMkLst>
        <pc:spChg chg="mod">
          <ac:chgData name="Ella Vetter" userId="c6918cf5-f6c0-43cc-8499-a1f635017de9" providerId="ADAL" clId="{E8CAE533-5900-48F1-9375-A0F1AFC6DE31}" dt="2020-09-16T15:11:11.984" v="516"/>
          <ac:spMkLst>
            <pc:docMk/>
            <pc:sldMk cId="1575101120" sldId="363"/>
            <ac:spMk id="2" creationId="{295736AC-1300-421A-BA2B-344D7EC8967F}"/>
          </ac:spMkLst>
        </pc:spChg>
        <pc:spChg chg="del">
          <ac:chgData name="Ella Vetter" userId="c6918cf5-f6c0-43cc-8499-a1f635017de9" providerId="ADAL" clId="{E8CAE533-5900-48F1-9375-A0F1AFC6DE31}" dt="2020-09-16T15:11:24.583" v="520" actId="478"/>
          <ac:spMkLst>
            <pc:docMk/>
            <pc:sldMk cId="1575101120" sldId="363"/>
            <ac:spMk id="3" creationId="{5103F989-0416-4068-9E6F-CCE29817A01F}"/>
          </ac:spMkLst>
        </pc:spChg>
        <pc:spChg chg="add mod">
          <ac:chgData name="Ella Vetter" userId="c6918cf5-f6c0-43cc-8499-a1f635017de9" providerId="ADAL" clId="{E8CAE533-5900-48F1-9375-A0F1AFC6DE31}" dt="2020-09-16T15:42:38.370" v="1302" actId="1036"/>
          <ac:spMkLst>
            <pc:docMk/>
            <pc:sldMk cId="1575101120" sldId="363"/>
            <ac:spMk id="4" creationId="{ADEAE891-F8BC-49BC-96A0-54B1AD69DE72}"/>
          </ac:spMkLst>
        </pc:spChg>
        <pc:picChg chg="add del mod">
          <ac:chgData name="Ella Vetter" userId="c6918cf5-f6c0-43cc-8499-a1f635017de9" providerId="ADAL" clId="{E8CAE533-5900-48F1-9375-A0F1AFC6DE31}" dt="2020-09-16T15:22:04.134" v="525" actId="478"/>
          <ac:picMkLst>
            <pc:docMk/>
            <pc:sldMk cId="1575101120" sldId="363"/>
            <ac:picMk id="6" creationId="{A328B34E-99D5-4DF7-8FAA-F377F407854B}"/>
          </ac:picMkLst>
        </pc:picChg>
        <pc:picChg chg="add mod">
          <ac:chgData name="Ella Vetter" userId="c6918cf5-f6c0-43cc-8499-a1f635017de9" providerId="ADAL" clId="{E8CAE533-5900-48F1-9375-A0F1AFC6DE31}" dt="2020-09-16T15:42:42" v="1303" actId="1076"/>
          <ac:picMkLst>
            <pc:docMk/>
            <pc:sldMk cId="1575101120" sldId="363"/>
            <ac:picMk id="8" creationId="{0173BCBD-D0B2-4D9E-B571-004AB9F82489}"/>
          </ac:picMkLst>
        </pc:picChg>
      </pc:sldChg>
      <pc:sldChg chg="addSp delSp modSp add mod">
        <pc:chgData name="Ella Vetter" userId="c6918cf5-f6c0-43cc-8499-a1f635017de9" providerId="ADAL" clId="{E8CAE533-5900-48F1-9375-A0F1AFC6DE31}" dt="2020-09-16T19:54:53.737" v="3247" actId="11"/>
        <pc:sldMkLst>
          <pc:docMk/>
          <pc:sldMk cId="1795387855" sldId="364"/>
        </pc:sldMkLst>
        <pc:spChg chg="mod">
          <ac:chgData name="Ella Vetter" userId="c6918cf5-f6c0-43cc-8499-a1f635017de9" providerId="ADAL" clId="{E8CAE533-5900-48F1-9375-A0F1AFC6DE31}" dt="2020-09-16T15:34:08.482" v="766" actId="1076"/>
          <ac:spMkLst>
            <pc:docMk/>
            <pc:sldMk cId="1795387855" sldId="364"/>
            <ac:spMk id="2" creationId="{295736AC-1300-421A-BA2B-344D7EC8967F}"/>
          </ac:spMkLst>
        </pc:spChg>
        <pc:spChg chg="del">
          <ac:chgData name="Ella Vetter" userId="c6918cf5-f6c0-43cc-8499-a1f635017de9" providerId="ADAL" clId="{E8CAE533-5900-48F1-9375-A0F1AFC6DE31}" dt="2020-09-16T15:32:19.869" v="715" actId="478"/>
          <ac:spMkLst>
            <pc:docMk/>
            <pc:sldMk cId="1795387855" sldId="364"/>
            <ac:spMk id="3" creationId="{5103F989-0416-4068-9E6F-CCE29817A01F}"/>
          </ac:spMkLst>
        </pc:spChg>
        <pc:spChg chg="add mod">
          <ac:chgData name="Ella Vetter" userId="c6918cf5-f6c0-43cc-8499-a1f635017de9" providerId="ADAL" clId="{E8CAE533-5900-48F1-9375-A0F1AFC6DE31}" dt="2020-09-16T19:54:53.737" v="3247" actId="11"/>
          <ac:spMkLst>
            <pc:docMk/>
            <pc:sldMk cId="1795387855" sldId="364"/>
            <ac:spMk id="4" creationId="{18F3D4D7-4D3A-4AAA-83B2-3B96265F8C6A}"/>
          </ac:spMkLst>
        </pc:spChg>
        <pc:picChg chg="add mod">
          <ac:chgData name="Ella Vetter" userId="c6918cf5-f6c0-43cc-8499-a1f635017de9" providerId="ADAL" clId="{E8CAE533-5900-48F1-9375-A0F1AFC6DE31}" dt="2020-09-16T15:38:35.884" v="1096" actId="1036"/>
          <ac:picMkLst>
            <pc:docMk/>
            <pc:sldMk cId="1795387855" sldId="364"/>
            <ac:picMk id="6" creationId="{EE874ADD-30FC-43BE-A4D9-5523F3668750}"/>
          </ac:picMkLst>
        </pc:picChg>
        <pc:picChg chg="add mod">
          <ac:chgData name="Ella Vetter" userId="c6918cf5-f6c0-43cc-8499-a1f635017de9" providerId="ADAL" clId="{E8CAE533-5900-48F1-9375-A0F1AFC6DE31}" dt="2020-09-16T15:38:49.125" v="1103" actId="14100"/>
          <ac:picMkLst>
            <pc:docMk/>
            <pc:sldMk cId="1795387855" sldId="364"/>
            <ac:picMk id="8" creationId="{A07D5CD1-BF14-4E93-8391-30886040865F}"/>
          </ac:picMkLst>
        </pc:picChg>
      </pc:sldChg>
      <pc:sldChg chg="addSp delSp modSp add mod">
        <pc:chgData name="Ella Vetter" userId="c6918cf5-f6c0-43cc-8499-a1f635017de9" providerId="ADAL" clId="{E8CAE533-5900-48F1-9375-A0F1AFC6DE31}" dt="2020-09-16T20:05:10.428" v="3274" actId="20577"/>
        <pc:sldMkLst>
          <pc:docMk/>
          <pc:sldMk cId="3018599899" sldId="365"/>
        </pc:sldMkLst>
        <pc:spChg chg="del">
          <ac:chgData name="Ella Vetter" userId="c6918cf5-f6c0-43cc-8499-a1f635017de9" providerId="ADAL" clId="{E8CAE533-5900-48F1-9375-A0F1AFC6DE31}" dt="2020-09-16T15:35:42.783" v="881" actId="478"/>
          <ac:spMkLst>
            <pc:docMk/>
            <pc:sldMk cId="3018599899" sldId="365"/>
            <ac:spMk id="3" creationId="{5103F989-0416-4068-9E6F-CCE29817A01F}"/>
          </ac:spMkLst>
        </pc:spChg>
        <pc:spChg chg="add mod">
          <ac:chgData name="Ella Vetter" userId="c6918cf5-f6c0-43cc-8499-a1f635017de9" providerId="ADAL" clId="{E8CAE533-5900-48F1-9375-A0F1AFC6DE31}" dt="2020-09-16T20:05:10.428" v="3274" actId="20577"/>
          <ac:spMkLst>
            <pc:docMk/>
            <pc:sldMk cId="3018599899" sldId="365"/>
            <ac:spMk id="4" creationId="{135412F4-4223-4159-964F-F2E724B1E621}"/>
          </ac:spMkLst>
        </pc:spChg>
        <pc:picChg chg="add mod">
          <ac:chgData name="Ella Vetter" userId="c6918cf5-f6c0-43cc-8499-a1f635017de9" providerId="ADAL" clId="{E8CAE533-5900-48F1-9375-A0F1AFC6DE31}" dt="2020-09-16T15:43:32.359" v="1317" actId="1076"/>
          <ac:picMkLst>
            <pc:docMk/>
            <pc:sldMk cId="3018599899" sldId="365"/>
            <ac:picMk id="6" creationId="{F60BAF2D-4787-43F3-B9C0-2A4556A96F22}"/>
          </ac:picMkLst>
        </pc:picChg>
        <pc:picChg chg="add del mod">
          <ac:chgData name="Ella Vetter" userId="c6918cf5-f6c0-43cc-8499-a1f635017de9" providerId="ADAL" clId="{E8CAE533-5900-48F1-9375-A0F1AFC6DE31}" dt="2020-09-16T15:43:23.101" v="1313" actId="21"/>
          <ac:picMkLst>
            <pc:docMk/>
            <pc:sldMk cId="3018599899" sldId="365"/>
            <ac:picMk id="8" creationId="{4AC48F6D-EF9E-47B6-AEF1-D5097C9CE2DF}"/>
          </ac:picMkLst>
        </pc:picChg>
      </pc:sldChg>
      <pc:sldChg chg="addSp delSp modSp add del mod">
        <pc:chgData name="Ella Vetter" userId="c6918cf5-f6c0-43cc-8499-a1f635017de9" providerId="ADAL" clId="{E8CAE533-5900-48F1-9375-A0F1AFC6DE31}" dt="2020-09-16T15:40:59.324" v="1265" actId="47"/>
        <pc:sldMkLst>
          <pc:docMk/>
          <pc:sldMk cId="2447537763" sldId="366"/>
        </pc:sldMkLst>
        <pc:spChg chg="del">
          <ac:chgData name="Ella Vetter" userId="c6918cf5-f6c0-43cc-8499-a1f635017de9" providerId="ADAL" clId="{E8CAE533-5900-48F1-9375-A0F1AFC6DE31}" dt="2020-09-16T15:39:01.941" v="1104" actId="478"/>
          <ac:spMkLst>
            <pc:docMk/>
            <pc:sldMk cId="2447537763" sldId="366"/>
            <ac:spMk id="3" creationId="{5103F989-0416-4068-9E6F-CCE29817A01F}"/>
          </ac:spMkLst>
        </pc:spChg>
        <pc:spChg chg="add mod">
          <ac:chgData name="Ella Vetter" userId="c6918cf5-f6c0-43cc-8499-a1f635017de9" providerId="ADAL" clId="{E8CAE533-5900-48F1-9375-A0F1AFC6DE31}" dt="2020-09-16T15:40:54.204" v="1259" actId="21"/>
          <ac:spMkLst>
            <pc:docMk/>
            <pc:sldMk cId="2447537763" sldId="366"/>
            <ac:spMk id="4" creationId="{3CFB0801-17A8-4B50-BDDB-CB89263A99E8}"/>
          </ac:spMkLst>
        </pc:spChg>
      </pc:sldChg>
      <pc:sldChg chg="addSp modSp new mod">
        <pc:chgData name="Ella Vetter" userId="c6918cf5-f6c0-43cc-8499-a1f635017de9" providerId="ADAL" clId="{E8CAE533-5900-48F1-9375-A0F1AFC6DE31}" dt="2020-09-16T19:55:11.344" v="3249" actId="11"/>
        <pc:sldMkLst>
          <pc:docMk/>
          <pc:sldMk cId="2456304505" sldId="366"/>
        </pc:sldMkLst>
        <pc:spChg chg="mod">
          <ac:chgData name="Ella Vetter" userId="c6918cf5-f6c0-43cc-8499-a1f635017de9" providerId="ADAL" clId="{E8CAE533-5900-48F1-9375-A0F1AFC6DE31}" dt="2020-09-16T15:43:04.299" v="1305"/>
          <ac:spMkLst>
            <pc:docMk/>
            <pc:sldMk cId="2456304505" sldId="366"/>
            <ac:spMk id="2" creationId="{DCE6CC1B-F3BB-43FB-86AC-C4161D2DEFC3}"/>
          </ac:spMkLst>
        </pc:spChg>
        <pc:spChg chg="mod">
          <ac:chgData name="Ella Vetter" userId="c6918cf5-f6c0-43cc-8499-a1f635017de9" providerId="ADAL" clId="{E8CAE533-5900-48F1-9375-A0F1AFC6DE31}" dt="2020-09-16T19:55:11.344" v="3249" actId="11"/>
          <ac:spMkLst>
            <pc:docMk/>
            <pc:sldMk cId="2456304505" sldId="366"/>
            <ac:spMk id="3" creationId="{D5D596DB-88FA-4D57-8277-AAE265DF59AB}"/>
          </ac:spMkLst>
        </pc:spChg>
        <pc:picChg chg="add mod">
          <ac:chgData name="Ella Vetter" userId="c6918cf5-f6c0-43cc-8499-a1f635017de9" providerId="ADAL" clId="{E8CAE533-5900-48F1-9375-A0F1AFC6DE31}" dt="2020-09-16T15:43:26.039" v="1315" actId="1076"/>
          <ac:picMkLst>
            <pc:docMk/>
            <pc:sldMk cId="2456304505" sldId="366"/>
            <ac:picMk id="5" creationId="{AEF83D90-9885-4C68-80F0-13267004EE71}"/>
          </ac:picMkLst>
        </pc:picChg>
      </pc:sldChg>
      <pc:sldChg chg="addSp delSp modSp new mod">
        <pc:chgData name="Ella Vetter" userId="c6918cf5-f6c0-43cc-8499-a1f635017de9" providerId="ADAL" clId="{E8CAE533-5900-48F1-9375-A0F1AFC6DE31}" dt="2020-09-16T17:42:48.305" v="2003" actId="1035"/>
        <pc:sldMkLst>
          <pc:docMk/>
          <pc:sldMk cId="761110323" sldId="367"/>
        </pc:sldMkLst>
        <pc:spChg chg="mod">
          <ac:chgData name="Ella Vetter" userId="c6918cf5-f6c0-43cc-8499-a1f635017de9" providerId="ADAL" clId="{E8CAE533-5900-48F1-9375-A0F1AFC6DE31}" dt="2020-09-16T16:03:31.789" v="1478"/>
          <ac:spMkLst>
            <pc:docMk/>
            <pc:sldMk cId="761110323" sldId="367"/>
            <ac:spMk id="2" creationId="{7466FB1F-0C9C-48C8-BC71-4AD81EDA0135}"/>
          </ac:spMkLst>
        </pc:spChg>
        <pc:spChg chg="del">
          <ac:chgData name="Ella Vetter" userId="c6918cf5-f6c0-43cc-8499-a1f635017de9" providerId="ADAL" clId="{E8CAE533-5900-48F1-9375-A0F1AFC6DE31}" dt="2020-09-16T16:02:51.457" v="1467" actId="478"/>
          <ac:spMkLst>
            <pc:docMk/>
            <pc:sldMk cId="761110323" sldId="367"/>
            <ac:spMk id="3" creationId="{10465C3C-9478-42B5-975E-2B116C6D73B3}"/>
          </ac:spMkLst>
        </pc:spChg>
        <pc:spChg chg="add mod">
          <ac:chgData name="Ella Vetter" userId="c6918cf5-f6c0-43cc-8499-a1f635017de9" providerId="ADAL" clId="{E8CAE533-5900-48F1-9375-A0F1AFC6DE31}" dt="2020-09-16T17:42:48.305" v="2003" actId="1035"/>
          <ac:spMkLst>
            <pc:docMk/>
            <pc:sldMk cId="761110323" sldId="367"/>
            <ac:spMk id="4" creationId="{63898B1F-9222-441C-BD20-FEA04488D03C}"/>
          </ac:spMkLst>
        </pc:spChg>
        <pc:picChg chg="add mod">
          <ac:chgData name="Ella Vetter" userId="c6918cf5-f6c0-43cc-8499-a1f635017de9" providerId="ADAL" clId="{E8CAE533-5900-48F1-9375-A0F1AFC6DE31}" dt="2020-09-16T16:04:29.559" v="1494" actId="1076"/>
          <ac:picMkLst>
            <pc:docMk/>
            <pc:sldMk cId="761110323" sldId="367"/>
            <ac:picMk id="6" creationId="{8C878D34-387C-42B0-8084-CBD6F7EDB34C}"/>
          </ac:picMkLst>
        </pc:picChg>
      </pc:sldChg>
      <pc:sldChg chg="addSp modSp new mod modNotesTx">
        <pc:chgData name="Ella Vetter" userId="c6918cf5-f6c0-43cc-8499-a1f635017de9" providerId="ADAL" clId="{E8CAE533-5900-48F1-9375-A0F1AFC6DE31}" dt="2020-09-16T17:49:23.028" v="2150" actId="208"/>
        <pc:sldMkLst>
          <pc:docMk/>
          <pc:sldMk cId="1336207614" sldId="368"/>
        </pc:sldMkLst>
        <pc:spChg chg="mod">
          <ac:chgData name="Ella Vetter" userId="c6918cf5-f6c0-43cc-8499-a1f635017de9" providerId="ADAL" clId="{E8CAE533-5900-48F1-9375-A0F1AFC6DE31}" dt="2020-09-16T16:04:36.505" v="1496"/>
          <ac:spMkLst>
            <pc:docMk/>
            <pc:sldMk cId="1336207614" sldId="368"/>
            <ac:spMk id="2" creationId="{CBC00CA2-84F0-4E5A-AFE5-8D8827F798C7}"/>
          </ac:spMkLst>
        </pc:spChg>
        <pc:spChg chg="mod">
          <ac:chgData name="Ella Vetter" userId="c6918cf5-f6c0-43cc-8499-a1f635017de9" providerId="ADAL" clId="{E8CAE533-5900-48F1-9375-A0F1AFC6DE31}" dt="2020-09-16T16:41:26.860" v="1924" actId="20577"/>
          <ac:spMkLst>
            <pc:docMk/>
            <pc:sldMk cId="1336207614" sldId="368"/>
            <ac:spMk id="3" creationId="{F90B97E0-829E-4982-A618-ED033F02687E}"/>
          </ac:spMkLst>
        </pc:spChg>
        <pc:picChg chg="add mod">
          <ac:chgData name="Ella Vetter" userId="c6918cf5-f6c0-43cc-8499-a1f635017de9" providerId="ADAL" clId="{E8CAE533-5900-48F1-9375-A0F1AFC6DE31}" dt="2020-09-16T17:49:23.028" v="2150" actId="208"/>
          <ac:picMkLst>
            <pc:docMk/>
            <pc:sldMk cId="1336207614" sldId="368"/>
            <ac:picMk id="5" creationId="{05C6D86A-C229-487C-964F-D23E943AD525}"/>
          </ac:picMkLst>
        </pc:picChg>
      </pc:sldChg>
      <pc:sldChg chg="addSp delSp modSp add mod modNotesTx">
        <pc:chgData name="Ella Vetter" userId="c6918cf5-f6c0-43cc-8499-a1f635017de9" providerId="ADAL" clId="{E8CAE533-5900-48F1-9375-A0F1AFC6DE31}" dt="2020-09-16T17:48:30.065" v="2145" actId="108"/>
        <pc:sldMkLst>
          <pc:docMk/>
          <pc:sldMk cId="2150884908" sldId="369"/>
        </pc:sldMkLst>
        <pc:spChg chg="del">
          <ac:chgData name="Ella Vetter" userId="c6918cf5-f6c0-43cc-8499-a1f635017de9" providerId="ADAL" clId="{E8CAE533-5900-48F1-9375-A0F1AFC6DE31}" dt="2020-09-16T16:39:19.262" v="1858" actId="478"/>
          <ac:spMkLst>
            <pc:docMk/>
            <pc:sldMk cId="2150884908" sldId="369"/>
            <ac:spMk id="3" creationId="{F90B97E0-829E-4982-A618-ED033F02687E}"/>
          </ac:spMkLst>
        </pc:spChg>
        <pc:spChg chg="add del mod">
          <ac:chgData name="Ella Vetter" userId="c6918cf5-f6c0-43cc-8499-a1f635017de9" providerId="ADAL" clId="{E8CAE533-5900-48F1-9375-A0F1AFC6DE31}" dt="2020-09-16T16:39:20.615" v="1860"/>
          <ac:spMkLst>
            <pc:docMk/>
            <pc:sldMk cId="2150884908" sldId="369"/>
            <ac:spMk id="4" creationId="{F452B51E-2E3C-409E-BFEB-F56C4BC4C352}"/>
          </ac:spMkLst>
        </pc:spChg>
        <pc:spChg chg="add mod">
          <ac:chgData name="Ella Vetter" userId="c6918cf5-f6c0-43cc-8499-a1f635017de9" providerId="ADAL" clId="{E8CAE533-5900-48F1-9375-A0F1AFC6DE31}" dt="2020-09-16T16:41:07.841" v="1915" actId="20577"/>
          <ac:spMkLst>
            <pc:docMk/>
            <pc:sldMk cId="2150884908" sldId="369"/>
            <ac:spMk id="7" creationId="{41711A73-D3A3-4695-BB4E-DBCEBDFB87F6}"/>
          </ac:spMkLst>
        </pc:spChg>
        <pc:graphicFrameChg chg="add mod modGraphic">
          <ac:chgData name="Ella Vetter" userId="c6918cf5-f6c0-43cc-8499-a1f635017de9" providerId="ADAL" clId="{E8CAE533-5900-48F1-9375-A0F1AFC6DE31}" dt="2020-09-16T17:48:30.065" v="2145" actId="108"/>
          <ac:graphicFrameMkLst>
            <pc:docMk/>
            <pc:sldMk cId="2150884908" sldId="369"/>
            <ac:graphicFrameMk id="6" creationId="{FD836CE0-63A6-43DF-9F00-8BFF2AB8A5A7}"/>
          </ac:graphicFrameMkLst>
        </pc:graphicFrameChg>
      </pc:sldChg>
      <pc:sldChg chg="addSp delSp modSp add mod">
        <pc:chgData name="Ella Vetter" userId="c6918cf5-f6c0-43cc-8499-a1f635017de9" providerId="ADAL" clId="{E8CAE533-5900-48F1-9375-A0F1AFC6DE31}" dt="2020-09-16T18:36:44.905" v="2872" actId="1076"/>
        <pc:sldMkLst>
          <pc:docMk/>
          <pc:sldMk cId="1780659734" sldId="370"/>
        </pc:sldMkLst>
        <pc:spChg chg="del">
          <ac:chgData name="Ella Vetter" userId="c6918cf5-f6c0-43cc-8499-a1f635017de9" providerId="ADAL" clId="{E8CAE533-5900-48F1-9375-A0F1AFC6DE31}" dt="2020-09-16T16:42:01.732" v="1928" actId="478"/>
          <ac:spMkLst>
            <pc:docMk/>
            <pc:sldMk cId="1780659734" sldId="370"/>
            <ac:spMk id="3" creationId="{F90B97E0-829E-4982-A618-ED033F02687E}"/>
          </ac:spMkLst>
        </pc:spChg>
        <pc:spChg chg="add mod">
          <ac:chgData name="Ella Vetter" userId="c6918cf5-f6c0-43cc-8499-a1f635017de9" providerId="ADAL" clId="{E8CAE533-5900-48F1-9375-A0F1AFC6DE31}" dt="2020-09-16T16:42:19.863" v="1947" actId="113"/>
          <ac:spMkLst>
            <pc:docMk/>
            <pc:sldMk cId="1780659734" sldId="370"/>
            <ac:spMk id="4" creationId="{3681721F-BC20-4B5D-9B15-7C50903BE682}"/>
          </ac:spMkLst>
        </pc:spChg>
        <pc:picChg chg="add mod">
          <ac:chgData name="Ella Vetter" userId="c6918cf5-f6c0-43cc-8499-a1f635017de9" providerId="ADAL" clId="{E8CAE533-5900-48F1-9375-A0F1AFC6DE31}" dt="2020-09-16T18:36:18.444" v="2870" actId="1076"/>
          <ac:picMkLst>
            <pc:docMk/>
            <pc:sldMk cId="1780659734" sldId="370"/>
            <ac:picMk id="6" creationId="{B32F10BA-275E-4B61-B15D-7C221EB43110}"/>
          </ac:picMkLst>
        </pc:picChg>
        <pc:picChg chg="add mod">
          <ac:chgData name="Ella Vetter" userId="c6918cf5-f6c0-43cc-8499-a1f635017de9" providerId="ADAL" clId="{E8CAE533-5900-48F1-9375-A0F1AFC6DE31}" dt="2020-09-16T18:36:44.905" v="2872" actId="1076"/>
          <ac:picMkLst>
            <pc:docMk/>
            <pc:sldMk cId="1780659734" sldId="370"/>
            <ac:picMk id="8" creationId="{B55AC654-0659-49D4-A9A8-A0CB2F0FF1FE}"/>
          </ac:picMkLst>
        </pc:picChg>
      </pc:sldChg>
      <pc:sldChg chg="add del">
        <pc:chgData name="Ella Vetter" userId="c6918cf5-f6c0-43cc-8499-a1f635017de9" providerId="ADAL" clId="{E8CAE533-5900-48F1-9375-A0F1AFC6DE31}" dt="2020-09-16T16:42:46.073" v="1952" actId="47"/>
        <pc:sldMkLst>
          <pc:docMk/>
          <pc:sldMk cId="758003449" sldId="371"/>
        </pc:sldMkLst>
      </pc:sldChg>
      <pc:sldChg chg="add del">
        <pc:chgData name="Ella Vetter" userId="c6918cf5-f6c0-43cc-8499-a1f635017de9" providerId="ADAL" clId="{E8CAE533-5900-48F1-9375-A0F1AFC6DE31}" dt="2020-09-16T16:42:46.459" v="1953" actId="47"/>
        <pc:sldMkLst>
          <pc:docMk/>
          <pc:sldMk cId="1552811755" sldId="372"/>
        </pc:sldMkLst>
      </pc:sldChg>
      <pc:sldChg chg="add del">
        <pc:chgData name="Ella Vetter" userId="c6918cf5-f6c0-43cc-8499-a1f635017de9" providerId="ADAL" clId="{E8CAE533-5900-48F1-9375-A0F1AFC6DE31}" dt="2020-09-16T16:42:46.890" v="1954" actId="47"/>
        <pc:sldMkLst>
          <pc:docMk/>
          <pc:sldMk cId="4012308329" sldId="373"/>
        </pc:sldMkLst>
      </pc:sldChg>
      <pc:sldChg chg="modSp add mod ord">
        <pc:chgData name="Ella Vetter" userId="c6918cf5-f6c0-43cc-8499-a1f635017de9" providerId="ADAL" clId="{E8CAE533-5900-48F1-9375-A0F1AFC6DE31}" dt="2020-09-16T18:08:12.264" v="2454" actId="2164"/>
        <pc:sldMkLst>
          <pc:docMk/>
          <pc:sldMk cId="1113797894" sldId="374"/>
        </pc:sldMkLst>
        <pc:spChg chg="mod">
          <ac:chgData name="Ella Vetter" userId="c6918cf5-f6c0-43cc-8499-a1f635017de9" providerId="ADAL" clId="{E8CAE533-5900-48F1-9375-A0F1AFC6DE31}" dt="2020-09-16T18:07:57.928" v="2451" actId="1076"/>
          <ac:spMkLst>
            <pc:docMk/>
            <pc:sldMk cId="1113797894" sldId="374"/>
            <ac:spMk id="7" creationId="{41711A73-D3A3-4695-BB4E-DBCEBDFB87F6}"/>
          </ac:spMkLst>
        </pc:spChg>
        <pc:graphicFrameChg chg="mod modGraphic">
          <ac:chgData name="Ella Vetter" userId="c6918cf5-f6c0-43cc-8499-a1f635017de9" providerId="ADAL" clId="{E8CAE533-5900-48F1-9375-A0F1AFC6DE31}" dt="2020-09-16T18:08:12.264" v="2454" actId="2164"/>
          <ac:graphicFrameMkLst>
            <pc:docMk/>
            <pc:sldMk cId="1113797894" sldId="374"/>
            <ac:graphicFrameMk id="6" creationId="{FD836CE0-63A6-43DF-9F00-8BFF2AB8A5A7}"/>
          </ac:graphicFrameMkLst>
        </pc:graphicFrameChg>
      </pc:sldChg>
      <pc:sldChg chg="addSp modSp add mod ord">
        <pc:chgData name="Ella Vetter" userId="c6918cf5-f6c0-43cc-8499-a1f635017de9" providerId="ADAL" clId="{E8CAE533-5900-48F1-9375-A0F1AFC6DE31}" dt="2020-09-16T18:42:09.154" v="2937" actId="1076"/>
        <pc:sldMkLst>
          <pc:docMk/>
          <pc:sldMk cId="3873869221" sldId="375"/>
        </pc:sldMkLst>
        <pc:spChg chg="mod">
          <ac:chgData name="Ella Vetter" userId="c6918cf5-f6c0-43cc-8499-a1f635017de9" providerId="ADAL" clId="{E8CAE533-5900-48F1-9375-A0F1AFC6DE31}" dt="2020-09-16T16:43:28.922" v="1981" actId="20577"/>
          <ac:spMkLst>
            <pc:docMk/>
            <pc:sldMk cId="3873869221" sldId="375"/>
            <ac:spMk id="4" creationId="{3681721F-BC20-4B5D-9B15-7C50903BE682}"/>
          </ac:spMkLst>
        </pc:spChg>
        <pc:picChg chg="add mod">
          <ac:chgData name="Ella Vetter" userId="c6918cf5-f6c0-43cc-8499-a1f635017de9" providerId="ADAL" clId="{E8CAE533-5900-48F1-9375-A0F1AFC6DE31}" dt="2020-09-16T18:41:48.023" v="2935" actId="14100"/>
          <ac:picMkLst>
            <pc:docMk/>
            <pc:sldMk cId="3873869221" sldId="375"/>
            <ac:picMk id="5" creationId="{C12C5B95-042C-42FD-8863-6B4DFAEF03B4}"/>
          </ac:picMkLst>
        </pc:picChg>
        <pc:picChg chg="add mod">
          <ac:chgData name="Ella Vetter" userId="c6918cf5-f6c0-43cc-8499-a1f635017de9" providerId="ADAL" clId="{E8CAE533-5900-48F1-9375-A0F1AFC6DE31}" dt="2020-09-16T18:42:09.154" v="2937" actId="1076"/>
          <ac:picMkLst>
            <pc:docMk/>
            <pc:sldMk cId="3873869221" sldId="375"/>
            <ac:picMk id="7" creationId="{CC62A0D6-EB6C-48A1-8D0B-EA620AF7A39D}"/>
          </ac:picMkLst>
        </pc:picChg>
      </pc:sldChg>
      <pc:sldChg chg="add del">
        <pc:chgData name="Ella Vetter" userId="c6918cf5-f6c0-43cc-8499-a1f635017de9" providerId="ADAL" clId="{E8CAE533-5900-48F1-9375-A0F1AFC6DE31}" dt="2020-09-16T16:42:52.984" v="1956" actId="47"/>
        <pc:sldMkLst>
          <pc:docMk/>
          <pc:sldMk cId="3881321785" sldId="375"/>
        </pc:sldMkLst>
      </pc:sldChg>
      <pc:sldChg chg="add del ord">
        <pc:chgData name="Ella Vetter" userId="c6918cf5-f6c0-43cc-8499-a1f635017de9" providerId="ADAL" clId="{E8CAE533-5900-48F1-9375-A0F1AFC6DE31}" dt="2020-09-16T16:43:14.682" v="1975" actId="47"/>
        <pc:sldMkLst>
          <pc:docMk/>
          <pc:sldMk cId="1894828138" sldId="376"/>
        </pc:sldMkLst>
      </pc:sldChg>
      <pc:sldChg chg="modSp add mod ord">
        <pc:chgData name="Ella Vetter" userId="c6918cf5-f6c0-43cc-8499-a1f635017de9" providerId="ADAL" clId="{E8CAE533-5900-48F1-9375-A0F1AFC6DE31}" dt="2020-09-16T19:40:04.451" v="3216" actId="1035"/>
        <pc:sldMkLst>
          <pc:docMk/>
          <pc:sldMk cId="3117034548" sldId="376"/>
        </pc:sldMkLst>
        <pc:spChg chg="mod">
          <ac:chgData name="Ella Vetter" userId="c6918cf5-f6c0-43cc-8499-a1f635017de9" providerId="ADAL" clId="{E8CAE533-5900-48F1-9375-A0F1AFC6DE31}" dt="2020-09-16T19:40:04.451" v="3216" actId="1035"/>
          <ac:spMkLst>
            <pc:docMk/>
            <pc:sldMk cId="3117034548" sldId="376"/>
            <ac:spMk id="7" creationId="{41711A73-D3A3-4695-BB4E-DBCEBDFB87F6}"/>
          </ac:spMkLst>
        </pc:spChg>
        <pc:graphicFrameChg chg="mod modGraphic">
          <ac:chgData name="Ella Vetter" userId="c6918cf5-f6c0-43cc-8499-a1f635017de9" providerId="ADAL" clId="{E8CAE533-5900-48F1-9375-A0F1AFC6DE31}" dt="2020-09-16T19:35:25.058" v="3149" actId="1076"/>
          <ac:graphicFrameMkLst>
            <pc:docMk/>
            <pc:sldMk cId="3117034548" sldId="376"/>
            <ac:graphicFrameMk id="6" creationId="{FD836CE0-63A6-43DF-9F00-8BFF2AB8A5A7}"/>
          </ac:graphicFrameMkLst>
        </pc:graphicFrameChg>
      </pc:sldChg>
      <pc:sldChg chg="addSp delSp modSp add mod ord">
        <pc:chgData name="Ella Vetter" userId="c6918cf5-f6c0-43cc-8499-a1f635017de9" providerId="ADAL" clId="{E8CAE533-5900-48F1-9375-A0F1AFC6DE31}" dt="2020-09-16T20:23:20.247" v="3279" actId="20577"/>
        <pc:sldMkLst>
          <pc:docMk/>
          <pc:sldMk cId="3207609551" sldId="377"/>
        </pc:sldMkLst>
        <pc:spChg chg="mod">
          <ac:chgData name="Ella Vetter" userId="c6918cf5-f6c0-43cc-8499-a1f635017de9" providerId="ADAL" clId="{E8CAE533-5900-48F1-9375-A0F1AFC6DE31}" dt="2020-09-16T20:23:20.247" v="3279" actId="20577"/>
          <ac:spMkLst>
            <pc:docMk/>
            <pc:sldMk cId="3207609551" sldId="377"/>
            <ac:spMk id="2" creationId="{DC1F2BA1-F687-44F6-8A6B-FDEE5E3CA2FA}"/>
          </ac:spMkLst>
        </pc:spChg>
        <pc:spChg chg="mod">
          <ac:chgData name="Ella Vetter" userId="c6918cf5-f6c0-43cc-8499-a1f635017de9" providerId="ADAL" clId="{E8CAE533-5900-48F1-9375-A0F1AFC6DE31}" dt="2020-09-16T16:44:48.833" v="1997" actId="20577"/>
          <ac:spMkLst>
            <pc:docMk/>
            <pc:sldMk cId="3207609551" sldId="377"/>
            <ac:spMk id="4" creationId="{D73DF70C-A971-4ABC-B0EC-BF457A93F4A7}"/>
          </ac:spMkLst>
        </pc:spChg>
        <pc:picChg chg="add mod">
          <ac:chgData name="Ella Vetter" userId="c6918cf5-f6c0-43cc-8499-a1f635017de9" providerId="ADAL" clId="{E8CAE533-5900-48F1-9375-A0F1AFC6DE31}" dt="2020-09-16T16:44:37.343" v="1990" actId="14100"/>
          <ac:picMkLst>
            <pc:docMk/>
            <pc:sldMk cId="3207609551" sldId="377"/>
            <ac:picMk id="5" creationId="{EE6972F7-BDCC-46B5-AF32-6D78EF719D2C}"/>
          </ac:picMkLst>
        </pc:picChg>
        <pc:picChg chg="del">
          <ac:chgData name="Ella Vetter" userId="c6918cf5-f6c0-43cc-8499-a1f635017de9" providerId="ADAL" clId="{E8CAE533-5900-48F1-9375-A0F1AFC6DE31}" dt="2020-09-16T16:44:07.171" v="1987" actId="478"/>
          <ac:picMkLst>
            <pc:docMk/>
            <pc:sldMk cId="3207609551" sldId="377"/>
            <ac:picMk id="6" creationId="{5697C4D1-F69F-4150-BFE5-F23C2BF4B75C}"/>
          </ac:picMkLst>
        </pc:picChg>
        <pc:picChg chg="del">
          <ac:chgData name="Ella Vetter" userId="c6918cf5-f6c0-43cc-8499-a1f635017de9" providerId="ADAL" clId="{E8CAE533-5900-48F1-9375-A0F1AFC6DE31}" dt="2020-09-16T16:44:42.610" v="1992" actId="478"/>
          <ac:picMkLst>
            <pc:docMk/>
            <pc:sldMk cId="3207609551" sldId="377"/>
            <ac:picMk id="8" creationId="{15B0F498-27CC-407D-9E71-F1390FD6D500}"/>
          </ac:picMkLst>
        </pc:picChg>
        <pc:picChg chg="add mod">
          <ac:chgData name="Ella Vetter" userId="c6918cf5-f6c0-43cc-8499-a1f635017de9" providerId="ADAL" clId="{E8CAE533-5900-48F1-9375-A0F1AFC6DE31}" dt="2020-09-16T16:45:20.867" v="2000" actId="14100"/>
          <ac:picMkLst>
            <pc:docMk/>
            <pc:sldMk cId="3207609551" sldId="377"/>
            <ac:picMk id="9" creationId="{0C3D1E0C-45C3-4976-A15D-48F38E448297}"/>
          </ac:picMkLst>
        </pc:picChg>
      </pc:sldChg>
      <pc:sldChg chg="addSp delSp modSp add mod">
        <pc:chgData name="Ella Vetter" userId="c6918cf5-f6c0-43cc-8499-a1f635017de9" providerId="ADAL" clId="{E8CAE533-5900-48F1-9375-A0F1AFC6DE31}" dt="2020-09-16T18:18:17.926" v="2697" actId="1076"/>
        <pc:sldMkLst>
          <pc:docMk/>
          <pc:sldMk cId="2744915173" sldId="378"/>
        </pc:sldMkLst>
        <pc:graphicFrameChg chg="add del">
          <ac:chgData name="Ella Vetter" userId="c6918cf5-f6c0-43cc-8499-a1f635017de9" providerId="ADAL" clId="{E8CAE533-5900-48F1-9375-A0F1AFC6DE31}" dt="2020-09-16T18:16:02.478" v="2661"/>
          <ac:graphicFrameMkLst>
            <pc:docMk/>
            <pc:sldMk cId="2744915173" sldId="378"/>
            <ac:graphicFrameMk id="3" creationId="{C198C9A5-C914-4431-9985-D1326742DCAC}"/>
          </ac:graphicFrameMkLst>
        </pc:graphicFrameChg>
        <pc:graphicFrameChg chg="mod modGraphic">
          <ac:chgData name="Ella Vetter" userId="c6918cf5-f6c0-43cc-8499-a1f635017de9" providerId="ADAL" clId="{E8CAE533-5900-48F1-9375-A0F1AFC6DE31}" dt="2020-09-16T18:18:17.926" v="2697" actId="1076"/>
          <ac:graphicFrameMkLst>
            <pc:docMk/>
            <pc:sldMk cId="2744915173" sldId="378"/>
            <ac:graphicFrameMk id="6" creationId="{FD836CE0-63A6-43DF-9F00-8BFF2AB8A5A7}"/>
          </ac:graphicFrameMkLst>
        </pc:graphicFrameChg>
      </pc:sldChg>
      <pc:sldChg chg="add del">
        <pc:chgData name="Ella Vetter" userId="c6918cf5-f6c0-43cc-8499-a1f635017de9" providerId="ADAL" clId="{E8CAE533-5900-48F1-9375-A0F1AFC6DE31}" dt="2020-09-16T18:08:37.432" v="2462"/>
        <pc:sldMkLst>
          <pc:docMk/>
          <pc:sldMk cId="2454877183" sldId="379"/>
        </pc:sldMkLst>
      </pc:sldChg>
      <pc:sldChg chg="modSp add mod">
        <pc:chgData name="Ella Vetter" userId="c6918cf5-f6c0-43cc-8499-a1f635017de9" providerId="ADAL" clId="{E8CAE533-5900-48F1-9375-A0F1AFC6DE31}" dt="2020-09-16T18:27:32.375" v="2766" actId="2164"/>
        <pc:sldMkLst>
          <pc:docMk/>
          <pc:sldMk cId="4141574913" sldId="379"/>
        </pc:sldMkLst>
        <pc:graphicFrameChg chg="mod modGraphic">
          <ac:chgData name="Ella Vetter" userId="c6918cf5-f6c0-43cc-8499-a1f635017de9" providerId="ADAL" clId="{E8CAE533-5900-48F1-9375-A0F1AFC6DE31}" dt="2020-09-16T18:27:32.375" v="2766" actId="2164"/>
          <ac:graphicFrameMkLst>
            <pc:docMk/>
            <pc:sldMk cId="4141574913" sldId="379"/>
            <ac:graphicFrameMk id="6" creationId="{FD836CE0-63A6-43DF-9F00-8BFF2AB8A5A7}"/>
          </ac:graphicFrameMkLst>
        </pc:graphicFrameChg>
      </pc:sldChg>
      <pc:sldChg chg="modSp add mod">
        <pc:chgData name="Ella Vetter" userId="c6918cf5-f6c0-43cc-8499-a1f635017de9" providerId="ADAL" clId="{E8CAE533-5900-48F1-9375-A0F1AFC6DE31}" dt="2020-09-16T18:35:43.579" v="2866" actId="2164"/>
        <pc:sldMkLst>
          <pc:docMk/>
          <pc:sldMk cId="1292852785" sldId="380"/>
        </pc:sldMkLst>
        <pc:graphicFrameChg chg="mod modGraphic">
          <ac:chgData name="Ella Vetter" userId="c6918cf5-f6c0-43cc-8499-a1f635017de9" providerId="ADAL" clId="{E8CAE533-5900-48F1-9375-A0F1AFC6DE31}" dt="2020-09-16T18:35:43.579" v="2866" actId="2164"/>
          <ac:graphicFrameMkLst>
            <pc:docMk/>
            <pc:sldMk cId="1292852785" sldId="380"/>
            <ac:graphicFrameMk id="6" creationId="{FD836CE0-63A6-43DF-9F00-8BFF2AB8A5A7}"/>
          </ac:graphicFrameMkLst>
        </pc:graphicFrameChg>
      </pc:sldChg>
      <pc:sldChg chg="modSp add mod">
        <pc:chgData name="Ella Vetter" userId="c6918cf5-f6c0-43cc-8499-a1f635017de9" providerId="ADAL" clId="{E8CAE533-5900-48F1-9375-A0F1AFC6DE31}" dt="2020-09-16T18:35:48.209" v="2867" actId="2164"/>
        <pc:sldMkLst>
          <pc:docMk/>
          <pc:sldMk cId="3591556102" sldId="381"/>
        </pc:sldMkLst>
        <pc:graphicFrameChg chg="modGraphic">
          <ac:chgData name="Ella Vetter" userId="c6918cf5-f6c0-43cc-8499-a1f635017de9" providerId="ADAL" clId="{E8CAE533-5900-48F1-9375-A0F1AFC6DE31}" dt="2020-09-16T18:35:48.209" v="2867" actId="2164"/>
          <ac:graphicFrameMkLst>
            <pc:docMk/>
            <pc:sldMk cId="3591556102" sldId="381"/>
            <ac:graphicFrameMk id="6" creationId="{FD836CE0-63A6-43DF-9F00-8BFF2AB8A5A7}"/>
          </ac:graphicFrameMkLst>
        </pc:graphicFrameChg>
      </pc:sldChg>
      <pc:sldChg chg="modSp add mod">
        <pc:chgData name="Ella Vetter" userId="c6918cf5-f6c0-43cc-8499-a1f635017de9" providerId="ADAL" clId="{E8CAE533-5900-48F1-9375-A0F1AFC6DE31}" dt="2020-09-16T19:40:08.731" v="3221" actId="1036"/>
        <pc:sldMkLst>
          <pc:docMk/>
          <pc:sldMk cId="1457977687" sldId="382"/>
        </pc:sldMkLst>
        <pc:spChg chg="mod">
          <ac:chgData name="Ella Vetter" userId="c6918cf5-f6c0-43cc-8499-a1f635017de9" providerId="ADAL" clId="{E8CAE533-5900-48F1-9375-A0F1AFC6DE31}" dt="2020-09-16T19:40:08.731" v="3221" actId="1036"/>
          <ac:spMkLst>
            <pc:docMk/>
            <pc:sldMk cId="1457977687" sldId="382"/>
            <ac:spMk id="7" creationId="{41711A73-D3A3-4695-BB4E-DBCEBDFB87F6}"/>
          </ac:spMkLst>
        </pc:spChg>
        <pc:graphicFrameChg chg="mod modGraphic">
          <ac:chgData name="Ella Vetter" userId="c6918cf5-f6c0-43cc-8499-a1f635017de9" providerId="ADAL" clId="{E8CAE533-5900-48F1-9375-A0F1AFC6DE31}" dt="2020-09-16T19:39:48.157" v="3201" actId="1035"/>
          <ac:graphicFrameMkLst>
            <pc:docMk/>
            <pc:sldMk cId="1457977687" sldId="382"/>
            <ac:graphicFrameMk id="6" creationId="{FD836CE0-63A6-43DF-9F00-8BFF2AB8A5A7}"/>
          </ac:graphicFrameMkLst>
        </pc:graphicFrameChg>
      </pc:sldChg>
      <pc:sldChg chg="modSp add mod ord">
        <pc:chgData name="Ella Vetter" userId="c6918cf5-f6c0-43cc-8499-a1f635017de9" providerId="ADAL" clId="{E8CAE533-5900-48F1-9375-A0F1AFC6DE31}" dt="2020-09-16T19:40:12.223" v="3224" actId="1035"/>
        <pc:sldMkLst>
          <pc:docMk/>
          <pc:sldMk cId="2738995133" sldId="383"/>
        </pc:sldMkLst>
        <pc:spChg chg="mod">
          <ac:chgData name="Ella Vetter" userId="c6918cf5-f6c0-43cc-8499-a1f635017de9" providerId="ADAL" clId="{E8CAE533-5900-48F1-9375-A0F1AFC6DE31}" dt="2020-09-16T19:40:12.223" v="3224" actId="1035"/>
          <ac:spMkLst>
            <pc:docMk/>
            <pc:sldMk cId="2738995133" sldId="383"/>
            <ac:spMk id="7" creationId="{41711A73-D3A3-4695-BB4E-DBCEBDFB87F6}"/>
          </ac:spMkLst>
        </pc:spChg>
        <pc:graphicFrameChg chg="mod modGraphic">
          <ac:chgData name="Ella Vetter" userId="c6918cf5-f6c0-43cc-8499-a1f635017de9" providerId="ADAL" clId="{E8CAE533-5900-48F1-9375-A0F1AFC6DE31}" dt="2020-09-16T19:39:57.204" v="3207" actId="1076"/>
          <ac:graphicFrameMkLst>
            <pc:docMk/>
            <pc:sldMk cId="2738995133" sldId="383"/>
            <ac:graphicFrameMk id="6" creationId="{FD836CE0-63A6-43DF-9F00-8BFF2AB8A5A7}"/>
          </ac:graphicFrameMkLst>
        </pc:graphicFrameChg>
      </pc:sldChg>
    </pc:docChg>
  </pc:docChgLst>
  <pc:docChgLst>
    <pc:chgData name="Ella Vetter" userId="c6918cf5-f6c0-43cc-8499-a1f635017de9" providerId="ADAL" clId="{AF2A365B-3B33-420F-B2C0-4BFE99A95748}"/>
    <pc:docChg chg="undo custSel addSld delSld modSld sldOrd">
      <pc:chgData name="Ella Vetter" userId="c6918cf5-f6c0-43cc-8499-a1f635017de9" providerId="ADAL" clId="{AF2A365B-3B33-420F-B2C0-4BFE99A95748}" dt="2020-09-11T01:28:21.491" v="4094" actId="20577"/>
      <pc:docMkLst>
        <pc:docMk/>
      </pc:docMkLst>
      <pc:sldChg chg="modSp mod">
        <pc:chgData name="Ella Vetter" userId="c6918cf5-f6c0-43cc-8499-a1f635017de9" providerId="ADAL" clId="{AF2A365B-3B33-420F-B2C0-4BFE99A95748}" dt="2020-09-10T21:01:31.643" v="1710" actId="1036"/>
        <pc:sldMkLst>
          <pc:docMk/>
          <pc:sldMk cId="1993397138" sldId="286"/>
        </pc:sldMkLst>
        <pc:spChg chg="mod">
          <ac:chgData name="Ella Vetter" userId="c6918cf5-f6c0-43cc-8499-a1f635017de9" providerId="ADAL" clId="{AF2A365B-3B33-420F-B2C0-4BFE99A95748}" dt="2020-09-10T21:01:31.643" v="1710" actId="1036"/>
          <ac:spMkLst>
            <pc:docMk/>
            <pc:sldMk cId="1993397138" sldId="286"/>
            <ac:spMk id="3" creationId="{37B56F8A-6BEF-459C-AFA4-6D790D24F1CB}"/>
          </ac:spMkLst>
        </pc:spChg>
      </pc:sldChg>
      <pc:sldChg chg="modSp mod">
        <pc:chgData name="Ella Vetter" userId="c6918cf5-f6c0-43cc-8499-a1f635017de9" providerId="ADAL" clId="{AF2A365B-3B33-420F-B2C0-4BFE99A95748}" dt="2020-09-10T20:41:50.834" v="1568" actId="13926"/>
        <pc:sldMkLst>
          <pc:docMk/>
          <pc:sldMk cId="493686755" sldId="302"/>
        </pc:sldMkLst>
        <pc:spChg chg="mod">
          <ac:chgData name="Ella Vetter" userId="c6918cf5-f6c0-43cc-8499-a1f635017de9" providerId="ADAL" clId="{AF2A365B-3B33-420F-B2C0-4BFE99A95748}" dt="2020-09-10T20:41:50.834" v="1568" actId="13926"/>
          <ac:spMkLst>
            <pc:docMk/>
            <pc:sldMk cId="493686755" sldId="302"/>
            <ac:spMk id="2" creationId="{BD0A18F3-9F12-464B-BC50-F741E79EDDDA}"/>
          </ac:spMkLst>
        </pc:spChg>
      </pc:sldChg>
      <pc:sldChg chg="modSp mod">
        <pc:chgData name="Ella Vetter" userId="c6918cf5-f6c0-43cc-8499-a1f635017de9" providerId="ADAL" clId="{AF2A365B-3B33-420F-B2C0-4BFE99A95748}" dt="2020-09-10T20:45:09.369" v="1612" actId="13926"/>
        <pc:sldMkLst>
          <pc:docMk/>
          <pc:sldMk cId="2864718476" sldId="306"/>
        </pc:sldMkLst>
        <pc:spChg chg="mod">
          <ac:chgData name="Ella Vetter" userId="c6918cf5-f6c0-43cc-8499-a1f635017de9" providerId="ADAL" clId="{AF2A365B-3B33-420F-B2C0-4BFE99A95748}" dt="2020-09-10T20:45:09.369" v="1612" actId="13926"/>
          <ac:spMkLst>
            <pc:docMk/>
            <pc:sldMk cId="2864718476" sldId="306"/>
            <ac:spMk id="2" creationId="{BD0A18F3-9F12-464B-BC50-F741E79EDDDA}"/>
          </ac:spMkLst>
        </pc:spChg>
      </pc:sldChg>
      <pc:sldChg chg="modSp mod">
        <pc:chgData name="Ella Vetter" userId="c6918cf5-f6c0-43cc-8499-a1f635017de9" providerId="ADAL" clId="{AF2A365B-3B33-420F-B2C0-4BFE99A95748}" dt="2020-09-10T23:24:15.945" v="2104" actId="13926"/>
        <pc:sldMkLst>
          <pc:docMk/>
          <pc:sldMk cId="381793790" sldId="310"/>
        </pc:sldMkLst>
        <pc:spChg chg="mod">
          <ac:chgData name="Ella Vetter" userId="c6918cf5-f6c0-43cc-8499-a1f635017de9" providerId="ADAL" clId="{AF2A365B-3B33-420F-B2C0-4BFE99A95748}" dt="2020-09-10T23:24:15.945" v="2104" actId="13926"/>
          <ac:spMkLst>
            <pc:docMk/>
            <pc:sldMk cId="381793790" sldId="310"/>
            <ac:spMk id="2" creationId="{BD0A18F3-9F12-464B-BC50-F741E79EDDDA}"/>
          </ac:spMkLst>
        </pc:spChg>
      </pc:sldChg>
      <pc:sldChg chg="modSp mod modNotesTx">
        <pc:chgData name="Ella Vetter" userId="c6918cf5-f6c0-43cc-8499-a1f635017de9" providerId="ADAL" clId="{AF2A365B-3B33-420F-B2C0-4BFE99A95748}" dt="2020-09-10T20:19:27.880" v="1235" actId="14100"/>
        <pc:sldMkLst>
          <pc:docMk/>
          <pc:sldMk cId="2947677619" sldId="311"/>
        </pc:sldMkLst>
        <pc:spChg chg="mod">
          <ac:chgData name="Ella Vetter" userId="c6918cf5-f6c0-43cc-8499-a1f635017de9" providerId="ADAL" clId="{AF2A365B-3B33-420F-B2C0-4BFE99A95748}" dt="2020-09-10T20:19:27.880" v="1235" actId="14100"/>
          <ac:spMkLst>
            <pc:docMk/>
            <pc:sldMk cId="2947677619" sldId="311"/>
            <ac:spMk id="8" creationId="{22D07A49-DCCF-4596-B459-F110CEA75CB0}"/>
          </ac:spMkLst>
        </pc:spChg>
      </pc:sldChg>
      <pc:sldChg chg="addSp delSp modSp mod">
        <pc:chgData name="Ella Vetter" userId="c6918cf5-f6c0-43cc-8499-a1f635017de9" providerId="ADAL" clId="{AF2A365B-3B33-420F-B2C0-4BFE99A95748}" dt="2020-09-10T20:21:14.695" v="1256" actId="20577"/>
        <pc:sldMkLst>
          <pc:docMk/>
          <pc:sldMk cId="3908242990" sldId="312"/>
        </pc:sldMkLst>
        <pc:spChg chg="mod">
          <ac:chgData name="Ella Vetter" userId="c6918cf5-f6c0-43cc-8499-a1f635017de9" providerId="ADAL" clId="{AF2A365B-3B33-420F-B2C0-4BFE99A95748}" dt="2020-09-10T20:21:14.695" v="1256" actId="20577"/>
          <ac:spMkLst>
            <pc:docMk/>
            <pc:sldMk cId="3908242990" sldId="312"/>
            <ac:spMk id="8" creationId="{22D07A49-DCCF-4596-B459-F110CEA75CB0}"/>
          </ac:spMkLst>
        </pc:spChg>
        <pc:picChg chg="add mod">
          <ac:chgData name="Ella Vetter" userId="c6918cf5-f6c0-43cc-8499-a1f635017de9" providerId="ADAL" clId="{AF2A365B-3B33-420F-B2C0-4BFE99A95748}" dt="2020-09-10T20:19:04.180" v="1234" actId="1076"/>
          <ac:picMkLst>
            <pc:docMk/>
            <pc:sldMk cId="3908242990" sldId="312"/>
            <ac:picMk id="4" creationId="{006AFD4C-9FD4-4E7C-8A4A-C32541337E49}"/>
          </ac:picMkLst>
        </pc:picChg>
        <pc:picChg chg="del">
          <ac:chgData name="Ella Vetter" userId="c6918cf5-f6c0-43cc-8499-a1f635017de9" providerId="ADAL" clId="{AF2A365B-3B33-420F-B2C0-4BFE99A95748}" dt="2020-09-10T20:18:51.506" v="1228" actId="478"/>
          <ac:picMkLst>
            <pc:docMk/>
            <pc:sldMk cId="3908242990" sldId="312"/>
            <ac:picMk id="7" creationId="{0F334E87-7DF3-4520-856B-AB53C0CA2859}"/>
          </ac:picMkLst>
        </pc:picChg>
      </pc:sldChg>
      <pc:sldChg chg="addSp delSp modSp mod modNotesTx">
        <pc:chgData name="Ella Vetter" userId="c6918cf5-f6c0-43cc-8499-a1f635017de9" providerId="ADAL" clId="{AF2A365B-3B33-420F-B2C0-4BFE99A95748}" dt="2020-09-10T20:22:20.521" v="1260" actId="14100"/>
        <pc:sldMkLst>
          <pc:docMk/>
          <pc:sldMk cId="1704682077" sldId="313"/>
        </pc:sldMkLst>
        <pc:spChg chg="add del mod">
          <ac:chgData name="Ella Vetter" userId="c6918cf5-f6c0-43cc-8499-a1f635017de9" providerId="ADAL" clId="{AF2A365B-3B33-420F-B2C0-4BFE99A95748}" dt="2020-09-10T20:14:57.044" v="1209"/>
          <ac:spMkLst>
            <pc:docMk/>
            <pc:sldMk cId="1704682077" sldId="313"/>
            <ac:spMk id="4" creationId="{CC731633-6F4A-4E5C-BC28-615C73F3122D}"/>
          </ac:spMkLst>
        </pc:spChg>
        <pc:spChg chg="mod">
          <ac:chgData name="Ella Vetter" userId="c6918cf5-f6c0-43cc-8499-a1f635017de9" providerId="ADAL" clId="{AF2A365B-3B33-420F-B2C0-4BFE99A95748}" dt="2020-09-10T20:22:20.521" v="1260" actId="14100"/>
          <ac:spMkLst>
            <pc:docMk/>
            <pc:sldMk cId="1704682077" sldId="313"/>
            <ac:spMk id="8" creationId="{22D07A49-DCCF-4596-B459-F110CEA75CB0}"/>
          </ac:spMkLst>
        </pc:spChg>
        <pc:picChg chg="add mod">
          <ac:chgData name="Ella Vetter" userId="c6918cf5-f6c0-43cc-8499-a1f635017de9" providerId="ADAL" clId="{AF2A365B-3B33-420F-B2C0-4BFE99A95748}" dt="2020-09-10T20:22:18.197" v="1259" actId="1076"/>
          <ac:picMkLst>
            <pc:docMk/>
            <pc:sldMk cId="1704682077" sldId="313"/>
            <ac:picMk id="5" creationId="{82CB38D3-09CC-431E-89BF-6A98B950B6FA}"/>
          </ac:picMkLst>
        </pc:picChg>
      </pc:sldChg>
      <pc:sldChg chg="addSp delSp modSp mod">
        <pc:chgData name="Ella Vetter" userId="c6918cf5-f6c0-43cc-8499-a1f635017de9" providerId="ADAL" clId="{AF2A365B-3B33-420F-B2C0-4BFE99A95748}" dt="2020-09-10T22:42:42.079" v="1914" actId="1076"/>
        <pc:sldMkLst>
          <pc:docMk/>
          <pc:sldMk cId="3930836728" sldId="315"/>
        </pc:sldMkLst>
        <pc:picChg chg="add mod">
          <ac:chgData name="Ella Vetter" userId="c6918cf5-f6c0-43cc-8499-a1f635017de9" providerId="ADAL" clId="{AF2A365B-3B33-420F-B2C0-4BFE99A95748}" dt="2020-09-10T22:42:42.079" v="1914" actId="1076"/>
          <ac:picMkLst>
            <pc:docMk/>
            <pc:sldMk cId="3930836728" sldId="315"/>
            <ac:picMk id="5" creationId="{85A94349-D6CC-4B0E-BC40-B2A56D77A124}"/>
          </ac:picMkLst>
        </pc:picChg>
        <pc:picChg chg="del">
          <ac:chgData name="Ella Vetter" userId="c6918cf5-f6c0-43cc-8499-a1f635017de9" providerId="ADAL" clId="{AF2A365B-3B33-420F-B2C0-4BFE99A95748}" dt="2020-09-10T22:42:32.971" v="1909" actId="478"/>
          <ac:picMkLst>
            <pc:docMk/>
            <pc:sldMk cId="3930836728" sldId="315"/>
            <ac:picMk id="6" creationId="{CDBD2FF4-9A55-46C5-8C7D-24F530FB3C31}"/>
          </ac:picMkLst>
        </pc:picChg>
      </pc:sldChg>
      <pc:sldChg chg="modSp mod">
        <pc:chgData name="Ella Vetter" userId="c6918cf5-f6c0-43cc-8499-a1f635017de9" providerId="ADAL" clId="{AF2A365B-3B33-420F-B2C0-4BFE99A95748}" dt="2020-09-11T01:23:27.703" v="4083" actId="20577"/>
        <pc:sldMkLst>
          <pc:docMk/>
          <pc:sldMk cId="3005518000" sldId="319"/>
        </pc:sldMkLst>
        <pc:spChg chg="mod">
          <ac:chgData name="Ella Vetter" userId="c6918cf5-f6c0-43cc-8499-a1f635017de9" providerId="ADAL" clId="{AF2A365B-3B33-420F-B2C0-4BFE99A95748}" dt="2020-09-11T01:23:27.703" v="4083" actId="20577"/>
          <ac:spMkLst>
            <pc:docMk/>
            <pc:sldMk cId="3005518000" sldId="319"/>
            <ac:spMk id="3" creationId="{B584D2A3-1D1C-476A-A570-786965AA5368}"/>
          </ac:spMkLst>
        </pc:spChg>
      </pc:sldChg>
      <pc:sldChg chg="modSp mod">
        <pc:chgData name="Ella Vetter" userId="c6918cf5-f6c0-43cc-8499-a1f635017de9" providerId="ADAL" clId="{AF2A365B-3B33-420F-B2C0-4BFE99A95748}" dt="2020-09-10T20:46:30.305" v="1618" actId="1035"/>
        <pc:sldMkLst>
          <pc:docMk/>
          <pc:sldMk cId="3375760838" sldId="323"/>
        </pc:sldMkLst>
        <pc:spChg chg="mod">
          <ac:chgData name="Ella Vetter" userId="c6918cf5-f6c0-43cc-8499-a1f635017de9" providerId="ADAL" clId="{AF2A365B-3B33-420F-B2C0-4BFE99A95748}" dt="2020-09-10T20:46:30.305" v="1618" actId="1035"/>
          <ac:spMkLst>
            <pc:docMk/>
            <pc:sldMk cId="3375760838" sldId="323"/>
            <ac:spMk id="3" creationId="{A16F4027-4326-4165-B019-E06A987A21AF}"/>
          </ac:spMkLst>
        </pc:spChg>
      </pc:sldChg>
      <pc:sldChg chg="modSp mod">
        <pc:chgData name="Ella Vetter" userId="c6918cf5-f6c0-43cc-8499-a1f635017de9" providerId="ADAL" clId="{AF2A365B-3B33-420F-B2C0-4BFE99A95748}" dt="2020-09-11T01:23:40.197" v="4084" actId="20577"/>
        <pc:sldMkLst>
          <pc:docMk/>
          <pc:sldMk cId="2194755350" sldId="324"/>
        </pc:sldMkLst>
        <pc:spChg chg="mod">
          <ac:chgData name="Ella Vetter" userId="c6918cf5-f6c0-43cc-8499-a1f635017de9" providerId="ADAL" clId="{AF2A365B-3B33-420F-B2C0-4BFE99A95748}" dt="2020-09-11T01:23:40.197" v="4084" actId="20577"/>
          <ac:spMkLst>
            <pc:docMk/>
            <pc:sldMk cId="2194755350" sldId="324"/>
            <ac:spMk id="6" creationId="{09D6F496-7F57-4A57-99BC-0BA114BB93EF}"/>
          </ac:spMkLst>
        </pc:spChg>
      </pc:sldChg>
      <pc:sldChg chg="modSp mod">
        <pc:chgData name="Ella Vetter" userId="c6918cf5-f6c0-43cc-8499-a1f635017de9" providerId="ADAL" clId="{AF2A365B-3B33-420F-B2C0-4BFE99A95748}" dt="2020-09-11T01:23:45.594" v="4085" actId="20577"/>
        <pc:sldMkLst>
          <pc:docMk/>
          <pc:sldMk cId="1361505430" sldId="325"/>
        </pc:sldMkLst>
        <pc:spChg chg="mod">
          <ac:chgData name="Ella Vetter" userId="c6918cf5-f6c0-43cc-8499-a1f635017de9" providerId="ADAL" clId="{AF2A365B-3B33-420F-B2C0-4BFE99A95748}" dt="2020-09-11T01:23:45.594" v="4085" actId="20577"/>
          <ac:spMkLst>
            <pc:docMk/>
            <pc:sldMk cId="1361505430" sldId="325"/>
            <ac:spMk id="3" creationId="{E7B5DD0D-3A09-4349-AE2A-75A1296510D5}"/>
          </ac:spMkLst>
        </pc:spChg>
      </pc:sldChg>
      <pc:sldChg chg="modSp mod">
        <pc:chgData name="Ella Vetter" userId="c6918cf5-f6c0-43cc-8499-a1f635017de9" providerId="ADAL" clId="{AF2A365B-3B33-420F-B2C0-4BFE99A95748}" dt="2020-09-11T01:14:22.567" v="4053" actId="11"/>
        <pc:sldMkLst>
          <pc:docMk/>
          <pc:sldMk cId="1614685867" sldId="326"/>
        </pc:sldMkLst>
        <pc:spChg chg="mod">
          <ac:chgData name="Ella Vetter" userId="c6918cf5-f6c0-43cc-8499-a1f635017de9" providerId="ADAL" clId="{AF2A365B-3B33-420F-B2C0-4BFE99A95748}" dt="2020-09-11T01:14:22.567" v="4053" actId="11"/>
          <ac:spMkLst>
            <pc:docMk/>
            <pc:sldMk cId="1614685867" sldId="326"/>
            <ac:spMk id="4" creationId="{FEA8498E-4378-4185-A3DA-8D26C2722108}"/>
          </ac:spMkLst>
        </pc:spChg>
      </pc:sldChg>
      <pc:sldChg chg="modSp mod">
        <pc:chgData name="Ella Vetter" userId="c6918cf5-f6c0-43cc-8499-a1f635017de9" providerId="ADAL" clId="{AF2A365B-3B33-420F-B2C0-4BFE99A95748}" dt="2020-09-11T01:13:10.781" v="4048" actId="11"/>
        <pc:sldMkLst>
          <pc:docMk/>
          <pc:sldMk cId="3602066013" sldId="329"/>
        </pc:sldMkLst>
        <pc:spChg chg="mod">
          <ac:chgData name="Ella Vetter" userId="c6918cf5-f6c0-43cc-8499-a1f635017de9" providerId="ADAL" clId="{AF2A365B-3B33-420F-B2C0-4BFE99A95748}" dt="2020-09-11T01:13:10.781" v="4048" actId="11"/>
          <ac:spMkLst>
            <pc:docMk/>
            <pc:sldMk cId="3602066013" sldId="329"/>
            <ac:spMk id="6" creationId="{3A0FB1A5-17E5-46AC-BE8B-16CE6D28426F}"/>
          </ac:spMkLst>
        </pc:spChg>
      </pc:sldChg>
      <pc:sldChg chg="modSp mod">
        <pc:chgData name="Ella Vetter" userId="c6918cf5-f6c0-43cc-8499-a1f635017de9" providerId="ADAL" clId="{AF2A365B-3B33-420F-B2C0-4BFE99A95748}" dt="2020-09-11T01:13:21.439" v="4049" actId="11"/>
        <pc:sldMkLst>
          <pc:docMk/>
          <pc:sldMk cId="4195516329" sldId="330"/>
        </pc:sldMkLst>
        <pc:spChg chg="mod">
          <ac:chgData name="Ella Vetter" userId="c6918cf5-f6c0-43cc-8499-a1f635017de9" providerId="ADAL" clId="{AF2A365B-3B33-420F-B2C0-4BFE99A95748}" dt="2020-09-11T01:13:21.439" v="4049" actId="11"/>
          <ac:spMkLst>
            <pc:docMk/>
            <pc:sldMk cId="4195516329" sldId="330"/>
            <ac:spMk id="3" creationId="{A9896BE8-AC01-476B-A8C7-6F1E890C5E66}"/>
          </ac:spMkLst>
        </pc:spChg>
      </pc:sldChg>
      <pc:sldChg chg="modSp mod">
        <pc:chgData name="Ella Vetter" userId="c6918cf5-f6c0-43cc-8499-a1f635017de9" providerId="ADAL" clId="{AF2A365B-3B33-420F-B2C0-4BFE99A95748}" dt="2020-09-11T01:21:46.534" v="4078" actId="20577"/>
        <pc:sldMkLst>
          <pc:docMk/>
          <pc:sldMk cId="796556504" sldId="331"/>
        </pc:sldMkLst>
        <pc:spChg chg="mod">
          <ac:chgData name="Ella Vetter" userId="c6918cf5-f6c0-43cc-8499-a1f635017de9" providerId="ADAL" clId="{AF2A365B-3B33-420F-B2C0-4BFE99A95748}" dt="2020-09-11T01:21:46.534" v="4078" actId="20577"/>
          <ac:spMkLst>
            <pc:docMk/>
            <pc:sldMk cId="796556504" sldId="331"/>
            <ac:spMk id="3" creationId="{A9896BE8-AC01-476B-A8C7-6F1E890C5E66}"/>
          </ac:spMkLst>
        </pc:spChg>
      </pc:sldChg>
      <pc:sldChg chg="modSp mod">
        <pc:chgData name="Ella Vetter" userId="c6918cf5-f6c0-43cc-8499-a1f635017de9" providerId="ADAL" clId="{AF2A365B-3B33-420F-B2C0-4BFE99A95748}" dt="2020-09-11T01:21:52.305" v="4079" actId="20577"/>
        <pc:sldMkLst>
          <pc:docMk/>
          <pc:sldMk cId="3215793146" sldId="332"/>
        </pc:sldMkLst>
        <pc:spChg chg="mod">
          <ac:chgData name="Ella Vetter" userId="c6918cf5-f6c0-43cc-8499-a1f635017de9" providerId="ADAL" clId="{AF2A365B-3B33-420F-B2C0-4BFE99A95748}" dt="2020-09-11T01:21:52.305" v="4079" actId="20577"/>
          <ac:spMkLst>
            <pc:docMk/>
            <pc:sldMk cId="3215793146" sldId="332"/>
            <ac:spMk id="3" creationId="{A9896BE8-AC01-476B-A8C7-6F1E890C5E66}"/>
          </ac:spMkLst>
        </pc:spChg>
      </pc:sldChg>
      <pc:sldChg chg="modSp mod">
        <pc:chgData name="Ella Vetter" userId="c6918cf5-f6c0-43cc-8499-a1f635017de9" providerId="ADAL" clId="{AF2A365B-3B33-420F-B2C0-4BFE99A95748}" dt="2020-09-11T01:17:18.670" v="4063" actId="11"/>
        <pc:sldMkLst>
          <pc:docMk/>
          <pc:sldMk cId="1637666732" sldId="337"/>
        </pc:sldMkLst>
        <pc:spChg chg="mod">
          <ac:chgData name="Ella Vetter" userId="c6918cf5-f6c0-43cc-8499-a1f635017de9" providerId="ADAL" clId="{AF2A365B-3B33-420F-B2C0-4BFE99A95748}" dt="2020-09-11T01:17:18.670" v="4063" actId="11"/>
          <ac:spMkLst>
            <pc:docMk/>
            <pc:sldMk cId="1637666732" sldId="337"/>
            <ac:spMk id="3" creationId="{0361543A-A802-4FDD-9B60-B511A19F13B5}"/>
          </ac:spMkLst>
        </pc:spChg>
      </pc:sldChg>
      <pc:sldChg chg="modSp mod">
        <pc:chgData name="Ella Vetter" userId="c6918cf5-f6c0-43cc-8499-a1f635017de9" providerId="ADAL" clId="{AF2A365B-3B33-420F-B2C0-4BFE99A95748}" dt="2020-09-11T01:23:13.745" v="4082" actId="20577"/>
        <pc:sldMkLst>
          <pc:docMk/>
          <pc:sldMk cId="170518012" sldId="339"/>
        </pc:sldMkLst>
        <pc:spChg chg="mod">
          <ac:chgData name="Ella Vetter" userId="c6918cf5-f6c0-43cc-8499-a1f635017de9" providerId="ADAL" clId="{AF2A365B-3B33-420F-B2C0-4BFE99A95748}" dt="2020-09-11T01:23:13.745" v="4082" actId="20577"/>
          <ac:spMkLst>
            <pc:docMk/>
            <pc:sldMk cId="170518012" sldId="339"/>
            <ac:spMk id="3" creationId="{F2EFAB54-0658-4BAC-B313-232B2F5CDB50}"/>
          </ac:spMkLst>
        </pc:spChg>
      </pc:sldChg>
      <pc:sldChg chg="addSp delSp modSp mod">
        <pc:chgData name="Ella Vetter" userId="c6918cf5-f6c0-43cc-8499-a1f635017de9" providerId="ADAL" clId="{AF2A365B-3B33-420F-B2C0-4BFE99A95748}" dt="2020-09-11T01:18:25.561" v="4076" actId="20577"/>
        <pc:sldMkLst>
          <pc:docMk/>
          <pc:sldMk cId="2964312040" sldId="340"/>
        </pc:sldMkLst>
        <pc:spChg chg="mod">
          <ac:chgData name="Ella Vetter" userId="c6918cf5-f6c0-43cc-8499-a1f635017de9" providerId="ADAL" clId="{AF2A365B-3B33-420F-B2C0-4BFE99A95748}" dt="2020-09-11T01:18:25.561" v="4076" actId="20577"/>
          <ac:spMkLst>
            <pc:docMk/>
            <pc:sldMk cId="2964312040" sldId="340"/>
            <ac:spMk id="3" creationId="{1C90E9B4-97B9-4379-87C4-57EC8D7C1A2F}"/>
          </ac:spMkLst>
        </pc:spChg>
        <pc:grpChg chg="add mod">
          <ac:chgData name="Ella Vetter" userId="c6918cf5-f6c0-43cc-8499-a1f635017de9" providerId="ADAL" clId="{AF2A365B-3B33-420F-B2C0-4BFE99A95748}" dt="2020-09-10T03:58:05.138" v="18" actId="1076"/>
          <ac:grpSpMkLst>
            <pc:docMk/>
            <pc:sldMk cId="2964312040" sldId="340"/>
            <ac:grpSpMk id="12" creationId="{73FBBAB2-8435-409A-9FC6-599B2CAA1B0D}"/>
          </ac:grpSpMkLst>
        </pc:grpChg>
        <pc:picChg chg="add mod">
          <ac:chgData name="Ella Vetter" userId="c6918cf5-f6c0-43cc-8499-a1f635017de9" providerId="ADAL" clId="{AF2A365B-3B33-420F-B2C0-4BFE99A95748}" dt="2020-09-10T03:58:00.032" v="16" actId="164"/>
          <ac:picMkLst>
            <pc:docMk/>
            <pc:sldMk cId="2964312040" sldId="340"/>
            <ac:picMk id="5" creationId="{E44C9E0A-5FBA-43CE-9C91-7D012E3A305A}"/>
          </ac:picMkLst>
        </pc:picChg>
        <pc:picChg chg="add del">
          <ac:chgData name="Ella Vetter" userId="c6918cf5-f6c0-43cc-8499-a1f635017de9" providerId="ADAL" clId="{AF2A365B-3B33-420F-B2C0-4BFE99A95748}" dt="2020-09-10T03:57:18.420" v="5" actId="478"/>
          <ac:picMkLst>
            <pc:docMk/>
            <pc:sldMk cId="2964312040" sldId="340"/>
            <ac:picMk id="7" creationId="{4D4DC6E3-6396-413A-9EE9-BD0195683DBA}"/>
          </ac:picMkLst>
        </pc:picChg>
        <pc:picChg chg="add del mod">
          <ac:chgData name="Ella Vetter" userId="c6918cf5-f6c0-43cc-8499-a1f635017de9" providerId="ADAL" clId="{AF2A365B-3B33-420F-B2C0-4BFE99A95748}" dt="2020-09-10T03:57:40.206" v="9" actId="478"/>
          <ac:picMkLst>
            <pc:docMk/>
            <pc:sldMk cId="2964312040" sldId="340"/>
            <ac:picMk id="9" creationId="{6694DA7C-C375-48CF-8D9E-CD31C68AC50A}"/>
          </ac:picMkLst>
        </pc:picChg>
        <pc:picChg chg="add mod">
          <ac:chgData name="Ella Vetter" userId="c6918cf5-f6c0-43cc-8499-a1f635017de9" providerId="ADAL" clId="{AF2A365B-3B33-420F-B2C0-4BFE99A95748}" dt="2020-09-10T03:58:00.032" v="16" actId="164"/>
          <ac:picMkLst>
            <pc:docMk/>
            <pc:sldMk cId="2964312040" sldId="340"/>
            <ac:picMk id="11" creationId="{F978DB9D-9C07-431A-B9B2-7DC68FCF7E40}"/>
          </ac:picMkLst>
        </pc:picChg>
      </pc:sldChg>
      <pc:sldChg chg="addSp modSp mod modNotesTx">
        <pc:chgData name="Ella Vetter" userId="c6918cf5-f6c0-43cc-8499-a1f635017de9" providerId="ADAL" clId="{AF2A365B-3B33-420F-B2C0-4BFE99A95748}" dt="2020-09-10T12:04:12.976" v="245" actId="13926"/>
        <pc:sldMkLst>
          <pc:docMk/>
          <pc:sldMk cId="132058968" sldId="341"/>
        </pc:sldMkLst>
        <pc:spChg chg="mod">
          <ac:chgData name="Ella Vetter" userId="c6918cf5-f6c0-43cc-8499-a1f635017de9" providerId="ADAL" clId="{AF2A365B-3B33-420F-B2C0-4BFE99A95748}" dt="2020-09-10T12:04:12.976" v="245" actId="13926"/>
          <ac:spMkLst>
            <pc:docMk/>
            <pc:sldMk cId="132058968" sldId="341"/>
            <ac:spMk id="2" creationId="{1003867E-A049-416A-A856-2C89183523CF}"/>
          </ac:spMkLst>
        </pc:spChg>
        <pc:spChg chg="mod">
          <ac:chgData name="Ella Vetter" userId="c6918cf5-f6c0-43cc-8499-a1f635017de9" providerId="ADAL" clId="{AF2A365B-3B33-420F-B2C0-4BFE99A95748}" dt="2020-09-10T12:04:07.530" v="244" actId="1035"/>
          <ac:spMkLst>
            <pc:docMk/>
            <pc:sldMk cId="132058968" sldId="341"/>
            <ac:spMk id="6" creationId="{C69CF398-2AFA-4A38-9C5A-90B081F9FE66}"/>
          </ac:spMkLst>
        </pc:spChg>
        <pc:picChg chg="add mod">
          <ac:chgData name="Ella Vetter" userId="c6918cf5-f6c0-43cc-8499-a1f635017de9" providerId="ADAL" clId="{AF2A365B-3B33-420F-B2C0-4BFE99A95748}" dt="2020-09-10T12:03:43.035" v="235" actId="1076"/>
          <ac:picMkLst>
            <pc:docMk/>
            <pc:sldMk cId="132058968" sldId="341"/>
            <ac:picMk id="4" creationId="{19CC366E-CD6E-4F12-8F7C-C9F4ED97C655}"/>
          </ac:picMkLst>
        </pc:picChg>
      </pc:sldChg>
      <pc:sldChg chg="addSp modSp mod modNotesTx">
        <pc:chgData name="Ella Vetter" userId="c6918cf5-f6c0-43cc-8499-a1f635017de9" providerId="ADAL" clId="{AF2A365B-3B33-420F-B2C0-4BFE99A95748}" dt="2020-09-11T01:23:13.647" v="4081" actId="20577"/>
        <pc:sldMkLst>
          <pc:docMk/>
          <pc:sldMk cId="190349217" sldId="343"/>
        </pc:sldMkLst>
        <pc:spChg chg="mod">
          <ac:chgData name="Ella Vetter" userId="c6918cf5-f6c0-43cc-8499-a1f635017de9" providerId="ADAL" clId="{AF2A365B-3B33-420F-B2C0-4BFE99A95748}" dt="2020-09-11T01:23:13.647" v="4081" actId="20577"/>
          <ac:spMkLst>
            <pc:docMk/>
            <pc:sldMk cId="190349217" sldId="343"/>
            <ac:spMk id="4" creationId="{CFC03315-D7FD-40F5-AFB7-08434ACB01DF}"/>
          </ac:spMkLst>
        </pc:spChg>
        <pc:picChg chg="add mod">
          <ac:chgData name="Ella Vetter" userId="c6918cf5-f6c0-43cc-8499-a1f635017de9" providerId="ADAL" clId="{AF2A365B-3B33-420F-B2C0-4BFE99A95748}" dt="2020-09-10T20:45:02.447" v="1609" actId="1076"/>
          <ac:picMkLst>
            <pc:docMk/>
            <pc:sldMk cId="190349217" sldId="343"/>
            <ac:picMk id="5" creationId="{EF65A07A-DAE2-4B71-A405-E2B74EBED38C}"/>
          </ac:picMkLst>
        </pc:picChg>
      </pc:sldChg>
      <pc:sldChg chg="addSp modSp mod modNotesTx">
        <pc:chgData name="Ella Vetter" userId="c6918cf5-f6c0-43cc-8499-a1f635017de9" providerId="ADAL" clId="{AF2A365B-3B33-420F-B2C0-4BFE99A95748}" dt="2020-09-10T20:46:49.559" v="1619" actId="11"/>
        <pc:sldMkLst>
          <pc:docMk/>
          <pc:sldMk cId="3399199631" sldId="344"/>
        </pc:sldMkLst>
        <pc:spChg chg="mod">
          <ac:chgData name="Ella Vetter" userId="c6918cf5-f6c0-43cc-8499-a1f635017de9" providerId="ADAL" clId="{AF2A365B-3B33-420F-B2C0-4BFE99A95748}" dt="2020-09-10T11:20:29.063" v="59" actId="13926"/>
          <ac:spMkLst>
            <pc:docMk/>
            <pc:sldMk cId="3399199631" sldId="344"/>
            <ac:spMk id="2" creationId="{1003867E-A049-416A-A856-2C89183523CF}"/>
          </ac:spMkLst>
        </pc:spChg>
        <pc:spChg chg="mod">
          <ac:chgData name="Ella Vetter" userId="c6918cf5-f6c0-43cc-8499-a1f635017de9" providerId="ADAL" clId="{AF2A365B-3B33-420F-B2C0-4BFE99A95748}" dt="2020-09-10T20:46:49.559" v="1619" actId="11"/>
          <ac:spMkLst>
            <pc:docMk/>
            <pc:sldMk cId="3399199631" sldId="344"/>
            <ac:spMk id="3" creationId="{20FF138D-2BCD-49F0-8E8D-8AF91465113B}"/>
          </ac:spMkLst>
        </pc:spChg>
        <pc:picChg chg="add mod">
          <ac:chgData name="Ella Vetter" userId="c6918cf5-f6c0-43cc-8499-a1f635017de9" providerId="ADAL" clId="{AF2A365B-3B33-420F-B2C0-4BFE99A95748}" dt="2020-09-10T11:20:21.577" v="58" actId="1036"/>
          <ac:picMkLst>
            <pc:docMk/>
            <pc:sldMk cId="3399199631" sldId="344"/>
            <ac:picMk id="5" creationId="{D2FB4BA9-765B-4B59-B96B-0527F0E850CF}"/>
          </ac:picMkLst>
        </pc:picChg>
      </pc:sldChg>
      <pc:sldChg chg="addSp modSp mod">
        <pc:chgData name="Ella Vetter" userId="c6918cf5-f6c0-43cc-8499-a1f635017de9" providerId="ADAL" clId="{AF2A365B-3B33-420F-B2C0-4BFE99A95748}" dt="2020-09-10T20:46:59.076" v="1620" actId="11"/>
        <pc:sldMkLst>
          <pc:docMk/>
          <pc:sldMk cId="2596221304" sldId="345"/>
        </pc:sldMkLst>
        <pc:spChg chg="mod">
          <ac:chgData name="Ella Vetter" userId="c6918cf5-f6c0-43cc-8499-a1f635017de9" providerId="ADAL" clId="{AF2A365B-3B33-420F-B2C0-4BFE99A95748}" dt="2020-09-10T12:04:28.104" v="246" actId="13926"/>
          <ac:spMkLst>
            <pc:docMk/>
            <pc:sldMk cId="2596221304" sldId="345"/>
            <ac:spMk id="2" creationId="{1003867E-A049-416A-A856-2C89183523CF}"/>
          </ac:spMkLst>
        </pc:spChg>
        <pc:spChg chg="mod">
          <ac:chgData name="Ella Vetter" userId="c6918cf5-f6c0-43cc-8499-a1f635017de9" providerId="ADAL" clId="{AF2A365B-3B33-420F-B2C0-4BFE99A95748}" dt="2020-09-10T20:46:59.076" v="1620" actId="11"/>
          <ac:spMkLst>
            <pc:docMk/>
            <pc:sldMk cId="2596221304" sldId="345"/>
            <ac:spMk id="4" creationId="{2C5E0776-6C3D-466B-9C00-B4AEB73007F5}"/>
          </ac:spMkLst>
        </pc:spChg>
        <pc:picChg chg="add mod">
          <ac:chgData name="Ella Vetter" userId="c6918cf5-f6c0-43cc-8499-a1f635017de9" providerId="ADAL" clId="{AF2A365B-3B33-420F-B2C0-4BFE99A95748}" dt="2020-09-10T11:28:30.909" v="152"/>
          <ac:picMkLst>
            <pc:docMk/>
            <pc:sldMk cId="2596221304" sldId="345"/>
            <ac:picMk id="5" creationId="{8D9C93E9-FCA2-4BAD-A470-D273BB4CC6CA}"/>
          </ac:picMkLst>
        </pc:picChg>
      </pc:sldChg>
      <pc:sldChg chg="addSp delSp modSp mod modNotesTx">
        <pc:chgData name="Ella Vetter" userId="c6918cf5-f6c0-43cc-8499-a1f635017de9" providerId="ADAL" clId="{AF2A365B-3B33-420F-B2C0-4BFE99A95748}" dt="2020-09-10T20:47:23.332" v="1625" actId="11"/>
        <pc:sldMkLst>
          <pc:docMk/>
          <pc:sldMk cId="90620544" sldId="346"/>
        </pc:sldMkLst>
        <pc:spChg chg="mod">
          <ac:chgData name="Ella Vetter" userId="c6918cf5-f6c0-43cc-8499-a1f635017de9" providerId="ADAL" clId="{AF2A365B-3B33-420F-B2C0-4BFE99A95748}" dt="2020-09-10T12:07:11.743" v="297" actId="13926"/>
          <ac:spMkLst>
            <pc:docMk/>
            <pc:sldMk cId="90620544" sldId="346"/>
            <ac:spMk id="2" creationId="{7CF4D56A-7A6F-4534-9BEB-FAE8CF35118B}"/>
          </ac:spMkLst>
        </pc:spChg>
        <pc:spChg chg="del">
          <ac:chgData name="Ella Vetter" userId="c6918cf5-f6c0-43cc-8499-a1f635017de9" providerId="ADAL" clId="{AF2A365B-3B33-420F-B2C0-4BFE99A95748}" dt="2020-09-10T11:23:44.142" v="90" actId="478"/>
          <ac:spMkLst>
            <pc:docMk/>
            <pc:sldMk cId="90620544" sldId="346"/>
            <ac:spMk id="3" creationId="{711FB825-E5B6-458C-BEDA-C2292237AE62}"/>
          </ac:spMkLst>
        </pc:spChg>
        <pc:spChg chg="add mod">
          <ac:chgData name="Ella Vetter" userId="c6918cf5-f6c0-43cc-8499-a1f635017de9" providerId="ADAL" clId="{AF2A365B-3B33-420F-B2C0-4BFE99A95748}" dt="2020-09-10T20:47:23.332" v="1625" actId="11"/>
          <ac:spMkLst>
            <pc:docMk/>
            <pc:sldMk cId="90620544" sldId="346"/>
            <ac:spMk id="5" creationId="{27E53B09-9A94-474D-8876-783255985D9F}"/>
          </ac:spMkLst>
        </pc:spChg>
        <pc:picChg chg="add del mod">
          <ac:chgData name="Ella Vetter" userId="c6918cf5-f6c0-43cc-8499-a1f635017de9" providerId="ADAL" clId="{AF2A365B-3B33-420F-B2C0-4BFE99A95748}" dt="2020-09-10T11:31:20.231" v="228" actId="478"/>
          <ac:picMkLst>
            <pc:docMk/>
            <pc:sldMk cId="90620544" sldId="346"/>
            <ac:picMk id="7" creationId="{56CD984C-772D-4D26-ADB4-B9DE33922D2F}"/>
          </ac:picMkLst>
        </pc:picChg>
        <pc:picChg chg="add mod">
          <ac:chgData name="Ella Vetter" userId="c6918cf5-f6c0-43cc-8499-a1f635017de9" providerId="ADAL" clId="{AF2A365B-3B33-420F-B2C0-4BFE99A95748}" dt="2020-09-10T12:06:42.380" v="280" actId="1076"/>
          <ac:picMkLst>
            <pc:docMk/>
            <pc:sldMk cId="90620544" sldId="346"/>
            <ac:picMk id="9" creationId="{BF757C45-5D07-4740-AC3A-32DB9C738154}"/>
          </ac:picMkLst>
        </pc:picChg>
        <pc:picChg chg="add mod">
          <ac:chgData name="Ella Vetter" userId="c6918cf5-f6c0-43cc-8499-a1f635017de9" providerId="ADAL" clId="{AF2A365B-3B33-420F-B2C0-4BFE99A95748}" dt="2020-09-10T12:06:48.215" v="285" actId="1035"/>
          <ac:picMkLst>
            <pc:docMk/>
            <pc:sldMk cId="90620544" sldId="346"/>
            <ac:picMk id="11" creationId="{DB889140-8773-4448-93CB-D712D4106074}"/>
          </ac:picMkLst>
        </pc:picChg>
      </pc:sldChg>
      <pc:sldChg chg="modSp mod">
        <pc:chgData name="Ella Vetter" userId="c6918cf5-f6c0-43cc-8499-a1f635017de9" providerId="ADAL" clId="{AF2A365B-3B33-420F-B2C0-4BFE99A95748}" dt="2020-09-11T01:23:13.568" v="4080" actId="20577"/>
        <pc:sldMkLst>
          <pc:docMk/>
          <pc:sldMk cId="1463868808" sldId="349"/>
        </pc:sldMkLst>
        <pc:spChg chg="mod">
          <ac:chgData name="Ella Vetter" userId="c6918cf5-f6c0-43cc-8499-a1f635017de9" providerId="ADAL" clId="{AF2A365B-3B33-420F-B2C0-4BFE99A95748}" dt="2020-09-11T01:23:13.568" v="4080" actId="20577"/>
          <ac:spMkLst>
            <pc:docMk/>
            <pc:sldMk cId="1463868808" sldId="349"/>
            <ac:spMk id="4" creationId="{63B5BC74-1981-41C4-8868-0D2C7BEE5A19}"/>
          </ac:spMkLst>
        </pc:spChg>
      </pc:sldChg>
      <pc:sldChg chg="modSp mod">
        <pc:chgData name="Ella Vetter" userId="c6918cf5-f6c0-43cc-8499-a1f635017de9" providerId="ADAL" clId="{AF2A365B-3B33-420F-B2C0-4BFE99A95748}" dt="2020-09-11T01:15:06.430" v="4054" actId="11"/>
        <pc:sldMkLst>
          <pc:docMk/>
          <pc:sldMk cId="4260857195" sldId="350"/>
        </pc:sldMkLst>
        <pc:spChg chg="mod">
          <ac:chgData name="Ella Vetter" userId="c6918cf5-f6c0-43cc-8499-a1f635017de9" providerId="ADAL" clId="{AF2A365B-3B33-420F-B2C0-4BFE99A95748}" dt="2020-09-11T01:15:06.430" v="4054" actId="11"/>
          <ac:spMkLst>
            <pc:docMk/>
            <pc:sldMk cId="4260857195" sldId="350"/>
            <ac:spMk id="3" creationId="{E66FD1A9-40DD-416D-9054-AF7CC4AAB9B0}"/>
          </ac:spMkLst>
        </pc:spChg>
      </pc:sldChg>
      <pc:sldChg chg="modSp mod">
        <pc:chgData name="Ella Vetter" userId="c6918cf5-f6c0-43cc-8499-a1f635017de9" providerId="ADAL" clId="{AF2A365B-3B33-420F-B2C0-4BFE99A95748}" dt="2020-09-11T01:15:25.942" v="4056" actId="11"/>
        <pc:sldMkLst>
          <pc:docMk/>
          <pc:sldMk cId="3702495995" sldId="351"/>
        </pc:sldMkLst>
        <pc:spChg chg="mod">
          <ac:chgData name="Ella Vetter" userId="c6918cf5-f6c0-43cc-8499-a1f635017de9" providerId="ADAL" clId="{AF2A365B-3B33-420F-B2C0-4BFE99A95748}" dt="2020-09-11T01:15:25.942" v="4056" actId="11"/>
          <ac:spMkLst>
            <pc:docMk/>
            <pc:sldMk cId="3702495995" sldId="351"/>
            <ac:spMk id="6" creationId="{2BD25D4E-C2C8-454B-80CA-CF040A48D46E}"/>
          </ac:spMkLst>
        </pc:spChg>
      </pc:sldChg>
      <pc:sldChg chg="modSp mod">
        <pc:chgData name="Ella Vetter" userId="c6918cf5-f6c0-43cc-8499-a1f635017de9" providerId="ADAL" clId="{AF2A365B-3B33-420F-B2C0-4BFE99A95748}" dt="2020-09-11T01:15:39.043" v="4057" actId="11"/>
        <pc:sldMkLst>
          <pc:docMk/>
          <pc:sldMk cId="2102270504" sldId="352"/>
        </pc:sldMkLst>
        <pc:spChg chg="mod">
          <ac:chgData name="Ella Vetter" userId="c6918cf5-f6c0-43cc-8499-a1f635017de9" providerId="ADAL" clId="{AF2A365B-3B33-420F-B2C0-4BFE99A95748}" dt="2020-09-11T01:15:39.043" v="4057" actId="11"/>
          <ac:spMkLst>
            <pc:docMk/>
            <pc:sldMk cId="2102270504" sldId="352"/>
            <ac:spMk id="7" creationId="{DCF401E9-BC8B-4A2A-8B90-3BB0AEAF7665}"/>
          </ac:spMkLst>
        </pc:spChg>
      </pc:sldChg>
      <pc:sldChg chg="modSp mod">
        <pc:chgData name="Ella Vetter" userId="c6918cf5-f6c0-43cc-8499-a1f635017de9" providerId="ADAL" clId="{AF2A365B-3B33-420F-B2C0-4BFE99A95748}" dt="2020-09-11T01:15:55.593" v="4058" actId="11"/>
        <pc:sldMkLst>
          <pc:docMk/>
          <pc:sldMk cId="2476861534" sldId="354"/>
        </pc:sldMkLst>
        <pc:spChg chg="mod">
          <ac:chgData name="Ella Vetter" userId="c6918cf5-f6c0-43cc-8499-a1f635017de9" providerId="ADAL" clId="{AF2A365B-3B33-420F-B2C0-4BFE99A95748}" dt="2020-09-11T01:15:55.593" v="4058" actId="11"/>
          <ac:spMkLst>
            <pc:docMk/>
            <pc:sldMk cId="2476861534" sldId="354"/>
            <ac:spMk id="7" creationId="{4D5F75AC-249D-41CF-BBF9-8A3022F93EFF}"/>
          </ac:spMkLst>
        </pc:spChg>
      </pc:sldChg>
      <pc:sldChg chg="modSp mod">
        <pc:chgData name="Ella Vetter" userId="c6918cf5-f6c0-43cc-8499-a1f635017de9" providerId="ADAL" clId="{AF2A365B-3B33-420F-B2C0-4BFE99A95748}" dt="2020-09-11T01:24:25.927" v="4086" actId="20577"/>
        <pc:sldMkLst>
          <pc:docMk/>
          <pc:sldMk cId="1299363713" sldId="355"/>
        </pc:sldMkLst>
        <pc:spChg chg="mod">
          <ac:chgData name="Ella Vetter" userId="c6918cf5-f6c0-43cc-8499-a1f635017de9" providerId="ADAL" clId="{AF2A365B-3B33-420F-B2C0-4BFE99A95748}" dt="2020-09-11T01:24:25.927" v="4086" actId="20577"/>
          <ac:spMkLst>
            <pc:docMk/>
            <pc:sldMk cId="1299363713" sldId="355"/>
            <ac:spMk id="11" creationId="{264FEF17-13D9-4AC0-9B0D-248B1CCF857F}"/>
          </ac:spMkLst>
        </pc:spChg>
      </pc:sldChg>
      <pc:sldChg chg="modSp mod">
        <pc:chgData name="Ella Vetter" userId="c6918cf5-f6c0-43cc-8499-a1f635017de9" providerId="ADAL" clId="{AF2A365B-3B33-420F-B2C0-4BFE99A95748}" dt="2020-09-11T01:16:21.438" v="4060" actId="11"/>
        <pc:sldMkLst>
          <pc:docMk/>
          <pc:sldMk cId="1743523007" sldId="356"/>
        </pc:sldMkLst>
        <pc:spChg chg="mod">
          <ac:chgData name="Ella Vetter" userId="c6918cf5-f6c0-43cc-8499-a1f635017de9" providerId="ADAL" clId="{AF2A365B-3B33-420F-B2C0-4BFE99A95748}" dt="2020-09-11T01:16:21.438" v="4060" actId="11"/>
          <ac:spMkLst>
            <pc:docMk/>
            <pc:sldMk cId="1743523007" sldId="356"/>
            <ac:spMk id="12" creationId="{947AC910-F1C6-4B54-93D8-7787DDFD1357}"/>
          </ac:spMkLst>
        </pc:spChg>
      </pc:sldChg>
      <pc:sldChg chg="modSp mod">
        <pc:chgData name="Ella Vetter" userId="c6918cf5-f6c0-43cc-8499-a1f635017de9" providerId="ADAL" clId="{AF2A365B-3B33-420F-B2C0-4BFE99A95748}" dt="2020-09-11T01:16:29.733" v="4061" actId="11"/>
        <pc:sldMkLst>
          <pc:docMk/>
          <pc:sldMk cId="2795961728" sldId="357"/>
        </pc:sldMkLst>
        <pc:spChg chg="mod">
          <ac:chgData name="Ella Vetter" userId="c6918cf5-f6c0-43cc-8499-a1f635017de9" providerId="ADAL" clId="{AF2A365B-3B33-420F-B2C0-4BFE99A95748}" dt="2020-09-11T01:16:29.733" v="4061" actId="11"/>
          <ac:spMkLst>
            <pc:docMk/>
            <pc:sldMk cId="2795961728" sldId="357"/>
            <ac:spMk id="7" creationId="{CDD00C26-CB91-4BA5-9BED-9ACC47F25F11}"/>
          </ac:spMkLst>
        </pc:spChg>
      </pc:sldChg>
      <pc:sldChg chg="addSp modSp new mod ord modNotesTx">
        <pc:chgData name="Ella Vetter" userId="c6918cf5-f6c0-43cc-8499-a1f635017de9" providerId="ADAL" clId="{AF2A365B-3B33-420F-B2C0-4BFE99A95748}" dt="2020-09-10T20:47:09.473" v="1623" actId="11"/>
        <pc:sldMkLst>
          <pc:docMk/>
          <pc:sldMk cId="760980716" sldId="366"/>
        </pc:sldMkLst>
        <pc:spChg chg="mod">
          <ac:chgData name="Ella Vetter" userId="c6918cf5-f6c0-43cc-8499-a1f635017de9" providerId="ADAL" clId="{AF2A365B-3B33-420F-B2C0-4BFE99A95748}" dt="2020-09-10T12:04:49.753" v="273" actId="13926"/>
          <ac:spMkLst>
            <pc:docMk/>
            <pc:sldMk cId="760980716" sldId="366"/>
            <ac:spMk id="2" creationId="{0B301652-CD43-4806-98FA-66DE766DDFED}"/>
          </ac:spMkLst>
        </pc:spChg>
        <pc:spChg chg="mod">
          <ac:chgData name="Ella Vetter" userId="c6918cf5-f6c0-43cc-8499-a1f635017de9" providerId="ADAL" clId="{AF2A365B-3B33-420F-B2C0-4BFE99A95748}" dt="2020-09-10T20:47:09.473" v="1623" actId="11"/>
          <ac:spMkLst>
            <pc:docMk/>
            <pc:sldMk cId="760980716" sldId="366"/>
            <ac:spMk id="3" creationId="{7240C353-9B80-44B1-BCED-82825036FE57}"/>
          </ac:spMkLst>
        </pc:spChg>
        <pc:picChg chg="add mod modCrop">
          <ac:chgData name="Ella Vetter" userId="c6918cf5-f6c0-43cc-8499-a1f635017de9" providerId="ADAL" clId="{AF2A365B-3B33-420F-B2C0-4BFE99A95748}" dt="2020-09-10T12:05:07.353" v="276" actId="14100"/>
          <ac:picMkLst>
            <pc:docMk/>
            <pc:sldMk cId="760980716" sldId="366"/>
            <ac:picMk id="5" creationId="{4EB52FBB-CB46-4EC0-9580-C2634AC508A6}"/>
          </ac:picMkLst>
        </pc:picChg>
      </pc:sldChg>
      <pc:sldChg chg="addSp modSp new mod modNotesTx">
        <pc:chgData name="Ella Vetter" userId="c6918cf5-f6c0-43cc-8499-a1f635017de9" providerId="ADAL" clId="{AF2A365B-3B33-420F-B2C0-4BFE99A95748}" dt="2020-09-11T01:12:39.595" v="4046" actId="255"/>
        <pc:sldMkLst>
          <pc:docMk/>
          <pc:sldMk cId="290223264" sldId="367"/>
        </pc:sldMkLst>
        <pc:spChg chg="mod">
          <ac:chgData name="Ella Vetter" userId="c6918cf5-f6c0-43cc-8499-a1f635017de9" providerId="ADAL" clId="{AF2A365B-3B33-420F-B2C0-4BFE99A95748}" dt="2020-09-10T20:17:14.727" v="1223"/>
          <ac:spMkLst>
            <pc:docMk/>
            <pc:sldMk cId="290223264" sldId="367"/>
            <ac:spMk id="2" creationId="{2B232A6E-BA12-463E-8167-7A7D8D3F4C78}"/>
          </ac:spMkLst>
        </pc:spChg>
        <pc:spChg chg="mod">
          <ac:chgData name="Ella Vetter" userId="c6918cf5-f6c0-43cc-8499-a1f635017de9" providerId="ADAL" clId="{AF2A365B-3B33-420F-B2C0-4BFE99A95748}" dt="2020-09-11T01:12:39.595" v="4046" actId="255"/>
          <ac:spMkLst>
            <pc:docMk/>
            <pc:sldMk cId="290223264" sldId="367"/>
            <ac:spMk id="3" creationId="{C49B89C3-A00A-42F6-A397-9DC65037FCFA}"/>
          </ac:spMkLst>
        </pc:spChg>
        <pc:picChg chg="add mod">
          <ac:chgData name="Ella Vetter" userId="c6918cf5-f6c0-43cc-8499-a1f635017de9" providerId="ADAL" clId="{AF2A365B-3B33-420F-B2C0-4BFE99A95748}" dt="2020-09-11T01:12:35.054" v="4045" actId="1036"/>
          <ac:picMkLst>
            <pc:docMk/>
            <pc:sldMk cId="290223264" sldId="367"/>
            <ac:picMk id="5" creationId="{060C5D8B-A8CB-47D1-A025-7687F6E3916A}"/>
          </ac:picMkLst>
        </pc:picChg>
      </pc:sldChg>
      <pc:sldChg chg="new del">
        <pc:chgData name="Ella Vetter" userId="c6918cf5-f6c0-43cc-8499-a1f635017de9" providerId="ADAL" clId="{AF2A365B-3B33-420F-B2C0-4BFE99A95748}" dt="2020-09-10T12:06:05.056" v="278" actId="680"/>
        <pc:sldMkLst>
          <pc:docMk/>
          <pc:sldMk cId="3326033845" sldId="367"/>
        </pc:sldMkLst>
      </pc:sldChg>
      <pc:sldChg chg="modSp new del mod">
        <pc:chgData name="Ella Vetter" userId="c6918cf5-f6c0-43cc-8499-a1f635017de9" providerId="ADAL" clId="{AF2A365B-3B33-420F-B2C0-4BFE99A95748}" dt="2020-09-10T20:31:14.763" v="1352" actId="47"/>
        <pc:sldMkLst>
          <pc:docMk/>
          <pc:sldMk cId="2889692925" sldId="368"/>
        </pc:sldMkLst>
        <pc:spChg chg="mod">
          <ac:chgData name="Ella Vetter" userId="c6918cf5-f6c0-43cc-8499-a1f635017de9" providerId="ADAL" clId="{AF2A365B-3B33-420F-B2C0-4BFE99A95748}" dt="2020-09-10T20:29:39.393" v="1262"/>
          <ac:spMkLst>
            <pc:docMk/>
            <pc:sldMk cId="2889692925" sldId="368"/>
            <ac:spMk id="2" creationId="{3E391F90-BCAB-45EB-8302-8F5B24DD8955}"/>
          </ac:spMkLst>
        </pc:spChg>
      </pc:sldChg>
      <pc:sldChg chg="addSp modSp new mod">
        <pc:chgData name="Ella Vetter" userId="c6918cf5-f6c0-43cc-8499-a1f635017de9" providerId="ADAL" clId="{AF2A365B-3B33-420F-B2C0-4BFE99A95748}" dt="2020-09-11T01:12:49.706" v="4047" actId="255"/>
        <pc:sldMkLst>
          <pc:docMk/>
          <pc:sldMk cId="4290262589" sldId="368"/>
        </pc:sldMkLst>
        <pc:spChg chg="mod">
          <ac:chgData name="Ella Vetter" userId="c6918cf5-f6c0-43cc-8499-a1f635017de9" providerId="ADAL" clId="{AF2A365B-3B33-420F-B2C0-4BFE99A95748}" dt="2020-09-10T20:35:00.378" v="1429"/>
          <ac:spMkLst>
            <pc:docMk/>
            <pc:sldMk cId="4290262589" sldId="368"/>
            <ac:spMk id="2" creationId="{C3B0E3F7-7D27-4FD7-A268-BAB2C5C4465C}"/>
          </ac:spMkLst>
        </pc:spChg>
        <pc:spChg chg="mod">
          <ac:chgData name="Ella Vetter" userId="c6918cf5-f6c0-43cc-8499-a1f635017de9" providerId="ADAL" clId="{AF2A365B-3B33-420F-B2C0-4BFE99A95748}" dt="2020-09-11T01:12:49.706" v="4047" actId="255"/>
          <ac:spMkLst>
            <pc:docMk/>
            <pc:sldMk cId="4290262589" sldId="368"/>
            <ac:spMk id="3" creationId="{5972EC9B-13E3-4EAE-A130-98977CDDACA7}"/>
          </ac:spMkLst>
        </pc:spChg>
        <pc:picChg chg="add mod">
          <ac:chgData name="Ella Vetter" userId="c6918cf5-f6c0-43cc-8499-a1f635017de9" providerId="ADAL" clId="{AF2A365B-3B33-420F-B2C0-4BFE99A95748}" dt="2020-09-10T20:40:54.063" v="1565" actId="1035"/>
          <ac:picMkLst>
            <pc:docMk/>
            <pc:sldMk cId="4290262589" sldId="368"/>
            <ac:picMk id="5" creationId="{63788A86-91D1-491E-B1B2-C2D7DD7AA9FF}"/>
          </ac:picMkLst>
        </pc:picChg>
      </pc:sldChg>
      <pc:sldChg chg="addSp modSp new mod">
        <pc:chgData name="Ella Vetter" userId="c6918cf5-f6c0-43cc-8499-a1f635017de9" providerId="ADAL" clId="{AF2A365B-3B33-420F-B2C0-4BFE99A95748}" dt="2020-09-11T01:25:19.868" v="4087" actId="20577"/>
        <pc:sldMkLst>
          <pc:docMk/>
          <pc:sldMk cId="254936619" sldId="369"/>
        </pc:sldMkLst>
        <pc:spChg chg="mod">
          <ac:chgData name="Ella Vetter" userId="c6918cf5-f6c0-43cc-8499-a1f635017de9" providerId="ADAL" clId="{AF2A365B-3B33-420F-B2C0-4BFE99A95748}" dt="2020-09-10T21:00:49.340" v="1706" actId="20577"/>
          <ac:spMkLst>
            <pc:docMk/>
            <pc:sldMk cId="254936619" sldId="369"/>
            <ac:spMk id="2" creationId="{E3E06216-1C5B-43DC-A8A9-C5904A2BA465}"/>
          </ac:spMkLst>
        </pc:spChg>
        <pc:spChg chg="mod">
          <ac:chgData name="Ella Vetter" userId="c6918cf5-f6c0-43cc-8499-a1f635017de9" providerId="ADAL" clId="{AF2A365B-3B33-420F-B2C0-4BFE99A95748}" dt="2020-09-11T01:25:19.868" v="4087" actId="20577"/>
          <ac:spMkLst>
            <pc:docMk/>
            <pc:sldMk cId="254936619" sldId="369"/>
            <ac:spMk id="3" creationId="{F30BA8DC-9C7A-4B2C-895E-1B631BC9F3F9}"/>
          </ac:spMkLst>
        </pc:spChg>
        <pc:picChg chg="add">
          <ac:chgData name="Ella Vetter" userId="c6918cf5-f6c0-43cc-8499-a1f635017de9" providerId="ADAL" clId="{AF2A365B-3B33-420F-B2C0-4BFE99A95748}" dt="2020-09-10T21:08:59.985" v="1749" actId="22"/>
          <ac:picMkLst>
            <pc:docMk/>
            <pc:sldMk cId="254936619" sldId="369"/>
            <ac:picMk id="5" creationId="{190B5FC0-3A67-4027-BE2E-885AFA8D28CE}"/>
          </ac:picMkLst>
        </pc:picChg>
      </pc:sldChg>
      <pc:sldChg chg="addSp modSp add mod">
        <pc:chgData name="Ella Vetter" userId="c6918cf5-f6c0-43cc-8499-a1f635017de9" providerId="ADAL" clId="{AF2A365B-3B33-420F-B2C0-4BFE99A95748}" dt="2020-09-10T23:29:47.750" v="2352" actId="1035"/>
        <pc:sldMkLst>
          <pc:docMk/>
          <pc:sldMk cId="2226125750" sldId="370"/>
        </pc:sldMkLst>
        <pc:spChg chg="mod">
          <ac:chgData name="Ella Vetter" userId="c6918cf5-f6c0-43cc-8499-a1f635017de9" providerId="ADAL" clId="{AF2A365B-3B33-420F-B2C0-4BFE99A95748}" dt="2020-09-10T23:29:44.262" v="2344" actId="255"/>
          <ac:spMkLst>
            <pc:docMk/>
            <pc:sldMk cId="2226125750" sldId="370"/>
            <ac:spMk id="3" creationId="{F30BA8DC-9C7A-4B2C-895E-1B631BC9F3F9}"/>
          </ac:spMkLst>
        </pc:spChg>
        <pc:picChg chg="add mod">
          <ac:chgData name="Ella Vetter" userId="c6918cf5-f6c0-43cc-8499-a1f635017de9" providerId="ADAL" clId="{AF2A365B-3B33-420F-B2C0-4BFE99A95748}" dt="2020-09-10T23:29:47.750" v="2352" actId="1035"/>
          <ac:picMkLst>
            <pc:docMk/>
            <pc:sldMk cId="2226125750" sldId="370"/>
            <ac:picMk id="5" creationId="{4AA55E62-F78F-4789-89D4-7462E939F454}"/>
          </ac:picMkLst>
        </pc:picChg>
      </pc:sldChg>
      <pc:sldChg chg="addSp modSp add mod">
        <pc:chgData name="Ella Vetter" userId="c6918cf5-f6c0-43cc-8499-a1f635017de9" providerId="ADAL" clId="{AF2A365B-3B33-420F-B2C0-4BFE99A95748}" dt="2020-09-10T23:27:53.503" v="2260" actId="20577"/>
        <pc:sldMkLst>
          <pc:docMk/>
          <pc:sldMk cId="4050674769" sldId="371"/>
        </pc:sldMkLst>
        <pc:spChg chg="mod">
          <ac:chgData name="Ella Vetter" userId="c6918cf5-f6c0-43cc-8499-a1f635017de9" providerId="ADAL" clId="{AF2A365B-3B33-420F-B2C0-4BFE99A95748}" dt="2020-09-10T23:27:53.503" v="2260" actId="20577"/>
          <ac:spMkLst>
            <pc:docMk/>
            <pc:sldMk cId="4050674769" sldId="371"/>
            <ac:spMk id="3" creationId="{F30BA8DC-9C7A-4B2C-895E-1B631BC9F3F9}"/>
          </ac:spMkLst>
        </pc:spChg>
        <pc:picChg chg="add mod">
          <ac:chgData name="Ella Vetter" userId="c6918cf5-f6c0-43cc-8499-a1f635017de9" providerId="ADAL" clId="{AF2A365B-3B33-420F-B2C0-4BFE99A95748}" dt="2020-09-10T23:27:04.720" v="2214" actId="1036"/>
          <ac:picMkLst>
            <pc:docMk/>
            <pc:sldMk cId="4050674769" sldId="371"/>
            <ac:picMk id="5" creationId="{2AB0A8C5-FC40-46A3-8CF6-6B9F43C7815E}"/>
          </ac:picMkLst>
        </pc:picChg>
        <pc:picChg chg="add mod modCrop">
          <ac:chgData name="Ella Vetter" userId="c6918cf5-f6c0-43cc-8499-a1f635017de9" providerId="ADAL" clId="{AF2A365B-3B33-420F-B2C0-4BFE99A95748}" dt="2020-09-10T23:27:46.801" v="2258" actId="732"/>
          <ac:picMkLst>
            <pc:docMk/>
            <pc:sldMk cId="4050674769" sldId="371"/>
            <ac:picMk id="7" creationId="{95DA7C62-C738-4A32-B0B9-24499DDA2B45}"/>
          </ac:picMkLst>
        </pc:picChg>
      </pc:sldChg>
      <pc:sldChg chg="addSp modSp new mod">
        <pc:chgData name="Ella Vetter" userId="c6918cf5-f6c0-43cc-8499-a1f635017de9" providerId="ADAL" clId="{AF2A365B-3B33-420F-B2C0-4BFE99A95748}" dt="2020-09-10T23:29:38.082" v="2343" actId="1036"/>
        <pc:sldMkLst>
          <pc:docMk/>
          <pc:sldMk cId="2131112464" sldId="372"/>
        </pc:sldMkLst>
        <pc:spChg chg="mod">
          <ac:chgData name="Ella Vetter" userId="c6918cf5-f6c0-43cc-8499-a1f635017de9" providerId="ADAL" clId="{AF2A365B-3B33-420F-B2C0-4BFE99A95748}" dt="2020-09-10T21:09:08.515" v="1751"/>
          <ac:spMkLst>
            <pc:docMk/>
            <pc:sldMk cId="2131112464" sldId="372"/>
            <ac:spMk id="2" creationId="{CCC38B92-EC24-4967-AC50-080DF8F23118}"/>
          </ac:spMkLst>
        </pc:spChg>
        <pc:spChg chg="mod">
          <ac:chgData name="Ella Vetter" userId="c6918cf5-f6c0-43cc-8499-a1f635017de9" providerId="ADAL" clId="{AF2A365B-3B33-420F-B2C0-4BFE99A95748}" dt="2020-09-10T23:29:38.082" v="2343" actId="1036"/>
          <ac:spMkLst>
            <pc:docMk/>
            <pc:sldMk cId="2131112464" sldId="372"/>
            <ac:spMk id="3" creationId="{F77C5C24-5487-40C5-8EBB-A5A88A70FF2A}"/>
          </ac:spMkLst>
        </pc:spChg>
        <pc:picChg chg="add mod">
          <ac:chgData name="Ella Vetter" userId="c6918cf5-f6c0-43cc-8499-a1f635017de9" providerId="ADAL" clId="{AF2A365B-3B33-420F-B2C0-4BFE99A95748}" dt="2020-09-10T21:10:56.956" v="1842" actId="1076"/>
          <ac:picMkLst>
            <pc:docMk/>
            <pc:sldMk cId="2131112464" sldId="372"/>
            <ac:picMk id="5" creationId="{C00F8DC5-31E1-465E-89A9-35ACA01CE832}"/>
          </ac:picMkLst>
        </pc:picChg>
      </pc:sldChg>
      <pc:sldChg chg="addSp delSp modSp add mod">
        <pc:chgData name="Ella Vetter" userId="c6918cf5-f6c0-43cc-8499-a1f635017de9" providerId="ADAL" clId="{AF2A365B-3B33-420F-B2C0-4BFE99A95748}" dt="2020-09-10T23:30:06.164" v="2353" actId="11"/>
        <pc:sldMkLst>
          <pc:docMk/>
          <pc:sldMk cId="552881126" sldId="373"/>
        </pc:sldMkLst>
        <pc:spChg chg="del">
          <ac:chgData name="Ella Vetter" userId="c6918cf5-f6c0-43cc-8499-a1f635017de9" providerId="ADAL" clId="{AF2A365B-3B33-420F-B2C0-4BFE99A95748}" dt="2020-09-10T23:29:09.842" v="2333" actId="478"/>
          <ac:spMkLst>
            <pc:docMk/>
            <pc:sldMk cId="552881126" sldId="373"/>
            <ac:spMk id="3" creationId="{F30BA8DC-9C7A-4B2C-895E-1B631BC9F3F9}"/>
          </ac:spMkLst>
        </pc:spChg>
        <pc:spChg chg="add mod">
          <ac:chgData name="Ella Vetter" userId="c6918cf5-f6c0-43cc-8499-a1f635017de9" providerId="ADAL" clId="{AF2A365B-3B33-420F-B2C0-4BFE99A95748}" dt="2020-09-10T23:30:06.164" v="2353" actId="11"/>
          <ac:spMkLst>
            <pc:docMk/>
            <pc:sldMk cId="552881126" sldId="373"/>
            <ac:spMk id="8" creationId="{AF802A76-54E3-4F53-A3A8-885CACC77E66}"/>
          </ac:spMkLst>
        </pc:spChg>
        <pc:picChg chg="add del">
          <ac:chgData name="Ella Vetter" userId="c6918cf5-f6c0-43cc-8499-a1f635017de9" providerId="ADAL" clId="{AF2A365B-3B33-420F-B2C0-4BFE99A95748}" dt="2020-09-10T21:23:56.797" v="1899" actId="478"/>
          <ac:picMkLst>
            <pc:docMk/>
            <pc:sldMk cId="552881126" sldId="373"/>
            <ac:picMk id="5" creationId="{826ED211-14EB-4112-AB35-B3060D163A78}"/>
          </ac:picMkLst>
        </pc:picChg>
        <pc:picChg chg="add mod">
          <ac:chgData name="Ella Vetter" userId="c6918cf5-f6c0-43cc-8499-a1f635017de9" providerId="ADAL" clId="{AF2A365B-3B33-420F-B2C0-4BFE99A95748}" dt="2020-09-10T23:29:21.389" v="2336" actId="1076"/>
          <ac:picMkLst>
            <pc:docMk/>
            <pc:sldMk cId="552881126" sldId="373"/>
            <ac:picMk id="7" creationId="{8563707F-7AD3-4ECF-937B-6B7D9171A60C}"/>
          </ac:picMkLst>
        </pc:picChg>
      </pc:sldChg>
      <pc:sldChg chg="addSp delSp modSp add mod">
        <pc:chgData name="Ella Vetter" userId="c6918cf5-f6c0-43cc-8499-a1f635017de9" providerId="ADAL" clId="{AF2A365B-3B33-420F-B2C0-4BFE99A95748}" dt="2020-09-10T23:33:22.715" v="2476" actId="14100"/>
        <pc:sldMkLst>
          <pc:docMk/>
          <pc:sldMk cId="1583568315" sldId="374"/>
        </pc:sldMkLst>
        <pc:spChg chg="add del">
          <ac:chgData name="Ella Vetter" userId="c6918cf5-f6c0-43cc-8499-a1f635017de9" providerId="ADAL" clId="{AF2A365B-3B33-420F-B2C0-4BFE99A95748}" dt="2020-09-10T23:31:11.148" v="2359" actId="478"/>
          <ac:spMkLst>
            <pc:docMk/>
            <pc:sldMk cId="1583568315" sldId="374"/>
            <ac:spMk id="3" creationId="{F30BA8DC-9C7A-4B2C-895E-1B631BC9F3F9}"/>
          </ac:spMkLst>
        </pc:spChg>
        <pc:spChg chg="add mod">
          <ac:chgData name="Ella Vetter" userId="c6918cf5-f6c0-43cc-8499-a1f635017de9" providerId="ADAL" clId="{AF2A365B-3B33-420F-B2C0-4BFE99A95748}" dt="2020-09-10T23:33:22.715" v="2476" actId="14100"/>
          <ac:spMkLst>
            <pc:docMk/>
            <pc:sldMk cId="1583568315" sldId="374"/>
            <ac:spMk id="7" creationId="{2AA38099-5985-40BC-889A-69A33F34FE89}"/>
          </ac:spMkLst>
        </pc:spChg>
        <pc:picChg chg="add mod">
          <ac:chgData name="Ella Vetter" userId="c6918cf5-f6c0-43cc-8499-a1f635017de9" providerId="ADAL" clId="{AF2A365B-3B33-420F-B2C0-4BFE99A95748}" dt="2020-09-10T23:32:39.191" v="2457" actId="1076"/>
          <ac:picMkLst>
            <pc:docMk/>
            <pc:sldMk cId="1583568315" sldId="374"/>
            <ac:picMk id="5" creationId="{9927C7C2-E8CC-46D4-BAFF-C1A79E539B29}"/>
          </ac:picMkLst>
        </pc:picChg>
      </pc:sldChg>
      <pc:sldChg chg="addSp modSp add mod">
        <pc:chgData name="Ella Vetter" userId="c6918cf5-f6c0-43cc-8499-a1f635017de9" providerId="ADAL" clId="{AF2A365B-3B33-420F-B2C0-4BFE99A95748}" dt="2020-09-10T23:36:01.007" v="2726" actId="20577"/>
        <pc:sldMkLst>
          <pc:docMk/>
          <pc:sldMk cId="135991387" sldId="375"/>
        </pc:sldMkLst>
        <pc:spChg chg="mod">
          <ac:chgData name="Ella Vetter" userId="c6918cf5-f6c0-43cc-8499-a1f635017de9" providerId="ADAL" clId="{AF2A365B-3B33-420F-B2C0-4BFE99A95748}" dt="2020-09-10T23:36:01.007" v="2726" actId="20577"/>
          <ac:spMkLst>
            <pc:docMk/>
            <pc:sldMk cId="135991387" sldId="375"/>
            <ac:spMk id="3" creationId="{F30BA8DC-9C7A-4B2C-895E-1B631BC9F3F9}"/>
          </ac:spMkLst>
        </pc:spChg>
        <pc:grpChg chg="add mod">
          <ac:chgData name="Ella Vetter" userId="c6918cf5-f6c0-43cc-8499-a1f635017de9" providerId="ADAL" clId="{AF2A365B-3B33-420F-B2C0-4BFE99A95748}" dt="2020-09-10T23:35:51.193" v="2725" actId="1036"/>
          <ac:grpSpMkLst>
            <pc:docMk/>
            <pc:sldMk cId="135991387" sldId="375"/>
            <ac:grpSpMk id="10" creationId="{0BDF2E30-A9F1-4516-85CF-510045360F12}"/>
          </ac:grpSpMkLst>
        </pc:grpChg>
        <pc:picChg chg="add mod modCrop">
          <ac:chgData name="Ella Vetter" userId="c6918cf5-f6c0-43cc-8499-a1f635017de9" providerId="ADAL" clId="{AF2A365B-3B33-420F-B2C0-4BFE99A95748}" dt="2020-09-10T23:35:25.828" v="2708" actId="164"/>
          <ac:picMkLst>
            <pc:docMk/>
            <pc:sldMk cId="135991387" sldId="375"/>
            <ac:picMk id="5" creationId="{561CCED2-62C5-4269-9ACA-CBED07C54FE4}"/>
          </ac:picMkLst>
        </pc:picChg>
        <pc:picChg chg="add mod">
          <ac:chgData name="Ella Vetter" userId="c6918cf5-f6c0-43cc-8499-a1f635017de9" providerId="ADAL" clId="{AF2A365B-3B33-420F-B2C0-4BFE99A95748}" dt="2020-09-10T23:35:44.896" v="2716" actId="14100"/>
          <ac:picMkLst>
            <pc:docMk/>
            <pc:sldMk cId="135991387" sldId="375"/>
            <ac:picMk id="7" creationId="{83B51389-C291-46CC-AA65-B7E576389FAE}"/>
          </ac:picMkLst>
        </pc:picChg>
        <pc:picChg chg="add mod modCrop">
          <ac:chgData name="Ella Vetter" userId="c6918cf5-f6c0-43cc-8499-a1f635017de9" providerId="ADAL" clId="{AF2A365B-3B33-420F-B2C0-4BFE99A95748}" dt="2020-09-10T23:35:25.828" v="2708" actId="164"/>
          <ac:picMkLst>
            <pc:docMk/>
            <pc:sldMk cId="135991387" sldId="375"/>
            <ac:picMk id="9" creationId="{BDDF91DB-EEC3-4DC9-841D-8902C05C87AC}"/>
          </ac:picMkLst>
        </pc:picChg>
      </pc:sldChg>
      <pc:sldChg chg="addSp modSp add mod modNotesTx">
        <pc:chgData name="Ella Vetter" userId="c6918cf5-f6c0-43cc-8499-a1f635017de9" providerId="ADAL" clId="{AF2A365B-3B33-420F-B2C0-4BFE99A95748}" dt="2020-09-11T01:25:44.910" v="4088" actId="20577"/>
        <pc:sldMkLst>
          <pc:docMk/>
          <pc:sldMk cId="827311530" sldId="376"/>
        </pc:sldMkLst>
        <pc:spChg chg="mod">
          <ac:chgData name="Ella Vetter" userId="c6918cf5-f6c0-43cc-8499-a1f635017de9" providerId="ADAL" clId="{AF2A365B-3B33-420F-B2C0-4BFE99A95748}" dt="2020-09-11T01:25:44.910" v="4088" actId="20577"/>
          <ac:spMkLst>
            <pc:docMk/>
            <pc:sldMk cId="827311530" sldId="376"/>
            <ac:spMk id="3" creationId="{F30BA8DC-9C7A-4B2C-895E-1B631BC9F3F9}"/>
          </ac:spMkLst>
        </pc:spChg>
        <pc:picChg chg="add mod">
          <ac:chgData name="Ella Vetter" userId="c6918cf5-f6c0-43cc-8499-a1f635017de9" providerId="ADAL" clId="{AF2A365B-3B33-420F-B2C0-4BFE99A95748}" dt="2020-09-10T23:38:10.772" v="2858" actId="1035"/>
          <ac:picMkLst>
            <pc:docMk/>
            <pc:sldMk cId="827311530" sldId="376"/>
            <ac:picMk id="5" creationId="{1ED87E26-0C3A-47CA-9E58-49211F859F93}"/>
          </ac:picMkLst>
        </pc:picChg>
      </pc:sldChg>
      <pc:sldChg chg="addSp delSp modSp add mod modNotesTx">
        <pc:chgData name="Ella Vetter" userId="c6918cf5-f6c0-43cc-8499-a1f635017de9" providerId="ADAL" clId="{AF2A365B-3B33-420F-B2C0-4BFE99A95748}" dt="2020-09-10T23:51:55.901" v="2885" actId="11"/>
        <pc:sldMkLst>
          <pc:docMk/>
          <pc:sldMk cId="1994227182" sldId="377"/>
        </pc:sldMkLst>
        <pc:spChg chg="del mod">
          <ac:chgData name="Ella Vetter" userId="c6918cf5-f6c0-43cc-8499-a1f635017de9" providerId="ADAL" clId="{AF2A365B-3B33-420F-B2C0-4BFE99A95748}" dt="2020-09-10T23:17:28.963" v="2085" actId="478"/>
          <ac:spMkLst>
            <pc:docMk/>
            <pc:sldMk cId="1994227182" sldId="377"/>
            <ac:spMk id="3" creationId="{F30BA8DC-9C7A-4B2C-895E-1B631BC9F3F9}"/>
          </ac:spMkLst>
        </pc:spChg>
        <pc:spChg chg="add mod">
          <ac:chgData name="Ella Vetter" userId="c6918cf5-f6c0-43cc-8499-a1f635017de9" providerId="ADAL" clId="{AF2A365B-3B33-420F-B2C0-4BFE99A95748}" dt="2020-09-10T23:51:55.901" v="2885" actId="11"/>
          <ac:spMkLst>
            <pc:docMk/>
            <pc:sldMk cId="1994227182" sldId="377"/>
            <ac:spMk id="12" creationId="{438BD7B8-DE0F-4F7B-B671-399E40009095}"/>
          </ac:spMkLst>
        </pc:spChg>
        <pc:picChg chg="add del">
          <ac:chgData name="Ella Vetter" userId="c6918cf5-f6c0-43cc-8499-a1f635017de9" providerId="ADAL" clId="{AF2A365B-3B33-420F-B2C0-4BFE99A95748}" dt="2020-09-10T22:53:04.016" v="1932" actId="22"/>
          <ac:picMkLst>
            <pc:docMk/>
            <pc:sldMk cId="1994227182" sldId="377"/>
            <ac:picMk id="5" creationId="{9BEBD119-586C-41ED-A0A4-A0650EFF8640}"/>
          </ac:picMkLst>
        </pc:picChg>
        <pc:picChg chg="add del mod">
          <ac:chgData name="Ella Vetter" userId="c6918cf5-f6c0-43cc-8499-a1f635017de9" providerId="ADAL" clId="{AF2A365B-3B33-420F-B2C0-4BFE99A95748}" dt="2020-09-10T23:18:24.807" v="2098" actId="478"/>
          <ac:picMkLst>
            <pc:docMk/>
            <pc:sldMk cId="1994227182" sldId="377"/>
            <ac:picMk id="7" creationId="{6BDBF1F0-0D94-41FC-9A4A-461BE6A778D6}"/>
          </ac:picMkLst>
        </pc:picChg>
        <pc:picChg chg="add del mod">
          <ac:chgData name="Ella Vetter" userId="c6918cf5-f6c0-43cc-8499-a1f635017de9" providerId="ADAL" clId="{AF2A365B-3B33-420F-B2C0-4BFE99A95748}" dt="2020-09-10T23:18:26.273" v="2099" actId="21"/>
          <ac:picMkLst>
            <pc:docMk/>
            <pc:sldMk cId="1994227182" sldId="377"/>
            <ac:picMk id="9" creationId="{5E600EC4-41BE-41A3-8307-74F4D6ABFE8D}"/>
          </ac:picMkLst>
        </pc:picChg>
        <pc:picChg chg="add mod">
          <ac:chgData name="Ella Vetter" userId="c6918cf5-f6c0-43cc-8499-a1f635017de9" providerId="ADAL" clId="{AF2A365B-3B33-420F-B2C0-4BFE99A95748}" dt="2020-09-10T23:38:49.885" v="2863" actId="1076"/>
          <ac:picMkLst>
            <pc:docMk/>
            <pc:sldMk cId="1994227182" sldId="377"/>
            <ac:picMk id="11" creationId="{B53D9509-B822-4368-ACA9-142A8F2524DE}"/>
          </ac:picMkLst>
        </pc:picChg>
      </pc:sldChg>
      <pc:sldChg chg="addSp delSp modSp add mod modNotesTx">
        <pc:chgData name="Ella Vetter" userId="c6918cf5-f6c0-43cc-8499-a1f635017de9" providerId="ADAL" clId="{AF2A365B-3B33-420F-B2C0-4BFE99A95748}" dt="2020-09-10T23:55:17.608" v="2929" actId="11"/>
        <pc:sldMkLst>
          <pc:docMk/>
          <pc:sldMk cId="1958168636" sldId="378"/>
        </pc:sldMkLst>
        <pc:spChg chg="del">
          <ac:chgData name="Ella Vetter" userId="c6918cf5-f6c0-43cc-8499-a1f635017de9" providerId="ADAL" clId="{AF2A365B-3B33-420F-B2C0-4BFE99A95748}" dt="2020-09-10T23:53:44.933" v="2902" actId="478"/>
          <ac:spMkLst>
            <pc:docMk/>
            <pc:sldMk cId="1958168636" sldId="378"/>
            <ac:spMk id="3" creationId="{F30BA8DC-9C7A-4B2C-895E-1B631BC9F3F9}"/>
          </ac:spMkLst>
        </pc:spChg>
        <pc:spChg chg="add mod">
          <ac:chgData name="Ella Vetter" userId="c6918cf5-f6c0-43cc-8499-a1f635017de9" providerId="ADAL" clId="{AF2A365B-3B33-420F-B2C0-4BFE99A95748}" dt="2020-09-10T23:55:17.608" v="2929" actId="11"/>
          <ac:spMkLst>
            <pc:docMk/>
            <pc:sldMk cId="1958168636" sldId="378"/>
            <ac:spMk id="9" creationId="{8329EE8A-4097-4E11-99B6-A5F6BA92EAB7}"/>
          </ac:spMkLst>
        </pc:spChg>
        <pc:grpChg chg="add mod">
          <ac:chgData name="Ella Vetter" userId="c6918cf5-f6c0-43cc-8499-a1f635017de9" providerId="ADAL" clId="{AF2A365B-3B33-420F-B2C0-4BFE99A95748}" dt="2020-09-10T23:55:05.522" v="2928" actId="1035"/>
          <ac:grpSpMkLst>
            <pc:docMk/>
            <pc:sldMk cId="1958168636" sldId="378"/>
            <ac:grpSpMk id="8" creationId="{D242070E-16C6-4BE1-B48B-8D063F89528D}"/>
          </ac:grpSpMkLst>
        </pc:grpChg>
        <pc:picChg chg="add mod modCrop">
          <ac:chgData name="Ella Vetter" userId="c6918cf5-f6c0-43cc-8499-a1f635017de9" providerId="ADAL" clId="{AF2A365B-3B33-420F-B2C0-4BFE99A95748}" dt="2020-09-10T23:53:43.254" v="2901" actId="164"/>
          <ac:picMkLst>
            <pc:docMk/>
            <pc:sldMk cId="1958168636" sldId="378"/>
            <ac:picMk id="5" creationId="{21E521F9-7AF6-457B-8B1F-96C770E2162B}"/>
          </ac:picMkLst>
        </pc:picChg>
        <pc:picChg chg="add mod modCrop">
          <ac:chgData name="Ella Vetter" userId="c6918cf5-f6c0-43cc-8499-a1f635017de9" providerId="ADAL" clId="{AF2A365B-3B33-420F-B2C0-4BFE99A95748}" dt="2020-09-10T23:53:43.254" v="2901" actId="164"/>
          <ac:picMkLst>
            <pc:docMk/>
            <pc:sldMk cId="1958168636" sldId="378"/>
            <ac:picMk id="7" creationId="{0CCBF39B-252F-4A23-8BD0-EBCA8C566931}"/>
          </ac:picMkLst>
        </pc:picChg>
      </pc:sldChg>
      <pc:sldChg chg="addSp delSp modSp add mod modNotesTx">
        <pc:chgData name="Ella Vetter" userId="c6918cf5-f6c0-43cc-8499-a1f635017de9" providerId="ADAL" clId="{AF2A365B-3B33-420F-B2C0-4BFE99A95748}" dt="2020-09-11T01:26:00.281" v="4089" actId="20577"/>
        <pc:sldMkLst>
          <pc:docMk/>
          <pc:sldMk cId="2092140594" sldId="379"/>
        </pc:sldMkLst>
        <pc:spChg chg="mod">
          <ac:chgData name="Ella Vetter" userId="c6918cf5-f6c0-43cc-8499-a1f635017de9" providerId="ADAL" clId="{AF2A365B-3B33-420F-B2C0-4BFE99A95748}" dt="2020-09-11T00:14:57.134" v="3373" actId="13926"/>
          <ac:spMkLst>
            <pc:docMk/>
            <pc:sldMk cId="2092140594" sldId="379"/>
            <ac:spMk id="2" creationId="{E3E06216-1C5B-43DC-A8A9-C5904A2BA465}"/>
          </ac:spMkLst>
        </pc:spChg>
        <pc:spChg chg="del">
          <ac:chgData name="Ella Vetter" userId="c6918cf5-f6c0-43cc-8499-a1f635017de9" providerId="ADAL" clId="{AF2A365B-3B33-420F-B2C0-4BFE99A95748}" dt="2020-09-10T22:57:24.509" v="1961" actId="22"/>
          <ac:spMkLst>
            <pc:docMk/>
            <pc:sldMk cId="2092140594" sldId="379"/>
            <ac:spMk id="3" creationId="{F30BA8DC-9C7A-4B2C-895E-1B631BC9F3F9}"/>
          </ac:spMkLst>
        </pc:spChg>
        <pc:spChg chg="add mod">
          <ac:chgData name="Ella Vetter" userId="c6918cf5-f6c0-43cc-8499-a1f635017de9" providerId="ADAL" clId="{AF2A365B-3B33-420F-B2C0-4BFE99A95748}" dt="2020-09-11T01:26:00.281" v="4089" actId="20577"/>
          <ac:spMkLst>
            <pc:docMk/>
            <pc:sldMk cId="2092140594" sldId="379"/>
            <ac:spMk id="10" creationId="{EE5F7FF5-313E-4CD8-A3DD-E1443DEAAA3B}"/>
          </ac:spMkLst>
        </pc:spChg>
        <pc:spChg chg="add del mod">
          <ac:chgData name="Ella Vetter" userId="c6918cf5-f6c0-43cc-8499-a1f635017de9" providerId="ADAL" clId="{AF2A365B-3B33-420F-B2C0-4BFE99A95748}" dt="2020-09-11T00:14:36.243" v="3350" actId="478"/>
          <ac:spMkLst>
            <pc:docMk/>
            <pc:sldMk cId="2092140594" sldId="379"/>
            <ac:spMk id="14" creationId="{C2BE70CE-DCF0-478F-B114-1A843915C416}"/>
          </ac:spMkLst>
        </pc:spChg>
        <pc:picChg chg="add del mod ord">
          <ac:chgData name="Ella Vetter" userId="c6918cf5-f6c0-43cc-8499-a1f635017de9" providerId="ADAL" clId="{AF2A365B-3B33-420F-B2C0-4BFE99A95748}" dt="2020-09-11T00:14:19.435" v="3346" actId="478"/>
          <ac:picMkLst>
            <pc:docMk/>
            <pc:sldMk cId="2092140594" sldId="379"/>
            <ac:picMk id="5" creationId="{A7D65BED-16AC-4A9A-B4CF-DDE9EC745FE9}"/>
          </ac:picMkLst>
        </pc:picChg>
        <pc:picChg chg="add mod">
          <ac:chgData name="Ella Vetter" userId="c6918cf5-f6c0-43cc-8499-a1f635017de9" providerId="ADAL" clId="{AF2A365B-3B33-420F-B2C0-4BFE99A95748}" dt="2020-09-11T00:14:49.226" v="3361" actId="1036"/>
          <ac:picMkLst>
            <pc:docMk/>
            <pc:sldMk cId="2092140594" sldId="379"/>
            <ac:picMk id="7" creationId="{38CA9A2C-5BCA-41A2-B3F9-0DFC9C4173E6}"/>
          </ac:picMkLst>
        </pc:picChg>
        <pc:picChg chg="add del mod">
          <ac:chgData name="Ella Vetter" userId="c6918cf5-f6c0-43cc-8499-a1f635017de9" providerId="ADAL" clId="{AF2A365B-3B33-420F-B2C0-4BFE99A95748}" dt="2020-09-11T00:14:37.971" v="3351" actId="478"/>
          <ac:picMkLst>
            <pc:docMk/>
            <pc:sldMk cId="2092140594" sldId="379"/>
            <ac:picMk id="9" creationId="{C4BFF504-EB5E-452C-A597-90E15CA35CDF}"/>
          </ac:picMkLst>
        </pc:picChg>
        <pc:picChg chg="add mod">
          <ac:chgData name="Ella Vetter" userId="c6918cf5-f6c0-43cc-8499-a1f635017de9" providerId="ADAL" clId="{AF2A365B-3B33-420F-B2C0-4BFE99A95748}" dt="2020-09-11T00:14:46.574" v="3354" actId="1076"/>
          <ac:picMkLst>
            <pc:docMk/>
            <pc:sldMk cId="2092140594" sldId="379"/>
            <ac:picMk id="12" creationId="{EC031E41-84BC-48C3-B401-DD6EBFC71A00}"/>
          </ac:picMkLst>
        </pc:picChg>
      </pc:sldChg>
      <pc:sldChg chg="addSp delSp modSp add mod modNotesTx">
        <pc:chgData name="Ella Vetter" userId="c6918cf5-f6c0-43cc-8499-a1f635017de9" providerId="ADAL" clId="{AF2A365B-3B33-420F-B2C0-4BFE99A95748}" dt="2020-09-11T01:26:26.300" v="4091" actId="20577"/>
        <pc:sldMkLst>
          <pc:docMk/>
          <pc:sldMk cId="1627355907" sldId="380"/>
        </pc:sldMkLst>
        <pc:spChg chg="del">
          <ac:chgData name="Ella Vetter" userId="c6918cf5-f6c0-43cc-8499-a1f635017de9" providerId="ADAL" clId="{AF2A365B-3B33-420F-B2C0-4BFE99A95748}" dt="2020-09-11T00:00:11.765" v="3006" actId="478"/>
          <ac:spMkLst>
            <pc:docMk/>
            <pc:sldMk cId="1627355907" sldId="380"/>
            <ac:spMk id="3" creationId="{F30BA8DC-9C7A-4B2C-895E-1B631BC9F3F9}"/>
          </ac:spMkLst>
        </pc:spChg>
        <pc:spChg chg="add mod">
          <ac:chgData name="Ella Vetter" userId="c6918cf5-f6c0-43cc-8499-a1f635017de9" providerId="ADAL" clId="{AF2A365B-3B33-420F-B2C0-4BFE99A95748}" dt="2020-09-11T01:26:26.300" v="4091" actId="20577"/>
          <ac:spMkLst>
            <pc:docMk/>
            <pc:sldMk cId="1627355907" sldId="380"/>
            <ac:spMk id="6" creationId="{8EA52189-6EC2-485F-9AC8-5BCBB574B2DA}"/>
          </ac:spMkLst>
        </pc:spChg>
        <pc:picChg chg="add mod">
          <ac:chgData name="Ella Vetter" userId="c6918cf5-f6c0-43cc-8499-a1f635017de9" providerId="ADAL" clId="{AF2A365B-3B33-420F-B2C0-4BFE99A95748}" dt="2020-09-11T00:01:19.265" v="3087" actId="14100"/>
          <ac:picMkLst>
            <pc:docMk/>
            <pc:sldMk cId="1627355907" sldId="380"/>
            <ac:picMk id="5" creationId="{88F202AB-2A82-4742-9BF9-2F1DE33E22EC}"/>
          </ac:picMkLst>
        </pc:picChg>
      </pc:sldChg>
      <pc:sldChg chg="addSp delSp modSp add mod modNotesTx">
        <pc:chgData name="Ella Vetter" userId="c6918cf5-f6c0-43cc-8499-a1f635017de9" providerId="ADAL" clId="{AF2A365B-3B33-420F-B2C0-4BFE99A95748}" dt="2020-09-11T00:02:49.719" v="3150" actId="11"/>
        <pc:sldMkLst>
          <pc:docMk/>
          <pc:sldMk cId="154384816" sldId="381"/>
        </pc:sldMkLst>
        <pc:spChg chg="del">
          <ac:chgData name="Ella Vetter" userId="c6918cf5-f6c0-43cc-8499-a1f635017de9" providerId="ADAL" clId="{AF2A365B-3B33-420F-B2C0-4BFE99A95748}" dt="2020-09-11T00:01:45.542" v="3089" actId="478"/>
          <ac:spMkLst>
            <pc:docMk/>
            <pc:sldMk cId="154384816" sldId="381"/>
            <ac:spMk id="3" creationId="{F30BA8DC-9C7A-4B2C-895E-1B631BC9F3F9}"/>
          </ac:spMkLst>
        </pc:spChg>
        <pc:spChg chg="add mod">
          <ac:chgData name="Ella Vetter" userId="c6918cf5-f6c0-43cc-8499-a1f635017de9" providerId="ADAL" clId="{AF2A365B-3B33-420F-B2C0-4BFE99A95748}" dt="2020-09-11T00:02:49.719" v="3150" actId="11"/>
          <ac:spMkLst>
            <pc:docMk/>
            <pc:sldMk cId="154384816" sldId="381"/>
            <ac:spMk id="7" creationId="{9CE190B1-2E6C-40F9-988D-53D70398A1A4}"/>
          </ac:spMkLst>
        </pc:spChg>
        <pc:picChg chg="add mod">
          <ac:chgData name="Ella Vetter" userId="c6918cf5-f6c0-43cc-8499-a1f635017de9" providerId="ADAL" clId="{AF2A365B-3B33-420F-B2C0-4BFE99A95748}" dt="2020-09-11T00:01:40.389" v="3088" actId="1076"/>
          <ac:picMkLst>
            <pc:docMk/>
            <pc:sldMk cId="154384816" sldId="381"/>
            <ac:picMk id="5" creationId="{400F38A8-41D8-40FE-9857-58F66DCFC625}"/>
          </ac:picMkLst>
        </pc:picChg>
      </pc:sldChg>
      <pc:sldChg chg="addSp delSp modSp new mod modNotesTx">
        <pc:chgData name="Ella Vetter" userId="c6918cf5-f6c0-43cc-8499-a1f635017de9" providerId="ADAL" clId="{AF2A365B-3B33-420F-B2C0-4BFE99A95748}" dt="2020-09-11T01:18:59.838" v="4077" actId="13926"/>
        <pc:sldMkLst>
          <pc:docMk/>
          <pc:sldMk cId="1676511026" sldId="382"/>
        </pc:sldMkLst>
        <pc:spChg chg="mod">
          <ac:chgData name="Ella Vetter" userId="c6918cf5-f6c0-43cc-8499-a1f635017de9" providerId="ADAL" clId="{AF2A365B-3B33-420F-B2C0-4BFE99A95748}" dt="2020-09-11T00:02:58.682" v="3151"/>
          <ac:spMkLst>
            <pc:docMk/>
            <pc:sldMk cId="1676511026" sldId="382"/>
            <ac:spMk id="2" creationId="{9023D04A-D6FF-47DC-B380-57662546DB73}"/>
          </ac:spMkLst>
        </pc:spChg>
        <pc:spChg chg="del">
          <ac:chgData name="Ella Vetter" userId="c6918cf5-f6c0-43cc-8499-a1f635017de9" providerId="ADAL" clId="{AF2A365B-3B33-420F-B2C0-4BFE99A95748}" dt="2020-09-11T00:03:43.613" v="3156" actId="478"/>
          <ac:spMkLst>
            <pc:docMk/>
            <pc:sldMk cId="1676511026" sldId="382"/>
            <ac:spMk id="3" creationId="{5EE4D437-C138-4EF5-B2EF-070AF82900ED}"/>
          </ac:spMkLst>
        </pc:spChg>
        <pc:spChg chg="add mod">
          <ac:chgData name="Ella Vetter" userId="c6918cf5-f6c0-43cc-8499-a1f635017de9" providerId="ADAL" clId="{AF2A365B-3B33-420F-B2C0-4BFE99A95748}" dt="2020-09-11T01:18:59.838" v="4077" actId="13926"/>
          <ac:spMkLst>
            <pc:docMk/>
            <pc:sldMk cId="1676511026" sldId="382"/>
            <ac:spMk id="7" creationId="{5D633073-D697-4433-80C0-FC38B5D55B04}"/>
          </ac:spMkLst>
        </pc:spChg>
        <pc:picChg chg="add mod">
          <ac:chgData name="Ella Vetter" userId="c6918cf5-f6c0-43cc-8499-a1f635017de9" providerId="ADAL" clId="{AF2A365B-3B33-420F-B2C0-4BFE99A95748}" dt="2020-09-11T00:07:47.224" v="3325" actId="1076"/>
          <ac:picMkLst>
            <pc:docMk/>
            <pc:sldMk cId="1676511026" sldId="382"/>
            <ac:picMk id="5" creationId="{E20C3FF3-0C4C-4236-A401-35BC01C5A351}"/>
          </ac:picMkLst>
        </pc:picChg>
      </pc:sldChg>
      <pc:sldChg chg="addSp delSp modSp new mod modNotesTx">
        <pc:chgData name="Ella Vetter" userId="c6918cf5-f6c0-43cc-8499-a1f635017de9" providerId="ADAL" clId="{AF2A365B-3B33-420F-B2C0-4BFE99A95748}" dt="2020-09-11T00:26:46.413" v="3566" actId="11"/>
        <pc:sldMkLst>
          <pc:docMk/>
          <pc:sldMk cId="976555450" sldId="383"/>
        </pc:sldMkLst>
        <pc:spChg chg="mod">
          <ac:chgData name="Ella Vetter" userId="c6918cf5-f6c0-43cc-8499-a1f635017de9" providerId="ADAL" clId="{AF2A365B-3B33-420F-B2C0-4BFE99A95748}" dt="2020-09-11T00:08:07.530" v="3328"/>
          <ac:spMkLst>
            <pc:docMk/>
            <pc:sldMk cId="976555450" sldId="383"/>
            <ac:spMk id="2" creationId="{E621C343-F798-4153-8D13-3A79BDC0ACC2}"/>
          </ac:spMkLst>
        </pc:spChg>
        <pc:spChg chg="del">
          <ac:chgData name="Ella Vetter" userId="c6918cf5-f6c0-43cc-8499-a1f635017de9" providerId="ADAL" clId="{AF2A365B-3B33-420F-B2C0-4BFE99A95748}" dt="2020-09-11T00:08:20.189" v="3332" actId="478"/>
          <ac:spMkLst>
            <pc:docMk/>
            <pc:sldMk cId="976555450" sldId="383"/>
            <ac:spMk id="3" creationId="{47F9D3FF-667E-4A83-B3DD-87826C8D9ED7}"/>
          </ac:spMkLst>
        </pc:spChg>
        <pc:spChg chg="add mod">
          <ac:chgData name="Ella Vetter" userId="c6918cf5-f6c0-43cc-8499-a1f635017de9" providerId="ADAL" clId="{AF2A365B-3B33-420F-B2C0-4BFE99A95748}" dt="2020-09-11T00:26:46.413" v="3566" actId="11"/>
          <ac:spMkLst>
            <pc:docMk/>
            <pc:sldMk cId="976555450" sldId="383"/>
            <ac:spMk id="13" creationId="{B2FD6BB1-6DB2-41F7-A0EA-FE4C15729DA9}"/>
          </ac:spMkLst>
        </pc:spChg>
        <pc:picChg chg="add del mod">
          <ac:chgData name="Ella Vetter" userId="c6918cf5-f6c0-43cc-8499-a1f635017de9" providerId="ADAL" clId="{AF2A365B-3B33-420F-B2C0-4BFE99A95748}" dt="2020-09-11T00:11:14.735" v="3341" actId="478"/>
          <ac:picMkLst>
            <pc:docMk/>
            <pc:sldMk cId="976555450" sldId="383"/>
            <ac:picMk id="5" creationId="{CDE8E75F-FA19-4EA9-9EF6-C1683CCF9141}"/>
          </ac:picMkLst>
        </pc:picChg>
        <pc:picChg chg="add mod">
          <ac:chgData name="Ella Vetter" userId="c6918cf5-f6c0-43cc-8499-a1f635017de9" providerId="ADAL" clId="{AF2A365B-3B33-420F-B2C0-4BFE99A95748}" dt="2020-09-11T00:24:54.505" v="3408" actId="1076"/>
          <ac:picMkLst>
            <pc:docMk/>
            <pc:sldMk cId="976555450" sldId="383"/>
            <ac:picMk id="7" creationId="{12CC2F7D-AB96-45A5-994F-88B13C2559C8}"/>
          </ac:picMkLst>
        </pc:picChg>
        <pc:picChg chg="add del mod">
          <ac:chgData name="Ella Vetter" userId="c6918cf5-f6c0-43cc-8499-a1f635017de9" providerId="ADAL" clId="{AF2A365B-3B33-420F-B2C0-4BFE99A95748}" dt="2020-09-11T00:10:23.161" v="3338" actId="22"/>
          <ac:picMkLst>
            <pc:docMk/>
            <pc:sldMk cId="976555450" sldId="383"/>
            <ac:picMk id="9" creationId="{4ABC58C9-0DD0-491E-A7AD-C1B327B4E808}"/>
          </ac:picMkLst>
        </pc:picChg>
        <pc:picChg chg="add mod">
          <ac:chgData name="Ella Vetter" userId="c6918cf5-f6c0-43cc-8499-a1f635017de9" providerId="ADAL" clId="{AF2A365B-3B33-420F-B2C0-4BFE99A95748}" dt="2020-09-11T00:25:02.629" v="3410" actId="1076"/>
          <ac:picMkLst>
            <pc:docMk/>
            <pc:sldMk cId="976555450" sldId="383"/>
            <ac:picMk id="11" creationId="{02B87418-EFE7-4A13-8B98-E74C2A33A237}"/>
          </ac:picMkLst>
        </pc:picChg>
      </pc:sldChg>
      <pc:sldChg chg="addSp delSp modSp new mod">
        <pc:chgData name="Ella Vetter" userId="c6918cf5-f6c0-43cc-8499-a1f635017de9" providerId="ADAL" clId="{AF2A365B-3B33-420F-B2C0-4BFE99A95748}" dt="2020-09-11T00:27:56.499" v="3596" actId="1076"/>
        <pc:sldMkLst>
          <pc:docMk/>
          <pc:sldMk cId="1539436406" sldId="384"/>
        </pc:sldMkLst>
        <pc:spChg chg="mod">
          <ac:chgData name="Ella Vetter" userId="c6918cf5-f6c0-43cc-8499-a1f635017de9" providerId="ADAL" clId="{AF2A365B-3B33-420F-B2C0-4BFE99A95748}" dt="2020-09-11T00:25:11.364" v="3411"/>
          <ac:spMkLst>
            <pc:docMk/>
            <pc:sldMk cId="1539436406" sldId="384"/>
            <ac:spMk id="2" creationId="{5A287F5A-E3A0-4A5D-B4F0-F3D4F98147DE}"/>
          </ac:spMkLst>
        </pc:spChg>
        <pc:spChg chg="del">
          <ac:chgData name="Ella Vetter" userId="c6918cf5-f6c0-43cc-8499-a1f635017de9" providerId="ADAL" clId="{AF2A365B-3B33-420F-B2C0-4BFE99A95748}" dt="2020-09-11T00:25:27.579" v="3415" actId="478"/>
          <ac:spMkLst>
            <pc:docMk/>
            <pc:sldMk cId="1539436406" sldId="384"/>
            <ac:spMk id="3" creationId="{39B85F23-1A9F-40B5-AEE8-B52B6E17FDF1}"/>
          </ac:spMkLst>
        </pc:spChg>
        <pc:spChg chg="add mod">
          <ac:chgData name="Ella Vetter" userId="c6918cf5-f6c0-43cc-8499-a1f635017de9" providerId="ADAL" clId="{AF2A365B-3B33-420F-B2C0-4BFE99A95748}" dt="2020-09-11T00:27:48.642" v="3594" actId="113"/>
          <ac:spMkLst>
            <pc:docMk/>
            <pc:sldMk cId="1539436406" sldId="384"/>
            <ac:spMk id="7" creationId="{0E725FD3-4C59-4D24-8B1C-4562CD3E8E77}"/>
          </ac:spMkLst>
        </pc:spChg>
        <pc:picChg chg="add mod">
          <ac:chgData name="Ella Vetter" userId="c6918cf5-f6c0-43cc-8499-a1f635017de9" providerId="ADAL" clId="{AF2A365B-3B33-420F-B2C0-4BFE99A95748}" dt="2020-09-11T00:27:56.499" v="3596" actId="1076"/>
          <ac:picMkLst>
            <pc:docMk/>
            <pc:sldMk cId="1539436406" sldId="384"/>
            <ac:picMk id="5" creationId="{42154CC3-D597-40BA-946E-07B6D606E8BE}"/>
          </ac:picMkLst>
        </pc:picChg>
      </pc:sldChg>
      <pc:sldChg chg="addSp delSp modSp new mod modNotesTx">
        <pc:chgData name="Ella Vetter" userId="c6918cf5-f6c0-43cc-8499-a1f635017de9" providerId="ADAL" clId="{AF2A365B-3B33-420F-B2C0-4BFE99A95748}" dt="2020-09-11T01:28:21.491" v="4094" actId="20577"/>
        <pc:sldMkLst>
          <pc:docMk/>
          <pc:sldMk cId="2398487438" sldId="385"/>
        </pc:sldMkLst>
        <pc:spChg chg="mod">
          <ac:chgData name="Ella Vetter" userId="c6918cf5-f6c0-43cc-8499-a1f635017de9" providerId="ADAL" clId="{AF2A365B-3B33-420F-B2C0-4BFE99A95748}" dt="2020-09-11T00:32:04.782" v="3690" actId="13926"/>
          <ac:spMkLst>
            <pc:docMk/>
            <pc:sldMk cId="2398487438" sldId="385"/>
            <ac:spMk id="2" creationId="{DFE4C2A5-4920-4306-B6C0-2EE6AD1F4930}"/>
          </ac:spMkLst>
        </pc:spChg>
        <pc:spChg chg="del">
          <ac:chgData name="Ella Vetter" userId="c6918cf5-f6c0-43cc-8499-a1f635017de9" providerId="ADAL" clId="{AF2A365B-3B33-420F-B2C0-4BFE99A95748}" dt="2020-09-11T00:28:30.279" v="3600" actId="478"/>
          <ac:spMkLst>
            <pc:docMk/>
            <pc:sldMk cId="2398487438" sldId="385"/>
            <ac:spMk id="3" creationId="{1277A919-38C4-49C3-BB4A-2BEA4E3B667A}"/>
          </ac:spMkLst>
        </pc:spChg>
        <pc:spChg chg="add mod">
          <ac:chgData name="Ella Vetter" userId="c6918cf5-f6c0-43cc-8499-a1f635017de9" providerId="ADAL" clId="{AF2A365B-3B33-420F-B2C0-4BFE99A95748}" dt="2020-09-11T01:28:21.491" v="4094" actId="20577"/>
          <ac:spMkLst>
            <pc:docMk/>
            <pc:sldMk cId="2398487438" sldId="385"/>
            <ac:spMk id="9" creationId="{5A4CF031-D73C-4D8F-A3E2-A17622567119}"/>
          </ac:spMkLst>
        </pc:spChg>
        <pc:picChg chg="add mod">
          <ac:chgData name="Ella Vetter" userId="c6918cf5-f6c0-43cc-8499-a1f635017de9" providerId="ADAL" clId="{AF2A365B-3B33-420F-B2C0-4BFE99A95748}" dt="2020-09-11T00:30:37.246" v="3684" actId="1076"/>
          <ac:picMkLst>
            <pc:docMk/>
            <pc:sldMk cId="2398487438" sldId="385"/>
            <ac:picMk id="5" creationId="{33283A3A-CF7F-4CA8-B7B3-A4B3BA563B4C}"/>
          </ac:picMkLst>
        </pc:picChg>
        <pc:picChg chg="add del mod">
          <ac:chgData name="Ella Vetter" userId="c6918cf5-f6c0-43cc-8499-a1f635017de9" providerId="ADAL" clId="{AF2A365B-3B33-420F-B2C0-4BFE99A95748}" dt="2020-09-10T23:13:40.418" v="2037" actId="21"/>
          <ac:picMkLst>
            <pc:docMk/>
            <pc:sldMk cId="2398487438" sldId="385"/>
            <ac:picMk id="7" creationId="{08F5081D-2FB7-4514-A40C-4D61CAD141AC}"/>
          </ac:picMkLst>
        </pc:picChg>
      </pc:sldChg>
      <pc:sldChg chg="addSp delSp modSp new mod modNotesTx">
        <pc:chgData name="Ella Vetter" userId="c6918cf5-f6c0-43cc-8499-a1f635017de9" providerId="ADAL" clId="{AF2A365B-3B33-420F-B2C0-4BFE99A95748}" dt="2020-09-11T00:37:24.121" v="4030" actId="11"/>
        <pc:sldMkLst>
          <pc:docMk/>
          <pc:sldMk cId="2855755633" sldId="386"/>
        </pc:sldMkLst>
        <pc:spChg chg="mod">
          <ac:chgData name="Ella Vetter" userId="c6918cf5-f6c0-43cc-8499-a1f635017de9" providerId="ADAL" clId="{AF2A365B-3B33-420F-B2C0-4BFE99A95748}" dt="2020-09-11T00:36:57.891" v="4027" actId="13926"/>
          <ac:spMkLst>
            <pc:docMk/>
            <pc:sldMk cId="2855755633" sldId="386"/>
            <ac:spMk id="2" creationId="{8A0E83AD-9060-4127-948F-242A7BAF1BB8}"/>
          </ac:spMkLst>
        </pc:spChg>
        <pc:spChg chg="del">
          <ac:chgData name="Ella Vetter" userId="c6918cf5-f6c0-43cc-8499-a1f635017de9" providerId="ADAL" clId="{AF2A365B-3B33-420F-B2C0-4BFE99A95748}" dt="2020-09-11T00:35:32.973" v="3999" actId="478"/>
          <ac:spMkLst>
            <pc:docMk/>
            <pc:sldMk cId="2855755633" sldId="386"/>
            <ac:spMk id="3" creationId="{700DA06C-CE7A-44A6-85F8-A1C7507CFE94}"/>
          </ac:spMkLst>
        </pc:spChg>
        <pc:spChg chg="add mod ord">
          <ac:chgData name="Ella Vetter" userId="c6918cf5-f6c0-43cc-8499-a1f635017de9" providerId="ADAL" clId="{AF2A365B-3B33-420F-B2C0-4BFE99A95748}" dt="2020-09-11T00:37:24.121" v="4030" actId="11"/>
          <ac:spMkLst>
            <pc:docMk/>
            <pc:sldMk cId="2855755633" sldId="386"/>
            <ac:spMk id="11" creationId="{60994629-C3A2-43E0-A0D2-B178F096ABE8}"/>
          </ac:spMkLst>
        </pc:spChg>
        <pc:picChg chg="add mod">
          <ac:chgData name="Ella Vetter" userId="c6918cf5-f6c0-43cc-8499-a1f635017de9" providerId="ADAL" clId="{AF2A365B-3B33-420F-B2C0-4BFE99A95748}" dt="2020-09-11T00:36:22.085" v="4017" actId="14100"/>
          <ac:picMkLst>
            <pc:docMk/>
            <pc:sldMk cId="2855755633" sldId="386"/>
            <ac:picMk id="5" creationId="{95532FE2-C8A9-4A59-B250-B32529081C87}"/>
          </ac:picMkLst>
        </pc:picChg>
        <pc:picChg chg="add mod">
          <ac:chgData name="Ella Vetter" userId="c6918cf5-f6c0-43cc-8499-a1f635017de9" providerId="ADAL" clId="{AF2A365B-3B33-420F-B2C0-4BFE99A95748}" dt="2020-09-11T00:36:53.530" v="4026" actId="1076"/>
          <ac:picMkLst>
            <pc:docMk/>
            <pc:sldMk cId="2855755633" sldId="386"/>
            <ac:picMk id="7" creationId="{93B07298-BF60-49ED-8527-3F147414DA33}"/>
          </ac:picMkLst>
        </pc:picChg>
        <pc:picChg chg="add mod">
          <ac:chgData name="Ella Vetter" userId="c6918cf5-f6c0-43cc-8499-a1f635017de9" providerId="ADAL" clId="{AF2A365B-3B33-420F-B2C0-4BFE99A95748}" dt="2020-09-11T00:36:31.873" v="4020" actId="1076"/>
          <ac:picMkLst>
            <pc:docMk/>
            <pc:sldMk cId="2855755633" sldId="386"/>
            <ac:picMk id="9" creationId="{F288AEFF-12D5-4CCB-96D3-6DCA484E9BB8}"/>
          </ac:picMkLst>
        </pc:picChg>
      </pc:sldChg>
    </pc:docChg>
  </pc:docChgLst>
  <pc:docChgLst>
    <pc:chgData name="Ella Vetter" userId="c6918cf5-f6c0-43cc-8499-a1f635017de9" providerId="ADAL" clId="{03D8DEAE-739D-469B-904C-2522E9DFB65E}"/>
    <pc:docChg chg="undo custSel mod addSld delSld modSld sldOrd">
      <pc:chgData name="Ella Vetter" userId="c6918cf5-f6c0-43cc-8499-a1f635017de9" providerId="ADAL" clId="{03D8DEAE-739D-469B-904C-2522E9DFB65E}" dt="2020-08-19T20:56:21.320" v="9023" actId="478"/>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8T20:07:57.301" v="8697" actId="123"/>
        <pc:sldMkLst>
          <pc:docMk/>
          <pc:sldMk cId="1993397138" sldId="286"/>
        </pc:sldMkLst>
        <pc:spChg chg="mod">
          <ac:chgData name="Ella Vetter" userId="c6918cf5-f6c0-43cc-8499-a1f635017de9" providerId="ADAL" clId="{03D8DEAE-739D-469B-904C-2522E9DFB65E}" dt="2020-08-18T20:07:57.301" v="8697" actId="123"/>
          <ac:spMkLst>
            <pc:docMk/>
            <pc:sldMk cId="1993397138" sldId="286"/>
            <ac:spMk id="3" creationId="{37B56F8A-6BEF-459C-AFA4-6D790D24F1CB}"/>
          </ac:spMkLst>
        </pc:spChg>
      </pc:sldChg>
      <pc:sldChg chg="delSp modSp add mod">
        <pc:chgData name="Ella Vetter" userId="c6918cf5-f6c0-43cc-8499-a1f635017de9" providerId="ADAL" clId="{03D8DEAE-739D-469B-904C-2522E9DFB65E}" dt="2020-08-18T14:34:07.098" v="5418" actId="478"/>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pChg chg="del">
          <ac:chgData name="Ella Vetter" userId="c6918cf5-f6c0-43cc-8499-a1f635017de9" providerId="ADAL" clId="{03D8DEAE-739D-469B-904C-2522E9DFB65E}" dt="2020-08-18T14:34:07.098" v="5418" actId="478"/>
          <ac:spMkLst>
            <pc:docMk/>
            <pc:sldMk cId="1119100617" sldId="287"/>
            <ac:spMk id="3" creationId="{EEF38455-45AA-47D0-8328-2077E428FA3B}"/>
          </ac:spMkLst>
        </pc:spChg>
      </pc:sldChg>
      <pc:sldChg chg="delSp modSp add mod">
        <pc:chgData name="Ella Vetter" userId="c6918cf5-f6c0-43cc-8499-a1f635017de9" providerId="ADAL" clId="{03D8DEAE-739D-469B-904C-2522E9DFB65E}" dt="2020-08-18T14:34:10.543" v="5419" actId="478"/>
        <pc:sldMkLst>
          <pc:docMk/>
          <pc:sldMk cId="185546831" sldId="288"/>
        </pc:sldMkLst>
        <pc:spChg chg="mod">
          <ac:chgData name="Ella Vetter" userId="c6918cf5-f6c0-43cc-8499-a1f635017de9" providerId="ADAL" clId="{03D8DEAE-739D-469B-904C-2522E9DFB65E}" dt="2020-08-18T14:32:49.627" v="5388" actId="20577"/>
          <ac:spMkLst>
            <pc:docMk/>
            <pc:sldMk cId="185546831" sldId="288"/>
            <ac:spMk id="2" creationId="{BD0A18F3-9F12-464B-BC50-F741E79EDDDA}"/>
          </ac:spMkLst>
        </pc:spChg>
        <pc:spChg chg="del">
          <ac:chgData name="Ella Vetter" userId="c6918cf5-f6c0-43cc-8499-a1f635017de9" providerId="ADAL" clId="{03D8DEAE-739D-469B-904C-2522E9DFB65E}" dt="2020-08-18T14:34:10.543" v="5419" actId="478"/>
          <ac:spMkLst>
            <pc:docMk/>
            <pc:sldMk cId="185546831" sldId="288"/>
            <ac:spMk id="3" creationId="{EEF38455-45AA-47D0-8328-2077E428FA3B}"/>
          </ac:spMkLst>
        </pc:spChg>
      </pc:sldChg>
      <pc:sldChg chg="delSp modSp add mod">
        <pc:chgData name="Ella Vetter" userId="c6918cf5-f6c0-43cc-8499-a1f635017de9" providerId="ADAL" clId="{03D8DEAE-739D-469B-904C-2522E9DFB65E}" dt="2020-08-18T14:34:16.018" v="5421" actId="478"/>
        <pc:sldMkLst>
          <pc:docMk/>
          <pc:sldMk cId="103818715" sldId="289"/>
        </pc:sldMkLst>
        <pc:spChg chg="mod">
          <ac:chgData name="Ella Vetter" userId="c6918cf5-f6c0-43cc-8499-a1f635017de9" providerId="ADAL" clId="{03D8DEAE-739D-469B-904C-2522E9DFB65E}" dt="2020-08-18T14:29:54.892" v="5276" actId="20577"/>
          <ac:spMkLst>
            <pc:docMk/>
            <pc:sldMk cId="103818715" sldId="289"/>
            <ac:spMk id="2" creationId="{BD0A18F3-9F12-464B-BC50-F741E79EDDDA}"/>
          </ac:spMkLst>
        </pc:spChg>
        <pc:spChg chg="del">
          <ac:chgData name="Ella Vetter" userId="c6918cf5-f6c0-43cc-8499-a1f635017de9" providerId="ADAL" clId="{03D8DEAE-739D-469B-904C-2522E9DFB65E}" dt="2020-08-18T14:34:16.018" v="5421" actId="478"/>
          <ac:spMkLst>
            <pc:docMk/>
            <pc:sldMk cId="103818715" sldId="289"/>
            <ac:spMk id="3" creationId="{EEF38455-45AA-47D0-8328-2077E428FA3B}"/>
          </ac:spMkLst>
        </pc:spChg>
      </pc:sldChg>
      <pc:sldChg chg="delSp modSp add mod">
        <pc:chgData name="Ella Vetter" userId="c6918cf5-f6c0-43cc-8499-a1f635017de9" providerId="ADAL" clId="{03D8DEAE-739D-469B-904C-2522E9DFB65E}" dt="2020-08-18T18:08:44.524" v="8253" actId="478"/>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pChg chg="del">
          <ac:chgData name="Ella Vetter" userId="c6918cf5-f6c0-43cc-8499-a1f635017de9" providerId="ADAL" clId="{03D8DEAE-739D-469B-904C-2522E9DFB65E}" dt="2020-08-18T18:08:44.524" v="8253" actId="478"/>
          <ac:spMkLst>
            <pc:docMk/>
            <pc:sldMk cId="871549301" sldId="290"/>
            <ac:spMk id="3" creationId="{EEF38455-45AA-47D0-8328-2077E428FA3B}"/>
          </ac:spMkLst>
        </pc:spChg>
      </pc:sldChg>
      <pc:sldChg chg="delSp modSp add mod">
        <pc:chgData name="Ella Vetter" userId="c6918cf5-f6c0-43cc-8499-a1f635017de9" providerId="ADAL" clId="{03D8DEAE-739D-469B-904C-2522E9DFB65E}" dt="2020-08-18T18:09:09.820" v="8254" actId="478"/>
        <pc:sldMkLst>
          <pc:docMk/>
          <pc:sldMk cId="2770565150" sldId="291"/>
        </pc:sldMkLst>
        <pc:spChg chg="mod">
          <ac:chgData name="Ella Vetter" userId="c6918cf5-f6c0-43cc-8499-a1f635017de9" providerId="ADAL" clId="{03D8DEAE-739D-469B-904C-2522E9DFB65E}" dt="2020-08-18T15:57:12.557" v="7533" actId="313"/>
          <ac:spMkLst>
            <pc:docMk/>
            <pc:sldMk cId="2770565150" sldId="291"/>
            <ac:spMk id="2" creationId="{BD0A18F3-9F12-464B-BC50-F741E79EDDDA}"/>
          </ac:spMkLst>
        </pc:spChg>
        <pc:spChg chg="del">
          <ac:chgData name="Ella Vetter" userId="c6918cf5-f6c0-43cc-8499-a1f635017de9" providerId="ADAL" clId="{03D8DEAE-739D-469B-904C-2522E9DFB65E}" dt="2020-08-18T18:09:09.820" v="8254" actId="478"/>
          <ac:spMkLst>
            <pc:docMk/>
            <pc:sldMk cId="2770565150" sldId="291"/>
            <ac:spMk id="3" creationId="{EEF38455-45AA-47D0-8328-2077E428FA3B}"/>
          </ac:spMkLst>
        </pc:spChg>
      </pc:sldChg>
      <pc:sldChg chg="delSp modSp add mod">
        <pc:chgData name="Ella Vetter" userId="c6918cf5-f6c0-43cc-8499-a1f635017de9" providerId="ADAL" clId="{03D8DEAE-739D-469B-904C-2522E9DFB65E}" dt="2020-08-19T20:56:21.320" v="9023" actId="478"/>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pChg chg="del">
          <ac:chgData name="Ella Vetter" userId="c6918cf5-f6c0-43cc-8499-a1f635017de9" providerId="ADAL" clId="{03D8DEAE-739D-469B-904C-2522E9DFB65E}" dt="2020-08-19T20:56:21.320" v="9023" actId="478"/>
          <ac:spMkLst>
            <pc:docMk/>
            <pc:sldMk cId="2581183036" sldId="292"/>
            <ac:spMk id="3" creationId="{EEF38455-45AA-47D0-8328-2077E428FA3B}"/>
          </ac:spMkLst>
        </pc:spChg>
      </pc:sldChg>
      <pc:sldChg chg="delSp modSp add mod ord">
        <pc:chgData name="Ella Vetter" userId="c6918cf5-f6c0-43cc-8499-a1f635017de9" providerId="ADAL" clId="{03D8DEAE-739D-469B-904C-2522E9DFB65E}" dt="2020-08-18T18:10:10.698" v="8255" actId="478"/>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pChg chg="del">
          <ac:chgData name="Ella Vetter" userId="c6918cf5-f6c0-43cc-8499-a1f635017de9" providerId="ADAL" clId="{03D8DEAE-739D-469B-904C-2522E9DFB65E}" dt="2020-08-18T18:10:10.698" v="8255" actId="478"/>
          <ac:spMkLst>
            <pc:docMk/>
            <pc:sldMk cId="363628062" sldId="293"/>
            <ac:spMk id="3" creationId="{EEF38455-45AA-47D0-8328-2077E428FA3B}"/>
          </ac:spMkLst>
        </pc:spChg>
      </pc:sldChg>
      <pc:sldChg chg="addSp delSp modSp new mod ord">
        <pc:chgData name="Ella Vetter" userId="c6918cf5-f6c0-43cc-8499-a1f635017de9" providerId="ADAL" clId="{03D8DEAE-739D-469B-904C-2522E9DFB65E}" dt="2020-08-18T17:56:03.781" v="8252" actId="20577"/>
        <pc:sldMkLst>
          <pc:docMk/>
          <pc:sldMk cId="459683926" sldId="294"/>
        </pc:sldMkLst>
        <pc:spChg chg="mod">
          <ac:chgData name="Ella Vetter" userId="c6918cf5-f6c0-43cc-8499-a1f635017de9" providerId="ADAL" clId="{03D8DEAE-739D-469B-904C-2522E9DFB65E}" dt="2020-08-18T13:39:15.755" v="4171" actId="1076"/>
          <ac:spMkLst>
            <pc:docMk/>
            <pc:sldMk cId="459683926" sldId="294"/>
            <ac:spMk id="2" creationId="{67990642-98C9-4E05-8DEA-8CB111834A2B}"/>
          </ac:spMkLst>
        </pc:spChg>
        <pc:spChg chg="del">
          <ac:chgData name="Ella Vetter" userId="c6918cf5-f6c0-43cc-8499-a1f635017de9" providerId="ADAL" clId="{03D8DEAE-739D-469B-904C-2522E9DFB65E}" dt="2020-08-18T13:33:35.579" v="4086" actId="478"/>
          <ac:spMkLst>
            <pc:docMk/>
            <pc:sldMk cId="459683926" sldId="294"/>
            <ac:spMk id="3" creationId="{0C44F08A-E79C-46C7-8576-79BD89EBE46B}"/>
          </ac:spMkLst>
        </pc:spChg>
        <pc:spChg chg="add mod">
          <ac:chgData name="Ella Vetter" userId="c6918cf5-f6c0-43cc-8499-a1f635017de9" providerId="ADAL" clId="{03D8DEAE-739D-469B-904C-2522E9DFB65E}" dt="2020-08-18T17:56:03.781" v="8252" actId="20577"/>
          <ac:spMkLst>
            <pc:docMk/>
            <pc:sldMk cId="459683926" sldId="294"/>
            <ac:spMk id="4" creationId="{EB1BD3C0-FF3E-4E6D-9033-B223EF53FA24}"/>
          </ac:spMkLst>
        </pc:spChg>
        <pc:picChg chg="add del mod">
          <ac:chgData name="Ella Vetter" userId="c6918cf5-f6c0-43cc-8499-a1f635017de9" providerId="ADAL" clId="{03D8DEAE-739D-469B-904C-2522E9DFB65E}" dt="2020-08-18T13:37:47.399" v="4092" actId="478"/>
          <ac:picMkLst>
            <pc:docMk/>
            <pc:sldMk cId="459683926" sldId="294"/>
            <ac:picMk id="6" creationId="{5FE5A14B-BEA2-4C4A-98CC-A9FD4E735B04}"/>
          </ac:picMkLst>
        </pc:picChg>
        <pc:picChg chg="add mod">
          <ac:chgData name="Ella Vetter" userId="c6918cf5-f6c0-43cc-8499-a1f635017de9" providerId="ADAL" clId="{03D8DEAE-739D-469B-904C-2522E9DFB65E}" dt="2020-08-18T13:37:51.108" v="4095" actId="1076"/>
          <ac:picMkLst>
            <pc:docMk/>
            <pc:sldMk cId="459683926" sldId="294"/>
            <ac:picMk id="8" creationId="{9AE14368-4327-482C-9E6F-88344B771F4B}"/>
          </ac:picMkLst>
        </pc:picChg>
      </pc:sldChg>
      <pc:sldChg chg="addSp delSp modSp add mod">
        <pc:chgData name="Ella Vetter" userId="c6918cf5-f6c0-43cc-8499-a1f635017de9" providerId="ADAL" clId="{03D8DEAE-739D-469B-904C-2522E9DFB65E}" dt="2020-08-18T20:20:20.751" v="8789" actId="20577"/>
        <pc:sldMkLst>
          <pc:docMk/>
          <pc:sldMk cId="2937015379" sldId="295"/>
        </pc:sldMkLst>
        <pc:spChg chg="mod">
          <ac:chgData name="Ella Vetter" userId="c6918cf5-f6c0-43cc-8499-a1f635017de9" providerId="ADAL" clId="{03D8DEAE-739D-469B-904C-2522E9DFB65E}" dt="2020-08-18T20:20:20.751" v="8789" actId="20577"/>
          <ac:spMkLst>
            <pc:docMk/>
            <pc:sldMk cId="2937015379" sldId="295"/>
            <ac:spMk id="4" creationId="{EB1BD3C0-FF3E-4E6D-9033-B223EF53FA24}"/>
          </ac:spMkLst>
        </pc:spChg>
        <pc:picChg chg="add del mod">
          <ac:chgData name="Ella Vetter" userId="c6918cf5-f6c0-43cc-8499-a1f635017de9" providerId="ADAL" clId="{03D8DEAE-739D-469B-904C-2522E9DFB65E}" dt="2020-08-18T13:58:45.042" v="4671" actId="478"/>
          <ac:picMkLst>
            <pc:docMk/>
            <pc:sldMk cId="2937015379" sldId="295"/>
            <ac:picMk id="5" creationId="{18F13F68-31A4-44C3-A204-1BAF662F94A0}"/>
          </ac:picMkLst>
        </pc:picChg>
        <pc:picChg chg="add del mod">
          <ac:chgData name="Ella Vetter" userId="c6918cf5-f6c0-43cc-8499-a1f635017de9" providerId="ADAL" clId="{03D8DEAE-739D-469B-904C-2522E9DFB65E}" dt="2020-08-18T14:00:35.252" v="4688" actId="478"/>
          <ac:picMkLst>
            <pc:docMk/>
            <pc:sldMk cId="2937015379" sldId="295"/>
            <ac:picMk id="7" creationId="{AB53E41E-8838-4038-91B1-63DDF57E5AAA}"/>
          </ac:picMkLst>
        </pc:picChg>
        <pc:picChg chg="del">
          <ac:chgData name="Ella Vetter" userId="c6918cf5-f6c0-43cc-8499-a1f635017de9" providerId="ADAL" clId="{03D8DEAE-739D-469B-904C-2522E9DFB65E}" dt="2020-08-18T13:40:03.716" v="4224" actId="478"/>
          <ac:picMkLst>
            <pc:docMk/>
            <pc:sldMk cId="2937015379" sldId="295"/>
            <ac:picMk id="8" creationId="{9AE14368-4327-482C-9E6F-88344B771F4B}"/>
          </ac:picMkLst>
        </pc:picChg>
        <pc:picChg chg="add mod">
          <ac:chgData name="Ella Vetter" userId="c6918cf5-f6c0-43cc-8499-a1f635017de9" providerId="ADAL" clId="{03D8DEAE-739D-469B-904C-2522E9DFB65E}" dt="2020-08-18T14:00:40.492" v="4692" actId="1076"/>
          <ac:picMkLst>
            <pc:docMk/>
            <pc:sldMk cId="2937015379" sldId="295"/>
            <ac:picMk id="10" creationId="{C0CDFA4D-9547-46B4-97C7-07DA2A629DD4}"/>
          </ac:picMkLst>
        </pc:picChg>
      </pc:sldChg>
      <pc:sldChg chg="delSp add mod">
        <pc:chgData name="Ella Vetter" userId="c6918cf5-f6c0-43cc-8499-a1f635017de9" providerId="ADAL" clId="{03D8DEAE-739D-469B-904C-2522E9DFB65E}" dt="2020-08-18T14:34:12.433" v="5420" actId="478"/>
        <pc:sldMkLst>
          <pc:docMk/>
          <pc:sldMk cId="4190825100" sldId="296"/>
        </pc:sldMkLst>
        <pc:spChg chg="del">
          <ac:chgData name="Ella Vetter" userId="c6918cf5-f6c0-43cc-8499-a1f635017de9" providerId="ADAL" clId="{03D8DEAE-739D-469B-904C-2522E9DFB65E}" dt="2020-08-18T14:34:12.433" v="5420" actId="478"/>
          <ac:spMkLst>
            <pc:docMk/>
            <pc:sldMk cId="4190825100" sldId="296"/>
            <ac:spMk id="3" creationId="{EEF38455-45AA-47D0-8328-2077E428FA3B}"/>
          </ac:spMkLst>
        </pc:spChg>
      </pc:sldChg>
      <pc:sldChg chg="addSp delSp modSp add mod ord">
        <pc:chgData name="Ella Vetter" userId="c6918cf5-f6c0-43cc-8499-a1f635017de9" providerId="ADAL" clId="{03D8DEAE-739D-469B-904C-2522E9DFB65E}" dt="2020-08-18T14:11:22.502" v="4814" actId="20577"/>
        <pc:sldMkLst>
          <pc:docMk/>
          <pc:sldMk cId="762950747" sldId="297"/>
        </pc:sldMkLst>
        <pc:spChg chg="mod">
          <ac:chgData name="Ella Vetter" userId="c6918cf5-f6c0-43cc-8499-a1f635017de9" providerId="ADAL" clId="{03D8DEAE-739D-469B-904C-2522E9DFB65E}" dt="2020-08-18T13:47:15.163" v="4336" actId="20577"/>
          <ac:spMkLst>
            <pc:docMk/>
            <pc:sldMk cId="762950747" sldId="297"/>
            <ac:spMk id="2" creationId="{67990642-98C9-4E05-8DEA-8CB111834A2B}"/>
          </ac:spMkLst>
        </pc:spChg>
        <pc:spChg chg="mod">
          <ac:chgData name="Ella Vetter" userId="c6918cf5-f6c0-43cc-8499-a1f635017de9" providerId="ADAL" clId="{03D8DEAE-739D-469B-904C-2522E9DFB65E}" dt="2020-08-18T14:11:22.502" v="4814" actId="20577"/>
          <ac:spMkLst>
            <pc:docMk/>
            <pc:sldMk cId="762950747" sldId="297"/>
            <ac:spMk id="4" creationId="{EB1BD3C0-FF3E-4E6D-9033-B223EF53FA24}"/>
          </ac:spMkLst>
        </pc:spChg>
        <pc:picChg chg="add mod">
          <ac:chgData name="Ella Vetter" userId="c6918cf5-f6c0-43cc-8499-a1f635017de9" providerId="ADAL" clId="{03D8DEAE-739D-469B-904C-2522E9DFB65E}" dt="2020-08-18T13:49:56.736" v="4341" actId="1076"/>
          <ac:picMkLst>
            <pc:docMk/>
            <pc:sldMk cId="762950747" sldId="297"/>
            <ac:picMk id="5" creationId="{22F7D2FB-96DD-4A20-A26C-C3F2E4437829}"/>
          </ac:picMkLst>
        </pc:picChg>
        <pc:picChg chg="del">
          <ac:chgData name="Ella Vetter" userId="c6918cf5-f6c0-43cc-8499-a1f635017de9" providerId="ADAL" clId="{03D8DEAE-739D-469B-904C-2522E9DFB65E}" dt="2020-08-18T13:47:16.861" v="4337" actId="478"/>
          <ac:picMkLst>
            <pc:docMk/>
            <pc:sldMk cId="762950747" sldId="297"/>
            <ac:picMk id="8" creationId="{9AE14368-4327-482C-9E6F-88344B771F4B}"/>
          </ac:picMkLst>
        </pc:picChg>
      </pc:sldChg>
      <pc:sldChg chg="addSp delSp modSp add mod ord">
        <pc:chgData name="Ella Vetter" userId="c6918cf5-f6c0-43cc-8499-a1f635017de9" providerId="ADAL" clId="{03D8DEAE-739D-469B-904C-2522E9DFB65E}" dt="2020-08-18T14:02:06.951" v="4722" actId="20577"/>
        <pc:sldMkLst>
          <pc:docMk/>
          <pc:sldMk cId="1051219299" sldId="298"/>
        </pc:sldMkLst>
        <pc:spChg chg="mod">
          <ac:chgData name="Ella Vetter" userId="c6918cf5-f6c0-43cc-8499-a1f635017de9" providerId="ADAL" clId="{03D8DEAE-739D-469B-904C-2522E9DFB65E}" dt="2020-08-18T14:01:34.030" v="4697" actId="1076"/>
          <ac:spMkLst>
            <pc:docMk/>
            <pc:sldMk cId="1051219299" sldId="298"/>
            <ac:spMk id="2" creationId="{67990642-98C9-4E05-8DEA-8CB111834A2B}"/>
          </ac:spMkLst>
        </pc:spChg>
        <pc:spChg chg="mod">
          <ac:chgData name="Ella Vetter" userId="c6918cf5-f6c0-43cc-8499-a1f635017de9" providerId="ADAL" clId="{03D8DEAE-739D-469B-904C-2522E9DFB65E}" dt="2020-08-18T14:02:06.951" v="4722" actId="20577"/>
          <ac:spMkLst>
            <pc:docMk/>
            <pc:sldMk cId="1051219299" sldId="298"/>
            <ac:spMk id="4" creationId="{EB1BD3C0-FF3E-4E6D-9033-B223EF53FA24}"/>
          </ac:spMkLst>
        </pc:spChg>
        <pc:picChg chg="del">
          <ac:chgData name="Ella Vetter" userId="c6918cf5-f6c0-43cc-8499-a1f635017de9" providerId="ADAL" clId="{03D8DEAE-739D-469B-904C-2522E9DFB65E}" dt="2020-08-18T13:52:34.878" v="4472" actId="478"/>
          <ac:picMkLst>
            <pc:docMk/>
            <pc:sldMk cId="1051219299" sldId="298"/>
            <ac:picMk id="5" creationId="{18F13F68-31A4-44C3-A204-1BAF662F94A0}"/>
          </ac:picMkLst>
        </pc:picChg>
        <pc:picChg chg="add mod">
          <ac:chgData name="Ella Vetter" userId="c6918cf5-f6c0-43cc-8499-a1f635017de9" providerId="ADAL" clId="{03D8DEAE-739D-469B-904C-2522E9DFB65E}" dt="2020-08-18T14:01:51.220" v="4704" actId="1076"/>
          <ac:picMkLst>
            <pc:docMk/>
            <pc:sldMk cId="1051219299" sldId="298"/>
            <ac:picMk id="6" creationId="{C3D66F7A-74D1-42AF-833B-FDBB476FF694}"/>
          </ac:picMkLst>
        </pc:picChg>
      </pc:sldChg>
      <pc:sldChg chg="delSp modSp add mod">
        <pc:chgData name="Ella Vetter" userId="c6918cf5-f6c0-43cc-8499-a1f635017de9" providerId="ADAL" clId="{03D8DEAE-739D-469B-904C-2522E9DFB65E}" dt="2020-08-18T14:06:03.097" v="4799" actId="1076"/>
        <pc:sldMkLst>
          <pc:docMk/>
          <pc:sldMk cId="1260842860" sldId="299"/>
        </pc:sldMkLst>
        <pc:spChg chg="mod">
          <ac:chgData name="Ella Vetter" userId="c6918cf5-f6c0-43cc-8499-a1f635017de9" providerId="ADAL" clId="{03D8DEAE-739D-469B-904C-2522E9DFB65E}" dt="2020-08-18T14:02:30.514" v="4726" actId="1076"/>
          <ac:spMkLst>
            <pc:docMk/>
            <pc:sldMk cId="1260842860" sldId="299"/>
            <ac:spMk id="2" creationId="{67990642-98C9-4E05-8DEA-8CB111834A2B}"/>
          </ac:spMkLst>
        </pc:spChg>
        <pc:spChg chg="mod">
          <ac:chgData name="Ella Vetter" userId="c6918cf5-f6c0-43cc-8499-a1f635017de9" providerId="ADAL" clId="{03D8DEAE-739D-469B-904C-2522E9DFB65E}" dt="2020-08-18T14:06:03.097" v="4799" actId="1076"/>
          <ac:spMkLst>
            <pc:docMk/>
            <pc:sldMk cId="1260842860" sldId="299"/>
            <ac:spMk id="4" creationId="{EB1BD3C0-FF3E-4E6D-9033-B223EF53FA24}"/>
          </ac:spMkLst>
        </pc:spChg>
        <pc:picChg chg="del">
          <ac:chgData name="Ella Vetter" userId="c6918cf5-f6c0-43cc-8499-a1f635017de9" providerId="ADAL" clId="{03D8DEAE-739D-469B-904C-2522E9DFB65E}" dt="2020-08-18T14:02:29.289" v="4724" actId="478"/>
          <ac:picMkLst>
            <pc:docMk/>
            <pc:sldMk cId="1260842860" sldId="299"/>
            <ac:picMk id="6" creationId="{C3D66F7A-74D1-42AF-833B-FDBB476FF694}"/>
          </ac:picMkLst>
        </pc:picChg>
      </pc:sldChg>
      <pc:sldChg chg="addSp delSp new del mod">
        <pc:chgData name="Ella Vetter" userId="c6918cf5-f6c0-43cc-8499-a1f635017de9" providerId="ADAL" clId="{03D8DEAE-739D-469B-904C-2522E9DFB65E}" dt="2020-08-18T14:12:50.243" v="4880" actId="47"/>
        <pc:sldMkLst>
          <pc:docMk/>
          <pc:sldMk cId="4110648707" sldId="300"/>
        </pc:sldMkLst>
        <pc:spChg chg="del">
          <ac:chgData name="Ella Vetter" userId="c6918cf5-f6c0-43cc-8499-a1f635017de9" providerId="ADAL" clId="{03D8DEAE-739D-469B-904C-2522E9DFB65E}" dt="2020-08-18T14:10:46.017" v="4801" actId="478"/>
          <ac:spMkLst>
            <pc:docMk/>
            <pc:sldMk cId="4110648707" sldId="300"/>
            <ac:spMk id="3" creationId="{3A29EF87-A7F7-49F3-8649-E5CEEA374DA6}"/>
          </ac:spMkLst>
        </pc:spChg>
        <pc:picChg chg="add del">
          <ac:chgData name="Ella Vetter" userId="c6918cf5-f6c0-43cc-8499-a1f635017de9" providerId="ADAL" clId="{03D8DEAE-739D-469B-904C-2522E9DFB65E}" dt="2020-08-18T14:11:03.368" v="4809" actId="21"/>
          <ac:picMkLst>
            <pc:docMk/>
            <pc:sldMk cId="4110648707" sldId="300"/>
            <ac:picMk id="5" creationId="{06E1EC75-37F3-4792-BC34-AF6F50ADF113}"/>
          </ac:picMkLst>
        </pc:picChg>
      </pc:sldChg>
      <pc:sldChg chg="addSp delSp modSp add mod ord">
        <pc:chgData name="Ella Vetter" userId="c6918cf5-f6c0-43cc-8499-a1f635017de9" providerId="ADAL" clId="{03D8DEAE-739D-469B-904C-2522E9DFB65E}" dt="2020-08-18T14:30:29.765" v="5295" actId="14100"/>
        <pc:sldMkLst>
          <pc:docMk/>
          <pc:sldMk cId="2307844789" sldId="301"/>
        </pc:sldMkLst>
        <pc:spChg chg="mod">
          <ac:chgData name="Ella Vetter" userId="c6918cf5-f6c0-43cc-8499-a1f635017de9" providerId="ADAL" clId="{03D8DEAE-739D-469B-904C-2522E9DFB65E}" dt="2020-08-18T14:30:29.765" v="5295" actId="14100"/>
          <ac:spMkLst>
            <pc:docMk/>
            <pc:sldMk cId="2307844789" sldId="301"/>
            <ac:spMk id="2" creationId="{67990642-98C9-4E05-8DEA-8CB111834A2B}"/>
          </ac:spMkLst>
        </pc:spChg>
        <pc:spChg chg="mod">
          <ac:chgData name="Ella Vetter" userId="c6918cf5-f6c0-43cc-8499-a1f635017de9" providerId="ADAL" clId="{03D8DEAE-739D-469B-904C-2522E9DFB65E}" dt="2020-08-18T14:30:09.896" v="5289" actId="14100"/>
          <ac:spMkLst>
            <pc:docMk/>
            <pc:sldMk cId="2307844789" sldId="301"/>
            <ac:spMk id="4" creationId="{EB1BD3C0-FF3E-4E6D-9033-B223EF53FA24}"/>
          </ac:spMkLst>
        </pc:spChg>
        <pc:picChg chg="add mod">
          <ac:chgData name="Ella Vetter" userId="c6918cf5-f6c0-43cc-8499-a1f635017de9" providerId="ADAL" clId="{03D8DEAE-739D-469B-904C-2522E9DFB65E}" dt="2020-08-18T14:11:08.309" v="4812" actId="1076"/>
          <ac:picMkLst>
            <pc:docMk/>
            <pc:sldMk cId="2307844789" sldId="301"/>
            <ac:picMk id="3" creationId="{730165D7-2D78-42A7-ADF3-60FF3A41AC03}"/>
          </ac:picMkLst>
        </pc:picChg>
        <pc:picChg chg="del">
          <ac:chgData name="Ella Vetter" userId="c6918cf5-f6c0-43cc-8499-a1f635017de9" providerId="ADAL" clId="{03D8DEAE-739D-469B-904C-2522E9DFB65E}" dt="2020-08-18T14:11:00.907" v="4808" actId="478"/>
          <ac:picMkLst>
            <pc:docMk/>
            <pc:sldMk cId="2307844789" sldId="301"/>
            <ac:picMk id="5" creationId="{22F7D2FB-96DD-4A20-A26C-C3F2E4437829}"/>
          </ac:picMkLst>
        </pc:picChg>
      </pc:sldChg>
      <pc:sldChg chg="addSp delSp modSp add mod">
        <pc:chgData name="Ella Vetter" userId="c6918cf5-f6c0-43cc-8499-a1f635017de9" providerId="ADAL" clId="{03D8DEAE-739D-469B-904C-2522E9DFB65E}" dt="2020-08-18T14:30:25.251" v="5294" actId="14100"/>
        <pc:sldMkLst>
          <pc:docMk/>
          <pc:sldMk cId="3124823203" sldId="302"/>
        </pc:sldMkLst>
        <pc:spChg chg="del">
          <ac:chgData name="Ella Vetter" userId="c6918cf5-f6c0-43cc-8499-a1f635017de9" providerId="ADAL" clId="{03D8DEAE-739D-469B-904C-2522E9DFB65E}" dt="2020-08-18T14:30:15.982" v="5290" actId="478"/>
          <ac:spMkLst>
            <pc:docMk/>
            <pc:sldMk cId="3124823203" sldId="302"/>
            <ac:spMk id="2" creationId="{67990642-98C9-4E05-8DEA-8CB111834A2B}"/>
          </ac:spMkLst>
        </pc:spChg>
        <pc:spChg chg="mod">
          <ac:chgData name="Ella Vetter" userId="c6918cf5-f6c0-43cc-8499-a1f635017de9" providerId="ADAL" clId="{03D8DEAE-739D-469B-904C-2522E9DFB65E}" dt="2020-08-18T14:30:21.396" v="5293" actId="14100"/>
          <ac:spMkLst>
            <pc:docMk/>
            <pc:sldMk cId="3124823203" sldId="302"/>
            <ac:spMk id="4" creationId="{EB1BD3C0-FF3E-4E6D-9033-B223EF53FA24}"/>
          </ac:spMkLst>
        </pc:spChg>
        <pc:spChg chg="add del mod">
          <ac:chgData name="Ella Vetter" userId="c6918cf5-f6c0-43cc-8499-a1f635017de9" providerId="ADAL" clId="{03D8DEAE-739D-469B-904C-2522E9DFB65E}" dt="2020-08-18T14:30:18.102" v="5292" actId="478"/>
          <ac:spMkLst>
            <pc:docMk/>
            <pc:sldMk cId="3124823203" sldId="302"/>
            <ac:spMk id="8" creationId="{366D18DF-0CB9-4388-9031-9BC2E99B9650}"/>
          </ac:spMkLst>
        </pc:spChg>
        <pc:spChg chg="add mod">
          <ac:chgData name="Ella Vetter" userId="c6918cf5-f6c0-43cc-8499-a1f635017de9" providerId="ADAL" clId="{03D8DEAE-739D-469B-904C-2522E9DFB65E}" dt="2020-08-18T14:30:25.251" v="5294" actId="14100"/>
          <ac:spMkLst>
            <pc:docMk/>
            <pc:sldMk cId="3124823203" sldId="302"/>
            <ac:spMk id="9" creationId="{15F419EE-59D4-4AEC-AC5D-6911E0DE8B82}"/>
          </ac:spMkLst>
        </pc:spChg>
        <pc:picChg chg="del">
          <ac:chgData name="Ella Vetter" userId="c6918cf5-f6c0-43cc-8499-a1f635017de9" providerId="ADAL" clId="{03D8DEAE-739D-469B-904C-2522E9DFB65E}" dt="2020-08-18T14:12:54.604" v="4882" actId="478"/>
          <ac:picMkLst>
            <pc:docMk/>
            <pc:sldMk cId="3124823203" sldId="302"/>
            <ac:picMk id="3" creationId="{730165D7-2D78-42A7-ADF3-60FF3A41AC03}"/>
          </ac:picMkLst>
        </pc:picChg>
        <pc:picChg chg="add mod">
          <ac:chgData name="Ella Vetter" userId="c6918cf5-f6c0-43cc-8499-a1f635017de9" providerId="ADAL" clId="{03D8DEAE-739D-469B-904C-2522E9DFB65E}" dt="2020-08-18T14:15:08.923" v="4969" actId="1076"/>
          <ac:picMkLst>
            <pc:docMk/>
            <pc:sldMk cId="3124823203" sldId="302"/>
            <ac:picMk id="6" creationId="{D746C555-403C-4446-9D53-5D2E54BF683B}"/>
          </ac:picMkLst>
        </pc:picChg>
      </pc:sldChg>
      <pc:sldChg chg="addSp delSp modSp add mod">
        <pc:chgData name="Ella Vetter" userId="c6918cf5-f6c0-43cc-8499-a1f635017de9" providerId="ADAL" clId="{03D8DEAE-739D-469B-904C-2522E9DFB65E}" dt="2020-08-18T20:01:53.328" v="8652" actId="11"/>
        <pc:sldMkLst>
          <pc:docMk/>
          <pc:sldMk cId="2314639853" sldId="303"/>
        </pc:sldMkLst>
        <pc:spChg chg="del">
          <ac:chgData name="Ella Vetter" userId="c6918cf5-f6c0-43cc-8499-a1f635017de9" providerId="ADAL" clId="{03D8DEAE-739D-469B-904C-2522E9DFB65E}" dt="2020-08-18T14:30:36.918" v="5296" actId="478"/>
          <ac:spMkLst>
            <pc:docMk/>
            <pc:sldMk cId="2314639853" sldId="303"/>
            <ac:spMk id="2" creationId="{67990642-98C9-4E05-8DEA-8CB111834A2B}"/>
          </ac:spMkLst>
        </pc:spChg>
        <pc:spChg chg="mod">
          <ac:chgData name="Ella Vetter" userId="c6918cf5-f6c0-43cc-8499-a1f635017de9" providerId="ADAL" clId="{03D8DEAE-739D-469B-904C-2522E9DFB65E}" dt="2020-08-18T20:01:53.328" v="8652" actId="11"/>
          <ac:spMkLst>
            <pc:docMk/>
            <pc:sldMk cId="2314639853" sldId="303"/>
            <ac:spMk id="4" creationId="{EB1BD3C0-FF3E-4E6D-9033-B223EF53FA24}"/>
          </ac:spMkLst>
        </pc:spChg>
        <pc:spChg chg="add del mod">
          <ac:chgData name="Ella Vetter" userId="c6918cf5-f6c0-43cc-8499-a1f635017de9" providerId="ADAL" clId="{03D8DEAE-739D-469B-904C-2522E9DFB65E}" dt="2020-08-18T14:30:39.126" v="5298" actId="478"/>
          <ac:spMkLst>
            <pc:docMk/>
            <pc:sldMk cId="2314639853" sldId="303"/>
            <ac:spMk id="8" creationId="{951CF073-C05B-46C8-9A05-760C991F7F2A}"/>
          </ac:spMkLst>
        </pc:spChg>
        <pc:spChg chg="add">
          <ac:chgData name="Ella Vetter" userId="c6918cf5-f6c0-43cc-8499-a1f635017de9" providerId="ADAL" clId="{03D8DEAE-739D-469B-904C-2522E9DFB65E}" dt="2020-08-18T14:30:37.235" v="5297" actId="22"/>
          <ac:spMkLst>
            <pc:docMk/>
            <pc:sldMk cId="2314639853" sldId="303"/>
            <ac:spMk id="10" creationId="{C822AC81-D4A6-475A-97B4-0B1E95B693EE}"/>
          </ac:spMkLst>
        </pc:spChg>
        <pc:picChg chg="add mod">
          <ac:chgData name="Ella Vetter" userId="c6918cf5-f6c0-43cc-8499-a1f635017de9" providerId="ADAL" clId="{03D8DEAE-739D-469B-904C-2522E9DFB65E}" dt="2020-08-18T14:23:07.671" v="5034" actId="14100"/>
          <ac:picMkLst>
            <pc:docMk/>
            <pc:sldMk cId="2314639853" sldId="303"/>
            <ac:picMk id="5" creationId="{91B01B0B-801D-4ED1-83DA-55863D643211}"/>
          </ac:picMkLst>
        </pc:picChg>
        <pc:picChg chg="del">
          <ac:chgData name="Ella Vetter" userId="c6918cf5-f6c0-43cc-8499-a1f635017de9" providerId="ADAL" clId="{03D8DEAE-739D-469B-904C-2522E9DFB65E}" dt="2020-08-18T14:15:22.413" v="4973" actId="478"/>
          <ac:picMkLst>
            <pc:docMk/>
            <pc:sldMk cId="2314639853" sldId="303"/>
            <ac:picMk id="6" creationId="{D746C555-403C-4446-9D53-5D2E54BF683B}"/>
          </ac:picMkLst>
        </pc:picChg>
      </pc:sldChg>
      <pc:sldChg chg="addSp delSp modSp add mod">
        <pc:chgData name="Ella Vetter" userId="c6918cf5-f6c0-43cc-8499-a1f635017de9" providerId="ADAL" clId="{03D8DEAE-739D-469B-904C-2522E9DFB65E}" dt="2020-08-18T20:01:59.848" v="8653" actId="11"/>
        <pc:sldMkLst>
          <pc:docMk/>
          <pc:sldMk cId="479836661" sldId="304"/>
        </pc:sldMkLst>
        <pc:spChg chg="del">
          <ac:chgData name="Ella Vetter" userId="c6918cf5-f6c0-43cc-8499-a1f635017de9" providerId="ADAL" clId="{03D8DEAE-739D-469B-904C-2522E9DFB65E}" dt="2020-08-18T14:30:46.059" v="5300" actId="478"/>
          <ac:spMkLst>
            <pc:docMk/>
            <pc:sldMk cId="479836661" sldId="304"/>
            <ac:spMk id="2" creationId="{67990642-98C9-4E05-8DEA-8CB111834A2B}"/>
          </ac:spMkLst>
        </pc:spChg>
        <pc:spChg chg="mod">
          <ac:chgData name="Ella Vetter" userId="c6918cf5-f6c0-43cc-8499-a1f635017de9" providerId="ADAL" clId="{03D8DEAE-739D-469B-904C-2522E9DFB65E}" dt="2020-08-18T20:01:59.848" v="8653" actId="11"/>
          <ac:spMkLst>
            <pc:docMk/>
            <pc:sldMk cId="479836661" sldId="304"/>
            <ac:spMk id="4" creationId="{EB1BD3C0-FF3E-4E6D-9033-B223EF53FA24}"/>
          </ac:spMkLst>
        </pc:spChg>
        <pc:spChg chg="add del mod">
          <ac:chgData name="Ella Vetter" userId="c6918cf5-f6c0-43cc-8499-a1f635017de9" providerId="ADAL" clId="{03D8DEAE-739D-469B-904C-2522E9DFB65E}" dt="2020-08-18T14:30:49.953" v="5302" actId="478"/>
          <ac:spMkLst>
            <pc:docMk/>
            <pc:sldMk cId="479836661" sldId="304"/>
            <ac:spMk id="11" creationId="{EB4100AE-35D4-4979-9CC0-337D916A4DD4}"/>
          </ac:spMkLst>
        </pc:spChg>
        <pc:spChg chg="add mod">
          <ac:chgData name="Ella Vetter" userId="c6918cf5-f6c0-43cc-8499-a1f635017de9" providerId="ADAL" clId="{03D8DEAE-739D-469B-904C-2522E9DFB65E}" dt="2020-08-18T14:30:52.106" v="5303" actId="14100"/>
          <ac:spMkLst>
            <pc:docMk/>
            <pc:sldMk cId="479836661" sldId="304"/>
            <ac:spMk id="13" creationId="{9BD8847A-8F96-4556-A3A8-DBA070EDD55A}"/>
          </ac:spMkLst>
        </pc:spChg>
        <pc:grpChg chg="add mod">
          <ac:chgData name="Ella Vetter" userId="c6918cf5-f6c0-43cc-8499-a1f635017de9" providerId="ADAL" clId="{03D8DEAE-739D-469B-904C-2522E9DFB65E}" dt="2020-08-18T14:39:00.339" v="5667" actId="1076"/>
          <ac:grpSpMkLst>
            <pc:docMk/>
            <pc:sldMk cId="479836661" sldId="304"/>
            <ac:grpSpMk id="9" creationId="{46EEBFB4-F061-4EB9-92D8-1A4DC4055E7F}"/>
          </ac:grpSpMkLst>
        </pc:grpChg>
        <pc:picChg chg="del">
          <ac:chgData name="Ella Vetter" userId="c6918cf5-f6c0-43cc-8499-a1f635017de9" providerId="ADAL" clId="{03D8DEAE-739D-469B-904C-2522E9DFB65E}" dt="2020-08-18T14:24:54.410" v="5104" actId="478"/>
          <ac:picMkLst>
            <pc:docMk/>
            <pc:sldMk cId="479836661" sldId="304"/>
            <ac:picMk id="5" creationId="{91B01B0B-801D-4ED1-83DA-55863D643211}"/>
          </ac:picMkLst>
        </pc:picChg>
        <pc:picChg chg="add mod modCrop">
          <ac:chgData name="Ella Vetter" userId="c6918cf5-f6c0-43cc-8499-a1f635017de9" providerId="ADAL" clId="{03D8DEAE-739D-469B-904C-2522E9DFB65E}" dt="2020-08-18T14:25:50.993" v="5117" actId="164"/>
          <ac:picMkLst>
            <pc:docMk/>
            <pc:sldMk cId="479836661" sldId="304"/>
            <ac:picMk id="6" creationId="{EB155448-AC48-4E62-8DBD-C02F41B61F43}"/>
          </ac:picMkLst>
        </pc:picChg>
        <pc:picChg chg="add mod modCrop">
          <ac:chgData name="Ella Vetter" userId="c6918cf5-f6c0-43cc-8499-a1f635017de9" providerId="ADAL" clId="{03D8DEAE-739D-469B-904C-2522E9DFB65E}" dt="2020-08-18T14:25:50.993" v="5117" actId="164"/>
          <ac:picMkLst>
            <pc:docMk/>
            <pc:sldMk cId="479836661" sldId="304"/>
            <ac:picMk id="8" creationId="{27ACF8F8-C63B-43F6-B183-788B3775F69A}"/>
          </ac:picMkLst>
        </pc:picChg>
      </pc:sldChg>
      <pc:sldChg chg="addSp delSp modSp add mod addCm modCm">
        <pc:chgData name="Ella Vetter" userId="c6918cf5-f6c0-43cc-8499-a1f635017de9" providerId="ADAL" clId="{03D8DEAE-739D-469B-904C-2522E9DFB65E}" dt="2020-08-18T20:02:08.287" v="8654" actId="11"/>
        <pc:sldMkLst>
          <pc:docMk/>
          <pc:sldMk cId="3678233466" sldId="305"/>
        </pc:sldMkLst>
        <pc:spChg chg="del">
          <ac:chgData name="Ella Vetter" userId="c6918cf5-f6c0-43cc-8499-a1f635017de9" providerId="ADAL" clId="{03D8DEAE-739D-469B-904C-2522E9DFB65E}" dt="2020-08-18T14:31:06.996" v="5307" actId="478"/>
          <ac:spMkLst>
            <pc:docMk/>
            <pc:sldMk cId="3678233466" sldId="305"/>
            <ac:spMk id="2" creationId="{67990642-98C9-4E05-8DEA-8CB111834A2B}"/>
          </ac:spMkLst>
        </pc:spChg>
        <pc:spChg chg="mod">
          <ac:chgData name="Ella Vetter" userId="c6918cf5-f6c0-43cc-8499-a1f635017de9" providerId="ADAL" clId="{03D8DEAE-739D-469B-904C-2522E9DFB65E}" dt="2020-08-18T20:02:08.287" v="8654" actId="11"/>
          <ac:spMkLst>
            <pc:docMk/>
            <pc:sldMk cId="3678233466" sldId="305"/>
            <ac:spMk id="4" creationId="{EB1BD3C0-FF3E-4E6D-9033-B223EF53FA24}"/>
          </ac:spMkLst>
        </pc:spChg>
        <pc:spChg chg="add del mod">
          <ac:chgData name="Ella Vetter" userId="c6918cf5-f6c0-43cc-8499-a1f635017de9" providerId="ADAL" clId="{03D8DEAE-739D-469B-904C-2522E9DFB65E}" dt="2020-08-18T14:31:09.025" v="5309" actId="478"/>
          <ac:spMkLst>
            <pc:docMk/>
            <pc:sldMk cId="3678233466" sldId="305"/>
            <ac:spMk id="5" creationId="{D5579207-FAD2-495F-9F0C-99C6159CDF1C}"/>
          </ac:spMkLst>
        </pc:spChg>
        <pc:spChg chg="add mod">
          <ac:chgData name="Ella Vetter" userId="c6918cf5-f6c0-43cc-8499-a1f635017de9" providerId="ADAL" clId="{03D8DEAE-739D-469B-904C-2522E9DFB65E}" dt="2020-08-18T14:36:30.743" v="5429" actId="14100"/>
          <ac:spMkLst>
            <pc:docMk/>
            <pc:sldMk cId="3678233466" sldId="305"/>
            <ac:spMk id="7" creationId="{733E857A-7829-4616-9B6C-3539713A6D57}"/>
          </ac:spMkLst>
        </pc:spChg>
        <pc:grpChg chg="del">
          <ac:chgData name="Ella Vetter" userId="c6918cf5-f6c0-43cc-8499-a1f635017de9" providerId="ADAL" clId="{03D8DEAE-739D-469B-904C-2522E9DFB65E}" dt="2020-08-18T14:27:39.098" v="5156" actId="478"/>
          <ac:grpSpMkLst>
            <pc:docMk/>
            <pc:sldMk cId="3678233466" sldId="305"/>
            <ac:grpSpMk id="9" creationId="{46EEBFB4-F061-4EB9-92D8-1A4DC4055E7F}"/>
          </ac:grpSpMkLst>
        </pc:grpChg>
        <pc:picChg chg="add del">
          <ac:chgData name="Ella Vetter" userId="c6918cf5-f6c0-43cc-8499-a1f635017de9" providerId="ADAL" clId="{03D8DEAE-739D-469B-904C-2522E9DFB65E}" dt="2020-08-18T14:36:20.659" v="5423" actId="478"/>
          <ac:picMkLst>
            <pc:docMk/>
            <pc:sldMk cId="3678233466" sldId="305"/>
            <ac:picMk id="12" creationId="{ED852CA5-12EF-48E5-98D4-F4E216D9D53B}"/>
          </ac:picMkLst>
        </pc:picChg>
        <pc:picChg chg="add mod">
          <ac:chgData name="Ella Vetter" userId="c6918cf5-f6c0-43cc-8499-a1f635017de9" providerId="ADAL" clId="{03D8DEAE-739D-469B-904C-2522E9DFB65E}" dt="2020-08-18T14:39:07.405" v="5673" actId="1076"/>
          <ac:picMkLst>
            <pc:docMk/>
            <pc:sldMk cId="3678233466" sldId="305"/>
            <ac:picMk id="14" creationId="{0C1F5A63-B4E4-487A-ADAE-F4F2CFFA1A2A}"/>
          </ac:picMkLst>
        </pc:picChg>
      </pc:sldChg>
      <pc:sldChg chg="new del">
        <pc:chgData name="Ella Vetter" userId="c6918cf5-f6c0-43cc-8499-a1f635017de9" providerId="ADAL" clId="{03D8DEAE-739D-469B-904C-2522E9DFB65E}" dt="2020-08-18T14:32:31.720" v="5379" actId="47"/>
        <pc:sldMkLst>
          <pc:docMk/>
          <pc:sldMk cId="2068146712" sldId="306"/>
        </pc:sldMkLst>
      </pc:sldChg>
      <pc:sldChg chg="addSp delSp modSp add mod ord">
        <pc:chgData name="Ella Vetter" userId="c6918cf5-f6c0-43cc-8499-a1f635017de9" providerId="ADAL" clId="{03D8DEAE-739D-469B-904C-2522E9DFB65E}" dt="2020-08-18T20:19:44.810" v="8785" actId="20577"/>
        <pc:sldMkLst>
          <pc:docMk/>
          <pc:sldMk cId="3024852514" sldId="306"/>
        </pc:sldMkLst>
        <pc:spChg chg="mod">
          <ac:chgData name="Ella Vetter" userId="c6918cf5-f6c0-43cc-8499-a1f635017de9" providerId="ADAL" clId="{03D8DEAE-739D-469B-904C-2522E9DFB65E}" dt="2020-08-18T20:18:56.527" v="8783" actId="13926"/>
          <ac:spMkLst>
            <pc:docMk/>
            <pc:sldMk cId="3024852514" sldId="306"/>
            <ac:spMk id="2" creationId="{67990642-98C9-4E05-8DEA-8CB111834A2B}"/>
          </ac:spMkLst>
        </pc:spChg>
        <pc:spChg chg="del mod">
          <ac:chgData name="Ella Vetter" userId="c6918cf5-f6c0-43cc-8499-a1f635017de9" providerId="ADAL" clId="{03D8DEAE-739D-469B-904C-2522E9DFB65E}" dt="2020-08-18T20:15:18.943" v="8703" actId="22"/>
          <ac:spMkLst>
            <pc:docMk/>
            <pc:sldMk cId="3024852514" sldId="306"/>
            <ac:spMk id="4" creationId="{EB1BD3C0-FF3E-4E6D-9033-B223EF53FA24}"/>
          </ac:spMkLst>
        </pc:spChg>
        <pc:spChg chg="add mod">
          <ac:chgData name="Ella Vetter" userId="c6918cf5-f6c0-43cc-8499-a1f635017de9" providerId="ADAL" clId="{03D8DEAE-739D-469B-904C-2522E9DFB65E}" dt="2020-08-18T20:19:44.810" v="8785" actId="20577"/>
          <ac:spMkLst>
            <pc:docMk/>
            <pc:sldMk cId="3024852514" sldId="306"/>
            <ac:spMk id="7" creationId="{12D004DF-5DD8-41D5-86AA-AACBE4E3EAC1}"/>
          </ac:spMkLst>
        </pc:spChg>
        <pc:picChg chg="add mod ord">
          <ac:chgData name="Ella Vetter" userId="c6918cf5-f6c0-43cc-8499-a1f635017de9" providerId="ADAL" clId="{03D8DEAE-739D-469B-904C-2522E9DFB65E}" dt="2020-08-18T20:19:42.336" v="8784" actId="1076"/>
          <ac:picMkLst>
            <pc:docMk/>
            <pc:sldMk cId="3024852514" sldId="306"/>
            <ac:picMk id="5" creationId="{864BC9CB-F1A3-425B-B847-299A03CE5075}"/>
          </ac:picMkLst>
        </pc:picChg>
        <pc:picChg chg="del">
          <ac:chgData name="Ella Vetter" userId="c6918cf5-f6c0-43cc-8499-a1f635017de9" providerId="ADAL" clId="{03D8DEAE-739D-469B-904C-2522E9DFB65E}" dt="2020-08-18T14:33:17.228" v="5398" actId="478"/>
          <ac:picMkLst>
            <pc:docMk/>
            <pc:sldMk cId="3024852514" sldId="306"/>
            <ac:picMk id="8" creationId="{9AE14368-4327-482C-9E6F-88344B771F4B}"/>
          </ac:picMkLst>
        </pc:picChg>
      </pc:sldChg>
      <pc:sldChg chg="delSp modSp add mod ord">
        <pc:chgData name="Ella Vetter" userId="c6918cf5-f6c0-43cc-8499-a1f635017de9" providerId="ADAL" clId="{03D8DEAE-739D-469B-904C-2522E9DFB65E}" dt="2020-08-19T20:46:30.241" v="9022" actId="1036"/>
        <pc:sldMkLst>
          <pc:docMk/>
          <pc:sldMk cId="863958273" sldId="307"/>
        </pc:sldMkLst>
        <pc:spChg chg="mod">
          <ac:chgData name="Ella Vetter" userId="c6918cf5-f6c0-43cc-8499-a1f635017de9" providerId="ADAL" clId="{03D8DEAE-739D-469B-904C-2522E9DFB65E}" dt="2020-08-19T20:46:30.241" v="9022" actId="1036"/>
          <ac:spMkLst>
            <pc:docMk/>
            <pc:sldMk cId="863958273" sldId="307"/>
            <ac:spMk id="4" creationId="{EB1BD3C0-FF3E-4E6D-9033-B223EF53FA24}"/>
          </ac:spMkLst>
        </pc:spChg>
        <pc:spChg chg="mod">
          <ac:chgData name="Ella Vetter" userId="c6918cf5-f6c0-43cc-8499-a1f635017de9" providerId="ADAL" clId="{03D8DEAE-739D-469B-904C-2522E9DFB65E}" dt="2020-08-18T14:49:12.070" v="5891" actId="14100"/>
          <ac:spMkLst>
            <pc:docMk/>
            <pc:sldMk cId="863958273" sldId="307"/>
            <ac:spMk id="7" creationId="{733E857A-7829-4616-9B6C-3539713A6D57}"/>
          </ac:spMkLst>
        </pc:spChg>
        <pc:picChg chg="del">
          <ac:chgData name="Ella Vetter" userId="c6918cf5-f6c0-43cc-8499-a1f635017de9" providerId="ADAL" clId="{03D8DEAE-739D-469B-904C-2522E9DFB65E}" dt="2020-08-18T14:38:16.428" v="5636" actId="478"/>
          <ac:picMkLst>
            <pc:docMk/>
            <pc:sldMk cId="863958273" sldId="307"/>
            <ac:picMk id="14" creationId="{0C1F5A63-B4E4-487A-ADAE-F4F2CFFA1A2A}"/>
          </ac:picMkLst>
        </pc:picChg>
      </pc:sldChg>
      <pc:sldChg chg="modSp add del mod">
        <pc:chgData name="Ella Vetter" userId="c6918cf5-f6c0-43cc-8499-a1f635017de9" providerId="ADAL" clId="{03D8DEAE-739D-469B-904C-2522E9DFB65E}" dt="2020-08-18T14:49:26.840" v="5910" actId="47"/>
        <pc:sldMkLst>
          <pc:docMk/>
          <pc:sldMk cId="3414845168" sldId="308"/>
        </pc:sldMkLst>
        <pc:spChg chg="mod">
          <ac:chgData name="Ella Vetter" userId="c6918cf5-f6c0-43cc-8499-a1f635017de9" providerId="ADAL" clId="{03D8DEAE-739D-469B-904C-2522E9DFB65E}" dt="2020-08-18T14:49:08.062" v="5890" actId="20577"/>
          <ac:spMkLst>
            <pc:docMk/>
            <pc:sldMk cId="3414845168" sldId="308"/>
            <ac:spMk id="4" creationId="{EB1BD3C0-FF3E-4E6D-9033-B223EF53FA24}"/>
          </ac:spMkLst>
        </pc:spChg>
      </pc:sldChg>
      <pc:sldChg chg="modSp add mod">
        <pc:chgData name="Ella Vetter" userId="c6918cf5-f6c0-43cc-8499-a1f635017de9" providerId="ADAL" clId="{03D8DEAE-739D-469B-904C-2522E9DFB65E}" dt="2020-08-18T14:59:44.495" v="6111" actId="20577"/>
        <pc:sldMkLst>
          <pc:docMk/>
          <pc:sldMk cId="967811762" sldId="309"/>
        </pc:sldMkLst>
        <pc:spChg chg="mod">
          <ac:chgData name="Ella Vetter" userId="c6918cf5-f6c0-43cc-8499-a1f635017de9" providerId="ADAL" clId="{03D8DEAE-739D-469B-904C-2522E9DFB65E}" dt="2020-08-18T14:59:44.495" v="6111" actId="20577"/>
          <ac:spMkLst>
            <pc:docMk/>
            <pc:sldMk cId="967811762" sldId="309"/>
            <ac:spMk id="4" creationId="{EB1BD3C0-FF3E-4E6D-9033-B223EF53FA24}"/>
          </ac:spMkLst>
        </pc:spChg>
      </pc:sldChg>
      <pc:sldChg chg="addSp delSp modSp add mod setBg setClrOvrMap">
        <pc:chgData name="Ella Vetter" userId="c6918cf5-f6c0-43cc-8499-a1f635017de9" providerId="ADAL" clId="{03D8DEAE-739D-469B-904C-2522E9DFB65E}" dt="2020-08-18T14:58:10.675" v="6026" actId="20577"/>
        <pc:sldMkLst>
          <pc:docMk/>
          <pc:sldMk cId="2087496391" sldId="310"/>
        </pc:sldMkLst>
        <pc:spChg chg="mod ord">
          <ac:chgData name="Ella Vetter" userId="c6918cf5-f6c0-43cc-8499-a1f635017de9" providerId="ADAL" clId="{03D8DEAE-739D-469B-904C-2522E9DFB65E}" dt="2020-08-18T14:58:10.675" v="6026" actId="20577"/>
          <ac:spMkLst>
            <pc:docMk/>
            <pc:sldMk cId="2087496391" sldId="310"/>
            <ac:spMk id="4" creationId="{EB1BD3C0-FF3E-4E6D-9033-B223EF53FA24}"/>
          </ac:spMkLst>
        </pc:spChg>
        <pc:spChg chg="mod">
          <ac:chgData name="Ella Vetter" userId="c6918cf5-f6c0-43cc-8499-a1f635017de9" providerId="ADAL" clId="{03D8DEAE-739D-469B-904C-2522E9DFB65E}" dt="2020-08-18T14:55:02.916" v="5980" actId="26606"/>
          <ac:spMkLst>
            <pc:docMk/>
            <pc:sldMk cId="2087496391" sldId="310"/>
            <ac:spMk id="7" creationId="{733E857A-7829-4616-9B6C-3539713A6D57}"/>
          </ac:spMkLst>
        </pc:spChg>
        <pc:spChg chg="add del">
          <ac:chgData name="Ella Vetter" userId="c6918cf5-f6c0-43cc-8499-a1f635017de9" providerId="ADAL" clId="{03D8DEAE-739D-469B-904C-2522E9DFB65E}" dt="2020-08-18T14:55:02.916" v="5980" actId="26606"/>
          <ac:spMkLst>
            <pc:docMk/>
            <pc:sldMk cId="2087496391" sldId="310"/>
            <ac:spMk id="12" creationId="{A3BAF07C-C39E-42EB-BB22-8D46691D9735}"/>
          </ac:spMkLst>
        </pc:spChg>
        <pc:spChg chg="add del">
          <ac:chgData name="Ella Vetter" userId="c6918cf5-f6c0-43cc-8499-a1f635017de9" providerId="ADAL" clId="{03D8DEAE-739D-469B-904C-2522E9DFB65E}" dt="2020-08-18T14:55:02.916" v="5980" actId="26606"/>
          <ac:spMkLst>
            <pc:docMk/>
            <pc:sldMk cId="2087496391" sldId="310"/>
            <ac:spMk id="35" creationId="{44C110BA-81E8-4247-853A-5F2B93E92E46}"/>
          </ac:spMkLst>
        </pc:spChg>
        <pc:grpChg chg="add del">
          <ac:chgData name="Ella Vetter" userId="c6918cf5-f6c0-43cc-8499-a1f635017de9" providerId="ADAL" clId="{03D8DEAE-739D-469B-904C-2522E9DFB65E}" dt="2020-08-18T14:55:02.916" v="5980" actId="26606"/>
          <ac:grpSpMkLst>
            <pc:docMk/>
            <pc:sldMk cId="2087496391" sldId="310"/>
            <ac:grpSpMk id="14" creationId="{D8E9CF54-0466-4261-9E62-0249E60E1886}"/>
          </ac:grpSpMkLst>
        </pc:grpChg>
        <pc:picChg chg="add mod">
          <ac:chgData name="Ella Vetter" userId="c6918cf5-f6c0-43cc-8499-a1f635017de9" providerId="ADAL" clId="{03D8DEAE-739D-469B-904C-2522E9DFB65E}" dt="2020-08-18T14:55:31.262" v="5983" actId="1076"/>
          <ac:picMkLst>
            <pc:docMk/>
            <pc:sldMk cId="2087496391" sldId="310"/>
            <ac:picMk id="3" creationId="{654791F9-0F9D-43BE-9F31-06C8AF764A4C}"/>
          </ac:picMkLst>
        </pc:picChg>
      </pc:sldChg>
      <pc:sldChg chg="delSp modSp add mod">
        <pc:chgData name="Ella Vetter" userId="c6918cf5-f6c0-43cc-8499-a1f635017de9" providerId="ADAL" clId="{03D8DEAE-739D-469B-904C-2522E9DFB65E}" dt="2020-08-18T20:02:17.388" v="8655" actId="11"/>
        <pc:sldMkLst>
          <pc:docMk/>
          <pc:sldMk cId="2405233228" sldId="311"/>
        </pc:sldMkLst>
        <pc:spChg chg="mod">
          <ac:chgData name="Ella Vetter" userId="c6918cf5-f6c0-43cc-8499-a1f635017de9" providerId="ADAL" clId="{03D8DEAE-739D-469B-904C-2522E9DFB65E}" dt="2020-08-18T20:02:17.388" v="8655" actId="11"/>
          <ac:spMkLst>
            <pc:docMk/>
            <pc:sldMk cId="2405233228" sldId="311"/>
            <ac:spMk id="4" creationId="{EB1BD3C0-FF3E-4E6D-9033-B223EF53FA24}"/>
          </ac:spMkLst>
        </pc:spChg>
        <pc:picChg chg="del">
          <ac:chgData name="Ella Vetter" userId="c6918cf5-f6c0-43cc-8499-a1f635017de9" providerId="ADAL" clId="{03D8DEAE-739D-469B-904C-2522E9DFB65E}" dt="2020-08-18T14:56:43.066" v="5985" actId="478"/>
          <ac:picMkLst>
            <pc:docMk/>
            <pc:sldMk cId="2405233228" sldId="311"/>
            <ac:picMk id="14" creationId="{0C1F5A63-B4E4-487A-ADAE-F4F2CFFA1A2A}"/>
          </ac:picMkLst>
        </pc:picChg>
      </pc:sldChg>
      <pc:sldChg chg="addSp delSp modSp add mod ord">
        <pc:chgData name="Ella Vetter" userId="c6918cf5-f6c0-43cc-8499-a1f635017de9" providerId="ADAL" clId="{03D8DEAE-739D-469B-904C-2522E9DFB65E}" dt="2020-08-18T20:02:36.531" v="8656" actId="11"/>
        <pc:sldMkLst>
          <pc:docMk/>
          <pc:sldMk cId="417122223" sldId="312"/>
        </pc:sldMkLst>
        <pc:spChg chg="mod">
          <ac:chgData name="Ella Vetter" userId="c6918cf5-f6c0-43cc-8499-a1f635017de9" providerId="ADAL" clId="{03D8DEAE-739D-469B-904C-2522E9DFB65E}" dt="2020-08-18T15:05:56.624" v="6285" actId="20577"/>
          <ac:spMkLst>
            <pc:docMk/>
            <pc:sldMk cId="417122223" sldId="312"/>
            <ac:spMk id="2" creationId="{67990642-98C9-4E05-8DEA-8CB111834A2B}"/>
          </ac:spMkLst>
        </pc:spChg>
        <pc:spChg chg="mod">
          <ac:chgData name="Ella Vetter" userId="c6918cf5-f6c0-43cc-8499-a1f635017de9" providerId="ADAL" clId="{03D8DEAE-739D-469B-904C-2522E9DFB65E}" dt="2020-08-18T20:02:36.531" v="8656" actId="11"/>
          <ac:spMkLst>
            <pc:docMk/>
            <pc:sldMk cId="417122223" sldId="312"/>
            <ac:spMk id="4" creationId="{EB1BD3C0-FF3E-4E6D-9033-B223EF53FA24}"/>
          </ac:spMkLst>
        </pc:spChg>
        <pc:picChg chg="del">
          <ac:chgData name="Ella Vetter" userId="c6918cf5-f6c0-43cc-8499-a1f635017de9" providerId="ADAL" clId="{03D8DEAE-739D-469B-904C-2522E9DFB65E}" dt="2020-08-18T15:05:58.349" v="6286" actId="478"/>
          <ac:picMkLst>
            <pc:docMk/>
            <pc:sldMk cId="417122223" sldId="312"/>
            <ac:picMk id="3" creationId="{730165D7-2D78-42A7-ADF3-60FF3A41AC03}"/>
          </ac:picMkLst>
        </pc:picChg>
        <pc:picChg chg="add mod">
          <ac:chgData name="Ella Vetter" userId="c6918cf5-f6c0-43cc-8499-a1f635017de9" providerId="ADAL" clId="{03D8DEAE-739D-469B-904C-2522E9DFB65E}" dt="2020-08-18T15:09:34.584" v="6420" actId="1076"/>
          <ac:picMkLst>
            <pc:docMk/>
            <pc:sldMk cId="417122223" sldId="312"/>
            <ac:picMk id="6" creationId="{528B8F39-9A90-4725-9E4F-D5EC0F2BD06C}"/>
          </ac:picMkLst>
        </pc:picChg>
      </pc:sldChg>
      <pc:sldChg chg="addSp delSp modSp add mod">
        <pc:chgData name="Ella Vetter" userId="c6918cf5-f6c0-43cc-8499-a1f635017de9" providerId="ADAL" clId="{03D8DEAE-739D-469B-904C-2522E9DFB65E}" dt="2020-08-18T20:02:51.816" v="8657" actId="11"/>
        <pc:sldMkLst>
          <pc:docMk/>
          <pc:sldMk cId="7312146" sldId="313"/>
        </pc:sldMkLst>
        <pc:spChg chg="mod">
          <ac:chgData name="Ella Vetter" userId="c6918cf5-f6c0-43cc-8499-a1f635017de9" providerId="ADAL" clId="{03D8DEAE-739D-469B-904C-2522E9DFB65E}" dt="2020-08-18T20:02:51.816" v="8657" actId="11"/>
          <ac:spMkLst>
            <pc:docMk/>
            <pc:sldMk cId="7312146" sldId="313"/>
            <ac:spMk id="4" creationId="{EB1BD3C0-FF3E-4E6D-9033-B223EF53FA24}"/>
          </ac:spMkLst>
        </pc:spChg>
        <pc:picChg chg="add del mod">
          <ac:chgData name="Ella Vetter" userId="c6918cf5-f6c0-43cc-8499-a1f635017de9" providerId="ADAL" clId="{03D8DEAE-739D-469B-904C-2522E9DFB65E}" dt="2020-08-18T15:13:04.019" v="6564" actId="478"/>
          <ac:picMkLst>
            <pc:docMk/>
            <pc:sldMk cId="7312146" sldId="313"/>
            <ac:picMk id="5" creationId="{5AEFE114-24D3-438A-881B-102BD14B3CF3}"/>
          </ac:picMkLst>
        </pc:picChg>
        <pc:picChg chg="del">
          <ac:chgData name="Ella Vetter" userId="c6918cf5-f6c0-43cc-8499-a1f635017de9" providerId="ADAL" clId="{03D8DEAE-739D-469B-904C-2522E9DFB65E}" dt="2020-08-18T15:09:40.662" v="6422" actId="478"/>
          <ac:picMkLst>
            <pc:docMk/>
            <pc:sldMk cId="7312146" sldId="313"/>
            <ac:picMk id="6" creationId="{528B8F39-9A90-4725-9E4F-D5EC0F2BD06C}"/>
          </ac:picMkLst>
        </pc:picChg>
        <pc:picChg chg="add del mod">
          <ac:chgData name="Ella Vetter" userId="c6918cf5-f6c0-43cc-8499-a1f635017de9" providerId="ADAL" clId="{03D8DEAE-739D-469B-904C-2522E9DFB65E}" dt="2020-08-18T15:18:41.523" v="6585" actId="478"/>
          <ac:picMkLst>
            <pc:docMk/>
            <pc:sldMk cId="7312146" sldId="313"/>
            <ac:picMk id="8" creationId="{52BEA557-77C1-458B-88B3-5683DBCD5E12}"/>
          </ac:picMkLst>
        </pc:picChg>
        <pc:picChg chg="add mod">
          <ac:chgData name="Ella Vetter" userId="c6918cf5-f6c0-43cc-8499-a1f635017de9" providerId="ADAL" clId="{03D8DEAE-739D-469B-904C-2522E9DFB65E}" dt="2020-08-18T15:18:58.097" v="6589" actId="1076"/>
          <ac:picMkLst>
            <pc:docMk/>
            <pc:sldMk cId="7312146" sldId="313"/>
            <ac:picMk id="10" creationId="{151E41D6-7933-4840-A5B7-E3236DDBE34C}"/>
          </ac:picMkLst>
        </pc:picChg>
      </pc:sldChg>
      <pc:sldChg chg="addSp delSp modSp add del mod">
        <pc:chgData name="Ella Vetter" userId="c6918cf5-f6c0-43cc-8499-a1f635017de9" providerId="ADAL" clId="{03D8DEAE-739D-469B-904C-2522E9DFB65E}" dt="2020-08-18T15:25:50.918" v="6760" actId="47"/>
        <pc:sldMkLst>
          <pc:docMk/>
          <pc:sldMk cId="1335106964" sldId="314"/>
        </pc:sldMkLst>
        <pc:spChg chg="mod">
          <ac:chgData name="Ella Vetter" userId="c6918cf5-f6c0-43cc-8499-a1f635017de9" providerId="ADAL" clId="{03D8DEAE-739D-469B-904C-2522E9DFB65E}" dt="2020-08-18T15:19:31.689" v="6607" actId="20577"/>
          <ac:spMkLst>
            <pc:docMk/>
            <pc:sldMk cId="1335106964" sldId="314"/>
            <ac:spMk id="4" creationId="{EB1BD3C0-FF3E-4E6D-9033-B223EF53FA24}"/>
          </ac:spMkLst>
        </pc:spChg>
        <pc:picChg chg="add del mod">
          <ac:chgData name="Ella Vetter" userId="c6918cf5-f6c0-43cc-8499-a1f635017de9" providerId="ADAL" clId="{03D8DEAE-739D-469B-904C-2522E9DFB65E}" dt="2020-08-18T15:25:41.296" v="6759" actId="478"/>
          <ac:picMkLst>
            <pc:docMk/>
            <pc:sldMk cId="1335106964" sldId="314"/>
            <ac:picMk id="5" creationId="{B6C628A1-C829-4669-82D2-6988AFDB2D93}"/>
          </ac:picMkLst>
        </pc:picChg>
        <pc:picChg chg="mod">
          <ac:chgData name="Ella Vetter" userId="c6918cf5-f6c0-43cc-8499-a1f635017de9" providerId="ADAL" clId="{03D8DEAE-739D-469B-904C-2522E9DFB65E}" dt="2020-08-18T15:25:40.781" v="6758" actId="1076"/>
          <ac:picMkLst>
            <pc:docMk/>
            <pc:sldMk cId="1335106964" sldId="314"/>
            <ac:picMk id="8" creationId="{52BEA557-77C1-458B-88B3-5683DBCD5E12}"/>
          </ac:picMkLst>
        </pc:picChg>
      </pc:sldChg>
      <pc:sldChg chg="modSp add mod addCm delCm modCm">
        <pc:chgData name="Ella Vetter" userId="c6918cf5-f6c0-43cc-8499-a1f635017de9" providerId="ADAL" clId="{03D8DEAE-739D-469B-904C-2522E9DFB65E}" dt="2020-08-19T20:37:06.056" v="8906" actId="20577"/>
        <pc:sldMkLst>
          <pc:docMk/>
          <pc:sldMk cId="18722152" sldId="315"/>
        </pc:sldMkLst>
        <pc:spChg chg="mod">
          <ac:chgData name="Ella Vetter" userId="c6918cf5-f6c0-43cc-8499-a1f635017de9" providerId="ADAL" clId="{03D8DEAE-739D-469B-904C-2522E9DFB65E}" dt="2020-08-19T20:31:58.682" v="8814" actId="1035"/>
          <ac:spMkLst>
            <pc:docMk/>
            <pc:sldMk cId="18722152" sldId="315"/>
            <ac:spMk id="2" creationId="{67990642-98C9-4E05-8DEA-8CB111834A2B}"/>
          </ac:spMkLst>
        </pc:spChg>
        <pc:spChg chg="mod">
          <ac:chgData name="Ella Vetter" userId="c6918cf5-f6c0-43cc-8499-a1f635017de9" providerId="ADAL" clId="{03D8DEAE-739D-469B-904C-2522E9DFB65E}" dt="2020-08-19T20:37:06.056" v="8906" actId="20577"/>
          <ac:spMkLst>
            <pc:docMk/>
            <pc:sldMk cId="18722152" sldId="315"/>
            <ac:spMk id="4" creationId="{EB1BD3C0-FF3E-4E6D-9033-B223EF53FA24}"/>
          </ac:spMkLst>
        </pc:spChg>
        <pc:picChg chg="mod">
          <ac:chgData name="Ella Vetter" userId="c6918cf5-f6c0-43cc-8499-a1f635017de9" providerId="ADAL" clId="{03D8DEAE-739D-469B-904C-2522E9DFB65E}" dt="2020-08-19T20:31:58.682" v="8814" actId="1035"/>
          <ac:picMkLst>
            <pc:docMk/>
            <pc:sldMk cId="18722152" sldId="315"/>
            <ac:picMk id="5" creationId="{B6C628A1-C829-4669-82D2-6988AFDB2D93}"/>
          </ac:picMkLst>
        </pc:picChg>
        <pc:picChg chg="mod">
          <ac:chgData name="Ella Vetter" userId="c6918cf5-f6c0-43cc-8499-a1f635017de9" providerId="ADAL" clId="{03D8DEAE-739D-469B-904C-2522E9DFB65E}" dt="2020-08-19T20:31:58.682" v="8814" actId="1035"/>
          <ac:picMkLst>
            <pc:docMk/>
            <pc:sldMk cId="18722152" sldId="315"/>
            <ac:picMk id="8" creationId="{52BEA557-77C1-458B-88B3-5683DBCD5E12}"/>
          </ac:picMkLst>
        </pc:picChg>
      </pc:sldChg>
      <pc:sldChg chg="addSp delSp modSp add mod ord">
        <pc:chgData name="Ella Vetter" userId="c6918cf5-f6c0-43cc-8499-a1f635017de9" providerId="ADAL" clId="{03D8DEAE-739D-469B-904C-2522E9DFB65E}" dt="2020-08-18T20:03:33.799" v="8660" actId="11"/>
        <pc:sldMkLst>
          <pc:docMk/>
          <pc:sldMk cId="3475848830" sldId="316"/>
        </pc:sldMkLst>
        <pc:spChg chg="add del mod">
          <ac:chgData name="Ella Vetter" userId="c6918cf5-f6c0-43cc-8499-a1f635017de9" providerId="ADAL" clId="{03D8DEAE-739D-469B-904C-2522E9DFB65E}" dt="2020-08-18T15:40:14.043" v="6940" actId="478"/>
          <ac:spMkLst>
            <pc:docMk/>
            <pc:sldMk cId="3475848830" sldId="316"/>
            <ac:spMk id="3" creationId="{9FC304E6-BCD5-44B4-BCF6-9F75DDFD8462}"/>
          </ac:spMkLst>
        </pc:spChg>
        <pc:spChg chg="del mod">
          <ac:chgData name="Ella Vetter" userId="c6918cf5-f6c0-43cc-8499-a1f635017de9" providerId="ADAL" clId="{03D8DEAE-739D-469B-904C-2522E9DFB65E}" dt="2020-08-18T15:40:12.313" v="6939" actId="478"/>
          <ac:spMkLst>
            <pc:docMk/>
            <pc:sldMk cId="3475848830" sldId="316"/>
            <ac:spMk id="4" creationId="{EB1BD3C0-FF3E-4E6D-9033-B223EF53FA24}"/>
          </ac:spMkLst>
        </pc:spChg>
        <pc:spChg chg="add mod">
          <ac:chgData name="Ella Vetter" userId="c6918cf5-f6c0-43cc-8499-a1f635017de9" providerId="ADAL" clId="{03D8DEAE-739D-469B-904C-2522E9DFB65E}" dt="2020-08-18T20:03:33.799" v="8660" actId="11"/>
          <ac:spMkLst>
            <pc:docMk/>
            <pc:sldMk cId="3475848830" sldId="316"/>
            <ac:spMk id="6" creationId="{EFA01FA0-64D5-4D2C-BCC5-C1ACEBA4711B}"/>
          </ac:spMkLst>
        </pc:spChg>
        <pc:spChg chg="mod">
          <ac:chgData name="Ella Vetter" userId="c6918cf5-f6c0-43cc-8499-a1f635017de9" providerId="ADAL" clId="{03D8DEAE-739D-469B-904C-2522E9DFB65E}" dt="2020-08-18T15:43:28.715" v="7055" actId="20577"/>
          <ac:spMkLst>
            <pc:docMk/>
            <pc:sldMk cId="3475848830" sldId="316"/>
            <ac:spMk id="7" creationId="{733E857A-7829-4616-9B6C-3539713A6D57}"/>
          </ac:spMkLst>
        </pc:spChg>
        <pc:picChg chg="add mod">
          <ac:chgData name="Ella Vetter" userId="c6918cf5-f6c0-43cc-8499-a1f635017de9" providerId="ADAL" clId="{03D8DEAE-739D-469B-904C-2522E9DFB65E}" dt="2020-08-18T15:42:51.441" v="6959" actId="14100"/>
          <ac:picMkLst>
            <pc:docMk/>
            <pc:sldMk cId="3475848830" sldId="316"/>
            <ac:picMk id="8" creationId="{A27B549F-3486-446F-8B1C-8A85CBDE71A4}"/>
          </ac:picMkLst>
        </pc:picChg>
      </pc:sldChg>
      <pc:sldChg chg="delSp modSp add mod ord">
        <pc:chgData name="Ella Vetter" userId="c6918cf5-f6c0-43cc-8499-a1f635017de9" providerId="ADAL" clId="{03D8DEAE-739D-469B-904C-2522E9DFB65E}" dt="2020-08-18T15:57:05.916" v="7531" actId="478"/>
        <pc:sldMkLst>
          <pc:docMk/>
          <pc:sldMk cId="4013056772" sldId="317"/>
        </pc:sldMkLst>
        <pc:spChg chg="mod">
          <ac:chgData name="Ella Vetter" userId="c6918cf5-f6c0-43cc-8499-a1f635017de9" providerId="ADAL" clId="{03D8DEAE-739D-469B-904C-2522E9DFB65E}" dt="2020-08-18T15:38:56.645" v="6861" actId="20577"/>
          <ac:spMkLst>
            <pc:docMk/>
            <pc:sldMk cId="4013056772" sldId="317"/>
            <ac:spMk id="2" creationId="{BD0A18F3-9F12-464B-BC50-F741E79EDDDA}"/>
          </ac:spMkLst>
        </pc:spChg>
        <pc:spChg chg="del">
          <ac:chgData name="Ella Vetter" userId="c6918cf5-f6c0-43cc-8499-a1f635017de9" providerId="ADAL" clId="{03D8DEAE-739D-469B-904C-2522E9DFB65E}" dt="2020-08-18T15:57:05.916" v="7531" actId="478"/>
          <ac:spMkLst>
            <pc:docMk/>
            <pc:sldMk cId="4013056772" sldId="317"/>
            <ac:spMk id="3" creationId="{EEF38455-45AA-47D0-8328-2077E428FA3B}"/>
          </ac:spMkLst>
        </pc:spChg>
      </pc:sldChg>
      <pc:sldChg chg="addSp delSp modSp add mod addCm delCm modCm">
        <pc:chgData name="Ella Vetter" userId="c6918cf5-f6c0-43cc-8499-a1f635017de9" providerId="ADAL" clId="{03D8DEAE-739D-469B-904C-2522E9DFB65E}" dt="2020-08-19T20:37:11.163" v="8907" actId="20577"/>
        <pc:sldMkLst>
          <pc:docMk/>
          <pc:sldMk cId="292048381" sldId="318"/>
        </pc:sldMkLst>
        <pc:spChg chg="mod">
          <ac:chgData name="Ella Vetter" userId="c6918cf5-f6c0-43cc-8499-a1f635017de9" providerId="ADAL" clId="{03D8DEAE-739D-469B-904C-2522E9DFB65E}" dt="2020-08-19T20:37:11.163" v="8907" actId="20577"/>
          <ac:spMkLst>
            <pc:docMk/>
            <pc:sldMk cId="292048381" sldId="318"/>
            <ac:spMk id="6" creationId="{EFA01FA0-64D5-4D2C-BCC5-C1ACEBA4711B}"/>
          </ac:spMkLst>
        </pc:spChg>
        <pc:spChg chg="mod">
          <ac:chgData name="Ella Vetter" userId="c6918cf5-f6c0-43cc-8499-a1f635017de9" providerId="ADAL" clId="{03D8DEAE-739D-469B-904C-2522E9DFB65E}" dt="2020-08-19T20:32:57.922" v="8892" actId="1035"/>
          <ac:spMkLst>
            <pc:docMk/>
            <pc:sldMk cId="292048381" sldId="318"/>
            <ac:spMk id="7" creationId="{733E857A-7829-4616-9B6C-3539713A6D57}"/>
          </ac:spMkLst>
        </pc:spChg>
        <pc:picChg chg="add mod">
          <ac:chgData name="Ella Vetter" userId="c6918cf5-f6c0-43cc-8499-a1f635017de9" providerId="ADAL" clId="{03D8DEAE-739D-469B-904C-2522E9DFB65E}" dt="2020-08-19T20:33:36.873" v="8904" actId="14100"/>
          <ac:picMkLst>
            <pc:docMk/>
            <pc:sldMk cId="292048381" sldId="318"/>
            <ac:picMk id="2" creationId="{9D7D9CBB-796D-46CE-94EA-E95204893861}"/>
          </ac:picMkLst>
        </pc:picChg>
        <pc:picChg chg="add del mod">
          <ac:chgData name="Ella Vetter" userId="c6918cf5-f6c0-43cc-8499-a1f635017de9" providerId="ADAL" clId="{03D8DEAE-739D-469B-904C-2522E9DFB65E}" dt="2020-08-18T15:50:53.491" v="7242" actId="478"/>
          <ac:picMkLst>
            <pc:docMk/>
            <pc:sldMk cId="292048381" sldId="318"/>
            <ac:picMk id="3" creationId="{AAB16AE3-1288-4A2D-8F56-0E3896B016AC}"/>
          </ac:picMkLst>
        </pc:picChg>
        <pc:picChg chg="add del mod">
          <ac:chgData name="Ella Vetter" userId="c6918cf5-f6c0-43cc-8499-a1f635017de9" providerId="ADAL" clId="{03D8DEAE-739D-469B-904C-2522E9DFB65E}" dt="2020-08-19T20:32:41.095" v="8870" actId="21"/>
          <ac:picMkLst>
            <pc:docMk/>
            <pc:sldMk cId="292048381" sldId="318"/>
            <ac:picMk id="5" creationId="{4150E863-E079-4558-BDEA-30EDA5D783E8}"/>
          </ac:picMkLst>
        </pc:picChg>
        <pc:picChg chg="del">
          <ac:chgData name="Ella Vetter" userId="c6918cf5-f6c0-43cc-8499-a1f635017de9" providerId="ADAL" clId="{03D8DEAE-739D-469B-904C-2522E9DFB65E}" dt="2020-08-18T15:43:20.459" v="7031" actId="478"/>
          <ac:picMkLst>
            <pc:docMk/>
            <pc:sldMk cId="292048381" sldId="318"/>
            <ac:picMk id="8" creationId="{A27B549F-3486-446F-8B1C-8A85CBDE71A4}"/>
          </ac:picMkLst>
        </pc:picChg>
      </pc:sldChg>
      <pc:sldChg chg="addSp delSp modSp add mod">
        <pc:chgData name="Ella Vetter" userId="c6918cf5-f6c0-43cc-8499-a1f635017de9" providerId="ADAL" clId="{03D8DEAE-739D-469B-904C-2522E9DFB65E}" dt="2020-08-18T20:04:14.743" v="8665" actId="11"/>
        <pc:sldMkLst>
          <pc:docMk/>
          <pc:sldMk cId="1681374144" sldId="319"/>
        </pc:sldMkLst>
        <pc:spChg chg="mod">
          <ac:chgData name="Ella Vetter" userId="c6918cf5-f6c0-43cc-8499-a1f635017de9" providerId="ADAL" clId="{03D8DEAE-739D-469B-904C-2522E9DFB65E}" dt="2020-08-18T20:04:14.743" v="8665" actId="11"/>
          <ac:spMkLst>
            <pc:docMk/>
            <pc:sldMk cId="1681374144" sldId="319"/>
            <ac:spMk id="6" creationId="{EFA01FA0-64D5-4D2C-BCC5-C1ACEBA4711B}"/>
          </ac:spMkLst>
        </pc:spChg>
        <pc:grpChg chg="add mod">
          <ac:chgData name="Ella Vetter" userId="c6918cf5-f6c0-43cc-8499-a1f635017de9" providerId="ADAL" clId="{03D8DEAE-739D-469B-904C-2522E9DFB65E}" dt="2020-08-18T15:53:30.505" v="7281" actId="1076"/>
          <ac:grpSpMkLst>
            <pc:docMk/>
            <pc:sldMk cId="1681374144" sldId="319"/>
            <ac:grpSpMk id="9" creationId="{A8BB2D83-0055-4063-9497-006CCCE86699}"/>
          </ac:grpSpMkLst>
        </pc:grpChg>
        <pc:picChg chg="del">
          <ac:chgData name="Ella Vetter" userId="c6918cf5-f6c0-43cc-8499-a1f635017de9" providerId="ADAL" clId="{03D8DEAE-739D-469B-904C-2522E9DFB65E}" dt="2020-08-18T15:49:33.050" v="7239" actId="478"/>
          <ac:picMkLst>
            <pc:docMk/>
            <pc:sldMk cId="1681374144" sldId="319"/>
            <ac:picMk id="3" creationId="{AAB16AE3-1288-4A2D-8F56-0E3896B016AC}"/>
          </ac:picMkLst>
        </pc:picChg>
        <pc:picChg chg="add del mod modCrop">
          <ac:chgData name="Ella Vetter" userId="c6918cf5-f6c0-43cc-8499-a1f635017de9" providerId="ADAL" clId="{03D8DEAE-739D-469B-904C-2522E9DFB65E}" dt="2020-08-18T15:53:27.447" v="7280" actId="164"/>
          <ac:picMkLst>
            <pc:docMk/>
            <pc:sldMk cId="1681374144" sldId="319"/>
            <ac:picMk id="4" creationId="{0D190938-B6D5-4D4E-B64E-222D40DF7DFE}"/>
          </ac:picMkLst>
        </pc:picChg>
        <pc:picChg chg="add mod modCrop">
          <ac:chgData name="Ella Vetter" userId="c6918cf5-f6c0-43cc-8499-a1f635017de9" providerId="ADAL" clId="{03D8DEAE-739D-469B-904C-2522E9DFB65E}" dt="2020-08-18T15:53:27.447" v="7280" actId="164"/>
          <ac:picMkLst>
            <pc:docMk/>
            <pc:sldMk cId="1681374144" sldId="319"/>
            <ac:picMk id="5" creationId="{77F539B9-40BB-4A94-8A6D-07E4D6A2B9FB}"/>
          </ac:picMkLst>
        </pc:picChg>
      </pc:sldChg>
      <pc:sldChg chg="addSp delSp modSp add mod ord">
        <pc:chgData name="Ella Vetter" userId="c6918cf5-f6c0-43cc-8499-a1f635017de9" providerId="ADAL" clId="{03D8DEAE-739D-469B-904C-2522E9DFB65E}" dt="2020-08-18T20:04:25.727" v="8666" actId="11"/>
        <pc:sldMkLst>
          <pc:docMk/>
          <pc:sldMk cId="3533470311" sldId="320"/>
        </pc:sldMkLst>
        <pc:spChg chg="del mod">
          <ac:chgData name="Ella Vetter" userId="c6918cf5-f6c0-43cc-8499-a1f635017de9" providerId="ADAL" clId="{03D8DEAE-739D-469B-904C-2522E9DFB65E}" dt="2020-08-18T19:51:31.973" v="8276" actId="478"/>
          <ac:spMkLst>
            <pc:docMk/>
            <pc:sldMk cId="3533470311" sldId="320"/>
            <ac:spMk id="6" creationId="{EFA01FA0-64D5-4D2C-BCC5-C1ACEBA4711B}"/>
          </ac:spMkLst>
        </pc:spChg>
        <pc:spChg chg="mod">
          <ac:chgData name="Ella Vetter" userId="c6918cf5-f6c0-43cc-8499-a1f635017de9" providerId="ADAL" clId="{03D8DEAE-739D-469B-904C-2522E9DFB65E}" dt="2020-08-18T15:56:40.107" v="7528" actId="20577"/>
          <ac:spMkLst>
            <pc:docMk/>
            <pc:sldMk cId="3533470311" sldId="320"/>
            <ac:spMk id="7" creationId="{733E857A-7829-4616-9B6C-3539713A6D57}"/>
          </ac:spMkLst>
        </pc:spChg>
        <pc:spChg chg="add del">
          <ac:chgData name="Ella Vetter" userId="c6918cf5-f6c0-43cc-8499-a1f635017de9" providerId="ADAL" clId="{03D8DEAE-739D-469B-904C-2522E9DFB65E}" dt="2020-08-18T19:51:34.102" v="8278" actId="22"/>
          <ac:spMkLst>
            <pc:docMk/>
            <pc:sldMk cId="3533470311" sldId="320"/>
            <ac:spMk id="9" creationId="{0A1ACA91-1285-4A3B-8F94-93256E090EAA}"/>
          </ac:spMkLst>
        </pc:spChg>
        <pc:spChg chg="add mod">
          <ac:chgData name="Ella Vetter" userId="c6918cf5-f6c0-43cc-8499-a1f635017de9" providerId="ADAL" clId="{03D8DEAE-739D-469B-904C-2522E9DFB65E}" dt="2020-08-18T20:04:25.727" v="8666" actId="11"/>
          <ac:spMkLst>
            <pc:docMk/>
            <pc:sldMk cId="3533470311" sldId="320"/>
            <ac:spMk id="10" creationId="{B1F8AFE3-3156-4B93-924A-D25DBF128A57}"/>
          </ac:spMkLst>
        </pc:spChg>
        <pc:picChg chg="add mod">
          <ac:chgData name="Ella Vetter" userId="c6918cf5-f6c0-43cc-8499-a1f635017de9" providerId="ADAL" clId="{03D8DEAE-739D-469B-904C-2522E9DFB65E}" dt="2020-08-18T19:53:08.052" v="8283" actId="14100"/>
          <ac:picMkLst>
            <pc:docMk/>
            <pc:sldMk cId="3533470311" sldId="320"/>
            <ac:picMk id="4" creationId="{F3E897A5-BCC9-43FF-BAE2-49E95EACF18B}"/>
          </ac:picMkLst>
        </pc:picChg>
        <pc:picChg chg="del">
          <ac:chgData name="Ella Vetter" userId="c6918cf5-f6c0-43cc-8499-a1f635017de9" providerId="ADAL" clId="{03D8DEAE-739D-469B-904C-2522E9DFB65E}" dt="2020-08-18T15:56:41.777" v="7529" actId="478"/>
          <ac:picMkLst>
            <pc:docMk/>
            <pc:sldMk cId="3533470311" sldId="320"/>
            <ac:picMk id="8" creationId="{A27B549F-3486-446F-8B1C-8A85CBDE71A4}"/>
          </ac:picMkLst>
        </pc:picChg>
      </pc:sldChg>
      <pc:sldChg chg="addSp modSp add mod ord">
        <pc:chgData name="Ella Vetter" userId="c6918cf5-f6c0-43cc-8499-a1f635017de9" providerId="ADAL" clId="{03D8DEAE-739D-469B-904C-2522E9DFB65E}" dt="2020-08-18T16:04:59.937" v="7682" actId="20577"/>
        <pc:sldMkLst>
          <pc:docMk/>
          <pc:sldMk cId="4105528555" sldId="321"/>
        </pc:sldMkLst>
        <pc:spChg chg="mod">
          <ac:chgData name="Ella Vetter" userId="c6918cf5-f6c0-43cc-8499-a1f635017de9" providerId="ADAL" clId="{03D8DEAE-739D-469B-904C-2522E9DFB65E}" dt="2020-08-18T16:04:59.937" v="7682" actId="20577"/>
          <ac:spMkLst>
            <pc:docMk/>
            <pc:sldMk cId="4105528555" sldId="321"/>
            <ac:spMk id="6" creationId="{EFA01FA0-64D5-4D2C-BCC5-C1ACEBA4711B}"/>
          </ac:spMkLst>
        </pc:spChg>
        <pc:spChg chg="mod">
          <ac:chgData name="Ella Vetter" userId="c6918cf5-f6c0-43cc-8499-a1f635017de9" providerId="ADAL" clId="{03D8DEAE-739D-469B-904C-2522E9DFB65E}" dt="2020-08-18T15:59:26.061" v="7556" actId="20577"/>
          <ac:spMkLst>
            <pc:docMk/>
            <pc:sldMk cId="4105528555" sldId="321"/>
            <ac:spMk id="7" creationId="{733E857A-7829-4616-9B6C-3539713A6D57}"/>
          </ac:spMkLst>
        </pc:spChg>
        <pc:picChg chg="add mod">
          <ac:chgData name="Ella Vetter" userId="c6918cf5-f6c0-43cc-8499-a1f635017de9" providerId="ADAL" clId="{03D8DEAE-739D-469B-904C-2522E9DFB65E}" dt="2020-08-18T16:04:29.873" v="7657" actId="14100"/>
          <ac:picMkLst>
            <pc:docMk/>
            <pc:sldMk cId="4105528555" sldId="321"/>
            <ac:picMk id="3" creationId="{FA1E427A-0EAA-40E5-9F01-9DB024A24671}"/>
          </ac:picMkLst>
        </pc:picChg>
      </pc:sldChg>
      <pc:sldChg chg="addSp delSp modSp new mod">
        <pc:chgData name="Ella Vetter" userId="c6918cf5-f6c0-43cc-8499-a1f635017de9" providerId="ADAL" clId="{03D8DEAE-739D-469B-904C-2522E9DFB65E}" dt="2020-08-18T17:28:12.667" v="7934" actId="1076"/>
        <pc:sldMkLst>
          <pc:docMk/>
          <pc:sldMk cId="462169597" sldId="322"/>
        </pc:sldMkLst>
        <pc:spChg chg="mod">
          <ac:chgData name="Ella Vetter" userId="c6918cf5-f6c0-43cc-8499-a1f635017de9" providerId="ADAL" clId="{03D8DEAE-739D-469B-904C-2522E9DFB65E}" dt="2020-08-18T16:04:39.160" v="7674" actId="20577"/>
          <ac:spMkLst>
            <pc:docMk/>
            <pc:sldMk cId="462169597" sldId="322"/>
            <ac:spMk id="2" creationId="{B17A42E8-0DE2-4963-A509-39B1AB49EE99}"/>
          </ac:spMkLst>
        </pc:spChg>
        <pc:spChg chg="del">
          <ac:chgData name="Ella Vetter" userId="c6918cf5-f6c0-43cc-8499-a1f635017de9" providerId="ADAL" clId="{03D8DEAE-739D-469B-904C-2522E9DFB65E}" dt="2020-08-18T17:22:03.199" v="7684" actId="478"/>
          <ac:spMkLst>
            <pc:docMk/>
            <pc:sldMk cId="462169597" sldId="322"/>
            <ac:spMk id="3" creationId="{16736300-AA14-45A8-AD02-266B972764DC}"/>
          </ac:spMkLst>
        </pc:spChg>
        <pc:spChg chg="add mod">
          <ac:chgData name="Ella Vetter" userId="c6918cf5-f6c0-43cc-8499-a1f635017de9" providerId="ADAL" clId="{03D8DEAE-739D-469B-904C-2522E9DFB65E}" dt="2020-08-18T17:25:01.022" v="7880" actId="1076"/>
          <ac:spMkLst>
            <pc:docMk/>
            <pc:sldMk cId="462169597" sldId="322"/>
            <ac:spMk id="4" creationId="{7DADA6BB-EA43-41A3-B382-88DA041AB1C5}"/>
          </ac:spMkLst>
        </pc:spChg>
        <pc:grpChg chg="add del mod">
          <ac:chgData name="Ella Vetter" userId="c6918cf5-f6c0-43cc-8499-a1f635017de9" providerId="ADAL" clId="{03D8DEAE-739D-469B-904C-2522E9DFB65E}" dt="2020-08-18T17:27:50.973" v="7924" actId="478"/>
          <ac:grpSpMkLst>
            <pc:docMk/>
            <pc:sldMk cId="462169597" sldId="322"/>
            <ac:grpSpMk id="9" creationId="{D3BE300B-6233-4850-83B6-0BCE1F77467B}"/>
          </ac:grpSpMkLst>
        </pc:grpChg>
        <pc:grpChg chg="add mod">
          <ac:chgData name="Ella Vetter" userId="c6918cf5-f6c0-43cc-8499-a1f635017de9" providerId="ADAL" clId="{03D8DEAE-739D-469B-904C-2522E9DFB65E}" dt="2020-08-18T17:28:12.667" v="7934" actId="1076"/>
          <ac:grpSpMkLst>
            <pc:docMk/>
            <pc:sldMk cId="462169597" sldId="322"/>
            <ac:grpSpMk id="14" creationId="{1B9A7860-F033-4D63-871A-13FBC9AC268B}"/>
          </ac:grpSpMkLst>
        </pc:grpChg>
        <pc:picChg chg="add mod modCrop">
          <ac:chgData name="Ella Vetter" userId="c6918cf5-f6c0-43cc-8499-a1f635017de9" providerId="ADAL" clId="{03D8DEAE-739D-469B-904C-2522E9DFB65E}" dt="2020-08-18T17:23:43.295" v="7740" actId="164"/>
          <ac:picMkLst>
            <pc:docMk/>
            <pc:sldMk cId="462169597" sldId="322"/>
            <ac:picMk id="6" creationId="{660C2896-6AAF-4023-8462-BEC421FA2F3D}"/>
          </ac:picMkLst>
        </pc:picChg>
        <pc:picChg chg="add mod modCrop">
          <ac:chgData name="Ella Vetter" userId="c6918cf5-f6c0-43cc-8499-a1f635017de9" providerId="ADAL" clId="{03D8DEAE-739D-469B-904C-2522E9DFB65E}" dt="2020-08-18T17:23:43.295" v="7740" actId="164"/>
          <ac:picMkLst>
            <pc:docMk/>
            <pc:sldMk cId="462169597" sldId="322"/>
            <ac:picMk id="8" creationId="{904EABCF-DFA6-4AF9-950B-A742D23A9D70}"/>
          </ac:picMkLst>
        </pc:picChg>
        <pc:picChg chg="add mod modCrop">
          <ac:chgData name="Ella Vetter" userId="c6918cf5-f6c0-43cc-8499-a1f635017de9" providerId="ADAL" clId="{03D8DEAE-739D-469B-904C-2522E9DFB65E}" dt="2020-08-18T17:28:07.807" v="7933" actId="164"/>
          <ac:picMkLst>
            <pc:docMk/>
            <pc:sldMk cId="462169597" sldId="322"/>
            <ac:picMk id="11" creationId="{0C998CE7-03C4-4A8F-8016-C8E5E23D1344}"/>
          </ac:picMkLst>
        </pc:picChg>
        <pc:picChg chg="add mod modCrop">
          <ac:chgData name="Ella Vetter" userId="c6918cf5-f6c0-43cc-8499-a1f635017de9" providerId="ADAL" clId="{03D8DEAE-739D-469B-904C-2522E9DFB65E}" dt="2020-08-18T17:28:07.807" v="7933" actId="164"/>
          <ac:picMkLst>
            <pc:docMk/>
            <pc:sldMk cId="462169597" sldId="322"/>
            <ac:picMk id="13" creationId="{84DC5716-ECAD-4E44-B897-CB36C814585C}"/>
          </ac:picMkLst>
        </pc:picChg>
      </pc:sldChg>
      <pc:sldChg chg="addSp delSp modSp add mod">
        <pc:chgData name="Ella Vetter" userId="c6918cf5-f6c0-43cc-8499-a1f635017de9" providerId="ADAL" clId="{03D8DEAE-739D-469B-904C-2522E9DFB65E}" dt="2020-08-18T20:05:10.259" v="8670" actId="11"/>
        <pc:sldMkLst>
          <pc:docMk/>
          <pc:sldMk cId="1572152252" sldId="323"/>
        </pc:sldMkLst>
        <pc:spChg chg="mod">
          <ac:chgData name="Ella Vetter" userId="c6918cf5-f6c0-43cc-8499-a1f635017de9" providerId="ADAL" clId="{03D8DEAE-739D-469B-904C-2522E9DFB65E}" dt="2020-08-18T20:05:10.259" v="8670" actId="11"/>
          <ac:spMkLst>
            <pc:docMk/>
            <pc:sldMk cId="1572152252" sldId="323"/>
            <ac:spMk id="4" creationId="{7DADA6BB-EA43-41A3-B382-88DA041AB1C5}"/>
          </ac:spMkLst>
        </pc:spChg>
        <pc:spChg chg="add mod">
          <ac:chgData name="Ella Vetter" userId="c6918cf5-f6c0-43cc-8499-a1f635017de9" providerId="ADAL" clId="{03D8DEAE-739D-469B-904C-2522E9DFB65E}" dt="2020-08-18T17:38:38.828" v="8239" actId="12"/>
          <ac:spMkLst>
            <pc:docMk/>
            <pc:sldMk cId="1572152252" sldId="323"/>
            <ac:spMk id="14" creationId="{A4C4E5FB-C3D4-48A8-8FB0-C7FA1E1147D7}"/>
          </ac:spMkLst>
        </pc:spChg>
        <pc:grpChg chg="del">
          <ac:chgData name="Ella Vetter" userId="c6918cf5-f6c0-43cc-8499-a1f635017de9" providerId="ADAL" clId="{03D8DEAE-739D-469B-904C-2522E9DFB65E}" dt="2020-08-18T17:25:55.753" v="7901" actId="478"/>
          <ac:grpSpMkLst>
            <pc:docMk/>
            <pc:sldMk cId="1572152252" sldId="323"/>
            <ac:grpSpMk id="9" creationId="{D3BE300B-6233-4850-83B6-0BCE1F77467B}"/>
          </ac:grpSpMkLst>
        </pc:grpChg>
        <pc:picChg chg="add del mod">
          <ac:chgData name="Ella Vetter" userId="c6918cf5-f6c0-43cc-8499-a1f635017de9" providerId="ADAL" clId="{03D8DEAE-739D-469B-904C-2522E9DFB65E}" dt="2020-08-18T17:31:50.214" v="7981" actId="478"/>
          <ac:picMkLst>
            <pc:docMk/>
            <pc:sldMk cId="1572152252" sldId="323"/>
            <ac:picMk id="5" creationId="{13E156AF-C0BA-4286-9090-968AA6E6B668}"/>
          </ac:picMkLst>
        </pc:picChg>
        <pc:picChg chg="add del mod">
          <ac:chgData name="Ella Vetter" userId="c6918cf5-f6c0-43cc-8499-a1f635017de9" providerId="ADAL" clId="{03D8DEAE-739D-469B-904C-2522E9DFB65E}" dt="2020-08-18T17:35:45.994" v="8137" actId="478"/>
          <ac:picMkLst>
            <pc:docMk/>
            <pc:sldMk cId="1572152252" sldId="323"/>
            <ac:picMk id="10" creationId="{13E05071-8274-4F0A-A652-A884C1AD612F}"/>
          </ac:picMkLst>
        </pc:picChg>
        <pc:picChg chg="add mod">
          <ac:chgData name="Ella Vetter" userId="c6918cf5-f6c0-43cc-8499-a1f635017de9" providerId="ADAL" clId="{03D8DEAE-739D-469B-904C-2522E9DFB65E}" dt="2020-08-18T17:38:19.119" v="8236" actId="1076"/>
          <ac:picMkLst>
            <pc:docMk/>
            <pc:sldMk cId="1572152252" sldId="323"/>
            <ac:picMk id="12" creationId="{7B13E586-8D4C-47F8-A38E-BC5A1DD56E9C}"/>
          </ac:picMkLst>
        </pc:picChg>
      </pc:sldChg>
      <pc:sldChg chg="addSp delSp modSp add mod">
        <pc:chgData name="Ella Vetter" userId="c6918cf5-f6c0-43cc-8499-a1f635017de9" providerId="ADAL" clId="{03D8DEAE-739D-469B-904C-2522E9DFB65E}" dt="2020-08-18T20:04:36.692" v="8667" actId="11"/>
        <pc:sldMkLst>
          <pc:docMk/>
          <pc:sldMk cId="801660138" sldId="324"/>
        </pc:sldMkLst>
        <pc:spChg chg="mod">
          <ac:chgData name="Ella Vetter" userId="c6918cf5-f6c0-43cc-8499-a1f635017de9" providerId="ADAL" clId="{03D8DEAE-739D-469B-904C-2522E9DFB65E}" dt="2020-08-18T20:04:36.692" v="8667" actId="11"/>
          <ac:spMkLst>
            <pc:docMk/>
            <pc:sldMk cId="801660138" sldId="324"/>
            <ac:spMk id="10" creationId="{B1F8AFE3-3156-4B93-924A-D25DBF128A57}"/>
          </ac:spMkLst>
        </pc:spChg>
        <pc:grpChg chg="add mod">
          <ac:chgData name="Ella Vetter" userId="c6918cf5-f6c0-43cc-8499-a1f635017de9" providerId="ADAL" clId="{03D8DEAE-739D-469B-904C-2522E9DFB65E}" dt="2020-08-18T19:56:49.241" v="8425" actId="1076"/>
          <ac:grpSpMkLst>
            <pc:docMk/>
            <pc:sldMk cId="801660138" sldId="324"/>
            <ac:grpSpMk id="6" creationId="{E5999FFC-65E7-4A26-ADFF-DD455F6543D4}"/>
          </ac:grpSpMkLst>
        </pc:grpChg>
        <pc:picChg chg="add mod modCrop">
          <ac:chgData name="Ella Vetter" userId="c6918cf5-f6c0-43cc-8499-a1f635017de9" providerId="ADAL" clId="{03D8DEAE-739D-469B-904C-2522E9DFB65E}" dt="2020-08-18T19:56:45.313" v="8423" actId="164"/>
          <ac:picMkLst>
            <pc:docMk/>
            <pc:sldMk cId="801660138" sldId="324"/>
            <ac:picMk id="3" creationId="{5FAE41CD-BEFE-42E3-A8AB-042A1F26462F}"/>
          </ac:picMkLst>
        </pc:picChg>
        <pc:picChg chg="del">
          <ac:chgData name="Ella Vetter" userId="c6918cf5-f6c0-43cc-8499-a1f635017de9" providerId="ADAL" clId="{03D8DEAE-739D-469B-904C-2522E9DFB65E}" dt="2020-08-18T19:53:53.496" v="8330" actId="478"/>
          <ac:picMkLst>
            <pc:docMk/>
            <pc:sldMk cId="801660138" sldId="324"/>
            <ac:picMk id="4" creationId="{F3E897A5-BCC9-43FF-BAE2-49E95EACF18B}"/>
          </ac:picMkLst>
        </pc:picChg>
        <pc:picChg chg="add mod modCrop">
          <ac:chgData name="Ella Vetter" userId="c6918cf5-f6c0-43cc-8499-a1f635017de9" providerId="ADAL" clId="{03D8DEAE-739D-469B-904C-2522E9DFB65E}" dt="2020-08-18T19:56:45.313" v="8423" actId="164"/>
          <ac:picMkLst>
            <pc:docMk/>
            <pc:sldMk cId="801660138" sldId="324"/>
            <ac:picMk id="5" creationId="{C239BAE8-55AC-4A0B-AE2B-ACF104C29779}"/>
          </ac:picMkLst>
        </pc:picChg>
      </pc:sldChg>
      <pc:sldChg chg="modSp add mod">
        <pc:chgData name="Ella Vetter" userId="c6918cf5-f6c0-43cc-8499-a1f635017de9" providerId="ADAL" clId="{03D8DEAE-739D-469B-904C-2522E9DFB65E}" dt="2020-08-18T20:04:46.433" v="8668" actId="11"/>
        <pc:sldMkLst>
          <pc:docMk/>
          <pc:sldMk cId="4095391555" sldId="325"/>
        </pc:sldMkLst>
        <pc:spChg chg="mod">
          <ac:chgData name="Ella Vetter" userId="c6918cf5-f6c0-43cc-8499-a1f635017de9" providerId="ADAL" clId="{03D8DEAE-739D-469B-904C-2522E9DFB65E}" dt="2020-08-18T20:04:46.433" v="8668" actId="11"/>
          <ac:spMkLst>
            <pc:docMk/>
            <pc:sldMk cId="4095391555" sldId="325"/>
            <ac:spMk id="10" creationId="{B1F8AFE3-3156-4B93-924A-D25DBF128A57}"/>
          </ac:spMkLst>
        </pc:spChg>
      </pc:sldChg>
      <pc:sldChg chg="addSp delSp modSp new mod">
        <pc:chgData name="Ella Vetter" userId="c6918cf5-f6c0-43cc-8499-a1f635017de9" providerId="ADAL" clId="{03D8DEAE-739D-469B-904C-2522E9DFB65E}" dt="2020-08-18T20:08:35.704" v="8701" actId="20577"/>
        <pc:sldMkLst>
          <pc:docMk/>
          <pc:sldMk cId="1661658181" sldId="326"/>
        </pc:sldMkLst>
        <pc:spChg chg="del">
          <ac:chgData name="Ella Vetter" userId="c6918cf5-f6c0-43cc-8499-a1f635017de9" providerId="ADAL" clId="{03D8DEAE-739D-469B-904C-2522E9DFB65E}" dt="2020-08-18T19:59:03.127" v="8429" actId="478"/>
          <ac:spMkLst>
            <pc:docMk/>
            <pc:sldMk cId="1661658181" sldId="326"/>
            <ac:spMk id="2" creationId="{2B2F4B10-DBCC-4874-9FFB-A6B0994043CA}"/>
          </ac:spMkLst>
        </pc:spChg>
        <pc:spChg chg="del">
          <ac:chgData name="Ella Vetter" userId="c6918cf5-f6c0-43cc-8499-a1f635017de9" providerId="ADAL" clId="{03D8DEAE-739D-469B-904C-2522E9DFB65E}" dt="2020-08-18T19:59:04.013" v="8430" actId="478"/>
          <ac:spMkLst>
            <pc:docMk/>
            <pc:sldMk cId="1661658181" sldId="326"/>
            <ac:spMk id="3" creationId="{91268AC6-1988-4C9E-A564-654FDE8D7859}"/>
          </ac:spMkLst>
        </pc:spChg>
        <pc:spChg chg="add mod">
          <ac:chgData name="Ella Vetter" userId="c6918cf5-f6c0-43cc-8499-a1f635017de9" providerId="ADAL" clId="{03D8DEAE-739D-469B-904C-2522E9DFB65E}" dt="2020-08-18T19:59:16.222" v="8434"/>
          <ac:spMkLst>
            <pc:docMk/>
            <pc:sldMk cId="1661658181" sldId="326"/>
            <ac:spMk id="6" creationId="{30A76EB6-03BC-475D-AF8F-3753B4B61224}"/>
          </ac:spMkLst>
        </pc:spChg>
        <pc:spChg chg="add mod">
          <ac:chgData name="Ella Vetter" userId="c6918cf5-f6c0-43cc-8499-a1f635017de9" providerId="ADAL" clId="{03D8DEAE-739D-469B-904C-2522E9DFB65E}" dt="2020-08-18T20:08:35.704" v="8701" actId="20577"/>
          <ac:spMkLst>
            <pc:docMk/>
            <pc:sldMk cId="1661658181" sldId="326"/>
            <ac:spMk id="7" creationId="{2102EDB5-1B3E-4A96-978B-6BE637F6A99D}"/>
          </ac:spMkLst>
        </pc:spChg>
        <pc:picChg chg="add mod">
          <ac:chgData name="Ella Vetter" userId="c6918cf5-f6c0-43cc-8499-a1f635017de9" providerId="ADAL" clId="{03D8DEAE-739D-469B-904C-2522E9DFB65E}" dt="2020-08-18T19:59:10.027" v="8433" actId="1076"/>
          <ac:picMkLst>
            <pc:docMk/>
            <pc:sldMk cId="1661658181" sldId="326"/>
            <ac:picMk id="5" creationId="{1DB63345-037A-4CB5-A11F-92197C6EEECF}"/>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6/16/2025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2025-06-16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4</a:t>
            </a:fld>
            <a:endParaRPr lang="en-CA"/>
          </a:p>
        </p:txBody>
      </p:sp>
    </p:spTree>
    <p:extLst>
      <p:ext uri="{BB962C8B-B14F-4D97-AF65-F5344CB8AC3E}">
        <p14:creationId xmlns:p14="http://schemas.microsoft.com/office/powerpoint/2010/main" val="259918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a:t>
            </a:fld>
            <a:endParaRPr lang="en-CA"/>
          </a:p>
        </p:txBody>
      </p:sp>
    </p:spTree>
    <p:extLst>
      <p:ext uri="{BB962C8B-B14F-4D97-AF65-F5344CB8AC3E}">
        <p14:creationId xmlns:p14="http://schemas.microsoft.com/office/powerpoint/2010/main" val="2604998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9</a:t>
            </a:fld>
            <a:endParaRPr lang="en-CA"/>
          </a:p>
        </p:txBody>
      </p:sp>
    </p:spTree>
    <p:extLst>
      <p:ext uri="{BB962C8B-B14F-4D97-AF65-F5344CB8AC3E}">
        <p14:creationId xmlns:p14="http://schemas.microsoft.com/office/powerpoint/2010/main" val="644526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10</a:t>
            </a:fld>
            <a:endParaRPr lang="en-CA"/>
          </a:p>
        </p:txBody>
      </p:sp>
    </p:spTree>
    <p:extLst>
      <p:ext uri="{BB962C8B-B14F-4D97-AF65-F5344CB8AC3E}">
        <p14:creationId xmlns:p14="http://schemas.microsoft.com/office/powerpoint/2010/main" val="168232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11</a:t>
            </a:fld>
            <a:endParaRPr lang="en-CA"/>
          </a:p>
        </p:txBody>
      </p:sp>
    </p:spTree>
    <p:extLst>
      <p:ext uri="{BB962C8B-B14F-4D97-AF65-F5344CB8AC3E}">
        <p14:creationId xmlns:p14="http://schemas.microsoft.com/office/powerpoint/2010/main" val="569111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12</a:t>
            </a:fld>
            <a:endParaRPr lang="en-CA"/>
          </a:p>
        </p:txBody>
      </p:sp>
    </p:spTree>
    <p:extLst>
      <p:ext uri="{BB962C8B-B14F-4D97-AF65-F5344CB8AC3E}">
        <p14:creationId xmlns:p14="http://schemas.microsoft.com/office/powerpoint/2010/main" val="4267006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13</a:t>
            </a:fld>
            <a:endParaRPr lang="en-CA"/>
          </a:p>
        </p:txBody>
      </p:sp>
    </p:spTree>
    <p:extLst>
      <p:ext uri="{BB962C8B-B14F-4D97-AF65-F5344CB8AC3E}">
        <p14:creationId xmlns:p14="http://schemas.microsoft.com/office/powerpoint/2010/main" val="655775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14</a:t>
            </a:fld>
            <a:endParaRPr lang="en-CA"/>
          </a:p>
        </p:txBody>
      </p:sp>
    </p:spTree>
    <p:extLst>
      <p:ext uri="{BB962C8B-B14F-4D97-AF65-F5344CB8AC3E}">
        <p14:creationId xmlns:p14="http://schemas.microsoft.com/office/powerpoint/2010/main" val="4235157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15</a:t>
            </a:fld>
            <a:endParaRPr lang="en-CA"/>
          </a:p>
        </p:txBody>
      </p:sp>
    </p:spTree>
    <p:extLst>
      <p:ext uri="{BB962C8B-B14F-4D97-AF65-F5344CB8AC3E}">
        <p14:creationId xmlns:p14="http://schemas.microsoft.com/office/powerpoint/2010/main" val="1257469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16</a:t>
            </a:fld>
            <a:endParaRPr lang="en-CA"/>
          </a:p>
        </p:txBody>
      </p:sp>
    </p:spTree>
    <p:extLst>
      <p:ext uri="{BB962C8B-B14F-4D97-AF65-F5344CB8AC3E}">
        <p14:creationId xmlns:p14="http://schemas.microsoft.com/office/powerpoint/2010/main" val="4052276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a:t>
            </a:r>
          </a:p>
        </p:txBody>
      </p:sp>
      <p:sp>
        <p:nvSpPr>
          <p:cNvPr id="4" name="Slide Number Placeholder 3"/>
          <p:cNvSpPr>
            <a:spLocks noGrp="1"/>
          </p:cNvSpPr>
          <p:nvPr>
            <p:ph type="sldNum" sz="quarter" idx="5"/>
          </p:nvPr>
        </p:nvSpPr>
        <p:spPr/>
        <p:txBody>
          <a:bodyPr/>
          <a:lstStyle/>
          <a:p>
            <a:fld id="{B4FA5FA9-7139-4C72-AA69-017BCD15C1C5}" type="slidenum">
              <a:rPr lang="en-CA" smtClean="0"/>
              <a:t>17</a:t>
            </a:fld>
            <a:endParaRPr lang="en-CA"/>
          </a:p>
        </p:txBody>
      </p:sp>
    </p:spTree>
    <p:extLst>
      <p:ext uri="{BB962C8B-B14F-4D97-AF65-F5344CB8AC3E}">
        <p14:creationId xmlns:p14="http://schemas.microsoft.com/office/powerpoint/2010/main" val="3554757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18</a:t>
            </a:fld>
            <a:endParaRPr lang="en-CA"/>
          </a:p>
        </p:txBody>
      </p:sp>
    </p:spTree>
    <p:extLst>
      <p:ext uri="{BB962C8B-B14F-4D97-AF65-F5344CB8AC3E}">
        <p14:creationId xmlns:p14="http://schemas.microsoft.com/office/powerpoint/2010/main" val="1248899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19</a:t>
            </a:fld>
            <a:endParaRPr lang="en-CA"/>
          </a:p>
        </p:txBody>
      </p:sp>
    </p:spTree>
    <p:extLst>
      <p:ext uri="{BB962C8B-B14F-4D97-AF65-F5344CB8AC3E}">
        <p14:creationId xmlns:p14="http://schemas.microsoft.com/office/powerpoint/2010/main" val="749094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21</a:t>
            </a:fld>
            <a:endParaRPr lang="en-CA"/>
          </a:p>
        </p:txBody>
      </p:sp>
    </p:spTree>
    <p:extLst>
      <p:ext uri="{BB962C8B-B14F-4D97-AF65-F5344CB8AC3E}">
        <p14:creationId xmlns:p14="http://schemas.microsoft.com/office/powerpoint/2010/main" val="1124447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23</a:t>
            </a:fld>
            <a:endParaRPr lang="en-CA"/>
          </a:p>
        </p:txBody>
      </p:sp>
    </p:spTree>
    <p:extLst>
      <p:ext uri="{BB962C8B-B14F-4D97-AF65-F5344CB8AC3E}">
        <p14:creationId xmlns:p14="http://schemas.microsoft.com/office/powerpoint/2010/main" val="239683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1" dirty="0"/>
          </a:p>
        </p:txBody>
      </p:sp>
      <p:sp>
        <p:nvSpPr>
          <p:cNvPr id="4" name="Slide Number Placeholder 3"/>
          <p:cNvSpPr>
            <a:spLocks noGrp="1"/>
          </p:cNvSpPr>
          <p:nvPr>
            <p:ph type="sldNum" sz="quarter" idx="5"/>
          </p:nvPr>
        </p:nvSpPr>
        <p:spPr/>
        <p:txBody>
          <a:bodyPr/>
          <a:lstStyle/>
          <a:p>
            <a:fld id="{B4FA5FA9-7139-4C72-AA69-017BCD15C1C5}" type="slidenum">
              <a:rPr lang="en-CA" smtClean="0"/>
              <a:t>24</a:t>
            </a:fld>
            <a:endParaRPr lang="en-CA"/>
          </a:p>
        </p:txBody>
      </p:sp>
    </p:spTree>
    <p:extLst>
      <p:ext uri="{BB962C8B-B14F-4D97-AF65-F5344CB8AC3E}">
        <p14:creationId xmlns:p14="http://schemas.microsoft.com/office/powerpoint/2010/main" val="1217948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29</a:t>
            </a:fld>
            <a:endParaRPr lang="en-CA"/>
          </a:p>
        </p:txBody>
      </p:sp>
    </p:spTree>
    <p:extLst>
      <p:ext uri="{BB962C8B-B14F-4D97-AF65-F5344CB8AC3E}">
        <p14:creationId xmlns:p14="http://schemas.microsoft.com/office/powerpoint/2010/main" val="34966488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33</a:t>
            </a:fld>
            <a:endParaRPr lang="en-CA"/>
          </a:p>
        </p:txBody>
      </p:sp>
    </p:spTree>
    <p:extLst>
      <p:ext uri="{BB962C8B-B14F-4D97-AF65-F5344CB8AC3E}">
        <p14:creationId xmlns:p14="http://schemas.microsoft.com/office/powerpoint/2010/main" val="28241620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34</a:t>
            </a:fld>
            <a:endParaRPr lang="en-CA"/>
          </a:p>
        </p:txBody>
      </p:sp>
    </p:spTree>
    <p:extLst>
      <p:ext uri="{BB962C8B-B14F-4D97-AF65-F5344CB8AC3E}">
        <p14:creationId xmlns:p14="http://schemas.microsoft.com/office/powerpoint/2010/main" val="2341592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35</a:t>
            </a:fld>
            <a:endParaRPr lang="en-CA"/>
          </a:p>
        </p:txBody>
      </p:sp>
    </p:spTree>
    <p:extLst>
      <p:ext uri="{BB962C8B-B14F-4D97-AF65-F5344CB8AC3E}">
        <p14:creationId xmlns:p14="http://schemas.microsoft.com/office/powerpoint/2010/main" val="31450286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38</a:t>
            </a:fld>
            <a:endParaRPr lang="en-CA"/>
          </a:p>
        </p:txBody>
      </p:sp>
    </p:spTree>
    <p:extLst>
      <p:ext uri="{BB962C8B-B14F-4D97-AF65-F5344CB8AC3E}">
        <p14:creationId xmlns:p14="http://schemas.microsoft.com/office/powerpoint/2010/main" val="36477809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41</a:t>
            </a:fld>
            <a:endParaRPr lang="en-CA"/>
          </a:p>
        </p:txBody>
      </p:sp>
    </p:spTree>
    <p:extLst>
      <p:ext uri="{BB962C8B-B14F-4D97-AF65-F5344CB8AC3E}">
        <p14:creationId xmlns:p14="http://schemas.microsoft.com/office/powerpoint/2010/main" val="9178319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42</a:t>
            </a:fld>
            <a:endParaRPr lang="en-CA"/>
          </a:p>
        </p:txBody>
      </p:sp>
    </p:spTree>
    <p:extLst>
      <p:ext uri="{BB962C8B-B14F-4D97-AF65-F5344CB8AC3E}">
        <p14:creationId xmlns:p14="http://schemas.microsoft.com/office/powerpoint/2010/main" val="19023057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45</a:t>
            </a:fld>
            <a:endParaRPr lang="en-CA"/>
          </a:p>
        </p:txBody>
      </p:sp>
    </p:spTree>
    <p:extLst>
      <p:ext uri="{BB962C8B-B14F-4D97-AF65-F5344CB8AC3E}">
        <p14:creationId xmlns:p14="http://schemas.microsoft.com/office/powerpoint/2010/main" val="17527220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48</a:t>
            </a:fld>
            <a:endParaRPr lang="en-CA"/>
          </a:p>
        </p:txBody>
      </p:sp>
    </p:spTree>
    <p:extLst>
      <p:ext uri="{BB962C8B-B14F-4D97-AF65-F5344CB8AC3E}">
        <p14:creationId xmlns:p14="http://schemas.microsoft.com/office/powerpoint/2010/main" val="28208131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53</a:t>
            </a:fld>
            <a:endParaRPr lang="en-CA"/>
          </a:p>
        </p:txBody>
      </p:sp>
    </p:spTree>
    <p:extLst>
      <p:ext uri="{BB962C8B-B14F-4D97-AF65-F5344CB8AC3E}">
        <p14:creationId xmlns:p14="http://schemas.microsoft.com/office/powerpoint/2010/main" val="37012189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56</a:t>
            </a:fld>
            <a:endParaRPr lang="en-CA"/>
          </a:p>
        </p:txBody>
      </p:sp>
    </p:spTree>
    <p:extLst>
      <p:ext uri="{BB962C8B-B14F-4D97-AF65-F5344CB8AC3E}">
        <p14:creationId xmlns:p14="http://schemas.microsoft.com/office/powerpoint/2010/main" val="894407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21.xml"/><Relationship Id="rId7" Type="http://schemas.openxmlformats.org/officeDocument/2006/relationships/image" Target="../media/image4.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22.xml"/></Relationships>
</file>

<file path=ppt/slides/_rels/slide10.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slide" Target="slide19.xml"/><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notesSlide" Target="../notesSlides/notesSlide7.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slideLayout" Target="../slideLayouts/slideLayout2.xml"/><Relationship Id="rId5" Type="http://schemas.openxmlformats.org/officeDocument/2006/relationships/tags" Target="../tags/tag33.xml"/><Relationship Id="rId15" Type="http://schemas.openxmlformats.org/officeDocument/2006/relationships/image" Target="../media/image7.png"/><Relationship Id="rId10" Type="http://schemas.openxmlformats.org/officeDocument/2006/relationships/tags" Target="../tags/tag38.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50.xml"/><Relationship Id="rId7" Type="http://schemas.openxmlformats.org/officeDocument/2006/relationships/image" Target="../media/image8.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slide" Target="slide37.xm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53.xml"/><Relationship Id="rId7" Type="http://schemas.openxmlformats.org/officeDocument/2006/relationships/notesSlide" Target="../notesSlides/notesSlide12.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slideLayout" Target="../slideLayouts/slideLayout2.xml"/><Relationship Id="rId5" Type="http://schemas.openxmlformats.org/officeDocument/2006/relationships/tags" Target="../tags/tag55.xml"/><Relationship Id="rId4" Type="http://schemas.openxmlformats.org/officeDocument/2006/relationships/tags" Target="../tags/tag54.xml"/></Relationships>
</file>

<file path=ppt/slides/_rels/slide18.xml.rels><?xml version="1.0" encoding="UTF-8" standalone="yes"?>
<Relationships xmlns="http://schemas.openxmlformats.org/package/2006/relationships"><Relationship Id="rId8" Type="http://schemas.openxmlformats.org/officeDocument/2006/relationships/tags" Target="../tags/tag63.xm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image" Target="../media/image9.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notesSlide" Target="../notesSlides/notesSlide13.xml"/><Relationship Id="rId5" Type="http://schemas.openxmlformats.org/officeDocument/2006/relationships/tags" Target="../tags/tag60.xml"/><Relationship Id="rId10" Type="http://schemas.openxmlformats.org/officeDocument/2006/relationships/slideLayout" Target="../slideLayouts/slideLayout2.xml"/><Relationship Id="rId4" Type="http://schemas.openxmlformats.org/officeDocument/2006/relationships/tags" Target="../tags/tag59.xml"/><Relationship Id="rId9" Type="http://schemas.openxmlformats.org/officeDocument/2006/relationships/tags" Target="../tags/tag64.xml"/></Relationships>
</file>

<file path=ppt/slides/_rels/slide19.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media/image10.png"/><Relationship Id="rId5" Type="http://schemas.openxmlformats.org/officeDocument/2006/relationships/tags" Target="../tags/tag72.xml"/><Relationship Id="rId10" Type="http://schemas.openxmlformats.org/officeDocument/2006/relationships/slideLayout" Target="../slideLayouts/slideLayout2.xml"/><Relationship Id="rId4" Type="http://schemas.openxmlformats.org/officeDocument/2006/relationships/tags" Target="../tags/tag71.xml"/><Relationship Id="rId9" Type="http://schemas.openxmlformats.org/officeDocument/2006/relationships/tags" Target="../tags/tag76.xml"/></Relationships>
</file>

<file path=ppt/slides/_rels/slide21.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90.xml"/><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image" Target="../media/image11.pn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notesSlide" Target="../notesSlides/notesSlide16.xml"/><Relationship Id="rId5" Type="http://schemas.openxmlformats.org/officeDocument/2006/relationships/tags" Target="../tags/tag87.xml"/><Relationship Id="rId10" Type="http://schemas.openxmlformats.org/officeDocument/2006/relationships/slideLayout" Target="../slideLayouts/slideLayout2.xml"/><Relationship Id="rId4" Type="http://schemas.openxmlformats.org/officeDocument/2006/relationships/tags" Target="../tags/tag86.xml"/><Relationship Id="rId9" Type="http://schemas.openxmlformats.org/officeDocument/2006/relationships/tags" Target="../tags/tag91.xml"/></Relationships>
</file>

<file path=ppt/slides/_rels/slide24.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97.xml"/><Relationship Id="rId7"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9"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tags" Target="../tags/tag103.xml"/><Relationship Id="rId7" Type="http://schemas.openxmlformats.org/officeDocument/2006/relationships/image" Target="../media/image15.png"/><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image" Target="../media/image14.png"/><Relationship Id="rId5" Type="http://schemas.openxmlformats.org/officeDocument/2006/relationships/slideLayout" Target="../slideLayouts/slideLayout2.xml"/><Relationship Id="rId4" Type="http://schemas.openxmlformats.org/officeDocument/2006/relationships/tags" Target="../tags/tag104.xml"/></Relationships>
</file>

<file path=ppt/slides/_rels/slide27.xml.rels><?xml version="1.0" encoding="UTF-8" standalone="yes"?>
<Relationships xmlns="http://schemas.openxmlformats.org/package/2006/relationships"><Relationship Id="rId3" Type="http://schemas.openxmlformats.org/officeDocument/2006/relationships/tags" Target="../tags/tag107.xml"/><Relationship Id="rId7" Type="http://schemas.openxmlformats.org/officeDocument/2006/relationships/image" Target="../media/image17.png"/><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image" Target="../media/image16.png"/><Relationship Id="rId5" Type="http://schemas.openxmlformats.org/officeDocument/2006/relationships/slideLayout" Target="../slideLayouts/slideLayout2.xml"/><Relationship Id="rId4" Type="http://schemas.openxmlformats.org/officeDocument/2006/relationships/tags" Target="../tags/tag10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9.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tags" Target="../tags/tag110.xml"/><Relationship Id="rId4"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5" Type="http://schemas.openxmlformats.org/officeDocument/2006/relationships/image" Target="../media/image18.png"/><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image" Target="../media/image19.png"/><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120.xml"/><Relationship Id="rId7" Type="http://schemas.openxmlformats.org/officeDocument/2006/relationships/image" Target="../media/image21.png"/><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20.png"/><Relationship Id="rId5" Type="http://schemas.openxmlformats.org/officeDocument/2006/relationships/slideLayout" Target="../slideLayouts/slideLayout2.xml"/><Relationship Id="rId4" Type="http://schemas.openxmlformats.org/officeDocument/2006/relationships/tags" Target="../tags/tag121.xml"/></Relationships>
</file>

<file path=ppt/slides/_rels/slide33.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image" Target="../media/image22.png"/><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notesSlide" Target="../notesSlides/notesSlide19.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slideLayout" Target="../slideLayouts/slideLayout2.xml"/><Relationship Id="rId5" Type="http://schemas.openxmlformats.org/officeDocument/2006/relationships/tags" Target="../tags/tag126.xml"/><Relationship Id="rId10" Type="http://schemas.openxmlformats.org/officeDocument/2006/relationships/tags" Target="../tags/tag131.xml"/><Relationship Id="rId4" Type="http://schemas.openxmlformats.org/officeDocument/2006/relationships/tags" Target="../tags/tag125.xml"/><Relationship Id="rId9" Type="http://schemas.openxmlformats.org/officeDocument/2006/relationships/tags" Target="../tags/tag130.xml"/></Relationships>
</file>

<file path=ppt/slides/_rels/slide34.xml.rels><?xml version="1.0" encoding="UTF-8" standalone="yes"?>
<Relationships xmlns="http://schemas.openxmlformats.org/package/2006/relationships"><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image" Target="../media/image23.png"/><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tags" Target="../tags/tag147.xml"/><Relationship Id="rId18" Type="http://schemas.openxmlformats.org/officeDocument/2006/relationships/slideLayout" Target="../slideLayouts/slideLayout2.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tags" Target="../tags/tag146.xml"/><Relationship Id="rId17" Type="http://schemas.openxmlformats.org/officeDocument/2006/relationships/tags" Target="../tags/tag151.xml"/><Relationship Id="rId2" Type="http://schemas.openxmlformats.org/officeDocument/2006/relationships/tags" Target="../tags/tag136.xml"/><Relationship Id="rId16" Type="http://schemas.openxmlformats.org/officeDocument/2006/relationships/tags" Target="../tags/tag150.xml"/><Relationship Id="rId20" Type="http://schemas.openxmlformats.org/officeDocument/2006/relationships/image" Target="../media/image24.png"/><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5" Type="http://schemas.openxmlformats.org/officeDocument/2006/relationships/tags" Target="../tags/tag149.xml"/><Relationship Id="rId10" Type="http://schemas.openxmlformats.org/officeDocument/2006/relationships/tags" Target="../tags/tag144.xml"/><Relationship Id="rId19" Type="http://schemas.openxmlformats.org/officeDocument/2006/relationships/notesSlide" Target="../notesSlides/notesSlide21.xml"/><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tags" Target="../tags/tag148.xml"/></Relationships>
</file>

<file path=ppt/slides/_rels/slide36.xml.rels><?xml version="1.0" encoding="UTF-8" standalone="yes"?>
<Relationships xmlns="http://schemas.openxmlformats.org/package/2006/relationships"><Relationship Id="rId3" Type="http://schemas.openxmlformats.org/officeDocument/2006/relationships/tags" Target="../tags/tag154.xml"/><Relationship Id="rId7" Type="http://schemas.openxmlformats.org/officeDocument/2006/relationships/image" Target="../media/image26.png"/><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image" Target="../media/image25.png"/><Relationship Id="rId5" Type="http://schemas.openxmlformats.org/officeDocument/2006/relationships/slideLayout" Target="../slideLayouts/slideLayout2.xml"/><Relationship Id="rId4" Type="http://schemas.openxmlformats.org/officeDocument/2006/relationships/tags" Target="../tags/tag15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6.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8.xml"/><Relationship Id="rId1" Type="http://schemas.openxmlformats.org/officeDocument/2006/relationships/tags" Target="../tags/tag157.xml"/><Relationship Id="rId5" Type="http://schemas.openxmlformats.org/officeDocument/2006/relationships/slide" Target="slide44.xml"/><Relationship Id="rId4" Type="http://schemas.openxmlformats.org/officeDocument/2006/relationships/notesSlide" Target="../notesSlides/notesSlide22.xml"/></Relationships>
</file>

<file path=ppt/slides/_rels/slide39.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27.png"/><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28.png"/><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tags" Target="../tags/tag172.xml"/><Relationship Id="rId13" Type="http://schemas.openxmlformats.org/officeDocument/2006/relationships/tags" Target="../tags/tag177.xml"/><Relationship Id="rId3" Type="http://schemas.openxmlformats.org/officeDocument/2006/relationships/tags" Target="../tags/tag167.xml"/><Relationship Id="rId7" Type="http://schemas.openxmlformats.org/officeDocument/2006/relationships/tags" Target="../tags/tag171.xml"/><Relationship Id="rId12" Type="http://schemas.openxmlformats.org/officeDocument/2006/relationships/tags" Target="../tags/tag176.xml"/><Relationship Id="rId2" Type="http://schemas.openxmlformats.org/officeDocument/2006/relationships/tags" Target="../tags/tag166.xml"/><Relationship Id="rId16" Type="http://schemas.openxmlformats.org/officeDocument/2006/relationships/image" Target="../media/image29.png"/><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tags" Target="../tags/tag175.xml"/><Relationship Id="rId5" Type="http://schemas.openxmlformats.org/officeDocument/2006/relationships/tags" Target="../tags/tag169.xml"/><Relationship Id="rId15" Type="http://schemas.openxmlformats.org/officeDocument/2006/relationships/notesSlide" Target="../notesSlides/notesSlide23.xml"/><Relationship Id="rId10" Type="http://schemas.openxmlformats.org/officeDocument/2006/relationships/tags" Target="../tags/tag174.xml"/><Relationship Id="rId4" Type="http://schemas.openxmlformats.org/officeDocument/2006/relationships/tags" Target="../tags/tag168.xml"/><Relationship Id="rId9" Type="http://schemas.openxmlformats.org/officeDocument/2006/relationships/tags" Target="../tags/tag173.xml"/><Relationship Id="rId1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tags" Target="../tags/tag180.xml"/><Relationship Id="rId7" Type="http://schemas.openxmlformats.org/officeDocument/2006/relationships/image" Target="../media/image30.png"/><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slide" Target="slide44.xml"/><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tags" Target="../tags/tag183.xml"/><Relationship Id="rId7" Type="http://schemas.openxmlformats.org/officeDocument/2006/relationships/image" Target="../media/image32.png"/><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image" Target="../media/image31.png"/><Relationship Id="rId5" Type="http://schemas.openxmlformats.org/officeDocument/2006/relationships/slideLayout" Target="../slideLayouts/slideLayout2.xml"/><Relationship Id="rId4" Type="http://schemas.openxmlformats.org/officeDocument/2006/relationships/tags" Target="../tags/tag184.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85.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7.xml"/><Relationship Id="rId1" Type="http://schemas.openxmlformats.org/officeDocument/2006/relationships/tags" Target="../tags/tag186.xml"/><Relationship Id="rId4" Type="http://schemas.openxmlformats.org/officeDocument/2006/relationships/notesSlide" Target="../notesSlides/notesSlide25.xml"/></Relationships>
</file>

<file path=ppt/slides/_rels/slide46.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5" Type="http://schemas.openxmlformats.org/officeDocument/2006/relationships/image" Target="../media/image33.png"/><Relationship Id="rId4"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5" Type="http://schemas.openxmlformats.org/officeDocument/2006/relationships/image" Target="../media/image34.png"/><Relationship Id="rId4"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196.xml"/><Relationship Id="rId7" Type="http://schemas.openxmlformats.org/officeDocument/2006/relationships/image" Target="../media/image35.png"/><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tags" Target="../tags/tag197.xml"/></Relationships>
</file>

<file path=ppt/slides/_rels/slide49.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5" Type="http://schemas.openxmlformats.org/officeDocument/2006/relationships/image" Target="../media/image37.png"/><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image" Target="../media/image38.png"/><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4.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6.xml"/><Relationship Id="rId1" Type="http://schemas.openxmlformats.org/officeDocument/2006/relationships/tags" Target="../tags/tag205.xml"/></Relationships>
</file>

<file path=ppt/slides/_rels/slide53.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image" Target="../media/image39.png"/><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5" Type="http://schemas.openxmlformats.org/officeDocument/2006/relationships/image" Target="../media/image40.png"/><Relationship Id="rId4"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215.xml"/><Relationship Id="rId7" Type="http://schemas.openxmlformats.org/officeDocument/2006/relationships/image" Target="../media/image41.png"/><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slideLayout" Target="../slideLayouts/slideLayout2.xml"/><Relationship Id="rId5" Type="http://schemas.openxmlformats.org/officeDocument/2006/relationships/tags" Target="../tags/tag217.xml"/><Relationship Id="rId4" Type="http://schemas.openxmlformats.org/officeDocument/2006/relationships/tags" Target="../tags/tag216.xml"/><Relationship Id="rId9" Type="http://schemas.openxmlformats.org/officeDocument/2006/relationships/image" Target="../media/image43.png"/></Relationships>
</file>

<file path=ppt/slides/_rels/slide5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tags" Target="../tags/tag220.xml"/><Relationship Id="rId7" Type="http://schemas.openxmlformats.org/officeDocument/2006/relationships/image" Target="../media/image44.png"/><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tags" Target="../tags/tag221.xml"/></Relationships>
</file>

<file path=ppt/slides/_rels/slide57.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5" Type="http://schemas.openxmlformats.org/officeDocument/2006/relationships/slide" Target="slide25.xml"/><Relationship Id="rId4"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4"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4"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tags" Target="../tags/tag233.xml"/><Relationship Id="rId7" Type="http://schemas.openxmlformats.org/officeDocument/2006/relationships/image" Target="../media/image47.png"/><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image" Target="../media/image46.png"/><Relationship Id="rId5" Type="http://schemas.openxmlformats.org/officeDocument/2006/relationships/slideLayout" Target="../slideLayouts/slideLayout2.xml"/><Relationship Id="rId4" Type="http://schemas.openxmlformats.org/officeDocument/2006/relationships/tags" Target="../tags/tag2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dirty="0"/>
              <a:t>System Administration</a:t>
            </a:r>
            <a:endParaRPr lang="en-US" sz="4400" b="1" dirty="0"/>
          </a:p>
        </p:txBody>
      </p:sp>
      <p:sp>
        <p:nvSpPr>
          <p:cNvPr id="3" name="Subtitle 2"/>
          <p:cNvSpPr>
            <a:spLocks noGrp="1"/>
          </p:cNvSpPr>
          <p:nvPr>
            <p:ph type="subTitle" idx="1"/>
            <p:custDataLst>
              <p:tags r:id="rId2"/>
            </p:custDataLst>
          </p:nvPr>
        </p:nvSpPr>
        <p:spPr/>
        <p:txBody>
          <a:bodyPr/>
          <a:lstStyle/>
          <a:p>
            <a:r>
              <a:rPr lang="en-CA" sz="2800" dirty="0"/>
              <a:t> WMS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id="{37B56F8A-6BEF-459C-AFA4-6D790D24F1CB}"/>
              </a:ext>
            </a:extLst>
          </p:cNvPr>
          <p:cNvSpPr>
            <a:spLocks noGrp="1"/>
          </p:cNvSpPr>
          <p:nvPr>
            <p:ph idx="1"/>
            <p:custDataLst>
              <p:tags r:id="rId2"/>
            </p:custDataLst>
          </p:nvPr>
        </p:nvSpPr>
        <p:spPr>
          <a:xfrm>
            <a:off x="838200" y="1813034"/>
            <a:ext cx="10515600" cy="3903540"/>
          </a:xfrm>
        </p:spPr>
        <p:txBody>
          <a:bodyPr/>
          <a:lstStyle/>
          <a:p>
            <a:pPr marL="0" indent="0" algn="just">
              <a:lnSpc>
                <a:spcPct val="100000"/>
              </a:lnSpc>
              <a:buNone/>
            </a:pPr>
            <a:r>
              <a:rPr lang="en-CA" dirty="0"/>
              <a:t>Item Load………………….................................................................................................3</a:t>
            </a:r>
          </a:p>
          <a:p>
            <a:pPr marL="0" indent="0" algn="just">
              <a:lnSpc>
                <a:spcPct val="100000"/>
              </a:lnSpc>
              <a:buNone/>
            </a:pPr>
            <a:r>
              <a:rPr lang="en-CA" dirty="0"/>
              <a:t>Item UOM Maintenance………..…………….…….............................................................28</a:t>
            </a:r>
          </a:p>
          <a:p>
            <a:pPr marL="0" indent="0" algn="just">
              <a:lnSpc>
                <a:spcPct val="100000"/>
              </a:lnSpc>
              <a:buNone/>
            </a:pPr>
            <a:r>
              <a:rPr lang="en-CA" dirty="0"/>
              <a:t>Item Volumetrics Maintenance.………..…………..…......................................................37 </a:t>
            </a:r>
          </a:p>
          <a:p>
            <a:pPr marL="0" indent="0" algn="just">
              <a:lnSpc>
                <a:spcPct val="100000"/>
              </a:lnSpc>
              <a:buNone/>
            </a:pPr>
            <a:r>
              <a:rPr lang="en-CA" dirty="0"/>
              <a:t>Inventory Volumetrics Maintenance..………..…………………….…...................................44</a:t>
            </a:r>
          </a:p>
          <a:p>
            <a:pPr marL="0" indent="0" algn="just">
              <a:lnSpc>
                <a:spcPct val="100000"/>
              </a:lnSpc>
              <a:buNone/>
            </a:pPr>
            <a:r>
              <a:rPr lang="en-CA" dirty="0"/>
              <a:t>Item (TMS)………………................................................................................................51</a:t>
            </a:r>
          </a:p>
          <a:p>
            <a:pPr marL="0" indent="0" algn="just">
              <a:lnSpc>
                <a:spcPct val="100000"/>
              </a:lnSpc>
              <a:buNone/>
            </a:pPr>
            <a:r>
              <a:rPr lang="en-CA" dirty="0">
                <a:highlight>
                  <a:srgbClr val="FFFF00"/>
                </a:highlight>
              </a:rPr>
              <a:t> </a:t>
            </a:r>
          </a:p>
          <a:p>
            <a:pPr marL="0" indent="0" algn="just">
              <a:lnSpc>
                <a:spcPct val="100000"/>
              </a:lnSpc>
              <a:buNone/>
            </a:pPr>
            <a:r>
              <a:rPr lang="en-CA" dirty="0"/>
              <a:t>	</a:t>
            </a:r>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Item Load</a:t>
            </a:r>
          </a:p>
        </p:txBody>
      </p:sp>
    </p:spTree>
    <p:extLst>
      <p:ext uri="{BB962C8B-B14F-4D97-AF65-F5344CB8AC3E}">
        <p14:creationId xmlns:p14="http://schemas.microsoft.com/office/powerpoint/2010/main" val="3596779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C30DD-3CDB-4BF7-BB15-802D6537754E}"/>
              </a:ext>
            </a:extLst>
          </p:cNvPr>
          <p:cNvSpPr>
            <a:spLocks noGrp="1"/>
          </p:cNvSpPr>
          <p:nvPr>
            <p:ph type="title"/>
            <p:custDataLst>
              <p:tags r:id="rId1"/>
            </p:custDataLst>
          </p:nvPr>
        </p:nvSpPr>
        <p:spPr/>
        <p:txBody>
          <a:bodyPr/>
          <a:lstStyle/>
          <a:p>
            <a:r>
              <a:rPr lang="fr-CA" dirty="0"/>
              <a:t>I</a:t>
            </a:r>
            <a:r>
              <a:rPr lang="en-CA" dirty="0" err="1"/>
              <a:t>tem</a:t>
            </a:r>
            <a:r>
              <a:rPr lang="en-CA" dirty="0"/>
              <a:t> Load</a:t>
            </a:r>
          </a:p>
        </p:txBody>
      </p:sp>
      <p:sp>
        <p:nvSpPr>
          <p:cNvPr id="8" name="Content Placeholder 2">
            <a:extLst>
              <a:ext uri="{FF2B5EF4-FFF2-40B4-BE49-F238E27FC236}">
                <a16:creationId xmlns:a16="http://schemas.microsoft.com/office/drawing/2014/main" id="{22D07A49-DCCF-4596-B459-F110CEA75CB0}"/>
              </a:ext>
            </a:extLst>
          </p:cNvPr>
          <p:cNvSpPr>
            <a:spLocks noGrp="1"/>
          </p:cNvSpPr>
          <p:nvPr>
            <p:ph idx="1"/>
            <p:custDataLst>
              <p:tags r:id="rId2"/>
            </p:custDataLst>
          </p:nvPr>
        </p:nvSpPr>
        <p:spPr>
          <a:xfrm>
            <a:off x="669387" y="1690688"/>
            <a:ext cx="10684413" cy="4387801"/>
          </a:xfrm>
        </p:spPr>
        <p:txBody>
          <a:bodyPr/>
          <a:lstStyle/>
          <a:p>
            <a:pPr algn="just">
              <a:lnSpc>
                <a:spcPct val="150000"/>
              </a:lnSpc>
            </a:pPr>
            <a:r>
              <a:rPr lang="en-US" dirty="0"/>
              <a:t>Items in the WMS are specified with a wide variety of attributes which can be defined through the Item Load resource. </a:t>
            </a:r>
          </a:p>
          <a:p>
            <a:pPr algn="just">
              <a:lnSpc>
                <a:spcPct val="150000"/>
              </a:lnSpc>
            </a:pPr>
            <a:r>
              <a:rPr lang="en-US" dirty="0"/>
              <a:t>The Item Load resource is similar to the Item Management resource (which is more detailed). The Item Load resource has been customized to reflect the minimum fields required for item configuration in the WMS.</a:t>
            </a:r>
          </a:p>
          <a:p>
            <a:pPr algn="just">
              <a:lnSpc>
                <a:spcPct val="150000"/>
              </a:lnSpc>
            </a:pPr>
            <a:endParaRPr lang="en-US" dirty="0"/>
          </a:p>
        </p:txBody>
      </p:sp>
    </p:spTree>
    <p:extLst>
      <p:ext uri="{BB962C8B-B14F-4D97-AF65-F5344CB8AC3E}">
        <p14:creationId xmlns:p14="http://schemas.microsoft.com/office/powerpoint/2010/main" val="2947677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014F7-DE4D-40E1-860D-4E9FEC2BB033}"/>
              </a:ext>
            </a:extLst>
          </p:cNvPr>
          <p:cNvSpPr>
            <a:spLocks noGrp="1"/>
          </p:cNvSpPr>
          <p:nvPr>
            <p:ph type="title"/>
            <p:custDataLst>
              <p:tags r:id="rId1"/>
            </p:custDataLst>
          </p:nvPr>
        </p:nvSpPr>
        <p:spPr/>
        <p:txBody>
          <a:bodyPr/>
          <a:lstStyle/>
          <a:p>
            <a:r>
              <a:rPr lang="fr-CA" dirty="0"/>
              <a:t>Item </a:t>
            </a:r>
            <a:r>
              <a:rPr lang="fr-CA" dirty="0" err="1"/>
              <a:t>Load</a:t>
            </a:r>
            <a:r>
              <a:rPr lang="fr-CA" dirty="0"/>
              <a:t> </a:t>
            </a:r>
            <a:endParaRPr lang="en-CA" dirty="0"/>
          </a:p>
        </p:txBody>
      </p:sp>
      <p:pic>
        <p:nvPicPr>
          <p:cNvPr id="5" name="Picture 4">
            <a:extLst>
              <a:ext uri="{FF2B5EF4-FFF2-40B4-BE49-F238E27FC236}">
                <a16:creationId xmlns:a16="http://schemas.microsoft.com/office/drawing/2014/main" id="{DA2D4D87-E5D0-4AE4-A738-542A42F8117A}"/>
              </a:ext>
            </a:extLst>
          </p:cNvPr>
          <p:cNvPicPr>
            <a:picLocks noChangeAspect="1"/>
          </p:cNvPicPr>
          <p:nvPr>
            <p:custDataLst>
              <p:tags r:id="rId2"/>
            </p:custDataLst>
          </p:nvPr>
        </p:nvPicPr>
        <p:blipFill>
          <a:blip r:embed="rId6"/>
          <a:stretch>
            <a:fillRect/>
          </a:stretch>
        </p:blipFill>
        <p:spPr>
          <a:xfrm>
            <a:off x="8491803" y="230960"/>
            <a:ext cx="2744309" cy="5946003"/>
          </a:xfrm>
          <a:prstGeom prst="rect">
            <a:avLst/>
          </a:prstGeom>
        </p:spPr>
      </p:pic>
      <p:sp>
        <p:nvSpPr>
          <p:cNvPr id="6" name="Content Placeholder 2">
            <a:extLst>
              <a:ext uri="{FF2B5EF4-FFF2-40B4-BE49-F238E27FC236}">
                <a16:creationId xmlns:a16="http://schemas.microsoft.com/office/drawing/2014/main" id="{A03162A0-74B3-4941-98D9-AE56889B2F7E}"/>
              </a:ext>
            </a:extLst>
          </p:cNvPr>
          <p:cNvSpPr>
            <a:spLocks noGrp="1"/>
          </p:cNvSpPr>
          <p:nvPr>
            <p:ph idx="1"/>
            <p:custDataLst>
              <p:tags r:id="rId3"/>
            </p:custDataLst>
          </p:nvPr>
        </p:nvSpPr>
        <p:spPr>
          <a:xfrm>
            <a:off x="669387" y="1344706"/>
            <a:ext cx="6742066"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WMS System Administration</a:t>
            </a:r>
            <a:r>
              <a:rPr lang="en-US" sz="2300" dirty="0"/>
              <a:t> resource</a:t>
            </a:r>
            <a:r>
              <a:rPr lang="en-US" sz="2300" b="1" dirty="0"/>
              <a:t>. </a:t>
            </a:r>
            <a:endParaRPr lang="en-US" sz="2300" dirty="0"/>
          </a:p>
          <a:p>
            <a:pPr marL="457200" indent="-457200" algn="just">
              <a:lnSpc>
                <a:spcPct val="150000"/>
              </a:lnSpc>
              <a:buFont typeface="+mj-lt"/>
              <a:buAutoNum type="arabicPeriod"/>
            </a:pPr>
            <a:r>
              <a:rPr lang="en-US" sz="2300" dirty="0"/>
              <a:t>Under WMS System Administration, click on </a:t>
            </a:r>
            <a:r>
              <a:rPr lang="en-US" sz="2300" b="1" dirty="0"/>
              <a:t>Data Import and/or Export Views</a:t>
            </a:r>
            <a:r>
              <a:rPr lang="en-US" sz="2300" dirty="0"/>
              <a:t>.</a:t>
            </a:r>
          </a:p>
          <a:p>
            <a:pPr marL="457200" indent="-457200" algn="just">
              <a:lnSpc>
                <a:spcPct val="150000"/>
              </a:lnSpc>
              <a:buFont typeface="+mj-lt"/>
              <a:buAutoNum type="arabicPeriod"/>
            </a:pPr>
            <a:r>
              <a:rPr lang="en-US" sz="2300" dirty="0"/>
              <a:t>Under Data Import and/or Export Views, click on </a:t>
            </a:r>
            <a:r>
              <a:rPr lang="en-US" sz="2300" b="1" dirty="0"/>
              <a:t>Item Load.</a:t>
            </a:r>
            <a:endParaRPr lang="en-US" sz="2300" dirty="0"/>
          </a:p>
          <a:p>
            <a:pPr marL="0" indent="0" algn="just">
              <a:lnSpc>
                <a:spcPct val="150000"/>
              </a:lnSpc>
              <a:buNone/>
            </a:pPr>
            <a:endParaRPr lang="en-US" sz="2200" dirty="0"/>
          </a:p>
        </p:txBody>
      </p:sp>
    </p:spTree>
    <p:extLst>
      <p:ext uri="{BB962C8B-B14F-4D97-AF65-F5344CB8AC3E}">
        <p14:creationId xmlns:p14="http://schemas.microsoft.com/office/powerpoint/2010/main" val="3907000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C3331-585E-4EF2-B637-AE231AF0736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pSp>
        <p:nvGrpSpPr>
          <p:cNvPr id="8" name="Group 7">
            <a:extLst>
              <a:ext uri="{FF2B5EF4-FFF2-40B4-BE49-F238E27FC236}">
                <a16:creationId xmlns:a16="http://schemas.microsoft.com/office/drawing/2014/main" id="{C797A58C-34B2-455C-B151-32B50FE656DD}"/>
              </a:ext>
            </a:extLst>
          </p:cNvPr>
          <p:cNvGrpSpPr/>
          <p:nvPr>
            <p:custDataLst>
              <p:tags r:id="rId2"/>
            </p:custDataLst>
          </p:nvPr>
        </p:nvGrpSpPr>
        <p:grpSpPr>
          <a:xfrm>
            <a:off x="643759" y="2268839"/>
            <a:ext cx="10710041" cy="2979354"/>
            <a:chOff x="0" y="480017"/>
            <a:chExt cx="12192000" cy="3437385"/>
          </a:xfrm>
        </p:grpSpPr>
        <p:pic>
          <p:nvPicPr>
            <p:cNvPr id="5" name="Picture 4">
              <a:extLst>
                <a:ext uri="{FF2B5EF4-FFF2-40B4-BE49-F238E27FC236}">
                  <a16:creationId xmlns:a16="http://schemas.microsoft.com/office/drawing/2014/main" id="{0E064489-B402-412D-A66B-1A906B68CDB6}"/>
                </a:ext>
              </a:extLst>
            </p:cNvPr>
            <p:cNvPicPr>
              <a:picLocks noChangeAspect="1"/>
            </p:cNvPicPr>
            <p:nvPr/>
          </p:nvPicPr>
          <p:blipFill rotWithShape="1">
            <a:blip r:embed="rId5"/>
            <a:srcRect b="53341"/>
            <a:stretch/>
          </p:blipFill>
          <p:spPr>
            <a:xfrm>
              <a:off x="0" y="480017"/>
              <a:ext cx="12192000" cy="2751914"/>
            </a:xfrm>
            <a:prstGeom prst="rect">
              <a:avLst/>
            </a:prstGeom>
          </p:spPr>
        </p:pic>
        <p:pic>
          <p:nvPicPr>
            <p:cNvPr id="7" name="Picture 6">
              <a:extLst>
                <a:ext uri="{FF2B5EF4-FFF2-40B4-BE49-F238E27FC236}">
                  <a16:creationId xmlns:a16="http://schemas.microsoft.com/office/drawing/2014/main" id="{A5BCA842-E2C4-42EF-A971-F651B4953274}"/>
                </a:ext>
              </a:extLst>
            </p:cNvPr>
            <p:cNvPicPr>
              <a:picLocks noChangeAspect="1"/>
            </p:cNvPicPr>
            <p:nvPr/>
          </p:nvPicPr>
          <p:blipFill rotWithShape="1">
            <a:blip r:embed="rId5"/>
            <a:srcRect t="81331"/>
            <a:stretch/>
          </p:blipFill>
          <p:spPr>
            <a:xfrm>
              <a:off x="0" y="2816334"/>
              <a:ext cx="12192000" cy="1101068"/>
            </a:xfrm>
            <a:prstGeom prst="rect">
              <a:avLst/>
            </a:prstGeom>
          </p:spPr>
        </p:pic>
      </p:grpSp>
      <p:sp>
        <p:nvSpPr>
          <p:cNvPr id="9" name="Content Placeholder 2">
            <a:extLst>
              <a:ext uri="{FF2B5EF4-FFF2-40B4-BE49-F238E27FC236}">
                <a16:creationId xmlns:a16="http://schemas.microsoft.com/office/drawing/2014/main" id="{D13DA46D-CD64-490C-80E5-4DDD30392637}"/>
              </a:ext>
            </a:extLst>
          </p:cNvPr>
          <p:cNvSpPr>
            <a:spLocks noGrp="1"/>
          </p:cNvSpPr>
          <p:nvPr>
            <p:ph idx="1"/>
            <p:custDataLst>
              <p:tags r:id="rId3"/>
            </p:custDataLst>
          </p:nvPr>
        </p:nvSpPr>
        <p:spPr>
          <a:xfrm>
            <a:off x="838200" y="1340069"/>
            <a:ext cx="10710041" cy="4836894"/>
          </a:xfrm>
        </p:spPr>
        <p:txBody>
          <a:bodyPr/>
          <a:lstStyle/>
          <a:p>
            <a:pPr marL="457200" indent="-457200">
              <a:lnSpc>
                <a:spcPct val="150000"/>
              </a:lnSpc>
              <a:buFont typeface="+mj-lt"/>
              <a:buAutoNum type="arabicPeriod" startAt="5"/>
            </a:pPr>
            <a:r>
              <a:rPr lang="fr-CA" dirty="0" err="1"/>
              <a:t>From</a:t>
            </a:r>
            <a:r>
              <a:rPr lang="fr-CA" dirty="0"/>
              <a:t> the new </a:t>
            </a:r>
            <a:r>
              <a:rPr lang="fr-CA" dirty="0" err="1"/>
              <a:t>window</a:t>
            </a:r>
            <a:r>
              <a:rPr lang="fr-CA" dirty="0"/>
              <a:t>, select the </a:t>
            </a:r>
            <a:r>
              <a:rPr lang="fr-CA" dirty="0" err="1"/>
              <a:t>Create</a:t>
            </a:r>
            <a:r>
              <a:rPr lang="fr-CA" dirty="0"/>
              <a:t> action.</a:t>
            </a:r>
          </a:p>
        </p:txBody>
      </p:sp>
    </p:spTree>
    <p:extLst>
      <p:ext uri="{BB962C8B-B14F-4D97-AF65-F5344CB8AC3E}">
        <p14:creationId xmlns:p14="http://schemas.microsoft.com/office/powerpoint/2010/main" val="1043915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CABD3-7A10-44BF-ABBF-45B975C9B49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53474193-55DD-4B03-A625-1686DEAA14EF}"/>
              </a:ext>
            </a:extLst>
          </p:cNvPr>
          <p:cNvSpPr>
            <a:spLocks noGrp="1"/>
          </p:cNvSpPr>
          <p:nvPr>
            <p:ph idx="1"/>
            <p:custDataLst>
              <p:tags r:id="rId2"/>
            </p:custDataLst>
          </p:nvPr>
        </p:nvSpPr>
        <p:spPr>
          <a:xfrm>
            <a:off x="838200" y="1340069"/>
            <a:ext cx="6534239" cy="4836894"/>
          </a:xfrm>
        </p:spPr>
        <p:txBody>
          <a:bodyPr/>
          <a:lstStyle/>
          <a:p>
            <a:pPr marL="457200" indent="-457200">
              <a:lnSpc>
                <a:spcPct val="150000"/>
              </a:lnSpc>
              <a:buFont typeface="+mj-lt"/>
              <a:buAutoNum type="arabicPeriod" startAt="6"/>
            </a:pPr>
            <a:r>
              <a:rPr lang="fr-CA" dirty="0"/>
              <a:t>A new Item </a:t>
            </a:r>
            <a:r>
              <a:rPr lang="fr-CA" dirty="0" err="1"/>
              <a:t>Load</a:t>
            </a:r>
            <a:r>
              <a:rPr lang="fr-CA" dirty="0"/>
              <a:t> </a:t>
            </a:r>
            <a:r>
              <a:rPr lang="fr-CA" dirty="0" err="1"/>
              <a:t>window</a:t>
            </a:r>
            <a:r>
              <a:rPr lang="fr-CA" dirty="0"/>
              <a:t> </a:t>
            </a:r>
            <a:r>
              <a:rPr lang="fr-CA" dirty="0" err="1"/>
              <a:t>will</a:t>
            </a:r>
            <a:r>
              <a:rPr lang="fr-CA" dirty="0"/>
              <a:t> </a:t>
            </a:r>
            <a:r>
              <a:rPr lang="fr-CA" dirty="0" err="1"/>
              <a:t>appear</a:t>
            </a:r>
            <a:r>
              <a:rPr lang="fr-CA" dirty="0"/>
              <a:t>. Enter the Item </a:t>
            </a:r>
            <a:r>
              <a:rPr lang="fr-CA" dirty="0" err="1"/>
              <a:t>number</a:t>
            </a:r>
            <a:r>
              <a:rPr lang="fr-CA" dirty="0"/>
              <a:t> </a:t>
            </a:r>
            <a:r>
              <a:rPr lang="fr-CA" dirty="0" err="1"/>
              <a:t>you</a:t>
            </a:r>
            <a:r>
              <a:rPr lang="fr-CA" dirty="0"/>
              <a:t> </a:t>
            </a:r>
            <a:r>
              <a:rPr lang="fr-CA" dirty="0" err="1"/>
              <a:t>wish</a:t>
            </a:r>
            <a:r>
              <a:rPr lang="fr-CA" dirty="0"/>
              <a:t> to </a:t>
            </a:r>
            <a:r>
              <a:rPr lang="fr-CA" dirty="0" err="1"/>
              <a:t>load</a:t>
            </a:r>
            <a:r>
              <a:rPr lang="fr-CA" dirty="0"/>
              <a:t>.</a:t>
            </a:r>
          </a:p>
          <a:p>
            <a:pPr marL="457200" indent="-457200">
              <a:lnSpc>
                <a:spcPct val="150000"/>
              </a:lnSpc>
              <a:buFont typeface="+mj-lt"/>
              <a:buAutoNum type="arabicPeriod" startAt="6"/>
            </a:pPr>
            <a:r>
              <a:rPr lang="fr-CA" dirty="0"/>
              <a:t>Click Continue. </a:t>
            </a:r>
            <a:endParaRPr lang="en-CA" dirty="0"/>
          </a:p>
        </p:txBody>
      </p:sp>
      <p:pic>
        <p:nvPicPr>
          <p:cNvPr id="9" name="Picture 8">
            <a:extLst>
              <a:ext uri="{FF2B5EF4-FFF2-40B4-BE49-F238E27FC236}">
                <a16:creationId xmlns:a16="http://schemas.microsoft.com/office/drawing/2014/main" id="{98A34CF5-1E50-4601-80D6-2B6CF5045931}"/>
              </a:ext>
            </a:extLst>
          </p:cNvPr>
          <p:cNvPicPr>
            <a:picLocks noChangeAspect="1"/>
          </p:cNvPicPr>
          <p:nvPr>
            <p:custDataLst>
              <p:tags r:id="rId3"/>
            </p:custDataLst>
          </p:nvPr>
        </p:nvPicPr>
        <p:blipFill>
          <a:blip r:embed="rId5"/>
          <a:stretch>
            <a:fillRect/>
          </a:stretch>
        </p:blipFill>
        <p:spPr>
          <a:xfrm>
            <a:off x="7612899" y="365125"/>
            <a:ext cx="3500440" cy="5648815"/>
          </a:xfrm>
          <a:prstGeom prst="rect">
            <a:avLst/>
          </a:prstGeom>
        </p:spPr>
      </p:pic>
    </p:spTree>
    <p:extLst>
      <p:ext uri="{BB962C8B-B14F-4D97-AF65-F5344CB8AC3E}">
        <p14:creationId xmlns:p14="http://schemas.microsoft.com/office/powerpoint/2010/main" val="4231542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88A62F98-1398-4388-B088-C11376F92F3D}"/>
              </a:ext>
            </a:extLst>
          </p:cNvPr>
          <p:cNvSpPr>
            <a:spLocks noGrp="1"/>
          </p:cNvSpPr>
          <p:nvPr>
            <p:ph idx="1"/>
            <p:custDataLst>
              <p:tags r:id="rId2"/>
            </p:custDataLst>
          </p:nvPr>
        </p:nvSpPr>
        <p:spPr>
          <a:xfrm>
            <a:off x="838200" y="1261241"/>
            <a:ext cx="10515600" cy="4915722"/>
          </a:xfrm>
        </p:spPr>
        <p:txBody>
          <a:bodyPr/>
          <a:lstStyle/>
          <a:p>
            <a:pPr>
              <a:lnSpc>
                <a:spcPct val="150000"/>
              </a:lnSpc>
            </a:pPr>
            <a:r>
              <a:rPr lang="en-US" sz="2100" dirty="0"/>
              <a:t>The item's detailed view appears from which you can fill in the various fields required for the following sections: </a:t>
            </a:r>
          </a:p>
          <a:p>
            <a:pPr lvl="1">
              <a:lnSpc>
                <a:spcPct val="150000"/>
              </a:lnSpc>
              <a:buFont typeface="Wingdings" panose="05000000000000000000" pitchFamily="2" charset="2"/>
              <a:buChar char="ü"/>
            </a:pPr>
            <a:r>
              <a:rPr lang="en-US" sz="2100" dirty="0"/>
              <a:t> General </a:t>
            </a:r>
          </a:p>
          <a:p>
            <a:pPr lvl="1">
              <a:lnSpc>
                <a:spcPct val="150000"/>
              </a:lnSpc>
              <a:buFont typeface="Wingdings" panose="05000000000000000000" pitchFamily="2" charset="2"/>
              <a:buChar char="ü"/>
            </a:pPr>
            <a:r>
              <a:rPr lang="en-US" sz="2100" dirty="0"/>
              <a:t> UOMs </a:t>
            </a:r>
          </a:p>
          <a:p>
            <a:pPr lvl="1">
              <a:lnSpc>
                <a:spcPct val="150000"/>
              </a:lnSpc>
              <a:buFont typeface="Wingdings" panose="05000000000000000000" pitchFamily="2" charset="2"/>
              <a:buChar char="ü"/>
            </a:pPr>
            <a:r>
              <a:rPr lang="en-US" sz="2100" dirty="0"/>
              <a:t> Volume and Weight </a:t>
            </a:r>
          </a:p>
          <a:p>
            <a:pPr lvl="1">
              <a:lnSpc>
                <a:spcPct val="150000"/>
              </a:lnSpc>
              <a:buFont typeface="Wingdings" panose="05000000000000000000" pitchFamily="2" charset="2"/>
              <a:buChar char="ü"/>
            </a:pPr>
            <a:r>
              <a:rPr lang="en-US" sz="2100" dirty="0"/>
              <a:t> Receiving </a:t>
            </a:r>
          </a:p>
          <a:p>
            <a:pPr lvl="1">
              <a:lnSpc>
                <a:spcPct val="150000"/>
              </a:lnSpc>
              <a:buFont typeface="Wingdings" panose="05000000000000000000" pitchFamily="2" charset="2"/>
              <a:buChar char="ü"/>
            </a:pPr>
            <a:r>
              <a:rPr lang="en-CA" sz="2100" dirty="0"/>
              <a:t> Default Input Settings</a:t>
            </a:r>
            <a:endParaRPr lang="en-US" sz="2100" dirty="0"/>
          </a:p>
          <a:p>
            <a:pPr lvl="1">
              <a:lnSpc>
                <a:spcPct val="150000"/>
              </a:lnSpc>
              <a:buFont typeface="Wingdings" panose="05000000000000000000" pitchFamily="2" charset="2"/>
              <a:buChar char="ü"/>
            </a:pPr>
            <a:r>
              <a:rPr lang="en-CA" sz="2100" dirty="0"/>
              <a:t> Other Information</a:t>
            </a:r>
          </a:p>
        </p:txBody>
      </p:sp>
    </p:spTree>
    <p:extLst>
      <p:ext uri="{BB962C8B-B14F-4D97-AF65-F5344CB8AC3E}">
        <p14:creationId xmlns:p14="http://schemas.microsoft.com/office/powerpoint/2010/main" val="2792922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88A62F98-1398-4388-B088-C11376F92F3D}"/>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8"/>
            </a:pPr>
            <a:r>
              <a:rPr lang="en-US" sz="2100" dirty="0"/>
              <a:t>Complete the </a:t>
            </a:r>
            <a:r>
              <a:rPr lang="en-US" sz="2100" b="1" dirty="0"/>
              <a:t>General section </a:t>
            </a:r>
            <a:r>
              <a:rPr lang="en-US" sz="2100" dirty="0"/>
              <a:t>at least for the following fields: Description 1, UPC, Stock Type, Pallet Required, Allow </a:t>
            </a:r>
            <a:r>
              <a:rPr lang="en-US" sz="2100" dirty="0" err="1"/>
              <a:t>Overpick</a:t>
            </a:r>
            <a:r>
              <a:rPr lang="en-US" sz="2100" dirty="0"/>
              <a:t>, Cycle Count Frequency, </a:t>
            </a:r>
            <a:r>
              <a:rPr lang="en-CA" sz="2100" dirty="0"/>
              <a:t>Cycle Count Trigger Quantity, Cycle Count Trigger UOM,</a:t>
            </a:r>
            <a:r>
              <a:rPr lang="en-US" sz="2100" dirty="0"/>
              <a:t> Shelf Life</a:t>
            </a:r>
            <a:r>
              <a:rPr lang="en-CA" sz="2100" dirty="0"/>
              <a:t> </a:t>
            </a:r>
            <a:r>
              <a:rPr lang="en-US" sz="2100" dirty="0"/>
              <a:t>, Maximum Stack Count. An explanation of the fields is given in the next slides.</a:t>
            </a:r>
            <a:endParaRPr lang="en-CA" sz="2100" dirty="0"/>
          </a:p>
        </p:txBody>
      </p:sp>
      <p:pic>
        <p:nvPicPr>
          <p:cNvPr id="7" name="Picture 6">
            <a:extLst>
              <a:ext uri="{FF2B5EF4-FFF2-40B4-BE49-F238E27FC236}">
                <a16:creationId xmlns:a16="http://schemas.microsoft.com/office/drawing/2014/main" id="{86F199DE-126D-47EA-9E5E-8248FF324DB4}"/>
              </a:ext>
            </a:extLst>
          </p:cNvPr>
          <p:cNvPicPr>
            <a:picLocks noChangeAspect="1"/>
          </p:cNvPicPr>
          <p:nvPr>
            <p:custDataLst>
              <p:tags r:id="rId3"/>
            </p:custDataLst>
          </p:nvPr>
        </p:nvPicPr>
        <p:blipFill>
          <a:blip r:embed="rId7"/>
          <a:stretch>
            <a:fillRect/>
          </a:stretch>
        </p:blipFill>
        <p:spPr>
          <a:xfrm>
            <a:off x="6096000" y="2658533"/>
            <a:ext cx="4357546" cy="3761504"/>
          </a:xfrm>
          <a:prstGeom prst="rect">
            <a:avLst/>
          </a:prstGeom>
          <a:ln>
            <a:solidFill>
              <a:schemeClr val="tx1">
                <a:lumMod val="65000"/>
                <a:lumOff val="35000"/>
              </a:schemeClr>
            </a:solidFill>
          </a:ln>
        </p:spPr>
      </p:pic>
      <p:pic>
        <p:nvPicPr>
          <p:cNvPr id="9" name="Picture 8">
            <a:extLst>
              <a:ext uri="{FF2B5EF4-FFF2-40B4-BE49-F238E27FC236}">
                <a16:creationId xmlns:a16="http://schemas.microsoft.com/office/drawing/2014/main" id="{BB5EF162-BB09-4685-A77E-DC8D4385246E}"/>
              </a:ext>
            </a:extLst>
          </p:cNvPr>
          <p:cNvPicPr>
            <a:picLocks noChangeAspect="1"/>
          </p:cNvPicPr>
          <p:nvPr>
            <p:custDataLst>
              <p:tags r:id="rId4"/>
            </p:custDataLst>
          </p:nvPr>
        </p:nvPicPr>
        <p:blipFill>
          <a:blip r:embed="rId8"/>
          <a:stretch>
            <a:fillRect/>
          </a:stretch>
        </p:blipFill>
        <p:spPr>
          <a:xfrm>
            <a:off x="838200" y="3544662"/>
            <a:ext cx="4888301" cy="2753838"/>
          </a:xfrm>
          <a:prstGeom prst="rect">
            <a:avLst/>
          </a:prstGeom>
          <a:ln>
            <a:solidFill>
              <a:schemeClr val="tx1">
                <a:lumMod val="65000"/>
                <a:lumOff val="35000"/>
              </a:schemeClr>
            </a:solidFill>
          </a:ln>
        </p:spPr>
      </p:pic>
    </p:spTree>
    <p:extLst>
      <p:ext uri="{BB962C8B-B14F-4D97-AF65-F5344CB8AC3E}">
        <p14:creationId xmlns:p14="http://schemas.microsoft.com/office/powerpoint/2010/main" val="2141601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88A62F98-1398-4388-B088-C11376F92F3D}"/>
              </a:ext>
            </a:extLst>
          </p:cNvPr>
          <p:cNvSpPr>
            <a:spLocks noGrp="1"/>
          </p:cNvSpPr>
          <p:nvPr>
            <p:ph idx="1"/>
            <p:custDataLst>
              <p:tags r:id="rId2"/>
            </p:custDataLst>
          </p:nvPr>
        </p:nvSpPr>
        <p:spPr>
          <a:xfrm>
            <a:off x="838200" y="1185334"/>
            <a:ext cx="10515600" cy="4940830"/>
          </a:xfrm>
        </p:spPr>
        <p:txBody>
          <a:bodyPr/>
          <a:lstStyle/>
          <a:p>
            <a:pPr marL="457200" indent="-457200">
              <a:buFont typeface="+mj-lt"/>
              <a:buAutoNum type="arabicPeriod" startAt="8"/>
            </a:pPr>
            <a:r>
              <a:rPr lang="fr-CA" dirty="0"/>
              <a:t>(</a:t>
            </a:r>
            <a:r>
              <a:rPr lang="fr-CA" dirty="0" err="1"/>
              <a:t>Continued</a:t>
            </a:r>
            <a:r>
              <a:rPr lang="fr-CA" dirty="0"/>
              <a:t>)</a:t>
            </a:r>
            <a:endParaRPr lang="en-CA" dirty="0"/>
          </a:p>
        </p:txBody>
      </p:sp>
      <p:graphicFrame>
        <p:nvGraphicFramePr>
          <p:cNvPr id="5" name="Table 5">
            <a:extLst>
              <a:ext uri="{FF2B5EF4-FFF2-40B4-BE49-F238E27FC236}">
                <a16:creationId xmlns:a16="http://schemas.microsoft.com/office/drawing/2014/main" id="{ECC43149-8DFA-48D5-B4C0-294B4A97B849}"/>
              </a:ext>
            </a:extLst>
          </p:cNvPr>
          <p:cNvGraphicFramePr>
            <a:graphicFrameLocks noGrp="1"/>
          </p:cNvGraphicFramePr>
          <p:nvPr>
            <p:custDataLst>
              <p:tags r:id="rId3"/>
            </p:custDataLst>
            <p:extLst>
              <p:ext uri="{D42A27DB-BD31-4B8C-83A1-F6EECF244321}">
                <p14:modId xmlns:p14="http://schemas.microsoft.com/office/powerpoint/2010/main" val="511198274"/>
              </p:ext>
            </p:extLst>
          </p:nvPr>
        </p:nvGraphicFramePr>
        <p:xfrm>
          <a:off x="304800" y="1812820"/>
          <a:ext cx="11582400" cy="4511040"/>
        </p:xfrm>
        <a:graphic>
          <a:graphicData uri="http://schemas.openxmlformats.org/drawingml/2006/table">
            <a:tbl>
              <a:tblPr firstRow="1" bandRow="1">
                <a:tableStyleId>{F5AB1C69-6EDB-4FF4-983F-18BD219EF322}</a:tableStyleId>
              </a:tblPr>
              <a:tblGrid>
                <a:gridCol w="1828800">
                  <a:extLst>
                    <a:ext uri="{9D8B030D-6E8A-4147-A177-3AD203B41FA5}">
                      <a16:colId xmlns:a16="http://schemas.microsoft.com/office/drawing/2014/main" val="3611636286"/>
                    </a:ext>
                  </a:extLst>
                </a:gridCol>
                <a:gridCol w="9753600">
                  <a:extLst>
                    <a:ext uri="{9D8B030D-6E8A-4147-A177-3AD203B41FA5}">
                      <a16:colId xmlns:a16="http://schemas.microsoft.com/office/drawing/2014/main"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900" kern="1200" dirty="0">
                          <a:solidFill>
                            <a:schemeClr val="tx1">
                              <a:lumMod val="50000"/>
                              <a:lumOff val="50000"/>
                            </a:schemeClr>
                          </a:solidFill>
                          <a:latin typeface="+mn-lt"/>
                          <a:ea typeface="+mn-ea"/>
                          <a:cs typeface="+mn-cs"/>
                        </a:rPr>
                        <a:t>Description 1</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Short description of the item. This is the description that appears on mobile equipment for commands involving inventory of this item.</a:t>
                      </a:r>
                    </a:p>
                  </a:txBody>
                  <a:tcPr/>
                </a:tc>
                <a:extLst>
                  <a:ext uri="{0D108BD9-81ED-4DB2-BD59-A6C34878D82A}">
                    <a16:rowId xmlns:a16="http://schemas.microsoft.com/office/drawing/2014/main" val="2629011165"/>
                  </a:ext>
                </a:extLst>
              </a:tr>
              <a:tr h="370840">
                <a:tc>
                  <a:txBody>
                    <a:bodyPr/>
                    <a:lstStyle/>
                    <a:p>
                      <a:pPr marL="0" algn="l" defTabSz="914400" rtl="0" eaLnBrk="1" latinLnBrk="0" hangingPunct="1"/>
                      <a:r>
                        <a:rPr lang="fr-CA" sz="1900" kern="1200" dirty="0">
                          <a:solidFill>
                            <a:schemeClr val="tx1">
                              <a:lumMod val="50000"/>
                              <a:lumOff val="50000"/>
                            </a:schemeClr>
                          </a:solidFill>
                          <a:latin typeface="+mn-lt"/>
                          <a:ea typeface="+mn-ea"/>
                          <a:cs typeface="+mn-cs"/>
                        </a:rPr>
                        <a:t>UPC</a:t>
                      </a:r>
                      <a:endParaRPr lang="en-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The universal product code for this item. </a:t>
                      </a:r>
                      <a:r>
                        <a:rPr lang="en-US" sz="1900" b="1" u="sng" kern="1200" dirty="0">
                          <a:solidFill>
                            <a:schemeClr val="tx1">
                              <a:lumMod val="50000"/>
                              <a:lumOff val="50000"/>
                            </a:schemeClr>
                          </a:solidFill>
                          <a:latin typeface="+mn-lt"/>
                          <a:ea typeface="+mn-ea"/>
                          <a:cs typeface="+mn-cs"/>
                        </a:rPr>
                        <a:t>This value is usually downloaded from the DMS.</a:t>
                      </a:r>
                    </a:p>
                  </a:txBody>
                  <a:tcPr/>
                </a:tc>
                <a:extLst>
                  <a:ext uri="{0D108BD9-81ED-4DB2-BD59-A6C34878D82A}">
                    <a16:rowId xmlns:a16="http://schemas.microsoft.com/office/drawing/2014/main" val="1071974661"/>
                  </a:ext>
                </a:extLst>
              </a:tr>
              <a:tr h="370840">
                <a:tc>
                  <a:txBody>
                    <a:bodyPr/>
                    <a:lstStyle/>
                    <a:p>
                      <a:pPr marL="0" algn="l" defTabSz="914400" rtl="0" eaLnBrk="1" latinLnBrk="0" hangingPunct="1"/>
                      <a:r>
                        <a:rPr lang="en-CA" sz="1900" kern="1200" dirty="0">
                          <a:solidFill>
                            <a:schemeClr val="tx1">
                              <a:lumMod val="50000"/>
                              <a:lumOff val="50000"/>
                            </a:schemeClr>
                          </a:solidFill>
                          <a:latin typeface="+mn-lt"/>
                          <a:ea typeface="+mn-ea"/>
                          <a:cs typeface="+mn-cs"/>
                        </a:rPr>
                        <a:t>Pallet Required</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A value of Yes indicates that the system consider </a:t>
                      </a:r>
                      <a:r>
                        <a:rPr lang="en-US" sz="1900" kern="1200" dirty="0">
                          <a:solidFill>
                            <a:schemeClr val="tx1">
                              <a:lumMod val="50000"/>
                              <a:lumOff val="50000"/>
                            </a:schemeClr>
                          </a:solidFill>
                          <a:latin typeface="+mn-lt"/>
                          <a:ea typeface="+mn-ea"/>
                          <a:cs typeface="+mn-cs"/>
                        </a:rPr>
                        <a:t>that the item is always a palletized unit load, regardless of the actual quantity to be stored. A value of No indicates that there is no special pallet requirement for the item.</a:t>
                      </a:r>
                    </a:p>
                  </a:txBody>
                  <a:tcPr/>
                </a:tc>
                <a:extLst>
                  <a:ext uri="{0D108BD9-81ED-4DB2-BD59-A6C34878D82A}">
                    <a16:rowId xmlns:a16="http://schemas.microsoft.com/office/drawing/2014/main" val="2321732275"/>
                  </a:ext>
                </a:extLst>
              </a:tr>
              <a:tr h="370840">
                <a:tc>
                  <a:txBody>
                    <a:bodyPr/>
                    <a:lstStyle/>
                    <a:p>
                      <a:pPr marL="0" algn="l" defTabSz="914400" rtl="0" eaLnBrk="1" latinLnBrk="0" hangingPunct="1"/>
                      <a:r>
                        <a:rPr lang="en-CA" sz="1900" kern="1200" dirty="0">
                          <a:solidFill>
                            <a:schemeClr val="tx1">
                              <a:lumMod val="50000"/>
                              <a:lumOff val="50000"/>
                            </a:schemeClr>
                          </a:solidFill>
                          <a:latin typeface="+mn-lt"/>
                          <a:ea typeface="+mn-ea"/>
                          <a:cs typeface="+mn-cs"/>
                        </a:rPr>
                        <a:t>Allow </a:t>
                      </a:r>
                      <a:r>
                        <a:rPr lang="en-CA" sz="1900" kern="1200" dirty="0" err="1">
                          <a:solidFill>
                            <a:schemeClr val="tx1">
                              <a:lumMod val="50000"/>
                              <a:lumOff val="50000"/>
                            </a:schemeClr>
                          </a:solidFill>
                          <a:latin typeface="+mn-lt"/>
                          <a:ea typeface="+mn-ea"/>
                          <a:cs typeface="+mn-cs"/>
                        </a:rPr>
                        <a:t>Overpick</a:t>
                      </a:r>
                      <a:endParaRPr lang="en-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b="1" u="sng" kern="1200" dirty="0">
                          <a:solidFill>
                            <a:schemeClr val="tx1">
                              <a:lumMod val="50000"/>
                              <a:lumOff val="50000"/>
                            </a:schemeClr>
                          </a:solidFill>
                          <a:latin typeface="+mn-lt"/>
                          <a:ea typeface="+mn-ea"/>
                          <a:cs typeface="+mn-cs"/>
                        </a:rPr>
                        <a:t>Usually this field is set to No except for packaging or labels.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9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A value of Yes indicates that the item may be over-picked. If allowed and 90% of a pallet is to be picked, the user may choose to pick the whole pallet rather than break the pallet at the point of picking. The product may be relocated through the Inventory Relocation or the Move resources. A value of No indicates that the system will not allow a user to pick more than the ordered quantity for the line item. </a:t>
                      </a:r>
                    </a:p>
                  </a:txBody>
                  <a:tcPr/>
                </a:tc>
                <a:extLst>
                  <a:ext uri="{0D108BD9-81ED-4DB2-BD59-A6C34878D82A}">
                    <a16:rowId xmlns:a16="http://schemas.microsoft.com/office/drawing/2014/main" val="231803247"/>
                  </a:ext>
                </a:extLst>
              </a:tr>
            </a:tbl>
          </a:graphicData>
        </a:graphic>
      </p:graphicFrame>
    </p:spTree>
    <p:extLst>
      <p:ext uri="{BB962C8B-B14F-4D97-AF65-F5344CB8AC3E}">
        <p14:creationId xmlns:p14="http://schemas.microsoft.com/office/powerpoint/2010/main" val="1935364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63EE2-C30E-43C1-8793-840BB4AE436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5">
            <a:extLst>
              <a:ext uri="{FF2B5EF4-FFF2-40B4-BE49-F238E27FC236}">
                <a16:creationId xmlns:a16="http://schemas.microsoft.com/office/drawing/2014/main" id="{9E2FC839-74CA-4CA2-9E40-26B934BF7810}"/>
              </a:ext>
            </a:extLst>
          </p:cNvPr>
          <p:cNvGraphicFramePr>
            <a:graphicFrameLocks noGrp="1"/>
          </p:cNvGraphicFramePr>
          <p:nvPr>
            <p:custDataLst>
              <p:tags r:id="rId2"/>
            </p:custDataLst>
            <p:extLst>
              <p:ext uri="{D42A27DB-BD31-4B8C-83A1-F6EECF244321}">
                <p14:modId xmlns:p14="http://schemas.microsoft.com/office/powerpoint/2010/main" val="3822989558"/>
              </p:ext>
            </p:extLst>
          </p:nvPr>
        </p:nvGraphicFramePr>
        <p:xfrm>
          <a:off x="304800" y="1958340"/>
          <a:ext cx="11582400" cy="4130040"/>
        </p:xfrm>
        <a:graphic>
          <a:graphicData uri="http://schemas.openxmlformats.org/drawingml/2006/table">
            <a:tbl>
              <a:tblPr firstRow="1" bandRow="1">
                <a:tableStyleId>{F5AB1C69-6EDB-4FF4-983F-18BD219EF322}</a:tableStyleId>
              </a:tblPr>
              <a:tblGrid>
                <a:gridCol w="2353733">
                  <a:extLst>
                    <a:ext uri="{9D8B030D-6E8A-4147-A177-3AD203B41FA5}">
                      <a16:colId xmlns:a16="http://schemas.microsoft.com/office/drawing/2014/main" val="3611636286"/>
                    </a:ext>
                  </a:extLst>
                </a:gridCol>
                <a:gridCol w="9228667">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algn="l" defTabSz="914400" rtl="0" eaLnBrk="1" latinLnBrk="0" hangingPunct="1"/>
                      <a:r>
                        <a:rPr lang="en-US" sz="1800" kern="1200" dirty="0">
                          <a:solidFill>
                            <a:schemeClr val="tx1">
                              <a:lumMod val="50000"/>
                              <a:lumOff val="50000"/>
                            </a:schemeClr>
                          </a:solidFill>
                          <a:latin typeface="+mn-lt"/>
                          <a:ea typeface="+mn-ea"/>
                          <a:cs typeface="+mn-cs"/>
                        </a:rPr>
                        <a:t>Cycle Count Frequency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number of days between automatically scheduled cycle counts for an item. </a:t>
                      </a:r>
                    </a:p>
                  </a:txBody>
                  <a:tcPr/>
                </a:tc>
                <a:extLst>
                  <a:ext uri="{0D108BD9-81ED-4DB2-BD59-A6C34878D82A}">
                    <a16:rowId xmlns:a16="http://schemas.microsoft.com/office/drawing/2014/main" val="3824263959"/>
                  </a:ext>
                </a:extLst>
              </a:tr>
              <a:tr h="370840">
                <a:tc>
                  <a:txBody>
                    <a:bodyPr/>
                    <a:lstStyle/>
                    <a:p>
                      <a:pPr marL="0" algn="l" defTabSz="914400" rtl="0" eaLnBrk="1" latinLnBrk="0" hangingPunct="1"/>
                      <a:r>
                        <a:rPr lang="en-CA" sz="1800" kern="1200" dirty="0">
                          <a:solidFill>
                            <a:schemeClr val="tx1">
                              <a:lumMod val="50000"/>
                              <a:lumOff val="50000"/>
                            </a:schemeClr>
                          </a:solidFill>
                          <a:latin typeface="+mn-lt"/>
                          <a:ea typeface="+mn-ea"/>
                          <a:cs typeface="+mn-cs"/>
                        </a:rPr>
                        <a:t>Cycle Count Trigger Quantity</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cycle count trigger quantity for an item. </a:t>
                      </a:r>
                      <a:r>
                        <a:rPr lang="en-US" sz="1800" b="1" u="sng" kern="1200" dirty="0">
                          <a:solidFill>
                            <a:schemeClr val="tx1">
                              <a:lumMod val="50000"/>
                              <a:lumOff val="50000"/>
                            </a:schemeClr>
                          </a:solidFill>
                          <a:latin typeface="+mn-lt"/>
                          <a:ea typeface="+mn-ea"/>
                          <a:cs typeface="+mn-cs"/>
                        </a:rPr>
                        <a:t>Default value is 0.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b="1" u="sng"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When a pick or replenishment is performed from a location, and the remaining quantity in the location is less than or equal to this trigger quantity, the system automatically generates a cycle count for the location.</a:t>
                      </a:r>
                    </a:p>
                  </a:txBody>
                  <a:tcPr/>
                </a:tc>
                <a:extLst>
                  <a:ext uri="{0D108BD9-81ED-4DB2-BD59-A6C34878D82A}">
                    <a16:rowId xmlns:a16="http://schemas.microsoft.com/office/drawing/2014/main" val="1706045385"/>
                  </a:ext>
                </a:extLst>
              </a:tr>
              <a:tr h="370840">
                <a:tc>
                  <a:txBody>
                    <a:bodyPr/>
                    <a:lstStyle/>
                    <a:p>
                      <a:pPr marL="0" algn="l" defTabSz="914400" rtl="0" eaLnBrk="1" latinLnBrk="0" hangingPunct="1"/>
                      <a:r>
                        <a:rPr lang="en-CA" sz="1800" kern="1200" dirty="0">
                          <a:solidFill>
                            <a:schemeClr val="tx1">
                              <a:lumMod val="50000"/>
                              <a:lumOff val="50000"/>
                            </a:schemeClr>
                          </a:solidFill>
                          <a:latin typeface="+mn-lt"/>
                          <a:ea typeface="+mn-ea"/>
                          <a:cs typeface="+mn-cs"/>
                        </a:rPr>
                        <a:t>Cycle Count Trigger UOM</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unit of measure for the quantity specified in the Cycle Count Trigger Quantity field.</a:t>
                      </a:r>
                    </a:p>
                  </a:txBody>
                  <a:tcPr/>
                </a:tc>
                <a:extLst>
                  <a:ext uri="{0D108BD9-81ED-4DB2-BD59-A6C34878D82A}">
                    <a16:rowId xmlns:a16="http://schemas.microsoft.com/office/drawing/2014/main" val="2301592746"/>
                  </a:ext>
                </a:extLst>
              </a:tr>
              <a:tr h="370840">
                <a:tc>
                  <a:txBody>
                    <a:bodyPr/>
                    <a:lstStyle/>
                    <a:p>
                      <a:pPr marL="0" algn="l" defTabSz="914400" rtl="0" eaLnBrk="1" latinLnBrk="0" hangingPunct="1"/>
                      <a:r>
                        <a:rPr lang="en-US" sz="1800" kern="1200" dirty="0">
                          <a:solidFill>
                            <a:schemeClr val="tx1">
                              <a:lumMod val="50000"/>
                              <a:lumOff val="50000"/>
                            </a:schemeClr>
                          </a:solidFill>
                          <a:latin typeface="+mn-lt"/>
                          <a:ea typeface="+mn-ea"/>
                          <a:cs typeface="+mn-cs"/>
                        </a:rPr>
                        <a:t>Shelf Life</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shelf life, in number of days of the item. </a:t>
                      </a:r>
                      <a:r>
                        <a:rPr lang="en-US" sz="1800" b="1" u="sng" kern="1200" dirty="0">
                          <a:solidFill>
                            <a:schemeClr val="tx1">
                              <a:lumMod val="50000"/>
                              <a:lumOff val="50000"/>
                            </a:schemeClr>
                          </a:solidFill>
                          <a:latin typeface="+mn-lt"/>
                          <a:ea typeface="+mn-ea"/>
                          <a:cs typeface="+mn-cs"/>
                        </a:rPr>
                        <a:t>Usually the value is set to 99999. </a:t>
                      </a:r>
                    </a:p>
                  </a:txBody>
                  <a:tcPr/>
                </a:tc>
                <a:extLst>
                  <a:ext uri="{0D108BD9-81ED-4DB2-BD59-A6C34878D82A}">
                    <a16:rowId xmlns:a16="http://schemas.microsoft.com/office/drawing/2014/main" val="1369173011"/>
                  </a:ext>
                </a:extLst>
              </a:tr>
              <a:tr h="370840">
                <a:tc>
                  <a:txBody>
                    <a:bodyPr/>
                    <a:lstStyle/>
                    <a:p>
                      <a:r>
                        <a:rPr lang="en-US" sz="1800" kern="1200" dirty="0">
                          <a:solidFill>
                            <a:schemeClr val="tx1">
                              <a:lumMod val="50000"/>
                              <a:lumOff val="50000"/>
                            </a:schemeClr>
                          </a:solidFill>
                          <a:latin typeface="+mn-lt"/>
                          <a:ea typeface="+mn-ea"/>
                          <a:cs typeface="+mn-cs"/>
                        </a:rPr>
                        <a:t>Maximum Stack Count</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maximum number of loads that can be stacked vertically in a location.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Example: The number of pallets which can be stacked on top of one another. </a:t>
                      </a:r>
                    </a:p>
                  </a:txBody>
                  <a:tcPr/>
                </a:tc>
                <a:extLst>
                  <a:ext uri="{0D108BD9-81ED-4DB2-BD59-A6C34878D82A}">
                    <a16:rowId xmlns:a16="http://schemas.microsoft.com/office/drawing/2014/main" val="453915864"/>
                  </a:ext>
                </a:extLst>
              </a:tr>
            </a:tbl>
          </a:graphicData>
        </a:graphic>
      </p:graphicFrame>
      <p:sp>
        <p:nvSpPr>
          <p:cNvPr id="6" name="Content Placeholder 2">
            <a:extLst>
              <a:ext uri="{FF2B5EF4-FFF2-40B4-BE49-F238E27FC236}">
                <a16:creationId xmlns:a16="http://schemas.microsoft.com/office/drawing/2014/main" id="{C815A54D-D680-47D0-A530-05229ED955FA}"/>
              </a:ext>
            </a:extLst>
          </p:cNvPr>
          <p:cNvSpPr>
            <a:spLocks noGrp="1"/>
          </p:cNvSpPr>
          <p:nvPr>
            <p:ph idx="1"/>
            <p:custDataLst>
              <p:tags r:id="rId3"/>
            </p:custDataLst>
          </p:nvPr>
        </p:nvSpPr>
        <p:spPr>
          <a:xfrm>
            <a:off x="838200" y="1286933"/>
            <a:ext cx="10515600" cy="4788431"/>
          </a:xfrm>
        </p:spPr>
        <p:txBody>
          <a:bodyPr/>
          <a:lstStyle/>
          <a:p>
            <a:pPr marL="457200" indent="-457200">
              <a:buFont typeface="+mj-lt"/>
              <a:buAutoNum type="arabicPeriod" startAt="8"/>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819862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63EE2-C30E-43C1-8793-840BB4AE4360}"/>
              </a:ext>
            </a:extLst>
          </p:cNvPr>
          <p:cNvSpPr>
            <a:spLocks noGrp="1"/>
          </p:cNvSpPr>
          <p:nvPr>
            <p:ph type="title"/>
            <p:custDataLst>
              <p:tags r:id="rId1"/>
            </p:custDataLst>
          </p:nvPr>
        </p:nvSpPr>
        <p:spPr>
          <a:xfrm>
            <a:off x="838200" y="316999"/>
            <a:ext cx="10515600" cy="1325563"/>
          </a:xfrm>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7F8C2603-D7E4-4895-AB2C-372ECA0993A9}"/>
              </a:ext>
            </a:extLst>
          </p:cNvPr>
          <p:cNvSpPr>
            <a:spLocks noGrp="1"/>
          </p:cNvSpPr>
          <p:nvPr>
            <p:ph idx="1"/>
            <p:custDataLst>
              <p:tags r:id="rId2"/>
            </p:custDataLst>
          </p:nvPr>
        </p:nvSpPr>
        <p:spPr>
          <a:xfrm>
            <a:off x="838199" y="973852"/>
            <a:ext cx="10738685" cy="4975692"/>
          </a:xfrm>
        </p:spPr>
        <p:txBody>
          <a:bodyPr/>
          <a:lstStyle/>
          <a:p>
            <a:pPr marL="457200" indent="-457200" algn="just">
              <a:lnSpc>
                <a:spcPct val="125000"/>
              </a:lnSpc>
              <a:buFont typeface="+mj-lt"/>
              <a:buAutoNum type="arabicPeriod" startAt="9"/>
            </a:pPr>
            <a:r>
              <a:rPr lang="en-US" sz="2100" dirty="0"/>
              <a:t>If you are loading </a:t>
            </a:r>
            <a:r>
              <a:rPr lang="en-US" sz="2100" u="sng" dirty="0"/>
              <a:t>a new item</a:t>
            </a:r>
            <a:r>
              <a:rPr lang="en-US" sz="2100" dirty="0"/>
              <a:t>, complete the </a:t>
            </a:r>
            <a:r>
              <a:rPr lang="en-US" sz="2100" b="1" dirty="0"/>
              <a:t>UOM section</a:t>
            </a:r>
            <a:r>
              <a:rPr lang="en-US" sz="2100" dirty="0"/>
              <a:t>.</a:t>
            </a:r>
            <a:r>
              <a:rPr lang="en-US" sz="2100" b="1" dirty="0"/>
              <a:t> </a:t>
            </a:r>
            <a:r>
              <a:rPr lang="en-US" sz="2100" dirty="0"/>
              <a:t>If you are updating an item for which there is inventory in the warehouse, this section cannot be edited in the Item Load resource, refer to the </a:t>
            </a:r>
            <a:r>
              <a:rPr lang="en-US" sz="2100" dirty="0">
                <a:hlinkClick r:id="rId13" action="ppaction://hlinksldjump"/>
              </a:rPr>
              <a:t>Item UOM Maintenance</a:t>
            </a:r>
            <a:r>
              <a:rPr lang="en-US" sz="2100" dirty="0"/>
              <a:t> section of this document to update these fields. An explanation of the fields is given in the next slides.</a:t>
            </a:r>
            <a:endParaRPr lang="en-CA" sz="2100" dirty="0"/>
          </a:p>
        </p:txBody>
      </p:sp>
      <p:pic>
        <p:nvPicPr>
          <p:cNvPr id="6" name="Picture 5">
            <a:extLst>
              <a:ext uri="{FF2B5EF4-FFF2-40B4-BE49-F238E27FC236}">
                <a16:creationId xmlns:a16="http://schemas.microsoft.com/office/drawing/2014/main" id="{B39BB1CF-BE71-462F-ADC5-DA605FE68538}"/>
              </a:ext>
            </a:extLst>
          </p:cNvPr>
          <p:cNvPicPr>
            <a:picLocks noChangeAspect="1"/>
          </p:cNvPicPr>
          <p:nvPr>
            <p:custDataLst>
              <p:tags r:id="rId3"/>
            </p:custDataLst>
          </p:nvPr>
        </p:nvPicPr>
        <p:blipFill>
          <a:blip r:embed="rId14"/>
          <a:stretch>
            <a:fillRect/>
          </a:stretch>
        </p:blipFill>
        <p:spPr>
          <a:xfrm>
            <a:off x="206037" y="2857448"/>
            <a:ext cx="3716409" cy="3552450"/>
          </a:xfrm>
          <a:prstGeom prst="rect">
            <a:avLst/>
          </a:prstGeom>
          <a:ln>
            <a:solidFill>
              <a:schemeClr val="tx1">
                <a:lumMod val="65000"/>
                <a:lumOff val="35000"/>
              </a:schemeClr>
            </a:solidFill>
          </a:ln>
        </p:spPr>
      </p:pic>
      <p:pic>
        <p:nvPicPr>
          <p:cNvPr id="8" name="Picture 7">
            <a:extLst>
              <a:ext uri="{FF2B5EF4-FFF2-40B4-BE49-F238E27FC236}">
                <a16:creationId xmlns:a16="http://schemas.microsoft.com/office/drawing/2014/main" id="{1F7218AC-BA9B-4785-8AF7-AD0946BCF8FF}"/>
              </a:ext>
            </a:extLst>
          </p:cNvPr>
          <p:cNvPicPr>
            <a:picLocks noChangeAspect="1"/>
          </p:cNvPicPr>
          <p:nvPr>
            <p:custDataLst>
              <p:tags r:id="rId4"/>
            </p:custDataLst>
          </p:nvPr>
        </p:nvPicPr>
        <p:blipFill>
          <a:blip r:embed="rId15"/>
          <a:stretch>
            <a:fillRect/>
          </a:stretch>
        </p:blipFill>
        <p:spPr>
          <a:xfrm>
            <a:off x="5408788" y="2985784"/>
            <a:ext cx="4368788" cy="3413450"/>
          </a:xfrm>
          <a:prstGeom prst="rect">
            <a:avLst/>
          </a:prstGeom>
          <a:ln>
            <a:solidFill>
              <a:schemeClr val="tx1">
                <a:lumMod val="65000"/>
                <a:lumOff val="35000"/>
              </a:schemeClr>
            </a:solidFill>
          </a:ln>
        </p:spPr>
      </p:pic>
      <p:cxnSp>
        <p:nvCxnSpPr>
          <p:cNvPr id="9" name="Straight Arrow Connector 8">
            <a:extLst>
              <a:ext uri="{FF2B5EF4-FFF2-40B4-BE49-F238E27FC236}">
                <a16:creationId xmlns:a16="http://schemas.microsoft.com/office/drawing/2014/main" id="{998F62C9-74E1-4FAE-AAAE-80DC0D458643}"/>
              </a:ext>
            </a:extLst>
          </p:cNvPr>
          <p:cNvCxnSpPr>
            <a:cxnSpLocks/>
          </p:cNvCxnSpPr>
          <p:nvPr>
            <p:custDataLst>
              <p:tags r:id="rId5"/>
            </p:custDataLst>
          </p:nvPr>
        </p:nvCxnSpPr>
        <p:spPr>
          <a:xfrm flipV="1">
            <a:off x="2562664" y="3403265"/>
            <a:ext cx="1541503" cy="9406"/>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2" name="Right Brace 11">
            <a:extLst>
              <a:ext uri="{FF2B5EF4-FFF2-40B4-BE49-F238E27FC236}">
                <a16:creationId xmlns:a16="http://schemas.microsoft.com/office/drawing/2014/main" id="{3ABB8B0A-3813-496B-AA60-B0A0547B98AF}"/>
              </a:ext>
            </a:extLst>
          </p:cNvPr>
          <p:cNvSpPr/>
          <p:nvPr>
            <p:custDataLst>
              <p:tags r:id="rId6"/>
            </p:custDataLst>
          </p:nvPr>
        </p:nvSpPr>
        <p:spPr>
          <a:xfrm>
            <a:off x="2742336" y="3587931"/>
            <a:ext cx="1361832" cy="2751904"/>
          </a:xfrm>
          <a:prstGeom prst="rightBrace">
            <a:avLst>
              <a:gd name="adj1" fmla="val 0"/>
              <a:gd name="adj2" fmla="val 47161"/>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5" name="Rectangle 14">
            <a:extLst>
              <a:ext uri="{FF2B5EF4-FFF2-40B4-BE49-F238E27FC236}">
                <a16:creationId xmlns:a16="http://schemas.microsoft.com/office/drawing/2014/main" id="{1563333A-DD50-42E1-875D-C8BC8F2F6B6B}"/>
              </a:ext>
            </a:extLst>
          </p:cNvPr>
          <p:cNvSpPr/>
          <p:nvPr>
            <p:custDataLst>
              <p:tags r:id="rId7"/>
            </p:custDataLst>
          </p:nvPr>
        </p:nvSpPr>
        <p:spPr>
          <a:xfrm>
            <a:off x="4198719" y="3244334"/>
            <a:ext cx="2721614" cy="369332"/>
          </a:xfrm>
          <a:prstGeom prst="rect">
            <a:avLst/>
          </a:prstGeom>
        </p:spPr>
        <p:txBody>
          <a:bodyPr wrap="square">
            <a:spAutoFit/>
          </a:bodyPr>
          <a:lstStyle/>
          <a:p>
            <a:pPr algn="just"/>
            <a:r>
              <a:rPr lang="en-US" dirty="0">
                <a:solidFill>
                  <a:srgbClr val="000000"/>
                </a:solidFill>
              </a:rPr>
              <a:t>Mandatory</a:t>
            </a:r>
            <a:endParaRPr lang="en-CA" dirty="0">
              <a:solidFill>
                <a:srgbClr val="000000"/>
              </a:solidFill>
            </a:endParaRPr>
          </a:p>
        </p:txBody>
      </p:sp>
      <p:sp>
        <p:nvSpPr>
          <p:cNvPr id="17" name="Rectangle 16">
            <a:extLst>
              <a:ext uri="{FF2B5EF4-FFF2-40B4-BE49-F238E27FC236}">
                <a16:creationId xmlns:a16="http://schemas.microsoft.com/office/drawing/2014/main" id="{F1F37D6A-2FE3-4D55-84F6-396D91E6D174}"/>
              </a:ext>
            </a:extLst>
          </p:cNvPr>
          <p:cNvSpPr/>
          <p:nvPr>
            <p:custDataLst>
              <p:tags r:id="rId8"/>
            </p:custDataLst>
          </p:nvPr>
        </p:nvSpPr>
        <p:spPr>
          <a:xfrm>
            <a:off x="4250001" y="4691231"/>
            <a:ext cx="2721614" cy="369332"/>
          </a:xfrm>
          <a:prstGeom prst="rect">
            <a:avLst/>
          </a:prstGeom>
        </p:spPr>
        <p:txBody>
          <a:bodyPr wrap="square">
            <a:spAutoFit/>
          </a:bodyPr>
          <a:lstStyle/>
          <a:p>
            <a:pPr algn="just"/>
            <a:r>
              <a:rPr lang="en-US" dirty="0">
                <a:solidFill>
                  <a:srgbClr val="000000"/>
                </a:solidFill>
              </a:rPr>
              <a:t>Optional</a:t>
            </a:r>
            <a:endParaRPr lang="en-CA" dirty="0">
              <a:solidFill>
                <a:srgbClr val="000000"/>
              </a:solidFill>
            </a:endParaRPr>
          </a:p>
        </p:txBody>
      </p:sp>
      <p:sp>
        <p:nvSpPr>
          <p:cNvPr id="19" name="Right Brace 18">
            <a:extLst>
              <a:ext uri="{FF2B5EF4-FFF2-40B4-BE49-F238E27FC236}">
                <a16:creationId xmlns:a16="http://schemas.microsoft.com/office/drawing/2014/main" id="{9D50053A-DC14-448F-97BC-3B8A699B4800}"/>
              </a:ext>
            </a:extLst>
          </p:cNvPr>
          <p:cNvSpPr/>
          <p:nvPr>
            <p:custDataLst>
              <p:tags r:id="rId9"/>
            </p:custDataLst>
          </p:nvPr>
        </p:nvSpPr>
        <p:spPr>
          <a:xfrm>
            <a:off x="9699641" y="2985784"/>
            <a:ext cx="667565" cy="571552"/>
          </a:xfrm>
          <a:prstGeom prst="rightBrace">
            <a:avLst>
              <a:gd name="adj1" fmla="val 0"/>
              <a:gd name="adj2" fmla="val 49021"/>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1" name="Rectangle 20">
            <a:extLst>
              <a:ext uri="{FF2B5EF4-FFF2-40B4-BE49-F238E27FC236}">
                <a16:creationId xmlns:a16="http://schemas.microsoft.com/office/drawing/2014/main" id="{B77249FC-2AA5-4021-A046-93425E219B7F}"/>
              </a:ext>
            </a:extLst>
          </p:cNvPr>
          <p:cNvSpPr/>
          <p:nvPr>
            <p:custDataLst>
              <p:tags r:id="rId10"/>
            </p:custDataLst>
          </p:nvPr>
        </p:nvSpPr>
        <p:spPr>
          <a:xfrm>
            <a:off x="10509884" y="2841979"/>
            <a:ext cx="1524205" cy="923330"/>
          </a:xfrm>
          <a:prstGeom prst="rect">
            <a:avLst/>
          </a:prstGeom>
        </p:spPr>
        <p:txBody>
          <a:bodyPr wrap="square">
            <a:spAutoFit/>
          </a:bodyPr>
          <a:lstStyle/>
          <a:p>
            <a:pPr algn="just"/>
            <a:r>
              <a:rPr lang="en-US" dirty="0">
                <a:solidFill>
                  <a:srgbClr val="000000"/>
                </a:solidFill>
              </a:rPr>
              <a:t>Automatically calculated by the system</a:t>
            </a:r>
            <a:endParaRPr lang="en-CA" dirty="0">
              <a:solidFill>
                <a:srgbClr val="000000"/>
              </a:solidFill>
            </a:endParaRPr>
          </a:p>
        </p:txBody>
      </p:sp>
    </p:spTree>
    <p:extLst>
      <p:ext uri="{BB962C8B-B14F-4D97-AF65-F5344CB8AC3E}">
        <p14:creationId xmlns:p14="http://schemas.microsoft.com/office/powerpoint/2010/main" val="87778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63EE2-C30E-43C1-8793-840BB4AE436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5">
            <a:extLst>
              <a:ext uri="{FF2B5EF4-FFF2-40B4-BE49-F238E27FC236}">
                <a16:creationId xmlns:a16="http://schemas.microsoft.com/office/drawing/2014/main" id="{B0A5A3F7-71BD-4942-BBF9-295764FAFF7D}"/>
              </a:ext>
            </a:extLst>
          </p:cNvPr>
          <p:cNvGraphicFramePr>
            <a:graphicFrameLocks noGrp="1"/>
          </p:cNvGraphicFramePr>
          <p:nvPr>
            <p:custDataLst>
              <p:tags r:id="rId2"/>
            </p:custDataLst>
            <p:extLst>
              <p:ext uri="{D42A27DB-BD31-4B8C-83A1-F6EECF244321}">
                <p14:modId xmlns:p14="http://schemas.microsoft.com/office/powerpoint/2010/main" val="160264109"/>
              </p:ext>
            </p:extLst>
          </p:nvPr>
        </p:nvGraphicFramePr>
        <p:xfrm>
          <a:off x="304800" y="2031071"/>
          <a:ext cx="11582400" cy="3850640"/>
        </p:xfrm>
        <a:graphic>
          <a:graphicData uri="http://schemas.openxmlformats.org/drawingml/2006/table">
            <a:tbl>
              <a:tblPr firstRow="1" bandRow="1">
                <a:tableStyleId>{F5AB1C69-6EDB-4FF4-983F-18BD219EF322}</a:tableStyleId>
              </a:tblPr>
              <a:tblGrid>
                <a:gridCol w="2353733">
                  <a:extLst>
                    <a:ext uri="{9D8B030D-6E8A-4147-A177-3AD203B41FA5}">
                      <a16:colId xmlns:a16="http://schemas.microsoft.com/office/drawing/2014/main" val="3611636286"/>
                    </a:ext>
                  </a:extLst>
                </a:gridCol>
                <a:gridCol w="9228667">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UOM 1</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unit of measure. This field is </a:t>
                      </a:r>
                      <a:r>
                        <a:rPr lang="en-US" sz="1800" b="1" u="sng" kern="1200" dirty="0">
                          <a:solidFill>
                            <a:schemeClr val="tx1">
                              <a:lumMod val="50000"/>
                              <a:lumOff val="50000"/>
                            </a:schemeClr>
                          </a:solidFill>
                          <a:latin typeface="+mn-lt"/>
                          <a:ea typeface="+mn-ea"/>
                          <a:cs typeface="+mn-cs"/>
                        </a:rPr>
                        <a:t>mandatory</a:t>
                      </a:r>
                      <a:r>
                        <a:rPr lang="en-US" sz="1800" kern="1200" dirty="0">
                          <a:solidFill>
                            <a:schemeClr val="tx1">
                              <a:lumMod val="50000"/>
                              <a:lumOff val="50000"/>
                            </a:schemeClr>
                          </a:solidFill>
                          <a:latin typeface="+mn-lt"/>
                          <a:ea typeface="+mn-ea"/>
                          <a:cs typeface="+mn-cs"/>
                        </a:rPr>
                        <a:t>. </a:t>
                      </a:r>
                    </a:p>
                  </a:txBody>
                  <a:tcPr/>
                </a:tc>
                <a:extLst>
                  <a:ext uri="{0D108BD9-81ED-4DB2-BD59-A6C34878D82A}">
                    <a16:rowId xmlns:a16="http://schemas.microsoft.com/office/drawing/2014/main" val="382426395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Quantity of UOM 1 in UOM 2</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Given that UOM 1 is the stocking unit of measure, the number of UOM 1 it takes to make one UOM 2.</a:t>
                      </a:r>
                      <a:endParaRPr lang="fr-CA"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706045385"/>
                  </a:ext>
                </a:extLst>
              </a:tr>
              <a:tr h="48987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UOM 2 to 6</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These</a:t>
                      </a:r>
                      <a:r>
                        <a:rPr lang="fr-CA" sz="1800" kern="1200" dirty="0">
                          <a:solidFill>
                            <a:schemeClr val="tx1">
                              <a:lumMod val="50000"/>
                              <a:lumOff val="50000"/>
                            </a:schemeClr>
                          </a:solidFill>
                          <a:latin typeface="+mn-lt"/>
                          <a:ea typeface="+mn-ea"/>
                          <a:cs typeface="+mn-cs"/>
                        </a:rPr>
                        <a:t> </a:t>
                      </a:r>
                      <a:r>
                        <a:rPr lang="fr-CA" sz="1800" kern="1200" dirty="0" err="1">
                          <a:solidFill>
                            <a:schemeClr val="tx1">
                              <a:lumMod val="50000"/>
                              <a:lumOff val="50000"/>
                            </a:schemeClr>
                          </a:solidFill>
                          <a:latin typeface="+mn-lt"/>
                          <a:ea typeface="+mn-ea"/>
                          <a:cs typeface="+mn-cs"/>
                        </a:rPr>
                        <a:t>fields</a:t>
                      </a:r>
                      <a:r>
                        <a:rPr lang="fr-CA" sz="1800" kern="1200" dirty="0">
                          <a:solidFill>
                            <a:schemeClr val="tx1">
                              <a:lumMod val="50000"/>
                              <a:lumOff val="50000"/>
                            </a:schemeClr>
                          </a:solidFill>
                          <a:latin typeface="+mn-lt"/>
                          <a:ea typeface="+mn-ea"/>
                          <a:cs typeface="+mn-cs"/>
                        </a:rPr>
                        <a:t> are </a:t>
                      </a:r>
                      <a:r>
                        <a:rPr lang="fr-CA" sz="1800" b="1" u="sng" kern="1200" dirty="0" err="1">
                          <a:solidFill>
                            <a:schemeClr val="tx1">
                              <a:lumMod val="50000"/>
                              <a:lumOff val="50000"/>
                            </a:schemeClr>
                          </a:solidFill>
                          <a:latin typeface="+mn-lt"/>
                          <a:ea typeface="+mn-ea"/>
                          <a:cs typeface="+mn-cs"/>
                        </a:rPr>
                        <a:t>optional</a:t>
                      </a:r>
                      <a:r>
                        <a:rPr lang="fr-CA" sz="1800" kern="1200" dirty="0">
                          <a:solidFill>
                            <a:schemeClr val="tx1">
                              <a:lumMod val="50000"/>
                              <a:lumOff val="50000"/>
                            </a:schemeClr>
                          </a:solidFill>
                          <a:latin typeface="+mn-lt"/>
                          <a:ea typeface="+mn-ea"/>
                          <a:cs typeface="+mn-cs"/>
                        </a:rPr>
                        <a:t>. </a:t>
                      </a:r>
                      <a:r>
                        <a:rPr lang="en-US" sz="1800" kern="1200" dirty="0">
                          <a:solidFill>
                            <a:schemeClr val="tx1">
                              <a:lumMod val="50000"/>
                              <a:lumOff val="50000"/>
                            </a:schemeClr>
                          </a:solidFill>
                          <a:latin typeface="+mn-lt"/>
                          <a:ea typeface="+mn-ea"/>
                          <a:cs typeface="+mn-cs"/>
                        </a:rPr>
                        <a:t>The level 2 to 6 unit of measure. If specified, UOMs 1 to 6 must be unique.</a:t>
                      </a:r>
                    </a:p>
                  </a:txBody>
                  <a:tcPr/>
                </a:tc>
                <a:extLst>
                  <a:ext uri="{0D108BD9-81ED-4DB2-BD59-A6C34878D82A}">
                    <a16:rowId xmlns:a16="http://schemas.microsoft.com/office/drawing/2014/main" val="23015927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Minimum Load Quantity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minimum quantity (in the lowest unit of measure) of inventory that can be associated with a full load for the item. This field is </a:t>
                      </a:r>
                      <a:r>
                        <a:rPr lang="en-US" sz="1800" b="1" u="sng" kern="1200" dirty="0">
                          <a:solidFill>
                            <a:schemeClr val="tx1">
                              <a:lumMod val="50000"/>
                              <a:lumOff val="50000"/>
                            </a:schemeClr>
                          </a:solidFill>
                          <a:latin typeface="+mn-lt"/>
                          <a:ea typeface="+mn-ea"/>
                          <a:cs typeface="+mn-cs"/>
                        </a:rPr>
                        <a:t>automatically calculated by the system </a:t>
                      </a:r>
                      <a:r>
                        <a:rPr lang="en-US" sz="1800" kern="1200" dirty="0">
                          <a:solidFill>
                            <a:schemeClr val="tx1">
                              <a:lumMod val="50000"/>
                              <a:lumOff val="50000"/>
                            </a:schemeClr>
                          </a:solidFill>
                          <a:latin typeface="+mn-lt"/>
                          <a:ea typeface="+mn-ea"/>
                          <a:cs typeface="+mn-cs"/>
                        </a:rPr>
                        <a:t>based on the Load UOM field. </a:t>
                      </a: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Maximum Load Quantity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maximum quantity (in the lowest unit of measure) of inventory that can be associated with a full load for the item. This field is </a:t>
                      </a:r>
                      <a:r>
                        <a:rPr lang="en-US" sz="1800" b="1" u="sng" kern="1200" dirty="0">
                          <a:solidFill>
                            <a:schemeClr val="tx1">
                              <a:lumMod val="50000"/>
                              <a:lumOff val="50000"/>
                            </a:schemeClr>
                          </a:solidFill>
                          <a:latin typeface="+mn-lt"/>
                          <a:ea typeface="+mn-ea"/>
                          <a:cs typeface="+mn-cs"/>
                        </a:rPr>
                        <a:t>automatically calculated by the system </a:t>
                      </a:r>
                      <a:r>
                        <a:rPr lang="en-US" sz="1800" kern="1200" dirty="0">
                          <a:solidFill>
                            <a:schemeClr val="tx1">
                              <a:lumMod val="50000"/>
                              <a:lumOff val="50000"/>
                            </a:schemeClr>
                          </a:solidFill>
                          <a:latin typeface="+mn-lt"/>
                          <a:ea typeface="+mn-ea"/>
                          <a:cs typeface="+mn-cs"/>
                        </a:rPr>
                        <a:t>based on the Load UOM field. </a:t>
                      </a:r>
                    </a:p>
                  </a:txBody>
                  <a:tcPr/>
                </a:tc>
                <a:extLst>
                  <a:ext uri="{0D108BD9-81ED-4DB2-BD59-A6C34878D82A}">
                    <a16:rowId xmlns:a16="http://schemas.microsoft.com/office/drawing/2014/main" val="453915864"/>
                  </a:ext>
                </a:extLst>
              </a:tr>
            </a:tbl>
          </a:graphicData>
        </a:graphic>
      </p:graphicFrame>
      <p:sp>
        <p:nvSpPr>
          <p:cNvPr id="6" name="Content Placeholder 2">
            <a:extLst>
              <a:ext uri="{FF2B5EF4-FFF2-40B4-BE49-F238E27FC236}">
                <a16:creationId xmlns:a16="http://schemas.microsoft.com/office/drawing/2014/main" id="{23380FDD-29B9-48D1-805D-66E391BA7387}"/>
              </a:ext>
            </a:extLst>
          </p:cNvPr>
          <p:cNvSpPr>
            <a:spLocks noGrp="1"/>
          </p:cNvSpPr>
          <p:nvPr>
            <p:ph idx="1"/>
            <p:custDataLst>
              <p:tags r:id="rId3"/>
            </p:custDataLst>
          </p:nvPr>
        </p:nvSpPr>
        <p:spPr>
          <a:xfrm>
            <a:off x="838200" y="1393258"/>
            <a:ext cx="10515600" cy="4788431"/>
          </a:xfrm>
        </p:spPr>
        <p:txBody>
          <a:bodyPr/>
          <a:lstStyle/>
          <a:p>
            <a:pPr marL="457200" indent="-457200">
              <a:buFont typeface="+mj-lt"/>
              <a:buAutoNum type="arabicPeriod" startAt="9"/>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34261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63EE2-C30E-43C1-8793-840BB4AE436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6" name="Content Placeholder 2">
            <a:extLst>
              <a:ext uri="{FF2B5EF4-FFF2-40B4-BE49-F238E27FC236}">
                <a16:creationId xmlns:a16="http://schemas.microsoft.com/office/drawing/2014/main" id="{FB2F8FD9-EEF7-460D-A9DD-C60B151D1FD0}"/>
              </a:ext>
            </a:extLst>
          </p:cNvPr>
          <p:cNvSpPr>
            <a:spLocks noGrp="1"/>
          </p:cNvSpPr>
          <p:nvPr>
            <p:ph idx="1"/>
            <p:custDataLst>
              <p:tags r:id="rId2"/>
            </p:custDataLst>
          </p:nvPr>
        </p:nvSpPr>
        <p:spPr>
          <a:xfrm>
            <a:off x="838200" y="1499584"/>
            <a:ext cx="10515600" cy="4788431"/>
          </a:xfrm>
        </p:spPr>
        <p:txBody>
          <a:bodyPr/>
          <a:lstStyle/>
          <a:p>
            <a:pPr marL="457200" indent="-457200">
              <a:buFont typeface="+mj-lt"/>
              <a:buAutoNum type="arabicPeriod" startAt="9"/>
            </a:pPr>
            <a:r>
              <a:rPr lang="fr-CA" dirty="0"/>
              <a:t>(</a:t>
            </a:r>
            <a:r>
              <a:rPr lang="fr-CA" dirty="0" err="1"/>
              <a:t>Continued</a:t>
            </a:r>
            <a:r>
              <a:rPr lang="fr-CA" dirty="0"/>
              <a:t>)</a:t>
            </a:r>
            <a:endParaRPr lang="en-CA" dirty="0"/>
          </a:p>
        </p:txBody>
      </p:sp>
      <p:graphicFrame>
        <p:nvGraphicFramePr>
          <p:cNvPr id="8" name="Table 5">
            <a:extLst>
              <a:ext uri="{FF2B5EF4-FFF2-40B4-BE49-F238E27FC236}">
                <a16:creationId xmlns:a16="http://schemas.microsoft.com/office/drawing/2014/main" id="{0923E396-6DA8-42F5-AED8-0A2104944CC9}"/>
              </a:ext>
            </a:extLst>
          </p:cNvPr>
          <p:cNvGraphicFramePr>
            <a:graphicFrameLocks noGrp="1"/>
          </p:cNvGraphicFramePr>
          <p:nvPr>
            <p:custDataLst>
              <p:tags r:id="rId3"/>
            </p:custDataLst>
            <p:extLst>
              <p:ext uri="{D42A27DB-BD31-4B8C-83A1-F6EECF244321}">
                <p14:modId xmlns:p14="http://schemas.microsoft.com/office/powerpoint/2010/main" val="2242132642"/>
              </p:ext>
            </p:extLst>
          </p:nvPr>
        </p:nvGraphicFramePr>
        <p:xfrm>
          <a:off x="304800" y="2176721"/>
          <a:ext cx="11582400" cy="3937000"/>
        </p:xfrm>
        <a:graphic>
          <a:graphicData uri="http://schemas.openxmlformats.org/drawingml/2006/table">
            <a:tbl>
              <a:tblPr firstRow="1" bandRow="1">
                <a:tableStyleId>{F5AB1C69-6EDB-4FF4-983F-18BD219EF322}</a:tableStyleId>
              </a:tblPr>
              <a:tblGrid>
                <a:gridCol w="1800447">
                  <a:extLst>
                    <a:ext uri="{9D8B030D-6E8A-4147-A177-3AD203B41FA5}">
                      <a16:colId xmlns:a16="http://schemas.microsoft.com/office/drawing/2014/main" val="3611636286"/>
                    </a:ext>
                  </a:extLst>
                </a:gridCol>
                <a:gridCol w="9781953">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Load UOM</a:t>
                      </a:r>
                      <a:endParaRPr lang="en-CA"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Quantity per Tag which defines the unit of measure for which a tag ID is generated. The load unit of measure is the item's normal handling unit of measure that controls the creation of unique tags and inventory records at the time of receiving. This value must represent either UOM 1, UOM 2, UOM 3, UOM 4, UOM 5 or UOM 6.</a:t>
                      </a:r>
                    </a:p>
                  </a:txBody>
                  <a:tcPr/>
                </a:tc>
                <a:extLst>
                  <a:ext uri="{0D108BD9-81ED-4DB2-BD59-A6C34878D82A}">
                    <a16:rowId xmlns:a16="http://schemas.microsoft.com/office/drawing/2014/main" val="170604538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Label UOM</a:t>
                      </a:r>
                      <a:endParaRPr lang="en-CA"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unit of measure for which tag labels are printed on a receipt record. The label unit of measure controls the number of bar code license plate tags generated at receiving. Label UOM should not be confused with Load UOM since a single unit load could generate many labels, each with the same tag ID. In this example, 2 labels will be generated because the value is set to EACH for a pack of 2. This value must represent either UOM 1, UOM 2, UOM 3, UOM 4, UOM 5 or UOM 6.</a:t>
                      </a:r>
                    </a:p>
                  </a:txBody>
                  <a:tcPr/>
                </a:tc>
                <a:extLst>
                  <a:ext uri="{0D108BD9-81ED-4DB2-BD59-A6C34878D82A}">
                    <a16:rowId xmlns:a16="http://schemas.microsoft.com/office/drawing/2014/main" val="230159274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Command UOM</a:t>
                      </a:r>
                      <a:endParaRPr lang="en-CA"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command unit of measure controls how quantity information is communicated to users for all work-related tasks (e.g. picking or store using a RF gun. Commands are displayed to users in this unit of measure whenever possible. </a:t>
                      </a:r>
                    </a:p>
                  </a:txBody>
                  <a:tcPr/>
                </a:tc>
                <a:extLst>
                  <a:ext uri="{0D108BD9-81ED-4DB2-BD59-A6C34878D82A}">
                    <a16:rowId xmlns:a16="http://schemas.microsoft.com/office/drawing/2014/main" val="2984483722"/>
                  </a:ext>
                </a:extLst>
              </a:tr>
            </a:tbl>
          </a:graphicData>
        </a:graphic>
      </p:graphicFrame>
    </p:spTree>
    <p:extLst>
      <p:ext uri="{BB962C8B-B14F-4D97-AF65-F5344CB8AC3E}">
        <p14:creationId xmlns:p14="http://schemas.microsoft.com/office/powerpoint/2010/main" val="3503232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89322-2418-4541-A9C6-77B8B904CFD4}"/>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5">
            <a:extLst>
              <a:ext uri="{FF2B5EF4-FFF2-40B4-BE49-F238E27FC236}">
                <a16:creationId xmlns:a16="http://schemas.microsoft.com/office/drawing/2014/main" id="{0F7127F4-B623-43A8-A28B-29886B522C8B}"/>
              </a:ext>
            </a:extLst>
          </p:cNvPr>
          <p:cNvGraphicFramePr>
            <a:graphicFrameLocks noGrp="1"/>
          </p:cNvGraphicFramePr>
          <p:nvPr>
            <p:custDataLst>
              <p:tags r:id="rId2"/>
            </p:custDataLst>
            <p:extLst>
              <p:ext uri="{D42A27DB-BD31-4B8C-83A1-F6EECF244321}">
                <p14:modId xmlns:p14="http://schemas.microsoft.com/office/powerpoint/2010/main" val="4235323805"/>
              </p:ext>
            </p:extLst>
          </p:nvPr>
        </p:nvGraphicFramePr>
        <p:xfrm>
          <a:off x="304800" y="2244371"/>
          <a:ext cx="11582400" cy="3489960"/>
        </p:xfrm>
        <a:graphic>
          <a:graphicData uri="http://schemas.openxmlformats.org/drawingml/2006/table">
            <a:tbl>
              <a:tblPr firstRow="1" bandRow="1">
                <a:tableStyleId>{F5AB1C69-6EDB-4FF4-983F-18BD219EF322}</a:tableStyleId>
              </a:tblPr>
              <a:tblGrid>
                <a:gridCol w="1800447">
                  <a:extLst>
                    <a:ext uri="{9D8B030D-6E8A-4147-A177-3AD203B41FA5}">
                      <a16:colId xmlns:a16="http://schemas.microsoft.com/office/drawing/2014/main" val="3611636286"/>
                    </a:ext>
                  </a:extLst>
                </a:gridCol>
                <a:gridCol w="9781953">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Carton UOM</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Unit of measure that defines a shipping carton that can be shipped directly to a customer as is. It is used to calculate the number of cartons on shipping paperwork (i.e. the bill of lading). This value must represent either UOM 1, UOM 2, UOM 3, UOM 4, UOM 5 or UOM 6. </a:t>
                      </a: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Cross Dock UOM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minimum unit of measure that can be cross docked for an item. </a:t>
                      </a:r>
                      <a:r>
                        <a:rPr lang="en-US" sz="1800" b="1" u="sng" kern="1200" dirty="0">
                          <a:solidFill>
                            <a:schemeClr val="tx1">
                              <a:lumMod val="50000"/>
                              <a:lumOff val="50000"/>
                            </a:schemeClr>
                          </a:solidFill>
                          <a:latin typeface="+mn-lt"/>
                          <a:ea typeface="+mn-ea"/>
                          <a:cs typeface="+mn-cs"/>
                        </a:rPr>
                        <a:t>This field is not used. </a:t>
                      </a:r>
                    </a:p>
                  </a:txBody>
                  <a:tcPr/>
                </a:tc>
                <a:extLst>
                  <a:ext uri="{0D108BD9-81ED-4DB2-BD59-A6C34878D82A}">
                    <a16:rowId xmlns:a16="http://schemas.microsoft.com/office/drawing/2014/main" val="4539158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Break UOM</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lowest unit of measure allowed when picking this item. </a:t>
                      </a:r>
                    </a:p>
                  </a:txBody>
                  <a:tcPr/>
                </a:tc>
                <a:extLst>
                  <a:ext uri="{0D108BD9-81ED-4DB2-BD59-A6C34878D82A}">
                    <a16:rowId xmlns:a16="http://schemas.microsoft.com/office/drawing/2014/main" val="973992593"/>
                  </a:ext>
                </a:extLst>
              </a:tr>
              <a:tr h="10126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Pick Label UOM</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largest unit of measure for which a pick label will be printed. Example: if the command unit of measure is PALLET, and the pick label unit of measure is CASE, when a pallet is required (with10 cases per pallet), therefore 10 labels will be printed for the pallet. This value must represent either UOM 1, UOM 2, UOM 3, UOM 4, UOM 5 or UOM 6, may not be greater than the Command UOM and not be less than the Break UOM.</a:t>
                      </a:r>
                    </a:p>
                  </a:txBody>
                  <a:tcPr/>
                </a:tc>
                <a:extLst>
                  <a:ext uri="{0D108BD9-81ED-4DB2-BD59-A6C34878D82A}">
                    <a16:rowId xmlns:a16="http://schemas.microsoft.com/office/drawing/2014/main" val="3202253516"/>
                  </a:ext>
                </a:extLst>
              </a:tr>
            </a:tbl>
          </a:graphicData>
        </a:graphic>
      </p:graphicFrame>
      <p:sp>
        <p:nvSpPr>
          <p:cNvPr id="6" name="Content Placeholder 2">
            <a:extLst>
              <a:ext uri="{FF2B5EF4-FFF2-40B4-BE49-F238E27FC236}">
                <a16:creationId xmlns:a16="http://schemas.microsoft.com/office/drawing/2014/main" id="{90D78095-06B4-428B-A1D1-FA185E91F4DB}"/>
              </a:ext>
            </a:extLst>
          </p:cNvPr>
          <p:cNvSpPr>
            <a:spLocks noGrp="1"/>
          </p:cNvSpPr>
          <p:nvPr>
            <p:ph idx="1"/>
            <p:custDataLst>
              <p:tags r:id="rId3"/>
            </p:custDataLst>
          </p:nvPr>
        </p:nvSpPr>
        <p:spPr>
          <a:xfrm>
            <a:off x="838200" y="1499584"/>
            <a:ext cx="10515600" cy="4788431"/>
          </a:xfrm>
        </p:spPr>
        <p:txBody>
          <a:bodyPr/>
          <a:lstStyle/>
          <a:p>
            <a:pPr marL="457200" indent="-457200">
              <a:buFont typeface="+mj-lt"/>
              <a:buAutoNum type="arabicPeriod" startAt="9"/>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05163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7FD90-E7E7-4A13-897D-FD97920BE6C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707C5EBC-6A0E-4D35-ACE9-9DC27564C9E4}"/>
              </a:ext>
            </a:extLst>
          </p:cNvPr>
          <p:cNvSpPr>
            <a:spLocks noGrp="1"/>
          </p:cNvSpPr>
          <p:nvPr>
            <p:ph idx="1"/>
            <p:custDataLst>
              <p:tags r:id="rId2"/>
            </p:custDataLst>
          </p:nvPr>
        </p:nvSpPr>
        <p:spPr>
          <a:xfrm>
            <a:off x="838201" y="1159328"/>
            <a:ext cx="6313714" cy="4838341"/>
          </a:xfrm>
        </p:spPr>
        <p:txBody>
          <a:bodyPr/>
          <a:lstStyle/>
          <a:p>
            <a:pPr marL="457200" indent="-457200" algn="just">
              <a:lnSpc>
                <a:spcPct val="130000"/>
              </a:lnSpc>
              <a:buFont typeface="+mj-lt"/>
              <a:buAutoNum type="arabicPeriod" startAt="10"/>
            </a:pPr>
            <a:r>
              <a:rPr lang="en-US" sz="2100" dirty="0"/>
              <a:t>If you are loading </a:t>
            </a:r>
            <a:r>
              <a:rPr lang="en-US" sz="2100" u="sng" dirty="0"/>
              <a:t>a new item</a:t>
            </a:r>
            <a:r>
              <a:rPr lang="en-US" sz="2100" dirty="0"/>
              <a:t>, complete the </a:t>
            </a:r>
            <a:r>
              <a:rPr lang="en-US" sz="2100" b="1" dirty="0"/>
              <a:t>Volume and Weight section</a:t>
            </a:r>
            <a:r>
              <a:rPr lang="en-US" sz="2100" dirty="0"/>
              <a:t>.</a:t>
            </a:r>
            <a:r>
              <a:rPr lang="en-US" sz="2100" b="1" dirty="0"/>
              <a:t> </a:t>
            </a:r>
            <a:r>
              <a:rPr lang="en-US" sz="2100" dirty="0"/>
              <a:t>If you are updating an item for which there is inventory in the warehouse, this section cannot be edited in the Item Load resource, refer to the </a:t>
            </a:r>
            <a:r>
              <a:rPr lang="en-US" sz="2100" dirty="0">
                <a:hlinkClick r:id="rId6" action="ppaction://hlinksldjump"/>
              </a:rPr>
              <a:t>Item Volumetrics Maintenance </a:t>
            </a:r>
            <a:r>
              <a:rPr lang="en-US" sz="2100" dirty="0"/>
              <a:t>section of this document to update these fields. An explanation of the fields is given in the next slides.</a:t>
            </a:r>
            <a:endParaRPr lang="en-CA" sz="2100" dirty="0"/>
          </a:p>
        </p:txBody>
      </p:sp>
      <p:pic>
        <p:nvPicPr>
          <p:cNvPr id="6" name="Picture 5">
            <a:extLst>
              <a:ext uri="{FF2B5EF4-FFF2-40B4-BE49-F238E27FC236}">
                <a16:creationId xmlns:a16="http://schemas.microsoft.com/office/drawing/2014/main" id="{AB52FF80-8571-4AEC-BDFA-60B97E7EBC4F}"/>
              </a:ext>
            </a:extLst>
          </p:cNvPr>
          <p:cNvPicPr>
            <a:picLocks noChangeAspect="1"/>
          </p:cNvPicPr>
          <p:nvPr>
            <p:custDataLst>
              <p:tags r:id="rId3"/>
            </p:custDataLst>
          </p:nvPr>
        </p:nvPicPr>
        <p:blipFill>
          <a:blip r:embed="rId7"/>
          <a:stretch>
            <a:fillRect/>
          </a:stretch>
        </p:blipFill>
        <p:spPr>
          <a:xfrm>
            <a:off x="7551788" y="703577"/>
            <a:ext cx="3802012" cy="5612494"/>
          </a:xfrm>
          <a:prstGeom prst="rect">
            <a:avLst/>
          </a:prstGeom>
        </p:spPr>
      </p:pic>
    </p:spTree>
    <p:extLst>
      <p:ext uri="{BB962C8B-B14F-4D97-AF65-F5344CB8AC3E}">
        <p14:creationId xmlns:p14="http://schemas.microsoft.com/office/powerpoint/2010/main" val="770859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5B5C7-7EDA-4747-971F-8B070CE67CF6}"/>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54DA42CC-40CB-4A2F-8973-73781A249AF0}"/>
              </a:ext>
            </a:extLst>
          </p:cNvPr>
          <p:cNvSpPr>
            <a:spLocks noGrp="1"/>
          </p:cNvSpPr>
          <p:nvPr>
            <p:ph idx="1"/>
            <p:custDataLst>
              <p:tags r:id="rId2"/>
            </p:custDataLst>
          </p:nvPr>
        </p:nvSpPr>
        <p:spPr>
          <a:xfrm>
            <a:off x="838200" y="1254654"/>
            <a:ext cx="10515600" cy="4788431"/>
          </a:xfrm>
        </p:spPr>
        <p:txBody>
          <a:bodyPr/>
          <a:lstStyle/>
          <a:p>
            <a:pPr marL="457200" indent="-457200">
              <a:buFont typeface="+mj-lt"/>
              <a:buAutoNum type="arabicPeriod" startAt="10"/>
            </a:pPr>
            <a:r>
              <a:rPr lang="fr-CA" dirty="0"/>
              <a:t>(</a:t>
            </a:r>
            <a:r>
              <a:rPr lang="fr-CA" dirty="0" err="1"/>
              <a:t>Continued</a:t>
            </a:r>
            <a:r>
              <a:rPr lang="fr-CA" dirty="0"/>
              <a:t>)</a:t>
            </a:r>
            <a:endParaRPr lang="en-CA" dirty="0"/>
          </a:p>
        </p:txBody>
      </p:sp>
      <p:graphicFrame>
        <p:nvGraphicFramePr>
          <p:cNvPr id="6" name="Table 5">
            <a:extLst>
              <a:ext uri="{FF2B5EF4-FFF2-40B4-BE49-F238E27FC236}">
                <a16:creationId xmlns:a16="http://schemas.microsoft.com/office/drawing/2014/main" id="{B68A1032-D63C-43F3-B765-4C89C7850FD5}"/>
              </a:ext>
            </a:extLst>
          </p:cNvPr>
          <p:cNvGraphicFramePr>
            <a:graphicFrameLocks noGrp="1"/>
          </p:cNvGraphicFramePr>
          <p:nvPr>
            <p:custDataLst>
              <p:tags r:id="rId3"/>
            </p:custDataLst>
            <p:extLst>
              <p:ext uri="{D42A27DB-BD31-4B8C-83A1-F6EECF244321}">
                <p14:modId xmlns:p14="http://schemas.microsoft.com/office/powerpoint/2010/main" val="2886133136"/>
              </p:ext>
            </p:extLst>
          </p:nvPr>
        </p:nvGraphicFramePr>
        <p:xfrm>
          <a:off x="309768" y="1890221"/>
          <a:ext cx="11572463" cy="1854200"/>
        </p:xfrm>
        <a:graphic>
          <a:graphicData uri="http://schemas.openxmlformats.org/drawingml/2006/table">
            <a:tbl>
              <a:tblPr firstRow="1" bandRow="1">
                <a:tableStyleId>{F5AB1C69-6EDB-4FF4-983F-18BD219EF322}</a:tableStyleId>
              </a:tblPr>
              <a:tblGrid>
                <a:gridCol w="2939618">
                  <a:extLst>
                    <a:ext uri="{9D8B030D-6E8A-4147-A177-3AD203B41FA5}">
                      <a16:colId xmlns:a16="http://schemas.microsoft.com/office/drawing/2014/main" val="3611636286"/>
                    </a:ext>
                  </a:extLst>
                </a:gridCol>
                <a:gridCol w="8632845">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Height</a:t>
                      </a:r>
                      <a:r>
                        <a:rPr lang="fr-CA" sz="1800" kern="1200" dirty="0">
                          <a:solidFill>
                            <a:schemeClr val="tx1">
                              <a:lumMod val="50000"/>
                              <a:lumOff val="50000"/>
                            </a:schemeClr>
                          </a:solidFill>
                          <a:latin typeface="+mn-lt"/>
                          <a:ea typeface="+mn-ea"/>
                          <a:cs typeface="+mn-cs"/>
                        </a:rPr>
                        <a:t> UOM 1</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height of the specified unit of measure inventory. </a:t>
                      </a: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Width UOM 1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width of the specified unit of measure inventory.</a:t>
                      </a:r>
                    </a:p>
                  </a:txBody>
                  <a:tcPr/>
                </a:tc>
                <a:extLst>
                  <a:ext uri="{0D108BD9-81ED-4DB2-BD59-A6C34878D82A}">
                    <a16:rowId xmlns:a16="http://schemas.microsoft.com/office/drawing/2014/main" val="4539158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Depth UOM 1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depth of the specified unit of measure inventory.</a:t>
                      </a:r>
                    </a:p>
                  </a:txBody>
                  <a:tcPr/>
                </a:tc>
                <a:extLst>
                  <a:ext uri="{0D108BD9-81ED-4DB2-BD59-A6C34878D82A}">
                    <a16:rowId xmlns:a16="http://schemas.microsoft.com/office/drawing/2014/main" val="973992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Gross Weight UOM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gross weight of the specified unit of measure inventory.</a:t>
                      </a:r>
                    </a:p>
                  </a:txBody>
                  <a:tcPr/>
                </a:tc>
                <a:extLst>
                  <a:ext uri="{0D108BD9-81ED-4DB2-BD59-A6C34878D82A}">
                    <a16:rowId xmlns:a16="http://schemas.microsoft.com/office/drawing/2014/main" val="3572132625"/>
                  </a:ext>
                </a:extLst>
              </a:tr>
            </a:tbl>
          </a:graphicData>
        </a:graphic>
      </p:graphicFrame>
      <p:sp>
        <p:nvSpPr>
          <p:cNvPr id="7" name="Content Placeholder 2">
            <a:extLst>
              <a:ext uri="{FF2B5EF4-FFF2-40B4-BE49-F238E27FC236}">
                <a16:creationId xmlns:a16="http://schemas.microsoft.com/office/drawing/2014/main" id="{058F76FE-5D3B-4BFD-BC59-7ED14EF82D00}"/>
              </a:ext>
            </a:extLst>
          </p:cNvPr>
          <p:cNvSpPr txBox="1">
            <a:spLocks/>
          </p:cNvSpPr>
          <p:nvPr>
            <p:custDataLst>
              <p:tags r:id="rId4"/>
            </p:custDataLst>
          </p:nvPr>
        </p:nvSpPr>
        <p:spPr>
          <a:xfrm>
            <a:off x="309768" y="3898539"/>
            <a:ext cx="11572463" cy="1854200"/>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buFont typeface="Wingdings" panose="05000000000000000000" pitchFamily="2" charset="2"/>
              <a:buChar char="ü"/>
            </a:pPr>
            <a:r>
              <a:rPr lang="en-US" sz="2000" dirty="0"/>
              <a:t> If the corresponding UOM is entered for the Height UOM 1, Width UOM 1, Depth UOM 1 and Gross Weight UOM 1, then the corresponding height/width/depth must also be entered. These fields are </a:t>
            </a:r>
            <a:r>
              <a:rPr lang="en-US" sz="2000" b="1" u="sng" dirty="0"/>
              <a:t>mandatory</a:t>
            </a:r>
            <a:r>
              <a:rPr lang="en-US" sz="2000" dirty="0"/>
              <a:t>. </a:t>
            </a:r>
          </a:p>
          <a:p>
            <a:pPr algn="just">
              <a:lnSpc>
                <a:spcPct val="130000"/>
              </a:lnSpc>
              <a:buFont typeface="Wingdings" panose="05000000000000000000" pitchFamily="2" charset="2"/>
              <a:buChar char="ü"/>
            </a:pPr>
            <a:endParaRPr lang="en-CA" sz="2000" dirty="0"/>
          </a:p>
        </p:txBody>
      </p:sp>
      <p:graphicFrame>
        <p:nvGraphicFramePr>
          <p:cNvPr id="9" name="Table 8">
            <a:extLst>
              <a:ext uri="{FF2B5EF4-FFF2-40B4-BE49-F238E27FC236}">
                <a16:creationId xmlns:a16="http://schemas.microsoft.com/office/drawing/2014/main" id="{0B531A59-9DFB-41EA-8232-A86B13A68E4E}"/>
              </a:ext>
            </a:extLst>
          </p:cNvPr>
          <p:cNvGraphicFramePr>
            <a:graphicFrameLocks noGrp="1"/>
          </p:cNvGraphicFramePr>
          <p:nvPr>
            <p:custDataLst>
              <p:tags r:id="rId5"/>
            </p:custDataLst>
            <p:extLst>
              <p:ext uri="{D42A27DB-BD31-4B8C-83A1-F6EECF244321}">
                <p14:modId xmlns:p14="http://schemas.microsoft.com/office/powerpoint/2010/main" val="478172288"/>
              </p:ext>
            </p:extLst>
          </p:nvPr>
        </p:nvGraphicFramePr>
        <p:xfrm>
          <a:off x="309767" y="4959639"/>
          <a:ext cx="11572462" cy="1188720"/>
        </p:xfrm>
        <a:graphic>
          <a:graphicData uri="http://schemas.openxmlformats.org/drawingml/2006/table">
            <a:tbl>
              <a:tblPr firstRow="1" bandRow="1">
                <a:tableStyleId>{0505E3EF-67EA-436B-97B2-0124C06EBD24}</a:tableStyleId>
              </a:tblPr>
              <a:tblGrid>
                <a:gridCol w="2972798">
                  <a:extLst>
                    <a:ext uri="{9D8B030D-6E8A-4147-A177-3AD203B41FA5}">
                      <a16:colId xmlns:a16="http://schemas.microsoft.com/office/drawing/2014/main" val="3611636286"/>
                    </a:ext>
                  </a:extLst>
                </a:gridCol>
                <a:gridCol w="8599664">
                  <a:extLst>
                    <a:ext uri="{9D8B030D-6E8A-4147-A177-3AD203B41FA5}">
                      <a16:colId xmlns:a16="http://schemas.microsoft.com/office/drawing/2014/main" val="139295721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b="0" kern="1200" dirty="0">
                          <a:solidFill>
                            <a:schemeClr val="tx1">
                              <a:lumMod val="50000"/>
                              <a:lumOff val="50000"/>
                            </a:schemeClr>
                          </a:solidFill>
                          <a:latin typeface="+mn-lt"/>
                          <a:ea typeface="+mn-ea"/>
                          <a:cs typeface="+mn-cs"/>
                        </a:rPr>
                        <a:t>Height UOM 2 to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lumMod val="50000"/>
                              <a:lumOff val="50000"/>
                            </a:schemeClr>
                          </a:solidFill>
                          <a:latin typeface="+mn-lt"/>
                          <a:ea typeface="+mn-ea"/>
                          <a:cs typeface="+mn-cs"/>
                        </a:rPr>
                        <a:t>Width UOM 2 to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lumMod val="50000"/>
                              <a:lumOff val="50000"/>
                            </a:schemeClr>
                          </a:solidFill>
                          <a:latin typeface="+mn-lt"/>
                          <a:ea typeface="+mn-ea"/>
                          <a:cs typeface="+mn-cs"/>
                        </a:rPr>
                        <a:t>Depth UOM 2 to 6</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b="0" kern="1200" dirty="0">
                          <a:solidFill>
                            <a:schemeClr val="tx1">
                              <a:lumMod val="50000"/>
                              <a:lumOff val="50000"/>
                            </a:schemeClr>
                          </a:solidFill>
                          <a:latin typeface="+mn-lt"/>
                          <a:ea typeface="+mn-ea"/>
                          <a:cs typeface="+mn-cs"/>
                        </a:rPr>
                        <a:t>Gross Weight UOM 2 to 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lumMod val="50000"/>
                              <a:lumOff val="50000"/>
                            </a:schemeClr>
                          </a:solidFill>
                          <a:latin typeface="+mn-lt"/>
                          <a:ea typeface="+mn-ea"/>
                          <a:cs typeface="+mn-cs"/>
                        </a:rPr>
                        <a:t>These fields are </a:t>
                      </a:r>
                      <a:r>
                        <a:rPr lang="en-US" sz="1800" b="1" u="sng" kern="1200" dirty="0">
                          <a:solidFill>
                            <a:schemeClr val="tx1">
                              <a:lumMod val="50000"/>
                              <a:lumOff val="50000"/>
                            </a:schemeClr>
                          </a:solidFill>
                          <a:latin typeface="+mn-lt"/>
                          <a:ea typeface="+mn-ea"/>
                          <a:cs typeface="+mn-cs"/>
                        </a:rPr>
                        <a:t>optional</a:t>
                      </a:r>
                      <a:r>
                        <a:rPr lang="en-US" sz="1800" b="0" kern="1200" dirty="0">
                          <a:solidFill>
                            <a:schemeClr val="tx1">
                              <a:lumMod val="50000"/>
                              <a:lumOff val="50000"/>
                            </a:schemeClr>
                          </a:solidFill>
                          <a:latin typeface="+mn-lt"/>
                          <a:ea typeface="+mn-ea"/>
                          <a:cs typeface="+mn-cs"/>
                        </a:rPr>
                        <a:t> depending on whether you entered a value for UOM 2 to 6. The explanation is the same as above.</a:t>
                      </a:r>
                    </a:p>
                  </a:txBody>
                  <a:tcPr/>
                </a:tc>
                <a:extLst>
                  <a:ext uri="{0D108BD9-81ED-4DB2-BD59-A6C34878D82A}">
                    <a16:rowId xmlns:a16="http://schemas.microsoft.com/office/drawing/2014/main" val="453915864"/>
                  </a:ext>
                </a:extLst>
              </a:tr>
            </a:tbl>
          </a:graphicData>
        </a:graphic>
      </p:graphicFrame>
    </p:spTree>
    <p:extLst>
      <p:ext uri="{BB962C8B-B14F-4D97-AF65-F5344CB8AC3E}">
        <p14:creationId xmlns:p14="http://schemas.microsoft.com/office/powerpoint/2010/main" val="3805342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894ADE61-8434-47F9-A2E8-8F1D725EA5D2}"/>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11"/>
            </a:pPr>
            <a:r>
              <a:rPr lang="en-US" sz="2100" dirty="0"/>
              <a:t>Complete the </a:t>
            </a:r>
            <a:r>
              <a:rPr lang="en-US" sz="2100" b="1" dirty="0"/>
              <a:t>Receiving section </a:t>
            </a:r>
            <a:r>
              <a:rPr lang="en-US" sz="2100" dirty="0"/>
              <a:t>for the fields shown below. An explanation of the fields is given in the next slide.</a:t>
            </a:r>
            <a:endParaRPr lang="en-CA" sz="2100" dirty="0"/>
          </a:p>
        </p:txBody>
      </p:sp>
      <p:pic>
        <p:nvPicPr>
          <p:cNvPr id="6" name="Picture 5">
            <a:extLst>
              <a:ext uri="{FF2B5EF4-FFF2-40B4-BE49-F238E27FC236}">
                <a16:creationId xmlns:a16="http://schemas.microsoft.com/office/drawing/2014/main" id="{B9D0ABAD-2A3E-48D4-AD23-F841768C312D}"/>
              </a:ext>
            </a:extLst>
          </p:cNvPr>
          <p:cNvPicPr>
            <a:picLocks noChangeAspect="1"/>
          </p:cNvPicPr>
          <p:nvPr>
            <p:custDataLst>
              <p:tags r:id="rId3"/>
            </p:custDataLst>
          </p:nvPr>
        </p:nvPicPr>
        <p:blipFill>
          <a:blip r:embed="rId12"/>
          <a:stretch>
            <a:fillRect/>
          </a:stretch>
        </p:blipFill>
        <p:spPr>
          <a:xfrm>
            <a:off x="838200" y="2231850"/>
            <a:ext cx="5573371" cy="3711750"/>
          </a:xfrm>
          <a:prstGeom prst="rect">
            <a:avLst/>
          </a:prstGeom>
          <a:ln>
            <a:solidFill>
              <a:schemeClr val="tx1">
                <a:lumMod val="65000"/>
                <a:lumOff val="35000"/>
              </a:schemeClr>
            </a:solidFill>
          </a:ln>
        </p:spPr>
      </p:pic>
      <p:cxnSp>
        <p:nvCxnSpPr>
          <p:cNvPr id="8" name="Straight Arrow Connector 7">
            <a:extLst>
              <a:ext uri="{FF2B5EF4-FFF2-40B4-BE49-F238E27FC236}">
                <a16:creationId xmlns:a16="http://schemas.microsoft.com/office/drawing/2014/main" id="{9057CA0D-4F93-4F9F-AFF5-8C59C0E86F14}"/>
              </a:ext>
            </a:extLst>
          </p:cNvPr>
          <p:cNvCxnSpPr>
            <a:cxnSpLocks/>
          </p:cNvCxnSpPr>
          <p:nvPr>
            <p:custDataLst>
              <p:tags r:id="rId4"/>
            </p:custDataLst>
          </p:nvPr>
        </p:nvCxnSpPr>
        <p:spPr>
          <a:xfrm>
            <a:off x="3510585" y="2922814"/>
            <a:ext cx="3657658"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F2786BE6-819B-4ED1-B372-A927CE957D33}"/>
              </a:ext>
            </a:extLst>
          </p:cNvPr>
          <p:cNvCxnSpPr>
            <a:cxnSpLocks/>
          </p:cNvCxnSpPr>
          <p:nvPr>
            <p:custDataLst>
              <p:tags r:id="rId5"/>
            </p:custDataLst>
          </p:nvPr>
        </p:nvCxnSpPr>
        <p:spPr>
          <a:xfrm>
            <a:off x="3510585" y="3842657"/>
            <a:ext cx="3657658"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AE54C3E3-B01A-4D8B-AE9C-B2FAF38AED01}"/>
              </a:ext>
            </a:extLst>
          </p:cNvPr>
          <p:cNvCxnSpPr>
            <a:cxnSpLocks/>
          </p:cNvCxnSpPr>
          <p:nvPr>
            <p:custDataLst>
              <p:tags r:id="rId6"/>
            </p:custDataLst>
          </p:nvPr>
        </p:nvCxnSpPr>
        <p:spPr>
          <a:xfrm>
            <a:off x="3526914" y="4190998"/>
            <a:ext cx="3657658"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Rectangle 12">
            <a:extLst>
              <a:ext uri="{FF2B5EF4-FFF2-40B4-BE49-F238E27FC236}">
                <a16:creationId xmlns:a16="http://schemas.microsoft.com/office/drawing/2014/main" id="{4314B835-A97A-48B4-AAFE-E9B13CA8D6B7}"/>
              </a:ext>
            </a:extLst>
          </p:cNvPr>
          <p:cNvSpPr/>
          <p:nvPr>
            <p:custDataLst>
              <p:tags r:id="rId7"/>
            </p:custDataLst>
          </p:nvPr>
        </p:nvSpPr>
        <p:spPr>
          <a:xfrm>
            <a:off x="7309445" y="2738148"/>
            <a:ext cx="2721614" cy="369332"/>
          </a:xfrm>
          <a:prstGeom prst="rect">
            <a:avLst/>
          </a:prstGeom>
        </p:spPr>
        <p:txBody>
          <a:bodyPr wrap="square">
            <a:spAutoFit/>
          </a:bodyPr>
          <a:lstStyle/>
          <a:p>
            <a:pPr algn="just"/>
            <a:r>
              <a:rPr lang="en-US" dirty="0">
                <a:solidFill>
                  <a:srgbClr val="000000"/>
                </a:solidFill>
              </a:rPr>
              <a:t>Always set to Yes </a:t>
            </a:r>
            <a:endParaRPr lang="en-CA" dirty="0">
              <a:solidFill>
                <a:srgbClr val="000000"/>
              </a:solidFill>
            </a:endParaRPr>
          </a:p>
        </p:txBody>
      </p:sp>
      <p:sp>
        <p:nvSpPr>
          <p:cNvPr id="15" name="Rectangle 14">
            <a:extLst>
              <a:ext uri="{FF2B5EF4-FFF2-40B4-BE49-F238E27FC236}">
                <a16:creationId xmlns:a16="http://schemas.microsoft.com/office/drawing/2014/main" id="{023A0073-FE34-4DEE-8F24-7835AD7888E3}"/>
              </a:ext>
            </a:extLst>
          </p:cNvPr>
          <p:cNvSpPr/>
          <p:nvPr>
            <p:custDataLst>
              <p:tags r:id="rId8"/>
            </p:custDataLst>
          </p:nvPr>
        </p:nvSpPr>
        <p:spPr>
          <a:xfrm>
            <a:off x="7309445" y="3657991"/>
            <a:ext cx="2721614" cy="369332"/>
          </a:xfrm>
          <a:prstGeom prst="rect">
            <a:avLst/>
          </a:prstGeom>
        </p:spPr>
        <p:txBody>
          <a:bodyPr wrap="square">
            <a:spAutoFit/>
          </a:bodyPr>
          <a:lstStyle/>
          <a:p>
            <a:pPr algn="just"/>
            <a:r>
              <a:rPr lang="en-US" dirty="0">
                <a:solidFill>
                  <a:srgbClr val="000000"/>
                </a:solidFill>
              </a:rPr>
              <a:t>Always set to No </a:t>
            </a:r>
            <a:endParaRPr lang="en-CA" dirty="0">
              <a:solidFill>
                <a:srgbClr val="000000"/>
              </a:solidFill>
            </a:endParaRPr>
          </a:p>
        </p:txBody>
      </p:sp>
      <p:sp>
        <p:nvSpPr>
          <p:cNvPr id="17" name="Rectangle 16">
            <a:extLst>
              <a:ext uri="{FF2B5EF4-FFF2-40B4-BE49-F238E27FC236}">
                <a16:creationId xmlns:a16="http://schemas.microsoft.com/office/drawing/2014/main" id="{2B71ACAF-F4FA-4142-BE0F-696D0C0E3199}"/>
              </a:ext>
            </a:extLst>
          </p:cNvPr>
          <p:cNvSpPr/>
          <p:nvPr>
            <p:custDataLst>
              <p:tags r:id="rId9"/>
            </p:custDataLst>
          </p:nvPr>
        </p:nvSpPr>
        <p:spPr>
          <a:xfrm>
            <a:off x="7314715" y="4006332"/>
            <a:ext cx="2721614" cy="369332"/>
          </a:xfrm>
          <a:prstGeom prst="rect">
            <a:avLst/>
          </a:prstGeom>
        </p:spPr>
        <p:txBody>
          <a:bodyPr wrap="square">
            <a:spAutoFit/>
          </a:bodyPr>
          <a:lstStyle/>
          <a:p>
            <a:pPr algn="just"/>
            <a:r>
              <a:rPr lang="en-US" dirty="0">
                <a:solidFill>
                  <a:srgbClr val="000000"/>
                </a:solidFill>
              </a:rPr>
              <a:t>Set to No </a:t>
            </a:r>
            <a:endParaRPr lang="en-CA" dirty="0">
              <a:solidFill>
                <a:srgbClr val="000000"/>
              </a:solidFill>
            </a:endParaRPr>
          </a:p>
        </p:txBody>
      </p:sp>
    </p:spTree>
    <p:extLst>
      <p:ext uri="{BB962C8B-B14F-4D97-AF65-F5344CB8AC3E}">
        <p14:creationId xmlns:p14="http://schemas.microsoft.com/office/powerpoint/2010/main" val="1594842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9A2FBEA7-2905-4EB0-9760-20C7AB016556}"/>
              </a:ext>
            </a:extLst>
          </p:cNvPr>
          <p:cNvSpPr>
            <a:spLocks noGrp="1"/>
          </p:cNvSpPr>
          <p:nvPr>
            <p:ph idx="1"/>
            <p:custDataLst>
              <p:tags r:id="rId2"/>
            </p:custDataLst>
          </p:nvPr>
        </p:nvSpPr>
        <p:spPr>
          <a:xfrm>
            <a:off x="838200" y="1254654"/>
            <a:ext cx="10515600" cy="4788431"/>
          </a:xfrm>
        </p:spPr>
        <p:txBody>
          <a:bodyPr/>
          <a:lstStyle/>
          <a:p>
            <a:pPr marL="457200" indent="-457200">
              <a:buFont typeface="+mj-lt"/>
              <a:buAutoNum type="arabicPeriod" startAt="11"/>
            </a:pPr>
            <a:r>
              <a:rPr lang="fr-CA" dirty="0"/>
              <a:t>(</a:t>
            </a:r>
            <a:r>
              <a:rPr lang="fr-CA" dirty="0" err="1"/>
              <a:t>Continued</a:t>
            </a:r>
            <a:r>
              <a:rPr lang="fr-CA" dirty="0"/>
              <a:t>)</a:t>
            </a:r>
            <a:endParaRPr lang="en-CA" dirty="0"/>
          </a:p>
        </p:txBody>
      </p:sp>
      <p:graphicFrame>
        <p:nvGraphicFramePr>
          <p:cNvPr id="6" name="Table 5">
            <a:extLst>
              <a:ext uri="{FF2B5EF4-FFF2-40B4-BE49-F238E27FC236}">
                <a16:creationId xmlns:a16="http://schemas.microsoft.com/office/drawing/2014/main" id="{DEFBF77E-C831-4534-A334-DE98273F6E9D}"/>
              </a:ext>
            </a:extLst>
          </p:cNvPr>
          <p:cNvGraphicFramePr>
            <a:graphicFrameLocks noGrp="1"/>
          </p:cNvGraphicFramePr>
          <p:nvPr>
            <p:custDataLst>
              <p:tags r:id="rId3"/>
            </p:custDataLst>
            <p:extLst>
              <p:ext uri="{D42A27DB-BD31-4B8C-83A1-F6EECF244321}">
                <p14:modId xmlns:p14="http://schemas.microsoft.com/office/powerpoint/2010/main" val="2404019968"/>
              </p:ext>
            </p:extLst>
          </p:nvPr>
        </p:nvGraphicFramePr>
        <p:xfrm>
          <a:off x="309768" y="1890221"/>
          <a:ext cx="11572463" cy="4394200"/>
        </p:xfrm>
        <a:graphic>
          <a:graphicData uri="http://schemas.openxmlformats.org/drawingml/2006/table">
            <a:tbl>
              <a:tblPr firstRow="1" bandRow="1">
                <a:tableStyleId>{F5AB1C69-6EDB-4FF4-983F-18BD219EF322}</a:tableStyleId>
              </a:tblPr>
              <a:tblGrid>
                <a:gridCol w="2613046">
                  <a:extLst>
                    <a:ext uri="{9D8B030D-6E8A-4147-A177-3AD203B41FA5}">
                      <a16:colId xmlns:a16="http://schemas.microsoft.com/office/drawing/2014/main" val="3611636286"/>
                    </a:ext>
                  </a:extLst>
                </a:gridCol>
                <a:gridCol w="8959417">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Allow</a:t>
                      </a:r>
                      <a:r>
                        <a:rPr lang="fr-CA" sz="1800" kern="1200" dirty="0">
                          <a:solidFill>
                            <a:schemeClr val="tx1">
                              <a:lumMod val="50000"/>
                              <a:lumOff val="50000"/>
                            </a:schemeClr>
                          </a:solidFill>
                          <a:latin typeface="+mn-lt"/>
                          <a:ea typeface="+mn-ea"/>
                          <a:cs typeface="+mn-cs"/>
                        </a:rPr>
                        <a:t> </a:t>
                      </a:r>
                      <a:r>
                        <a:rPr lang="fr-CA" sz="1800" kern="1200" dirty="0" err="1">
                          <a:solidFill>
                            <a:schemeClr val="tx1">
                              <a:lumMod val="50000"/>
                              <a:lumOff val="50000"/>
                            </a:schemeClr>
                          </a:solidFill>
                          <a:latin typeface="+mn-lt"/>
                          <a:ea typeface="+mn-ea"/>
                          <a:cs typeface="+mn-cs"/>
                        </a:rPr>
                        <a:t>Receipt</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inventory of this item may be received in the warehouse. A value of No indicates that inventory of this item cannot be received. </a:t>
                      </a:r>
                      <a:r>
                        <a:rPr lang="en-US" sz="1800" b="1" u="sng" kern="1200" dirty="0">
                          <a:solidFill>
                            <a:schemeClr val="tx1">
                              <a:lumMod val="50000"/>
                              <a:lumOff val="50000"/>
                            </a:schemeClr>
                          </a:solidFill>
                          <a:latin typeface="+mn-lt"/>
                          <a:ea typeface="+mn-ea"/>
                          <a:cs typeface="+mn-cs"/>
                        </a:rPr>
                        <a:t>This field is always set to Yes. </a:t>
                      </a: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Storage Rule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This is the storage rule to follow when an item is received. Storage rules instruct the WMS how to find a storage location to support the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process.</a:t>
                      </a:r>
                    </a:p>
                  </a:txBody>
                  <a:tcPr/>
                </a:tc>
                <a:extLst>
                  <a:ext uri="{0D108BD9-81ED-4DB2-BD59-A6C34878D82A}">
                    <a16:rowId xmlns:a16="http://schemas.microsoft.com/office/drawing/2014/main" val="4539158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Default Release for </a:t>
                      </a:r>
                      <a:r>
                        <a:rPr lang="en-CA" sz="1800" kern="1200" dirty="0" err="1">
                          <a:solidFill>
                            <a:schemeClr val="tx1">
                              <a:lumMod val="50000"/>
                              <a:lumOff val="50000"/>
                            </a:schemeClr>
                          </a:solidFill>
                          <a:latin typeface="+mn-lt"/>
                          <a:ea typeface="+mn-ea"/>
                          <a:cs typeface="+mn-cs"/>
                        </a:rPr>
                        <a:t>Putaway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the item will be released for storage automatically during receiving. A value of No indicates that the item will not be released for storage. By setting this value to No, the inventory will be temporarily placed on hold until the user releases manually the inventory for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via the Release for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resource. </a:t>
                      </a:r>
                      <a:r>
                        <a:rPr lang="en-US" sz="1800" b="1" u="sng" kern="1200" dirty="0">
                          <a:solidFill>
                            <a:schemeClr val="tx1">
                              <a:lumMod val="50000"/>
                              <a:lumOff val="50000"/>
                            </a:schemeClr>
                          </a:solidFill>
                          <a:latin typeface="+mn-lt"/>
                          <a:ea typeface="+mn-ea"/>
                          <a:cs typeface="+mn-cs"/>
                        </a:rPr>
                        <a:t>This field is always set to Yes. </a:t>
                      </a:r>
                    </a:p>
                  </a:txBody>
                  <a:tcPr/>
                </a:tc>
                <a:extLst>
                  <a:ext uri="{0D108BD9-81ED-4DB2-BD59-A6C34878D82A}">
                    <a16:rowId xmlns:a16="http://schemas.microsoft.com/office/drawing/2014/main" val="973992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Tag </a:t>
                      </a:r>
                      <a:r>
                        <a:rPr lang="fr-CA" sz="1800" kern="1200" dirty="0" err="1">
                          <a:solidFill>
                            <a:schemeClr val="tx1">
                              <a:lumMod val="50000"/>
                              <a:lumOff val="50000"/>
                            </a:schemeClr>
                          </a:solidFill>
                          <a:latin typeface="+mn-lt"/>
                          <a:ea typeface="+mn-ea"/>
                          <a:cs typeface="+mn-cs"/>
                        </a:rPr>
                        <a:t>Tracking</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the item is tag-tracked. </a:t>
                      </a:r>
                      <a:r>
                        <a:rPr lang="en-US" sz="1800" b="1" u="sng" kern="1200" dirty="0">
                          <a:solidFill>
                            <a:schemeClr val="tx1">
                              <a:lumMod val="50000"/>
                              <a:lumOff val="50000"/>
                            </a:schemeClr>
                          </a:solidFill>
                          <a:latin typeface="+mn-lt"/>
                          <a:ea typeface="+mn-ea"/>
                          <a:cs typeface="+mn-cs"/>
                        </a:rPr>
                        <a:t>This field is set to No </a:t>
                      </a:r>
                      <a:r>
                        <a:rPr lang="en-US" sz="1800" kern="1200" dirty="0">
                          <a:solidFill>
                            <a:schemeClr val="tx1">
                              <a:lumMod val="50000"/>
                              <a:lumOff val="50000"/>
                            </a:schemeClr>
                          </a:solidFill>
                          <a:latin typeface="+mn-lt"/>
                          <a:ea typeface="+mn-ea"/>
                          <a:cs typeface="+mn-cs"/>
                        </a:rPr>
                        <a:t>as the tag tracking is usually done at the location level.  </a:t>
                      </a:r>
                    </a:p>
                  </a:txBody>
                  <a:tcPr/>
                </a:tc>
                <a:extLst>
                  <a:ext uri="{0D108BD9-81ED-4DB2-BD59-A6C34878D82A}">
                    <a16:rowId xmlns:a16="http://schemas.microsoft.com/office/drawing/2014/main" val="35721326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Consolidation Age Limit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relative age, in number of days, that is used for consolidation. During location selection, inventory will not be consolidated with other inventory that differs in age by more than the consolidation age. The value given to this field is always the highest.</a:t>
                      </a:r>
                    </a:p>
                  </a:txBody>
                  <a:tcPr/>
                </a:tc>
                <a:extLst>
                  <a:ext uri="{0D108BD9-81ED-4DB2-BD59-A6C34878D82A}">
                    <a16:rowId xmlns:a16="http://schemas.microsoft.com/office/drawing/2014/main" val="4243880112"/>
                  </a:ext>
                </a:extLst>
              </a:tr>
            </a:tbl>
          </a:graphicData>
        </a:graphic>
      </p:graphicFrame>
    </p:spTree>
    <p:extLst>
      <p:ext uri="{BB962C8B-B14F-4D97-AF65-F5344CB8AC3E}">
        <p14:creationId xmlns:p14="http://schemas.microsoft.com/office/powerpoint/2010/main" val="513000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D031F-FCB1-4973-89C8-D65ECA045B41}"/>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66B87A78-20EF-4FCF-ACED-88D05806FC80}"/>
              </a:ext>
            </a:extLst>
          </p:cNvPr>
          <p:cNvSpPr>
            <a:spLocks noGrp="1"/>
          </p:cNvSpPr>
          <p:nvPr>
            <p:ph idx="1"/>
            <p:custDataLst>
              <p:tags r:id="rId2"/>
            </p:custDataLst>
          </p:nvPr>
        </p:nvSpPr>
        <p:spPr>
          <a:xfrm>
            <a:off x="356940" y="1121061"/>
            <a:ext cx="4162293" cy="4975692"/>
          </a:xfrm>
        </p:spPr>
        <p:txBody>
          <a:bodyPr/>
          <a:lstStyle/>
          <a:p>
            <a:pPr marL="457200" indent="-457200" algn="just">
              <a:lnSpc>
                <a:spcPct val="130000"/>
              </a:lnSpc>
              <a:buFont typeface="+mj-lt"/>
              <a:buAutoNum type="arabicPeriod" startAt="12"/>
            </a:pPr>
            <a:r>
              <a:rPr lang="en-US" sz="2100" dirty="0"/>
              <a:t>Complete the </a:t>
            </a:r>
            <a:r>
              <a:rPr lang="en-US" sz="2100" b="1" dirty="0"/>
              <a:t>Default Input Settings </a:t>
            </a:r>
            <a:r>
              <a:rPr lang="en-US" sz="2100" dirty="0"/>
              <a:t>section</a:t>
            </a:r>
            <a:r>
              <a:rPr lang="en-US" sz="2100" b="1" dirty="0"/>
              <a:t> </a:t>
            </a:r>
            <a:r>
              <a:rPr lang="en-US" sz="2100" dirty="0"/>
              <a:t>for the fields shown in the opposite figure. An explanation of the fields is given in the next slide.</a:t>
            </a:r>
            <a:endParaRPr lang="en-CA" sz="2100" dirty="0"/>
          </a:p>
        </p:txBody>
      </p:sp>
      <p:pic>
        <p:nvPicPr>
          <p:cNvPr id="6" name="Picture 5">
            <a:extLst>
              <a:ext uri="{FF2B5EF4-FFF2-40B4-BE49-F238E27FC236}">
                <a16:creationId xmlns:a16="http://schemas.microsoft.com/office/drawing/2014/main" id="{B4A0DC78-33A8-4A97-BC4E-7D049452CA1E}"/>
              </a:ext>
            </a:extLst>
          </p:cNvPr>
          <p:cNvPicPr>
            <a:picLocks noChangeAspect="1"/>
          </p:cNvPicPr>
          <p:nvPr>
            <p:custDataLst>
              <p:tags r:id="rId3"/>
            </p:custDataLst>
          </p:nvPr>
        </p:nvPicPr>
        <p:blipFill>
          <a:blip r:embed="rId11"/>
          <a:stretch>
            <a:fillRect/>
          </a:stretch>
        </p:blipFill>
        <p:spPr>
          <a:xfrm>
            <a:off x="4621233" y="761247"/>
            <a:ext cx="5508972" cy="5487906"/>
          </a:xfrm>
          <a:prstGeom prst="rect">
            <a:avLst/>
          </a:prstGeom>
        </p:spPr>
      </p:pic>
      <p:cxnSp>
        <p:nvCxnSpPr>
          <p:cNvPr id="7" name="Straight Arrow Connector 6">
            <a:extLst>
              <a:ext uri="{FF2B5EF4-FFF2-40B4-BE49-F238E27FC236}">
                <a16:creationId xmlns:a16="http://schemas.microsoft.com/office/drawing/2014/main" id="{D00C4502-4FFB-4D90-BCFF-E7A804911037}"/>
              </a:ext>
            </a:extLst>
          </p:cNvPr>
          <p:cNvCxnSpPr>
            <a:cxnSpLocks/>
          </p:cNvCxnSpPr>
          <p:nvPr>
            <p:custDataLst>
              <p:tags r:id="rId4"/>
            </p:custDataLst>
          </p:nvPr>
        </p:nvCxnSpPr>
        <p:spPr>
          <a:xfrm>
            <a:off x="7685061" y="2217964"/>
            <a:ext cx="2633439"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9C305A2E-AFE4-44A5-B723-ACD9AA623A21}"/>
              </a:ext>
            </a:extLst>
          </p:cNvPr>
          <p:cNvSpPr/>
          <p:nvPr>
            <p:custDataLst>
              <p:tags r:id="rId5"/>
            </p:custDataLst>
          </p:nvPr>
        </p:nvSpPr>
        <p:spPr>
          <a:xfrm>
            <a:off x="10460382" y="2017256"/>
            <a:ext cx="1617889" cy="369332"/>
          </a:xfrm>
          <a:prstGeom prst="rect">
            <a:avLst/>
          </a:prstGeom>
        </p:spPr>
        <p:txBody>
          <a:bodyPr wrap="square">
            <a:spAutoFit/>
          </a:bodyPr>
          <a:lstStyle/>
          <a:p>
            <a:pPr algn="just"/>
            <a:r>
              <a:rPr lang="en-US" dirty="0">
                <a:solidFill>
                  <a:srgbClr val="000000"/>
                </a:solidFill>
              </a:rPr>
              <a:t>Set to Yes </a:t>
            </a:r>
            <a:endParaRPr lang="en-CA" dirty="0">
              <a:solidFill>
                <a:srgbClr val="000000"/>
              </a:solidFill>
            </a:endParaRPr>
          </a:p>
        </p:txBody>
      </p:sp>
      <p:cxnSp>
        <p:nvCxnSpPr>
          <p:cNvPr id="9" name="Straight Arrow Connector 8">
            <a:extLst>
              <a:ext uri="{FF2B5EF4-FFF2-40B4-BE49-F238E27FC236}">
                <a16:creationId xmlns:a16="http://schemas.microsoft.com/office/drawing/2014/main" id="{447D47A5-2474-4145-90F0-D3DBF362610E}"/>
              </a:ext>
            </a:extLst>
          </p:cNvPr>
          <p:cNvCxnSpPr>
            <a:cxnSpLocks/>
          </p:cNvCxnSpPr>
          <p:nvPr>
            <p:custDataLst>
              <p:tags r:id="rId6"/>
            </p:custDataLst>
          </p:nvPr>
        </p:nvCxnSpPr>
        <p:spPr>
          <a:xfrm>
            <a:off x="7672768" y="3301484"/>
            <a:ext cx="2645732"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id="{3547D8AE-DC17-4EE6-84BD-76C9741625D4}"/>
              </a:ext>
            </a:extLst>
          </p:cNvPr>
          <p:cNvSpPr/>
          <p:nvPr>
            <p:custDataLst>
              <p:tags r:id="rId7"/>
            </p:custDataLst>
          </p:nvPr>
        </p:nvSpPr>
        <p:spPr>
          <a:xfrm>
            <a:off x="10427683" y="3116818"/>
            <a:ext cx="2721614" cy="369332"/>
          </a:xfrm>
          <a:prstGeom prst="rect">
            <a:avLst/>
          </a:prstGeom>
        </p:spPr>
        <p:txBody>
          <a:bodyPr wrap="square">
            <a:spAutoFit/>
          </a:bodyPr>
          <a:lstStyle/>
          <a:p>
            <a:pPr algn="just"/>
            <a:r>
              <a:rPr lang="en-US" dirty="0">
                <a:solidFill>
                  <a:srgbClr val="000000"/>
                </a:solidFill>
              </a:rPr>
              <a:t>Always set to Yes </a:t>
            </a:r>
            <a:endParaRPr lang="en-CA" dirty="0">
              <a:solidFill>
                <a:srgbClr val="000000"/>
              </a:solidFill>
            </a:endParaRPr>
          </a:p>
        </p:txBody>
      </p:sp>
      <p:cxnSp>
        <p:nvCxnSpPr>
          <p:cNvPr id="11" name="Straight Arrow Connector 10">
            <a:extLst>
              <a:ext uri="{FF2B5EF4-FFF2-40B4-BE49-F238E27FC236}">
                <a16:creationId xmlns:a16="http://schemas.microsoft.com/office/drawing/2014/main" id="{FD94D6B8-B133-4100-9EA1-A7AB0625E7D7}"/>
              </a:ext>
            </a:extLst>
          </p:cNvPr>
          <p:cNvCxnSpPr>
            <a:cxnSpLocks/>
          </p:cNvCxnSpPr>
          <p:nvPr>
            <p:custDataLst>
              <p:tags r:id="rId8"/>
            </p:custDataLst>
          </p:nvPr>
        </p:nvCxnSpPr>
        <p:spPr>
          <a:xfrm>
            <a:off x="7685061" y="6001503"/>
            <a:ext cx="2633439"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2" name="Rectangle 11">
            <a:extLst>
              <a:ext uri="{FF2B5EF4-FFF2-40B4-BE49-F238E27FC236}">
                <a16:creationId xmlns:a16="http://schemas.microsoft.com/office/drawing/2014/main" id="{D88FA262-F1FC-4305-B6C2-1237E2E94BF8}"/>
              </a:ext>
            </a:extLst>
          </p:cNvPr>
          <p:cNvSpPr/>
          <p:nvPr>
            <p:custDataLst>
              <p:tags r:id="rId9"/>
            </p:custDataLst>
          </p:nvPr>
        </p:nvSpPr>
        <p:spPr>
          <a:xfrm>
            <a:off x="10331116" y="5678337"/>
            <a:ext cx="1860884" cy="646331"/>
          </a:xfrm>
          <a:prstGeom prst="rect">
            <a:avLst/>
          </a:prstGeom>
        </p:spPr>
        <p:txBody>
          <a:bodyPr wrap="square">
            <a:spAutoFit/>
          </a:bodyPr>
          <a:lstStyle/>
          <a:p>
            <a:pPr algn="just"/>
            <a:r>
              <a:rPr lang="en-US" dirty="0">
                <a:solidFill>
                  <a:srgbClr val="000000"/>
                </a:solidFill>
              </a:rPr>
              <a:t>Field downloaded from the DMS</a:t>
            </a:r>
            <a:endParaRPr lang="en-CA" dirty="0">
              <a:solidFill>
                <a:srgbClr val="000000"/>
              </a:solidFill>
            </a:endParaRPr>
          </a:p>
        </p:txBody>
      </p:sp>
    </p:spTree>
    <p:extLst>
      <p:ext uri="{BB962C8B-B14F-4D97-AF65-F5344CB8AC3E}">
        <p14:creationId xmlns:p14="http://schemas.microsoft.com/office/powerpoint/2010/main" val="883250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3C6A5C21-4E07-4F33-9198-1792FD7F3D1C}"/>
              </a:ext>
            </a:extLst>
          </p:cNvPr>
          <p:cNvSpPr>
            <a:spLocks noGrp="1"/>
          </p:cNvSpPr>
          <p:nvPr>
            <p:ph idx="1"/>
            <p:custDataLst>
              <p:tags r:id="rId2"/>
            </p:custDataLst>
          </p:nvPr>
        </p:nvSpPr>
        <p:spPr>
          <a:xfrm>
            <a:off x="838200" y="1174443"/>
            <a:ext cx="10515600" cy="4788431"/>
          </a:xfrm>
        </p:spPr>
        <p:txBody>
          <a:bodyPr/>
          <a:lstStyle/>
          <a:p>
            <a:pPr marL="457200" indent="-457200">
              <a:buFont typeface="+mj-lt"/>
              <a:buAutoNum type="arabicPeriod" startAt="12"/>
            </a:pPr>
            <a:r>
              <a:rPr lang="fr-CA" dirty="0"/>
              <a:t>(</a:t>
            </a:r>
            <a:r>
              <a:rPr lang="fr-CA" dirty="0" err="1"/>
              <a:t>Continued</a:t>
            </a:r>
            <a:r>
              <a:rPr lang="fr-CA" dirty="0"/>
              <a:t>)</a:t>
            </a:r>
            <a:endParaRPr lang="en-CA" dirty="0"/>
          </a:p>
        </p:txBody>
      </p:sp>
      <p:graphicFrame>
        <p:nvGraphicFramePr>
          <p:cNvPr id="6" name="Table 5">
            <a:extLst>
              <a:ext uri="{FF2B5EF4-FFF2-40B4-BE49-F238E27FC236}">
                <a16:creationId xmlns:a16="http://schemas.microsoft.com/office/drawing/2014/main" id="{7D8D730F-8CD6-4B78-A425-D6D2A38312E0}"/>
              </a:ext>
            </a:extLst>
          </p:cNvPr>
          <p:cNvGraphicFramePr>
            <a:graphicFrameLocks noGrp="1"/>
          </p:cNvGraphicFramePr>
          <p:nvPr>
            <p:custDataLst>
              <p:tags r:id="rId3"/>
            </p:custDataLst>
            <p:extLst>
              <p:ext uri="{D42A27DB-BD31-4B8C-83A1-F6EECF244321}">
                <p14:modId xmlns:p14="http://schemas.microsoft.com/office/powerpoint/2010/main" val="2408455894"/>
              </p:ext>
            </p:extLst>
          </p:nvPr>
        </p:nvGraphicFramePr>
        <p:xfrm>
          <a:off x="309768" y="1690688"/>
          <a:ext cx="11572463" cy="4668520"/>
        </p:xfrm>
        <a:graphic>
          <a:graphicData uri="http://schemas.openxmlformats.org/drawingml/2006/table">
            <a:tbl>
              <a:tblPr firstRow="1" bandRow="1">
                <a:tableStyleId>{F5AB1C69-6EDB-4FF4-983F-18BD219EF322}</a:tableStyleId>
              </a:tblPr>
              <a:tblGrid>
                <a:gridCol w="2604882">
                  <a:extLst>
                    <a:ext uri="{9D8B030D-6E8A-4147-A177-3AD203B41FA5}">
                      <a16:colId xmlns:a16="http://schemas.microsoft.com/office/drawing/2014/main" val="3611636286"/>
                    </a:ext>
                  </a:extLst>
                </a:gridCol>
                <a:gridCol w="8967581">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Default Hold Code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default hold code to be used for the item during receiving. For some reason, this enables to keep separate the item </a:t>
                      </a:r>
                      <a:r>
                        <a:rPr lang="en-CA" sz="1800" kern="1200" dirty="0">
                          <a:solidFill>
                            <a:schemeClr val="tx1">
                              <a:lumMod val="50000"/>
                              <a:lumOff val="50000"/>
                            </a:schemeClr>
                          </a:solidFill>
                          <a:latin typeface="+mn-lt"/>
                          <a:ea typeface="+mn-ea"/>
                          <a:cs typeface="+mn-cs"/>
                        </a:rPr>
                        <a:t>from similar inventory for Quality Check or in the event of a new item for example. </a:t>
                      </a: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Expiration Date Consolidation Method</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u="none" kern="1200" dirty="0">
                          <a:solidFill>
                            <a:schemeClr val="tx1">
                              <a:lumMod val="50000"/>
                              <a:lumOff val="50000"/>
                            </a:schemeClr>
                          </a:solidFill>
                          <a:latin typeface="+mn-lt"/>
                          <a:ea typeface="+mn-ea"/>
                          <a:cs typeface="+mn-cs"/>
                        </a:rPr>
                        <a:t>This is used when updating the item's expiration date when the inventory is being </a:t>
                      </a:r>
                      <a:r>
                        <a:rPr lang="en-US" sz="1800" kern="1200" dirty="0">
                          <a:solidFill>
                            <a:schemeClr val="tx1">
                              <a:lumMod val="50000"/>
                              <a:lumOff val="50000"/>
                            </a:schemeClr>
                          </a:solidFill>
                          <a:latin typeface="+mn-lt"/>
                          <a:ea typeface="+mn-ea"/>
                          <a:cs typeface="+mn-cs"/>
                        </a:rPr>
                        <a:t>consolidated.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t>
                      </a:r>
                      <a:r>
                        <a:rPr lang="en-US" sz="1800" b="1" kern="1200" dirty="0">
                          <a:solidFill>
                            <a:schemeClr val="tx1">
                              <a:lumMod val="50000"/>
                              <a:lumOff val="50000"/>
                            </a:schemeClr>
                          </a:solidFill>
                          <a:latin typeface="+mn-lt"/>
                          <a:ea typeface="+mn-ea"/>
                          <a:cs typeface="+mn-cs"/>
                        </a:rPr>
                        <a:t>Destination</a:t>
                      </a:r>
                      <a:r>
                        <a:rPr lang="en-US" sz="1800" kern="1200" dirty="0">
                          <a:solidFill>
                            <a:schemeClr val="tx1">
                              <a:lumMod val="50000"/>
                              <a:lumOff val="50000"/>
                            </a:schemeClr>
                          </a:solidFill>
                          <a:latin typeface="+mn-lt"/>
                          <a:ea typeface="+mn-ea"/>
                          <a:cs typeface="+mn-cs"/>
                        </a:rPr>
                        <a:t>” indicates that the inventory will be updated with the item expiration date of the inventory record currently in the destination location being consolidated.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t>
                      </a:r>
                      <a:r>
                        <a:rPr lang="en-US" sz="1800" b="1" kern="1200" dirty="0">
                          <a:solidFill>
                            <a:schemeClr val="tx1">
                              <a:lumMod val="50000"/>
                              <a:lumOff val="50000"/>
                            </a:schemeClr>
                          </a:solidFill>
                          <a:latin typeface="+mn-lt"/>
                          <a:ea typeface="+mn-ea"/>
                          <a:cs typeface="+mn-cs"/>
                        </a:rPr>
                        <a:t>Older</a:t>
                      </a:r>
                      <a:r>
                        <a:rPr lang="en-US" sz="1800" kern="1200" dirty="0">
                          <a:solidFill>
                            <a:schemeClr val="tx1">
                              <a:lumMod val="50000"/>
                              <a:lumOff val="50000"/>
                            </a:schemeClr>
                          </a:solidFill>
                          <a:latin typeface="+mn-lt"/>
                          <a:ea typeface="+mn-ea"/>
                          <a:cs typeface="+mn-cs"/>
                        </a:rPr>
                        <a:t>” indicates that the inventory will be updated with the older item expiration date of the inventory records being consolidated.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t>
                      </a:r>
                      <a:r>
                        <a:rPr lang="en-US" sz="1800" b="1" kern="1200" dirty="0">
                          <a:solidFill>
                            <a:schemeClr val="tx1">
                              <a:lumMod val="50000"/>
                              <a:lumOff val="50000"/>
                            </a:schemeClr>
                          </a:solidFill>
                          <a:latin typeface="+mn-lt"/>
                          <a:ea typeface="+mn-ea"/>
                          <a:cs typeface="+mn-cs"/>
                        </a:rPr>
                        <a:t>Newest</a:t>
                      </a:r>
                      <a:r>
                        <a:rPr lang="en-US" sz="1800" kern="1200" dirty="0">
                          <a:solidFill>
                            <a:schemeClr val="tx1">
                              <a:lumMod val="50000"/>
                              <a:lumOff val="50000"/>
                            </a:schemeClr>
                          </a:solidFill>
                          <a:latin typeface="+mn-lt"/>
                          <a:ea typeface="+mn-ea"/>
                          <a:cs typeface="+mn-cs"/>
                        </a:rPr>
                        <a:t>” indicates that the inventory being consolidated will be updated with the newer item expiration date of the inventory records being consolidated.</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Example: By indicating "Newest", if a product currently in stock received last week is mixed with the same product received this week, then the expiration date will be that week.</a:t>
                      </a:r>
                    </a:p>
                  </a:txBody>
                  <a:tcPr/>
                </a:tc>
                <a:extLst>
                  <a:ext uri="{0D108BD9-81ED-4DB2-BD59-A6C34878D82A}">
                    <a16:rowId xmlns:a16="http://schemas.microsoft.com/office/drawing/2014/main" val="453915864"/>
                  </a:ext>
                </a:extLst>
              </a:tr>
            </a:tbl>
          </a:graphicData>
        </a:graphic>
      </p:graphicFrame>
    </p:spTree>
    <p:extLst>
      <p:ext uri="{BB962C8B-B14F-4D97-AF65-F5344CB8AC3E}">
        <p14:creationId xmlns:p14="http://schemas.microsoft.com/office/powerpoint/2010/main" val="2497133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9300F-A99F-4784-9A30-0B5A87372AE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4">
            <a:extLst>
              <a:ext uri="{FF2B5EF4-FFF2-40B4-BE49-F238E27FC236}">
                <a16:creationId xmlns:a16="http://schemas.microsoft.com/office/drawing/2014/main" id="{F8E5ADA1-DC84-4347-BCF0-63B172F5C9CC}"/>
              </a:ext>
            </a:extLst>
          </p:cNvPr>
          <p:cNvGraphicFramePr>
            <a:graphicFrameLocks noGrp="1"/>
          </p:cNvGraphicFramePr>
          <p:nvPr>
            <p:custDataLst>
              <p:tags r:id="rId2"/>
            </p:custDataLst>
            <p:extLst>
              <p:ext uri="{D42A27DB-BD31-4B8C-83A1-F6EECF244321}">
                <p14:modId xmlns:p14="http://schemas.microsoft.com/office/powerpoint/2010/main" val="2774986155"/>
              </p:ext>
            </p:extLst>
          </p:nvPr>
        </p:nvGraphicFramePr>
        <p:xfrm>
          <a:off x="309768" y="2139141"/>
          <a:ext cx="11572463" cy="3388360"/>
        </p:xfrm>
        <a:graphic>
          <a:graphicData uri="http://schemas.openxmlformats.org/drawingml/2006/table">
            <a:tbl>
              <a:tblPr firstRow="1" bandRow="1">
                <a:tableStyleId>{F5AB1C69-6EDB-4FF4-983F-18BD219EF322}</a:tableStyleId>
              </a:tblPr>
              <a:tblGrid>
                <a:gridCol w="2604882">
                  <a:extLst>
                    <a:ext uri="{9D8B030D-6E8A-4147-A177-3AD203B41FA5}">
                      <a16:colId xmlns:a16="http://schemas.microsoft.com/office/drawing/2014/main" val="3611636286"/>
                    </a:ext>
                  </a:extLst>
                </a:gridCol>
                <a:gridCol w="8967581">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Default Expiry Date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the item expiration date will be equal to the receipt date plus the shelf life. A value of No indicates that the item expiration date must be entered by the user. </a:t>
                      </a:r>
                      <a:r>
                        <a:rPr lang="en-US" sz="1800" b="1" u="sng" kern="1200" dirty="0">
                          <a:solidFill>
                            <a:schemeClr val="tx1">
                              <a:lumMod val="50000"/>
                              <a:lumOff val="50000"/>
                            </a:schemeClr>
                          </a:solidFill>
                          <a:latin typeface="+mn-lt"/>
                          <a:ea typeface="+mn-ea"/>
                          <a:cs typeface="+mn-cs"/>
                        </a:rPr>
                        <a:t>This field is set to Yes.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973992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Allow Only One Hold per Location</a:t>
                      </a:r>
                      <a:endParaRPr lang="en-CA" sz="1800" kern="1200" dirty="0">
                        <a:solidFill>
                          <a:schemeClr val="tx1">
                            <a:lumMod val="50000"/>
                            <a:lumOff val="50000"/>
                          </a:schemeClr>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This determines whether the inventory can be stored in a location that already has inventory or if it needs to be placed in another location. </a:t>
                      </a:r>
                      <a:r>
                        <a:rPr lang="en-US" sz="1800" b="1" u="sng" kern="1200" dirty="0">
                          <a:solidFill>
                            <a:schemeClr val="tx1">
                              <a:lumMod val="50000"/>
                              <a:lumOff val="50000"/>
                            </a:schemeClr>
                          </a:solidFill>
                          <a:latin typeface="+mn-lt"/>
                          <a:ea typeface="+mn-ea"/>
                          <a:cs typeface="+mn-cs"/>
                        </a:rPr>
                        <a:t>This field is always set to No</a:t>
                      </a:r>
                      <a:r>
                        <a:rPr lang="en-US" sz="1800" kern="1200" dirty="0">
                          <a:solidFill>
                            <a:schemeClr val="tx1">
                              <a:lumMod val="50000"/>
                              <a:lumOff val="50000"/>
                            </a:schemeClr>
                          </a:solidFill>
                          <a:latin typeface="+mn-lt"/>
                          <a:ea typeface="+mn-ea"/>
                          <a:cs typeface="+mn-cs"/>
                        </a:rPr>
                        <a:t>. A value of No indicates that any hold code can be placed into the location with the same item.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35721326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Serial Number Required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a serial number is required for this item. A value of No indicates that a serial number is not required for this item. </a:t>
                      </a:r>
                      <a:r>
                        <a:rPr lang="en-US" sz="1800" b="1" u="sng" kern="1200" dirty="0">
                          <a:solidFill>
                            <a:schemeClr val="tx1">
                              <a:lumMod val="50000"/>
                              <a:lumOff val="50000"/>
                            </a:schemeClr>
                          </a:solidFill>
                          <a:latin typeface="+mn-lt"/>
                          <a:ea typeface="+mn-ea"/>
                          <a:cs typeface="+mn-cs"/>
                        </a:rPr>
                        <a:t>This value is downloaded from the DMS</a:t>
                      </a: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706232209"/>
                  </a:ext>
                </a:extLst>
              </a:tr>
            </a:tbl>
          </a:graphicData>
        </a:graphic>
      </p:graphicFrame>
      <p:sp>
        <p:nvSpPr>
          <p:cNvPr id="8" name="Content Placeholder 2">
            <a:extLst>
              <a:ext uri="{FF2B5EF4-FFF2-40B4-BE49-F238E27FC236}">
                <a16:creationId xmlns:a16="http://schemas.microsoft.com/office/drawing/2014/main" id="{8D65FE5C-734C-4F70-95ED-19062B16A210}"/>
              </a:ext>
            </a:extLst>
          </p:cNvPr>
          <p:cNvSpPr>
            <a:spLocks noGrp="1"/>
          </p:cNvSpPr>
          <p:nvPr>
            <p:ph idx="1"/>
            <p:custDataLst>
              <p:tags r:id="rId3"/>
            </p:custDataLst>
          </p:nvPr>
        </p:nvSpPr>
        <p:spPr>
          <a:xfrm>
            <a:off x="838200" y="1364943"/>
            <a:ext cx="10515600" cy="4788431"/>
          </a:xfrm>
        </p:spPr>
        <p:txBody>
          <a:bodyPr/>
          <a:lstStyle/>
          <a:p>
            <a:pPr marL="457200" indent="-457200">
              <a:buFont typeface="+mj-lt"/>
              <a:buAutoNum type="arabicPeriod" startAt="12"/>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193838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8677A7B-296B-415C-A371-504F61FDBA1A}"/>
              </a:ext>
            </a:extLst>
          </p:cNvPr>
          <p:cNvPicPr>
            <a:picLocks noChangeAspect="1"/>
          </p:cNvPicPr>
          <p:nvPr>
            <p:custDataLst>
              <p:tags r:id="rId1"/>
            </p:custDataLst>
          </p:nvPr>
        </p:nvPicPr>
        <p:blipFill>
          <a:blip r:embed="rId12"/>
          <a:stretch>
            <a:fillRect/>
          </a:stretch>
        </p:blipFill>
        <p:spPr>
          <a:xfrm>
            <a:off x="638365" y="2162847"/>
            <a:ext cx="5702091" cy="4061490"/>
          </a:xfrm>
          <a:prstGeom prst="rect">
            <a:avLst/>
          </a:prstGeom>
        </p:spPr>
      </p:pic>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2"/>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2F129AF8-57D0-4CE0-8DE1-C396C1E6CF8D}"/>
              </a:ext>
            </a:extLst>
          </p:cNvPr>
          <p:cNvSpPr>
            <a:spLocks noGrp="1"/>
          </p:cNvSpPr>
          <p:nvPr>
            <p:ph idx="1"/>
            <p:custDataLst>
              <p:tags r:id="rId3"/>
            </p:custDataLst>
          </p:nvPr>
        </p:nvSpPr>
        <p:spPr>
          <a:xfrm>
            <a:off x="356940" y="1121061"/>
            <a:ext cx="10996860" cy="4975692"/>
          </a:xfrm>
        </p:spPr>
        <p:txBody>
          <a:bodyPr/>
          <a:lstStyle/>
          <a:p>
            <a:pPr marL="457200" indent="-457200" algn="just">
              <a:lnSpc>
                <a:spcPct val="130000"/>
              </a:lnSpc>
              <a:buFont typeface="+mj-lt"/>
              <a:buAutoNum type="arabicPeriod" startAt="13"/>
            </a:pPr>
            <a:r>
              <a:rPr lang="en-US" sz="2100" b="1" u="sng" dirty="0"/>
              <a:t>In the case of a hazardous material only</a:t>
            </a:r>
            <a:r>
              <a:rPr lang="en-US" sz="2100" dirty="0"/>
              <a:t>, complete the </a:t>
            </a:r>
            <a:r>
              <a:rPr lang="en-US" sz="2100" b="1" dirty="0"/>
              <a:t>Other Information </a:t>
            </a:r>
            <a:r>
              <a:rPr lang="en-US" sz="2100" dirty="0"/>
              <a:t>section</a:t>
            </a:r>
            <a:r>
              <a:rPr lang="en-US" sz="2100" b="1" dirty="0"/>
              <a:t> </a:t>
            </a:r>
            <a:r>
              <a:rPr lang="en-US" sz="2100" dirty="0"/>
              <a:t>for the fields shown below. An explanation of the fields is given in the next slide.</a:t>
            </a:r>
            <a:endParaRPr lang="en-CA" sz="2100" dirty="0"/>
          </a:p>
        </p:txBody>
      </p:sp>
      <p:cxnSp>
        <p:nvCxnSpPr>
          <p:cNvPr id="7" name="Straight Arrow Connector 6">
            <a:extLst>
              <a:ext uri="{FF2B5EF4-FFF2-40B4-BE49-F238E27FC236}">
                <a16:creationId xmlns:a16="http://schemas.microsoft.com/office/drawing/2014/main" id="{1DE1735A-8851-430E-973D-2CC7C25A87DD}"/>
              </a:ext>
            </a:extLst>
          </p:cNvPr>
          <p:cNvCxnSpPr>
            <a:cxnSpLocks/>
          </p:cNvCxnSpPr>
          <p:nvPr>
            <p:custDataLst>
              <p:tags r:id="rId4"/>
            </p:custDataLst>
          </p:nvPr>
        </p:nvCxnSpPr>
        <p:spPr>
          <a:xfrm>
            <a:off x="3542670" y="5398749"/>
            <a:ext cx="3227098"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280B00E1-FBBA-4363-8151-CBB3E979AF85}"/>
              </a:ext>
            </a:extLst>
          </p:cNvPr>
          <p:cNvSpPr/>
          <p:nvPr>
            <p:custDataLst>
              <p:tags r:id="rId5"/>
            </p:custDataLst>
          </p:nvPr>
        </p:nvSpPr>
        <p:spPr>
          <a:xfrm>
            <a:off x="6860678" y="5214083"/>
            <a:ext cx="4282476" cy="369332"/>
          </a:xfrm>
          <a:prstGeom prst="rect">
            <a:avLst/>
          </a:prstGeom>
        </p:spPr>
        <p:txBody>
          <a:bodyPr wrap="square">
            <a:spAutoFit/>
          </a:bodyPr>
          <a:lstStyle/>
          <a:p>
            <a:pPr algn="just"/>
            <a:r>
              <a:rPr lang="en-US" dirty="0">
                <a:solidFill>
                  <a:srgbClr val="000000"/>
                </a:solidFill>
              </a:rPr>
              <a:t>Managed by the TMS, always set to No </a:t>
            </a:r>
            <a:endParaRPr lang="en-CA" dirty="0">
              <a:solidFill>
                <a:srgbClr val="000000"/>
              </a:solidFill>
            </a:endParaRPr>
          </a:p>
        </p:txBody>
      </p:sp>
      <p:cxnSp>
        <p:nvCxnSpPr>
          <p:cNvPr id="12" name="Straight Arrow Connector 11">
            <a:extLst>
              <a:ext uri="{FF2B5EF4-FFF2-40B4-BE49-F238E27FC236}">
                <a16:creationId xmlns:a16="http://schemas.microsoft.com/office/drawing/2014/main" id="{9AC33162-11F8-4213-9725-882865408F6E}"/>
              </a:ext>
            </a:extLst>
          </p:cNvPr>
          <p:cNvCxnSpPr>
            <a:cxnSpLocks/>
          </p:cNvCxnSpPr>
          <p:nvPr>
            <p:custDataLst>
              <p:tags r:id="rId6"/>
            </p:custDataLst>
          </p:nvPr>
        </p:nvCxnSpPr>
        <p:spPr>
          <a:xfrm>
            <a:off x="3759239" y="3941846"/>
            <a:ext cx="3010529"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Rectangle 12">
            <a:extLst>
              <a:ext uri="{FF2B5EF4-FFF2-40B4-BE49-F238E27FC236}">
                <a16:creationId xmlns:a16="http://schemas.microsoft.com/office/drawing/2014/main" id="{BADD98CB-1F99-4B62-87ED-D7A54039A13F}"/>
              </a:ext>
            </a:extLst>
          </p:cNvPr>
          <p:cNvSpPr/>
          <p:nvPr>
            <p:custDataLst>
              <p:tags r:id="rId7"/>
            </p:custDataLst>
          </p:nvPr>
        </p:nvSpPr>
        <p:spPr>
          <a:xfrm>
            <a:off x="6898871" y="3757180"/>
            <a:ext cx="2721614" cy="369332"/>
          </a:xfrm>
          <a:prstGeom prst="rect">
            <a:avLst/>
          </a:prstGeom>
        </p:spPr>
        <p:txBody>
          <a:bodyPr wrap="square">
            <a:spAutoFit/>
          </a:bodyPr>
          <a:lstStyle/>
          <a:p>
            <a:pPr algn="just"/>
            <a:r>
              <a:rPr lang="en-US" dirty="0">
                <a:solidFill>
                  <a:srgbClr val="000000"/>
                </a:solidFill>
              </a:rPr>
              <a:t>Provided by the MSDS</a:t>
            </a:r>
            <a:endParaRPr lang="en-CA" dirty="0">
              <a:solidFill>
                <a:srgbClr val="000000"/>
              </a:solidFill>
            </a:endParaRPr>
          </a:p>
        </p:txBody>
      </p:sp>
      <p:cxnSp>
        <p:nvCxnSpPr>
          <p:cNvPr id="16" name="Straight Arrow Connector 15">
            <a:extLst>
              <a:ext uri="{FF2B5EF4-FFF2-40B4-BE49-F238E27FC236}">
                <a16:creationId xmlns:a16="http://schemas.microsoft.com/office/drawing/2014/main" id="{8402ABFA-2F62-4AF7-ADD8-920387F9F711}"/>
              </a:ext>
            </a:extLst>
          </p:cNvPr>
          <p:cNvCxnSpPr>
            <a:cxnSpLocks/>
          </p:cNvCxnSpPr>
          <p:nvPr>
            <p:custDataLst>
              <p:tags r:id="rId8"/>
            </p:custDataLst>
          </p:nvPr>
        </p:nvCxnSpPr>
        <p:spPr>
          <a:xfrm>
            <a:off x="3533886" y="5111632"/>
            <a:ext cx="3235882"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7" name="Rectangle 16">
            <a:extLst>
              <a:ext uri="{FF2B5EF4-FFF2-40B4-BE49-F238E27FC236}">
                <a16:creationId xmlns:a16="http://schemas.microsoft.com/office/drawing/2014/main" id="{6DC447B5-8F66-471F-BFE8-33CC953FD666}"/>
              </a:ext>
            </a:extLst>
          </p:cNvPr>
          <p:cNvSpPr/>
          <p:nvPr>
            <p:custDataLst>
              <p:tags r:id="rId9"/>
            </p:custDataLst>
          </p:nvPr>
        </p:nvSpPr>
        <p:spPr>
          <a:xfrm>
            <a:off x="6860678" y="4901833"/>
            <a:ext cx="2721614" cy="369332"/>
          </a:xfrm>
          <a:prstGeom prst="rect">
            <a:avLst/>
          </a:prstGeom>
        </p:spPr>
        <p:txBody>
          <a:bodyPr wrap="square">
            <a:spAutoFit/>
          </a:bodyPr>
          <a:lstStyle/>
          <a:p>
            <a:pPr algn="just"/>
            <a:r>
              <a:rPr lang="en-US" dirty="0">
                <a:solidFill>
                  <a:srgbClr val="000000"/>
                </a:solidFill>
              </a:rPr>
              <a:t>Provided by the MSDS</a:t>
            </a:r>
            <a:endParaRPr lang="en-CA" dirty="0">
              <a:solidFill>
                <a:srgbClr val="000000"/>
              </a:solidFill>
            </a:endParaRPr>
          </a:p>
        </p:txBody>
      </p:sp>
    </p:spTree>
    <p:extLst>
      <p:ext uri="{BB962C8B-B14F-4D97-AF65-F5344CB8AC3E}">
        <p14:creationId xmlns:p14="http://schemas.microsoft.com/office/powerpoint/2010/main" val="1524780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04763771-6C82-4162-A5AC-F3602FF29FF6}"/>
              </a:ext>
            </a:extLst>
          </p:cNvPr>
          <p:cNvSpPr>
            <a:spLocks noGrp="1"/>
          </p:cNvSpPr>
          <p:nvPr>
            <p:ph idx="1"/>
            <p:custDataLst>
              <p:tags r:id="rId2"/>
            </p:custDataLst>
          </p:nvPr>
        </p:nvSpPr>
        <p:spPr>
          <a:xfrm>
            <a:off x="838200" y="1238611"/>
            <a:ext cx="10515600" cy="4788431"/>
          </a:xfrm>
        </p:spPr>
        <p:txBody>
          <a:bodyPr/>
          <a:lstStyle/>
          <a:p>
            <a:pPr marL="457200" indent="-457200">
              <a:buFont typeface="+mj-lt"/>
              <a:buAutoNum type="arabicPeriod" startAt="13"/>
            </a:pPr>
            <a:r>
              <a:rPr lang="fr-CA" dirty="0"/>
              <a:t>(</a:t>
            </a:r>
            <a:r>
              <a:rPr lang="fr-CA" dirty="0" err="1"/>
              <a:t>Continued</a:t>
            </a:r>
            <a:r>
              <a:rPr lang="fr-CA" dirty="0"/>
              <a:t>)</a:t>
            </a:r>
            <a:endParaRPr lang="en-CA" dirty="0"/>
          </a:p>
        </p:txBody>
      </p:sp>
      <p:graphicFrame>
        <p:nvGraphicFramePr>
          <p:cNvPr id="7" name="Table 6">
            <a:extLst>
              <a:ext uri="{FF2B5EF4-FFF2-40B4-BE49-F238E27FC236}">
                <a16:creationId xmlns:a16="http://schemas.microsoft.com/office/drawing/2014/main" id="{8A1289DA-7478-4ECE-BE95-7A254B42D0B0}"/>
              </a:ext>
            </a:extLst>
          </p:cNvPr>
          <p:cNvGraphicFramePr>
            <a:graphicFrameLocks noGrp="1"/>
          </p:cNvGraphicFramePr>
          <p:nvPr>
            <p:custDataLst>
              <p:tags r:id="rId3"/>
            </p:custDataLst>
            <p:extLst>
              <p:ext uri="{D42A27DB-BD31-4B8C-83A1-F6EECF244321}">
                <p14:modId xmlns:p14="http://schemas.microsoft.com/office/powerpoint/2010/main" val="3495073845"/>
              </p:ext>
            </p:extLst>
          </p:nvPr>
        </p:nvGraphicFramePr>
        <p:xfrm>
          <a:off x="309768" y="2067897"/>
          <a:ext cx="11572463" cy="4043680"/>
        </p:xfrm>
        <a:graphic>
          <a:graphicData uri="http://schemas.openxmlformats.org/drawingml/2006/table">
            <a:tbl>
              <a:tblPr firstRow="1" bandRow="1">
                <a:tableStyleId>{F5AB1C69-6EDB-4FF4-983F-18BD219EF322}</a:tableStyleId>
              </a:tblPr>
              <a:tblGrid>
                <a:gridCol w="3764927">
                  <a:extLst>
                    <a:ext uri="{9D8B030D-6E8A-4147-A177-3AD203B41FA5}">
                      <a16:colId xmlns:a16="http://schemas.microsoft.com/office/drawing/2014/main" val="3611636286"/>
                    </a:ext>
                  </a:extLst>
                </a:gridCol>
                <a:gridCol w="7807536">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Special</a:t>
                      </a:r>
                      <a:r>
                        <a:rPr lang="fr-CA" sz="1800" kern="1200" dirty="0">
                          <a:solidFill>
                            <a:schemeClr val="tx1">
                              <a:lumMod val="50000"/>
                              <a:lumOff val="50000"/>
                            </a:schemeClr>
                          </a:solidFill>
                          <a:latin typeface="+mn-lt"/>
                          <a:ea typeface="+mn-ea"/>
                          <a:cs typeface="+mn-cs"/>
                        </a:rPr>
                        <a:t> Container Type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Wave release will always assign this container type for the item during picking and will exclude this item from the regular container.</a:t>
                      </a: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Identification Number </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material identifier provided by the </a:t>
                      </a:r>
                      <a:r>
                        <a:rPr lang="en-CA" sz="1800" kern="1200" dirty="0">
                          <a:solidFill>
                            <a:schemeClr val="tx1">
                              <a:lumMod val="50000"/>
                              <a:lumOff val="50000"/>
                            </a:schemeClr>
                          </a:solidFill>
                          <a:latin typeface="+mn-lt"/>
                          <a:ea typeface="+mn-ea"/>
                          <a:cs typeface="+mn-cs"/>
                        </a:rPr>
                        <a:t>Material Safety Data Sheet (</a:t>
                      </a:r>
                      <a:r>
                        <a:rPr lang="en-US" sz="1800" kern="1200" dirty="0">
                          <a:solidFill>
                            <a:schemeClr val="tx1">
                              <a:lumMod val="50000"/>
                              <a:lumOff val="50000"/>
                            </a:schemeClr>
                          </a:solidFill>
                          <a:latin typeface="+mn-lt"/>
                          <a:ea typeface="+mn-ea"/>
                          <a:cs typeface="+mn-cs"/>
                        </a:rPr>
                        <a:t>MSDS). </a:t>
                      </a:r>
                    </a:p>
                  </a:txBody>
                  <a:tcPr/>
                </a:tc>
                <a:extLst>
                  <a:ext uri="{0D108BD9-81ED-4DB2-BD59-A6C34878D82A}">
                    <a16:rowId xmlns:a16="http://schemas.microsoft.com/office/drawing/2014/main" val="3422762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Class </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The hazardous material classification.</a:t>
                      </a:r>
                    </a:p>
                  </a:txBody>
                  <a:tcPr/>
                </a:tc>
                <a:extLst>
                  <a:ext uri="{0D108BD9-81ED-4DB2-BD59-A6C34878D82A}">
                    <a16:rowId xmlns:a16="http://schemas.microsoft.com/office/drawing/2014/main" val="412805236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Shipping Name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material proper shipping name for this item. Refer to the next slide for more details. </a:t>
                      </a:r>
                    </a:p>
                  </a:txBody>
                  <a:tcPr/>
                </a:tc>
                <a:extLst>
                  <a:ext uri="{0D108BD9-81ED-4DB2-BD59-A6C34878D82A}">
                    <a16:rowId xmlns:a16="http://schemas.microsoft.com/office/drawing/2014/main" val="3811154630"/>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Label</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description/code used for hazardous labeling for the item.</a:t>
                      </a:r>
                    </a:p>
                  </a:txBody>
                  <a:tcPr/>
                </a:tc>
                <a:extLst>
                  <a:ext uri="{0D108BD9-81ED-4DB2-BD59-A6C34878D82A}">
                    <a16:rowId xmlns:a16="http://schemas.microsoft.com/office/drawing/2014/main" val="354987091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Packing Group</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group material classification provided by the MSDS. </a:t>
                      </a:r>
                    </a:p>
                  </a:txBody>
                  <a:tcPr/>
                </a:tc>
                <a:extLst>
                  <a:ext uri="{0D108BD9-81ED-4DB2-BD59-A6C34878D82A}">
                    <a16:rowId xmlns:a16="http://schemas.microsoft.com/office/drawing/2014/main" val="255474266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Packing Placard</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flag that indicates if hazardous placards are required. This field is managed via the TMS and is </a:t>
                      </a:r>
                      <a:r>
                        <a:rPr lang="en-US" sz="1800" b="1" u="sng" kern="1200" dirty="0">
                          <a:solidFill>
                            <a:schemeClr val="tx1">
                              <a:lumMod val="50000"/>
                              <a:lumOff val="50000"/>
                            </a:schemeClr>
                          </a:solidFill>
                          <a:latin typeface="+mn-lt"/>
                          <a:ea typeface="+mn-ea"/>
                          <a:cs typeface="+mn-cs"/>
                        </a:rPr>
                        <a:t>always set to No. </a:t>
                      </a:r>
                    </a:p>
                  </a:txBody>
                  <a:tcPr/>
                </a:tc>
                <a:extLst>
                  <a:ext uri="{0D108BD9-81ED-4DB2-BD59-A6C34878D82A}">
                    <a16:rowId xmlns:a16="http://schemas.microsoft.com/office/drawing/2014/main" val="1349014533"/>
                  </a:ext>
                </a:extLst>
              </a:tr>
            </a:tbl>
          </a:graphicData>
        </a:graphic>
      </p:graphicFrame>
    </p:spTree>
    <p:extLst>
      <p:ext uri="{BB962C8B-B14F-4D97-AF65-F5344CB8AC3E}">
        <p14:creationId xmlns:p14="http://schemas.microsoft.com/office/powerpoint/2010/main" val="3408288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50B2B-3B4B-4E86-91D3-EB2E28BE8BCC}"/>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635B3478-8706-485A-8924-C2C72FFE4ED1}"/>
              </a:ext>
            </a:extLst>
          </p:cNvPr>
          <p:cNvSpPr>
            <a:spLocks noGrp="1"/>
          </p:cNvSpPr>
          <p:nvPr>
            <p:ph idx="1"/>
            <p:custDataLst>
              <p:tags r:id="rId2"/>
            </p:custDataLst>
          </p:nvPr>
        </p:nvSpPr>
        <p:spPr>
          <a:xfrm>
            <a:off x="657725" y="1042738"/>
            <a:ext cx="11149263" cy="4925679"/>
          </a:xfrm>
        </p:spPr>
        <p:txBody>
          <a:bodyPr/>
          <a:lstStyle/>
          <a:p>
            <a:pPr marL="0" indent="0" algn="just">
              <a:lnSpc>
                <a:spcPct val="140000"/>
              </a:lnSpc>
              <a:buNone/>
            </a:pPr>
            <a:r>
              <a:rPr lang="fr-CA" sz="2100" dirty="0" err="1"/>
              <a:t>Additional</a:t>
            </a:r>
            <a:r>
              <a:rPr lang="fr-CA" sz="2100" dirty="0"/>
              <a:t> Note – The </a:t>
            </a:r>
            <a:r>
              <a:rPr lang="en-CA" sz="2100" kern="1200" dirty="0">
                <a:solidFill>
                  <a:schemeClr val="tx1">
                    <a:lumMod val="50000"/>
                    <a:lumOff val="50000"/>
                  </a:schemeClr>
                </a:solidFill>
                <a:latin typeface="+mn-lt"/>
                <a:ea typeface="+mn-ea"/>
                <a:cs typeface="+mn-cs"/>
              </a:rPr>
              <a:t>Hazardous Material Shipping Name</a:t>
            </a:r>
            <a:r>
              <a:rPr lang="fr-CA" sz="2100" kern="1200" dirty="0">
                <a:solidFill>
                  <a:schemeClr val="tx1">
                    <a:lumMod val="50000"/>
                    <a:lumOff val="50000"/>
                  </a:schemeClr>
                </a:solidFill>
                <a:latin typeface="+mn-lt"/>
                <a:ea typeface="+mn-ea"/>
                <a:cs typeface="+mn-cs"/>
              </a:rPr>
              <a:t> in the Item </a:t>
            </a:r>
            <a:r>
              <a:rPr lang="fr-CA" sz="2100" kern="1200" dirty="0" err="1">
                <a:solidFill>
                  <a:schemeClr val="tx1">
                    <a:lumMod val="50000"/>
                    <a:lumOff val="50000"/>
                  </a:schemeClr>
                </a:solidFill>
                <a:latin typeface="+mn-lt"/>
                <a:ea typeface="+mn-ea"/>
                <a:cs typeface="+mn-cs"/>
              </a:rPr>
              <a:t>Load</a:t>
            </a:r>
            <a:r>
              <a:rPr lang="fr-CA" sz="2100" kern="1200" dirty="0">
                <a:solidFill>
                  <a:schemeClr val="tx1">
                    <a:lumMod val="50000"/>
                    <a:lumOff val="50000"/>
                  </a:schemeClr>
                </a:solidFill>
                <a:latin typeface="+mn-lt"/>
                <a:ea typeface="+mn-ea"/>
                <a:cs typeface="+mn-cs"/>
              </a:rPr>
              <a:t> </a:t>
            </a:r>
            <a:r>
              <a:rPr lang="fr-CA" sz="2100" kern="1200" dirty="0" err="1">
                <a:solidFill>
                  <a:schemeClr val="tx1">
                    <a:lumMod val="50000"/>
                    <a:lumOff val="50000"/>
                  </a:schemeClr>
                </a:solidFill>
                <a:latin typeface="+mn-lt"/>
                <a:ea typeface="+mn-ea"/>
                <a:cs typeface="+mn-cs"/>
              </a:rPr>
              <a:t>resource</a:t>
            </a:r>
            <a:r>
              <a:rPr lang="fr-CA" sz="2100" kern="1200" dirty="0">
                <a:solidFill>
                  <a:schemeClr val="tx1">
                    <a:lumMod val="50000"/>
                    <a:lumOff val="50000"/>
                  </a:schemeClr>
                </a:solidFill>
                <a:latin typeface="+mn-lt"/>
                <a:ea typeface="+mn-ea"/>
                <a:cs typeface="+mn-cs"/>
              </a:rPr>
              <a:t> </a:t>
            </a:r>
            <a:r>
              <a:rPr lang="en-US" sz="2100" kern="1200" dirty="0">
                <a:solidFill>
                  <a:schemeClr val="tx1">
                    <a:lumMod val="50000"/>
                    <a:lumOff val="50000"/>
                  </a:schemeClr>
                </a:solidFill>
                <a:latin typeface="+mn-lt"/>
                <a:ea typeface="+mn-ea"/>
                <a:cs typeface="+mn-cs"/>
              </a:rPr>
              <a:t>is a code (or key) in the WMS and which refers to a text value. This text value corresponds to the real description of the item for shipping purposes. The real description of the item can be found in the Literals resource.</a:t>
            </a:r>
            <a:r>
              <a:rPr lang="en-CA" sz="2100" kern="1200" dirty="0">
                <a:solidFill>
                  <a:schemeClr val="tx1">
                    <a:lumMod val="50000"/>
                    <a:lumOff val="50000"/>
                  </a:schemeClr>
                </a:solidFill>
                <a:latin typeface="+mn-lt"/>
                <a:ea typeface="+mn-ea"/>
                <a:cs typeface="+mn-cs"/>
              </a:rPr>
              <a:t> </a:t>
            </a:r>
          </a:p>
        </p:txBody>
      </p:sp>
      <p:pic>
        <p:nvPicPr>
          <p:cNvPr id="5" name="Picture 4">
            <a:extLst>
              <a:ext uri="{FF2B5EF4-FFF2-40B4-BE49-F238E27FC236}">
                <a16:creationId xmlns:a16="http://schemas.microsoft.com/office/drawing/2014/main" id="{29ED6746-B8DE-4206-8E6F-0B4014D535E4}"/>
              </a:ext>
            </a:extLst>
          </p:cNvPr>
          <p:cNvPicPr>
            <a:picLocks noChangeAspect="1"/>
          </p:cNvPicPr>
          <p:nvPr>
            <p:custDataLst>
              <p:tags r:id="rId3"/>
            </p:custDataLst>
          </p:nvPr>
        </p:nvPicPr>
        <p:blipFill rotWithShape="1">
          <a:blip r:embed="rId8"/>
          <a:srcRect b="36302"/>
          <a:stretch/>
        </p:blipFill>
        <p:spPr>
          <a:xfrm>
            <a:off x="154065" y="2662477"/>
            <a:ext cx="4754819" cy="2179384"/>
          </a:xfrm>
          <a:prstGeom prst="rect">
            <a:avLst/>
          </a:prstGeom>
          <a:ln>
            <a:solidFill>
              <a:schemeClr val="bg2">
                <a:lumMod val="75000"/>
              </a:schemeClr>
            </a:solidFill>
          </a:ln>
        </p:spPr>
      </p:pic>
      <p:pic>
        <p:nvPicPr>
          <p:cNvPr id="7" name="Picture 6">
            <a:extLst>
              <a:ext uri="{FF2B5EF4-FFF2-40B4-BE49-F238E27FC236}">
                <a16:creationId xmlns:a16="http://schemas.microsoft.com/office/drawing/2014/main" id="{89385C7B-C3B4-48DD-953D-CB549BE1118F}"/>
              </a:ext>
            </a:extLst>
          </p:cNvPr>
          <p:cNvPicPr>
            <a:picLocks noChangeAspect="1"/>
          </p:cNvPicPr>
          <p:nvPr>
            <p:custDataLst>
              <p:tags r:id="rId4"/>
            </p:custDataLst>
          </p:nvPr>
        </p:nvPicPr>
        <p:blipFill rotWithShape="1">
          <a:blip r:embed="rId9"/>
          <a:srcRect r="14848"/>
          <a:stretch/>
        </p:blipFill>
        <p:spPr>
          <a:xfrm>
            <a:off x="3433132" y="4254785"/>
            <a:ext cx="8620935" cy="2072969"/>
          </a:xfrm>
          <a:prstGeom prst="rect">
            <a:avLst/>
          </a:prstGeom>
          <a:ln>
            <a:solidFill>
              <a:schemeClr val="bg2">
                <a:lumMod val="75000"/>
              </a:schemeClr>
            </a:solidFill>
          </a:ln>
        </p:spPr>
      </p:pic>
      <p:cxnSp>
        <p:nvCxnSpPr>
          <p:cNvPr id="9" name="Straight Arrow Connector 8">
            <a:extLst>
              <a:ext uri="{FF2B5EF4-FFF2-40B4-BE49-F238E27FC236}">
                <a16:creationId xmlns:a16="http://schemas.microsoft.com/office/drawing/2014/main" id="{FFFBF0A5-2A03-4FED-A37D-2B5B413A0CDF}"/>
              </a:ext>
            </a:extLst>
          </p:cNvPr>
          <p:cNvCxnSpPr>
            <a:cxnSpLocks/>
          </p:cNvCxnSpPr>
          <p:nvPr>
            <p:custDataLst>
              <p:tags r:id="rId5"/>
            </p:custDataLst>
          </p:nvPr>
        </p:nvCxnSpPr>
        <p:spPr>
          <a:xfrm>
            <a:off x="2691894" y="6144126"/>
            <a:ext cx="122250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6CBCAB-9AE6-441E-A488-A07046E4F2DF}"/>
              </a:ext>
            </a:extLst>
          </p:cNvPr>
          <p:cNvCxnSpPr>
            <a:cxnSpLocks/>
          </p:cNvCxnSpPr>
          <p:nvPr>
            <p:custDataLst>
              <p:tags r:id="rId6"/>
            </p:custDataLst>
          </p:nvPr>
        </p:nvCxnSpPr>
        <p:spPr>
          <a:xfrm>
            <a:off x="2691894" y="4745609"/>
            <a:ext cx="0" cy="139851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7545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D73DF70C-A971-4ABC-B0EC-BF457A93F4A7}"/>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14"/>
            </a:pPr>
            <a:r>
              <a:rPr lang="en-US" sz="2100" dirty="0"/>
              <a:t>Once all the required fields in the sections have been completed, click Submit.</a:t>
            </a:r>
          </a:p>
          <a:p>
            <a:pPr marL="457200" indent="-457200" algn="just">
              <a:lnSpc>
                <a:spcPct val="130000"/>
              </a:lnSpc>
              <a:buFont typeface="+mj-lt"/>
              <a:buAutoNum type="arabicPeriod" startAt="14"/>
            </a:pPr>
            <a:endParaRPr lang="en-US" sz="2100" dirty="0"/>
          </a:p>
          <a:p>
            <a:pPr marL="457200" indent="-457200" algn="just">
              <a:lnSpc>
                <a:spcPct val="130000"/>
              </a:lnSpc>
              <a:buFont typeface="+mj-lt"/>
              <a:buAutoNum type="arabicPeriod" startAt="14"/>
            </a:pPr>
            <a:endParaRPr lang="en-US" sz="2100" dirty="0"/>
          </a:p>
          <a:p>
            <a:pPr marL="457200" indent="-457200" algn="just">
              <a:lnSpc>
                <a:spcPct val="130000"/>
              </a:lnSpc>
              <a:buFont typeface="+mj-lt"/>
              <a:buAutoNum type="arabicPeriod" startAt="14"/>
            </a:pPr>
            <a:endParaRPr lang="en-US" sz="2100" dirty="0"/>
          </a:p>
          <a:p>
            <a:pPr marL="457200" indent="-457200" algn="just">
              <a:lnSpc>
                <a:spcPct val="130000"/>
              </a:lnSpc>
              <a:buFont typeface="+mj-lt"/>
              <a:buAutoNum type="arabicPeriod" startAt="14"/>
            </a:pPr>
            <a:endParaRPr lang="en-US" sz="2100" dirty="0"/>
          </a:p>
          <a:p>
            <a:pPr marL="0" indent="0" algn="just">
              <a:lnSpc>
                <a:spcPct val="130000"/>
              </a:lnSpc>
              <a:buNone/>
            </a:pPr>
            <a:endParaRPr lang="en-US" sz="3000" dirty="0"/>
          </a:p>
          <a:p>
            <a:pPr marL="457200" indent="-457200" algn="just">
              <a:lnSpc>
                <a:spcPct val="130000"/>
              </a:lnSpc>
              <a:buFont typeface="+mj-lt"/>
              <a:buAutoNum type="arabicPeriod" startAt="15"/>
            </a:pPr>
            <a:r>
              <a:rPr lang="en-US" sz="2100" dirty="0"/>
              <a:t>Click Close to exit the Item Load resource.</a:t>
            </a:r>
            <a:endParaRPr lang="en-CA" sz="2100" dirty="0"/>
          </a:p>
          <a:p>
            <a:pPr marL="457200" indent="-457200" algn="just">
              <a:lnSpc>
                <a:spcPct val="130000"/>
              </a:lnSpc>
              <a:buFont typeface="+mj-lt"/>
              <a:buAutoNum type="arabicPeriod" startAt="15"/>
            </a:pPr>
            <a:endParaRPr lang="en-CA" sz="2100" dirty="0"/>
          </a:p>
        </p:txBody>
      </p:sp>
      <p:pic>
        <p:nvPicPr>
          <p:cNvPr id="6" name="Picture 5">
            <a:extLst>
              <a:ext uri="{FF2B5EF4-FFF2-40B4-BE49-F238E27FC236}">
                <a16:creationId xmlns:a16="http://schemas.microsoft.com/office/drawing/2014/main" id="{5697C4D1-F69F-4150-BFE5-F23C2BF4B75C}"/>
              </a:ext>
            </a:extLst>
          </p:cNvPr>
          <p:cNvPicPr>
            <a:picLocks noChangeAspect="1"/>
          </p:cNvPicPr>
          <p:nvPr>
            <p:custDataLst>
              <p:tags r:id="rId3"/>
            </p:custDataLst>
          </p:nvPr>
        </p:nvPicPr>
        <p:blipFill rotWithShape="1">
          <a:blip r:embed="rId6"/>
          <a:srcRect t="50000"/>
          <a:stretch/>
        </p:blipFill>
        <p:spPr>
          <a:xfrm>
            <a:off x="401052" y="1828263"/>
            <a:ext cx="11389895" cy="2749284"/>
          </a:xfrm>
          <a:prstGeom prst="rect">
            <a:avLst/>
          </a:prstGeom>
        </p:spPr>
      </p:pic>
      <p:pic>
        <p:nvPicPr>
          <p:cNvPr id="8" name="Picture 7">
            <a:extLst>
              <a:ext uri="{FF2B5EF4-FFF2-40B4-BE49-F238E27FC236}">
                <a16:creationId xmlns:a16="http://schemas.microsoft.com/office/drawing/2014/main" id="{15B0F498-27CC-407D-9E71-F1390FD6D500}"/>
              </a:ext>
            </a:extLst>
          </p:cNvPr>
          <p:cNvPicPr>
            <a:picLocks noChangeAspect="1"/>
          </p:cNvPicPr>
          <p:nvPr>
            <p:custDataLst>
              <p:tags r:id="rId4"/>
            </p:custDataLst>
          </p:nvPr>
        </p:nvPicPr>
        <p:blipFill>
          <a:blip r:embed="rId7"/>
          <a:stretch>
            <a:fillRect/>
          </a:stretch>
        </p:blipFill>
        <p:spPr>
          <a:xfrm>
            <a:off x="401052" y="5204539"/>
            <a:ext cx="11389895" cy="1041226"/>
          </a:xfrm>
          <a:prstGeom prst="rect">
            <a:avLst/>
          </a:prstGeom>
        </p:spPr>
      </p:pic>
    </p:spTree>
    <p:extLst>
      <p:ext uri="{BB962C8B-B14F-4D97-AF65-F5344CB8AC3E}">
        <p14:creationId xmlns:p14="http://schemas.microsoft.com/office/powerpoint/2010/main" val="4378027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88A62F98-1398-4388-B088-C11376F92F3D}"/>
              </a:ext>
            </a:extLst>
          </p:cNvPr>
          <p:cNvSpPr>
            <a:spLocks noGrp="1"/>
          </p:cNvSpPr>
          <p:nvPr>
            <p:ph idx="1"/>
            <p:custDataLst>
              <p:tags r:id="rId2"/>
            </p:custDataLst>
          </p:nvPr>
        </p:nvSpPr>
        <p:spPr>
          <a:xfrm>
            <a:off x="583323" y="1024758"/>
            <a:ext cx="11209283" cy="5120673"/>
          </a:xfrm>
        </p:spPr>
        <p:txBody>
          <a:bodyPr/>
          <a:lstStyle/>
          <a:p>
            <a:pPr marL="0" indent="0" algn="just">
              <a:lnSpc>
                <a:spcPct val="110000"/>
              </a:lnSpc>
              <a:buNone/>
            </a:pPr>
            <a:r>
              <a:rPr lang="fr-CA" sz="2100" dirty="0" err="1"/>
              <a:t>Additional</a:t>
            </a:r>
            <a:r>
              <a:rPr lang="fr-CA" sz="2100" dirty="0"/>
              <a:t> Note –  </a:t>
            </a:r>
            <a:r>
              <a:rPr lang="en-US" sz="2100" dirty="0"/>
              <a:t>If you just want to update data for a particular item, from the Item Load resource:</a:t>
            </a:r>
          </a:p>
          <a:p>
            <a:pPr algn="just">
              <a:lnSpc>
                <a:spcPct val="110000"/>
              </a:lnSpc>
              <a:buFont typeface="Wingdings" panose="05000000000000000000" pitchFamily="2" charset="2"/>
              <a:buChar char="ü"/>
            </a:pPr>
            <a:r>
              <a:rPr lang="en-US" sz="2100" dirty="0"/>
              <a:t> Perform a search to retrieve the item you wish to update </a:t>
            </a:r>
          </a:p>
          <a:p>
            <a:pPr algn="just">
              <a:lnSpc>
                <a:spcPct val="110000"/>
              </a:lnSpc>
              <a:buFont typeface="Wingdings" panose="05000000000000000000" pitchFamily="2" charset="2"/>
              <a:buChar char="ü"/>
            </a:pPr>
            <a:r>
              <a:rPr lang="en-US" sz="2100" dirty="0"/>
              <a:t> Select the View Record Details </a:t>
            </a:r>
          </a:p>
          <a:p>
            <a:pPr algn="just">
              <a:lnSpc>
                <a:spcPct val="110000"/>
              </a:lnSpc>
              <a:buFont typeface="Wingdings" panose="05000000000000000000" pitchFamily="2" charset="2"/>
              <a:buChar char="ü"/>
            </a:pPr>
            <a:r>
              <a:rPr lang="en-US" sz="2100" dirty="0"/>
              <a:t> From the new window, update the desired fields as explained above </a:t>
            </a:r>
          </a:p>
          <a:p>
            <a:pPr algn="just">
              <a:lnSpc>
                <a:spcPct val="110000"/>
              </a:lnSpc>
              <a:buFont typeface="Wingdings" panose="05000000000000000000" pitchFamily="2" charset="2"/>
              <a:buChar char="ü"/>
            </a:pPr>
            <a:r>
              <a:rPr lang="en-US" sz="2100" dirty="0"/>
              <a:t> Click Submit</a:t>
            </a:r>
            <a:endParaRPr lang="en-CA" sz="2100" dirty="0"/>
          </a:p>
        </p:txBody>
      </p:sp>
      <p:pic>
        <p:nvPicPr>
          <p:cNvPr id="5" name="Picture 4">
            <a:extLst>
              <a:ext uri="{FF2B5EF4-FFF2-40B4-BE49-F238E27FC236}">
                <a16:creationId xmlns:a16="http://schemas.microsoft.com/office/drawing/2014/main" id="{1C87EE33-ED28-4113-B239-9CD561DBAA81}"/>
              </a:ext>
            </a:extLst>
          </p:cNvPr>
          <p:cNvPicPr>
            <a:picLocks noChangeAspect="1"/>
          </p:cNvPicPr>
          <p:nvPr>
            <p:custDataLst>
              <p:tags r:id="rId3"/>
            </p:custDataLst>
          </p:nvPr>
        </p:nvPicPr>
        <p:blipFill>
          <a:blip r:embed="rId6"/>
          <a:stretch>
            <a:fillRect/>
          </a:stretch>
        </p:blipFill>
        <p:spPr>
          <a:xfrm>
            <a:off x="243949" y="3429000"/>
            <a:ext cx="8836572" cy="2896227"/>
          </a:xfrm>
          <a:prstGeom prst="rect">
            <a:avLst/>
          </a:prstGeom>
          <a:ln>
            <a:solidFill>
              <a:schemeClr val="tx1">
                <a:lumMod val="65000"/>
                <a:lumOff val="35000"/>
              </a:schemeClr>
            </a:solidFill>
          </a:ln>
        </p:spPr>
      </p:pic>
      <p:pic>
        <p:nvPicPr>
          <p:cNvPr id="7" name="Picture 6">
            <a:extLst>
              <a:ext uri="{FF2B5EF4-FFF2-40B4-BE49-F238E27FC236}">
                <a16:creationId xmlns:a16="http://schemas.microsoft.com/office/drawing/2014/main" id="{858AF495-1744-41C3-BA1C-A4A4F7117788}"/>
              </a:ext>
            </a:extLst>
          </p:cNvPr>
          <p:cNvPicPr>
            <a:picLocks noChangeAspect="1"/>
          </p:cNvPicPr>
          <p:nvPr>
            <p:custDataLst>
              <p:tags r:id="rId4"/>
            </p:custDataLst>
          </p:nvPr>
        </p:nvPicPr>
        <p:blipFill>
          <a:blip r:embed="rId7"/>
          <a:stretch>
            <a:fillRect/>
          </a:stretch>
        </p:blipFill>
        <p:spPr>
          <a:xfrm>
            <a:off x="9251732" y="3066360"/>
            <a:ext cx="2649021" cy="3258867"/>
          </a:xfrm>
          <a:prstGeom prst="rect">
            <a:avLst/>
          </a:prstGeom>
          <a:ln>
            <a:solidFill>
              <a:schemeClr val="tx1">
                <a:lumMod val="50000"/>
                <a:lumOff val="50000"/>
              </a:schemeClr>
            </a:solidFill>
          </a:ln>
        </p:spPr>
      </p:pic>
    </p:spTree>
    <p:extLst>
      <p:ext uri="{BB962C8B-B14F-4D97-AF65-F5344CB8AC3E}">
        <p14:creationId xmlns:p14="http://schemas.microsoft.com/office/powerpoint/2010/main" val="701220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Item UOM Maintenance</a:t>
            </a:r>
          </a:p>
        </p:txBody>
      </p:sp>
    </p:spTree>
    <p:extLst>
      <p:ext uri="{BB962C8B-B14F-4D97-AF65-F5344CB8AC3E}">
        <p14:creationId xmlns:p14="http://schemas.microsoft.com/office/powerpoint/2010/main" val="2541174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4B958-5933-4838-9951-7DFEFFB9AE7C}"/>
              </a:ext>
            </a:extLst>
          </p:cNvPr>
          <p:cNvSpPr>
            <a:spLocks noGrp="1"/>
          </p:cNvSpPr>
          <p:nvPr>
            <p:ph type="title"/>
            <p:custDataLst>
              <p:tags r:id="rId1"/>
            </p:custDataLst>
          </p:nvPr>
        </p:nvSpPr>
        <p:spPr/>
        <p:txBody>
          <a:bodyPr/>
          <a:lstStyle/>
          <a:p>
            <a:r>
              <a:rPr lang="fr-CA" dirty="0"/>
              <a:t>Item UOM Maintenance</a:t>
            </a:r>
            <a:endParaRPr lang="en-CA" dirty="0"/>
          </a:p>
        </p:txBody>
      </p:sp>
      <p:sp>
        <p:nvSpPr>
          <p:cNvPr id="3" name="Content Placeholder 2">
            <a:extLst>
              <a:ext uri="{FF2B5EF4-FFF2-40B4-BE49-F238E27FC236}">
                <a16:creationId xmlns:a16="http://schemas.microsoft.com/office/drawing/2014/main" id="{8B0FDF20-2195-4CCD-8E3D-4FF9D45E3BD5}"/>
              </a:ext>
            </a:extLst>
          </p:cNvPr>
          <p:cNvSpPr>
            <a:spLocks noGrp="1"/>
          </p:cNvSpPr>
          <p:nvPr>
            <p:ph idx="1"/>
            <p:custDataLst>
              <p:tags r:id="rId2"/>
            </p:custDataLst>
          </p:nvPr>
        </p:nvSpPr>
        <p:spPr>
          <a:xfrm>
            <a:off x="838200" y="1215231"/>
            <a:ext cx="10515600" cy="4351338"/>
          </a:xfrm>
        </p:spPr>
        <p:txBody>
          <a:bodyPr/>
          <a:lstStyle/>
          <a:p>
            <a:pPr algn="just">
              <a:lnSpc>
                <a:spcPct val="150000"/>
              </a:lnSpc>
            </a:pPr>
            <a:r>
              <a:rPr lang="en-US" dirty="0"/>
              <a:t>The Item UOM Maintenance view is an item maintenance view that allows </a:t>
            </a:r>
            <a:r>
              <a:rPr lang="en-US" b="1" dirty="0"/>
              <a:t>modification of item unit of measure (UOM) data </a:t>
            </a:r>
            <a:r>
              <a:rPr lang="en-CA" b="1" dirty="0"/>
              <a:t>even if there is inventory for this item </a:t>
            </a:r>
            <a:r>
              <a:rPr lang="en-CA" dirty="0"/>
              <a:t>in the warehouse</a:t>
            </a:r>
            <a:r>
              <a:rPr lang="en-US" b="1" dirty="0"/>
              <a:t>. </a:t>
            </a:r>
          </a:p>
          <a:p>
            <a:pPr algn="just">
              <a:lnSpc>
                <a:spcPct val="150000"/>
              </a:lnSpc>
            </a:pPr>
            <a:r>
              <a:rPr lang="en-US" dirty="0"/>
              <a:t>This allows for changes to all </a:t>
            </a:r>
            <a:r>
              <a:rPr lang="en-US" b="1" dirty="0"/>
              <a:t>UOM descriptors </a:t>
            </a:r>
            <a:r>
              <a:rPr lang="en-US" dirty="0"/>
              <a:t>except for UOM 1.</a:t>
            </a:r>
          </a:p>
          <a:p>
            <a:pPr algn="just">
              <a:lnSpc>
                <a:spcPct val="150000"/>
              </a:lnSpc>
            </a:pPr>
            <a:r>
              <a:rPr lang="en-US" dirty="0"/>
              <a:t>The maintenance of UOM is </a:t>
            </a:r>
            <a:r>
              <a:rPr lang="en-US" b="1" dirty="0"/>
              <a:t>not allowed when there is one or more queued command(s)</a:t>
            </a:r>
            <a:r>
              <a:rPr lang="en-US" dirty="0"/>
              <a:t> in the WMS for this item.</a:t>
            </a:r>
          </a:p>
          <a:p>
            <a:pPr algn="just">
              <a:lnSpc>
                <a:spcPct val="150000"/>
              </a:lnSpc>
            </a:pPr>
            <a:r>
              <a:rPr lang="en-US" dirty="0"/>
              <a:t>Changes to the item UOM descriptors through this view will automatically </a:t>
            </a:r>
            <a:r>
              <a:rPr lang="en-US" b="1" dirty="0"/>
              <a:t>update all the existing inventory</a:t>
            </a:r>
            <a:r>
              <a:rPr lang="en-US" dirty="0"/>
              <a:t> for this item in the system. </a:t>
            </a:r>
            <a:endParaRPr lang="en-CA" dirty="0">
              <a:highlight>
                <a:srgbClr val="FFFF00"/>
              </a:highlight>
            </a:endParaRPr>
          </a:p>
        </p:txBody>
      </p:sp>
    </p:spTree>
    <p:extLst>
      <p:ext uri="{BB962C8B-B14F-4D97-AF65-F5344CB8AC3E}">
        <p14:creationId xmlns:p14="http://schemas.microsoft.com/office/powerpoint/2010/main" val="1221810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1B079-227E-4525-A4E4-8189208312FF}"/>
              </a:ext>
            </a:extLst>
          </p:cNvPr>
          <p:cNvSpPr>
            <a:spLocks noGrp="1"/>
          </p:cNvSpPr>
          <p:nvPr>
            <p:ph type="title"/>
            <p:custDataLst>
              <p:tags r:id="rId1"/>
            </p:custDataLst>
          </p:nvPr>
        </p:nvSpPr>
        <p:spPr/>
        <p:txBody>
          <a:bodyPr/>
          <a:lstStyle/>
          <a:p>
            <a:r>
              <a:rPr lang="fr-CA" dirty="0"/>
              <a:t>Item UOM Maintenance </a:t>
            </a:r>
            <a:endParaRPr lang="en-CA" dirty="0"/>
          </a:p>
        </p:txBody>
      </p:sp>
      <p:sp>
        <p:nvSpPr>
          <p:cNvPr id="4" name="Content Placeholder 2">
            <a:extLst>
              <a:ext uri="{FF2B5EF4-FFF2-40B4-BE49-F238E27FC236}">
                <a16:creationId xmlns:a16="http://schemas.microsoft.com/office/drawing/2014/main" id="{D6AF953B-1654-46D4-B1A3-1597147A6C5F}"/>
              </a:ext>
            </a:extLst>
          </p:cNvPr>
          <p:cNvSpPr>
            <a:spLocks noGrp="1"/>
          </p:cNvSpPr>
          <p:nvPr>
            <p:ph idx="1"/>
            <p:custDataLst>
              <p:tags r:id="rId2"/>
            </p:custDataLst>
          </p:nvPr>
        </p:nvSpPr>
        <p:spPr>
          <a:xfrm>
            <a:off x="669387" y="1344706"/>
            <a:ext cx="6742066"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Inventory Management </a:t>
            </a:r>
            <a:r>
              <a:rPr lang="en-US" sz="2300" dirty="0"/>
              <a:t>resource</a:t>
            </a:r>
            <a:r>
              <a:rPr lang="en-US" sz="2300" b="1" dirty="0"/>
              <a:t>. </a:t>
            </a:r>
            <a:endParaRPr lang="en-US" sz="2300" dirty="0"/>
          </a:p>
          <a:p>
            <a:pPr marL="457200" indent="-457200" algn="just">
              <a:lnSpc>
                <a:spcPct val="150000"/>
              </a:lnSpc>
              <a:buFont typeface="+mj-lt"/>
              <a:buAutoNum type="arabicPeriod"/>
            </a:pPr>
            <a:r>
              <a:rPr lang="en-US" sz="2300" dirty="0"/>
              <a:t>Under Inventory Management, click on </a:t>
            </a:r>
            <a:r>
              <a:rPr lang="en-US" sz="2300" b="1" dirty="0"/>
              <a:t>Inventory</a:t>
            </a:r>
            <a:r>
              <a:rPr lang="en-US" sz="2300" dirty="0"/>
              <a:t>.</a:t>
            </a:r>
          </a:p>
          <a:p>
            <a:pPr marL="457200" indent="-457200" algn="just">
              <a:lnSpc>
                <a:spcPct val="150000"/>
              </a:lnSpc>
              <a:buFont typeface="+mj-lt"/>
              <a:buAutoNum type="arabicPeriod"/>
            </a:pPr>
            <a:r>
              <a:rPr lang="en-US" sz="2300" dirty="0"/>
              <a:t>Under Inventory, click on </a:t>
            </a:r>
            <a:r>
              <a:rPr lang="en-US" sz="2300" b="1" dirty="0"/>
              <a:t>Item UOM Maintenance.</a:t>
            </a:r>
            <a:endParaRPr lang="en-US" sz="2300" dirty="0"/>
          </a:p>
          <a:p>
            <a:pPr marL="0" indent="0" algn="just">
              <a:lnSpc>
                <a:spcPct val="150000"/>
              </a:lnSpc>
              <a:buNone/>
            </a:pPr>
            <a:endParaRPr lang="en-US" sz="2200" dirty="0"/>
          </a:p>
        </p:txBody>
      </p:sp>
      <p:pic>
        <p:nvPicPr>
          <p:cNvPr id="6" name="Picture 5">
            <a:extLst>
              <a:ext uri="{FF2B5EF4-FFF2-40B4-BE49-F238E27FC236}">
                <a16:creationId xmlns:a16="http://schemas.microsoft.com/office/drawing/2014/main" id="{709D4D52-BE1F-4892-AFB9-6D5EED9C88E3}"/>
              </a:ext>
            </a:extLst>
          </p:cNvPr>
          <p:cNvPicPr>
            <a:picLocks noChangeAspect="1"/>
          </p:cNvPicPr>
          <p:nvPr>
            <p:custDataLst>
              <p:tags r:id="rId3"/>
            </p:custDataLst>
          </p:nvPr>
        </p:nvPicPr>
        <p:blipFill>
          <a:blip r:embed="rId5"/>
          <a:stretch>
            <a:fillRect/>
          </a:stretch>
        </p:blipFill>
        <p:spPr>
          <a:xfrm>
            <a:off x="7989465" y="522908"/>
            <a:ext cx="3364336" cy="5555581"/>
          </a:xfrm>
          <a:prstGeom prst="rect">
            <a:avLst/>
          </a:prstGeom>
        </p:spPr>
      </p:pic>
    </p:spTree>
    <p:extLst>
      <p:ext uri="{BB962C8B-B14F-4D97-AF65-F5344CB8AC3E}">
        <p14:creationId xmlns:p14="http://schemas.microsoft.com/office/powerpoint/2010/main" val="17038813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75E23-F211-4748-B246-9F35946BD17D}"/>
              </a:ext>
            </a:extLst>
          </p:cNvPr>
          <p:cNvSpPr>
            <a:spLocks noGrp="1"/>
          </p:cNvSpPr>
          <p:nvPr>
            <p:ph type="title"/>
            <p:custDataLst>
              <p:tags r:id="rId1"/>
            </p:custDataLst>
          </p:nvPr>
        </p:nvSpPr>
        <p:spPr/>
        <p:txBody>
          <a:bodyPr/>
          <a:lstStyle/>
          <a:p>
            <a:r>
              <a:rPr lang="en-CA" sz="3600" dirty="0"/>
              <a:t>Item UOM Maintenance</a:t>
            </a:r>
            <a:endParaRPr lang="en-CA" dirty="0"/>
          </a:p>
        </p:txBody>
      </p:sp>
      <p:sp>
        <p:nvSpPr>
          <p:cNvPr id="3" name="Content Placeholder 2">
            <a:extLst>
              <a:ext uri="{FF2B5EF4-FFF2-40B4-BE49-F238E27FC236}">
                <a16:creationId xmlns:a16="http://schemas.microsoft.com/office/drawing/2014/main" id="{A43BF2BD-459D-4482-B43A-4B0F359FB02F}"/>
              </a:ext>
            </a:extLst>
          </p:cNvPr>
          <p:cNvSpPr>
            <a:spLocks noGrp="1"/>
          </p:cNvSpPr>
          <p:nvPr>
            <p:ph idx="1"/>
            <p:custDataLst>
              <p:tags r:id="rId2"/>
            </p:custDataLst>
          </p:nvPr>
        </p:nvSpPr>
        <p:spPr>
          <a:xfrm>
            <a:off x="838200" y="1352550"/>
            <a:ext cx="10515600" cy="4824413"/>
          </a:xfrm>
        </p:spPr>
        <p:txBody>
          <a:bodyPr/>
          <a:lstStyle/>
          <a:p>
            <a:pPr marL="457200" indent="-457200" algn="just">
              <a:lnSpc>
                <a:spcPct val="150000"/>
              </a:lnSpc>
              <a:buFont typeface="+mj-lt"/>
              <a:buAutoNum type="arabicPeriod" startAt="5"/>
            </a:pPr>
            <a:r>
              <a:rPr lang="en-US" sz="2400" dirty="0"/>
              <a:t>Perform a search to retrieve the item you wish to update and click on View Record Details. </a:t>
            </a:r>
            <a:endParaRPr lang="en-US" dirty="0"/>
          </a:p>
          <a:p>
            <a:endParaRPr lang="en-CA" dirty="0"/>
          </a:p>
        </p:txBody>
      </p:sp>
      <p:pic>
        <p:nvPicPr>
          <p:cNvPr id="5" name="Picture 4">
            <a:extLst>
              <a:ext uri="{FF2B5EF4-FFF2-40B4-BE49-F238E27FC236}">
                <a16:creationId xmlns:a16="http://schemas.microsoft.com/office/drawing/2014/main" id="{CD6AE71E-691D-407A-AB2D-626CA361C027}"/>
              </a:ext>
            </a:extLst>
          </p:cNvPr>
          <p:cNvPicPr>
            <a:picLocks noChangeAspect="1"/>
          </p:cNvPicPr>
          <p:nvPr>
            <p:custDataLst>
              <p:tags r:id="rId3"/>
            </p:custDataLst>
          </p:nvPr>
        </p:nvPicPr>
        <p:blipFill>
          <a:blip r:embed="rId5"/>
          <a:stretch>
            <a:fillRect/>
          </a:stretch>
        </p:blipFill>
        <p:spPr>
          <a:xfrm>
            <a:off x="689814" y="2723679"/>
            <a:ext cx="10812372" cy="2458392"/>
          </a:xfrm>
          <a:prstGeom prst="rect">
            <a:avLst/>
          </a:prstGeom>
        </p:spPr>
      </p:pic>
    </p:spTree>
    <p:extLst>
      <p:ext uri="{BB962C8B-B14F-4D97-AF65-F5344CB8AC3E}">
        <p14:creationId xmlns:p14="http://schemas.microsoft.com/office/powerpoint/2010/main" val="3144359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95A08-C1D5-492A-AE70-8F3A830D7909}"/>
              </a:ext>
            </a:extLst>
          </p:cNvPr>
          <p:cNvSpPr>
            <a:spLocks noGrp="1"/>
          </p:cNvSpPr>
          <p:nvPr>
            <p:ph type="title"/>
            <p:custDataLst>
              <p:tags r:id="rId1"/>
            </p:custDataLst>
          </p:nvPr>
        </p:nvSpPr>
        <p:spPr/>
        <p:txBody>
          <a:bodyPr/>
          <a:lstStyle/>
          <a:p>
            <a:r>
              <a:rPr lang="en-CA" sz="3600" dirty="0"/>
              <a:t>Item UOM Maintenance</a:t>
            </a:r>
            <a:endParaRPr lang="en-CA" dirty="0"/>
          </a:p>
        </p:txBody>
      </p:sp>
      <p:sp>
        <p:nvSpPr>
          <p:cNvPr id="4" name="Content Placeholder 2">
            <a:extLst>
              <a:ext uri="{FF2B5EF4-FFF2-40B4-BE49-F238E27FC236}">
                <a16:creationId xmlns:a16="http://schemas.microsoft.com/office/drawing/2014/main" id="{4EFA8D3B-DA0E-477D-B00F-F50E27D5D50F}"/>
              </a:ext>
            </a:extLst>
          </p:cNvPr>
          <p:cNvSpPr>
            <a:spLocks noGrp="1"/>
          </p:cNvSpPr>
          <p:nvPr>
            <p:ph idx="1"/>
            <p:custDataLst>
              <p:tags r:id="rId2"/>
            </p:custDataLst>
          </p:nvPr>
        </p:nvSpPr>
        <p:spPr>
          <a:xfrm>
            <a:off x="838200" y="1352550"/>
            <a:ext cx="10515600" cy="4824413"/>
          </a:xfrm>
        </p:spPr>
        <p:txBody>
          <a:bodyPr/>
          <a:lstStyle/>
          <a:p>
            <a:pPr marL="457200" indent="-457200" algn="just">
              <a:lnSpc>
                <a:spcPct val="150000"/>
              </a:lnSpc>
              <a:buFont typeface="+mj-lt"/>
              <a:buAutoNum type="arabicPeriod" startAt="6"/>
            </a:pPr>
            <a:r>
              <a:rPr lang="en-US" sz="2400" dirty="0"/>
              <a:t>In the new window that appears, note that the </a:t>
            </a:r>
            <a:r>
              <a:rPr lang="en-US" sz="2400" b="1" dirty="0"/>
              <a:t>General and UOM 1 sections </a:t>
            </a:r>
            <a:r>
              <a:rPr lang="en-CA" dirty="0"/>
              <a:t>will be grayed out and </a:t>
            </a:r>
            <a:r>
              <a:rPr lang="en-US" sz="2400" dirty="0"/>
              <a:t>cannot be modified if you are updating an item for which there is inventory in the warehouse. </a:t>
            </a:r>
            <a:endParaRPr lang="en-US" dirty="0"/>
          </a:p>
          <a:p>
            <a:pPr algn="just"/>
            <a:endParaRPr lang="en-CA" dirty="0"/>
          </a:p>
        </p:txBody>
      </p:sp>
      <p:pic>
        <p:nvPicPr>
          <p:cNvPr id="6" name="Picture 5">
            <a:extLst>
              <a:ext uri="{FF2B5EF4-FFF2-40B4-BE49-F238E27FC236}">
                <a16:creationId xmlns:a16="http://schemas.microsoft.com/office/drawing/2014/main" id="{C3240574-C521-4A40-A317-EC124B79A5C9}"/>
              </a:ext>
            </a:extLst>
          </p:cNvPr>
          <p:cNvPicPr>
            <a:picLocks noChangeAspect="1"/>
          </p:cNvPicPr>
          <p:nvPr>
            <p:custDataLst>
              <p:tags r:id="rId3"/>
            </p:custDataLst>
          </p:nvPr>
        </p:nvPicPr>
        <p:blipFill>
          <a:blip r:embed="rId6"/>
          <a:stretch>
            <a:fillRect/>
          </a:stretch>
        </p:blipFill>
        <p:spPr>
          <a:xfrm>
            <a:off x="765493" y="3429000"/>
            <a:ext cx="5529757" cy="2324100"/>
          </a:xfrm>
          <a:prstGeom prst="rect">
            <a:avLst/>
          </a:prstGeom>
          <a:ln>
            <a:solidFill>
              <a:schemeClr val="tx1">
                <a:lumMod val="65000"/>
                <a:lumOff val="35000"/>
              </a:schemeClr>
            </a:solidFill>
          </a:ln>
        </p:spPr>
      </p:pic>
      <p:pic>
        <p:nvPicPr>
          <p:cNvPr id="8" name="Picture 7">
            <a:extLst>
              <a:ext uri="{FF2B5EF4-FFF2-40B4-BE49-F238E27FC236}">
                <a16:creationId xmlns:a16="http://schemas.microsoft.com/office/drawing/2014/main" id="{8AC39807-3ED9-4407-8B9E-64F71388F96B}"/>
              </a:ext>
            </a:extLst>
          </p:cNvPr>
          <p:cNvPicPr>
            <a:picLocks noChangeAspect="1"/>
          </p:cNvPicPr>
          <p:nvPr>
            <p:custDataLst>
              <p:tags r:id="rId4"/>
            </p:custDataLst>
          </p:nvPr>
        </p:nvPicPr>
        <p:blipFill>
          <a:blip r:embed="rId7"/>
          <a:stretch>
            <a:fillRect/>
          </a:stretch>
        </p:blipFill>
        <p:spPr>
          <a:xfrm>
            <a:off x="7004122" y="3142049"/>
            <a:ext cx="4078955" cy="2611051"/>
          </a:xfrm>
          <a:prstGeom prst="rect">
            <a:avLst/>
          </a:prstGeom>
          <a:ln>
            <a:solidFill>
              <a:schemeClr val="tx1">
                <a:lumMod val="65000"/>
                <a:lumOff val="35000"/>
              </a:schemeClr>
            </a:solidFill>
          </a:ln>
        </p:spPr>
      </p:pic>
    </p:spTree>
    <p:extLst>
      <p:ext uri="{BB962C8B-B14F-4D97-AF65-F5344CB8AC3E}">
        <p14:creationId xmlns:p14="http://schemas.microsoft.com/office/powerpoint/2010/main" val="1533360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A37E2D2-C0AF-4FD9-A141-5A3FA7FCB0A7}"/>
              </a:ext>
            </a:extLst>
          </p:cNvPr>
          <p:cNvSpPr>
            <a:spLocks noGrp="1"/>
          </p:cNvSpPr>
          <p:nvPr>
            <p:ph idx="1"/>
            <p:custDataLst>
              <p:tags r:id="rId1"/>
            </p:custDataLst>
          </p:nvPr>
        </p:nvSpPr>
        <p:spPr>
          <a:xfrm>
            <a:off x="838200" y="1295400"/>
            <a:ext cx="10515600" cy="4824413"/>
          </a:xfrm>
        </p:spPr>
        <p:txBody>
          <a:bodyPr/>
          <a:lstStyle/>
          <a:p>
            <a:pPr marL="457200" indent="-457200" algn="just">
              <a:lnSpc>
                <a:spcPct val="150000"/>
              </a:lnSpc>
              <a:buFont typeface="+mj-lt"/>
              <a:buAutoNum type="arabicPeriod" startAt="7"/>
            </a:pPr>
            <a:r>
              <a:rPr lang="en-US" sz="2400" dirty="0"/>
              <a:t>In the </a:t>
            </a:r>
            <a:r>
              <a:rPr lang="en-US" sz="2400" b="1" dirty="0"/>
              <a:t>UOM 2 section</a:t>
            </a:r>
            <a:r>
              <a:rPr lang="en-US" sz="2400" dirty="0"/>
              <a:t>, update the desired fields as follows: </a:t>
            </a:r>
          </a:p>
        </p:txBody>
      </p:sp>
      <p:sp>
        <p:nvSpPr>
          <p:cNvPr id="2" name="Title 1">
            <a:extLst>
              <a:ext uri="{FF2B5EF4-FFF2-40B4-BE49-F238E27FC236}">
                <a16:creationId xmlns:a16="http://schemas.microsoft.com/office/drawing/2014/main" id="{F0648641-9AEA-44CC-81A8-B1DB4ABA7182}"/>
              </a:ext>
            </a:extLst>
          </p:cNvPr>
          <p:cNvSpPr>
            <a:spLocks noGrp="1"/>
          </p:cNvSpPr>
          <p:nvPr>
            <p:ph type="title"/>
            <p:custDataLst>
              <p:tags r:id="rId2"/>
            </p:custDataLst>
          </p:nvPr>
        </p:nvSpPr>
        <p:spPr/>
        <p:txBody>
          <a:bodyPr/>
          <a:lstStyle/>
          <a:p>
            <a:r>
              <a:rPr lang="en-CA" sz="3600" dirty="0"/>
              <a:t>Item UOM Maintenance</a:t>
            </a:r>
            <a:endParaRPr lang="en-CA" dirty="0"/>
          </a:p>
        </p:txBody>
      </p:sp>
      <p:pic>
        <p:nvPicPr>
          <p:cNvPr id="6" name="Picture 5">
            <a:extLst>
              <a:ext uri="{FF2B5EF4-FFF2-40B4-BE49-F238E27FC236}">
                <a16:creationId xmlns:a16="http://schemas.microsoft.com/office/drawing/2014/main" id="{EE7468BC-3B6B-47E5-AAB8-8490D0A1371F}"/>
              </a:ext>
            </a:extLst>
          </p:cNvPr>
          <p:cNvPicPr>
            <a:picLocks noChangeAspect="1"/>
          </p:cNvPicPr>
          <p:nvPr>
            <p:custDataLst>
              <p:tags r:id="rId3"/>
            </p:custDataLst>
          </p:nvPr>
        </p:nvPicPr>
        <p:blipFill>
          <a:blip r:embed="rId13"/>
          <a:stretch>
            <a:fillRect/>
          </a:stretch>
        </p:blipFill>
        <p:spPr>
          <a:xfrm>
            <a:off x="729813" y="2257424"/>
            <a:ext cx="4967183" cy="3590926"/>
          </a:xfrm>
          <a:prstGeom prst="rect">
            <a:avLst/>
          </a:prstGeom>
          <a:ln>
            <a:solidFill>
              <a:schemeClr val="tx1">
                <a:lumMod val="65000"/>
                <a:lumOff val="35000"/>
              </a:schemeClr>
            </a:solidFill>
          </a:ln>
        </p:spPr>
      </p:pic>
      <p:cxnSp>
        <p:nvCxnSpPr>
          <p:cNvPr id="8" name="Straight Arrow Connector 7">
            <a:extLst>
              <a:ext uri="{FF2B5EF4-FFF2-40B4-BE49-F238E27FC236}">
                <a16:creationId xmlns:a16="http://schemas.microsoft.com/office/drawing/2014/main" id="{9CBE81BB-E6E6-4292-97E1-37B6AD2547FF}"/>
              </a:ext>
            </a:extLst>
          </p:cNvPr>
          <p:cNvCxnSpPr>
            <a:cxnSpLocks/>
          </p:cNvCxnSpPr>
          <p:nvPr>
            <p:custDataLst>
              <p:tags r:id="rId4"/>
            </p:custDataLst>
          </p:nvPr>
        </p:nvCxnSpPr>
        <p:spPr>
          <a:xfrm>
            <a:off x="3842481" y="3008396"/>
            <a:ext cx="3010529"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C8082ED4-6A79-4A0F-9F98-776AF66995C8}"/>
              </a:ext>
            </a:extLst>
          </p:cNvPr>
          <p:cNvSpPr/>
          <p:nvPr>
            <p:custDataLst>
              <p:tags r:id="rId5"/>
            </p:custDataLst>
          </p:nvPr>
        </p:nvSpPr>
        <p:spPr>
          <a:xfrm>
            <a:off x="6982112" y="2823730"/>
            <a:ext cx="3625731" cy="369332"/>
          </a:xfrm>
          <a:prstGeom prst="rect">
            <a:avLst/>
          </a:prstGeom>
        </p:spPr>
        <p:txBody>
          <a:bodyPr wrap="square">
            <a:spAutoFit/>
          </a:bodyPr>
          <a:lstStyle/>
          <a:p>
            <a:r>
              <a:rPr lang="en-US" dirty="0"/>
              <a:t>The level 2 unit of measure.</a:t>
            </a:r>
          </a:p>
        </p:txBody>
      </p:sp>
      <p:cxnSp>
        <p:nvCxnSpPr>
          <p:cNvPr id="10" name="Straight Arrow Connector 9">
            <a:extLst>
              <a:ext uri="{FF2B5EF4-FFF2-40B4-BE49-F238E27FC236}">
                <a16:creationId xmlns:a16="http://schemas.microsoft.com/office/drawing/2014/main" id="{B1DAC0CE-C442-473D-B480-EF25D39C7802}"/>
              </a:ext>
            </a:extLst>
          </p:cNvPr>
          <p:cNvCxnSpPr>
            <a:cxnSpLocks/>
          </p:cNvCxnSpPr>
          <p:nvPr>
            <p:custDataLst>
              <p:tags r:id="rId6"/>
            </p:custDataLst>
          </p:nvPr>
        </p:nvCxnSpPr>
        <p:spPr>
          <a:xfrm>
            <a:off x="3842481" y="3409950"/>
            <a:ext cx="3010529"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1" name="Rectangle 10">
            <a:extLst>
              <a:ext uri="{FF2B5EF4-FFF2-40B4-BE49-F238E27FC236}">
                <a16:creationId xmlns:a16="http://schemas.microsoft.com/office/drawing/2014/main" id="{3E499938-DC85-4566-A238-303ED2405A0E}"/>
              </a:ext>
            </a:extLst>
          </p:cNvPr>
          <p:cNvSpPr/>
          <p:nvPr>
            <p:custDataLst>
              <p:tags r:id="rId7"/>
            </p:custDataLst>
          </p:nvPr>
        </p:nvSpPr>
        <p:spPr>
          <a:xfrm>
            <a:off x="6982112" y="3225284"/>
            <a:ext cx="4711582" cy="92333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unique identifier for the item's UOM 2 according to the GS1 Global Trade Item Number standards.</a:t>
            </a:r>
          </a:p>
        </p:txBody>
      </p:sp>
      <p:cxnSp>
        <p:nvCxnSpPr>
          <p:cNvPr id="12" name="Straight Arrow Connector 11">
            <a:extLst>
              <a:ext uri="{FF2B5EF4-FFF2-40B4-BE49-F238E27FC236}">
                <a16:creationId xmlns:a16="http://schemas.microsoft.com/office/drawing/2014/main" id="{9228F13F-E071-4E72-9F4A-38AE4A5448E0}"/>
              </a:ext>
            </a:extLst>
          </p:cNvPr>
          <p:cNvCxnSpPr>
            <a:cxnSpLocks/>
          </p:cNvCxnSpPr>
          <p:nvPr>
            <p:custDataLst>
              <p:tags r:id="rId8"/>
            </p:custDataLst>
          </p:nvPr>
        </p:nvCxnSpPr>
        <p:spPr>
          <a:xfrm>
            <a:off x="3140244" y="4800600"/>
            <a:ext cx="371276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26EC66E4-2A9D-4929-98C2-C92E2A33ABC4}"/>
              </a:ext>
            </a:extLst>
          </p:cNvPr>
          <p:cNvCxnSpPr>
            <a:cxnSpLocks/>
          </p:cNvCxnSpPr>
          <p:nvPr>
            <p:custDataLst>
              <p:tags r:id="rId9"/>
            </p:custDataLst>
          </p:nvPr>
        </p:nvCxnSpPr>
        <p:spPr>
          <a:xfrm flipV="1">
            <a:off x="3140244" y="4038600"/>
            <a:ext cx="0" cy="7620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648F0BCA-7E66-46AD-A902-C930E67134B4}"/>
              </a:ext>
            </a:extLst>
          </p:cNvPr>
          <p:cNvSpPr/>
          <p:nvPr>
            <p:custDataLst>
              <p:tags r:id="rId10"/>
            </p:custDataLst>
          </p:nvPr>
        </p:nvSpPr>
        <p:spPr>
          <a:xfrm>
            <a:off x="6982112" y="4615934"/>
            <a:ext cx="5161764"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number of UOM 1 it takes to make one UOM 2.</a:t>
            </a:r>
          </a:p>
        </p:txBody>
      </p:sp>
    </p:spTree>
    <p:extLst>
      <p:ext uri="{BB962C8B-B14F-4D97-AF65-F5344CB8AC3E}">
        <p14:creationId xmlns:p14="http://schemas.microsoft.com/office/powerpoint/2010/main" val="1389723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7BC4E-12B8-4F11-A8EC-F847214423B7}"/>
              </a:ext>
            </a:extLst>
          </p:cNvPr>
          <p:cNvSpPr>
            <a:spLocks noGrp="1"/>
          </p:cNvSpPr>
          <p:nvPr>
            <p:ph type="title"/>
            <p:custDataLst>
              <p:tags r:id="rId1"/>
            </p:custDataLst>
          </p:nvPr>
        </p:nvSpPr>
        <p:spPr/>
        <p:txBody>
          <a:bodyPr/>
          <a:lstStyle/>
          <a:p>
            <a:r>
              <a:rPr lang="en-CA" sz="3600" dirty="0"/>
              <a:t>Item UOM Maintenance</a:t>
            </a:r>
            <a:endParaRPr lang="en-CA" dirty="0"/>
          </a:p>
        </p:txBody>
      </p:sp>
      <p:sp>
        <p:nvSpPr>
          <p:cNvPr id="4" name="Content Placeholder 2">
            <a:extLst>
              <a:ext uri="{FF2B5EF4-FFF2-40B4-BE49-F238E27FC236}">
                <a16:creationId xmlns:a16="http://schemas.microsoft.com/office/drawing/2014/main" id="{1EB0B600-E5A4-45A9-AED7-ACB9F2BBB11D}"/>
              </a:ext>
            </a:extLst>
          </p:cNvPr>
          <p:cNvSpPr>
            <a:spLocks noGrp="1"/>
          </p:cNvSpPr>
          <p:nvPr>
            <p:ph idx="1"/>
            <p:custDataLst>
              <p:tags r:id="rId2"/>
            </p:custDataLst>
          </p:nvPr>
        </p:nvSpPr>
        <p:spPr>
          <a:xfrm>
            <a:off x="838200" y="1047178"/>
            <a:ext cx="10515600" cy="4824413"/>
          </a:xfrm>
        </p:spPr>
        <p:txBody>
          <a:bodyPr/>
          <a:lstStyle/>
          <a:p>
            <a:pPr marL="457200" indent="-457200" algn="just">
              <a:lnSpc>
                <a:spcPct val="150000"/>
              </a:lnSpc>
              <a:buFont typeface="+mj-lt"/>
              <a:buAutoNum type="arabicPeriod" startAt="8"/>
            </a:pPr>
            <a:r>
              <a:rPr lang="en-US" sz="2400" dirty="0"/>
              <a:t>Repeat the step 6 for the </a:t>
            </a:r>
            <a:r>
              <a:rPr lang="en-US" sz="2400" b="1" dirty="0"/>
              <a:t>UOM 3 to UOM 6 sections </a:t>
            </a:r>
            <a:r>
              <a:rPr lang="en-US" sz="2400" dirty="0"/>
              <a:t>as needed. </a:t>
            </a:r>
          </a:p>
        </p:txBody>
      </p:sp>
      <p:pic>
        <p:nvPicPr>
          <p:cNvPr id="14" name="Picture 13">
            <a:extLst>
              <a:ext uri="{FF2B5EF4-FFF2-40B4-BE49-F238E27FC236}">
                <a16:creationId xmlns:a16="http://schemas.microsoft.com/office/drawing/2014/main" id="{30EFB012-2C85-47AA-9394-AB89BFC5636E}"/>
              </a:ext>
            </a:extLst>
          </p:cNvPr>
          <p:cNvPicPr>
            <a:picLocks noChangeAspect="1"/>
          </p:cNvPicPr>
          <p:nvPr>
            <p:custDataLst>
              <p:tags r:id="rId3"/>
            </p:custDataLst>
          </p:nvPr>
        </p:nvPicPr>
        <p:blipFill>
          <a:blip r:embed="rId6"/>
          <a:stretch>
            <a:fillRect/>
          </a:stretch>
        </p:blipFill>
        <p:spPr>
          <a:xfrm>
            <a:off x="1341096" y="1782763"/>
            <a:ext cx="6714592" cy="4576762"/>
          </a:xfrm>
          <a:prstGeom prst="rect">
            <a:avLst/>
          </a:prstGeom>
        </p:spPr>
      </p:pic>
    </p:spTree>
    <p:extLst>
      <p:ext uri="{BB962C8B-B14F-4D97-AF65-F5344CB8AC3E}">
        <p14:creationId xmlns:p14="http://schemas.microsoft.com/office/powerpoint/2010/main" val="1369638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48641-9AEA-44CC-81A8-B1DB4ABA7182}"/>
              </a:ext>
            </a:extLst>
          </p:cNvPr>
          <p:cNvSpPr>
            <a:spLocks noGrp="1"/>
          </p:cNvSpPr>
          <p:nvPr>
            <p:ph type="title"/>
            <p:custDataLst>
              <p:tags r:id="rId1"/>
            </p:custDataLst>
          </p:nvPr>
        </p:nvSpPr>
        <p:spPr>
          <a:xfrm>
            <a:off x="838200" y="250825"/>
            <a:ext cx="10515600" cy="1325563"/>
          </a:xfrm>
        </p:spPr>
        <p:txBody>
          <a:bodyPr/>
          <a:lstStyle/>
          <a:p>
            <a:r>
              <a:rPr lang="en-CA" sz="3600" dirty="0"/>
              <a:t>Item UOM Maintenance</a:t>
            </a:r>
            <a:endParaRPr lang="en-CA" dirty="0"/>
          </a:p>
        </p:txBody>
      </p:sp>
      <p:pic>
        <p:nvPicPr>
          <p:cNvPr id="7" name="Picture 6">
            <a:extLst>
              <a:ext uri="{FF2B5EF4-FFF2-40B4-BE49-F238E27FC236}">
                <a16:creationId xmlns:a16="http://schemas.microsoft.com/office/drawing/2014/main" id="{F39667A6-208B-43FE-A413-238F04E5117A}"/>
              </a:ext>
            </a:extLst>
          </p:cNvPr>
          <p:cNvPicPr>
            <a:picLocks noChangeAspect="1"/>
          </p:cNvPicPr>
          <p:nvPr>
            <p:custDataLst>
              <p:tags r:id="rId2"/>
            </p:custDataLst>
          </p:nvPr>
        </p:nvPicPr>
        <p:blipFill>
          <a:blip r:embed="rId20"/>
          <a:stretch>
            <a:fillRect/>
          </a:stretch>
        </p:blipFill>
        <p:spPr>
          <a:xfrm>
            <a:off x="426864" y="2643026"/>
            <a:ext cx="9118222" cy="3191950"/>
          </a:xfrm>
          <a:prstGeom prst="rect">
            <a:avLst/>
          </a:prstGeom>
        </p:spPr>
      </p:pic>
      <p:sp>
        <p:nvSpPr>
          <p:cNvPr id="8" name="Content Placeholder 2">
            <a:extLst>
              <a:ext uri="{FF2B5EF4-FFF2-40B4-BE49-F238E27FC236}">
                <a16:creationId xmlns:a16="http://schemas.microsoft.com/office/drawing/2014/main" id="{5A0A93D7-C31D-408B-A0AB-9E22C3E5B0D1}"/>
              </a:ext>
            </a:extLst>
          </p:cNvPr>
          <p:cNvSpPr>
            <a:spLocks noGrp="1"/>
          </p:cNvSpPr>
          <p:nvPr>
            <p:ph idx="1"/>
            <p:custDataLst>
              <p:tags r:id="rId3"/>
            </p:custDataLst>
          </p:nvPr>
        </p:nvSpPr>
        <p:spPr>
          <a:xfrm>
            <a:off x="838200" y="916525"/>
            <a:ext cx="10515600" cy="4824413"/>
          </a:xfrm>
        </p:spPr>
        <p:txBody>
          <a:bodyPr/>
          <a:lstStyle/>
          <a:p>
            <a:pPr marL="457200" indent="-457200" algn="just">
              <a:lnSpc>
                <a:spcPct val="150000"/>
              </a:lnSpc>
              <a:buFont typeface="+mj-lt"/>
              <a:buAutoNum type="arabicPeriod" startAt="9"/>
            </a:pPr>
            <a:r>
              <a:rPr lang="en-US" sz="2400" dirty="0"/>
              <a:t>In the </a:t>
            </a:r>
            <a:r>
              <a:rPr lang="en-US" sz="2400" b="1" dirty="0"/>
              <a:t>UOMs section</a:t>
            </a:r>
            <a:r>
              <a:rPr lang="en-US" sz="2400" dirty="0"/>
              <a:t>, update the desired fields as follows: </a:t>
            </a:r>
          </a:p>
        </p:txBody>
      </p:sp>
      <p:cxnSp>
        <p:nvCxnSpPr>
          <p:cNvPr id="9" name="Straight Arrow Connector 8">
            <a:extLst>
              <a:ext uri="{FF2B5EF4-FFF2-40B4-BE49-F238E27FC236}">
                <a16:creationId xmlns:a16="http://schemas.microsoft.com/office/drawing/2014/main" id="{09D761F0-BA49-4893-8DD8-ECEA6ACF95E5}"/>
              </a:ext>
            </a:extLst>
          </p:cNvPr>
          <p:cNvCxnSpPr>
            <a:cxnSpLocks/>
          </p:cNvCxnSpPr>
          <p:nvPr>
            <p:custDataLst>
              <p:tags r:id="rId4"/>
            </p:custDataLst>
          </p:nvPr>
        </p:nvCxnSpPr>
        <p:spPr>
          <a:xfrm>
            <a:off x="4793000" y="3494375"/>
            <a:ext cx="475208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id="{37B7AA0D-5187-4AD3-A9A8-42962A1DF7CA}"/>
              </a:ext>
            </a:extLst>
          </p:cNvPr>
          <p:cNvSpPr/>
          <p:nvPr>
            <p:custDataLst>
              <p:tags r:id="rId5"/>
            </p:custDataLst>
          </p:nvPr>
        </p:nvSpPr>
        <p:spPr>
          <a:xfrm>
            <a:off x="9745496" y="2880310"/>
            <a:ext cx="2388044" cy="923330"/>
          </a:xfrm>
          <a:prstGeom prst="rect">
            <a:avLst/>
          </a:prstGeom>
        </p:spPr>
        <p:txBody>
          <a:bodyPr wrap="square">
            <a:spAutoFit/>
          </a:bodyPr>
          <a:lstStyle/>
          <a:p>
            <a:pPr algn="just"/>
            <a:r>
              <a:rPr lang="en-US" dirty="0"/>
              <a:t>UOM for which tag labels are printed on a receipt record.</a:t>
            </a:r>
          </a:p>
        </p:txBody>
      </p:sp>
      <p:cxnSp>
        <p:nvCxnSpPr>
          <p:cNvPr id="12" name="Straight Arrow Connector 11">
            <a:extLst>
              <a:ext uri="{FF2B5EF4-FFF2-40B4-BE49-F238E27FC236}">
                <a16:creationId xmlns:a16="http://schemas.microsoft.com/office/drawing/2014/main" id="{3D68C136-3A60-4AF4-9DC0-B739EB98119D}"/>
              </a:ext>
            </a:extLst>
          </p:cNvPr>
          <p:cNvCxnSpPr>
            <a:cxnSpLocks/>
          </p:cNvCxnSpPr>
          <p:nvPr>
            <p:custDataLst>
              <p:tags r:id="rId6"/>
            </p:custDataLst>
          </p:nvPr>
        </p:nvCxnSpPr>
        <p:spPr>
          <a:xfrm>
            <a:off x="4793000" y="4085564"/>
            <a:ext cx="475208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Rectangle 12">
            <a:extLst>
              <a:ext uri="{FF2B5EF4-FFF2-40B4-BE49-F238E27FC236}">
                <a16:creationId xmlns:a16="http://schemas.microsoft.com/office/drawing/2014/main" id="{19A9D4A5-E028-4AF2-A23D-D980937E9C6F}"/>
              </a:ext>
            </a:extLst>
          </p:cNvPr>
          <p:cNvSpPr/>
          <p:nvPr>
            <p:custDataLst>
              <p:tags r:id="rId7"/>
            </p:custDataLst>
          </p:nvPr>
        </p:nvSpPr>
        <p:spPr>
          <a:xfrm>
            <a:off x="9687036" y="3777336"/>
            <a:ext cx="2446504" cy="1200329"/>
          </a:xfrm>
          <a:prstGeom prst="rect">
            <a:avLst/>
          </a:prstGeom>
        </p:spPr>
        <p:txBody>
          <a:bodyPr wrap="square">
            <a:spAutoFit/>
          </a:bodyPr>
          <a:lstStyle/>
          <a:p>
            <a:pPr algn="just"/>
            <a:r>
              <a:rPr lang="en-US" dirty="0"/>
              <a:t>UOM that defines a shipping carton that can be shipped directly to a customer as is. </a:t>
            </a:r>
          </a:p>
        </p:txBody>
      </p:sp>
      <p:cxnSp>
        <p:nvCxnSpPr>
          <p:cNvPr id="14" name="Straight Arrow Connector 13">
            <a:extLst>
              <a:ext uri="{FF2B5EF4-FFF2-40B4-BE49-F238E27FC236}">
                <a16:creationId xmlns:a16="http://schemas.microsoft.com/office/drawing/2014/main" id="{F76F70AB-BDC9-4AB0-90FC-CEF1D27ED5B5}"/>
              </a:ext>
            </a:extLst>
          </p:cNvPr>
          <p:cNvCxnSpPr>
            <a:cxnSpLocks/>
          </p:cNvCxnSpPr>
          <p:nvPr>
            <p:custDataLst>
              <p:tags r:id="rId8"/>
            </p:custDataLst>
          </p:nvPr>
        </p:nvCxnSpPr>
        <p:spPr>
          <a:xfrm>
            <a:off x="6374150" y="5557950"/>
            <a:ext cx="337134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id="{900F5FA6-6DD7-4ED7-953D-5758C11E040E}"/>
              </a:ext>
            </a:extLst>
          </p:cNvPr>
          <p:cNvSpPr/>
          <p:nvPr>
            <p:custDataLst>
              <p:tags r:id="rId9"/>
            </p:custDataLst>
          </p:nvPr>
        </p:nvSpPr>
        <p:spPr>
          <a:xfrm>
            <a:off x="9745496" y="5183659"/>
            <a:ext cx="2446504" cy="923330"/>
          </a:xfrm>
          <a:prstGeom prst="rect">
            <a:avLst/>
          </a:prstGeom>
        </p:spPr>
        <p:txBody>
          <a:bodyPr wrap="square">
            <a:spAutoFit/>
          </a:bodyPr>
          <a:lstStyle/>
          <a:p>
            <a:pPr algn="just"/>
            <a:r>
              <a:rPr lang="en-US" dirty="0"/>
              <a:t>Cycle count trigger quantity for an item and its corresponding UOM</a:t>
            </a:r>
            <a:r>
              <a:rPr lang="en-US" sz="1800" kern="1200" dirty="0">
                <a:solidFill>
                  <a:schemeClr val="tx1">
                    <a:lumMod val="50000"/>
                    <a:lumOff val="50000"/>
                  </a:schemeClr>
                </a:solidFill>
                <a:latin typeface="+mn-lt"/>
                <a:ea typeface="+mn-ea"/>
                <a:cs typeface="+mn-cs"/>
              </a:rPr>
              <a:t>. </a:t>
            </a:r>
            <a:endParaRPr lang="en-CA" dirty="0"/>
          </a:p>
        </p:txBody>
      </p:sp>
      <p:cxnSp>
        <p:nvCxnSpPr>
          <p:cNvPr id="17" name="Straight Arrow Connector 16">
            <a:extLst>
              <a:ext uri="{FF2B5EF4-FFF2-40B4-BE49-F238E27FC236}">
                <a16:creationId xmlns:a16="http://schemas.microsoft.com/office/drawing/2014/main" id="{22915B75-25E6-4249-9E26-3B7660DB9236}"/>
              </a:ext>
            </a:extLst>
          </p:cNvPr>
          <p:cNvCxnSpPr>
            <a:cxnSpLocks/>
          </p:cNvCxnSpPr>
          <p:nvPr>
            <p:custDataLst>
              <p:tags r:id="rId10"/>
            </p:custDataLst>
          </p:nvPr>
        </p:nvCxnSpPr>
        <p:spPr>
          <a:xfrm>
            <a:off x="3725696" y="5374448"/>
            <a:ext cx="0" cy="488591"/>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1" name="Rectangle 20">
            <a:extLst>
              <a:ext uri="{FF2B5EF4-FFF2-40B4-BE49-F238E27FC236}">
                <a16:creationId xmlns:a16="http://schemas.microsoft.com/office/drawing/2014/main" id="{79F6F9D1-C2CB-471C-A858-B59AF05C710E}"/>
              </a:ext>
            </a:extLst>
          </p:cNvPr>
          <p:cNvSpPr/>
          <p:nvPr>
            <p:custDataLst>
              <p:tags r:id="rId11"/>
            </p:custDataLst>
          </p:nvPr>
        </p:nvSpPr>
        <p:spPr>
          <a:xfrm>
            <a:off x="2346496" y="5855557"/>
            <a:ext cx="3325416" cy="646331"/>
          </a:xfrm>
          <a:prstGeom prst="rect">
            <a:avLst/>
          </a:prstGeom>
        </p:spPr>
        <p:txBody>
          <a:bodyPr wrap="square">
            <a:spAutoFit/>
          </a:bodyPr>
          <a:lstStyle/>
          <a:p>
            <a:pPr algn="just"/>
            <a:r>
              <a:rPr lang="en-US" dirty="0"/>
              <a:t>The largest unit of measure for which a pick label will be printed. </a:t>
            </a:r>
          </a:p>
        </p:txBody>
      </p:sp>
      <p:cxnSp>
        <p:nvCxnSpPr>
          <p:cNvPr id="22" name="Straight Arrow Connector 21">
            <a:extLst>
              <a:ext uri="{FF2B5EF4-FFF2-40B4-BE49-F238E27FC236}">
                <a16:creationId xmlns:a16="http://schemas.microsoft.com/office/drawing/2014/main" id="{43DC2493-762F-4DB9-A473-CDAF5F38C6F1}"/>
              </a:ext>
            </a:extLst>
          </p:cNvPr>
          <p:cNvCxnSpPr>
            <a:cxnSpLocks/>
          </p:cNvCxnSpPr>
          <p:nvPr>
            <p:custDataLst>
              <p:tags r:id="rId12"/>
            </p:custDataLst>
          </p:nvPr>
        </p:nvCxnSpPr>
        <p:spPr>
          <a:xfrm flipH="1">
            <a:off x="2346496" y="3796386"/>
            <a:ext cx="742950" cy="7254"/>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6" name="Rectangle 25">
            <a:extLst>
              <a:ext uri="{FF2B5EF4-FFF2-40B4-BE49-F238E27FC236}">
                <a16:creationId xmlns:a16="http://schemas.microsoft.com/office/drawing/2014/main" id="{D951A2DE-CF2F-4DFE-BED7-683AB06AA21F}"/>
              </a:ext>
            </a:extLst>
          </p:cNvPr>
          <p:cNvSpPr/>
          <p:nvPr>
            <p:custDataLst>
              <p:tags r:id="rId13"/>
            </p:custDataLst>
          </p:nvPr>
        </p:nvSpPr>
        <p:spPr>
          <a:xfrm>
            <a:off x="260091" y="3507260"/>
            <a:ext cx="1983303" cy="1200329"/>
          </a:xfrm>
          <a:prstGeom prst="rect">
            <a:avLst/>
          </a:prstGeom>
        </p:spPr>
        <p:txBody>
          <a:bodyPr wrap="square">
            <a:spAutoFit/>
          </a:bodyPr>
          <a:lstStyle/>
          <a:p>
            <a:pPr algn="just"/>
            <a:r>
              <a:rPr lang="en-US" dirty="0"/>
              <a:t>Commands are displayed to users in this UOM whenever possible. </a:t>
            </a:r>
          </a:p>
        </p:txBody>
      </p:sp>
      <p:cxnSp>
        <p:nvCxnSpPr>
          <p:cNvPr id="29" name="Straight Arrow Connector 28">
            <a:extLst>
              <a:ext uri="{FF2B5EF4-FFF2-40B4-BE49-F238E27FC236}">
                <a16:creationId xmlns:a16="http://schemas.microsoft.com/office/drawing/2014/main" id="{7BD70FF9-F90D-44F8-AA07-6DC002BC07E1}"/>
              </a:ext>
            </a:extLst>
          </p:cNvPr>
          <p:cNvCxnSpPr>
            <a:cxnSpLocks/>
          </p:cNvCxnSpPr>
          <p:nvPr>
            <p:custDataLst>
              <p:tags r:id="rId14"/>
            </p:custDataLst>
          </p:nvPr>
        </p:nvCxnSpPr>
        <p:spPr>
          <a:xfrm flipV="1">
            <a:off x="5040650" y="2643026"/>
            <a:ext cx="0" cy="40915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4" name="Rectangle 33">
            <a:extLst>
              <a:ext uri="{FF2B5EF4-FFF2-40B4-BE49-F238E27FC236}">
                <a16:creationId xmlns:a16="http://schemas.microsoft.com/office/drawing/2014/main" id="{EF9A6E51-1805-49FF-94C0-98FE8DDAC636}"/>
              </a:ext>
            </a:extLst>
          </p:cNvPr>
          <p:cNvSpPr/>
          <p:nvPr>
            <p:custDataLst>
              <p:tags r:id="rId15"/>
            </p:custDataLst>
          </p:nvPr>
        </p:nvSpPr>
        <p:spPr>
          <a:xfrm>
            <a:off x="2310422" y="1905886"/>
            <a:ext cx="3486440" cy="923330"/>
          </a:xfrm>
          <a:prstGeom prst="rect">
            <a:avLst/>
          </a:prstGeom>
        </p:spPr>
        <p:txBody>
          <a:bodyPr wrap="square">
            <a:spAutoFit/>
          </a:bodyPr>
          <a:lstStyle/>
          <a:p>
            <a:pPr algn="just"/>
            <a:r>
              <a:rPr lang="en-US" dirty="0"/>
              <a:t>Quantity per Tag which defines the unit of measure for which a tag ID is generated. </a:t>
            </a:r>
          </a:p>
        </p:txBody>
      </p:sp>
      <p:cxnSp>
        <p:nvCxnSpPr>
          <p:cNvPr id="35" name="Straight Arrow Connector 34">
            <a:extLst>
              <a:ext uri="{FF2B5EF4-FFF2-40B4-BE49-F238E27FC236}">
                <a16:creationId xmlns:a16="http://schemas.microsoft.com/office/drawing/2014/main" id="{698491B9-27D4-4FAC-8789-665358BED638}"/>
              </a:ext>
            </a:extLst>
          </p:cNvPr>
          <p:cNvCxnSpPr>
            <a:cxnSpLocks/>
          </p:cNvCxnSpPr>
          <p:nvPr>
            <p:custDataLst>
              <p:tags r:id="rId16"/>
            </p:custDataLst>
          </p:nvPr>
        </p:nvCxnSpPr>
        <p:spPr>
          <a:xfrm flipV="1">
            <a:off x="7745750" y="2643026"/>
            <a:ext cx="0" cy="40915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7" name="Rectangle 36">
            <a:extLst>
              <a:ext uri="{FF2B5EF4-FFF2-40B4-BE49-F238E27FC236}">
                <a16:creationId xmlns:a16="http://schemas.microsoft.com/office/drawing/2014/main" id="{17E9273D-79A6-4C8C-A146-4448C575A321}"/>
              </a:ext>
            </a:extLst>
          </p:cNvPr>
          <p:cNvSpPr/>
          <p:nvPr>
            <p:custDataLst>
              <p:tags r:id="rId17"/>
            </p:custDataLst>
          </p:nvPr>
        </p:nvSpPr>
        <p:spPr>
          <a:xfrm>
            <a:off x="5963634" y="1713539"/>
            <a:ext cx="3639907" cy="1200329"/>
          </a:xfrm>
          <a:prstGeom prst="rect">
            <a:avLst/>
          </a:prstGeom>
        </p:spPr>
        <p:txBody>
          <a:bodyPr wrap="square">
            <a:spAutoFit/>
          </a:bodyPr>
          <a:lstStyle/>
          <a:p>
            <a:pPr algn="just"/>
            <a:r>
              <a:rPr lang="en-US" dirty="0"/>
              <a:t>Minimum and maximum quantity (in the lowest UOM) of inventory that can be associated with a full load for the item.</a:t>
            </a:r>
          </a:p>
        </p:txBody>
      </p:sp>
    </p:spTree>
    <p:extLst>
      <p:ext uri="{BB962C8B-B14F-4D97-AF65-F5344CB8AC3E}">
        <p14:creationId xmlns:p14="http://schemas.microsoft.com/office/powerpoint/2010/main" val="3204026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48641-9AEA-44CC-81A8-B1DB4ABA7182}"/>
              </a:ext>
            </a:extLst>
          </p:cNvPr>
          <p:cNvSpPr>
            <a:spLocks noGrp="1"/>
          </p:cNvSpPr>
          <p:nvPr>
            <p:ph type="title"/>
            <p:custDataLst>
              <p:tags r:id="rId1"/>
            </p:custDataLst>
          </p:nvPr>
        </p:nvSpPr>
        <p:spPr/>
        <p:txBody>
          <a:bodyPr/>
          <a:lstStyle/>
          <a:p>
            <a:r>
              <a:rPr lang="en-CA" sz="3600" dirty="0"/>
              <a:t>Item UOM Maintenance</a:t>
            </a:r>
            <a:endParaRPr lang="en-CA" dirty="0"/>
          </a:p>
        </p:txBody>
      </p:sp>
      <p:sp>
        <p:nvSpPr>
          <p:cNvPr id="4" name="Content Placeholder 2">
            <a:extLst>
              <a:ext uri="{FF2B5EF4-FFF2-40B4-BE49-F238E27FC236}">
                <a16:creationId xmlns:a16="http://schemas.microsoft.com/office/drawing/2014/main" id="{E0C5F203-6934-4EFB-90B8-43BB503E1648}"/>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10"/>
            </a:pPr>
            <a:r>
              <a:rPr lang="en-US" dirty="0"/>
              <a:t>Once all the required fields in the sections have been completed, click Submit.</a:t>
            </a:r>
          </a:p>
          <a:p>
            <a:pPr marL="457200" indent="-457200" algn="just">
              <a:lnSpc>
                <a:spcPct val="130000"/>
              </a:lnSpc>
              <a:buFont typeface="+mj-lt"/>
              <a:buAutoNum type="arabicPeriod" startAt="10"/>
            </a:pPr>
            <a:endParaRPr lang="en-US" dirty="0"/>
          </a:p>
          <a:p>
            <a:pPr marL="457200" indent="-457200" algn="just">
              <a:lnSpc>
                <a:spcPct val="130000"/>
              </a:lnSpc>
              <a:buFont typeface="+mj-lt"/>
              <a:buAutoNum type="arabicPeriod" startAt="10"/>
            </a:pPr>
            <a:endParaRPr lang="en-US" dirty="0"/>
          </a:p>
          <a:p>
            <a:pPr marL="457200" indent="-457200" algn="just">
              <a:lnSpc>
                <a:spcPct val="130000"/>
              </a:lnSpc>
              <a:buFont typeface="+mj-lt"/>
              <a:buAutoNum type="arabicPeriod" startAt="10"/>
            </a:pPr>
            <a:endParaRPr lang="en-US" dirty="0"/>
          </a:p>
          <a:p>
            <a:pPr marL="0" indent="0" algn="just">
              <a:lnSpc>
                <a:spcPct val="130000"/>
              </a:lnSpc>
              <a:buNone/>
            </a:pPr>
            <a:endParaRPr lang="en-US" sz="1600" dirty="0"/>
          </a:p>
          <a:p>
            <a:pPr marL="457200" indent="-457200" algn="just">
              <a:lnSpc>
                <a:spcPct val="130000"/>
              </a:lnSpc>
              <a:buFont typeface="+mj-lt"/>
              <a:buAutoNum type="arabicPeriod" startAt="11"/>
            </a:pPr>
            <a:r>
              <a:rPr lang="en-US" dirty="0"/>
              <a:t>Click Close to exit the Item UOM Maintenance resource.</a:t>
            </a:r>
            <a:endParaRPr lang="en-CA" dirty="0"/>
          </a:p>
          <a:p>
            <a:pPr marL="457200" indent="-457200" algn="just">
              <a:lnSpc>
                <a:spcPct val="130000"/>
              </a:lnSpc>
              <a:buFont typeface="+mj-lt"/>
              <a:buAutoNum type="arabicPeriod" startAt="11"/>
            </a:pPr>
            <a:endParaRPr lang="en-CA" dirty="0"/>
          </a:p>
        </p:txBody>
      </p:sp>
      <p:pic>
        <p:nvPicPr>
          <p:cNvPr id="6" name="Picture 5">
            <a:extLst>
              <a:ext uri="{FF2B5EF4-FFF2-40B4-BE49-F238E27FC236}">
                <a16:creationId xmlns:a16="http://schemas.microsoft.com/office/drawing/2014/main" id="{4788C662-E33F-4A01-9F78-52C7F4087C4D}"/>
              </a:ext>
            </a:extLst>
          </p:cNvPr>
          <p:cNvPicPr>
            <a:picLocks noChangeAspect="1"/>
          </p:cNvPicPr>
          <p:nvPr>
            <p:custDataLst>
              <p:tags r:id="rId3"/>
            </p:custDataLst>
          </p:nvPr>
        </p:nvPicPr>
        <p:blipFill>
          <a:blip r:embed="rId6"/>
          <a:stretch>
            <a:fillRect/>
          </a:stretch>
        </p:blipFill>
        <p:spPr>
          <a:xfrm>
            <a:off x="838200" y="2136839"/>
            <a:ext cx="11021704" cy="1624496"/>
          </a:xfrm>
          <a:prstGeom prst="rect">
            <a:avLst/>
          </a:prstGeom>
        </p:spPr>
      </p:pic>
      <p:pic>
        <p:nvPicPr>
          <p:cNvPr id="8" name="Picture 7">
            <a:extLst>
              <a:ext uri="{FF2B5EF4-FFF2-40B4-BE49-F238E27FC236}">
                <a16:creationId xmlns:a16="http://schemas.microsoft.com/office/drawing/2014/main" id="{CE3B16E7-3510-4FC9-98BA-80D8877B3033}"/>
              </a:ext>
            </a:extLst>
          </p:cNvPr>
          <p:cNvPicPr>
            <a:picLocks noChangeAspect="1"/>
          </p:cNvPicPr>
          <p:nvPr>
            <p:custDataLst>
              <p:tags r:id="rId4"/>
            </p:custDataLst>
          </p:nvPr>
        </p:nvPicPr>
        <p:blipFill>
          <a:blip r:embed="rId7"/>
          <a:stretch>
            <a:fillRect/>
          </a:stretch>
        </p:blipFill>
        <p:spPr>
          <a:xfrm>
            <a:off x="332096" y="4897658"/>
            <a:ext cx="11687033" cy="1095148"/>
          </a:xfrm>
          <a:prstGeom prst="rect">
            <a:avLst/>
          </a:prstGeom>
        </p:spPr>
      </p:pic>
    </p:spTree>
    <p:extLst>
      <p:ext uri="{BB962C8B-B14F-4D97-AF65-F5344CB8AC3E}">
        <p14:creationId xmlns:p14="http://schemas.microsoft.com/office/powerpoint/2010/main" val="1100844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Item Volumetrics Maintenance</a:t>
            </a:r>
          </a:p>
        </p:txBody>
      </p:sp>
    </p:spTree>
    <p:extLst>
      <p:ext uri="{BB962C8B-B14F-4D97-AF65-F5344CB8AC3E}">
        <p14:creationId xmlns:p14="http://schemas.microsoft.com/office/powerpoint/2010/main" val="623725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3860-89EB-4CEF-8ABE-CEE1A00FC114}"/>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3" name="Content Placeholder 2">
            <a:extLst>
              <a:ext uri="{FF2B5EF4-FFF2-40B4-BE49-F238E27FC236}">
                <a16:creationId xmlns:a16="http://schemas.microsoft.com/office/drawing/2014/main" id="{8221F274-BC26-4E74-AB9D-71F773282F5F}"/>
              </a:ext>
            </a:extLst>
          </p:cNvPr>
          <p:cNvSpPr>
            <a:spLocks noGrp="1"/>
          </p:cNvSpPr>
          <p:nvPr>
            <p:ph idx="1"/>
            <p:custDataLst>
              <p:tags r:id="rId2"/>
            </p:custDataLst>
          </p:nvPr>
        </p:nvSpPr>
        <p:spPr>
          <a:xfrm>
            <a:off x="838200" y="1066800"/>
            <a:ext cx="10515600" cy="5110163"/>
          </a:xfrm>
        </p:spPr>
        <p:txBody>
          <a:bodyPr/>
          <a:lstStyle/>
          <a:p>
            <a:pPr algn="just">
              <a:lnSpc>
                <a:spcPct val="150000"/>
              </a:lnSpc>
            </a:pPr>
            <a:r>
              <a:rPr lang="en-US" sz="2200" dirty="0"/>
              <a:t>The Item Volumetrics Maintenance view is an item maintenance view that enables the </a:t>
            </a:r>
            <a:r>
              <a:rPr lang="en-US" sz="2200" b="1" dirty="0"/>
              <a:t>modification of item volumetrics data </a:t>
            </a:r>
            <a:r>
              <a:rPr lang="en-CA" sz="2200" b="1" dirty="0"/>
              <a:t>even if there is inventory for this item </a:t>
            </a:r>
            <a:r>
              <a:rPr lang="en-CA" sz="2200" dirty="0"/>
              <a:t>in the warehouse</a:t>
            </a:r>
            <a:r>
              <a:rPr lang="en-US" sz="2200" b="1" dirty="0"/>
              <a:t>. </a:t>
            </a:r>
          </a:p>
          <a:p>
            <a:pPr algn="just">
              <a:lnSpc>
                <a:spcPct val="150000"/>
              </a:lnSpc>
            </a:pPr>
            <a:r>
              <a:rPr lang="en-US" sz="2200" dirty="0"/>
              <a:t>This view allows changes to the </a:t>
            </a:r>
            <a:r>
              <a:rPr lang="en-US" sz="2200" b="1" dirty="0"/>
              <a:t>dimensions and weight </a:t>
            </a:r>
            <a:r>
              <a:rPr lang="en-US" sz="2200" dirty="0"/>
              <a:t>of each UOM.</a:t>
            </a:r>
          </a:p>
          <a:p>
            <a:pPr algn="just">
              <a:lnSpc>
                <a:spcPct val="150000"/>
              </a:lnSpc>
            </a:pPr>
            <a:r>
              <a:rPr lang="en-US" sz="2200" dirty="0"/>
              <a:t>The maintenance of item volumetrics is </a:t>
            </a:r>
            <a:r>
              <a:rPr lang="en-US" sz="2200" b="1" dirty="0"/>
              <a:t>not allowed when there is one or more queued command(s)</a:t>
            </a:r>
            <a:r>
              <a:rPr lang="en-US" sz="2200" dirty="0"/>
              <a:t> in the WMS for this item.</a:t>
            </a:r>
          </a:p>
          <a:p>
            <a:pPr algn="just">
              <a:lnSpc>
                <a:spcPct val="150000"/>
              </a:lnSpc>
            </a:pPr>
            <a:r>
              <a:rPr lang="en-US" sz="2200" dirty="0"/>
              <a:t>Changes to the item volumetrics through this view </a:t>
            </a:r>
            <a:r>
              <a:rPr lang="en-US" sz="2200" b="1" u="sng" dirty="0"/>
              <a:t>will be applied to all new inventory</a:t>
            </a:r>
            <a:r>
              <a:rPr lang="en-US" sz="2200" dirty="0"/>
              <a:t>. If you wish to change some or all the existing inventory records with new volumetrics, this can be achieved through the </a:t>
            </a:r>
            <a:r>
              <a:rPr lang="en-US" sz="2200" dirty="0">
                <a:hlinkClick r:id="rId5" action="ppaction://hlinksldjump"/>
              </a:rPr>
              <a:t>Inventory Volumetrics Maintenance</a:t>
            </a:r>
            <a:r>
              <a:rPr lang="en-US" sz="2200" dirty="0"/>
              <a:t> resource.</a:t>
            </a:r>
          </a:p>
          <a:p>
            <a:pPr algn="just">
              <a:lnSpc>
                <a:spcPct val="150000"/>
              </a:lnSpc>
            </a:pPr>
            <a:endParaRPr lang="en-CA" sz="2200" dirty="0">
              <a:highlight>
                <a:srgbClr val="FFFF00"/>
              </a:highlight>
            </a:endParaRPr>
          </a:p>
          <a:p>
            <a:pPr algn="just">
              <a:lnSpc>
                <a:spcPct val="150000"/>
              </a:lnSpc>
            </a:pPr>
            <a:endParaRPr lang="en-CA" sz="2200" dirty="0"/>
          </a:p>
        </p:txBody>
      </p:sp>
    </p:spTree>
    <p:extLst>
      <p:ext uri="{BB962C8B-B14F-4D97-AF65-F5344CB8AC3E}">
        <p14:creationId xmlns:p14="http://schemas.microsoft.com/office/powerpoint/2010/main" val="3759126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1B079-227E-4525-A4E4-8189208312FF}"/>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id="{D6AF953B-1654-46D4-B1A3-1597147A6C5F}"/>
              </a:ext>
            </a:extLst>
          </p:cNvPr>
          <p:cNvSpPr>
            <a:spLocks noGrp="1"/>
          </p:cNvSpPr>
          <p:nvPr>
            <p:ph idx="1"/>
            <p:custDataLst>
              <p:tags r:id="rId2"/>
            </p:custDataLst>
          </p:nvPr>
        </p:nvSpPr>
        <p:spPr>
          <a:xfrm>
            <a:off x="669387" y="1344706"/>
            <a:ext cx="6742066"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Inventory Management </a:t>
            </a:r>
            <a:r>
              <a:rPr lang="en-US" sz="2300" dirty="0"/>
              <a:t>resource</a:t>
            </a:r>
            <a:r>
              <a:rPr lang="en-US" sz="2300" b="1" dirty="0"/>
              <a:t>. </a:t>
            </a:r>
            <a:endParaRPr lang="en-US" sz="2300" dirty="0"/>
          </a:p>
          <a:p>
            <a:pPr marL="457200" indent="-457200" algn="just">
              <a:lnSpc>
                <a:spcPct val="150000"/>
              </a:lnSpc>
              <a:buFont typeface="+mj-lt"/>
              <a:buAutoNum type="arabicPeriod"/>
            </a:pPr>
            <a:r>
              <a:rPr lang="en-US" sz="2300" dirty="0"/>
              <a:t>Under Inventory Management, click on </a:t>
            </a:r>
            <a:r>
              <a:rPr lang="en-US" sz="2300" b="1" dirty="0"/>
              <a:t>Inventory</a:t>
            </a:r>
            <a:r>
              <a:rPr lang="en-US" sz="2300" dirty="0"/>
              <a:t>.</a:t>
            </a:r>
          </a:p>
          <a:p>
            <a:pPr marL="457200" indent="-457200" algn="just">
              <a:lnSpc>
                <a:spcPct val="150000"/>
              </a:lnSpc>
              <a:buFont typeface="+mj-lt"/>
              <a:buAutoNum type="arabicPeriod"/>
            </a:pPr>
            <a:r>
              <a:rPr lang="en-US" sz="2300" dirty="0"/>
              <a:t>Under Inventory, click on </a:t>
            </a:r>
            <a:r>
              <a:rPr lang="en-US" sz="2300" b="1" dirty="0"/>
              <a:t>Item Volumetrics Maintenance.</a:t>
            </a:r>
            <a:endParaRPr lang="en-US" sz="2300" dirty="0"/>
          </a:p>
          <a:p>
            <a:pPr marL="0" indent="0" algn="just">
              <a:lnSpc>
                <a:spcPct val="150000"/>
              </a:lnSpc>
              <a:buNone/>
            </a:pPr>
            <a:endParaRPr lang="en-US" sz="2200" dirty="0"/>
          </a:p>
        </p:txBody>
      </p:sp>
      <p:pic>
        <p:nvPicPr>
          <p:cNvPr id="5" name="Picture 4">
            <a:extLst>
              <a:ext uri="{FF2B5EF4-FFF2-40B4-BE49-F238E27FC236}">
                <a16:creationId xmlns:a16="http://schemas.microsoft.com/office/drawing/2014/main" id="{779A9056-4CBE-4AFD-9F24-7DF2ABF0371C}"/>
              </a:ext>
            </a:extLst>
          </p:cNvPr>
          <p:cNvPicPr>
            <a:picLocks noChangeAspect="1"/>
          </p:cNvPicPr>
          <p:nvPr>
            <p:custDataLst>
              <p:tags r:id="rId3"/>
            </p:custDataLst>
          </p:nvPr>
        </p:nvPicPr>
        <p:blipFill>
          <a:blip r:embed="rId5"/>
          <a:stretch>
            <a:fillRect/>
          </a:stretch>
        </p:blipFill>
        <p:spPr>
          <a:xfrm>
            <a:off x="8020050" y="365125"/>
            <a:ext cx="3502563" cy="5822141"/>
          </a:xfrm>
          <a:prstGeom prst="rect">
            <a:avLst/>
          </a:prstGeom>
        </p:spPr>
      </p:pic>
    </p:spTree>
    <p:extLst>
      <p:ext uri="{BB962C8B-B14F-4D97-AF65-F5344CB8AC3E}">
        <p14:creationId xmlns:p14="http://schemas.microsoft.com/office/powerpoint/2010/main" val="35968134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E098-62C7-45A7-B789-152A90C3515D}"/>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id="{25CC2C86-E122-46DA-9E54-3A51AB62D03F}"/>
              </a:ext>
            </a:extLst>
          </p:cNvPr>
          <p:cNvSpPr>
            <a:spLocks noGrp="1"/>
          </p:cNvSpPr>
          <p:nvPr>
            <p:ph idx="1"/>
            <p:custDataLst>
              <p:tags r:id="rId2"/>
            </p:custDataLst>
          </p:nvPr>
        </p:nvSpPr>
        <p:spPr>
          <a:xfrm>
            <a:off x="838200" y="1352550"/>
            <a:ext cx="10515600" cy="4824413"/>
          </a:xfrm>
        </p:spPr>
        <p:txBody>
          <a:bodyPr/>
          <a:lstStyle/>
          <a:p>
            <a:pPr marL="457200" indent="-457200" algn="just">
              <a:lnSpc>
                <a:spcPct val="150000"/>
              </a:lnSpc>
              <a:buFont typeface="+mj-lt"/>
              <a:buAutoNum type="arabicPeriod" startAt="5"/>
            </a:pPr>
            <a:r>
              <a:rPr lang="en-US" sz="2400" dirty="0"/>
              <a:t>Perform a search to retrieve the item you wish to update and click on View Record Details. </a:t>
            </a:r>
            <a:endParaRPr lang="en-US" dirty="0"/>
          </a:p>
          <a:p>
            <a:endParaRPr lang="en-CA" dirty="0"/>
          </a:p>
        </p:txBody>
      </p:sp>
      <p:pic>
        <p:nvPicPr>
          <p:cNvPr id="6" name="Picture 5">
            <a:extLst>
              <a:ext uri="{FF2B5EF4-FFF2-40B4-BE49-F238E27FC236}">
                <a16:creationId xmlns:a16="http://schemas.microsoft.com/office/drawing/2014/main" id="{3753803C-A1EA-4138-B553-63756C180EB9}"/>
              </a:ext>
            </a:extLst>
          </p:cNvPr>
          <p:cNvPicPr>
            <a:picLocks noChangeAspect="1"/>
          </p:cNvPicPr>
          <p:nvPr>
            <p:custDataLst>
              <p:tags r:id="rId3"/>
            </p:custDataLst>
          </p:nvPr>
        </p:nvPicPr>
        <p:blipFill>
          <a:blip r:embed="rId5"/>
          <a:stretch>
            <a:fillRect/>
          </a:stretch>
        </p:blipFill>
        <p:spPr>
          <a:xfrm>
            <a:off x="310551" y="2678113"/>
            <a:ext cx="11570898" cy="2374352"/>
          </a:xfrm>
          <a:prstGeom prst="rect">
            <a:avLst/>
          </a:prstGeom>
        </p:spPr>
      </p:pic>
    </p:spTree>
    <p:extLst>
      <p:ext uri="{BB962C8B-B14F-4D97-AF65-F5344CB8AC3E}">
        <p14:creationId xmlns:p14="http://schemas.microsoft.com/office/powerpoint/2010/main" val="2567889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BEF80-5534-4040-BBCC-5882A9DC8FE4}"/>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id="{0350A024-20D5-463D-9952-60A8E354EA8C}"/>
              </a:ext>
            </a:extLst>
          </p:cNvPr>
          <p:cNvSpPr>
            <a:spLocks noGrp="1"/>
          </p:cNvSpPr>
          <p:nvPr>
            <p:ph idx="1"/>
            <p:custDataLst>
              <p:tags r:id="rId2"/>
            </p:custDataLst>
          </p:nvPr>
        </p:nvSpPr>
        <p:spPr>
          <a:xfrm>
            <a:off x="838200" y="1295400"/>
            <a:ext cx="10515600" cy="4824413"/>
          </a:xfrm>
        </p:spPr>
        <p:txBody>
          <a:bodyPr/>
          <a:lstStyle/>
          <a:p>
            <a:pPr marL="457200" indent="-457200" algn="just">
              <a:lnSpc>
                <a:spcPct val="150000"/>
              </a:lnSpc>
              <a:buFont typeface="+mj-lt"/>
              <a:buAutoNum type="arabicPeriod" startAt="6"/>
            </a:pPr>
            <a:r>
              <a:rPr lang="en-US" sz="2400" dirty="0"/>
              <a:t>In the </a:t>
            </a:r>
            <a:r>
              <a:rPr lang="en-US" sz="2400" b="1" dirty="0"/>
              <a:t>Volume and Weight </a:t>
            </a:r>
            <a:r>
              <a:rPr lang="en-US" sz="2400" dirty="0"/>
              <a:t>section, update the desired fields as follows: </a:t>
            </a:r>
          </a:p>
        </p:txBody>
      </p:sp>
      <p:pic>
        <p:nvPicPr>
          <p:cNvPr id="6" name="Picture 5">
            <a:extLst>
              <a:ext uri="{FF2B5EF4-FFF2-40B4-BE49-F238E27FC236}">
                <a16:creationId xmlns:a16="http://schemas.microsoft.com/office/drawing/2014/main" id="{9882E3A4-343C-446E-9C74-242DB57913D5}"/>
              </a:ext>
            </a:extLst>
          </p:cNvPr>
          <p:cNvPicPr>
            <a:picLocks noChangeAspect="1"/>
          </p:cNvPicPr>
          <p:nvPr>
            <p:custDataLst>
              <p:tags r:id="rId3"/>
            </p:custDataLst>
          </p:nvPr>
        </p:nvPicPr>
        <p:blipFill>
          <a:blip r:embed="rId16"/>
          <a:stretch>
            <a:fillRect/>
          </a:stretch>
        </p:blipFill>
        <p:spPr>
          <a:xfrm>
            <a:off x="126964" y="3188782"/>
            <a:ext cx="10167949" cy="2043913"/>
          </a:xfrm>
          <a:prstGeom prst="rect">
            <a:avLst/>
          </a:prstGeom>
        </p:spPr>
      </p:pic>
      <p:cxnSp>
        <p:nvCxnSpPr>
          <p:cNvPr id="7" name="Straight Arrow Connector 6">
            <a:extLst>
              <a:ext uri="{FF2B5EF4-FFF2-40B4-BE49-F238E27FC236}">
                <a16:creationId xmlns:a16="http://schemas.microsoft.com/office/drawing/2014/main" id="{A3A7A5CE-2EE1-4FA1-A364-1E6EA827161C}"/>
              </a:ext>
            </a:extLst>
          </p:cNvPr>
          <p:cNvCxnSpPr>
            <a:cxnSpLocks/>
          </p:cNvCxnSpPr>
          <p:nvPr>
            <p:custDataLst>
              <p:tags r:id="rId4"/>
            </p:custDataLst>
          </p:nvPr>
        </p:nvCxnSpPr>
        <p:spPr>
          <a:xfrm flipV="1">
            <a:off x="4277657" y="3154276"/>
            <a:ext cx="0" cy="40915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35732108-FFD2-47A1-9754-25F2CC8EBEDC}"/>
              </a:ext>
            </a:extLst>
          </p:cNvPr>
          <p:cNvCxnSpPr>
            <a:cxnSpLocks/>
          </p:cNvCxnSpPr>
          <p:nvPr>
            <p:custDataLst>
              <p:tags r:id="rId5"/>
            </p:custDataLst>
          </p:nvPr>
        </p:nvCxnSpPr>
        <p:spPr>
          <a:xfrm flipV="1">
            <a:off x="6396876" y="3154276"/>
            <a:ext cx="0" cy="40915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id="{EE5AC546-42C8-4391-92DA-0A486F1F25BA}"/>
              </a:ext>
            </a:extLst>
          </p:cNvPr>
          <p:cNvCxnSpPr>
            <a:cxnSpLocks/>
          </p:cNvCxnSpPr>
          <p:nvPr>
            <p:custDataLst>
              <p:tags r:id="rId6"/>
            </p:custDataLst>
          </p:nvPr>
        </p:nvCxnSpPr>
        <p:spPr>
          <a:xfrm flipV="1">
            <a:off x="8843906" y="3154275"/>
            <a:ext cx="0" cy="40915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4B391B2C-C843-4423-A394-891EB409CF5B}"/>
              </a:ext>
            </a:extLst>
          </p:cNvPr>
          <p:cNvCxnSpPr>
            <a:cxnSpLocks/>
          </p:cNvCxnSpPr>
          <p:nvPr>
            <p:custDataLst>
              <p:tags r:id="rId7"/>
            </p:custDataLst>
          </p:nvPr>
        </p:nvCxnSpPr>
        <p:spPr>
          <a:xfrm flipV="1">
            <a:off x="10134993" y="3684207"/>
            <a:ext cx="316349" cy="1"/>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2" name="Rectangle 11">
            <a:extLst>
              <a:ext uri="{FF2B5EF4-FFF2-40B4-BE49-F238E27FC236}">
                <a16:creationId xmlns:a16="http://schemas.microsoft.com/office/drawing/2014/main" id="{CF91E8CF-455F-47B7-A966-4A6C09F88A76}"/>
              </a:ext>
            </a:extLst>
          </p:cNvPr>
          <p:cNvSpPr/>
          <p:nvPr>
            <p:custDataLst>
              <p:tags r:id="rId8"/>
            </p:custDataLst>
          </p:nvPr>
        </p:nvSpPr>
        <p:spPr>
          <a:xfrm>
            <a:off x="3082033" y="2156521"/>
            <a:ext cx="2388044" cy="9233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The level 1 height of the specified UOM inventory.</a:t>
            </a:r>
          </a:p>
        </p:txBody>
      </p:sp>
      <p:sp>
        <p:nvSpPr>
          <p:cNvPr id="14" name="Rectangle 13">
            <a:extLst>
              <a:ext uri="{FF2B5EF4-FFF2-40B4-BE49-F238E27FC236}">
                <a16:creationId xmlns:a16="http://schemas.microsoft.com/office/drawing/2014/main" id="{19E7CB55-3991-4EE6-BA2F-398BECB67FD3}"/>
              </a:ext>
            </a:extLst>
          </p:cNvPr>
          <p:cNvSpPr/>
          <p:nvPr>
            <p:custDataLst>
              <p:tags r:id="rId9"/>
            </p:custDataLst>
          </p:nvPr>
        </p:nvSpPr>
        <p:spPr>
          <a:xfrm>
            <a:off x="3861100" y="5611506"/>
            <a:ext cx="5810860"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The level 2 to 6 height/width/depth/gross weight of the specified UOM inventory (if applicable).</a:t>
            </a:r>
          </a:p>
        </p:txBody>
      </p:sp>
      <p:sp>
        <p:nvSpPr>
          <p:cNvPr id="16" name="Rectangle 15">
            <a:extLst>
              <a:ext uri="{FF2B5EF4-FFF2-40B4-BE49-F238E27FC236}">
                <a16:creationId xmlns:a16="http://schemas.microsoft.com/office/drawing/2014/main" id="{17D384F3-E4F7-487E-B9CC-C6BF5136D54A}"/>
              </a:ext>
            </a:extLst>
          </p:cNvPr>
          <p:cNvSpPr/>
          <p:nvPr>
            <p:custDataLst>
              <p:tags r:id="rId10"/>
            </p:custDataLst>
          </p:nvPr>
        </p:nvSpPr>
        <p:spPr>
          <a:xfrm>
            <a:off x="7808152" y="2156521"/>
            <a:ext cx="2486768" cy="9233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The level 1 depth of the specified UOM inventory.</a:t>
            </a:r>
          </a:p>
        </p:txBody>
      </p:sp>
      <p:sp>
        <p:nvSpPr>
          <p:cNvPr id="20" name="Rectangle 19">
            <a:extLst>
              <a:ext uri="{FF2B5EF4-FFF2-40B4-BE49-F238E27FC236}">
                <a16:creationId xmlns:a16="http://schemas.microsoft.com/office/drawing/2014/main" id="{122CF506-ACA6-4B40-A6DE-D0A6218DEA65}"/>
              </a:ext>
            </a:extLst>
          </p:cNvPr>
          <p:cNvSpPr/>
          <p:nvPr>
            <p:custDataLst>
              <p:tags r:id="rId11"/>
            </p:custDataLst>
          </p:nvPr>
        </p:nvSpPr>
        <p:spPr>
          <a:xfrm>
            <a:off x="10551549" y="2945543"/>
            <a:ext cx="1605945" cy="14773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The level 1 gross weight of the specified UOM inventory.</a:t>
            </a:r>
          </a:p>
        </p:txBody>
      </p:sp>
      <p:cxnSp>
        <p:nvCxnSpPr>
          <p:cNvPr id="21" name="Straight Arrow Connector 20">
            <a:extLst>
              <a:ext uri="{FF2B5EF4-FFF2-40B4-BE49-F238E27FC236}">
                <a16:creationId xmlns:a16="http://schemas.microsoft.com/office/drawing/2014/main" id="{DB3F08EA-19CC-4EE1-976E-287A602A867B}"/>
              </a:ext>
            </a:extLst>
          </p:cNvPr>
          <p:cNvCxnSpPr>
            <a:cxnSpLocks/>
          </p:cNvCxnSpPr>
          <p:nvPr>
            <p:custDataLst>
              <p:tags r:id="rId12"/>
            </p:custDataLst>
          </p:nvPr>
        </p:nvCxnSpPr>
        <p:spPr>
          <a:xfrm>
            <a:off x="6576698" y="5141068"/>
            <a:ext cx="0" cy="426185"/>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6" name="Rectangle 25">
            <a:extLst>
              <a:ext uri="{FF2B5EF4-FFF2-40B4-BE49-F238E27FC236}">
                <a16:creationId xmlns:a16="http://schemas.microsoft.com/office/drawing/2014/main" id="{13B1B233-1A03-4618-9CFC-CA2C81663317}"/>
              </a:ext>
            </a:extLst>
          </p:cNvPr>
          <p:cNvSpPr/>
          <p:nvPr>
            <p:custDataLst>
              <p:tags r:id="rId13"/>
            </p:custDataLst>
          </p:nvPr>
        </p:nvSpPr>
        <p:spPr>
          <a:xfrm>
            <a:off x="5462346" y="2170815"/>
            <a:ext cx="2388044" cy="9233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The level 1 width of the specified UOM inventory.</a:t>
            </a:r>
          </a:p>
        </p:txBody>
      </p:sp>
    </p:spTree>
    <p:extLst>
      <p:ext uri="{BB962C8B-B14F-4D97-AF65-F5344CB8AC3E}">
        <p14:creationId xmlns:p14="http://schemas.microsoft.com/office/powerpoint/2010/main" val="20748875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BEF80-5534-4040-BBCC-5882A9DC8FE4}"/>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id="{5913F759-147C-4879-BD6B-2D7E6FEB7E38}"/>
              </a:ext>
            </a:extLst>
          </p:cNvPr>
          <p:cNvSpPr>
            <a:spLocks noGrp="1"/>
          </p:cNvSpPr>
          <p:nvPr>
            <p:ph idx="1"/>
            <p:custDataLst>
              <p:tags r:id="rId2"/>
            </p:custDataLst>
          </p:nvPr>
        </p:nvSpPr>
        <p:spPr>
          <a:xfrm>
            <a:off x="838200" y="1088364"/>
            <a:ext cx="10515600" cy="4824413"/>
          </a:xfrm>
        </p:spPr>
        <p:txBody>
          <a:bodyPr/>
          <a:lstStyle/>
          <a:p>
            <a:pPr marL="457200" indent="-457200" algn="just">
              <a:lnSpc>
                <a:spcPct val="150000"/>
              </a:lnSpc>
              <a:buFont typeface="+mj-lt"/>
              <a:buAutoNum type="arabicPeriod" startAt="7"/>
            </a:pPr>
            <a:r>
              <a:rPr lang="en-US" sz="2400" dirty="0"/>
              <a:t>Once the Volume and Weight section updated, you als</a:t>
            </a:r>
            <a:r>
              <a:rPr lang="en-US" dirty="0"/>
              <a:t>o have the option to update the </a:t>
            </a:r>
            <a:r>
              <a:rPr lang="en-CA" b="1" dirty="0"/>
              <a:t>Inventory Volumetrics Maintenance</a:t>
            </a:r>
            <a:r>
              <a:rPr lang="en-US" b="1" dirty="0"/>
              <a:t> </a:t>
            </a:r>
            <a:r>
              <a:rPr lang="en-US" dirty="0"/>
              <a:t>section. Note that this second section corresponds to the Inventory Volumetrics Maintenance resource available in the WMS: refer to the </a:t>
            </a:r>
            <a:r>
              <a:rPr lang="en-US" dirty="0">
                <a:hlinkClick r:id="rId6" action="ppaction://hlinksldjump"/>
              </a:rPr>
              <a:t>next section</a:t>
            </a:r>
            <a:r>
              <a:rPr lang="en-US" dirty="0"/>
              <a:t> of this document to complete this step.</a:t>
            </a:r>
            <a:endParaRPr lang="en-US" sz="2400" dirty="0"/>
          </a:p>
        </p:txBody>
      </p:sp>
      <p:pic>
        <p:nvPicPr>
          <p:cNvPr id="9" name="Picture 8">
            <a:extLst>
              <a:ext uri="{FF2B5EF4-FFF2-40B4-BE49-F238E27FC236}">
                <a16:creationId xmlns:a16="http://schemas.microsoft.com/office/drawing/2014/main" id="{6A700751-3312-4331-8A64-BE6044D18491}"/>
              </a:ext>
            </a:extLst>
          </p:cNvPr>
          <p:cNvPicPr>
            <a:picLocks noChangeAspect="1"/>
          </p:cNvPicPr>
          <p:nvPr>
            <p:custDataLst>
              <p:tags r:id="rId3"/>
            </p:custDataLst>
          </p:nvPr>
        </p:nvPicPr>
        <p:blipFill>
          <a:blip r:embed="rId7"/>
          <a:stretch>
            <a:fillRect/>
          </a:stretch>
        </p:blipFill>
        <p:spPr>
          <a:xfrm>
            <a:off x="290422" y="4021526"/>
            <a:ext cx="11611156" cy="2304318"/>
          </a:xfrm>
          <a:prstGeom prst="rect">
            <a:avLst/>
          </a:prstGeom>
          <a:ln>
            <a:solidFill>
              <a:schemeClr val="tx1">
                <a:lumMod val="65000"/>
                <a:lumOff val="35000"/>
              </a:schemeClr>
            </a:solidFill>
          </a:ln>
        </p:spPr>
      </p:pic>
    </p:spTree>
    <p:extLst>
      <p:ext uri="{BB962C8B-B14F-4D97-AF65-F5344CB8AC3E}">
        <p14:creationId xmlns:p14="http://schemas.microsoft.com/office/powerpoint/2010/main" val="23687092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BEF80-5534-4040-BBCC-5882A9DC8FE4}"/>
              </a:ext>
            </a:extLst>
          </p:cNvPr>
          <p:cNvSpPr>
            <a:spLocks noGrp="1"/>
          </p:cNvSpPr>
          <p:nvPr>
            <p:ph type="title"/>
            <p:custDataLst>
              <p:tags r:id="rId1"/>
            </p:custDataLst>
          </p:nvPr>
        </p:nvSpPr>
        <p:spPr/>
        <p:txBody>
          <a:bodyPr/>
          <a:lstStyle/>
          <a:p>
            <a:r>
              <a:rPr lang="fr-CA" dirty="0"/>
              <a:t>Item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id="{1A7F3C11-AC58-48A9-A1AF-E8BD47BCBCBE}"/>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8"/>
            </a:pPr>
            <a:r>
              <a:rPr lang="en-US" dirty="0"/>
              <a:t>Once all the required fields in the sections have been completed, click Submit.</a:t>
            </a:r>
          </a:p>
          <a:p>
            <a:pPr marL="457200" indent="-457200" algn="just">
              <a:lnSpc>
                <a:spcPct val="130000"/>
              </a:lnSpc>
              <a:buFont typeface="+mj-lt"/>
              <a:buAutoNum type="arabicPeriod" startAt="8"/>
            </a:pPr>
            <a:endParaRPr lang="en-US" dirty="0"/>
          </a:p>
          <a:p>
            <a:pPr marL="0" indent="0" algn="just">
              <a:lnSpc>
                <a:spcPct val="130000"/>
              </a:lnSpc>
              <a:buNone/>
            </a:pPr>
            <a:endParaRPr lang="en-US" dirty="0"/>
          </a:p>
          <a:p>
            <a:pPr marL="457200" indent="-457200" algn="just">
              <a:lnSpc>
                <a:spcPct val="130000"/>
              </a:lnSpc>
              <a:buFont typeface="+mj-lt"/>
              <a:buAutoNum type="arabicPeriod" startAt="10"/>
            </a:pPr>
            <a:endParaRPr lang="en-US" dirty="0"/>
          </a:p>
          <a:p>
            <a:pPr marL="0" indent="0" algn="just">
              <a:lnSpc>
                <a:spcPct val="130000"/>
              </a:lnSpc>
              <a:buNone/>
            </a:pPr>
            <a:endParaRPr lang="en-US" sz="1600" dirty="0"/>
          </a:p>
          <a:p>
            <a:pPr marL="457200" indent="-457200" algn="just">
              <a:lnSpc>
                <a:spcPct val="130000"/>
              </a:lnSpc>
              <a:buFont typeface="+mj-lt"/>
              <a:buAutoNum type="arabicPeriod" startAt="9"/>
            </a:pPr>
            <a:r>
              <a:rPr lang="en-US" dirty="0"/>
              <a:t>Click Close to exit the Item Volumetrics Maintenance resource.</a:t>
            </a:r>
            <a:endParaRPr lang="en-CA" dirty="0"/>
          </a:p>
          <a:p>
            <a:pPr marL="457200" indent="-457200" algn="just">
              <a:lnSpc>
                <a:spcPct val="130000"/>
              </a:lnSpc>
              <a:buFont typeface="+mj-lt"/>
              <a:buAutoNum type="arabicPeriod" startAt="9"/>
            </a:pPr>
            <a:endParaRPr lang="en-CA" dirty="0"/>
          </a:p>
        </p:txBody>
      </p:sp>
      <p:pic>
        <p:nvPicPr>
          <p:cNvPr id="6" name="Picture 5">
            <a:extLst>
              <a:ext uri="{FF2B5EF4-FFF2-40B4-BE49-F238E27FC236}">
                <a16:creationId xmlns:a16="http://schemas.microsoft.com/office/drawing/2014/main" id="{FA4969C7-26DC-400C-8AA4-A151D43EA457}"/>
              </a:ext>
            </a:extLst>
          </p:cNvPr>
          <p:cNvPicPr>
            <a:picLocks noChangeAspect="1"/>
          </p:cNvPicPr>
          <p:nvPr>
            <p:custDataLst>
              <p:tags r:id="rId3"/>
            </p:custDataLst>
          </p:nvPr>
        </p:nvPicPr>
        <p:blipFill>
          <a:blip r:embed="rId6"/>
          <a:stretch>
            <a:fillRect/>
          </a:stretch>
        </p:blipFill>
        <p:spPr>
          <a:xfrm>
            <a:off x="419818" y="4892349"/>
            <a:ext cx="11352363" cy="764380"/>
          </a:xfrm>
          <a:prstGeom prst="rect">
            <a:avLst/>
          </a:prstGeom>
        </p:spPr>
      </p:pic>
      <p:pic>
        <p:nvPicPr>
          <p:cNvPr id="8" name="Picture 7">
            <a:extLst>
              <a:ext uri="{FF2B5EF4-FFF2-40B4-BE49-F238E27FC236}">
                <a16:creationId xmlns:a16="http://schemas.microsoft.com/office/drawing/2014/main" id="{EA51F1F0-C9F7-4C94-B68E-8678CC185D6C}"/>
              </a:ext>
            </a:extLst>
          </p:cNvPr>
          <p:cNvPicPr>
            <a:picLocks noChangeAspect="1"/>
          </p:cNvPicPr>
          <p:nvPr>
            <p:custDataLst>
              <p:tags r:id="rId4"/>
            </p:custDataLst>
          </p:nvPr>
        </p:nvPicPr>
        <p:blipFill>
          <a:blip r:embed="rId7"/>
          <a:stretch>
            <a:fillRect/>
          </a:stretch>
        </p:blipFill>
        <p:spPr>
          <a:xfrm>
            <a:off x="419818" y="2275758"/>
            <a:ext cx="11588152" cy="1465727"/>
          </a:xfrm>
          <a:prstGeom prst="rect">
            <a:avLst/>
          </a:prstGeom>
        </p:spPr>
      </p:pic>
    </p:spTree>
    <p:extLst>
      <p:ext uri="{BB962C8B-B14F-4D97-AF65-F5344CB8AC3E}">
        <p14:creationId xmlns:p14="http://schemas.microsoft.com/office/powerpoint/2010/main" val="8829600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Inventory Volumetrics Maintenance</a:t>
            </a:r>
          </a:p>
        </p:txBody>
      </p:sp>
    </p:spTree>
    <p:extLst>
      <p:ext uri="{BB962C8B-B14F-4D97-AF65-F5344CB8AC3E}">
        <p14:creationId xmlns:p14="http://schemas.microsoft.com/office/powerpoint/2010/main" val="41014202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63F7A-7E0B-4DB7-B7DB-4921B0ACBEB6}"/>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3" name="Content Placeholder 2">
            <a:extLst>
              <a:ext uri="{FF2B5EF4-FFF2-40B4-BE49-F238E27FC236}">
                <a16:creationId xmlns:a16="http://schemas.microsoft.com/office/drawing/2014/main" id="{7E54F556-4D48-4B26-B56B-14903DBF0227}"/>
              </a:ext>
            </a:extLst>
          </p:cNvPr>
          <p:cNvSpPr>
            <a:spLocks noGrp="1"/>
          </p:cNvSpPr>
          <p:nvPr>
            <p:ph idx="1"/>
            <p:custDataLst>
              <p:tags r:id="rId2"/>
            </p:custDataLst>
          </p:nvPr>
        </p:nvSpPr>
        <p:spPr>
          <a:xfrm>
            <a:off x="838200" y="1186774"/>
            <a:ext cx="10515600" cy="4990189"/>
          </a:xfrm>
        </p:spPr>
        <p:txBody>
          <a:bodyPr/>
          <a:lstStyle/>
          <a:p>
            <a:pPr algn="just">
              <a:lnSpc>
                <a:spcPct val="150000"/>
              </a:lnSpc>
              <a:defRPr/>
            </a:pPr>
            <a:r>
              <a:rPr lang="en-US" sz="2200" dirty="0"/>
              <a:t>While the Item Volumetrics Maintenance resource (explained in the previous section) will apply the changes to all new inventory, the Inventory Volumetrics Maintenance view </a:t>
            </a:r>
            <a:r>
              <a:rPr lang="en-US" sz="2200" b="1" u="sng" dirty="0"/>
              <a:t>allows modification of existing inventory</a:t>
            </a:r>
            <a:r>
              <a:rPr lang="en-US" sz="2200" b="1" dirty="0"/>
              <a:t> </a:t>
            </a:r>
            <a:r>
              <a:rPr lang="en-US" sz="2200" dirty="0"/>
              <a:t>with the current item unit volumetric data. </a:t>
            </a:r>
          </a:p>
          <a:p>
            <a:pPr algn="just">
              <a:lnSpc>
                <a:spcPct val="150000"/>
              </a:lnSpc>
              <a:defRPr/>
            </a:pPr>
            <a:r>
              <a:rPr lang="en-US" sz="2200" dirty="0"/>
              <a:t>Therefore, </a:t>
            </a:r>
            <a:r>
              <a:rPr lang="en-US" sz="2200" b="1" dirty="0"/>
              <a:t>if you wish your old inventory to remain at the same UOM, you should not realize this resource</a:t>
            </a:r>
            <a:r>
              <a:rPr lang="en-US" sz="2200" dirty="0"/>
              <a:t>. In this way, having performed the Item Volumetrics Maintenance resource beforehand, only the new inventory received for this item will be updated with the new UOM(s).</a:t>
            </a:r>
          </a:p>
          <a:p>
            <a:pPr marR="0" lvl="0" algn="just" fontAlgn="auto">
              <a:lnSpc>
                <a:spcPct val="150000"/>
              </a:lnSpc>
              <a:spcAft>
                <a:spcPts val="0"/>
              </a:spcAft>
              <a:buSzTx/>
              <a:tabLst/>
              <a:defRPr/>
            </a:pPr>
            <a:r>
              <a:rPr lang="en-US" sz="2200" dirty="0"/>
              <a:t>Changes to existing inventory that has already been picked is not supported. If required, unpick or repack procedures are required to update this data.</a:t>
            </a:r>
            <a:endParaRPr lang="en-CA" sz="2200" dirty="0"/>
          </a:p>
          <a:p>
            <a:pPr>
              <a:lnSpc>
                <a:spcPct val="150000"/>
              </a:lnSpc>
            </a:pPr>
            <a:endParaRPr lang="en-CA" sz="2200" dirty="0"/>
          </a:p>
          <a:p>
            <a:pPr>
              <a:lnSpc>
                <a:spcPct val="150000"/>
              </a:lnSpc>
            </a:pPr>
            <a:endParaRPr lang="en-CA" sz="2200" dirty="0">
              <a:highlight>
                <a:srgbClr val="FFFF00"/>
              </a:highlight>
            </a:endParaRPr>
          </a:p>
          <a:p>
            <a:pPr>
              <a:lnSpc>
                <a:spcPct val="150000"/>
              </a:lnSpc>
            </a:pPr>
            <a:endParaRPr lang="en-CA" sz="2200" dirty="0"/>
          </a:p>
        </p:txBody>
      </p:sp>
    </p:spTree>
    <p:extLst>
      <p:ext uri="{BB962C8B-B14F-4D97-AF65-F5344CB8AC3E}">
        <p14:creationId xmlns:p14="http://schemas.microsoft.com/office/powerpoint/2010/main" val="29499720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1B079-227E-4525-A4E4-8189208312FF}"/>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id="{D6AF953B-1654-46D4-B1A3-1597147A6C5F}"/>
              </a:ext>
            </a:extLst>
          </p:cNvPr>
          <p:cNvSpPr>
            <a:spLocks noGrp="1"/>
          </p:cNvSpPr>
          <p:nvPr>
            <p:ph idx="1"/>
            <p:custDataLst>
              <p:tags r:id="rId2"/>
            </p:custDataLst>
          </p:nvPr>
        </p:nvSpPr>
        <p:spPr>
          <a:xfrm>
            <a:off x="669387" y="1344706"/>
            <a:ext cx="6742066"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Inventory Management </a:t>
            </a:r>
            <a:r>
              <a:rPr lang="en-US" sz="2300" dirty="0"/>
              <a:t>resource</a:t>
            </a:r>
            <a:r>
              <a:rPr lang="en-US" sz="2300" b="1" dirty="0"/>
              <a:t>. </a:t>
            </a:r>
            <a:endParaRPr lang="en-US" sz="2300" dirty="0"/>
          </a:p>
          <a:p>
            <a:pPr marL="457200" indent="-457200" algn="just">
              <a:lnSpc>
                <a:spcPct val="150000"/>
              </a:lnSpc>
              <a:buFont typeface="+mj-lt"/>
              <a:buAutoNum type="arabicPeriod"/>
            </a:pPr>
            <a:r>
              <a:rPr lang="en-US" sz="2300" dirty="0"/>
              <a:t>Under Inventory Management, click on </a:t>
            </a:r>
            <a:r>
              <a:rPr lang="en-US" sz="2300" b="1" dirty="0"/>
              <a:t>Inventory</a:t>
            </a:r>
            <a:r>
              <a:rPr lang="en-US" sz="2300" dirty="0"/>
              <a:t>.</a:t>
            </a:r>
          </a:p>
          <a:p>
            <a:pPr marL="457200" indent="-457200" algn="just">
              <a:lnSpc>
                <a:spcPct val="150000"/>
              </a:lnSpc>
              <a:buFont typeface="+mj-lt"/>
              <a:buAutoNum type="arabicPeriod"/>
            </a:pPr>
            <a:r>
              <a:rPr lang="en-US" sz="2300" dirty="0"/>
              <a:t>Under Inventory, click on </a:t>
            </a:r>
            <a:r>
              <a:rPr lang="en-US" sz="2300" b="1" dirty="0"/>
              <a:t>Inventory Volumetrics Maintenance.</a:t>
            </a:r>
            <a:endParaRPr lang="en-US" sz="2300" dirty="0"/>
          </a:p>
          <a:p>
            <a:pPr marL="0" indent="0" algn="just">
              <a:lnSpc>
                <a:spcPct val="150000"/>
              </a:lnSpc>
              <a:buNone/>
            </a:pPr>
            <a:endParaRPr lang="en-US" sz="2200" dirty="0"/>
          </a:p>
        </p:txBody>
      </p:sp>
      <p:pic>
        <p:nvPicPr>
          <p:cNvPr id="6" name="Picture 5">
            <a:extLst>
              <a:ext uri="{FF2B5EF4-FFF2-40B4-BE49-F238E27FC236}">
                <a16:creationId xmlns:a16="http://schemas.microsoft.com/office/drawing/2014/main" id="{9C93F14B-FF36-4A9C-AD75-DD646809E2D3}"/>
              </a:ext>
            </a:extLst>
          </p:cNvPr>
          <p:cNvPicPr>
            <a:picLocks noChangeAspect="1"/>
          </p:cNvPicPr>
          <p:nvPr>
            <p:custDataLst>
              <p:tags r:id="rId3"/>
            </p:custDataLst>
          </p:nvPr>
        </p:nvPicPr>
        <p:blipFill>
          <a:blip r:embed="rId5"/>
          <a:stretch>
            <a:fillRect/>
          </a:stretch>
        </p:blipFill>
        <p:spPr>
          <a:xfrm>
            <a:off x="7981950" y="492124"/>
            <a:ext cx="3371850" cy="5586365"/>
          </a:xfrm>
          <a:prstGeom prst="rect">
            <a:avLst/>
          </a:prstGeom>
        </p:spPr>
      </p:pic>
    </p:spTree>
    <p:extLst>
      <p:ext uri="{BB962C8B-B14F-4D97-AF65-F5344CB8AC3E}">
        <p14:creationId xmlns:p14="http://schemas.microsoft.com/office/powerpoint/2010/main" val="36926729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736AC-1300-421A-BA2B-344D7EC8967F}"/>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id="{ADEAE891-F8BC-49BC-96A0-54B1AD69DE72}"/>
              </a:ext>
            </a:extLst>
          </p:cNvPr>
          <p:cNvSpPr>
            <a:spLocks noGrp="1"/>
          </p:cNvSpPr>
          <p:nvPr>
            <p:ph idx="1"/>
            <p:custDataLst>
              <p:tags r:id="rId2"/>
            </p:custDataLst>
          </p:nvPr>
        </p:nvSpPr>
        <p:spPr>
          <a:xfrm>
            <a:off x="838200" y="1333095"/>
            <a:ext cx="10515600" cy="4824413"/>
          </a:xfrm>
        </p:spPr>
        <p:txBody>
          <a:bodyPr/>
          <a:lstStyle/>
          <a:p>
            <a:pPr marL="457200" indent="-457200" algn="just">
              <a:lnSpc>
                <a:spcPct val="150000"/>
              </a:lnSpc>
              <a:buFont typeface="+mj-lt"/>
              <a:buAutoNum type="arabicPeriod" startAt="5"/>
            </a:pPr>
            <a:r>
              <a:rPr lang="en-US" sz="2400" dirty="0"/>
              <a:t>Perform a search to retrieve the item you wish to update.</a:t>
            </a:r>
            <a:endParaRPr lang="en-US" dirty="0"/>
          </a:p>
          <a:p>
            <a:endParaRPr lang="en-CA" dirty="0"/>
          </a:p>
        </p:txBody>
      </p:sp>
      <p:pic>
        <p:nvPicPr>
          <p:cNvPr id="8" name="Picture 7">
            <a:extLst>
              <a:ext uri="{FF2B5EF4-FFF2-40B4-BE49-F238E27FC236}">
                <a16:creationId xmlns:a16="http://schemas.microsoft.com/office/drawing/2014/main" id="{0173BCBD-D0B2-4D9E-B571-004AB9F82489}"/>
              </a:ext>
            </a:extLst>
          </p:cNvPr>
          <p:cNvPicPr>
            <a:picLocks noChangeAspect="1"/>
          </p:cNvPicPr>
          <p:nvPr>
            <p:custDataLst>
              <p:tags r:id="rId3"/>
            </p:custDataLst>
          </p:nvPr>
        </p:nvPicPr>
        <p:blipFill>
          <a:blip r:embed="rId5"/>
          <a:stretch>
            <a:fillRect/>
          </a:stretch>
        </p:blipFill>
        <p:spPr>
          <a:xfrm>
            <a:off x="255917" y="2283625"/>
            <a:ext cx="11680166" cy="3280945"/>
          </a:xfrm>
          <a:prstGeom prst="rect">
            <a:avLst/>
          </a:prstGeom>
        </p:spPr>
      </p:pic>
    </p:spTree>
    <p:extLst>
      <p:ext uri="{BB962C8B-B14F-4D97-AF65-F5344CB8AC3E}">
        <p14:creationId xmlns:p14="http://schemas.microsoft.com/office/powerpoint/2010/main" val="1575101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736AC-1300-421A-BA2B-344D7EC8967F}"/>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id="{18F3D4D7-4D3A-4AAA-83B2-3B96265F8C6A}"/>
              </a:ext>
            </a:extLst>
          </p:cNvPr>
          <p:cNvSpPr>
            <a:spLocks noGrp="1"/>
          </p:cNvSpPr>
          <p:nvPr>
            <p:ph idx="1"/>
            <p:custDataLst>
              <p:tags r:id="rId2"/>
            </p:custDataLst>
          </p:nvPr>
        </p:nvSpPr>
        <p:spPr>
          <a:xfrm>
            <a:off x="838200" y="1119086"/>
            <a:ext cx="10515600" cy="4824413"/>
          </a:xfrm>
        </p:spPr>
        <p:txBody>
          <a:bodyPr/>
          <a:lstStyle/>
          <a:p>
            <a:pPr marL="457200" indent="-457200" algn="just">
              <a:lnSpc>
                <a:spcPct val="150000"/>
              </a:lnSpc>
              <a:buFont typeface="+mj-lt"/>
              <a:buAutoNum type="arabicPeriod" startAt="6"/>
            </a:pPr>
            <a:r>
              <a:rPr lang="en-US" sz="2400" dirty="0"/>
              <a:t>Choose the line of inventory you wish to update. </a:t>
            </a:r>
          </a:p>
          <a:p>
            <a:pPr marL="457200" indent="-457200" algn="just">
              <a:lnSpc>
                <a:spcPct val="150000"/>
              </a:lnSpc>
              <a:buFont typeface="+mj-lt"/>
              <a:buAutoNum type="arabicPeriod" startAt="6"/>
            </a:pPr>
            <a:r>
              <a:rPr lang="en-US" dirty="0"/>
              <a:t>Select the Use Record as Criteria for Action button and click on the Change Volumetrics action.</a:t>
            </a:r>
          </a:p>
          <a:p>
            <a:pPr marL="457200" indent="-457200" algn="just">
              <a:lnSpc>
                <a:spcPct val="150000"/>
              </a:lnSpc>
              <a:buFont typeface="+mj-lt"/>
              <a:buAutoNum type="arabicPeriod" startAt="6"/>
            </a:pPr>
            <a:endParaRPr lang="en-US" dirty="0"/>
          </a:p>
          <a:p>
            <a:pPr marL="457200" indent="-457200" algn="just">
              <a:lnSpc>
                <a:spcPct val="150000"/>
              </a:lnSpc>
              <a:buFont typeface="+mj-lt"/>
              <a:buAutoNum type="arabicPeriod" startAt="6"/>
            </a:pPr>
            <a:endParaRPr lang="en-US" dirty="0"/>
          </a:p>
          <a:p>
            <a:pPr marL="0" indent="0" algn="just">
              <a:lnSpc>
                <a:spcPct val="150000"/>
              </a:lnSpc>
              <a:buNone/>
            </a:pPr>
            <a:endParaRPr lang="en-US" sz="1600" dirty="0"/>
          </a:p>
          <a:p>
            <a:pPr marL="0" indent="0" algn="just">
              <a:lnSpc>
                <a:spcPct val="150000"/>
              </a:lnSpc>
              <a:buNone/>
            </a:pPr>
            <a:r>
              <a:rPr lang="en-US" dirty="0"/>
              <a:t>A confirmation message will appear:</a:t>
            </a:r>
          </a:p>
          <a:p>
            <a:pPr marL="457200" indent="-457200" algn="just">
              <a:lnSpc>
                <a:spcPct val="150000"/>
              </a:lnSpc>
              <a:buFont typeface="+mj-lt"/>
              <a:buAutoNum type="arabicPeriod" startAt="5"/>
            </a:pPr>
            <a:endParaRPr lang="en-US" sz="2400" dirty="0"/>
          </a:p>
          <a:p>
            <a:pPr marL="457200" indent="-457200" algn="just">
              <a:lnSpc>
                <a:spcPct val="150000"/>
              </a:lnSpc>
              <a:buFont typeface="+mj-lt"/>
              <a:buAutoNum type="arabicPeriod" startAt="5"/>
            </a:pPr>
            <a:endParaRPr lang="en-US" dirty="0"/>
          </a:p>
          <a:p>
            <a:pPr marL="457200" indent="-457200" algn="just">
              <a:lnSpc>
                <a:spcPct val="150000"/>
              </a:lnSpc>
              <a:buFont typeface="+mj-lt"/>
              <a:buAutoNum type="arabicPeriod" startAt="5"/>
            </a:pPr>
            <a:endParaRPr lang="en-US" sz="2400" dirty="0"/>
          </a:p>
          <a:p>
            <a:pPr marL="457200" indent="-457200" algn="just">
              <a:lnSpc>
                <a:spcPct val="150000"/>
              </a:lnSpc>
              <a:buFont typeface="+mj-lt"/>
              <a:buAutoNum type="arabicPeriod" startAt="5"/>
            </a:pPr>
            <a:endParaRPr lang="en-US" sz="2400" dirty="0"/>
          </a:p>
          <a:p>
            <a:pPr marL="457200" indent="-457200" algn="just">
              <a:lnSpc>
                <a:spcPct val="150000"/>
              </a:lnSpc>
              <a:buFont typeface="+mj-lt"/>
              <a:buAutoNum type="arabicPeriod" startAt="5"/>
            </a:pPr>
            <a:endParaRPr lang="en-US" dirty="0"/>
          </a:p>
          <a:p>
            <a:endParaRPr lang="en-CA" dirty="0"/>
          </a:p>
        </p:txBody>
      </p:sp>
      <p:pic>
        <p:nvPicPr>
          <p:cNvPr id="6" name="Picture 5">
            <a:extLst>
              <a:ext uri="{FF2B5EF4-FFF2-40B4-BE49-F238E27FC236}">
                <a16:creationId xmlns:a16="http://schemas.microsoft.com/office/drawing/2014/main" id="{EE874ADD-30FC-43BE-A4D9-5523F3668750}"/>
              </a:ext>
            </a:extLst>
          </p:cNvPr>
          <p:cNvPicPr>
            <a:picLocks noChangeAspect="1"/>
          </p:cNvPicPr>
          <p:nvPr>
            <p:custDataLst>
              <p:tags r:id="rId3"/>
            </p:custDataLst>
          </p:nvPr>
        </p:nvPicPr>
        <p:blipFill>
          <a:blip r:embed="rId7"/>
          <a:stretch>
            <a:fillRect/>
          </a:stretch>
        </p:blipFill>
        <p:spPr>
          <a:xfrm>
            <a:off x="366408" y="2985377"/>
            <a:ext cx="11459183" cy="1853927"/>
          </a:xfrm>
          <a:prstGeom prst="rect">
            <a:avLst/>
          </a:prstGeom>
        </p:spPr>
      </p:pic>
      <p:pic>
        <p:nvPicPr>
          <p:cNvPr id="8" name="Picture 7">
            <a:extLst>
              <a:ext uri="{FF2B5EF4-FFF2-40B4-BE49-F238E27FC236}">
                <a16:creationId xmlns:a16="http://schemas.microsoft.com/office/drawing/2014/main" id="{A07D5CD1-BF14-4E93-8391-30886040865F}"/>
              </a:ext>
            </a:extLst>
          </p:cNvPr>
          <p:cNvPicPr>
            <a:picLocks noChangeAspect="1"/>
          </p:cNvPicPr>
          <p:nvPr>
            <p:custDataLst>
              <p:tags r:id="rId4"/>
            </p:custDataLst>
          </p:nvPr>
        </p:nvPicPr>
        <p:blipFill>
          <a:blip r:embed="rId8"/>
          <a:stretch>
            <a:fillRect/>
          </a:stretch>
        </p:blipFill>
        <p:spPr>
          <a:xfrm>
            <a:off x="838200" y="5574456"/>
            <a:ext cx="3653709" cy="767977"/>
          </a:xfrm>
          <a:prstGeom prst="rect">
            <a:avLst/>
          </a:prstGeom>
        </p:spPr>
      </p:pic>
    </p:spTree>
    <p:extLst>
      <p:ext uri="{BB962C8B-B14F-4D97-AF65-F5344CB8AC3E}">
        <p14:creationId xmlns:p14="http://schemas.microsoft.com/office/powerpoint/2010/main" val="17953878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736AC-1300-421A-BA2B-344D7EC8967F}"/>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4" name="Content Placeholder 2">
            <a:extLst>
              <a:ext uri="{FF2B5EF4-FFF2-40B4-BE49-F238E27FC236}">
                <a16:creationId xmlns:a16="http://schemas.microsoft.com/office/drawing/2014/main" id="{135412F4-4223-4159-964F-F2E724B1E621}"/>
              </a:ext>
            </a:extLst>
          </p:cNvPr>
          <p:cNvSpPr>
            <a:spLocks noGrp="1"/>
          </p:cNvSpPr>
          <p:nvPr>
            <p:ph idx="1"/>
            <p:custDataLst>
              <p:tags r:id="rId2"/>
            </p:custDataLst>
          </p:nvPr>
        </p:nvSpPr>
        <p:spPr>
          <a:xfrm>
            <a:off x="838200" y="1099632"/>
            <a:ext cx="10515600" cy="4824413"/>
          </a:xfrm>
        </p:spPr>
        <p:txBody>
          <a:bodyPr/>
          <a:lstStyle/>
          <a:p>
            <a:pPr marL="457200" indent="-457200" algn="just">
              <a:lnSpc>
                <a:spcPct val="150000"/>
              </a:lnSpc>
              <a:buFont typeface="+mj-lt"/>
              <a:buAutoNum type="arabicPeriod" startAt="8"/>
            </a:pPr>
            <a:r>
              <a:rPr lang="en-US" sz="2400" dirty="0"/>
              <a:t>Perform step 6 for each inventory line of the item </a:t>
            </a:r>
            <a:r>
              <a:rPr lang="en-US" dirty="0"/>
              <a:t>for which you wish to update the volumetrics data. </a:t>
            </a:r>
            <a:r>
              <a:rPr lang="en-US" sz="2400" dirty="0"/>
              <a:t> </a:t>
            </a:r>
          </a:p>
          <a:p>
            <a:pPr marL="457200" indent="-457200" algn="just">
              <a:lnSpc>
                <a:spcPct val="150000"/>
              </a:lnSpc>
              <a:buFont typeface="+mj-lt"/>
              <a:buAutoNum type="arabicPeriod" startAt="8"/>
            </a:pPr>
            <a:endParaRPr lang="en-US" dirty="0"/>
          </a:p>
          <a:p>
            <a:pPr marL="457200" indent="-457200" algn="just">
              <a:lnSpc>
                <a:spcPct val="150000"/>
              </a:lnSpc>
              <a:buFont typeface="+mj-lt"/>
              <a:buAutoNum type="arabicPeriod" startAt="8"/>
            </a:pPr>
            <a:endParaRPr lang="en-US" sz="2400" dirty="0"/>
          </a:p>
          <a:p>
            <a:pPr marL="457200" indent="-457200" algn="just">
              <a:lnSpc>
                <a:spcPct val="150000"/>
              </a:lnSpc>
              <a:buFont typeface="+mj-lt"/>
              <a:buAutoNum type="arabicPeriod" startAt="8"/>
            </a:pPr>
            <a:endParaRPr lang="en-US" dirty="0"/>
          </a:p>
          <a:p>
            <a:pPr marL="0" indent="0" algn="just">
              <a:lnSpc>
                <a:spcPct val="150000"/>
              </a:lnSpc>
              <a:buNone/>
            </a:pPr>
            <a:r>
              <a:rPr lang="en-US" sz="2400" dirty="0"/>
              <a:t>Note: As explained previously, these steps can be performed directly from the Item Volumetrics Maintenance resource if desired.</a:t>
            </a:r>
          </a:p>
          <a:p>
            <a:pPr marL="457200" indent="-457200" algn="just">
              <a:lnSpc>
                <a:spcPct val="150000"/>
              </a:lnSpc>
              <a:buFont typeface="+mj-lt"/>
              <a:buAutoNum type="arabicPeriod" startAt="7"/>
            </a:pPr>
            <a:endParaRPr lang="en-US" dirty="0"/>
          </a:p>
          <a:p>
            <a:pPr marL="457200" indent="-457200" algn="just">
              <a:lnSpc>
                <a:spcPct val="150000"/>
              </a:lnSpc>
              <a:buFont typeface="+mj-lt"/>
              <a:buAutoNum type="arabicPeriod" startAt="7"/>
            </a:pPr>
            <a:endParaRPr lang="en-US" dirty="0"/>
          </a:p>
          <a:p>
            <a:pPr marL="457200" indent="-457200" algn="just">
              <a:lnSpc>
                <a:spcPct val="150000"/>
              </a:lnSpc>
              <a:buFont typeface="+mj-lt"/>
              <a:buAutoNum type="arabicPeriod" startAt="7"/>
            </a:pPr>
            <a:endParaRPr lang="en-US" sz="1500" dirty="0"/>
          </a:p>
          <a:p>
            <a:pPr marL="457200" indent="-457200" algn="just">
              <a:lnSpc>
                <a:spcPct val="150000"/>
              </a:lnSpc>
              <a:buFont typeface="+mj-lt"/>
              <a:buAutoNum type="arabicPeriod" startAt="7"/>
            </a:pPr>
            <a:endParaRPr lang="en-US" dirty="0"/>
          </a:p>
          <a:p>
            <a:pPr marL="457200" indent="-457200" algn="just">
              <a:lnSpc>
                <a:spcPct val="150000"/>
              </a:lnSpc>
              <a:buFont typeface="+mj-lt"/>
              <a:buAutoNum type="arabicPeriod" startAt="7"/>
            </a:pPr>
            <a:endParaRPr lang="en-US" sz="2400" dirty="0"/>
          </a:p>
          <a:p>
            <a:pPr marL="457200" indent="-457200" algn="just">
              <a:lnSpc>
                <a:spcPct val="150000"/>
              </a:lnSpc>
              <a:buFont typeface="+mj-lt"/>
              <a:buAutoNum type="arabicPeriod" startAt="7"/>
            </a:pPr>
            <a:endParaRPr lang="en-US" dirty="0"/>
          </a:p>
          <a:p>
            <a:pPr marL="457200" indent="-457200" algn="just">
              <a:lnSpc>
                <a:spcPct val="150000"/>
              </a:lnSpc>
              <a:buFont typeface="+mj-lt"/>
              <a:buAutoNum type="arabicPeriod" startAt="7"/>
            </a:pPr>
            <a:endParaRPr lang="en-US" sz="2400" dirty="0"/>
          </a:p>
          <a:p>
            <a:pPr marL="457200" indent="-457200" algn="just">
              <a:lnSpc>
                <a:spcPct val="150000"/>
              </a:lnSpc>
              <a:buFont typeface="+mj-lt"/>
              <a:buAutoNum type="arabicPeriod" startAt="7"/>
            </a:pPr>
            <a:endParaRPr lang="en-US" sz="2400" dirty="0"/>
          </a:p>
          <a:p>
            <a:pPr marL="457200" indent="-457200" algn="just">
              <a:lnSpc>
                <a:spcPct val="150000"/>
              </a:lnSpc>
              <a:buFont typeface="+mj-lt"/>
              <a:buAutoNum type="arabicPeriod" startAt="7"/>
            </a:pPr>
            <a:endParaRPr lang="en-US" dirty="0"/>
          </a:p>
          <a:p>
            <a:endParaRPr lang="en-CA" dirty="0"/>
          </a:p>
        </p:txBody>
      </p:sp>
      <p:pic>
        <p:nvPicPr>
          <p:cNvPr id="6" name="Picture 5">
            <a:extLst>
              <a:ext uri="{FF2B5EF4-FFF2-40B4-BE49-F238E27FC236}">
                <a16:creationId xmlns:a16="http://schemas.microsoft.com/office/drawing/2014/main" id="{F60BAF2D-4787-43F3-B9C0-2A4556A96F22}"/>
              </a:ext>
            </a:extLst>
          </p:cNvPr>
          <p:cNvPicPr>
            <a:picLocks noChangeAspect="1"/>
          </p:cNvPicPr>
          <p:nvPr>
            <p:custDataLst>
              <p:tags r:id="rId3"/>
            </p:custDataLst>
          </p:nvPr>
        </p:nvPicPr>
        <p:blipFill>
          <a:blip r:embed="rId5"/>
          <a:stretch>
            <a:fillRect/>
          </a:stretch>
        </p:blipFill>
        <p:spPr>
          <a:xfrm>
            <a:off x="297172" y="2425195"/>
            <a:ext cx="11597655" cy="1794292"/>
          </a:xfrm>
          <a:prstGeom prst="rect">
            <a:avLst/>
          </a:prstGeom>
        </p:spPr>
      </p:pic>
    </p:spTree>
    <p:extLst>
      <p:ext uri="{BB962C8B-B14F-4D97-AF65-F5344CB8AC3E}">
        <p14:creationId xmlns:p14="http://schemas.microsoft.com/office/powerpoint/2010/main" val="30185998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6CC1B-F3BB-43FB-86AC-C4161D2DEFC3}"/>
              </a:ext>
            </a:extLst>
          </p:cNvPr>
          <p:cNvSpPr>
            <a:spLocks noGrp="1"/>
          </p:cNvSpPr>
          <p:nvPr>
            <p:ph type="title"/>
            <p:custDataLst>
              <p:tags r:id="rId1"/>
            </p:custDataLst>
          </p:nvPr>
        </p:nvSpPr>
        <p:spPr/>
        <p:txBody>
          <a:bodyPr/>
          <a:lstStyle/>
          <a:p>
            <a:r>
              <a:rPr lang="fr-CA" dirty="0"/>
              <a:t>Inventory </a:t>
            </a:r>
            <a:r>
              <a:rPr lang="fr-CA" dirty="0" err="1"/>
              <a:t>Volumetrics</a:t>
            </a:r>
            <a:r>
              <a:rPr lang="fr-CA" dirty="0"/>
              <a:t> Maintenance</a:t>
            </a:r>
            <a:endParaRPr lang="en-CA" dirty="0"/>
          </a:p>
        </p:txBody>
      </p:sp>
      <p:sp>
        <p:nvSpPr>
          <p:cNvPr id="3" name="Content Placeholder 2">
            <a:extLst>
              <a:ext uri="{FF2B5EF4-FFF2-40B4-BE49-F238E27FC236}">
                <a16:creationId xmlns:a16="http://schemas.microsoft.com/office/drawing/2014/main" id="{D5D596DB-88FA-4D57-8277-AAE265DF59AB}"/>
              </a:ext>
            </a:extLst>
          </p:cNvPr>
          <p:cNvSpPr>
            <a:spLocks noGrp="1"/>
          </p:cNvSpPr>
          <p:nvPr>
            <p:ph idx="1"/>
            <p:custDataLst>
              <p:tags r:id="rId2"/>
            </p:custDataLst>
          </p:nvPr>
        </p:nvSpPr>
        <p:spPr>
          <a:xfrm>
            <a:off x="838200" y="1498060"/>
            <a:ext cx="10515600" cy="4678903"/>
          </a:xfrm>
        </p:spPr>
        <p:txBody>
          <a:bodyPr/>
          <a:lstStyle/>
          <a:p>
            <a:pPr marL="457200" indent="-457200">
              <a:lnSpc>
                <a:spcPct val="150000"/>
              </a:lnSpc>
              <a:buFont typeface="+mj-lt"/>
              <a:buAutoNum type="arabicPeriod" startAt="9"/>
            </a:pPr>
            <a:r>
              <a:rPr lang="en-US" dirty="0"/>
              <a:t>Once all the desired volumetrics data updated, click Close to exit the Inventory Volumetrics Maintenance resource. </a:t>
            </a:r>
          </a:p>
          <a:p>
            <a:pPr>
              <a:lnSpc>
                <a:spcPct val="150000"/>
              </a:lnSpc>
            </a:pPr>
            <a:endParaRPr lang="en-CA" dirty="0"/>
          </a:p>
        </p:txBody>
      </p:sp>
      <p:pic>
        <p:nvPicPr>
          <p:cNvPr id="5" name="Picture 4">
            <a:extLst>
              <a:ext uri="{FF2B5EF4-FFF2-40B4-BE49-F238E27FC236}">
                <a16:creationId xmlns:a16="http://schemas.microsoft.com/office/drawing/2014/main" id="{AEF83D90-9885-4C68-80F0-13267004EE71}"/>
              </a:ext>
            </a:extLst>
          </p:cNvPr>
          <p:cNvPicPr>
            <a:picLocks noChangeAspect="1"/>
          </p:cNvPicPr>
          <p:nvPr>
            <p:custDataLst>
              <p:tags r:id="rId3"/>
            </p:custDataLst>
          </p:nvPr>
        </p:nvPicPr>
        <p:blipFill>
          <a:blip r:embed="rId5"/>
          <a:stretch>
            <a:fillRect/>
          </a:stretch>
        </p:blipFill>
        <p:spPr>
          <a:xfrm>
            <a:off x="297172" y="3035472"/>
            <a:ext cx="11597655" cy="898353"/>
          </a:xfrm>
          <a:prstGeom prst="rect">
            <a:avLst/>
          </a:prstGeom>
        </p:spPr>
      </p:pic>
    </p:spTree>
    <p:extLst>
      <p:ext uri="{BB962C8B-B14F-4D97-AF65-F5344CB8AC3E}">
        <p14:creationId xmlns:p14="http://schemas.microsoft.com/office/powerpoint/2010/main" val="24563045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Item (TMS)</a:t>
            </a:r>
          </a:p>
        </p:txBody>
      </p:sp>
    </p:spTree>
    <p:extLst>
      <p:ext uri="{BB962C8B-B14F-4D97-AF65-F5344CB8AC3E}">
        <p14:creationId xmlns:p14="http://schemas.microsoft.com/office/powerpoint/2010/main" val="37120238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2E50E-403C-4E30-9B26-79AF2EFEA227}"/>
              </a:ext>
            </a:extLst>
          </p:cNvPr>
          <p:cNvSpPr>
            <a:spLocks noGrp="1"/>
          </p:cNvSpPr>
          <p:nvPr>
            <p:ph type="title"/>
            <p:custDataLst>
              <p:tags r:id="rId1"/>
            </p:custDataLst>
          </p:nvPr>
        </p:nvSpPr>
        <p:spPr/>
        <p:txBody>
          <a:bodyPr/>
          <a:lstStyle/>
          <a:p>
            <a:r>
              <a:rPr lang="fr-CA" dirty="0"/>
              <a:t>Item (TMS)</a:t>
            </a:r>
            <a:endParaRPr lang="en-CA" dirty="0"/>
          </a:p>
        </p:txBody>
      </p:sp>
      <p:sp>
        <p:nvSpPr>
          <p:cNvPr id="3" name="Content Placeholder 2">
            <a:extLst>
              <a:ext uri="{FF2B5EF4-FFF2-40B4-BE49-F238E27FC236}">
                <a16:creationId xmlns:a16="http://schemas.microsoft.com/office/drawing/2014/main" id="{1C8AA331-7FFE-4074-8CB6-F8F6058B9498}"/>
              </a:ext>
            </a:extLst>
          </p:cNvPr>
          <p:cNvSpPr>
            <a:spLocks noGrp="1"/>
          </p:cNvSpPr>
          <p:nvPr>
            <p:ph idx="1"/>
            <p:custDataLst>
              <p:tags r:id="rId2"/>
            </p:custDataLst>
          </p:nvPr>
        </p:nvSpPr>
        <p:spPr>
          <a:xfrm>
            <a:off x="838200" y="1147865"/>
            <a:ext cx="10515600" cy="4756725"/>
          </a:xfrm>
        </p:spPr>
        <p:txBody>
          <a:bodyPr/>
          <a:lstStyle/>
          <a:p>
            <a:pPr algn="just">
              <a:lnSpc>
                <a:spcPct val="200000"/>
              </a:lnSpc>
            </a:pPr>
            <a:r>
              <a:rPr lang="fr-CA" dirty="0"/>
              <a:t>The TMS Item </a:t>
            </a:r>
            <a:r>
              <a:rPr lang="fr-CA" dirty="0" err="1"/>
              <a:t>resource</a:t>
            </a:r>
            <a:r>
              <a:rPr lang="fr-CA" dirty="0"/>
              <a:t> c</a:t>
            </a:r>
            <a:r>
              <a:rPr lang="en-US" dirty="0" err="1"/>
              <a:t>ontains</a:t>
            </a:r>
            <a:r>
              <a:rPr lang="en-US" dirty="0"/>
              <a:t> </a:t>
            </a:r>
            <a:r>
              <a:rPr lang="en-US" b="1" dirty="0"/>
              <a:t>details on products that are to be shipped</a:t>
            </a:r>
            <a:r>
              <a:rPr lang="en-US" dirty="0"/>
              <a:t>.</a:t>
            </a:r>
            <a:r>
              <a:rPr lang="en-US" b="1" dirty="0"/>
              <a:t> </a:t>
            </a:r>
          </a:p>
          <a:p>
            <a:pPr algn="just">
              <a:lnSpc>
                <a:spcPct val="200000"/>
              </a:lnSpc>
            </a:pPr>
            <a:r>
              <a:rPr lang="en-US" dirty="0"/>
              <a:t>This resource allows you to </a:t>
            </a:r>
            <a:r>
              <a:rPr lang="en-US" b="1" dirty="0"/>
              <a:t>create </a:t>
            </a:r>
            <a:r>
              <a:rPr lang="en-US" dirty="0"/>
              <a:t>an item, to </a:t>
            </a:r>
            <a:r>
              <a:rPr lang="en-US" b="1" dirty="0"/>
              <a:t>update</a:t>
            </a:r>
            <a:r>
              <a:rPr lang="en-US" dirty="0"/>
              <a:t> (add, modify, copy, delete) the record of a specific item or to </a:t>
            </a:r>
            <a:r>
              <a:rPr lang="en-US" b="1" dirty="0"/>
              <a:t>query</a:t>
            </a:r>
            <a:r>
              <a:rPr lang="en-US" dirty="0"/>
              <a:t> the records in the items table if desired.</a:t>
            </a:r>
          </a:p>
          <a:p>
            <a:pPr algn="just">
              <a:lnSpc>
                <a:spcPct val="200000"/>
              </a:lnSpc>
            </a:pPr>
            <a:r>
              <a:rPr lang="en-US" dirty="0"/>
              <a:t>Data in this table is typically used for </a:t>
            </a:r>
            <a:r>
              <a:rPr lang="en-US" b="1" dirty="0"/>
              <a:t>Customs documents </a:t>
            </a:r>
            <a:r>
              <a:rPr lang="en-US" dirty="0"/>
              <a:t>and </a:t>
            </a:r>
            <a:r>
              <a:rPr lang="en-US" b="1" dirty="0"/>
              <a:t>LTL bills of lading</a:t>
            </a:r>
            <a:r>
              <a:rPr lang="en-US" dirty="0"/>
              <a:t>.</a:t>
            </a:r>
          </a:p>
          <a:p>
            <a:pPr algn="just">
              <a:lnSpc>
                <a:spcPct val="200000"/>
              </a:lnSpc>
            </a:pPr>
            <a:r>
              <a:rPr lang="en-US" dirty="0"/>
              <a:t>Once captured in the TMS database, this information can be printed (when required) on </a:t>
            </a:r>
            <a:r>
              <a:rPr lang="en-US" b="1" dirty="0"/>
              <a:t>shipping labels </a:t>
            </a:r>
            <a:r>
              <a:rPr lang="en-US" dirty="0"/>
              <a:t>and shown within the system.</a:t>
            </a:r>
          </a:p>
          <a:p>
            <a:pPr algn="just">
              <a:lnSpc>
                <a:spcPct val="200000"/>
              </a:lnSpc>
            </a:pPr>
            <a:endParaRPr lang="en-US" dirty="0"/>
          </a:p>
          <a:p>
            <a:pPr algn="just">
              <a:lnSpc>
                <a:spcPct val="200000"/>
              </a:lnSpc>
            </a:pPr>
            <a:endParaRPr lang="en-CA" dirty="0"/>
          </a:p>
        </p:txBody>
      </p:sp>
    </p:spTree>
    <p:extLst>
      <p:ext uri="{BB962C8B-B14F-4D97-AF65-F5344CB8AC3E}">
        <p14:creationId xmlns:p14="http://schemas.microsoft.com/office/powerpoint/2010/main" val="23210474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5072-70F0-4BF6-9C28-BA7A062F0404}"/>
              </a:ext>
            </a:extLst>
          </p:cNvPr>
          <p:cNvSpPr>
            <a:spLocks noGrp="1"/>
          </p:cNvSpPr>
          <p:nvPr>
            <p:ph type="title"/>
            <p:custDataLst>
              <p:tags r:id="rId1"/>
            </p:custDataLst>
          </p:nvPr>
        </p:nvSpPr>
        <p:spPr/>
        <p:txBody>
          <a:bodyPr/>
          <a:lstStyle/>
          <a:p>
            <a:r>
              <a:rPr lang="fr-CA" dirty="0"/>
              <a:t>Item (TMS)</a:t>
            </a:r>
            <a:endParaRPr lang="en-CA" dirty="0"/>
          </a:p>
        </p:txBody>
      </p:sp>
      <p:pic>
        <p:nvPicPr>
          <p:cNvPr id="5" name="Picture 4">
            <a:extLst>
              <a:ext uri="{FF2B5EF4-FFF2-40B4-BE49-F238E27FC236}">
                <a16:creationId xmlns:a16="http://schemas.microsoft.com/office/drawing/2014/main" id="{E6F76CB7-0633-49C7-A0A1-9CB751DBC8E6}"/>
              </a:ext>
            </a:extLst>
          </p:cNvPr>
          <p:cNvPicPr>
            <a:picLocks noChangeAspect="1"/>
          </p:cNvPicPr>
          <p:nvPr>
            <p:custDataLst>
              <p:tags r:id="rId2"/>
            </p:custDataLst>
          </p:nvPr>
        </p:nvPicPr>
        <p:blipFill>
          <a:blip r:embed="rId6"/>
          <a:stretch>
            <a:fillRect/>
          </a:stretch>
        </p:blipFill>
        <p:spPr>
          <a:xfrm>
            <a:off x="7908759" y="365125"/>
            <a:ext cx="3213016" cy="5696762"/>
          </a:xfrm>
          <a:prstGeom prst="rect">
            <a:avLst/>
          </a:prstGeom>
        </p:spPr>
      </p:pic>
      <p:sp>
        <p:nvSpPr>
          <p:cNvPr id="6" name="Content Placeholder 2">
            <a:extLst>
              <a:ext uri="{FF2B5EF4-FFF2-40B4-BE49-F238E27FC236}">
                <a16:creationId xmlns:a16="http://schemas.microsoft.com/office/drawing/2014/main" id="{8EEF0A33-7262-4CDC-BD9F-DB6A34EEEF34}"/>
              </a:ext>
            </a:extLst>
          </p:cNvPr>
          <p:cNvSpPr>
            <a:spLocks noGrp="1"/>
          </p:cNvSpPr>
          <p:nvPr>
            <p:ph idx="1"/>
            <p:custDataLst>
              <p:tags r:id="rId3"/>
            </p:custDataLst>
          </p:nvPr>
        </p:nvSpPr>
        <p:spPr>
          <a:xfrm>
            <a:off x="669387" y="1344706"/>
            <a:ext cx="6462933"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Transport Management </a:t>
            </a:r>
            <a:r>
              <a:rPr lang="en-US" sz="2300" dirty="0"/>
              <a:t>menu.</a:t>
            </a:r>
          </a:p>
          <a:p>
            <a:pPr marL="457200" indent="-457200" algn="just">
              <a:lnSpc>
                <a:spcPct val="150000"/>
              </a:lnSpc>
              <a:buFont typeface="+mj-lt"/>
              <a:buAutoNum type="arabicPeriod"/>
            </a:pPr>
            <a:r>
              <a:rPr lang="en-US" sz="2300" dirty="0"/>
              <a:t>Select the </a:t>
            </a:r>
            <a:r>
              <a:rPr lang="en-US" sz="2300" b="1" dirty="0"/>
              <a:t>Transport Administration</a:t>
            </a:r>
            <a:r>
              <a:rPr lang="en-US" sz="2300" dirty="0"/>
              <a:t> resource.</a:t>
            </a:r>
          </a:p>
          <a:p>
            <a:pPr marL="457200" indent="-457200" algn="just">
              <a:lnSpc>
                <a:spcPct val="150000"/>
              </a:lnSpc>
              <a:buFont typeface="+mj-lt"/>
              <a:buAutoNum type="arabicPeriod"/>
            </a:pPr>
            <a:r>
              <a:rPr lang="en-US" sz="2300" dirty="0"/>
              <a:t>Under Transport Administration, click on </a:t>
            </a:r>
            <a:r>
              <a:rPr lang="en-US" sz="2300" b="1" dirty="0"/>
              <a:t>TMS Masters</a:t>
            </a:r>
            <a:r>
              <a:rPr lang="en-US" sz="2300" dirty="0"/>
              <a:t>.</a:t>
            </a:r>
          </a:p>
          <a:p>
            <a:pPr marL="457200" indent="-457200" algn="just">
              <a:lnSpc>
                <a:spcPct val="150000"/>
              </a:lnSpc>
              <a:buFont typeface="+mj-lt"/>
              <a:buAutoNum type="arabicPeriod"/>
            </a:pPr>
            <a:r>
              <a:rPr lang="en-US" sz="2300" dirty="0"/>
              <a:t>Under TMS Masters, click on </a:t>
            </a:r>
            <a:r>
              <a:rPr lang="en-US" sz="2300" b="1" dirty="0"/>
              <a:t>Item.</a:t>
            </a:r>
            <a:endParaRPr lang="en-US" sz="2300" dirty="0"/>
          </a:p>
          <a:p>
            <a:pPr marL="0" indent="0" algn="just">
              <a:lnSpc>
                <a:spcPct val="150000"/>
              </a:lnSpc>
              <a:buNone/>
            </a:pPr>
            <a:endParaRPr lang="en-US" sz="2200" dirty="0"/>
          </a:p>
        </p:txBody>
      </p:sp>
    </p:spTree>
    <p:extLst>
      <p:ext uri="{BB962C8B-B14F-4D97-AF65-F5344CB8AC3E}">
        <p14:creationId xmlns:p14="http://schemas.microsoft.com/office/powerpoint/2010/main" val="31101182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6FB1F-0C9C-48C8-BC71-4AD81EDA0135}"/>
              </a:ext>
            </a:extLst>
          </p:cNvPr>
          <p:cNvSpPr>
            <a:spLocks noGrp="1"/>
          </p:cNvSpPr>
          <p:nvPr>
            <p:ph type="title"/>
            <p:custDataLst>
              <p:tags r:id="rId1"/>
            </p:custDataLst>
          </p:nvPr>
        </p:nvSpPr>
        <p:spPr/>
        <p:txBody>
          <a:bodyPr/>
          <a:lstStyle/>
          <a:p>
            <a:r>
              <a:rPr lang="fr-CA" dirty="0"/>
              <a:t>Item (TMS)</a:t>
            </a:r>
            <a:endParaRPr lang="en-CA" dirty="0"/>
          </a:p>
        </p:txBody>
      </p:sp>
      <p:sp>
        <p:nvSpPr>
          <p:cNvPr id="4" name="Content Placeholder 2">
            <a:extLst>
              <a:ext uri="{FF2B5EF4-FFF2-40B4-BE49-F238E27FC236}">
                <a16:creationId xmlns:a16="http://schemas.microsoft.com/office/drawing/2014/main" id="{63898B1F-9222-441C-BD20-FEA04488D03C}"/>
              </a:ext>
            </a:extLst>
          </p:cNvPr>
          <p:cNvSpPr>
            <a:spLocks noGrp="1"/>
          </p:cNvSpPr>
          <p:nvPr>
            <p:ph idx="1"/>
            <p:custDataLst>
              <p:tags r:id="rId2"/>
            </p:custDataLst>
          </p:nvPr>
        </p:nvSpPr>
        <p:spPr>
          <a:xfrm>
            <a:off x="838200" y="1245141"/>
            <a:ext cx="10515600" cy="4854002"/>
          </a:xfrm>
        </p:spPr>
        <p:txBody>
          <a:bodyPr/>
          <a:lstStyle/>
          <a:p>
            <a:pPr marL="457200" indent="-457200" algn="just">
              <a:lnSpc>
                <a:spcPct val="150000"/>
              </a:lnSpc>
              <a:buFont typeface="+mj-lt"/>
              <a:buAutoNum type="arabicPeriod" startAt="5"/>
            </a:pPr>
            <a:r>
              <a:rPr lang="en-US" sz="2400" dirty="0"/>
              <a:t>To update an item, perform a search to retrieve the item and click on View Record Details.</a:t>
            </a:r>
            <a:endParaRPr lang="en-US" dirty="0"/>
          </a:p>
          <a:p>
            <a:endParaRPr lang="en-CA" dirty="0"/>
          </a:p>
        </p:txBody>
      </p:sp>
      <p:pic>
        <p:nvPicPr>
          <p:cNvPr id="6" name="Picture 5">
            <a:extLst>
              <a:ext uri="{FF2B5EF4-FFF2-40B4-BE49-F238E27FC236}">
                <a16:creationId xmlns:a16="http://schemas.microsoft.com/office/drawing/2014/main" id="{8C878D34-387C-42B0-8084-CBD6F7EDB34C}"/>
              </a:ext>
            </a:extLst>
          </p:cNvPr>
          <p:cNvPicPr>
            <a:picLocks noChangeAspect="1"/>
          </p:cNvPicPr>
          <p:nvPr>
            <p:custDataLst>
              <p:tags r:id="rId3"/>
            </p:custDataLst>
          </p:nvPr>
        </p:nvPicPr>
        <p:blipFill>
          <a:blip r:embed="rId5"/>
          <a:stretch>
            <a:fillRect/>
          </a:stretch>
        </p:blipFill>
        <p:spPr>
          <a:xfrm>
            <a:off x="223736" y="2629069"/>
            <a:ext cx="11744528" cy="3022854"/>
          </a:xfrm>
          <a:prstGeom prst="rect">
            <a:avLst/>
          </a:prstGeom>
        </p:spPr>
      </p:pic>
    </p:spTree>
    <p:extLst>
      <p:ext uri="{BB962C8B-B14F-4D97-AF65-F5344CB8AC3E}">
        <p14:creationId xmlns:p14="http://schemas.microsoft.com/office/powerpoint/2010/main" val="7611103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15A86-FC5F-4878-9A6C-6A66B67036E4}"/>
              </a:ext>
            </a:extLst>
          </p:cNvPr>
          <p:cNvSpPr>
            <a:spLocks noGrp="1"/>
          </p:cNvSpPr>
          <p:nvPr>
            <p:ph type="title"/>
            <p:custDataLst>
              <p:tags r:id="rId1"/>
            </p:custDataLst>
          </p:nvPr>
        </p:nvSpPr>
        <p:spPr/>
        <p:txBody>
          <a:bodyPr/>
          <a:lstStyle/>
          <a:p>
            <a:r>
              <a:rPr lang="fr-CA" dirty="0"/>
              <a:t>Item (TMS)</a:t>
            </a:r>
            <a:endParaRPr lang="en-CA" dirty="0"/>
          </a:p>
        </p:txBody>
      </p:sp>
      <p:sp>
        <p:nvSpPr>
          <p:cNvPr id="5" name="Content Placeholder 2">
            <a:extLst>
              <a:ext uri="{FF2B5EF4-FFF2-40B4-BE49-F238E27FC236}">
                <a16:creationId xmlns:a16="http://schemas.microsoft.com/office/drawing/2014/main" id="{1BD4874C-34B8-4B7E-BFF1-3D9BAAD6DDEC}"/>
              </a:ext>
            </a:extLst>
          </p:cNvPr>
          <p:cNvSpPr>
            <a:spLocks noGrp="1"/>
          </p:cNvSpPr>
          <p:nvPr>
            <p:ph idx="1"/>
            <p:custDataLst>
              <p:tags r:id="rId2"/>
            </p:custDataLst>
          </p:nvPr>
        </p:nvSpPr>
        <p:spPr>
          <a:xfrm>
            <a:off x="838200" y="1315453"/>
            <a:ext cx="10515600" cy="4861510"/>
          </a:xfrm>
        </p:spPr>
        <p:txBody>
          <a:bodyPr/>
          <a:lstStyle/>
          <a:p>
            <a:pPr marL="457200" indent="-457200" algn="just">
              <a:lnSpc>
                <a:spcPct val="150000"/>
              </a:lnSpc>
              <a:buFont typeface="+mj-lt"/>
              <a:buAutoNum type="arabicPeriod" startAt="6"/>
            </a:pPr>
            <a:r>
              <a:rPr lang="en-US" dirty="0"/>
              <a:t>From the new window, three sections will appear: General, Hazmat, International. </a:t>
            </a:r>
            <a:endParaRPr lang="en-CA" dirty="0"/>
          </a:p>
        </p:txBody>
      </p:sp>
      <p:pic>
        <p:nvPicPr>
          <p:cNvPr id="7" name="Picture 6">
            <a:extLst>
              <a:ext uri="{FF2B5EF4-FFF2-40B4-BE49-F238E27FC236}">
                <a16:creationId xmlns:a16="http://schemas.microsoft.com/office/drawing/2014/main" id="{4DD1683A-9F67-43D5-9BA2-D70704109C62}"/>
              </a:ext>
            </a:extLst>
          </p:cNvPr>
          <p:cNvPicPr>
            <a:picLocks noChangeAspect="1"/>
          </p:cNvPicPr>
          <p:nvPr>
            <p:custDataLst>
              <p:tags r:id="rId3"/>
            </p:custDataLst>
          </p:nvPr>
        </p:nvPicPr>
        <p:blipFill>
          <a:blip r:embed="rId7"/>
          <a:stretch>
            <a:fillRect/>
          </a:stretch>
        </p:blipFill>
        <p:spPr>
          <a:xfrm>
            <a:off x="100556" y="3986800"/>
            <a:ext cx="3609474" cy="1800663"/>
          </a:xfrm>
          <a:prstGeom prst="rect">
            <a:avLst/>
          </a:prstGeom>
          <a:ln>
            <a:solidFill>
              <a:schemeClr val="bg2">
                <a:lumMod val="75000"/>
              </a:schemeClr>
            </a:solidFill>
          </a:ln>
        </p:spPr>
      </p:pic>
      <p:pic>
        <p:nvPicPr>
          <p:cNvPr id="9" name="Picture 8">
            <a:extLst>
              <a:ext uri="{FF2B5EF4-FFF2-40B4-BE49-F238E27FC236}">
                <a16:creationId xmlns:a16="http://schemas.microsoft.com/office/drawing/2014/main" id="{E4BB9924-639D-444C-BE3F-8A6EDFA0046D}"/>
              </a:ext>
            </a:extLst>
          </p:cNvPr>
          <p:cNvPicPr>
            <a:picLocks noChangeAspect="1"/>
          </p:cNvPicPr>
          <p:nvPr>
            <p:custDataLst>
              <p:tags r:id="rId4"/>
            </p:custDataLst>
          </p:nvPr>
        </p:nvPicPr>
        <p:blipFill>
          <a:blip r:embed="rId8"/>
          <a:stretch>
            <a:fillRect/>
          </a:stretch>
        </p:blipFill>
        <p:spPr>
          <a:xfrm>
            <a:off x="3805333" y="2760826"/>
            <a:ext cx="3956430" cy="3026637"/>
          </a:xfrm>
          <a:prstGeom prst="rect">
            <a:avLst/>
          </a:prstGeom>
          <a:ln>
            <a:solidFill>
              <a:schemeClr val="bg2">
                <a:lumMod val="75000"/>
              </a:schemeClr>
            </a:solidFill>
          </a:ln>
        </p:spPr>
      </p:pic>
      <p:pic>
        <p:nvPicPr>
          <p:cNvPr id="11" name="Picture 10">
            <a:extLst>
              <a:ext uri="{FF2B5EF4-FFF2-40B4-BE49-F238E27FC236}">
                <a16:creationId xmlns:a16="http://schemas.microsoft.com/office/drawing/2014/main" id="{83D53968-990C-4FA6-AD10-8532BDB9C4CF}"/>
              </a:ext>
            </a:extLst>
          </p:cNvPr>
          <p:cNvPicPr>
            <a:picLocks noChangeAspect="1"/>
          </p:cNvPicPr>
          <p:nvPr>
            <p:custDataLst>
              <p:tags r:id="rId5"/>
            </p:custDataLst>
          </p:nvPr>
        </p:nvPicPr>
        <p:blipFill>
          <a:blip r:embed="rId9"/>
          <a:stretch>
            <a:fillRect/>
          </a:stretch>
        </p:blipFill>
        <p:spPr>
          <a:xfrm>
            <a:off x="7857066" y="3105122"/>
            <a:ext cx="4270766" cy="2682341"/>
          </a:xfrm>
          <a:prstGeom prst="rect">
            <a:avLst/>
          </a:prstGeom>
          <a:ln>
            <a:solidFill>
              <a:schemeClr val="bg2">
                <a:lumMod val="75000"/>
              </a:schemeClr>
            </a:solidFill>
          </a:ln>
        </p:spPr>
      </p:pic>
    </p:spTree>
    <p:extLst>
      <p:ext uri="{BB962C8B-B14F-4D97-AF65-F5344CB8AC3E}">
        <p14:creationId xmlns:p14="http://schemas.microsoft.com/office/powerpoint/2010/main" val="26001756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43BD5-CAEE-4C90-86E6-3F6BCEFAC418}"/>
              </a:ext>
            </a:extLst>
          </p:cNvPr>
          <p:cNvSpPr>
            <a:spLocks noGrp="1"/>
          </p:cNvSpPr>
          <p:nvPr>
            <p:ph type="title"/>
            <p:custDataLst>
              <p:tags r:id="rId1"/>
            </p:custDataLst>
          </p:nvPr>
        </p:nvSpPr>
        <p:spPr/>
        <p:txBody>
          <a:bodyPr/>
          <a:lstStyle/>
          <a:p>
            <a:r>
              <a:rPr lang="fr-CA" dirty="0"/>
              <a:t>Item (TMS)</a:t>
            </a:r>
            <a:endParaRPr lang="en-CA" dirty="0"/>
          </a:p>
        </p:txBody>
      </p:sp>
      <p:sp>
        <p:nvSpPr>
          <p:cNvPr id="4" name="Content Placeholder 2">
            <a:extLst>
              <a:ext uri="{FF2B5EF4-FFF2-40B4-BE49-F238E27FC236}">
                <a16:creationId xmlns:a16="http://schemas.microsoft.com/office/drawing/2014/main" id="{AF647549-76D8-4228-87D4-130C31D789B3}"/>
              </a:ext>
            </a:extLst>
          </p:cNvPr>
          <p:cNvSpPr>
            <a:spLocks noGrp="1"/>
          </p:cNvSpPr>
          <p:nvPr>
            <p:ph idx="1"/>
            <p:custDataLst>
              <p:tags r:id="rId2"/>
            </p:custDataLst>
          </p:nvPr>
        </p:nvSpPr>
        <p:spPr>
          <a:xfrm>
            <a:off x="838200" y="1010653"/>
            <a:ext cx="10515600" cy="5166311"/>
          </a:xfrm>
        </p:spPr>
        <p:txBody>
          <a:bodyPr/>
          <a:lstStyle/>
          <a:p>
            <a:pPr marL="457200" indent="-457200" algn="just">
              <a:lnSpc>
                <a:spcPct val="150000"/>
              </a:lnSpc>
              <a:buFont typeface="+mj-lt"/>
              <a:buAutoNum type="arabicPeriod" startAt="7"/>
            </a:pPr>
            <a:r>
              <a:rPr lang="en-US" sz="2200" dirty="0"/>
              <a:t>Update only the </a:t>
            </a:r>
            <a:r>
              <a:rPr lang="en-US" sz="2200" b="1" dirty="0"/>
              <a:t>Hazmat </a:t>
            </a:r>
            <a:r>
              <a:rPr lang="en-US" sz="2200" dirty="0"/>
              <a:t>section</a:t>
            </a:r>
            <a:r>
              <a:rPr lang="en-US" sz="2200" b="1" dirty="0"/>
              <a:t> </a:t>
            </a:r>
            <a:r>
              <a:rPr lang="en-US" sz="2200" dirty="0"/>
              <a:t>for the fields shown below. An explanation of the fields is given in the next slide.</a:t>
            </a:r>
            <a:endParaRPr lang="en-CA" sz="2200" dirty="0"/>
          </a:p>
          <a:p>
            <a:pPr algn="just">
              <a:lnSpc>
                <a:spcPct val="150000"/>
              </a:lnSpc>
            </a:pPr>
            <a:endParaRPr lang="en-CA" dirty="0"/>
          </a:p>
        </p:txBody>
      </p:sp>
      <p:pic>
        <p:nvPicPr>
          <p:cNvPr id="6" name="Picture 5">
            <a:extLst>
              <a:ext uri="{FF2B5EF4-FFF2-40B4-BE49-F238E27FC236}">
                <a16:creationId xmlns:a16="http://schemas.microsoft.com/office/drawing/2014/main" id="{B687352F-1456-45C1-831E-9BA452BC32D4}"/>
              </a:ext>
            </a:extLst>
          </p:cNvPr>
          <p:cNvPicPr>
            <a:picLocks noChangeAspect="1"/>
          </p:cNvPicPr>
          <p:nvPr>
            <p:custDataLst>
              <p:tags r:id="rId3"/>
            </p:custDataLst>
          </p:nvPr>
        </p:nvPicPr>
        <p:blipFill>
          <a:blip r:embed="rId7"/>
          <a:stretch>
            <a:fillRect/>
          </a:stretch>
        </p:blipFill>
        <p:spPr>
          <a:xfrm>
            <a:off x="372982" y="2266500"/>
            <a:ext cx="5257800" cy="4110332"/>
          </a:xfrm>
          <a:prstGeom prst="rect">
            <a:avLst/>
          </a:prstGeom>
        </p:spPr>
      </p:pic>
      <p:pic>
        <p:nvPicPr>
          <p:cNvPr id="8" name="Picture 7">
            <a:extLst>
              <a:ext uri="{FF2B5EF4-FFF2-40B4-BE49-F238E27FC236}">
                <a16:creationId xmlns:a16="http://schemas.microsoft.com/office/drawing/2014/main" id="{7D46627D-492B-40FD-A827-1A080CFA9A6D}"/>
              </a:ext>
            </a:extLst>
          </p:cNvPr>
          <p:cNvPicPr>
            <a:picLocks noChangeAspect="1"/>
          </p:cNvPicPr>
          <p:nvPr>
            <p:custDataLst>
              <p:tags r:id="rId4"/>
            </p:custDataLst>
          </p:nvPr>
        </p:nvPicPr>
        <p:blipFill>
          <a:blip r:embed="rId8"/>
          <a:stretch>
            <a:fillRect/>
          </a:stretch>
        </p:blipFill>
        <p:spPr>
          <a:xfrm>
            <a:off x="5727035" y="3270426"/>
            <a:ext cx="5841186" cy="3106406"/>
          </a:xfrm>
          <a:prstGeom prst="rect">
            <a:avLst/>
          </a:prstGeom>
        </p:spPr>
      </p:pic>
    </p:spTree>
    <p:extLst>
      <p:ext uri="{BB962C8B-B14F-4D97-AF65-F5344CB8AC3E}">
        <p14:creationId xmlns:p14="http://schemas.microsoft.com/office/powerpoint/2010/main" val="710745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00CA2-84F0-4E5A-AFE5-8D8827F798C7}"/>
              </a:ext>
            </a:extLst>
          </p:cNvPr>
          <p:cNvSpPr>
            <a:spLocks noGrp="1"/>
          </p:cNvSpPr>
          <p:nvPr>
            <p:ph type="title"/>
            <p:custDataLst>
              <p:tags r:id="rId1"/>
            </p:custDataLst>
          </p:nvPr>
        </p:nvSpPr>
        <p:spPr/>
        <p:txBody>
          <a:bodyPr/>
          <a:lstStyle/>
          <a:p>
            <a:r>
              <a:rPr lang="fr-CA" dirty="0"/>
              <a:t>Item (TMS)</a:t>
            </a:r>
            <a:endParaRPr lang="en-CA" dirty="0"/>
          </a:p>
        </p:txBody>
      </p:sp>
      <p:graphicFrame>
        <p:nvGraphicFramePr>
          <p:cNvPr id="6" name="Table 5">
            <a:extLst>
              <a:ext uri="{FF2B5EF4-FFF2-40B4-BE49-F238E27FC236}">
                <a16:creationId xmlns:a16="http://schemas.microsoft.com/office/drawing/2014/main" id="{FD836CE0-63A6-43DF-9F00-8BFF2AB8A5A7}"/>
              </a:ext>
            </a:extLst>
          </p:cNvPr>
          <p:cNvGraphicFramePr>
            <a:graphicFrameLocks noGrp="1"/>
          </p:cNvGraphicFramePr>
          <p:nvPr>
            <p:custDataLst>
              <p:tags r:id="rId2"/>
            </p:custDataLst>
            <p:extLst>
              <p:ext uri="{D42A27DB-BD31-4B8C-83A1-F6EECF244321}">
                <p14:modId xmlns:p14="http://schemas.microsoft.com/office/powerpoint/2010/main" val="1907742911"/>
              </p:ext>
            </p:extLst>
          </p:nvPr>
        </p:nvGraphicFramePr>
        <p:xfrm>
          <a:off x="304800" y="1690688"/>
          <a:ext cx="11582400" cy="4617720"/>
        </p:xfrm>
        <a:graphic>
          <a:graphicData uri="http://schemas.openxmlformats.org/drawingml/2006/table">
            <a:tbl>
              <a:tblPr firstRow="1" bandRow="1">
                <a:tableStyleId>{F5AB1C69-6EDB-4FF4-983F-18BD219EF322}</a:tableStyleId>
              </a:tblPr>
              <a:tblGrid>
                <a:gridCol w="2230877">
                  <a:extLst>
                    <a:ext uri="{9D8B030D-6E8A-4147-A177-3AD203B41FA5}">
                      <a16:colId xmlns:a16="http://schemas.microsoft.com/office/drawing/2014/main" val="3611636286"/>
                    </a:ext>
                  </a:extLst>
                </a:gridCol>
                <a:gridCol w="9351523">
                  <a:extLst>
                    <a:ext uri="{9D8B030D-6E8A-4147-A177-3AD203B41FA5}">
                      <a16:colId xmlns:a16="http://schemas.microsoft.com/office/drawing/2014/main"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900" kern="1200" dirty="0" err="1">
                          <a:solidFill>
                            <a:schemeClr val="tx1">
                              <a:lumMod val="50000"/>
                              <a:lumOff val="50000"/>
                            </a:schemeClr>
                          </a:solidFill>
                          <a:latin typeface="+mn-lt"/>
                          <a:ea typeface="+mn-ea"/>
                          <a:cs typeface="+mn-cs"/>
                        </a:rPr>
                        <a:t>Hazmat</a:t>
                      </a:r>
                      <a:endParaRPr lang="fr-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Indicate whether Yes or No the item is a Hazmat.</a:t>
                      </a:r>
                    </a:p>
                  </a:txBody>
                  <a:tcPr/>
                </a:tc>
                <a:extLst>
                  <a:ext uri="{0D108BD9-81ED-4DB2-BD59-A6C34878D82A}">
                    <a16:rowId xmlns:a16="http://schemas.microsoft.com/office/drawing/2014/main" val="262901116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900" kern="1200" dirty="0" err="1">
                          <a:solidFill>
                            <a:schemeClr val="tx1">
                              <a:lumMod val="50000"/>
                              <a:lumOff val="50000"/>
                            </a:schemeClr>
                          </a:solidFill>
                          <a:latin typeface="+mn-lt"/>
                          <a:ea typeface="+mn-ea"/>
                          <a:cs typeface="+mn-cs"/>
                        </a:rPr>
                        <a:t>Hazmat</a:t>
                      </a:r>
                      <a:r>
                        <a:rPr lang="fr-CA" sz="1900" kern="1200" dirty="0">
                          <a:solidFill>
                            <a:schemeClr val="tx1">
                              <a:lumMod val="50000"/>
                              <a:lumOff val="50000"/>
                            </a:schemeClr>
                          </a:solidFill>
                          <a:latin typeface="+mn-lt"/>
                          <a:ea typeface="+mn-ea"/>
                          <a:cs typeface="+mn-cs"/>
                        </a:rPr>
                        <a:t> ID</a:t>
                      </a:r>
                      <a:endParaRPr lang="en-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The hazardous material identification number for the contents of the package.</a:t>
                      </a:r>
                    </a:p>
                  </a:txBody>
                  <a:tcPr/>
                </a:tc>
                <a:extLst>
                  <a:ext uri="{0D108BD9-81ED-4DB2-BD59-A6C34878D82A}">
                    <a16:rowId xmlns:a16="http://schemas.microsoft.com/office/drawing/2014/main" val="1071974661"/>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Hazmat 500 kg Exemption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Indicate whether Yes or No the </a:t>
                      </a:r>
                      <a:r>
                        <a:rPr lang="en-CA" sz="1900" kern="1200" dirty="0">
                          <a:solidFill>
                            <a:schemeClr val="tx1">
                              <a:lumMod val="50000"/>
                              <a:lumOff val="50000"/>
                            </a:schemeClr>
                          </a:solidFill>
                          <a:latin typeface="+mn-lt"/>
                          <a:ea typeface="+mn-ea"/>
                          <a:cs typeface="+mn-cs"/>
                        </a:rPr>
                        <a:t>500 kg Exemption applies to the item. </a:t>
                      </a:r>
                      <a:endParaRPr lang="en-US" sz="19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232173227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Hazardous Material Class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hazardous material classification used for the Hazmat. E.g. </a:t>
                      </a:r>
                      <a:r>
                        <a:rPr lang="fr-FR" sz="2000" kern="1200" dirty="0">
                          <a:solidFill>
                            <a:schemeClr val="tx1">
                              <a:lumMod val="50000"/>
                              <a:lumOff val="50000"/>
                            </a:schemeClr>
                          </a:solidFill>
                          <a:latin typeface="+mn-lt"/>
                          <a:ea typeface="+mn-ea"/>
                          <a:cs typeface="+mn-cs"/>
                        </a:rPr>
                        <a:t>explosives, </a:t>
                      </a:r>
                      <a:r>
                        <a:rPr lang="fr-FR" sz="2000" kern="1200" dirty="0" err="1">
                          <a:solidFill>
                            <a:schemeClr val="tx1">
                              <a:lumMod val="50000"/>
                              <a:lumOff val="50000"/>
                            </a:schemeClr>
                          </a:solidFill>
                          <a:latin typeface="+mn-lt"/>
                          <a:ea typeface="+mn-ea"/>
                          <a:cs typeface="+mn-cs"/>
                        </a:rPr>
                        <a:t>gases</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flammable</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liquids</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flammable</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solids</a:t>
                      </a:r>
                      <a:r>
                        <a:rPr lang="fr-FR" sz="2000" kern="1200" dirty="0">
                          <a:solidFill>
                            <a:schemeClr val="tx1">
                              <a:lumMod val="50000"/>
                              <a:lumOff val="50000"/>
                            </a:schemeClr>
                          </a:solidFill>
                          <a:latin typeface="+mn-lt"/>
                          <a:ea typeface="+mn-ea"/>
                          <a:cs typeface="+mn-cs"/>
                        </a:rPr>
                        <a:t>, etc.</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23594587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Hazmat Cargo Air</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Yes indicates that the hazardous materials are all packed together in the same packaging. No indicates that the hazardous materials are not packed in the same packaging.</a:t>
                      </a:r>
                    </a:p>
                  </a:txBody>
                  <a:tcPr/>
                </a:tc>
                <a:extLst>
                  <a:ext uri="{0D108BD9-81ED-4DB2-BD59-A6C34878D82A}">
                    <a16:rowId xmlns:a16="http://schemas.microsoft.com/office/drawing/2014/main" val="192580041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Description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A description of the hazardous material.</a:t>
                      </a:r>
                    </a:p>
                  </a:txBody>
                  <a:tcPr/>
                </a:tc>
                <a:extLst>
                  <a:ext uri="{0D108BD9-81ED-4DB2-BD59-A6C34878D82A}">
                    <a16:rowId xmlns:a16="http://schemas.microsoft.com/office/drawing/2014/main" val="1338878100"/>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Shipping Name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hazardous material proper shipping name for this item. Refer to the </a:t>
                      </a:r>
                      <a:r>
                        <a:rPr lang="en-US" sz="2000" kern="1200" dirty="0">
                          <a:solidFill>
                            <a:schemeClr val="tx1">
                              <a:lumMod val="50000"/>
                              <a:lumOff val="50000"/>
                            </a:schemeClr>
                          </a:solidFill>
                          <a:latin typeface="+mn-lt"/>
                          <a:ea typeface="+mn-ea"/>
                          <a:cs typeface="+mn-cs"/>
                          <a:hlinkClick r:id="rId5" action="ppaction://hlinksldjump">
                            <a:extLst>
                              <a:ext uri="{A12FA001-AC4F-418D-AE19-62706E023703}">
                                <ahyp:hlinkClr xmlns:ahyp="http://schemas.microsoft.com/office/drawing/2018/hyperlinkcolor" val="tx"/>
                              </a:ext>
                            </a:extLst>
                          </a:hlinkClick>
                        </a:rPr>
                        <a:t>slide 25</a:t>
                      </a:r>
                      <a:r>
                        <a:rPr lang="en-US" sz="2000" kern="1200" dirty="0">
                          <a:solidFill>
                            <a:schemeClr val="tx1">
                              <a:lumMod val="50000"/>
                              <a:lumOff val="50000"/>
                            </a:schemeClr>
                          </a:solidFill>
                          <a:latin typeface="+mn-lt"/>
                          <a:ea typeface="+mn-ea"/>
                          <a:cs typeface="+mn-cs"/>
                        </a:rPr>
                        <a:t> for more details. </a:t>
                      </a:r>
                    </a:p>
                  </a:txBody>
                  <a:tcPr/>
                </a:tc>
                <a:extLst>
                  <a:ext uri="{0D108BD9-81ED-4DB2-BD59-A6C34878D82A}">
                    <a16:rowId xmlns:a16="http://schemas.microsoft.com/office/drawing/2014/main" val="697336624"/>
                  </a:ext>
                </a:extLst>
              </a:tr>
            </a:tbl>
          </a:graphicData>
        </a:graphic>
      </p:graphicFrame>
      <p:sp>
        <p:nvSpPr>
          <p:cNvPr id="7" name="Content Placeholder 2">
            <a:extLst>
              <a:ext uri="{FF2B5EF4-FFF2-40B4-BE49-F238E27FC236}">
                <a16:creationId xmlns:a16="http://schemas.microsoft.com/office/drawing/2014/main" id="{41711A73-D3A3-4695-BB4E-DBCEBDFB87F6}"/>
              </a:ext>
            </a:extLst>
          </p:cNvPr>
          <p:cNvSpPr>
            <a:spLocks noGrp="1"/>
          </p:cNvSpPr>
          <p:nvPr>
            <p:ph idx="1"/>
            <p:custDataLst>
              <p:tags r:id="rId3"/>
            </p:custDataLst>
          </p:nvPr>
        </p:nvSpPr>
        <p:spPr>
          <a:xfrm>
            <a:off x="838200" y="933905"/>
            <a:ext cx="10515600" cy="4990189"/>
          </a:xfrm>
        </p:spPr>
        <p:txBody>
          <a:bodyPr/>
          <a:lstStyle/>
          <a:p>
            <a:pPr marL="457200" indent="-457200" algn="just">
              <a:lnSpc>
                <a:spcPct val="150000"/>
              </a:lnSpc>
              <a:buFont typeface="+mj-lt"/>
              <a:buAutoNum type="arabicPeriod" startAt="7"/>
            </a:pPr>
            <a:r>
              <a:rPr lang="fr-CA" dirty="0"/>
              <a:t>(</a:t>
            </a:r>
            <a:r>
              <a:rPr lang="fr-CA" dirty="0" err="1"/>
              <a:t>Continued</a:t>
            </a:r>
            <a:r>
              <a:rPr lang="fr-CA" dirty="0"/>
              <a:t>)</a:t>
            </a:r>
            <a:endParaRPr lang="en-CA" sz="2400" dirty="0"/>
          </a:p>
          <a:p>
            <a:pPr algn="just">
              <a:lnSpc>
                <a:spcPct val="150000"/>
              </a:lnSpc>
            </a:pPr>
            <a:endParaRPr lang="en-CA" dirty="0"/>
          </a:p>
        </p:txBody>
      </p:sp>
    </p:spTree>
    <p:extLst>
      <p:ext uri="{BB962C8B-B14F-4D97-AF65-F5344CB8AC3E}">
        <p14:creationId xmlns:p14="http://schemas.microsoft.com/office/powerpoint/2010/main" val="21834330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00CA2-84F0-4E5A-AFE5-8D8827F798C7}"/>
              </a:ext>
            </a:extLst>
          </p:cNvPr>
          <p:cNvSpPr>
            <a:spLocks noGrp="1"/>
          </p:cNvSpPr>
          <p:nvPr>
            <p:ph type="title"/>
            <p:custDataLst>
              <p:tags r:id="rId1"/>
            </p:custDataLst>
          </p:nvPr>
        </p:nvSpPr>
        <p:spPr/>
        <p:txBody>
          <a:bodyPr/>
          <a:lstStyle/>
          <a:p>
            <a:r>
              <a:rPr lang="fr-CA" dirty="0"/>
              <a:t>Item (TMS)</a:t>
            </a:r>
            <a:endParaRPr lang="en-CA" dirty="0"/>
          </a:p>
        </p:txBody>
      </p:sp>
      <p:graphicFrame>
        <p:nvGraphicFramePr>
          <p:cNvPr id="6" name="Table 5">
            <a:extLst>
              <a:ext uri="{FF2B5EF4-FFF2-40B4-BE49-F238E27FC236}">
                <a16:creationId xmlns:a16="http://schemas.microsoft.com/office/drawing/2014/main" id="{FD836CE0-63A6-43DF-9F00-8BFF2AB8A5A7}"/>
              </a:ext>
            </a:extLst>
          </p:cNvPr>
          <p:cNvGraphicFramePr>
            <a:graphicFrameLocks noGrp="1"/>
          </p:cNvGraphicFramePr>
          <p:nvPr>
            <p:custDataLst>
              <p:tags r:id="rId2"/>
            </p:custDataLst>
            <p:extLst>
              <p:ext uri="{D42A27DB-BD31-4B8C-83A1-F6EECF244321}">
                <p14:modId xmlns:p14="http://schemas.microsoft.com/office/powerpoint/2010/main" val="2102584382"/>
              </p:ext>
            </p:extLst>
          </p:nvPr>
        </p:nvGraphicFramePr>
        <p:xfrm>
          <a:off x="304800" y="1690688"/>
          <a:ext cx="11582400" cy="4495800"/>
        </p:xfrm>
        <a:graphic>
          <a:graphicData uri="http://schemas.openxmlformats.org/drawingml/2006/table">
            <a:tbl>
              <a:tblPr firstRow="1" bandRow="1">
                <a:tableStyleId>{F5AB1C69-6EDB-4FF4-983F-18BD219EF322}</a:tableStyleId>
              </a:tblPr>
              <a:tblGrid>
                <a:gridCol w="2230877">
                  <a:extLst>
                    <a:ext uri="{9D8B030D-6E8A-4147-A177-3AD203B41FA5}">
                      <a16:colId xmlns:a16="http://schemas.microsoft.com/office/drawing/2014/main" val="3611636286"/>
                    </a:ext>
                  </a:extLst>
                </a:gridCol>
                <a:gridCol w="9351523">
                  <a:extLst>
                    <a:ext uri="{9D8B030D-6E8A-4147-A177-3AD203B41FA5}">
                      <a16:colId xmlns:a16="http://schemas.microsoft.com/office/drawing/2014/main"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Emergency Contact</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hazmat emergency contact (usually the company) name.</a:t>
                      </a:r>
                    </a:p>
                  </a:txBody>
                  <a:tcPr/>
                </a:tc>
                <a:extLst>
                  <a:ext uri="{0D108BD9-81ED-4DB2-BD59-A6C34878D82A}">
                    <a16:rowId xmlns:a16="http://schemas.microsoft.com/office/drawing/2014/main" val="292470631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Emergency Phone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hazmat emergency phone number.</a:t>
                      </a:r>
                    </a:p>
                  </a:txBody>
                  <a:tcPr/>
                </a:tc>
                <a:extLst>
                  <a:ext uri="{0D108BD9-81ED-4DB2-BD59-A6C34878D82A}">
                    <a16:rowId xmlns:a16="http://schemas.microsoft.com/office/drawing/2014/main" val="3993320737"/>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Excepted Quantity</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Small quantities of hazardous materials (typically samples) that may be shipped as an exemption to the regulations and just be marked with and Excepted Quantities Mark. Indicate whether Yes or No the </a:t>
                      </a:r>
                      <a:r>
                        <a:rPr lang="en-CA" sz="2000" kern="1200" dirty="0">
                          <a:solidFill>
                            <a:schemeClr val="tx1">
                              <a:lumMod val="50000"/>
                              <a:lumOff val="50000"/>
                            </a:schemeClr>
                          </a:solidFill>
                          <a:latin typeface="+mn-lt"/>
                          <a:ea typeface="+mn-ea"/>
                          <a:cs typeface="+mn-cs"/>
                        </a:rPr>
                        <a:t>Excepted Quantity rule applies to the item. </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52616952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Limited Quantity</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limited quantity is the maximum quantity per inner packaging or article for transporting dangerous goods as limited quantities. Indicate whether Yes or No the </a:t>
                      </a:r>
                      <a:r>
                        <a:rPr lang="en-CA" sz="2000" kern="1200" dirty="0">
                          <a:solidFill>
                            <a:schemeClr val="tx1">
                              <a:lumMod val="50000"/>
                              <a:lumOff val="50000"/>
                            </a:schemeClr>
                          </a:solidFill>
                          <a:latin typeface="+mn-lt"/>
                          <a:ea typeface="+mn-ea"/>
                          <a:cs typeface="+mn-cs"/>
                        </a:rPr>
                        <a:t>Limited Quantity applies to the item. </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315378781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Packing Group</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following options are available: 0 - No Packing Group Specified (default), 1 - Packing Group I, 2 - Packing Group II, and 3 - Packing Group III.</a:t>
                      </a:r>
                    </a:p>
                  </a:txBody>
                  <a:tcPr/>
                </a:tc>
                <a:extLst>
                  <a:ext uri="{0D108BD9-81ED-4DB2-BD59-A6C34878D82A}">
                    <a16:rowId xmlns:a16="http://schemas.microsoft.com/office/drawing/2014/main" val="1801836032"/>
                  </a:ext>
                </a:extLst>
              </a:tr>
            </a:tbl>
          </a:graphicData>
        </a:graphic>
      </p:graphicFrame>
      <p:sp>
        <p:nvSpPr>
          <p:cNvPr id="7" name="Content Placeholder 2">
            <a:extLst>
              <a:ext uri="{FF2B5EF4-FFF2-40B4-BE49-F238E27FC236}">
                <a16:creationId xmlns:a16="http://schemas.microsoft.com/office/drawing/2014/main" id="{41711A73-D3A3-4695-BB4E-DBCEBDFB87F6}"/>
              </a:ext>
            </a:extLst>
          </p:cNvPr>
          <p:cNvSpPr>
            <a:spLocks noGrp="1"/>
          </p:cNvSpPr>
          <p:nvPr>
            <p:ph idx="1"/>
            <p:custDataLst>
              <p:tags r:id="rId3"/>
            </p:custDataLst>
          </p:nvPr>
        </p:nvSpPr>
        <p:spPr>
          <a:xfrm>
            <a:off x="838200" y="933905"/>
            <a:ext cx="10515600" cy="4990189"/>
          </a:xfrm>
        </p:spPr>
        <p:txBody>
          <a:bodyPr/>
          <a:lstStyle/>
          <a:p>
            <a:pPr marL="457200" indent="-457200" algn="just">
              <a:lnSpc>
                <a:spcPct val="150000"/>
              </a:lnSpc>
              <a:buFont typeface="+mj-lt"/>
              <a:buAutoNum type="arabicPeriod" startAt="7"/>
            </a:pPr>
            <a:r>
              <a:rPr lang="fr-CA" dirty="0"/>
              <a:t>(</a:t>
            </a:r>
            <a:r>
              <a:rPr lang="fr-CA" dirty="0" err="1"/>
              <a:t>Continued</a:t>
            </a:r>
            <a:r>
              <a:rPr lang="fr-CA" dirty="0"/>
              <a:t>)</a:t>
            </a:r>
            <a:endParaRPr lang="en-CA" sz="2400" dirty="0"/>
          </a:p>
          <a:p>
            <a:pPr algn="just">
              <a:lnSpc>
                <a:spcPct val="150000"/>
              </a:lnSpc>
            </a:pPr>
            <a:endParaRPr lang="en-CA" dirty="0"/>
          </a:p>
        </p:txBody>
      </p:sp>
    </p:spTree>
    <p:extLst>
      <p:ext uri="{BB962C8B-B14F-4D97-AF65-F5344CB8AC3E}">
        <p14:creationId xmlns:p14="http://schemas.microsoft.com/office/powerpoint/2010/main" val="16377055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00CA2-84F0-4E5A-AFE5-8D8827F798C7}"/>
              </a:ext>
            </a:extLst>
          </p:cNvPr>
          <p:cNvSpPr>
            <a:spLocks noGrp="1"/>
          </p:cNvSpPr>
          <p:nvPr>
            <p:ph type="title"/>
            <p:custDataLst>
              <p:tags r:id="rId1"/>
            </p:custDataLst>
          </p:nvPr>
        </p:nvSpPr>
        <p:spPr/>
        <p:txBody>
          <a:bodyPr/>
          <a:lstStyle/>
          <a:p>
            <a:r>
              <a:rPr lang="fr-CA" dirty="0"/>
              <a:t>Item (TMS)</a:t>
            </a:r>
            <a:endParaRPr lang="en-CA" dirty="0"/>
          </a:p>
        </p:txBody>
      </p:sp>
      <p:graphicFrame>
        <p:nvGraphicFramePr>
          <p:cNvPr id="6" name="Table 5">
            <a:extLst>
              <a:ext uri="{FF2B5EF4-FFF2-40B4-BE49-F238E27FC236}">
                <a16:creationId xmlns:a16="http://schemas.microsoft.com/office/drawing/2014/main" id="{FD836CE0-63A6-43DF-9F00-8BFF2AB8A5A7}"/>
              </a:ext>
            </a:extLst>
          </p:cNvPr>
          <p:cNvGraphicFramePr>
            <a:graphicFrameLocks noGrp="1"/>
          </p:cNvGraphicFramePr>
          <p:nvPr>
            <p:custDataLst>
              <p:tags r:id="rId2"/>
            </p:custDataLst>
            <p:extLst>
              <p:ext uri="{D42A27DB-BD31-4B8C-83A1-F6EECF244321}">
                <p14:modId xmlns:p14="http://schemas.microsoft.com/office/powerpoint/2010/main" val="1613108011"/>
              </p:ext>
            </p:extLst>
          </p:nvPr>
        </p:nvGraphicFramePr>
        <p:xfrm>
          <a:off x="304800" y="1749054"/>
          <a:ext cx="11582400" cy="4373880"/>
        </p:xfrm>
        <a:graphic>
          <a:graphicData uri="http://schemas.openxmlformats.org/drawingml/2006/table">
            <a:tbl>
              <a:tblPr firstRow="1" bandRow="1">
                <a:tableStyleId>{F5AB1C69-6EDB-4FF4-983F-18BD219EF322}</a:tableStyleId>
              </a:tblPr>
              <a:tblGrid>
                <a:gridCol w="2230877">
                  <a:extLst>
                    <a:ext uri="{9D8B030D-6E8A-4147-A177-3AD203B41FA5}">
                      <a16:colId xmlns:a16="http://schemas.microsoft.com/office/drawing/2014/main" val="3611636286"/>
                    </a:ext>
                  </a:extLst>
                </a:gridCol>
                <a:gridCol w="9351523">
                  <a:extLst>
                    <a:ext uri="{9D8B030D-6E8A-4147-A177-3AD203B41FA5}">
                      <a16:colId xmlns:a16="http://schemas.microsoft.com/office/drawing/2014/main"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Regulation</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type of regulation to which the hazardous material is subject.</a:t>
                      </a:r>
                      <a:r>
                        <a:rPr lang="en-CA" sz="2000" kern="1200" dirty="0">
                          <a:solidFill>
                            <a:schemeClr val="tx1">
                              <a:lumMod val="50000"/>
                              <a:lumOff val="50000"/>
                            </a:schemeClr>
                          </a:solidFill>
                          <a:latin typeface="+mn-lt"/>
                          <a:ea typeface="+mn-ea"/>
                          <a:cs typeface="+mn-cs"/>
                        </a:rPr>
                        <a:t> </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28822832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Regulation Set</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Choose the appropriate regulation from the drop-down menu that applies to the item.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34377262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Reportable Quantity</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reportable quantities of a Hazmat is the amount of that substance that has to be released before the </a:t>
                      </a:r>
                      <a:r>
                        <a:rPr lang="en-CA" sz="2000" kern="1200" dirty="0">
                          <a:solidFill>
                            <a:schemeClr val="tx1">
                              <a:lumMod val="50000"/>
                              <a:lumOff val="50000"/>
                            </a:schemeClr>
                          </a:solidFill>
                          <a:latin typeface="+mn-lt"/>
                          <a:ea typeface="+mn-ea"/>
                          <a:cs typeface="+mn-cs"/>
                        </a:rPr>
                        <a:t>Environmental Protection </a:t>
                      </a:r>
                      <a:r>
                        <a:rPr lang="en-CA" sz="2000" kern="1200" dirty="0" err="1">
                          <a:solidFill>
                            <a:schemeClr val="tx1">
                              <a:lumMod val="50000"/>
                              <a:lumOff val="50000"/>
                            </a:schemeClr>
                          </a:solidFill>
                          <a:latin typeface="+mn-lt"/>
                          <a:ea typeface="+mn-ea"/>
                          <a:cs typeface="+mn-cs"/>
                        </a:rPr>
                        <a:t>Agence</a:t>
                      </a:r>
                      <a:r>
                        <a:rPr lang="en-US" sz="2000" kern="1200" dirty="0">
                          <a:solidFill>
                            <a:schemeClr val="tx1">
                              <a:lumMod val="50000"/>
                              <a:lumOff val="50000"/>
                            </a:schemeClr>
                          </a:solidFill>
                          <a:latin typeface="+mn-lt"/>
                          <a:ea typeface="+mn-ea"/>
                          <a:cs typeface="+mn-cs"/>
                        </a:rPr>
                        <a:t> requires notification to go to the National Response Center. These quantities are based on volume. Indicate whether Yes or No </a:t>
                      </a:r>
                      <a:r>
                        <a:rPr lang="fr-CA" sz="2000" kern="1200" dirty="0" err="1">
                          <a:solidFill>
                            <a:schemeClr val="tx1">
                              <a:lumMod val="50000"/>
                              <a:lumOff val="50000"/>
                            </a:schemeClr>
                          </a:solidFill>
                          <a:latin typeface="+mn-lt"/>
                          <a:ea typeface="+mn-ea"/>
                          <a:cs typeface="+mn-cs"/>
                        </a:rPr>
                        <a:t>this</a:t>
                      </a:r>
                      <a:r>
                        <a:rPr lang="fr-CA" sz="2000" kern="1200" dirty="0">
                          <a:solidFill>
                            <a:schemeClr val="tx1">
                              <a:lumMod val="50000"/>
                              <a:lumOff val="50000"/>
                            </a:schemeClr>
                          </a:solidFill>
                          <a:latin typeface="+mn-lt"/>
                          <a:ea typeface="+mn-ea"/>
                          <a:cs typeface="+mn-cs"/>
                        </a:rPr>
                        <a:t> </a:t>
                      </a:r>
                      <a:r>
                        <a:rPr lang="en-CA" sz="2000" kern="1200" dirty="0">
                          <a:solidFill>
                            <a:schemeClr val="tx1">
                              <a:lumMod val="50000"/>
                              <a:lumOff val="50000"/>
                            </a:schemeClr>
                          </a:solidFill>
                          <a:latin typeface="+mn-lt"/>
                          <a:ea typeface="+mn-ea"/>
                          <a:cs typeface="+mn-cs"/>
                        </a:rPr>
                        <a:t>applies to the item. </a:t>
                      </a:r>
                    </a:p>
                  </a:txBody>
                  <a:tcPr/>
                </a:tc>
                <a:extLst>
                  <a:ext uri="{0D108BD9-81ED-4DB2-BD59-A6C34878D82A}">
                    <a16:rowId xmlns:a16="http://schemas.microsoft.com/office/drawing/2014/main" val="321313546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Quantity</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Indicates the net quantity of the hazardous materials shipment being shipped.</a:t>
                      </a:r>
                    </a:p>
                  </a:txBody>
                  <a:tcPr anchor="ctr"/>
                </a:tc>
                <a:extLst>
                  <a:ext uri="{0D108BD9-81ED-4DB2-BD59-A6C34878D82A}">
                    <a16:rowId xmlns:a16="http://schemas.microsoft.com/office/drawing/2014/main" val="1721305308"/>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UOM</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unit of measure associated with the hazardous material quantity specified.</a:t>
                      </a:r>
                    </a:p>
                  </a:txBody>
                  <a:tcPr anchor="ctr"/>
                </a:tc>
                <a:extLst>
                  <a:ext uri="{0D108BD9-81ED-4DB2-BD59-A6C34878D82A}">
                    <a16:rowId xmlns:a16="http://schemas.microsoft.com/office/drawing/2014/main" val="300683369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MSDS</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2000" kern="1200" dirty="0">
                          <a:solidFill>
                            <a:schemeClr val="tx1">
                              <a:lumMod val="50000"/>
                              <a:lumOff val="50000"/>
                            </a:schemeClr>
                          </a:solidFill>
                          <a:latin typeface="+mn-lt"/>
                          <a:ea typeface="+mn-ea"/>
                          <a:cs typeface="+mn-cs"/>
                        </a:rPr>
                        <a:t>The identifier of the </a:t>
                      </a:r>
                      <a:r>
                        <a:rPr lang="en-CA" sz="2000" kern="1200" dirty="0">
                          <a:solidFill>
                            <a:schemeClr val="tx1">
                              <a:lumMod val="50000"/>
                              <a:lumOff val="50000"/>
                            </a:schemeClr>
                          </a:solidFill>
                          <a:latin typeface="+mn-lt"/>
                          <a:ea typeface="+mn-ea"/>
                          <a:cs typeface="+mn-cs"/>
                        </a:rPr>
                        <a:t>Material Safety Data Sheet associated to the item. </a:t>
                      </a:r>
                    </a:p>
                  </a:txBody>
                  <a:tcPr anchor="ctr"/>
                </a:tc>
                <a:extLst>
                  <a:ext uri="{0D108BD9-81ED-4DB2-BD59-A6C34878D82A}">
                    <a16:rowId xmlns:a16="http://schemas.microsoft.com/office/drawing/2014/main" val="22758140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NFPA H-F-R-S/N</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2000" kern="1200" dirty="0">
                          <a:solidFill>
                            <a:schemeClr val="tx1">
                              <a:lumMod val="50000"/>
                              <a:lumOff val="50000"/>
                            </a:schemeClr>
                          </a:solidFill>
                          <a:latin typeface="+mn-lt"/>
                          <a:ea typeface="+mn-ea"/>
                          <a:cs typeface="+mn-cs"/>
                        </a:rPr>
                        <a:t>The </a:t>
                      </a:r>
                      <a:r>
                        <a:rPr lang="en-CA" sz="2000" kern="1200" dirty="0">
                          <a:solidFill>
                            <a:schemeClr val="tx1">
                              <a:lumMod val="50000"/>
                              <a:lumOff val="50000"/>
                            </a:schemeClr>
                          </a:solidFill>
                          <a:latin typeface="+mn-lt"/>
                          <a:ea typeface="+mn-ea"/>
                          <a:cs typeface="+mn-cs"/>
                        </a:rPr>
                        <a:t>NFPA number associated to the item. </a:t>
                      </a:r>
                    </a:p>
                  </a:txBody>
                  <a:tcPr anchor="ctr"/>
                </a:tc>
                <a:extLst>
                  <a:ext uri="{0D108BD9-81ED-4DB2-BD59-A6C34878D82A}">
                    <a16:rowId xmlns:a16="http://schemas.microsoft.com/office/drawing/2014/main" val="817661281"/>
                  </a:ext>
                </a:extLst>
              </a:tr>
            </a:tbl>
          </a:graphicData>
        </a:graphic>
      </p:graphicFrame>
      <p:sp>
        <p:nvSpPr>
          <p:cNvPr id="7" name="Content Placeholder 2">
            <a:extLst>
              <a:ext uri="{FF2B5EF4-FFF2-40B4-BE49-F238E27FC236}">
                <a16:creationId xmlns:a16="http://schemas.microsoft.com/office/drawing/2014/main" id="{41711A73-D3A3-4695-BB4E-DBCEBDFB87F6}"/>
              </a:ext>
            </a:extLst>
          </p:cNvPr>
          <p:cNvSpPr>
            <a:spLocks noGrp="1"/>
          </p:cNvSpPr>
          <p:nvPr>
            <p:ph idx="1"/>
            <p:custDataLst>
              <p:tags r:id="rId3"/>
            </p:custDataLst>
          </p:nvPr>
        </p:nvSpPr>
        <p:spPr>
          <a:xfrm>
            <a:off x="838200" y="933905"/>
            <a:ext cx="10515600" cy="4990189"/>
          </a:xfrm>
        </p:spPr>
        <p:txBody>
          <a:bodyPr/>
          <a:lstStyle/>
          <a:p>
            <a:pPr marL="457200" indent="-457200" algn="just">
              <a:lnSpc>
                <a:spcPct val="150000"/>
              </a:lnSpc>
              <a:buFont typeface="+mj-lt"/>
              <a:buAutoNum type="arabicPeriod" startAt="7"/>
            </a:pPr>
            <a:r>
              <a:rPr lang="fr-CA" dirty="0"/>
              <a:t>(</a:t>
            </a:r>
            <a:r>
              <a:rPr lang="fr-CA" dirty="0" err="1"/>
              <a:t>Continued</a:t>
            </a:r>
            <a:r>
              <a:rPr lang="fr-CA" dirty="0"/>
              <a:t>)</a:t>
            </a:r>
            <a:endParaRPr lang="en-CA" sz="2400" dirty="0"/>
          </a:p>
          <a:p>
            <a:pPr algn="just">
              <a:lnSpc>
                <a:spcPct val="150000"/>
              </a:lnSpc>
            </a:pPr>
            <a:endParaRPr lang="en-CA" dirty="0"/>
          </a:p>
        </p:txBody>
      </p:sp>
    </p:spTree>
    <p:extLst>
      <p:ext uri="{BB962C8B-B14F-4D97-AF65-F5344CB8AC3E}">
        <p14:creationId xmlns:p14="http://schemas.microsoft.com/office/powerpoint/2010/main" val="15774629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(TMS)</a:t>
            </a:r>
            <a:endParaRPr lang="en-CA" dirty="0"/>
          </a:p>
        </p:txBody>
      </p:sp>
      <p:sp>
        <p:nvSpPr>
          <p:cNvPr id="4" name="Content Placeholder 2">
            <a:extLst>
              <a:ext uri="{FF2B5EF4-FFF2-40B4-BE49-F238E27FC236}">
                <a16:creationId xmlns:a16="http://schemas.microsoft.com/office/drawing/2014/main" id="{D73DF70C-A971-4ABC-B0EC-BF457A93F4A7}"/>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8"/>
            </a:pPr>
            <a:r>
              <a:rPr lang="en-US" sz="2100" dirty="0"/>
              <a:t>Once all the required fields in the Hazmat section have been completed, click Submit.</a:t>
            </a:r>
          </a:p>
          <a:p>
            <a:pPr marL="457200" indent="-457200" algn="just">
              <a:lnSpc>
                <a:spcPct val="130000"/>
              </a:lnSpc>
              <a:buFont typeface="+mj-lt"/>
              <a:buAutoNum type="arabicPeriod" startAt="8"/>
            </a:pPr>
            <a:endParaRPr lang="en-US" sz="2100" dirty="0"/>
          </a:p>
          <a:p>
            <a:pPr marL="457200" indent="-457200" algn="just">
              <a:lnSpc>
                <a:spcPct val="130000"/>
              </a:lnSpc>
              <a:buFont typeface="+mj-lt"/>
              <a:buAutoNum type="arabicPeriod" startAt="8"/>
            </a:pPr>
            <a:endParaRPr lang="en-US" sz="2100" dirty="0"/>
          </a:p>
          <a:p>
            <a:pPr marL="457200" indent="-457200" algn="just">
              <a:lnSpc>
                <a:spcPct val="130000"/>
              </a:lnSpc>
              <a:buFont typeface="+mj-lt"/>
              <a:buAutoNum type="arabicPeriod" startAt="8"/>
            </a:pPr>
            <a:endParaRPr lang="en-US" sz="2100" dirty="0"/>
          </a:p>
          <a:p>
            <a:pPr marL="457200" indent="-457200" algn="just">
              <a:lnSpc>
                <a:spcPct val="130000"/>
              </a:lnSpc>
              <a:buFont typeface="+mj-lt"/>
              <a:buAutoNum type="arabicPeriod" startAt="8"/>
            </a:pPr>
            <a:endParaRPr lang="en-US" sz="2100" dirty="0"/>
          </a:p>
          <a:p>
            <a:pPr marL="0" indent="0" algn="just">
              <a:lnSpc>
                <a:spcPct val="130000"/>
              </a:lnSpc>
              <a:buNone/>
            </a:pPr>
            <a:endParaRPr lang="en-US" sz="1000" dirty="0"/>
          </a:p>
          <a:p>
            <a:pPr marL="457200" indent="-457200" algn="just">
              <a:lnSpc>
                <a:spcPct val="130000"/>
              </a:lnSpc>
              <a:buFont typeface="+mj-lt"/>
              <a:buAutoNum type="arabicPeriod" startAt="9"/>
            </a:pPr>
            <a:r>
              <a:rPr lang="en-US" sz="2100" dirty="0"/>
              <a:t>Click Close to exit the TMS Item resource.</a:t>
            </a:r>
            <a:endParaRPr lang="en-CA" sz="2100" dirty="0"/>
          </a:p>
          <a:p>
            <a:pPr marL="457200" indent="-457200" algn="just">
              <a:lnSpc>
                <a:spcPct val="130000"/>
              </a:lnSpc>
              <a:buFont typeface="+mj-lt"/>
              <a:buAutoNum type="arabicPeriod" startAt="9"/>
            </a:pPr>
            <a:endParaRPr lang="en-CA" sz="2100" dirty="0"/>
          </a:p>
        </p:txBody>
      </p:sp>
      <p:pic>
        <p:nvPicPr>
          <p:cNvPr id="5" name="Picture 4">
            <a:extLst>
              <a:ext uri="{FF2B5EF4-FFF2-40B4-BE49-F238E27FC236}">
                <a16:creationId xmlns:a16="http://schemas.microsoft.com/office/drawing/2014/main" id="{EE6972F7-BDCC-46B5-AF32-6D78EF719D2C}"/>
              </a:ext>
            </a:extLst>
          </p:cNvPr>
          <p:cNvPicPr>
            <a:picLocks noChangeAspect="1"/>
          </p:cNvPicPr>
          <p:nvPr>
            <p:custDataLst>
              <p:tags r:id="rId3"/>
            </p:custDataLst>
          </p:nvPr>
        </p:nvPicPr>
        <p:blipFill>
          <a:blip r:embed="rId6"/>
          <a:stretch>
            <a:fillRect/>
          </a:stretch>
        </p:blipFill>
        <p:spPr>
          <a:xfrm>
            <a:off x="401052" y="1951782"/>
            <a:ext cx="11389895" cy="2033052"/>
          </a:xfrm>
          <a:prstGeom prst="rect">
            <a:avLst/>
          </a:prstGeom>
        </p:spPr>
      </p:pic>
      <p:pic>
        <p:nvPicPr>
          <p:cNvPr id="9" name="Picture 8">
            <a:extLst>
              <a:ext uri="{FF2B5EF4-FFF2-40B4-BE49-F238E27FC236}">
                <a16:creationId xmlns:a16="http://schemas.microsoft.com/office/drawing/2014/main" id="{0C3D1E0C-45C3-4976-A15D-48F38E448297}"/>
              </a:ext>
            </a:extLst>
          </p:cNvPr>
          <p:cNvPicPr>
            <a:picLocks noChangeAspect="1"/>
          </p:cNvPicPr>
          <p:nvPr>
            <p:custDataLst>
              <p:tags r:id="rId4"/>
            </p:custDataLst>
          </p:nvPr>
        </p:nvPicPr>
        <p:blipFill>
          <a:blip r:embed="rId7"/>
          <a:stretch>
            <a:fillRect/>
          </a:stretch>
        </p:blipFill>
        <p:spPr>
          <a:xfrm>
            <a:off x="564204" y="4984538"/>
            <a:ext cx="11226743" cy="969045"/>
          </a:xfrm>
          <a:prstGeom prst="rect">
            <a:avLst/>
          </a:prstGeom>
        </p:spPr>
      </p:pic>
    </p:spTree>
    <p:extLst>
      <p:ext uri="{BB962C8B-B14F-4D97-AF65-F5344CB8AC3E}">
        <p14:creationId xmlns:p14="http://schemas.microsoft.com/office/powerpoint/2010/main" val="32076095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4"/>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3"/>
</p:tagLst>
</file>

<file path=ppt/tags/tag26.xml><?xml version="1.0" encoding="utf-8"?>
<p:tagLst xmlns:a="http://schemas.openxmlformats.org/drawingml/2006/main" xmlns:r="http://schemas.openxmlformats.org/officeDocument/2006/relationships" xmlns:p="http://schemas.openxmlformats.org/presentationml/2006/main">
  <p:tag name="NUM" val="1"/>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ags/tag28.xml><?xml version="1.0" encoding="utf-8"?>
<p:tagLst xmlns:a="http://schemas.openxmlformats.org/drawingml/2006/main" xmlns:r="http://schemas.openxmlformats.org/officeDocument/2006/relationships" xmlns:p="http://schemas.openxmlformats.org/presentationml/2006/main">
  <p:tag name="NUM" val="3"/>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4"/>
</p:tagLst>
</file>

<file path=ppt/tags/tag33.xml><?xml version="1.0" encoding="utf-8"?>
<p:tagLst xmlns:a="http://schemas.openxmlformats.org/drawingml/2006/main" xmlns:r="http://schemas.openxmlformats.org/officeDocument/2006/relationships" xmlns:p="http://schemas.openxmlformats.org/presentationml/2006/main">
  <p:tag name="NUM" val="5"/>
</p:tagLst>
</file>

<file path=ppt/tags/tag34.xml><?xml version="1.0" encoding="utf-8"?>
<p:tagLst xmlns:a="http://schemas.openxmlformats.org/drawingml/2006/main" xmlns:r="http://schemas.openxmlformats.org/officeDocument/2006/relationships" xmlns:p="http://schemas.openxmlformats.org/presentationml/2006/main">
  <p:tag name="NUM" val="6"/>
</p:tagLst>
</file>

<file path=ppt/tags/tag35.xml><?xml version="1.0" encoding="utf-8"?>
<p:tagLst xmlns:a="http://schemas.openxmlformats.org/drawingml/2006/main" xmlns:r="http://schemas.openxmlformats.org/officeDocument/2006/relationships" xmlns:p="http://schemas.openxmlformats.org/presentationml/2006/main">
  <p:tag name="NUM" val="7"/>
</p:tagLst>
</file>

<file path=ppt/tags/tag36.xml><?xml version="1.0" encoding="utf-8"?>
<p:tagLst xmlns:a="http://schemas.openxmlformats.org/drawingml/2006/main" xmlns:r="http://schemas.openxmlformats.org/officeDocument/2006/relationships" xmlns:p="http://schemas.openxmlformats.org/presentationml/2006/main">
  <p:tag name="NUM" val="8"/>
</p:tagLst>
</file>

<file path=ppt/tags/tag37.xml><?xml version="1.0" encoding="utf-8"?>
<p:tagLst xmlns:a="http://schemas.openxmlformats.org/drawingml/2006/main" xmlns:r="http://schemas.openxmlformats.org/officeDocument/2006/relationships" xmlns:p="http://schemas.openxmlformats.org/presentationml/2006/main">
  <p:tag name="NUM" val="9"/>
</p:tagLst>
</file>

<file path=ppt/tags/tag38.xml><?xml version="1.0" encoding="utf-8"?>
<p:tagLst xmlns:a="http://schemas.openxmlformats.org/drawingml/2006/main" xmlns:r="http://schemas.openxmlformats.org/officeDocument/2006/relationships" xmlns:p="http://schemas.openxmlformats.org/presentationml/2006/main">
  <p:tag name="NUM" val="10"/>
</p:tagLst>
</file>

<file path=ppt/tags/tag39.xml><?xml version="1.0" encoding="utf-8"?>
<p:tagLst xmlns:a="http://schemas.openxmlformats.org/drawingml/2006/main" xmlns:r="http://schemas.openxmlformats.org/officeDocument/2006/relationships" xmlns:p="http://schemas.openxmlformats.org/presentationml/2006/main">
  <p:tag name="NUM" val="1"/>
</p:tagLst>
</file>

<file path=ppt/tags/tag40.xml><?xml version="1.0" encoding="utf-8"?>
<p:tagLst xmlns:a="http://schemas.openxmlformats.org/drawingml/2006/main" xmlns:r="http://schemas.openxmlformats.org/officeDocument/2006/relationships" xmlns:p="http://schemas.openxmlformats.org/presentationml/2006/main">
  <p:tag name="NUM" val="2"/>
</p:tagLst>
</file>

<file path=ppt/tags/tag41.xml><?xml version="1.0" encoding="utf-8"?>
<p:tagLst xmlns:a="http://schemas.openxmlformats.org/drawingml/2006/main" xmlns:r="http://schemas.openxmlformats.org/officeDocument/2006/relationships" xmlns:p="http://schemas.openxmlformats.org/presentationml/2006/main">
  <p:tag name="NUM" val="3"/>
</p:tagLst>
</file>

<file path=ppt/tags/tag42.xml><?xml version="1.0" encoding="utf-8"?>
<p:tagLst xmlns:a="http://schemas.openxmlformats.org/drawingml/2006/main" xmlns:r="http://schemas.openxmlformats.org/officeDocument/2006/relationships" xmlns:p="http://schemas.openxmlformats.org/presentationml/2006/main">
  <p:tag name="NUM" val="1"/>
</p:tagLst>
</file>

<file path=ppt/tags/tag43.xml><?xml version="1.0" encoding="utf-8"?>
<p:tagLst xmlns:a="http://schemas.openxmlformats.org/drawingml/2006/main" xmlns:r="http://schemas.openxmlformats.org/officeDocument/2006/relationships" xmlns:p="http://schemas.openxmlformats.org/presentationml/2006/main">
  <p:tag name="NUM" val="2"/>
</p:tagLst>
</file>

<file path=ppt/tags/tag44.xml><?xml version="1.0" encoding="utf-8"?>
<p:tagLst xmlns:a="http://schemas.openxmlformats.org/drawingml/2006/main" xmlns:r="http://schemas.openxmlformats.org/officeDocument/2006/relationships" xmlns:p="http://schemas.openxmlformats.org/presentationml/2006/main">
  <p:tag name="NUM" val="3"/>
</p:tagLst>
</file>

<file path=ppt/tags/tag45.xml><?xml version="1.0" encoding="utf-8"?>
<p:tagLst xmlns:a="http://schemas.openxmlformats.org/drawingml/2006/main" xmlns:r="http://schemas.openxmlformats.org/officeDocument/2006/relationships" xmlns:p="http://schemas.openxmlformats.org/presentationml/2006/main">
  <p:tag name="NUM" val="1"/>
</p:tagLst>
</file>

<file path=ppt/tags/tag46.xml><?xml version="1.0" encoding="utf-8"?>
<p:tagLst xmlns:a="http://schemas.openxmlformats.org/drawingml/2006/main" xmlns:r="http://schemas.openxmlformats.org/officeDocument/2006/relationships" xmlns:p="http://schemas.openxmlformats.org/presentationml/2006/main">
  <p:tag name="NUM" val="2"/>
</p:tagLst>
</file>

<file path=ppt/tags/tag47.xml><?xml version="1.0" encoding="utf-8"?>
<p:tagLst xmlns:a="http://schemas.openxmlformats.org/drawingml/2006/main" xmlns:r="http://schemas.openxmlformats.org/officeDocument/2006/relationships" xmlns:p="http://schemas.openxmlformats.org/presentationml/2006/main">
  <p:tag name="NUM" val="3"/>
</p:tagLst>
</file>

<file path=ppt/tags/tag48.xml><?xml version="1.0" encoding="utf-8"?>
<p:tagLst xmlns:a="http://schemas.openxmlformats.org/drawingml/2006/main" xmlns:r="http://schemas.openxmlformats.org/officeDocument/2006/relationships" xmlns:p="http://schemas.openxmlformats.org/presentationml/2006/main">
  <p:tag name="NUM" val="1"/>
</p:tagLst>
</file>

<file path=ppt/tags/tag49.xml><?xml version="1.0" encoding="utf-8"?>
<p:tagLst xmlns:a="http://schemas.openxmlformats.org/drawingml/2006/main" xmlns:r="http://schemas.openxmlformats.org/officeDocument/2006/relationships" xmlns:p="http://schemas.openxmlformats.org/presentationml/2006/main">
  <p:tag name="NUM" val="2"/>
</p:tagLst>
</file>

<file path=ppt/tags/tag50.xml><?xml version="1.0" encoding="utf-8"?>
<p:tagLst xmlns:a="http://schemas.openxmlformats.org/drawingml/2006/main" xmlns:r="http://schemas.openxmlformats.org/officeDocument/2006/relationships" xmlns:p="http://schemas.openxmlformats.org/presentationml/2006/main">
  <p:tag name="NUM" val="3"/>
</p:tagLst>
</file>

<file path=ppt/tags/tag51.xml><?xml version="1.0" encoding="utf-8"?>
<p:tagLst xmlns:a="http://schemas.openxmlformats.org/drawingml/2006/main" xmlns:r="http://schemas.openxmlformats.org/officeDocument/2006/relationships" xmlns:p="http://schemas.openxmlformats.org/presentationml/2006/main">
  <p:tag name="NUM" val="1"/>
</p:tagLst>
</file>

<file path=ppt/tags/tag52.xml><?xml version="1.0" encoding="utf-8"?>
<p:tagLst xmlns:a="http://schemas.openxmlformats.org/drawingml/2006/main" xmlns:r="http://schemas.openxmlformats.org/officeDocument/2006/relationships" xmlns:p="http://schemas.openxmlformats.org/presentationml/2006/main">
  <p:tag name="NUM" val="2"/>
</p:tagLst>
</file>

<file path=ppt/tags/tag53.xml><?xml version="1.0" encoding="utf-8"?>
<p:tagLst xmlns:a="http://schemas.openxmlformats.org/drawingml/2006/main" xmlns:r="http://schemas.openxmlformats.org/officeDocument/2006/relationships" xmlns:p="http://schemas.openxmlformats.org/presentationml/2006/main">
  <p:tag name="NUM" val="3"/>
</p:tagLst>
</file>

<file path=ppt/tags/tag54.xml><?xml version="1.0" encoding="utf-8"?>
<p:tagLst xmlns:a="http://schemas.openxmlformats.org/drawingml/2006/main" xmlns:r="http://schemas.openxmlformats.org/officeDocument/2006/relationships" xmlns:p="http://schemas.openxmlformats.org/presentationml/2006/main">
  <p:tag name="NUM" val="4"/>
</p:tagLst>
</file>

<file path=ppt/tags/tag55.xml><?xml version="1.0" encoding="utf-8"?>
<p:tagLst xmlns:a="http://schemas.openxmlformats.org/drawingml/2006/main" xmlns:r="http://schemas.openxmlformats.org/officeDocument/2006/relationships" xmlns:p="http://schemas.openxmlformats.org/presentationml/2006/main">
  <p:tag name="NUM" val="5"/>
</p:tagLst>
</file>

<file path=ppt/tags/tag56.xml><?xml version="1.0" encoding="utf-8"?>
<p:tagLst xmlns:a="http://schemas.openxmlformats.org/drawingml/2006/main" xmlns:r="http://schemas.openxmlformats.org/officeDocument/2006/relationships" xmlns:p="http://schemas.openxmlformats.org/presentationml/2006/main">
  <p:tag name="NUM" val="1"/>
</p:tagLst>
</file>

<file path=ppt/tags/tag57.xml><?xml version="1.0" encoding="utf-8"?>
<p:tagLst xmlns:a="http://schemas.openxmlformats.org/drawingml/2006/main" xmlns:r="http://schemas.openxmlformats.org/officeDocument/2006/relationships" xmlns:p="http://schemas.openxmlformats.org/presentationml/2006/main">
  <p:tag name="NUM" val="2"/>
</p:tagLst>
</file>

<file path=ppt/tags/tag58.xml><?xml version="1.0" encoding="utf-8"?>
<p:tagLst xmlns:a="http://schemas.openxmlformats.org/drawingml/2006/main" xmlns:r="http://schemas.openxmlformats.org/officeDocument/2006/relationships" xmlns:p="http://schemas.openxmlformats.org/presentationml/2006/main">
  <p:tag name="NUM" val="3"/>
</p:tagLst>
</file>

<file path=ppt/tags/tag59.xml><?xml version="1.0" encoding="utf-8"?>
<p:tagLst xmlns:a="http://schemas.openxmlformats.org/drawingml/2006/main" xmlns:r="http://schemas.openxmlformats.org/officeDocument/2006/relationships" xmlns:p="http://schemas.openxmlformats.org/presentationml/2006/main">
  <p:tag name="NUM" val="4"/>
</p:tagLst>
</file>

<file path=ppt/tags/tag60.xml><?xml version="1.0" encoding="utf-8"?>
<p:tagLst xmlns:a="http://schemas.openxmlformats.org/drawingml/2006/main" xmlns:r="http://schemas.openxmlformats.org/officeDocument/2006/relationships" xmlns:p="http://schemas.openxmlformats.org/presentationml/2006/main">
  <p:tag name="NUM" val="5"/>
</p:tagLst>
</file>

<file path=ppt/tags/tag61.xml><?xml version="1.0" encoding="utf-8"?>
<p:tagLst xmlns:a="http://schemas.openxmlformats.org/drawingml/2006/main" xmlns:r="http://schemas.openxmlformats.org/officeDocument/2006/relationships" xmlns:p="http://schemas.openxmlformats.org/presentationml/2006/main">
  <p:tag name="NUM" val="6"/>
</p:tagLst>
</file>

<file path=ppt/tags/tag62.xml><?xml version="1.0" encoding="utf-8"?>
<p:tagLst xmlns:a="http://schemas.openxmlformats.org/drawingml/2006/main" xmlns:r="http://schemas.openxmlformats.org/officeDocument/2006/relationships" xmlns:p="http://schemas.openxmlformats.org/presentationml/2006/main">
  <p:tag name="NUM" val="7"/>
</p:tagLst>
</file>

<file path=ppt/tags/tag63.xml><?xml version="1.0" encoding="utf-8"?>
<p:tagLst xmlns:a="http://schemas.openxmlformats.org/drawingml/2006/main" xmlns:r="http://schemas.openxmlformats.org/officeDocument/2006/relationships" xmlns:p="http://schemas.openxmlformats.org/presentationml/2006/main">
  <p:tag name="NUM" val="8"/>
</p:tagLst>
</file>

<file path=ppt/tags/tag64.xml><?xml version="1.0" encoding="utf-8"?>
<p:tagLst xmlns:a="http://schemas.openxmlformats.org/drawingml/2006/main" xmlns:r="http://schemas.openxmlformats.org/officeDocument/2006/relationships" xmlns:p="http://schemas.openxmlformats.org/presentationml/2006/main">
  <p:tag name="NUM" val="9"/>
</p:tagLst>
</file>

<file path=ppt/tags/tag65.xml><?xml version="1.0" encoding="utf-8"?>
<p:tagLst xmlns:a="http://schemas.openxmlformats.org/drawingml/2006/main" xmlns:r="http://schemas.openxmlformats.org/officeDocument/2006/relationships" xmlns:p="http://schemas.openxmlformats.org/presentationml/2006/main">
  <p:tag name="NUM" val="1"/>
</p:tagLst>
</file>

<file path=ppt/tags/tag66.xml><?xml version="1.0" encoding="utf-8"?>
<p:tagLst xmlns:a="http://schemas.openxmlformats.org/drawingml/2006/main" xmlns:r="http://schemas.openxmlformats.org/officeDocument/2006/relationships" xmlns:p="http://schemas.openxmlformats.org/presentationml/2006/main">
  <p:tag name="NUM" val="2"/>
</p:tagLst>
</file>

<file path=ppt/tags/tag67.xml><?xml version="1.0" encoding="utf-8"?>
<p:tagLst xmlns:a="http://schemas.openxmlformats.org/drawingml/2006/main" xmlns:r="http://schemas.openxmlformats.org/officeDocument/2006/relationships" xmlns:p="http://schemas.openxmlformats.org/presentationml/2006/main">
  <p:tag name="NUM" val="3"/>
</p:tagLst>
</file>

<file path=ppt/tags/tag68.xml><?xml version="1.0" encoding="utf-8"?>
<p:tagLst xmlns:a="http://schemas.openxmlformats.org/drawingml/2006/main" xmlns:r="http://schemas.openxmlformats.org/officeDocument/2006/relationships" xmlns:p="http://schemas.openxmlformats.org/presentationml/2006/main">
  <p:tag name="NUM" val="1"/>
</p:tagLst>
</file>

<file path=ppt/tags/tag69.xml><?xml version="1.0" encoding="utf-8"?>
<p:tagLst xmlns:a="http://schemas.openxmlformats.org/drawingml/2006/main" xmlns:r="http://schemas.openxmlformats.org/officeDocument/2006/relationships" xmlns:p="http://schemas.openxmlformats.org/presentationml/2006/main">
  <p:tag name="NUM" val="2"/>
</p:tagLst>
</file>

<file path=ppt/tags/tag70.xml><?xml version="1.0" encoding="utf-8"?>
<p:tagLst xmlns:a="http://schemas.openxmlformats.org/drawingml/2006/main" xmlns:r="http://schemas.openxmlformats.org/officeDocument/2006/relationships" xmlns:p="http://schemas.openxmlformats.org/presentationml/2006/main">
  <p:tag name="NUM" val="3"/>
</p:tagLst>
</file>

<file path=ppt/tags/tag71.xml><?xml version="1.0" encoding="utf-8"?>
<p:tagLst xmlns:a="http://schemas.openxmlformats.org/drawingml/2006/main" xmlns:r="http://schemas.openxmlformats.org/officeDocument/2006/relationships" xmlns:p="http://schemas.openxmlformats.org/presentationml/2006/main">
  <p:tag name="NUM" val="4"/>
</p:tagLst>
</file>

<file path=ppt/tags/tag72.xml><?xml version="1.0" encoding="utf-8"?>
<p:tagLst xmlns:a="http://schemas.openxmlformats.org/drawingml/2006/main" xmlns:r="http://schemas.openxmlformats.org/officeDocument/2006/relationships" xmlns:p="http://schemas.openxmlformats.org/presentationml/2006/main">
  <p:tag name="NUM" val="5"/>
</p:tagLst>
</file>

<file path=ppt/tags/tag73.xml><?xml version="1.0" encoding="utf-8"?>
<p:tagLst xmlns:a="http://schemas.openxmlformats.org/drawingml/2006/main" xmlns:r="http://schemas.openxmlformats.org/officeDocument/2006/relationships" xmlns:p="http://schemas.openxmlformats.org/presentationml/2006/main">
  <p:tag name="NUM" val="6"/>
</p:tagLst>
</file>

<file path=ppt/tags/tag74.xml><?xml version="1.0" encoding="utf-8"?>
<p:tagLst xmlns:a="http://schemas.openxmlformats.org/drawingml/2006/main" xmlns:r="http://schemas.openxmlformats.org/officeDocument/2006/relationships" xmlns:p="http://schemas.openxmlformats.org/presentationml/2006/main">
  <p:tag name="NUM" val="7"/>
</p:tagLst>
</file>

<file path=ppt/tags/tag75.xml><?xml version="1.0" encoding="utf-8"?>
<p:tagLst xmlns:a="http://schemas.openxmlformats.org/drawingml/2006/main" xmlns:r="http://schemas.openxmlformats.org/officeDocument/2006/relationships" xmlns:p="http://schemas.openxmlformats.org/presentationml/2006/main">
  <p:tag name="NUM" val="8"/>
</p:tagLst>
</file>

<file path=ppt/tags/tag76.xml><?xml version="1.0" encoding="utf-8"?>
<p:tagLst xmlns:a="http://schemas.openxmlformats.org/drawingml/2006/main" xmlns:r="http://schemas.openxmlformats.org/officeDocument/2006/relationships" xmlns:p="http://schemas.openxmlformats.org/presentationml/2006/main">
  <p:tag name="NUM" val="9"/>
</p:tagLst>
</file>

<file path=ppt/tags/tag77.xml><?xml version="1.0" encoding="utf-8"?>
<p:tagLst xmlns:a="http://schemas.openxmlformats.org/drawingml/2006/main" xmlns:r="http://schemas.openxmlformats.org/officeDocument/2006/relationships" xmlns:p="http://schemas.openxmlformats.org/presentationml/2006/main">
  <p:tag name="NUM" val="1"/>
</p:tagLst>
</file>

<file path=ppt/tags/tag78.xml><?xml version="1.0" encoding="utf-8"?>
<p:tagLst xmlns:a="http://schemas.openxmlformats.org/drawingml/2006/main" xmlns:r="http://schemas.openxmlformats.org/officeDocument/2006/relationships" xmlns:p="http://schemas.openxmlformats.org/presentationml/2006/main">
  <p:tag name="NUM" val="2"/>
</p:tagLst>
</file>

<file path=ppt/tags/tag79.xml><?xml version="1.0" encoding="utf-8"?>
<p:tagLst xmlns:a="http://schemas.openxmlformats.org/drawingml/2006/main" xmlns:r="http://schemas.openxmlformats.org/officeDocument/2006/relationships" xmlns:p="http://schemas.openxmlformats.org/presentationml/2006/main">
  <p:tag name="NUM" val="3"/>
</p:tagLst>
</file>

<file path=ppt/tags/tag80.xml><?xml version="1.0" encoding="utf-8"?>
<p:tagLst xmlns:a="http://schemas.openxmlformats.org/drawingml/2006/main" xmlns:r="http://schemas.openxmlformats.org/officeDocument/2006/relationships" xmlns:p="http://schemas.openxmlformats.org/presentationml/2006/main">
  <p:tag name="NUM" val="1"/>
</p:tagLst>
</file>

<file path=ppt/tags/tag81.xml><?xml version="1.0" encoding="utf-8"?>
<p:tagLst xmlns:a="http://schemas.openxmlformats.org/drawingml/2006/main" xmlns:r="http://schemas.openxmlformats.org/officeDocument/2006/relationships" xmlns:p="http://schemas.openxmlformats.org/presentationml/2006/main">
  <p:tag name="NUM" val="2"/>
</p:tagLst>
</file>

<file path=ppt/tags/tag82.xml><?xml version="1.0" encoding="utf-8"?>
<p:tagLst xmlns:a="http://schemas.openxmlformats.org/drawingml/2006/main" xmlns:r="http://schemas.openxmlformats.org/officeDocument/2006/relationships" xmlns:p="http://schemas.openxmlformats.org/presentationml/2006/main">
  <p:tag name="NUM" val="3"/>
</p:tagLst>
</file>

<file path=ppt/tags/tag83.xml><?xml version="1.0" encoding="utf-8"?>
<p:tagLst xmlns:a="http://schemas.openxmlformats.org/drawingml/2006/main" xmlns:r="http://schemas.openxmlformats.org/officeDocument/2006/relationships" xmlns:p="http://schemas.openxmlformats.org/presentationml/2006/main">
  <p:tag name="NUM" val="1"/>
</p:tagLst>
</file>

<file path=ppt/tags/tag84.xml><?xml version="1.0" encoding="utf-8"?>
<p:tagLst xmlns:a="http://schemas.openxmlformats.org/drawingml/2006/main" xmlns:r="http://schemas.openxmlformats.org/officeDocument/2006/relationships" xmlns:p="http://schemas.openxmlformats.org/presentationml/2006/main">
  <p:tag name="NUM" val="2"/>
</p:tagLst>
</file>

<file path=ppt/tags/tag85.xml><?xml version="1.0" encoding="utf-8"?>
<p:tagLst xmlns:a="http://schemas.openxmlformats.org/drawingml/2006/main" xmlns:r="http://schemas.openxmlformats.org/officeDocument/2006/relationships" xmlns:p="http://schemas.openxmlformats.org/presentationml/2006/main">
  <p:tag name="NUM" val="3"/>
</p:tagLst>
</file>

<file path=ppt/tags/tag86.xml><?xml version="1.0" encoding="utf-8"?>
<p:tagLst xmlns:a="http://schemas.openxmlformats.org/drawingml/2006/main" xmlns:r="http://schemas.openxmlformats.org/officeDocument/2006/relationships" xmlns:p="http://schemas.openxmlformats.org/presentationml/2006/main">
  <p:tag name="NUM" val="4"/>
</p:tagLst>
</file>

<file path=ppt/tags/tag87.xml><?xml version="1.0" encoding="utf-8"?>
<p:tagLst xmlns:a="http://schemas.openxmlformats.org/drawingml/2006/main" xmlns:r="http://schemas.openxmlformats.org/officeDocument/2006/relationships" xmlns:p="http://schemas.openxmlformats.org/presentationml/2006/main">
  <p:tag name="NUM" val="5"/>
</p:tagLst>
</file>

<file path=ppt/tags/tag88.xml><?xml version="1.0" encoding="utf-8"?>
<p:tagLst xmlns:a="http://schemas.openxmlformats.org/drawingml/2006/main" xmlns:r="http://schemas.openxmlformats.org/officeDocument/2006/relationships" xmlns:p="http://schemas.openxmlformats.org/presentationml/2006/main">
  <p:tag name="NUM" val="6"/>
</p:tagLst>
</file>

<file path=ppt/tags/tag89.xml><?xml version="1.0" encoding="utf-8"?>
<p:tagLst xmlns:a="http://schemas.openxmlformats.org/drawingml/2006/main" xmlns:r="http://schemas.openxmlformats.org/officeDocument/2006/relationships" xmlns:p="http://schemas.openxmlformats.org/presentationml/2006/main">
  <p:tag name="NUM" val="7"/>
</p:tagLst>
</file>

<file path=ppt/tags/tag90.xml><?xml version="1.0" encoding="utf-8"?>
<p:tagLst xmlns:a="http://schemas.openxmlformats.org/drawingml/2006/main" xmlns:r="http://schemas.openxmlformats.org/officeDocument/2006/relationships" xmlns:p="http://schemas.openxmlformats.org/presentationml/2006/main">
  <p:tag name="NUM" val="8"/>
</p:tagLst>
</file>

<file path=ppt/tags/tag91.xml><?xml version="1.0" encoding="utf-8"?>
<p:tagLst xmlns:a="http://schemas.openxmlformats.org/drawingml/2006/main" xmlns:r="http://schemas.openxmlformats.org/officeDocument/2006/relationships" xmlns:p="http://schemas.openxmlformats.org/presentationml/2006/main">
  <p:tag name="NUM" val="9"/>
</p:tagLst>
</file>

<file path=ppt/tags/tag92.xml><?xml version="1.0" encoding="utf-8"?>
<p:tagLst xmlns:a="http://schemas.openxmlformats.org/drawingml/2006/main" xmlns:r="http://schemas.openxmlformats.org/officeDocument/2006/relationships" xmlns:p="http://schemas.openxmlformats.org/presentationml/2006/main">
  <p:tag name="NUM" val="1"/>
</p:tagLst>
</file>

<file path=ppt/tags/tag93.xml><?xml version="1.0" encoding="utf-8"?>
<p:tagLst xmlns:a="http://schemas.openxmlformats.org/drawingml/2006/main" xmlns:r="http://schemas.openxmlformats.org/officeDocument/2006/relationships" xmlns:p="http://schemas.openxmlformats.org/presentationml/2006/main">
  <p:tag name="NUM" val="2"/>
</p:tagLst>
</file>

<file path=ppt/tags/tag94.xml><?xml version="1.0" encoding="utf-8"?>
<p:tagLst xmlns:a="http://schemas.openxmlformats.org/drawingml/2006/main" xmlns:r="http://schemas.openxmlformats.org/officeDocument/2006/relationships" xmlns:p="http://schemas.openxmlformats.org/presentationml/2006/main">
  <p:tag name="NUM" val="3"/>
</p:tagLst>
</file>

<file path=ppt/tags/tag95.xml><?xml version="1.0" encoding="utf-8"?>
<p:tagLst xmlns:a="http://schemas.openxmlformats.org/drawingml/2006/main" xmlns:r="http://schemas.openxmlformats.org/officeDocument/2006/relationships" xmlns:p="http://schemas.openxmlformats.org/presentationml/2006/main">
  <p:tag name="NUM" val="1"/>
</p:tagLst>
</file>

<file path=ppt/tags/tag96.xml><?xml version="1.0" encoding="utf-8"?>
<p:tagLst xmlns:a="http://schemas.openxmlformats.org/drawingml/2006/main" xmlns:r="http://schemas.openxmlformats.org/officeDocument/2006/relationships" xmlns:p="http://schemas.openxmlformats.org/presentationml/2006/main">
  <p:tag name="NUM" val="2"/>
</p:tagLst>
</file>

<file path=ppt/tags/tag97.xml><?xml version="1.0" encoding="utf-8"?>
<p:tagLst xmlns:a="http://schemas.openxmlformats.org/drawingml/2006/main" xmlns:r="http://schemas.openxmlformats.org/officeDocument/2006/relationships" xmlns:p="http://schemas.openxmlformats.org/presentationml/2006/main">
  <p:tag name="NUM" val="3"/>
</p:tagLst>
</file>

<file path=ppt/tags/tag98.xml><?xml version="1.0" encoding="utf-8"?>
<p:tagLst xmlns:a="http://schemas.openxmlformats.org/drawingml/2006/main" xmlns:r="http://schemas.openxmlformats.org/officeDocument/2006/relationships" xmlns:p="http://schemas.openxmlformats.org/presentationml/2006/main">
  <p:tag name="NUM" val="4"/>
</p:tagLst>
</file>

<file path=ppt/tags/tag99.xml><?xml version="1.0" encoding="utf-8"?>
<p:tagLst xmlns:a="http://schemas.openxmlformats.org/drawingml/2006/main" xmlns:r="http://schemas.openxmlformats.org/officeDocument/2006/relationships" xmlns:p="http://schemas.openxmlformats.org/presentationml/2006/main">
  <p:tag name="NUM" val="5"/>
</p:tagLst>
</file>

<file path=ppt/tags/tag100.xml><?xml version="1.0" encoding="utf-8"?>
<p:tagLst xmlns:a="http://schemas.openxmlformats.org/drawingml/2006/main" xmlns:r="http://schemas.openxmlformats.org/officeDocument/2006/relationships" xmlns:p="http://schemas.openxmlformats.org/presentationml/2006/main">
  <p:tag name="NUM" val="6"/>
</p:tagLst>
</file>

<file path=ppt/tags/tag101.xml><?xml version="1.0" encoding="utf-8"?>
<p:tagLst xmlns:a="http://schemas.openxmlformats.org/drawingml/2006/main" xmlns:r="http://schemas.openxmlformats.org/officeDocument/2006/relationships" xmlns:p="http://schemas.openxmlformats.org/presentationml/2006/main">
  <p:tag name="NUM" val="1"/>
</p:tagLst>
</file>

<file path=ppt/tags/tag102.xml><?xml version="1.0" encoding="utf-8"?>
<p:tagLst xmlns:a="http://schemas.openxmlformats.org/drawingml/2006/main" xmlns:r="http://schemas.openxmlformats.org/officeDocument/2006/relationships" xmlns:p="http://schemas.openxmlformats.org/presentationml/2006/main">
  <p:tag name="NUM" val="2"/>
</p:tagLst>
</file>

<file path=ppt/tags/tag103.xml><?xml version="1.0" encoding="utf-8"?>
<p:tagLst xmlns:a="http://schemas.openxmlformats.org/drawingml/2006/main" xmlns:r="http://schemas.openxmlformats.org/officeDocument/2006/relationships" xmlns:p="http://schemas.openxmlformats.org/presentationml/2006/main">
  <p:tag name="NUM" val="3"/>
</p:tagLst>
</file>

<file path=ppt/tags/tag104.xml><?xml version="1.0" encoding="utf-8"?>
<p:tagLst xmlns:a="http://schemas.openxmlformats.org/drawingml/2006/main" xmlns:r="http://schemas.openxmlformats.org/officeDocument/2006/relationships" xmlns:p="http://schemas.openxmlformats.org/presentationml/2006/main">
  <p:tag name="NUM" val="4"/>
</p:tagLst>
</file>

<file path=ppt/tags/tag105.xml><?xml version="1.0" encoding="utf-8"?>
<p:tagLst xmlns:a="http://schemas.openxmlformats.org/drawingml/2006/main" xmlns:r="http://schemas.openxmlformats.org/officeDocument/2006/relationships" xmlns:p="http://schemas.openxmlformats.org/presentationml/2006/main">
  <p:tag name="NUM" val="1"/>
</p:tagLst>
</file>

<file path=ppt/tags/tag106.xml><?xml version="1.0" encoding="utf-8"?>
<p:tagLst xmlns:a="http://schemas.openxmlformats.org/drawingml/2006/main" xmlns:r="http://schemas.openxmlformats.org/officeDocument/2006/relationships" xmlns:p="http://schemas.openxmlformats.org/presentationml/2006/main">
  <p:tag name="NUM" val="2"/>
</p:tagLst>
</file>

<file path=ppt/tags/tag107.xml><?xml version="1.0" encoding="utf-8"?>
<p:tagLst xmlns:a="http://schemas.openxmlformats.org/drawingml/2006/main" xmlns:r="http://schemas.openxmlformats.org/officeDocument/2006/relationships" xmlns:p="http://schemas.openxmlformats.org/presentationml/2006/main">
  <p:tag name="NUM" val="3"/>
</p:tagLst>
</file>

<file path=ppt/tags/tag108.xml><?xml version="1.0" encoding="utf-8"?>
<p:tagLst xmlns:a="http://schemas.openxmlformats.org/drawingml/2006/main" xmlns:r="http://schemas.openxmlformats.org/officeDocument/2006/relationships" xmlns:p="http://schemas.openxmlformats.org/presentationml/2006/main">
  <p:tag name="NUM" val="4"/>
</p:tagLst>
</file>

<file path=ppt/tags/tag109.xml><?xml version="1.0" encoding="utf-8"?>
<p:tagLst xmlns:a="http://schemas.openxmlformats.org/drawingml/2006/main" xmlns:r="http://schemas.openxmlformats.org/officeDocument/2006/relationships" xmlns:p="http://schemas.openxmlformats.org/presentationml/2006/main">
  <p:tag name="NUM" val="1"/>
</p:tagLst>
</file>

<file path=ppt/tags/tag110.xml><?xml version="1.0" encoding="utf-8"?>
<p:tagLst xmlns:a="http://schemas.openxmlformats.org/drawingml/2006/main" xmlns:r="http://schemas.openxmlformats.org/officeDocument/2006/relationships" xmlns:p="http://schemas.openxmlformats.org/presentationml/2006/main">
  <p:tag name="NUM" val="1"/>
</p:tagLst>
</file>

<file path=ppt/tags/tag111.xml><?xml version="1.0" encoding="utf-8"?>
<p:tagLst xmlns:a="http://schemas.openxmlformats.org/drawingml/2006/main" xmlns:r="http://schemas.openxmlformats.org/officeDocument/2006/relationships" xmlns:p="http://schemas.openxmlformats.org/presentationml/2006/main">
  <p:tag name="NUM" val="2"/>
</p:tagLst>
</file>

<file path=ppt/tags/tag112.xml><?xml version="1.0" encoding="utf-8"?>
<p:tagLst xmlns:a="http://schemas.openxmlformats.org/drawingml/2006/main" xmlns:r="http://schemas.openxmlformats.org/officeDocument/2006/relationships" xmlns:p="http://schemas.openxmlformats.org/presentationml/2006/main">
  <p:tag name="NUM" val="1"/>
</p:tagLst>
</file>

<file path=ppt/tags/tag113.xml><?xml version="1.0" encoding="utf-8"?>
<p:tagLst xmlns:a="http://schemas.openxmlformats.org/drawingml/2006/main" xmlns:r="http://schemas.openxmlformats.org/officeDocument/2006/relationships" xmlns:p="http://schemas.openxmlformats.org/presentationml/2006/main">
  <p:tag name="NUM" val="2"/>
</p:tagLst>
</file>

<file path=ppt/tags/tag114.xml><?xml version="1.0" encoding="utf-8"?>
<p:tagLst xmlns:a="http://schemas.openxmlformats.org/drawingml/2006/main" xmlns:r="http://schemas.openxmlformats.org/officeDocument/2006/relationships" xmlns:p="http://schemas.openxmlformats.org/presentationml/2006/main">
  <p:tag name="NUM" val="3"/>
</p:tagLst>
</file>

<file path=ppt/tags/tag115.xml><?xml version="1.0" encoding="utf-8"?>
<p:tagLst xmlns:a="http://schemas.openxmlformats.org/drawingml/2006/main" xmlns:r="http://schemas.openxmlformats.org/officeDocument/2006/relationships" xmlns:p="http://schemas.openxmlformats.org/presentationml/2006/main">
  <p:tag name="NUM" val="1"/>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3"/>
</p:tagLst>
</file>

<file path=ppt/tags/tag118.xml><?xml version="1.0" encoding="utf-8"?>
<p:tagLst xmlns:a="http://schemas.openxmlformats.org/drawingml/2006/main" xmlns:r="http://schemas.openxmlformats.org/officeDocument/2006/relationships" xmlns:p="http://schemas.openxmlformats.org/presentationml/2006/main">
  <p:tag name="NUM" val="1"/>
</p:tagLst>
</file>

<file path=ppt/tags/tag119.xml><?xml version="1.0" encoding="utf-8"?>
<p:tagLst xmlns:a="http://schemas.openxmlformats.org/drawingml/2006/main" xmlns:r="http://schemas.openxmlformats.org/officeDocument/2006/relationships" xmlns:p="http://schemas.openxmlformats.org/presentationml/2006/main">
  <p:tag name="NUM" val="2"/>
</p:tagLst>
</file>

<file path=ppt/tags/tag120.xml><?xml version="1.0" encoding="utf-8"?>
<p:tagLst xmlns:a="http://schemas.openxmlformats.org/drawingml/2006/main" xmlns:r="http://schemas.openxmlformats.org/officeDocument/2006/relationships" xmlns:p="http://schemas.openxmlformats.org/presentationml/2006/main">
  <p:tag name="NUM" val="3"/>
</p:tagLst>
</file>

<file path=ppt/tags/tag121.xml><?xml version="1.0" encoding="utf-8"?>
<p:tagLst xmlns:a="http://schemas.openxmlformats.org/drawingml/2006/main" xmlns:r="http://schemas.openxmlformats.org/officeDocument/2006/relationships" xmlns:p="http://schemas.openxmlformats.org/presentationml/2006/main">
  <p:tag name="NUM" val="4"/>
</p:tagLst>
</file>

<file path=ppt/tags/tag122.xml><?xml version="1.0" encoding="utf-8"?>
<p:tagLst xmlns:a="http://schemas.openxmlformats.org/drawingml/2006/main" xmlns:r="http://schemas.openxmlformats.org/officeDocument/2006/relationships" xmlns:p="http://schemas.openxmlformats.org/presentationml/2006/main">
  <p:tag name="NUM" val="1"/>
</p:tagLst>
</file>

<file path=ppt/tags/tag123.xml><?xml version="1.0" encoding="utf-8"?>
<p:tagLst xmlns:a="http://schemas.openxmlformats.org/drawingml/2006/main" xmlns:r="http://schemas.openxmlformats.org/officeDocument/2006/relationships" xmlns:p="http://schemas.openxmlformats.org/presentationml/2006/main">
  <p:tag name="NUM" val="2"/>
</p:tagLst>
</file>

<file path=ppt/tags/tag124.xml><?xml version="1.0" encoding="utf-8"?>
<p:tagLst xmlns:a="http://schemas.openxmlformats.org/drawingml/2006/main" xmlns:r="http://schemas.openxmlformats.org/officeDocument/2006/relationships" xmlns:p="http://schemas.openxmlformats.org/presentationml/2006/main">
  <p:tag name="NUM" val="3"/>
</p:tagLst>
</file>

<file path=ppt/tags/tag125.xml><?xml version="1.0" encoding="utf-8"?>
<p:tagLst xmlns:a="http://schemas.openxmlformats.org/drawingml/2006/main" xmlns:r="http://schemas.openxmlformats.org/officeDocument/2006/relationships" xmlns:p="http://schemas.openxmlformats.org/presentationml/2006/main">
  <p:tag name="NUM" val="4"/>
</p:tagLst>
</file>

<file path=ppt/tags/tag126.xml><?xml version="1.0" encoding="utf-8"?>
<p:tagLst xmlns:a="http://schemas.openxmlformats.org/drawingml/2006/main" xmlns:r="http://schemas.openxmlformats.org/officeDocument/2006/relationships" xmlns:p="http://schemas.openxmlformats.org/presentationml/2006/main">
  <p:tag name="NUM" val="5"/>
</p:tagLst>
</file>

<file path=ppt/tags/tag127.xml><?xml version="1.0" encoding="utf-8"?>
<p:tagLst xmlns:a="http://schemas.openxmlformats.org/drawingml/2006/main" xmlns:r="http://schemas.openxmlformats.org/officeDocument/2006/relationships" xmlns:p="http://schemas.openxmlformats.org/presentationml/2006/main">
  <p:tag name="NUM" val="6"/>
</p:tagLst>
</file>

<file path=ppt/tags/tag128.xml><?xml version="1.0" encoding="utf-8"?>
<p:tagLst xmlns:a="http://schemas.openxmlformats.org/drawingml/2006/main" xmlns:r="http://schemas.openxmlformats.org/officeDocument/2006/relationships" xmlns:p="http://schemas.openxmlformats.org/presentationml/2006/main">
  <p:tag name="NUM" val="7"/>
</p:tagLst>
</file>

<file path=ppt/tags/tag129.xml><?xml version="1.0" encoding="utf-8"?>
<p:tagLst xmlns:a="http://schemas.openxmlformats.org/drawingml/2006/main" xmlns:r="http://schemas.openxmlformats.org/officeDocument/2006/relationships" xmlns:p="http://schemas.openxmlformats.org/presentationml/2006/main">
  <p:tag name="NUM" val="8"/>
</p:tagLst>
</file>

<file path=ppt/tags/tag130.xml><?xml version="1.0" encoding="utf-8"?>
<p:tagLst xmlns:a="http://schemas.openxmlformats.org/drawingml/2006/main" xmlns:r="http://schemas.openxmlformats.org/officeDocument/2006/relationships" xmlns:p="http://schemas.openxmlformats.org/presentationml/2006/main">
  <p:tag name="NUM" val="9"/>
</p:tagLst>
</file>

<file path=ppt/tags/tag131.xml><?xml version="1.0" encoding="utf-8"?>
<p:tagLst xmlns:a="http://schemas.openxmlformats.org/drawingml/2006/main" xmlns:r="http://schemas.openxmlformats.org/officeDocument/2006/relationships" xmlns:p="http://schemas.openxmlformats.org/presentationml/2006/main">
  <p:tag name="NUM" val="10"/>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3"/>
</p:tagLst>
</file>

<file path=ppt/tags/tag135.xml><?xml version="1.0" encoding="utf-8"?>
<p:tagLst xmlns:a="http://schemas.openxmlformats.org/drawingml/2006/main" xmlns:r="http://schemas.openxmlformats.org/officeDocument/2006/relationships" xmlns:p="http://schemas.openxmlformats.org/presentationml/2006/main">
  <p:tag name="NUM" val="1"/>
</p:tagLst>
</file>

<file path=ppt/tags/tag136.xml><?xml version="1.0" encoding="utf-8"?>
<p:tagLst xmlns:a="http://schemas.openxmlformats.org/drawingml/2006/main" xmlns:r="http://schemas.openxmlformats.org/officeDocument/2006/relationships" xmlns:p="http://schemas.openxmlformats.org/presentationml/2006/main">
  <p:tag name="NUM" val="2"/>
</p:tagLst>
</file>

<file path=ppt/tags/tag137.xml><?xml version="1.0" encoding="utf-8"?>
<p:tagLst xmlns:a="http://schemas.openxmlformats.org/drawingml/2006/main" xmlns:r="http://schemas.openxmlformats.org/officeDocument/2006/relationships" xmlns:p="http://schemas.openxmlformats.org/presentationml/2006/main">
  <p:tag name="NUM" val="3"/>
</p:tagLst>
</file>

<file path=ppt/tags/tag138.xml><?xml version="1.0" encoding="utf-8"?>
<p:tagLst xmlns:a="http://schemas.openxmlformats.org/drawingml/2006/main" xmlns:r="http://schemas.openxmlformats.org/officeDocument/2006/relationships" xmlns:p="http://schemas.openxmlformats.org/presentationml/2006/main">
  <p:tag name="NUM" val="4"/>
</p:tagLst>
</file>

<file path=ppt/tags/tag139.xml><?xml version="1.0" encoding="utf-8"?>
<p:tagLst xmlns:a="http://schemas.openxmlformats.org/drawingml/2006/main" xmlns:r="http://schemas.openxmlformats.org/officeDocument/2006/relationships" xmlns:p="http://schemas.openxmlformats.org/presentationml/2006/main">
  <p:tag name="NUM" val="5"/>
</p:tagLst>
</file>

<file path=ppt/tags/tag140.xml><?xml version="1.0" encoding="utf-8"?>
<p:tagLst xmlns:a="http://schemas.openxmlformats.org/drawingml/2006/main" xmlns:r="http://schemas.openxmlformats.org/officeDocument/2006/relationships" xmlns:p="http://schemas.openxmlformats.org/presentationml/2006/main">
  <p:tag name="NUM" val="6"/>
</p:tagLst>
</file>

<file path=ppt/tags/tag141.xml><?xml version="1.0" encoding="utf-8"?>
<p:tagLst xmlns:a="http://schemas.openxmlformats.org/drawingml/2006/main" xmlns:r="http://schemas.openxmlformats.org/officeDocument/2006/relationships" xmlns:p="http://schemas.openxmlformats.org/presentationml/2006/main">
  <p:tag name="NUM" val="7"/>
</p:tagLst>
</file>

<file path=ppt/tags/tag142.xml><?xml version="1.0" encoding="utf-8"?>
<p:tagLst xmlns:a="http://schemas.openxmlformats.org/drawingml/2006/main" xmlns:r="http://schemas.openxmlformats.org/officeDocument/2006/relationships" xmlns:p="http://schemas.openxmlformats.org/presentationml/2006/main">
  <p:tag name="NUM" val="8"/>
</p:tagLst>
</file>

<file path=ppt/tags/tag143.xml><?xml version="1.0" encoding="utf-8"?>
<p:tagLst xmlns:a="http://schemas.openxmlformats.org/drawingml/2006/main" xmlns:r="http://schemas.openxmlformats.org/officeDocument/2006/relationships" xmlns:p="http://schemas.openxmlformats.org/presentationml/2006/main">
  <p:tag name="NUM" val="9"/>
</p:tagLst>
</file>

<file path=ppt/tags/tag144.xml><?xml version="1.0" encoding="utf-8"?>
<p:tagLst xmlns:a="http://schemas.openxmlformats.org/drawingml/2006/main" xmlns:r="http://schemas.openxmlformats.org/officeDocument/2006/relationships" xmlns:p="http://schemas.openxmlformats.org/presentationml/2006/main">
  <p:tag name="NUM" val="10"/>
</p:tagLst>
</file>

<file path=ppt/tags/tag145.xml><?xml version="1.0" encoding="utf-8"?>
<p:tagLst xmlns:a="http://schemas.openxmlformats.org/drawingml/2006/main" xmlns:r="http://schemas.openxmlformats.org/officeDocument/2006/relationships" xmlns:p="http://schemas.openxmlformats.org/presentationml/2006/main">
  <p:tag name="NUM" val="11"/>
</p:tagLst>
</file>

<file path=ppt/tags/tag146.xml><?xml version="1.0" encoding="utf-8"?>
<p:tagLst xmlns:a="http://schemas.openxmlformats.org/drawingml/2006/main" xmlns:r="http://schemas.openxmlformats.org/officeDocument/2006/relationships" xmlns:p="http://schemas.openxmlformats.org/presentationml/2006/main">
  <p:tag name="NUM" val="12"/>
</p:tagLst>
</file>

<file path=ppt/tags/tag147.xml><?xml version="1.0" encoding="utf-8"?>
<p:tagLst xmlns:a="http://schemas.openxmlformats.org/drawingml/2006/main" xmlns:r="http://schemas.openxmlformats.org/officeDocument/2006/relationships" xmlns:p="http://schemas.openxmlformats.org/presentationml/2006/main">
  <p:tag name="NUM" val="13"/>
</p:tagLst>
</file>

<file path=ppt/tags/tag148.xml><?xml version="1.0" encoding="utf-8"?>
<p:tagLst xmlns:a="http://schemas.openxmlformats.org/drawingml/2006/main" xmlns:r="http://schemas.openxmlformats.org/officeDocument/2006/relationships" xmlns:p="http://schemas.openxmlformats.org/presentationml/2006/main">
  <p:tag name="NUM" val="14"/>
</p:tagLst>
</file>

<file path=ppt/tags/tag149.xml><?xml version="1.0" encoding="utf-8"?>
<p:tagLst xmlns:a="http://schemas.openxmlformats.org/drawingml/2006/main" xmlns:r="http://schemas.openxmlformats.org/officeDocument/2006/relationships" xmlns:p="http://schemas.openxmlformats.org/presentationml/2006/main">
  <p:tag name="NUM" val="15"/>
</p:tagLst>
</file>

<file path=ppt/tags/tag150.xml><?xml version="1.0" encoding="utf-8"?>
<p:tagLst xmlns:a="http://schemas.openxmlformats.org/drawingml/2006/main" xmlns:r="http://schemas.openxmlformats.org/officeDocument/2006/relationships" xmlns:p="http://schemas.openxmlformats.org/presentationml/2006/main">
  <p:tag name="NUM" val="16"/>
</p:tagLst>
</file>

<file path=ppt/tags/tag151.xml><?xml version="1.0" encoding="utf-8"?>
<p:tagLst xmlns:a="http://schemas.openxmlformats.org/drawingml/2006/main" xmlns:r="http://schemas.openxmlformats.org/officeDocument/2006/relationships" xmlns:p="http://schemas.openxmlformats.org/presentationml/2006/main">
  <p:tag name="NUM" val="17"/>
</p:tagLst>
</file>

<file path=ppt/tags/tag152.xml><?xml version="1.0" encoding="utf-8"?>
<p:tagLst xmlns:a="http://schemas.openxmlformats.org/drawingml/2006/main" xmlns:r="http://schemas.openxmlformats.org/officeDocument/2006/relationships" xmlns:p="http://schemas.openxmlformats.org/presentationml/2006/main">
  <p:tag name="NUM" val="1"/>
</p:tagLst>
</file>

<file path=ppt/tags/tag153.xml><?xml version="1.0" encoding="utf-8"?>
<p:tagLst xmlns:a="http://schemas.openxmlformats.org/drawingml/2006/main" xmlns:r="http://schemas.openxmlformats.org/officeDocument/2006/relationships" xmlns:p="http://schemas.openxmlformats.org/presentationml/2006/main">
  <p:tag name="NUM" val="2"/>
</p:tagLst>
</file>

<file path=ppt/tags/tag154.xml><?xml version="1.0" encoding="utf-8"?>
<p:tagLst xmlns:a="http://schemas.openxmlformats.org/drawingml/2006/main" xmlns:r="http://schemas.openxmlformats.org/officeDocument/2006/relationships" xmlns:p="http://schemas.openxmlformats.org/presentationml/2006/main">
  <p:tag name="NUM" val="3"/>
</p:tagLst>
</file>

<file path=ppt/tags/tag155.xml><?xml version="1.0" encoding="utf-8"?>
<p:tagLst xmlns:a="http://schemas.openxmlformats.org/drawingml/2006/main" xmlns:r="http://schemas.openxmlformats.org/officeDocument/2006/relationships" xmlns:p="http://schemas.openxmlformats.org/presentationml/2006/main">
  <p:tag name="NUM" val="4"/>
</p:tagLst>
</file>

<file path=ppt/tags/tag156.xml><?xml version="1.0" encoding="utf-8"?>
<p:tagLst xmlns:a="http://schemas.openxmlformats.org/drawingml/2006/main" xmlns:r="http://schemas.openxmlformats.org/officeDocument/2006/relationships" xmlns:p="http://schemas.openxmlformats.org/presentationml/2006/main">
  <p:tag name="NUM" val="1"/>
</p:tagLst>
</file>

<file path=ppt/tags/tag157.xml><?xml version="1.0" encoding="utf-8"?>
<p:tagLst xmlns:a="http://schemas.openxmlformats.org/drawingml/2006/main" xmlns:r="http://schemas.openxmlformats.org/officeDocument/2006/relationships" xmlns:p="http://schemas.openxmlformats.org/presentationml/2006/main">
  <p:tag name="NUM" val="1"/>
</p:tagLst>
</file>

<file path=ppt/tags/tag158.xml><?xml version="1.0" encoding="utf-8"?>
<p:tagLst xmlns:a="http://schemas.openxmlformats.org/drawingml/2006/main" xmlns:r="http://schemas.openxmlformats.org/officeDocument/2006/relationships" xmlns:p="http://schemas.openxmlformats.org/presentationml/2006/main">
  <p:tag name="NUM" val="2"/>
</p:tagLst>
</file>

<file path=ppt/tags/tag159.xml><?xml version="1.0" encoding="utf-8"?>
<p:tagLst xmlns:a="http://schemas.openxmlformats.org/drawingml/2006/main" xmlns:r="http://schemas.openxmlformats.org/officeDocument/2006/relationships" xmlns:p="http://schemas.openxmlformats.org/presentationml/2006/main">
  <p:tag name="NUM" val="1"/>
</p:tagLst>
</file>

<file path=ppt/tags/tag160.xml><?xml version="1.0" encoding="utf-8"?>
<p:tagLst xmlns:a="http://schemas.openxmlformats.org/drawingml/2006/main" xmlns:r="http://schemas.openxmlformats.org/officeDocument/2006/relationships" xmlns:p="http://schemas.openxmlformats.org/presentationml/2006/main">
  <p:tag name="NUM" val="2"/>
</p:tagLst>
</file>

<file path=ppt/tags/tag161.xml><?xml version="1.0" encoding="utf-8"?>
<p:tagLst xmlns:a="http://schemas.openxmlformats.org/drawingml/2006/main" xmlns:r="http://schemas.openxmlformats.org/officeDocument/2006/relationships" xmlns:p="http://schemas.openxmlformats.org/presentationml/2006/main">
  <p:tag name="NUM" val="3"/>
</p:tagLst>
</file>

<file path=ppt/tags/tag162.xml><?xml version="1.0" encoding="utf-8"?>
<p:tagLst xmlns:a="http://schemas.openxmlformats.org/drawingml/2006/main" xmlns:r="http://schemas.openxmlformats.org/officeDocument/2006/relationships" xmlns:p="http://schemas.openxmlformats.org/presentationml/2006/main">
  <p:tag name="NUM" val="1"/>
</p:tagLst>
</file>

<file path=ppt/tags/tag163.xml><?xml version="1.0" encoding="utf-8"?>
<p:tagLst xmlns:a="http://schemas.openxmlformats.org/drawingml/2006/main" xmlns:r="http://schemas.openxmlformats.org/officeDocument/2006/relationships" xmlns:p="http://schemas.openxmlformats.org/presentationml/2006/main">
  <p:tag name="NUM" val="2"/>
</p:tagLst>
</file>

<file path=ppt/tags/tag164.xml><?xml version="1.0" encoding="utf-8"?>
<p:tagLst xmlns:a="http://schemas.openxmlformats.org/drawingml/2006/main" xmlns:r="http://schemas.openxmlformats.org/officeDocument/2006/relationships" xmlns:p="http://schemas.openxmlformats.org/presentationml/2006/main">
  <p:tag name="NUM" val="3"/>
</p:tagLst>
</file>

<file path=ppt/tags/tag165.xml><?xml version="1.0" encoding="utf-8"?>
<p:tagLst xmlns:a="http://schemas.openxmlformats.org/drawingml/2006/main" xmlns:r="http://schemas.openxmlformats.org/officeDocument/2006/relationships" xmlns:p="http://schemas.openxmlformats.org/presentationml/2006/main">
  <p:tag name="NUM" val="1"/>
</p:tagLst>
</file>

<file path=ppt/tags/tag166.xml><?xml version="1.0" encoding="utf-8"?>
<p:tagLst xmlns:a="http://schemas.openxmlformats.org/drawingml/2006/main" xmlns:r="http://schemas.openxmlformats.org/officeDocument/2006/relationships" xmlns:p="http://schemas.openxmlformats.org/presentationml/2006/main">
  <p:tag name="NUM" val="2"/>
</p:tagLst>
</file>

<file path=ppt/tags/tag167.xml><?xml version="1.0" encoding="utf-8"?>
<p:tagLst xmlns:a="http://schemas.openxmlformats.org/drawingml/2006/main" xmlns:r="http://schemas.openxmlformats.org/officeDocument/2006/relationships" xmlns:p="http://schemas.openxmlformats.org/presentationml/2006/main">
  <p:tag name="NUM" val="3"/>
</p:tagLst>
</file>

<file path=ppt/tags/tag168.xml><?xml version="1.0" encoding="utf-8"?>
<p:tagLst xmlns:a="http://schemas.openxmlformats.org/drawingml/2006/main" xmlns:r="http://schemas.openxmlformats.org/officeDocument/2006/relationships" xmlns:p="http://schemas.openxmlformats.org/presentationml/2006/main">
  <p:tag name="NUM" val="4"/>
</p:tagLst>
</file>

<file path=ppt/tags/tag169.xml><?xml version="1.0" encoding="utf-8"?>
<p:tagLst xmlns:a="http://schemas.openxmlformats.org/drawingml/2006/main" xmlns:r="http://schemas.openxmlformats.org/officeDocument/2006/relationships" xmlns:p="http://schemas.openxmlformats.org/presentationml/2006/main">
  <p:tag name="NUM" val="5"/>
</p:tagLst>
</file>

<file path=ppt/tags/tag170.xml><?xml version="1.0" encoding="utf-8"?>
<p:tagLst xmlns:a="http://schemas.openxmlformats.org/drawingml/2006/main" xmlns:r="http://schemas.openxmlformats.org/officeDocument/2006/relationships" xmlns:p="http://schemas.openxmlformats.org/presentationml/2006/main">
  <p:tag name="NUM" val="6"/>
</p:tagLst>
</file>

<file path=ppt/tags/tag171.xml><?xml version="1.0" encoding="utf-8"?>
<p:tagLst xmlns:a="http://schemas.openxmlformats.org/drawingml/2006/main" xmlns:r="http://schemas.openxmlformats.org/officeDocument/2006/relationships" xmlns:p="http://schemas.openxmlformats.org/presentationml/2006/main">
  <p:tag name="NUM" val="7"/>
</p:tagLst>
</file>

<file path=ppt/tags/tag172.xml><?xml version="1.0" encoding="utf-8"?>
<p:tagLst xmlns:a="http://schemas.openxmlformats.org/drawingml/2006/main" xmlns:r="http://schemas.openxmlformats.org/officeDocument/2006/relationships" xmlns:p="http://schemas.openxmlformats.org/presentationml/2006/main">
  <p:tag name="NUM" val="8"/>
</p:tagLst>
</file>

<file path=ppt/tags/tag173.xml><?xml version="1.0" encoding="utf-8"?>
<p:tagLst xmlns:a="http://schemas.openxmlformats.org/drawingml/2006/main" xmlns:r="http://schemas.openxmlformats.org/officeDocument/2006/relationships" xmlns:p="http://schemas.openxmlformats.org/presentationml/2006/main">
  <p:tag name="NUM" val="9"/>
</p:tagLst>
</file>

<file path=ppt/tags/tag174.xml><?xml version="1.0" encoding="utf-8"?>
<p:tagLst xmlns:a="http://schemas.openxmlformats.org/drawingml/2006/main" xmlns:r="http://schemas.openxmlformats.org/officeDocument/2006/relationships" xmlns:p="http://schemas.openxmlformats.org/presentationml/2006/main">
  <p:tag name="NUM" val="10"/>
</p:tagLst>
</file>

<file path=ppt/tags/tag175.xml><?xml version="1.0" encoding="utf-8"?>
<p:tagLst xmlns:a="http://schemas.openxmlformats.org/drawingml/2006/main" xmlns:r="http://schemas.openxmlformats.org/officeDocument/2006/relationships" xmlns:p="http://schemas.openxmlformats.org/presentationml/2006/main">
  <p:tag name="NUM" val="11"/>
</p:tagLst>
</file>

<file path=ppt/tags/tag176.xml><?xml version="1.0" encoding="utf-8"?>
<p:tagLst xmlns:a="http://schemas.openxmlformats.org/drawingml/2006/main" xmlns:r="http://schemas.openxmlformats.org/officeDocument/2006/relationships" xmlns:p="http://schemas.openxmlformats.org/presentationml/2006/main">
  <p:tag name="NUM" val="12"/>
</p:tagLst>
</file>

<file path=ppt/tags/tag177.xml><?xml version="1.0" encoding="utf-8"?>
<p:tagLst xmlns:a="http://schemas.openxmlformats.org/drawingml/2006/main" xmlns:r="http://schemas.openxmlformats.org/officeDocument/2006/relationships" xmlns:p="http://schemas.openxmlformats.org/presentationml/2006/main">
  <p:tag name="NUM" val="13"/>
</p:tagLst>
</file>

<file path=ppt/tags/tag178.xml><?xml version="1.0" encoding="utf-8"?>
<p:tagLst xmlns:a="http://schemas.openxmlformats.org/drawingml/2006/main" xmlns:r="http://schemas.openxmlformats.org/officeDocument/2006/relationships" xmlns:p="http://schemas.openxmlformats.org/presentationml/2006/main">
  <p:tag name="NUM" val="1"/>
</p:tagLst>
</file>

<file path=ppt/tags/tag179.xml><?xml version="1.0" encoding="utf-8"?>
<p:tagLst xmlns:a="http://schemas.openxmlformats.org/drawingml/2006/main" xmlns:r="http://schemas.openxmlformats.org/officeDocument/2006/relationships" xmlns:p="http://schemas.openxmlformats.org/presentationml/2006/main">
  <p:tag name="NUM" val="2"/>
</p:tagLst>
</file>

<file path=ppt/tags/tag180.xml><?xml version="1.0" encoding="utf-8"?>
<p:tagLst xmlns:a="http://schemas.openxmlformats.org/drawingml/2006/main" xmlns:r="http://schemas.openxmlformats.org/officeDocument/2006/relationships" xmlns:p="http://schemas.openxmlformats.org/presentationml/2006/main">
  <p:tag name="NUM" val="3"/>
</p:tagLst>
</file>

<file path=ppt/tags/tag181.xml><?xml version="1.0" encoding="utf-8"?>
<p:tagLst xmlns:a="http://schemas.openxmlformats.org/drawingml/2006/main" xmlns:r="http://schemas.openxmlformats.org/officeDocument/2006/relationships" xmlns:p="http://schemas.openxmlformats.org/presentationml/2006/main">
  <p:tag name="NUM" val="1"/>
</p:tagLst>
</file>

<file path=ppt/tags/tag182.xml><?xml version="1.0" encoding="utf-8"?>
<p:tagLst xmlns:a="http://schemas.openxmlformats.org/drawingml/2006/main" xmlns:r="http://schemas.openxmlformats.org/officeDocument/2006/relationships" xmlns:p="http://schemas.openxmlformats.org/presentationml/2006/main">
  <p:tag name="NUM" val="2"/>
</p:tagLst>
</file>

<file path=ppt/tags/tag183.xml><?xml version="1.0" encoding="utf-8"?>
<p:tagLst xmlns:a="http://schemas.openxmlformats.org/drawingml/2006/main" xmlns:r="http://schemas.openxmlformats.org/officeDocument/2006/relationships" xmlns:p="http://schemas.openxmlformats.org/presentationml/2006/main">
  <p:tag name="NUM" val="3"/>
</p:tagLst>
</file>

<file path=ppt/tags/tag184.xml><?xml version="1.0" encoding="utf-8"?>
<p:tagLst xmlns:a="http://schemas.openxmlformats.org/drawingml/2006/main" xmlns:r="http://schemas.openxmlformats.org/officeDocument/2006/relationships" xmlns:p="http://schemas.openxmlformats.org/presentationml/2006/main">
  <p:tag name="NUM" val="4"/>
</p:tagLst>
</file>

<file path=ppt/tags/tag185.xml><?xml version="1.0" encoding="utf-8"?>
<p:tagLst xmlns:a="http://schemas.openxmlformats.org/drawingml/2006/main" xmlns:r="http://schemas.openxmlformats.org/officeDocument/2006/relationships" xmlns:p="http://schemas.openxmlformats.org/presentationml/2006/main">
  <p:tag name="NUM" val="1"/>
</p:tagLst>
</file>

<file path=ppt/tags/tag186.xml><?xml version="1.0" encoding="utf-8"?>
<p:tagLst xmlns:a="http://schemas.openxmlformats.org/drawingml/2006/main" xmlns:r="http://schemas.openxmlformats.org/officeDocument/2006/relationships" xmlns:p="http://schemas.openxmlformats.org/presentationml/2006/main">
  <p:tag name="NUM" val="1"/>
</p:tagLst>
</file>

<file path=ppt/tags/tag187.xml><?xml version="1.0" encoding="utf-8"?>
<p:tagLst xmlns:a="http://schemas.openxmlformats.org/drawingml/2006/main" xmlns:r="http://schemas.openxmlformats.org/officeDocument/2006/relationships" xmlns:p="http://schemas.openxmlformats.org/presentationml/2006/main">
  <p:tag name="NUM" val="2"/>
</p:tagLst>
</file>

<file path=ppt/tags/tag188.xml><?xml version="1.0" encoding="utf-8"?>
<p:tagLst xmlns:a="http://schemas.openxmlformats.org/drawingml/2006/main" xmlns:r="http://schemas.openxmlformats.org/officeDocument/2006/relationships" xmlns:p="http://schemas.openxmlformats.org/presentationml/2006/main">
  <p:tag name="NUM" val="1"/>
</p:tagLst>
</file>

<file path=ppt/tags/tag189.xml><?xml version="1.0" encoding="utf-8"?>
<p:tagLst xmlns:a="http://schemas.openxmlformats.org/drawingml/2006/main" xmlns:r="http://schemas.openxmlformats.org/officeDocument/2006/relationships" xmlns:p="http://schemas.openxmlformats.org/presentationml/2006/main">
  <p:tag name="NUM" val="2"/>
</p:tagLst>
</file>

<file path=ppt/tags/tag190.xml><?xml version="1.0" encoding="utf-8"?>
<p:tagLst xmlns:a="http://schemas.openxmlformats.org/drawingml/2006/main" xmlns:r="http://schemas.openxmlformats.org/officeDocument/2006/relationships" xmlns:p="http://schemas.openxmlformats.org/presentationml/2006/main">
  <p:tag name="NUM" val="3"/>
</p:tagLst>
</file>

<file path=ppt/tags/tag191.xml><?xml version="1.0" encoding="utf-8"?>
<p:tagLst xmlns:a="http://schemas.openxmlformats.org/drawingml/2006/main" xmlns:r="http://schemas.openxmlformats.org/officeDocument/2006/relationships" xmlns:p="http://schemas.openxmlformats.org/presentationml/2006/main">
  <p:tag name="NUM" val="1"/>
</p:tagLst>
</file>

<file path=ppt/tags/tag192.xml><?xml version="1.0" encoding="utf-8"?>
<p:tagLst xmlns:a="http://schemas.openxmlformats.org/drawingml/2006/main" xmlns:r="http://schemas.openxmlformats.org/officeDocument/2006/relationships" xmlns:p="http://schemas.openxmlformats.org/presentationml/2006/main">
  <p:tag name="NUM" val="2"/>
</p:tagLst>
</file>

<file path=ppt/tags/tag193.xml><?xml version="1.0" encoding="utf-8"?>
<p:tagLst xmlns:a="http://schemas.openxmlformats.org/drawingml/2006/main" xmlns:r="http://schemas.openxmlformats.org/officeDocument/2006/relationships" xmlns:p="http://schemas.openxmlformats.org/presentationml/2006/main">
  <p:tag name="NUM" val="3"/>
</p:tagLst>
</file>

<file path=ppt/tags/tag194.xml><?xml version="1.0" encoding="utf-8"?>
<p:tagLst xmlns:a="http://schemas.openxmlformats.org/drawingml/2006/main" xmlns:r="http://schemas.openxmlformats.org/officeDocument/2006/relationships" xmlns:p="http://schemas.openxmlformats.org/presentationml/2006/main">
  <p:tag name="NUM" val="1"/>
</p:tagLst>
</file>

<file path=ppt/tags/tag195.xml><?xml version="1.0" encoding="utf-8"?>
<p:tagLst xmlns:a="http://schemas.openxmlformats.org/drawingml/2006/main" xmlns:r="http://schemas.openxmlformats.org/officeDocument/2006/relationships" xmlns:p="http://schemas.openxmlformats.org/presentationml/2006/main">
  <p:tag name="NUM" val="2"/>
</p:tagLst>
</file>

<file path=ppt/tags/tag196.xml><?xml version="1.0" encoding="utf-8"?>
<p:tagLst xmlns:a="http://schemas.openxmlformats.org/drawingml/2006/main" xmlns:r="http://schemas.openxmlformats.org/officeDocument/2006/relationships" xmlns:p="http://schemas.openxmlformats.org/presentationml/2006/main">
  <p:tag name="NUM" val="3"/>
</p:tagLst>
</file>

<file path=ppt/tags/tag197.xml><?xml version="1.0" encoding="utf-8"?>
<p:tagLst xmlns:a="http://schemas.openxmlformats.org/drawingml/2006/main" xmlns:r="http://schemas.openxmlformats.org/officeDocument/2006/relationships" xmlns:p="http://schemas.openxmlformats.org/presentationml/2006/main">
  <p:tag name="NUM" val="4"/>
</p:tagLst>
</file>

<file path=ppt/tags/tag198.xml><?xml version="1.0" encoding="utf-8"?>
<p:tagLst xmlns:a="http://schemas.openxmlformats.org/drawingml/2006/main" xmlns:r="http://schemas.openxmlformats.org/officeDocument/2006/relationships" xmlns:p="http://schemas.openxmlformats.org/presentationml/2006/main">
  <p:tag name="NUM" val="1"/>
</p:tagLst>
</file>

<file path=ppt/tags/tag199.xml><?xml version="1.0" encoding="utf-8"?>
<p:tagLst xmlns:a="http://schemas.openxmlformats.org/drawingml/2006/main" xmlns:r="http://schemas.openxmlformats.org/officeDocument/2006/relationships" xmlns:p="http://schemas.openxmlformats.org/presentationml/2006/main">
  <p:tag name="NUM" val="2"/>
</p:tagLst>
</file>

<file path=ppt/tags/tag200.xml><?xml version="1.0" encoding="utf-8"?>
<p:tagLst xmlns:a="http://schemas.openxmlformats.org/drawingml/2006/main" xmlns:r="http://schemas.openxmlformats.org/officeDocument/2006/relationships" xmlns:p="http://schemas.openxmlformats.org/presentationml/2006/main">
  <p:tag name="NUM" val="3"/>
</p:tagLst>
</file>

<file path=ppt/tags/tag201.xml><?xml version="1.0" encoding="utf-8"?>
<p:tagLst xmlns:a="http://schemas.openxmlformats.org/drawingml/2006/main" xmlns:r="http://schemas.openxmlformats.org/officeDocument/2006/relationships" xmlns:p="http://schemas.openxmlformats.org/presentationml/2006/main">
  <p:tag name="NUM" val="1"/>
</p:tagLst>
</file>

<file path=ppt/tags/tag202.xml><?xml version="1.0" encoding="utf-8"?>
<p:tagLst xmlns:a="http://schemas.openxmlformats.org/drawingml/2006/main" xmlns:r="http://schemas.openxmlformats.org/officeDocument/2006/relationships" xmlns:p="http://schemas.openxmlformats.org/presentationml/2006/main">
  <p:tag name="NUM" val="2"/>
</p:tagLst>
</file>

<file path=ppt/tags/tag203.xml><?xml version="1.0" encoding="utf-8"?>
<p:tagLst xmlns:a="http://schemas.openxmlformats.org/drawingml/2006/main" xmlns:r="http://schemas.openxmlformats.org/officeDocument/2006/relationships" xmlns:p="http://schemas.openxmlformats.org/presentationml/2006/main">
  <p:tag name="NUM" val="3"/>
</p:tagLst>
</file>

<file path=ppt/tags/tag204.xml><?xml version="1.0" encoding="utf-8"?>
<p:tagLst xmlns:a="http://schemas.openxmlformats.org/drawingml/2006/main" xmlns:r="http://schemas.openxmlformats.org/officeDocument/2006/relationships" xmlns:p="http://schemas.openxmlformats.org/presentationml/2006/main">
  <p:tag name="NUM" val="1"/>
</p:tagLst>
</file>

<file path=ppt/tags/tag205.xml><?xml version="1.0" encoding="utf-8"?>
<p:tagLst xmlns:a="http://schemas.openxmlformats.org/drawingml/2006/main" xmlns:r="http://schemas.openxmlformats.org/officeDocument/2006/relationships" xmlns:p="http://schemas.openxmlformats.org/presentationml/2006/main">
  <p:tag name="NUM" val="1"/>
</p:tagLst>
</file>

<file path=ppt/tags/tag206.xml><?xml version="1.0" encoding="utf-8"?>
<p:tagLst xmlns:a="http://schemas.openxmlformats.org/drawingml/2006/main" xmlns:r="http://schemas.openxmlformats.org/officeDocument/2006/relationships" xmlns:p="http://schemas.openxmlformats.org/presentationml/2006/main">
  <p:tag name="NUM" val="2"/>
</p:tagLst>
</file>

<file path=ppt/tags/tag207.xml><?xml version="1.0" encoding="utf-8"?>
<p:tagLst xmlns:a="http://schemas.openxmlformats.org/drawingml/2006/main" xmlns:r="http://schemas.openxmlformats.org/officeDocument/2006/relationships" xmlns:p="http://schemas.openxmlformats.org/presentationml/2006/main">
  <p:tag name="NUM" val="1"/>
</p:tagLst>
</file>

<file path=ppt/tags/tag208.xml><?xml version="1.0" encoding="utf-8"?>
<p:tagLst xmlns:a="http://schemas.openxmlformats.org/drawingml/2006/main" xmlns:r="http://schemas.openxmlformats.org/officeDocument/2006/relationships" xmlns:p="http://schemas.openxmlformats.org/presentationml/2006/main">
  <p:tag name="NUM" val="2"/>
</p:tagLst>
</file>

<file path=ppt/tags/tag209.xml><?xml version="1.0" encoding="utf-8"?>
<p:tagLst xmlns:a="http://schemas.openxmlformats.org/drawingml/2006/main" xmlns:r="http://schemas.openxmlformats.org/officeDocument/2006/relationships" xmlns:p="http://schemas.openxmlformats.org/presentationml/2006/main">
  <p:tag name="NUM" val="3"/>
</p:tagLst>
</file>

<file path=ppt/tags/tag210.xml><?xml version="1.0" encoding="utf-8"?>
<p:tagLst xmlns:a="http://schemas.openxmlformats.org/drawingml/2006/main" xmlns:r="http://schemas.openxmlformats.org/officeDocument/2006/relationships" xmlns:p="http://schemas.openxmlformats.org/presentationml/2006/main">
  <p:tag name="NUM" val="1"/>
</p:tagLst>
</file>

<file path=ppt/tags/tag211.xml><?xml version="1.0" encoding="utf-8"?>
<p:tagLst xmlns:a="http://schemas.openxmlformats.org/drawingml/2006/main" xmlns:r="http://schemas.openxmlformats.org/officeDocument/2006/relationships" xmlns:p="http://schemas.openxmlformats.org/presentationml/2006/main">
  <p:tag name="NUM" val="2"/>
</p:tagLst>
</file>

<file path=ppt/tags/tag212.xml><?xml version="1.0" encoding="utf-8"?>
<p:tagLst xmlns:a="http://schemas.openxmlformats.org/drawingml/2006/main" xmlns:r="http://schemas.openxmlformats.org/officeDocument/2006/relationships" xmlns:p="http://schemas.openxmlformats.org/presentationml/2006/main">
  <p:tag name="NUM" val="3"/>
</p:tagLst>
</file>

<file path=ppt/tags/tag213.xml><?xml version="1.0" encoding="utf-8"?>
<p:tagLst xmlns:a="http://schemas.openxmlformats.org/drawingml/2006/main" xmlns:r="http://schemas.openxmlformats.org/officeDocument/2006/relationships" xmlns:p="http://schemas.openxmlformats.org/presentationml/2006/main">
  <p:tag name="NUM" val="1"/>
</p:tagLst>
</file>

<file path=ppt/tags/tag214.xml><?xml version="1.0" encoding="utf-8"?>
<p:tagLst xmlns:a="http://schemas.openxmlformats.org/drawingml/2006/main" xmlns:r="http://schemas.openxmlformats.org/officeDocument/2006/relationships" xmlns:p="http://schemas.openxmlformats.org/presentationml/2006/main">
  <p:tag name="NUM" val="2"/>
</p:tagLst>
</file>

<file path=ppt/tags/tag215.xml><?xml version="1.0" encoding="utf-8"?>
<p:tagLst xmlns:a="http://schemas.openxmlformats.org/drawingml/2006/main" xmlns:r="http://schemas.openxmlformats.org/officeDocument/2006/relationships" xmlns:p="http://schemas.openxmlformats.org/presentationml/2006/main">
  <p:tag name="NUM" val="3"/>
</p:tagLst>
</file>

<file path=ppt/tags/tag216.xml><?xml version="1.0" encoding="utf-8"?>
<p:tagLst xmlns:a="http://schemas.openxmlformats.org/drawingml/2006/main" xmlns:r="http://schemas.openxmlformats.org/officeDocument/2006/relationships" xmlns:p="http://schemas.openxmlformats.org/presentationml/2006/main">
  <p:tag name="NUM" val="4"/>
</p:tagLst>
</file>

<file path=ppt/tags/tag217.xml><?xml version="1.0" encoding="utf-8"?>
<p:tagLst xmlns:a="http://schemas.openxmlformats.org/drawingml/2006/main" xmlns:r="http://schemas.openxmlformats.org/officeDocument/2006/relationships" xmlns:p="http://schemas.openxmlformats.org/presentationml/2006/main">
  <p:tag name="NUM" val="5"/>
</p:tagLst>
</file>

<file path=ppt/tags/tag218.xml><?xml version="1.0" encoding="utf-8"?>
<p:tagLst xmlns:a="http://schemas.openxmlformats.org/drawingml/2006/main" xmlns:r="http://schemas.openxmlformats.org/officeDocument/2006/relationships" xmlns:p="http://schemas.openxmlformats.org/presentationml/2006/main">
  <p:tag name="NUM" val="1"/>
</p:tagLst>
</file>

<file path=ppt/tags/tag219.xml><?xml version="1.0" encoding="utf-8"?>
<p:tagLst xmlns:a="http://schemas.openxmlformats.org/drawingml/2006/main" xmlns:r="http://schemas.openxmlformats.org/officeDocument/2006/relationships" xmlns:p="http://schemas.openxmlformats.org/presentationml/2006/main">
  <p:tag name="NUM" val="2"/>
</p:tagLst>
</file>

<file path=ppt/tags/tag220.xml><?xml version="1.0" encoding="utf-8"?>
<p:tagLst xmlns:a="http://schemas.openxmlformats.org/drawingml/2006/main" xmlns:r="http://schemas.openxmlformats.org/officeDocument/2006/relationships" xmlns:p="http://schemas.openxmlformats.org/presentationml/2006/main">
  <p:tag name="NUM" val="3"/>
</p:tagLst>
</file>

<file path=ppt/tags/tag221.xml><?xml version="1.0" encoding="utf-8"?>
<p:tagLst xmlns:a="http://schemas.openxmlformats.org/drawingml/2006/main" xmlns:r="http://schemas.openxmlformats.org/officeDocument/2006/relationships" xmlns:p="http://schemas.openxmlformats.org/presentationml/2006/main">
  <p:tag name="NUM" val="4"/>
</p:tagLst>
</file>

<file path=ppt/tags/tag222.xml><?xml version="1.0" encoding="utf-8"?>
<p:tagLst xmlns:a="http://schemas.openxmlformats.org/drawingml/2006/main" xmlns:r="http://schemas.openxmlformats.org/officeDocument/2006/relationships" xmlns:p="http://schemas.openxmlformats.org/presentationml/2006/main">
  <p:tag name="NUM" val="1"/>
</p:tagLst>
</file>

<file path=ppt/tags/tag223.xml><?xml version="1.0" encoding="utf-8"?>
<p:tagLst xmlns:a="http://schemas.openxmlformats.org/drawingml/2006/main" xmlns:r="http://schemas.openxmlformats.org/officeDocument/2006/relationships" xmlns:p="http://schemas.openxmlformats.org/presentationml/2006/main">
  <p:tag name="NUM" val="2"/>
</p:tagLst>
</file>

<file path=ppt/tags/tag224.xml><?xml version="1.0" encoding="utf-8"?>
<p:tagLst xmlns:a="http://schemas.openxmlformats.org/drawingml/2006/main" xmlns:r="http://schemas.openxmlformats.org/officeDocument/2006/relationships" xmlns:p="http://schemas.openxmlformats.org/presentationml/2006/main">
  <p:tag name="NUM" val="3"/>
</p:tagLst>
</file>

<file path=ppt/tags/tag225.xml><?xml version="1.0" encoding="utf-8"?>
<p:tagLst xmlns:a="http://schemas.openxmlformats.org/drawingml/2006/main" xmlns:r="http://schemas.openxmlformats.org/officeDocument/2006/relationships" xmlns:p="http://schemas.openxmlformats.org/presentationml/2006/main">
  <p:tag name="NUM" val="1"/>
</p:tagLst>
</file>

<file path=ppt/tags/tag226.xml><?xml version="1.0" encoding="utf-8"?>
<p:tagLst xmlns:a="http://schemas.openxmlformats.org/drawingml/2006/main" xmlns:r="http://schemas.openxmlformats.org/officeDocument/2006/relationships" xmlns:p="http://schemas.openxmlformats.org/presentationml/2006/main">
  <p:tag name="NUM" val="2"/>
</p:tagLst>
</file>

<file path=ppt/tags/tag227.xml><?xml version="1.0" encoding="utf-8"?>
<p:tagLst xmlns:a="http://schemas.openxmlformats.org/drawingml/2006/main" xmlns:r="http://schemas.openxmlformats.org/officeDocument/2006/relationships" xmlns:p="http://schemas.openxmlformats.org/presentationml/2006/main">
  <p:tag name="NUM" val="3"/>
</p:tagLst>
</file>

<file path=ppt/tags/tag228.xml><?xml version="1.0" encoding="utf-8"?>
<p:tagLst xmlns:a="http://schemas.openxmlformats.org/drawingml/2006/main" xmlns:r="http://schemas.openxmlformats.org/officeDocument/2006/relationships" xmlns:p="http://schemas.openxmlformats.org/presentationml/2006/main">
  <p:tag name="NUM" val="1"/>
</p:tagLst>
</file>

<file path=ppt/tags/tag229.xml><?xml version="1.0" encoding="utf-8"?>
<p:tagLst xmlns:a="http://schemas.openxmlformats.org/drawingml/2006/main" xmlns:r="http://schemas.openxmlformats.org/officeDocument/2006/relationships" xmlns:p="http://schemas.openxmlformats.org/presentationml/2006/main">
  <p:tag name="NUM" val="2"/>
</p:tagLst>
</file>

<file path=ppt/tags/tag230.xml><?xml version="1.0" encoding="utf-8"?>
<p:tagLst xmlns:a="http://schemas.openxmlformats.org/drawingml/2006/main" xmlns:r="http://schemas.openxmlformats.org/officeDocument/2006/relationships" xmlns:p="http://schemas.openxmlformats.org/presentationml/2006/main">
  <p:tag name="NUM" val="3"/>
</p:tagLst>
</file>

<file path=ppt/tags/tag231.xml><?xml version="1.0" encoding="utf-8"?>
<p:tagLst xmlns:a="http://schemas.openxmlformats.org/drawingml/2006/main" xmlns:r="http://schemas.openxmlformats.org/officeDocument/2006/relationships" xmlns:p="http://schemas.openxmlformats.org/presentationml/2006/main">
  <p:tag name="NUM" val="1"/>
</p:tagLst>
</file>

<file path=ppt/tags/tag232.xml><?xml version="1.0" encoding="utf-8"?>
<p:tagLst xmlns:a="http://schemas.openxmlformats.org/drawingml/2006/main" xmlns:r="http://schemas.openxmlformats.org/officeDocument/2006/relationships" xmlns:p="http://schemas.openxmlformats.org/presentationml/2006/main">
  <p:tag name="NUM" val="2"/>
</p:tagLst>
</file>

<file path=ppt/tags/tag233.xml><?xml version="1.0" encoding="utf-8"?>
<p:tagLst xmlns:a="http://schemas.openxmlformats.org/drawingml/2006/main" xmlns:r="http://schemas.openxmlformats.org/officeDocument/2006/relationships" xmlns:p="http://schemas.openxmlformats.org/presentationml/2006/main">
  <p:tag name="NUM" val="3"/>
</p:tagLst>
</file>

<file path=ppt/tags/tag234.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3" ma:contentTypeDescription="Create a new document." ma:contentTypeScope="" ma:versionID="82d4447324967e8ec7d03b380bd5841e">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ba4089d00d29558e445e70de257f6fa5"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0D2C95-BABC-47AD-A1E1-702DCD8872B0}">
  <ds:schemaRefs>
    <ds:schemaRef ds:uri="http://purl.org/dc/elements/1.1/"/>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c7454f8d-4c17-43a4-bc16-0cf0fc914fca"/>
    <ds:schemaRef ds:uri="http://schemas.microsoft.com/office/2006/metadata/properties"/>
    <ds:schemaRef ds:uri="eb899797-80f6-4e69-af82-8dc567209eda"/>
    <ds:schemaRef ds:uri="http://www.w3.org/XML/1998/namespace"/>
    <ds:schemaRef ds:uri="http://purl.org/dc/dcmitype/"/>
    <ds:schemaRef ds:uri="698a266e-b205-4ba7-a043-296de9e9eb89"/>
    <ds:schemaRef ds:uri="e462bd94-50ae-4fcb-8a4d-76eef9bd0f1d"/>
  </ds:schemaRefs>
</ds:datastoreItem>
</file>

<file path=customXml/itemProps2.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3.xml><?xml version="1.0" encoding="utf-8"?>
<ds:datastoreItem xmlns:ds="http://schemas.openxmlformats.org/officeDocument/2006/customXml" ds:itemID="{835F63E4-3571-46B0-AC9E-AB7E0390BB7C}"/>
</file>

<file path=docProps/app.xml><?xml version="1.0" encoding="utf-8"?>
<Properties xmlns="http://schemas.openxmlformats.org/officeDocument/2006/extended-properties" xmlns:vt="http://schemas.openxmlformats.org/officeDocument/2006/docPropsVTypes">
  <TotalTime>4852</TotalTime>
  <Words>4243</Words>
  <Application>Microsoft Office PowerPoint</Application>
  <PresentationFormat>Widescreen</PresentationFormat>
  <Paragraphs>425</Paragraphs>
  <Slides>60</Slides>
  <Notes>28</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System Administration</vt:lpstr>
      <vt:lpstr>Table of Contents</vt:lpstr>
      <vt:lpstr>Item Load</vt:lpstr>
      <vt:lpstr>Item Load</vt:lpstr>
      <vt:lpstr>Item Load </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UOM Maintenance</vt:lpstr>
      <vt:lpstr>Item UOM Maintenance</vt:lpstr>
      <vt:lpstr>Item UOM Maintenance </vt:lpstr>
      <vt:lpstr>Item UOM Maintenance</vt:lpstr>
      <vt:lpstr>Item UOM Maintenance</vt:lpstr>
      <vt:lpstr>Item UOM Maintenance</vt:lpstr>
      <vt:lpstr>Item UOM Maintenance</vt:lpstr>
      <vt:lpstr>Item UOM Maintenance</vt:lpstr>
      <vt:lpstr>Item UOM Maintenance</vt:lpstr>
      <vt:lpstr>Item Volumetrics Maintenance</vt:lpstr>
      <vt:lpstr>Item Volumetrics Maintenance</vt:lpstr>
      <vt:lpstr>Item Volumetrics Maintenance</vt:lpstr>
      <vt:lpstr>Item Volumetrics Maintenance</vt:lpstr>
      <vt:lpstr>Item Volumetrics Maintenance</vt:lpstr>
      <vt:lpstr>Item Volumetrics Maintenance</vt:lpstr>
      <vt:lpstr>Item Volumetrics Maintenance</vt:lpstr>
      <vt:lpstr>Inventory Volumetrics Maintenance</vt:lpstr>
      <vt:lpstr>Inventory Volumetrics Maintenance</vt:lpstr>
      <vt:lpstr>Inventory Volumetrics Maintenance</vt:lpstr>
      <vt:lpstr>Inventory Volumetrics Maintenance</vt:lpstr>
      <vt:lpstr>Inventory Volumetrics Maintenance</vt:lpstr>
      <vt:lpstr>Inventory Volumetrics Maintenance</vt:lpstr>
      <vt:lpstr>Inventory Volumetrics Maintenance</vt:lpstr>
      <vt:lpstr>Item (TMS)</vt:lpstr>
      <vt:lpstr>Item (TMS)</vt:lpstr>
      <vt:lpstr>Item (TMS)</vt:lpstr>
      <vt:lpstr>Item (TMS)</vt:lpstr>
      <vt:lpstr>Item (TMS)</vt:lpstr>
      <vt:lpstr>Item (TMS)</vt:lpstr>
      <vt:lpstr>Item (TMS)</vt:lpstr>
      <vt:lpstr>Item (TMS)</vt:lpstr>
      <vt:lpstr>Item (TMS)</vt:lpstr>
      <vt:lpstr>Item (TMS)</vt:lpstr>
    </vt:vector>
  </TitlesOfParts>
  <Company>Walter Surface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930</cp:revision>
  <dcterms:created xsi:type="dcterms:W3CDTF">2016-08-24T13:01:38Z</dcterms:created>
  <dcterms:modified xsi:type="dcterms:W3CDTF">2025-06-16T17:20:16Z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y fmtid="{D5CDD505-2E9C-101B-9397-08002B2CF9AE}" pid="3" name="MediaServiceImageTags">
    <vt:lpwstr/>
  </property>
</Properties>
</file>